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0.xml" ContentType="application/inkml+xml"/>
  <Override PartName="/ppt/ink/ink521.xml" ContentType="application/inkml+xml"/>
  <Override PartName="/ppt/ink/ink522.xml" ContentType="application/inkml+xml"/>
  <Override PartName="/ppt/ink/ink523.xml" ContentType="application/inkml+xml"/>
  <Override PartName="/ppt/ink/ink524.xml" ContentType="application/inkml+xml"/>
  <Override PartName="/ppt/ink/ink525.xml" ContentType="application/inkml+xml"/>
  <Override PartName="/ppt/ink/ink526.xml" ContentType="application/inkml+xml"/>
  <Override PartName="/ppt/ink/ink527.xml" ContentType="application/inkml+xml"/>
  <Override PartName="/ppt/ink/ink528.xml" ContentType="application/inkml+xml"/>
  <Override PartName="/ppt/ink/ink529.xml" ContentType="application/inkml+xml"/>
  <Override PartName="/ppt/ink/ink530.xml" ContentType="application/inkml+xml"/>
  <Override PartName="/ppt/ink/ink531.xml" ContentType="application/inkml+xml"/>
  <Override PartName="/ppt/ink/ink532.xml" ContentType="application/inkml+xml"/>
  <Override PartName="/ppt/ink/ink533.xml" ContentType="application/inkml+xml"/>
  <Override PartName="/ppt/ink/ink534.xml" ContentType="application/inkml+xml"/>
  <Override PartName="/ppt/ink/ink535.xml" ContentType="application/inkml+xml"/>
  <Override PartName="/ppt/ink/ink536.xml" ContentType="application/inkml+xml"/>
  <Override PartName="/ppt/ink/ink537.xml" ContentType="application/inkml+xml"/>
  <Override PartName="/ppt/ink/ink538.xml" ContentType="application/inkml+xml"/>
  <Override PartName="/ppt/ink/ink539.xml" ContentType="application/inkml+xml"/>
  <Override PartName="/ppt/ink/ink540.xml" ContentType="application/inkml+xml"/>
  <Override PartName="/ppt/ink/ink541.xml" ContentType="application/inkml+xml"/>
  <Override PartName="/ppt/ink/ink542.xml" ContentType="application/inkml+xml"/>
  <Override PartName="/ppt/ink/ink543.xml" ContentType="application/inkml+xml"/>
  <Override PartName="/ppt/ink/ink544.xml" ContentType="application/inkml+xml"/>
  <Override PartName="/ppt/ink/ink545.xml" ContentType="application/inkml+xml"/>
  <Override PartName="/ppt/ink/ink546.xml" ContentType="application/inkml+xml"/>
  <Override PartName="/ppt/ink/ink547.xml" ContentType="application/inkml+xml"/>
  <Override PartName="/ppt/ink/ink548.xml" ContentType="application/inkml+xml"/>
  <Override PartName="/ppt/ink/ink549.xml" ContentType="application/inkml+xml"/>
  <Override PartName="/ppt/ink/ink550.xml" ContentType="application/inkml+xml"/>
  <Override PartName="/ppt/ink/ink551.xml" ContentType="application/inkml+xml"/>
  <Override PartName="/ppt/ink/ink552.xml" ContentType="application/inkml+xml"/>
  <Override PartName="/ppt/ink/ink553.xml" ContentType="application/inkml+xml"/>
  <Override PartName="/ppt/ink/ink554.xml" ContentType="application/inkml+xml"/>
  <Override PartName="/ppt/ink/ink555.xml" ContentType="application/inkml+xml"/>
  <Override PartName="/ppt/ink/ink556.xml" ContentType="application/inkml+xml"/>
  <Override PartName="/ppt/ink/ink557.xml" ContentType="application/inkml+xml"/>
  <Override PartName="/ppt/ink/ink558.xml" ContentType="application/inkml+xml"/>
  <Override PartName="/ppt/ink/ink559.xml" ContentType="application/inkml+xml"/>
  <Override PartName="/ppt/ink/ink560.xml" ContentType="application/inkml+xml"/>
  <Override PartName="/ppt/ink/ink561.xml" ContentType="application/inkml+xml"/>
  <Override PartName="/ppt/ink/ink562.xml" ContentType="application/inkml+xml"/>
  <Override PartName="/ppt/ink/ink563.xml" ContentType="application/inkml+xml"/>
  <Override PartName="/ppt/ink/ink564.xml" ContentType="application/inkml+xml"/>
  <Override PartName="/ppt/ink/ink565.xml" ContentType="application/inkml+xml"/>
  <Override PartName="/ppt/ink/ink566.xml" ContentType="application/inkml+xml"/>
  <Override PartName="/ppt/ink/ink567.xml" ContentType="application/inkml+xml"/>
  <Override PartName="/ppt/ink/ink568.xml" ContentType="application/inkml+xml"/>
  <Override PartName="/ppt/ink/ink569.xml" ContentType="application/inkml+xml"/>
  <Override PartName="/ppt/ink/ink570.xml" ContentType="application/inkml+xml"/>
  <Override PartName="/ppt/ink/ink571.xml" ContentType="application/inkml+xml"/>
  <Override PartName="/ppt/ink/ink572.xml" ContentType="application/inkml+xml"/>
  <Override PartName="/ppt/ink/ink573.xml" ContentType="application/inkml+xml"/>
  <Override PartName="/ppt/ink/ink574.xml" ContentType="application/inkml+xml"/>
  <Override PartName="/ppt/ink/ink575.xml" ContentType="application/inkml+xml"/>
  <Override PartName="/ppt/ink/ink576.xml" ContentType="application/inkml+xml"/>
  <Override PartName="/ppt/ink/ink577.xml" ContentType="application/inkml+xml"/>
  <Override PartName="/ppt/ink/ink578.xml" ContentType="application/inkml+xml"/>
  <Override PartName="/ppt/ink/ink579.xml" ContentType="application/inkml+xml"/>
  <Override PartName="/ppt/ink/ink580.xml" ContentType="application/inkml+xml"/>
  <Override PartName="/ppt/ink/ink581.xml" ContentType="application/inkml+xml"/>
  <Override PartName="/ppt/ink/ink582.xml" ContentType="application/inkml+xml"/>
  <Override PartName="/ppt/ink/ink583.xml" ContentType="application/inkml+xml"/>
  <Override PartName="/ppt/ink/ink584.xml" ContentType="application/inkml+xml"/>
  <Override PartName="/ppt/ink/ink585.xml" ContentType="application/inkml+xml"/>
  <Override PartName="/ppt/ink/ink586.xml" ContentType="application/inkml+xml"/>
  <Override PartName="/ppt/ink/ink587.xml" ContentType="application/inkml+xml"/>
  <Override PartName="/ppt/ink/ink588.xml" ContentType="application/inkml+xml"/>
  <Override PartName="/ppt/ink/ink589.xml" ContentType="application/inkml+xml"/>
  <Override PartName="/ppt/ink/ink590.xml" ContentType="application/inkml+xml"/>
  <Override PartName="/ppt/ink/ink591.xml" ContentType="application/inkml+xml"/>
  <Override PartName="/ppt/ink/ink592.xml" ContentType="application/inkml+xml"/>
  <Override PartName="/ppt/ink/ink593.xml" ContentType="application/inkml+xml"/>
  <Override PartName="/ppt/ink/ink594.xml" ContentType="application/inkml+xml"/>
  <Override PartName="/ppt/ink/ink595.xml" ContentType="application/inkml+xml"/>
  <Override PartName="/ppt/ink/ink596.xml" ContentType="application/inkml+xml"/>
  <Override PartName="/ppt/ink/ink597.xml" ContentType="application/inkml+xml"/>
  <Override PartName="/ppt/ink/ink598.xml" ContentType="application/inkml+xml"/>
  <Override PartName="/ppt/ink/ink599.xml" ContentType="application/inkml+xml"/>
  <Override PartName="/ppt/ink/ink600.xml" ContentType="application/inkml+xml"/>
  <Override PartName="/ppt/ink/ink601.xml" ContentType="application/inkml+xml"/>
  <Override PartName="/ppt/ink/ink602.xml" ContentType="application/inkml+xml"/>
  <Override PartName="/ppt/ink/ink603.xml" ContentType="application/inkml+xml"/>
  <Override PartName="/ppt/ink/ink604.xml" ContentType="application/inkml+xml"/>
  <Override PartName="/ppt/ink/ink605.xml" ContentType="application/inkml+xml"/>
  <Override PartName="/ppt/ink/ink606.xml" ContentType="application/inkml+xml"/>
  <Override PartName="/ppt/ink/ink607.xml" ContentType="application/inkml+xml"/>
  <Override PartName="/ppt/ink/ink608.xml" ContentType="application/inkml+xml"/>
  <Override PartName="/ppt/ink/ink609.xml" ContentType="application/inkml+xml"/>
  <Override PartName="/ppt/ink/ink610.xml" ContentType="application/inkml+xml"/>
  <Override PartName="/ppt/ink/ink611.xml" ContentType="application/inkml+xml"/>
  <Override PartName="/ppt/ink/ink612.xml" ContentType="application/inkml+xml"/>
  <Override PartName="/ppt/ink/ink613.xml" ContentType="application/inkml+xml"/>
  <Override PartName="/ppt/ink/ink614.xml" ContentType="application/inkml+xml"/>
  <Override PartName="/ppt/ink/ink615.xml" ContentType="application/inkml+xml"/>
  <Override PartName="/ppt/ink/ink616.xml" ContentType="application/inkml+xml"/>
  <Override PartName="/ppt/ink/ink617.xml" ContentType="application/inkml+xml"/>
  <Override PartName="/ppt/ink/ink618.xml" ContentType="application/inkml+xml"/>
  <Override PartName="/ppt/ink/ink619.xml" ContentType="application/inkml+xml"/>
  <Override PartName="/ppt/ink/ink620.xml" ContentType="application/inkml+xml"/>
  <Override PartName="/ppt/ink/ink621.xml" ContentType="application/inkml+xml"/>
  <Override PartName="/ppt/ink/ink622.xml" ContentType="application/inkml+xml"/>
  <Override PartName="/ppt/ink/ink623.xml" ContentType="application/inkml+xml"/>
  <Override PartName="/ppt/ink/ink624.xml" ContentType="application/inkml+xml"/>
  <Override PartName="/ppt/ink/ink625.xml" ContentType="application/inkml+xml"/>
  <Override PartName="/ppt/ink/ink626.xml" ContentType="application/inkml+xml"/>
  <Override PartName="/ppt/ink/ink627.xml" ContentType="application/inkml+xml"/>
  <Override PartName="/ppt/ink/ink628.xml" ContentType="application/inkml+xml"/>
  <Override PartName="/ppt/ink/ink629.xml" ContentType="application/inkml+xml"/>
  <Override PartName="/ppt/ink/ink630.xml" ContentType="application/inkml+xml"/>
  <Override PartName="/ppt/ink/ink631.xml" ContentType="application/inkml+xml"/>
  <Override PartName="/ppt/ink/ink632.xml" ContentType="application/inkml+xml"/>
  <Override PartName="/ppt/ink/ink633.xml" ContentType="application/inkml+xml"/>
  <Override PartName="/ppt/ink/ink634.xml" ContentType="application/inkml+xml"/>
  <Override PartName="/ppt/ink/ink635.xml" ContentType="application/inkml+xml"/>
  <Override PartName="/ppt/ink/ink636.xml" ContentType="application/inkml+xml"/>
  <Override PartName="/ppt/ink/ink637.xml" ContentType="application/inkml+xml"/>
  <Override PartName="/ppt/ink/ink638.xml" ContentType="application/inkml+xml"/>
  <Override PartName="/ppt/ink/ink639.xml" ContentType="application/inkml+xml"/>
  <Override PartName="/ppt/ink/ink640.xml" ContentType="application/inkml+xml"/>
  <Override PartName="/ppt/ink/ink641.xml" ContentType="application/inkml+xml"/>
  <Override PartName="/ppt/ink/ink642.xml" ContentType="application/inkml+xml"/>
  <Override PartName="/ppt/ink/ink643.xml" ContentType="application/inkml+xml"/>
  <Override PartName="/ppt/ink/ink644.xml" ContentType="application/inkml+xml"/>
  <Override PartName="/ppt/ink/ink645.xml" ContentType="application/inkml+xml"/>
  <Override PartName="/ppt/ink/ink646.xml" ContentType="application/inkml+xml"/>
  <Override PartName="/ppt/ink/ink647.xml" ContentType="application/inkml+xml"/>
  <Override PartName="/ppt/ink/ink648.xml" ContentType="application/inkml+xml"/>
  <Override PartName="/ppt/ink/ink649.xml" ContentType="application/inkml+xml"/>
  <Override PartName="/ppt/ink/ink650.xml" ContentType="application/inkml+xml"/>
  <Override PartName="/ppt/ink/ink651.xml" ContentType="application/inkml+xml"/>
  <Override PartName="/ppt/ink/ink652.xml" ContentType="application/inkml+xml"/>
  <Override PartName="/ppt/ink/ink653.xml" ContentType="application/inkml+xml"/>
  <Override PartName="/ppt/ink/ink654.xml" ContentType="application/inkml+xml"/>
  <Override PartName="/ppt/ink/ink655.xml" ContentType="application/inkml+xml"/>
  <Override PartName="/ppt/ink/ink656.xml" ContentType="application/inkml+xml"/>
  <Override PartName="/ppt/ink/ink657.xml" ContentType="application/inkml+xml"/>
  <Override PartName="/ppt/ink/ink658.xml" ContentType="application/inkml+xml"/>
  <Override PartName="/ppt/ink/ink659.xml" ContentType="application/inkml+xml"/>
  <Override PartName="/ppt/ink/ink660.xml" ContentType="application/inkml+xml"/>
  <Override PartName="/ppt/ink/ink661.xml" ContentType="application/inkml+xml"/>
  <Override PartName="/ppt/ink/ink662.xml" ContentType="application/inkml+xml"/>
  <Override PartName="/ppt/ink/ink663.xml" ContentType="application/inkml+xml"/>
  <Override PartName="/ppt/ink/ink664.xml" ContentType="application/inkml+xml"/>
  <Override PartName="/ppt/ink/ink665.xml" ContentType="application/inkml+xml"/>
  <Override PartName="/ppt/ink/ink666.xml" ContentType="application/inkml+xml"/>
  <Override PartName="/ppt/ink/ink667.xml" ContentType="application/inkml+xml"/>
  <Override PartName="/ppt/ink/ink668.xml" ContentType="application/inkml+xml"/>
  <Override PartName="/ppt/ink/ink669.xml" ContentType="application/inkml+xml"/>
  <Override PartName="/ppt/ink/ink670.xml" ContentType="application/inkml+xml"/>
  <Override PartName="/ppt/ink/ink671.xml" ContentType="application/inkml+xml"/>
  <Override PartName="/ppt/ink/ink672.xml" ContentType="application/inkml+xml"/>
  <Override PartName="/ppt/ink/ink673.xml" ContentType="application/inkml+xml"/>
  <Override PartName="/ppt/ink/ink674.xml" ContentType="application/inkml+xml"/>
  <Override PartName="/ppt/ink/ink675.xml" ContentType="application/inkml+xml"/>
  <Override PartName="/ppt/ink/ink676.xml" ContentType="application/inkml+xml"/>
  <Override PartName="/ppt/ink/ink677.xml" ContentType="application/inkml+xml"/>
  <Override PartName="/ppt/ink/ink678.xml" ContentType="application/inkml+xml"/>
  <Override PartName="/ppt/ink/ink679.xml" ContentType="application/inkml+xml"/>
  <Override PartName="/ppt/ink/ink680.xml" ContentType="application/inkml+xml"/>
  <Override PartName="/ppt/ink/ink681.xml" ContentType="application/inkml+xml"/>
  <Override PartName="/ppt/ink/ink682.xml" ContentType="application/inkml+xml"/>
  <Override PartName="/ppt/ink/ink683.xml" ContentType="application/inkml+xml"/>
  <Override PartName="/ppt/ink/ink684.xml" ContentType="application/inkml+xml"/>
  <Override PartName="/ppt/ink/ink685.xml" ContentType="application/inkml+xml"/>
  <Override PartName="/ppt/ink/ink686.xml" ContentType="application/inkml+xml"/>
  <Override PartName="/ppt/ink/ink687.xml" ContentType="application/inkml+xml"/>
  <Override PartName="/ppt/ink/ink688.xml" ContentType="application/inkml+xml"/>
  <Override PartName="/ppt/ink/ink689.xml" ContentType="application/inkml+xml"/>
  <Override PartName="/ppt/ink/ink690.xml" ContentType="application/inkml+xml"/>
  <Override PartName="/ppt/ink/ink691.xml" ContentType="application/inkml+xml"/>
  <Override PartName="/ppt/ink/ink692.xml" ContentType="application/inkml+xml"/>
  <Override PartName="/ppt/ink/ink693.xml" ContentType="application/inkml+xml"/>
  <Override PartName="/ppt/ink/ink694.xml" ContentType="application/inkml+xml"/>
  <Override PartName="/ppt/ink/ink695.xml" ContentType="application/inkml+xml"/>
  <Override PartName="/ppt/ink/ink696.xml" ContentType="application/inkml+xml"/>
  <Override PartName="/ppt/ink/ink697.xml" ContentType="application/inkml+xml"/>
  <Override PartName="/ppt/ink/ink698.xml" ContentType="application/inkml+xml"/>
  <Override PartName="/ppt/ink/ink699.xml" ContentType="application/inkml+xml"/>
  <Override PartName="/ppt/ink/ink700.xml" ContentType="application/inkml+xml"/>
  <Override PartName="/ppt/ink/ink701.xml" ContentType="application/inkml+xml"/>
  <Override PartName="/ppt/ink/ink702.xml" ContentType="application/inkml+xml"/>
  <Override PartName="/ppt/ink/ink703.xml" ContentType="application/inkml+xml"/>
  <Override PartName="/ppt/ink/ink704.xml" ContentType="application/inkml+xml"/>
  <Override PartName="/ppt/ink/ink705.xml" ContentType="application/inkml+xml"/>
  <Override PartName="/ppt/ink/ink706.xml" ContentType="application/inkml+xml"/>
  <Override PartName="/ppt/ink/ink707.xml" ContentType="application/inkml+xml"/>
  <Override PartName="/ppt/ink/ink708.xml" ContentType="application/inkml+xml"/>
  <Override PartName="/ppt/ink/ink709.xml" ContentType="application/inkml+xml"/>
  <Override PartName="/ppt/ink/ink710.xml" ContentType="application/inkml+xml"/>
  <Override PartName="/ppt/ink/ink711.xml" ContentType="application/inkml+xml"/>
  <Override PartName="/ppt/ink/ink712.xml" ContentType="application/inkml+xml"/>
  <Override PartName="/ppt/ink/ink713.xml" ContentType="application/inkml+xml"/>
  <Override PartName="/ppt/ink/ink714.xml" ContentType="application/inkml+xml"/>
  <Override PartName="/ppt/ink/ink715.xml" ContentType="application/inkml+xml"/>
  <Override PartName="/ppt/ink/ink716.xml" ContentType="application/inkml+xml"/>
  <Override PartName="/ppt/ink/ink717.xml" ContentType="application/inkml+xml"/>
  <Override PartName="/ppt/ink/ink718.xml" ContentType="application/inkml+xml"/>
  <Override PartName="/ppt/ink/ink719.xml" ContentType="application/inkml+xml"/>
  <Override PartName="/ppt/ink/ink720.xml" ContentType="application/inkml+xml"/>
  <Override PartName="/ppt/ink/ink721.xml" ContentType="application/inkml+xml"/>
  <Override PartName="/ppt/ink/ink722.xml" ContentType="application/inkml+xml"/>
  <Override PartName="/ppt/ink/ink723.xml" ContentType="application/inkml+xml"/>
  <Override PartName="/ppt/ink/ink724.xml" ContentType="application/inkml+xml"/>
  <Override PartName="/ppt/ink/ink725.xml" ContentType="application/inkml+xml"/>
  <Override PartName="/ppt/ink/ink726.xml" ContentType="application/inkml+xml"/>
  <Override PartName="/ppt/ink/ink727.xml" ContentType="application/inkml+xml"/>
  <Override PartName="/ppt/ink/ink728.xml" ContentType="application/inkml+xml"/>
  <Override PartName="/ppt/ink/ink729.xml" ContentType="application/inkml+xml"/>
  <Override PartName="/ppt/ink/ink730.xml" ContentType="application/inkml+xml"/>
  <Override PartName="/ppt/ink/ink731.xml" ContentType="application/inkml+xml"/>
  <Override PartName="/ppt/ink/ink732.xml" ContentType="application/inkml+xml"/>
  <Override PartName="/ppt/ink/ink733.xml" ContentType="application/inkml+xml"/>
  <Override PartName="/ppt/ink/ink734.xml" ContentType="application/inkml+xml"/>
  <Override PartName="/ppt/ink/ink735.xml" ContentType="application/inkml+xml"/>
  <Override PartName="/ppt/ink/ink736.xml" ContentType="application/inkml+xml"/>
  <Override PartName="/ppt/ink/ink737.xml" ContentType="application/inkml+xml"/>
  <Override PartName="/ppt/ink/ink738.xml" ContentType="application/inkml+xml"/>
  <Override PartName="/ppt/ink/ink739.xml" ContentType="application/inkml+xml"/>
  <Override PartName="/ppt/ink/ink740.xml" ContentType="application/inkml+xml"/>
  <Override PartName="/ppt/ink/ink741.xml" ContentType="application/inkml+xml"/>
  <Override PartName="/ppt/ink/ink742.xml" ContentType="application/inkml+xml"/>
  <Override PartName="/ppt/ink/ink743.xml" ContentType="application/inkml+xml"/>
  <Override PartName="/ppt/ink/ink744.xml" ContentType="application/inkml+xml"/>
  <Override PartName="/ppt/ink/ink745.xml" ContentType="application/inkml+xml"/>
  <Override PartName="/ppt/ink/ink746.xml" ContentType="application/inkml+xml"/>
  <Override PartName="/ppt/ink/ink747.xml" ContentType="application/inkml+xml"/>
  <Override PartName="/ppt/ink/ink748.xml" ContentType="application/inkml+xml"/>
  <Override PartName="/ppt/ink/ink749.xml" ContentType="application/inkml+xml"/>
  <Override PartName="/ppt/ink/ink750.xml" ContentType="application/inkml+xml"/>
  <Override PartName="/ppt/ink/ink751.xml" ContentType="application/inkml+xml"/>
  <Override PartName="/ppt/ink/ink752.xml" ContentType="application/inkml+xml"/>
  <Override PartName="/ppt/ink/ink753.xml" ContentType="application/inkml+xml"/>
  <Override PartName="/ppt/ink/ink754.xml" ContentType="application/inkml+xml"/>
  <Override PartName="/ppt/ink/ink755.xml" ContentType="application/inkml+xml"/>
  <Override PartName="/ppt/ink/ink756.xml" ContentType="application/inkml+xml"/>
  <Override PartName="/ppt/ink/ink757.xml" ContentType="application/inkml+xml"/>
  <Override PartName="/ppt/ink/ink758.xml" ContentType="application/inkml+xml"/>
  <Override PartName="/ppt/ink/ink759.xml" ContentType="application/inkml+xml"/>
  <Override PartName="/ppt/ink/ink760.xml" ContentType="application/inkml+xml"/>
  <Override PartName="/ppt/ink/ink761.xml" ContentType="application/inkml+xml"/>
  <Override PartName="/ppt/ink/ink762.xml" ContentType="application/inkml+xml"/>
  <Override PartName="/ppt/ink/ink763.xml" ContentType="application/inkml+xml"/>
  <Override PartName="/ppt/ink/ink764.xml" ContentType="application/inkml+xml"/>
  <Override PartName="/ppt/ink/ink765.xml" ContentType="application/inkml+xml"/>
  <Override PartName="/ppt/ink/ink766.xml" ContentType="application/inkml+xml"/>
  <Override PartName="/ppt/ink/ink767.xml" ContentType="application/inkml+xml"/>
  <Override PartName="/ppt/ink/ink768.xml" ContentType="application/inkml+xml"/>
  <Override PartName="/ppt/ink/ink769.xml" ContentType="application/inkml+xml"/>
  <Override PartName="/ppt/ink/ink770.xml" ContentType="application/inkml+xml"/>
  <Override PartName="/ppt/ink/ink771.xml" ContentType="application/inkml+xml"/>
  <Override PartName="/ppt/ink/ink772.xml" ContentType="application/inkml+xml"/>
  <Override PartName="/ppt/ink/ink773.xml" ContentType="application/inkml+xml"/>
  <Override PartName="/ppt/ink/ink774.xml" ContentType="application/inkml+xml"/>
  <Override PartName="/ppt/ink/ink775.xml" ContentType="application/inkml+xml"/>
  <Override PartName="/ppt/ink/ink776.xml" ContentType="application/inkml+xml"/>
  <Override PartName="/ppt/ink/ink777.xml" ContentType="application/inkml+xml"/>
  <Override PartName="/ppt/ink/ink778.xml" ContentType="application/inkml+xml"/>
  <Override PartName="/ppt/ink/ink779.xml" ContentType="application/inkml+xml"/>
  <Override PartName="/ppt/ink/ink780.xml" ContentType="application/inkml+xml"/>
  <Override PartName="/ppt/ink/ink781.xml" ContentType="application/inkml+xml"/>
  <Override PartName="/ppt/ink/ink782.xml" ContentType="application/inkml+xml"/>
  <Override PartName="/ppt/ink/ink783.xml" ContentType="application/inkml+xml"/>
  <Override PartName="/ppt/ink/ink784.xml" ContentType="application/inkml+xml"/>
  <Override PartName="/ppt/ink/ink785.xml" ContentType="application/inkml+xml"/>
  <Override PartName="/ppt/ink/ink786.xml" ContentType="application/inkml+xml"/>
  <Override PartName="/ppt/ink/ink787.xml" ContentType="application/inkml+xml"/>
  <Override PartName="/ppt/ink/ink788.xml" ContentType="application/inkml+xml"/>
  <Override PartName="/ppt/ink/ink789.xml" ContentType="application/inkml+xml"/>
  <Override PartName="/ppt/ink/ink790.xml" ContentType="application/inkml+xml"/>
  <Override PartName="/ppt/ink/ink791.xml" ContentType="application/inkml+xml"/>
  <Override PartName="/ppt/ink/ink792.xml" ContentType="application/inkml+xml"/>
  <Override PartName="/ppt/ink/ink793.xml" ContentType="application/inkml+xml"/>
  <Override PartName="/ppt/ink/ink794.xml" ContentType="application/inkml+xml"/>
  <Override PartName="/ppt/ink/ink795.xml" ContentType="application/inkml+xml"/>
  <Override PartName="/ppt/ink/ink796.xml" ContentType="application/inkml+xml"/>
  <Override PartName="/ppt/ink/ink797.xml" ContentType="application/inkml+xml"/>
  <Override PartName="/ppt/ink/ink798.xml" ContentType="application/inkml+xml"/>
  <Override PartName="/ppt/ink/ink799.xml" ContentType="application/inkml+xml"/>
  <Override PartName="/ppt/ink/ink800.xml" ContentType="application/inkml+xml"/>
  <Override PartName="/ppt/ink/ink801.xml" ContentType="application/inkml+xml"/>
  <Override PartName="/ppt/ink/ink802.xml" ContentType="application/inkml+xml"/>
  <Override PartName="/ppt/ink/ink803.xml" ContentType="application/inkml+xml"/>
  <Override PartName="/ppt/ink/ink804.xml" ContentType="application/inkml+xml"/>
  <Override PartName="/ppt/ink/ink805.xml" ContentType="application/inkml+xml"/>
  <Override PartName="/ppt/ink/ink806.xml" ContentType="application/inkml+xml"/>
  <Override PartName="/ppt/ink/ink807.xml" ContentType="application/inkml+xml"/>
  <Override PartName="/ppt/ink/ink808.xml" ContentType="application/inkml+xml"/>
  <Override PartName="/ppt/ink/ink809.xml" ContentType="application/inkml+xml"/>
  <Override PartName="/ppt/ink/ink810.xml" ContentType="application/inkml+xml"/>
  <Override PartName="/ppt/ink/ink811.xml" ContentType="application/inkml+xml"/>
  <Override PartName="/ppt/ink/ink812.xml" ContentType="application/inkml+xml"/>
  <Override PartName="/ppt/ink/ink813.xml" ContentType="application/inkml+xml"/>
  <Override PartName="/ppt/ink/ink814.xml" ContentType="application/inkml+xml"/>
  <Override PartName="/ppt/ink/ink815.xml" ContentType="application/inkml+xml"/>
  <Override PartName="/ppt/ink/ink816.xml" ContentType="application/inkml+xml"/>
  <Override PartName="/ppt/ink/ink817.xml" ContentType="application/inkml+xml"/>
  <Override PartName="/ppt/ink/ink818.xml" ContentType="application/inkml+xml"/>
  <Override PartName="/ppt/ink/ink819.xml" ContentType="application/inkml+xml"/>
  <Override PartName="/ppt/ink/ink820.xml" ContentType="application/inkml+xml"/>
  <Override PartName="/ppt/ink/ink821.xml" ContentType="application/inkml+xml"/>
  <Override PartName="/ppt/ink/ink822.xml" ContentType="application/inkml+xml"/>
  <Override PartName="/ppt/ink/ink823.xml" ContentType="application/inkml+xml"/>
  <Override PartName="/ppt/ink/ink824.xml" ContentType="application/inkml+xml"/>
  <Override PartName="/ppt/ink/ink825.xml" ContentType="application/inkml+xml"/>
  <Override PartName="/ppt/ink/ink826.xml" ContentType="application/inkml+xml"/>
  <Override PartName="/ppt/ink/ink827.xml" ContentType="application/inkml+xml"/>
  <Override PartName="/ppt/ink/ink828.xml" ContentType="application/inkml+xml"/>
  <Override PartName="/ppt/ink/ink829.xml" ContentType="application/inkml+xml"/>
  <Override PartName="/ppt/ink/ink830.xml" ContentType="application/inkml+xml"/>
  <Override PartName="/ppt/ink/ink831.xml" ContentType="application/inkml+xml"/>
  <Override PartName="/ppt/ink/ink832.xml" ContentType="application/inkml+xml"/>
  <Override PartName="/ppt/ink/ink833.xml" ContentType="application/inkml+xml"/>
  <Override PartName="/ppt/ink/ink834.xml" ContentType="application/inkml+xml"/>
  <Override PartName="/ppt/ink/ink835.xml" ContentType="application/inkml+xml"/>
  <Override PartName="/ppt/ink/ink836.xml" ContentType="application/inkml+xml"/>
  <Override PartName="/ppt/ink/ink837.xml" ContentType="application/inkml+xml"/>
  <Override PartName="/ppt/ink/ink838.xml" ContentType="application/inkml+xml"/>
  <Override PartName="/ppt/ink/ink839.xml" ContentType="application/inkml+xml"/>
  <Override PartName="/ppt/ink/ink840.xml" ContentType="application/inkml+xml"/>
  <Override PartName="/ppt/ink/ink841.xml" ContentType="application/inkml+xml"/>
  <Override PartName="/ppt/ink/ink842.xml" ContentType="application/inkml+xml"/>
  <Override PartName="/ppt/ink/ink843.xml" ContentType="application/inkml+xml"/>
  <Override PartName="/ppt/ink/ink844.xml" ContentType="application/inkml+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ink/ink845.xml" ContentType="application/inkml+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ink/ink846.xml" ContentType="application/inkml+xml"/>
  <Override PartName="/ppt/ink/ink847.xml" ContentType="application/inkml+xml"/>
  <Override PartName="/ppt/ink/ink848.xml" ContentType="application/inkml+xml"/>
  <Override PartName="/ppt/ink/ink849.xml" ContentType="application/inkml+xml"/>
  <Override PartName="/ppt/ink/ink850.xml" ContentType="application/inkml+xml"/>
  <Override PartName="/ppt/ink/ink851.xml" ContentType="application/inkml+xml"/>
  <Override PartName="/ppt/ink/ink852.xml" ContentType="application/inkml+xml"/>
  <Override PartName="/ppt/ink/ink853.xml" ContentType="application/inkml+xml"/>
  <Override PartName="/ppt/ink/ink854.xml" ContentType="application/inkml+xml"/>
  <Override PartName="/ppt/ink/ink855.xml" ContentType="application/inkml+xml"/>
  <Override PartName="/ppt/ink/ink856.xml" ContentType="application/inkml+xml"/>
  <Override PartName="/ppt/ink/ink857.xml" ContentType="application/inkml+xml"/>
  <Override PartName="/ppt/ink/ink858.xml" ContentType="application/inkml+xml"/>
  <Override PartName="/ppt/ink/ink859.xml" ContentType="application/inkml+xml"/>
  <Override PartName="/ppt/ink/ink860.xml" ContentType="application/inkml+xml"/>
  <Override PartName="/ppt/ink/ink861.xml" ContentType="application/inkml+xml"/>
  <Override PartName="/ppt/ink/ink862.xml" ContentType="application/inkml+xml"/>
  <Override PartName="/ppt/ink/ink863.xml" ContentType="application/inkml+xml"/>
  <Override PartName="/ppt/ink/ink864.xml" ContentType="application/inkml+xml"/>
  <Override PartName="/ppt/ink/ink865.xml" ContentType="application/inkml+xml"/>
  <Override PartName="/ppt/ink/ink866.xml" ContentType="application/inkml+xml"/>
  <Override PartName="/ppt/ink/ink867.xml" ContentType="application/inkml+xml"/>
  <Override PartName="/ppt/ink/ink868.xml" ContentType="application/inkml+xml"/>
  <Override PartName="/ppt/ink/ink869.xml" ContentType="application/inkml+xml"/>
  <Override PartName="/ppt/ink/ink870.xml" ContentType="application/inkml+xml"/>
  <Override PartName="/ppt/ink/ink871.xml" ContentType="application/inkml+xml"/>
  <Override PartName="/ppt/ink/ink872.xml" ContentType="application/inkml+xml"/>
  <Override PartName="/ppt/ink/ink873.xml" ContentType="application/inkml+xml"/>
  <Override PartName="/ppt/ink/ink874.xml" ContentType="application/inkml+xml"/>
  <Override PartName="/ppt/ink/ink875.xml" ContentType="application/inkml+xml"/>
  <Override PartName="/ppt/ink/ink876.xml" ContentType="application/inkml+xml"/>
  <Override PartName="/ppt/ink/ink877.xml" ContentType="application/inkml+xml"/>
  <Override PartName="/ppt/ink/ink878.xml" ContentType="application/inkml+xml"/>
  <Override PartName="/ppt/ink/ink879.xml" ContentType="application/inkml+xml"/>
  <Override PartName="/ppt/ink/ink880.xml" ContentType="application/inkml+xml"/>
  <Override PartName="/ppt/ink/ink881.xml" ContentType="application/inkml+xml"/>
  <Override PartName="/ppt/ink/ink882.xml" ContentType="application/inkml+xml"/>
  <Override PartName="/ppt/ink/ink883.xml" ContentType="application/inkml+xml"/>
  <Override PartName="/ppt/ink/ink884.xml" ContentType="application/inkml+xml"/>
  <Override PartName="/ppt/ink/ink885.xml" ContentType="application/inkml+xml"/>
  <Override PartName="/ppt/ink/ink886.xml" ContentType="application/inkml+xml"/>
  <Override PartName="/ppt/ink/ink887.xml" ContentType="application/inkml+xml"/>
  <Override PartName="/ppt/ink/ink888.xml" ContentType="application/inkml+xml"/>
  <Override PartName="/ppt/ink/ink889.xml" ContentType="application/inkml+xml"/>
  <Override PartName="/ppt/ink/ink890.xml" ContentType="application/inkml+xml"/>
  <Override PartName="/ppt/ink/ink891.xml" ContentType="application/inkml+xml"/>
  <Override PartName="/ppt/ink/ink892.xml" ContentType="application/inkml+xml"/>
  <Override PartName="/ppt/ink/ink893.xml" ContentType="application/inkml+xml"/>
  <Override PartName="/ppt/ink/ink894.xml" ContentType="application/inkml+xml"/>
  <Override PartName="/ppt/ink/ink895.xml" ContentType="application/inkml+xml"/>
  <Override PartName="/ppt/ink/ink896.xml" ContentType="application/inkml+xml"/>
  <Override PartName="/ppt/ink/ink897.xml" ContentType="application/inkml+xml"/>
  <Override PartName="/ppt/ink/ink898.xml" ContentType="application/inkml+xml"/>
  <Override PartName="/ppt/ink/ink899.xml" ContentType="application/inkml+xml"/>
  <Override PartName="/ppt/ink/ink900.xml" ContentType="application/inkml+xml"/>
  <Override PartName="/ppt/ink/ink901.xml" ContentType="application/inkml+xml"/>
  <Override PartName="/ppt/ink/ink902.xml" ContentType="application/inkml+xml"/>
  <Override PartName="/ppt/ink/ink903.xml" ContentType="application/inkml+xml"/>
  <Override PartName="/ppt/ink/ink904.xml" ContentType="application/inkml+xml"/>
  <Override PartName="/ppt/ink/ink905.xml" ContentType="application/inkml+xml"/>
  <Override PartName="/ppt/ink/ink906.xml" ContentType="application/inkml+xml"/>
  <Override PartName="/ppt/ink/ink907.xml" ContentType="application/inkml+xml"/>
  <Override PartName="/ppt/ink/ink908.xml" ContentType="application/inkml+xml"/>
  <Override PartName="/ppt/ink/ink909.xml" ContentType="application/inkml+xml"/>
  <Override PartName="/ppt/ink/ink910.xml" ContentType="application/inkml+xml"/>
  <Override PartName="/ppt/ink/ink911.xml" ContentType="application/inkml+xml"/>
  <Override PartName="/ppt/ink/ink912.xml" ContentType="application/inkml+xml"/>
  <Override PartName="/ppt/ink/ink913.xml" ContentType="application/inkml+xml"/>
  <Override PartName="/ppt/ink/ink914.xml" ContentType="application/inkml+xml"/>
  <Override PartName="/ppt/ink/ink915.xml" ContentType="application/inkml+xml"/>
  <Override PartName="/ppt/ink/ink916.xml" ContentType="application/inkml+xml"/>
  <Override PartName="/ppt/ink/ink917.xml" ContentType="application/inkml+xml"/>
  <Override PartName="/ppt/ink/ink918.xml" ContentType="application/inkml+xml"/>
  <Override PartName="/ppt/ink/ink919.xml" ContentType="application/inkml+xml"/>
  <Override PartName="/ppt/ink/ink920.xml" ContentType="application/inkml+xml"/>
  <Override PartName="/ppt/ink/ink921.xml" ContentType="application/inkml+xml"/>
  <Override PartName="/ppt/ink/ink922.xml" ContentType="application/inkml+xml"/>
  <Override PartName="/ppt/ink/ink923.xml" ContentType="application/inkml+xml"/>
  <Override PartName="/ppt/ink/ink924.xml" ContentType="application/inkml+xml"/>
  <Override PartName="/ppt/ink/ink925.xml" ContentType="application/inkml+xml"/>
  <Override PartName="/ppt/ink/ink926.xml" ContentType="application/inkml+xml"/>
  <Override PartName="/ppt/ink/ink927.xml" ContentType="application/inkml+xml"/>
  <Override PartName="/ppt/ink/ink928.xml" ContentType="application/inkml+xml"/>
  <Override PartName="/ppt/ink/ink929.xml" ContentType="application/inkml+xml"/>
  <Override PartName="/ppt/ink/ink930.xml" ContentType="application/inkml+xml"/>
  <Override PartName="/ppt/ink/ink931.xml" ContentType="application/inkml+xml"/>
  <Override PartName="/ppt/ink/ink932.xml" ContentType="application/inkml+xml"/>
  <Override PartName="/ppt/ink/ink933.xml" ContentType="application/inkml+xml"/>
  <Override PartName="/ppt/ink/ink934.xml" ContentType="application/inkml+xml"/>
  <Override PartName="/ppt/ink/ink935.xml" ContentType="application/inkml+xml"/>
  <Override PartName="/ppt/ink/ink936.xml" ContentType="application/inkml+xml"/>
  <Override PartName="/ppt/ink/ink937.xml" ContentType="application/inkml+xml"/>
  <Override PartName="/ppt/ink/ink938.xml" ContentType="application/inkml+xml"/>
  <Override PartName="/ppt/ink/ink939.xml" ContentType="application/inkml+xml"/>
  <Override PartName="/ppt/ink/ink940.xml" ContentType="application/inkml+xml"/>
  <Override PartName="/ppt/ink/ink941.xml" ContentType="application/inkml+xml"/>
  <Override PartName="/ppt/ink/ink942.xml" ContentType="application/inkml+xml"/>
  <Override PartName="/ppt/ink/ink943.xml" ContentType="application/inkml+xml"/>
  <Override PartName="/ppt/ink/ink944.xml" ContentType="application/inkml+xml"/>
  <Override PartName="/ppt/ink/ink945.xml" ContentType="application/inkml+xml"/>
  <Override PartName="/ppt/ink/ink946.xml" ContentType="application/inkml+xml"/>
  <Override PartName="/ppt/ink/ink947.xml" ContentType="application/inkml+xml"/>
  <Override PartName="/ppt/ink/ink948.xml" ContentType="application/inkml+xml"/>
  <Override PartName="/ppt/ink/ink949.xml" ContentType="application/inkml+xml"/>
  <Override PartName="/ppt/ink/ink950.xml" ContentType="application/inkml+xml"/>
  <Override PartName="/ppt/ink/ink951.xml" ContentType="application/inkml+xml"/>
  <Override PartName="/ppt/ink/ink952.xml" ContentType="application/inkml+xml"/>
  <Override PartName="/ppt/ink/ink953.xml" ContentType="application/inkml+xml"/>
  <Override PartName="/ppt/ink/ink954.xml" ContentType="application/inkml+xml"/>
  <Override PartName="/ppt/ink/ink955.xml" ContentType="application/inkml+xml"/>
  <Override PartName="/ppt/ink/ink956.xml" ContentType="application/inkml+xml"/>
  <Override PartName="/ppt/ink/ink957.xml" ContentType="application/inkml+xml"/>
  <Override PartName="/ppt/ink/ink958.xml" ContentType="application/inkml+xml"/>
  <Override PartName="/ppt/ink/ink959.xml" ContentType="application/inkml+xml"/>
  <Override PartName="/ppt/ink/ink960.xml" ContentType="application/inkml+xml"/>
  <Override PartName="/ppt/ink/ink961.xml" ContentType="application/inkml+xml"/>
  <Override PartName="/ppt/ink/ink962.xml" ContentType="application/inkml+xml"/>
  <Override PartName="/ppt/ink/ink963.xml" ContentType="application/inkml+xml"/>
  <Override PartName="/ppt/ink/ink964.xml" ContentType="application/inkml+xml"/>
  <Override PartName="/ppt/ink/ink965.xml" ContentType="application/inkml+xml"/>
  <Override PartName="/ppt/ink/ink966.xml" ContentType="application/inkml+xml"/>
  <Override PartName="/ppt/ink/ink967.xml" ContentType="application/inkml+xml"/>
  <Override PartName="/ppt/ink/ink968.xml" ContentType="application/inkml+xml"/>
  <Override PartName="/ppt/ink/ink969.xml" ContentType="application/inkml+xml"/>
  <Override PartName="/ppt/ink/ink970.xml" ContentType="application/inkml+xml"/>
  <Override PartName="/ppt/ink/ink971.xml" ContentType="application/inkml+xml"/>
  <Override PartName="/ppt/ink/ink972.xml" ContentType="application/inkml+xml"/>
  <Override PartName="/ppt/ink/ink973.xml" ContentType="application/inkml+xml"/>
  <Override PartName="/ppt/ink/ink974.xml" ContentType="application/inkml+xml"/>
  <Override PartName="/ppt/ink/ink975.xml" ContentType="application/inkml+xml"/>
  <Override PartName="/ppt/ink/ink976.xml" ContentType="application/inkml+xml"/>
  <Override PartName="/ppt/ink/ink977.xml" ContentType="application/inkml+xml"/>
  <Override PartName="/ppt/ink/ink978.xml" ContentType="application/inkml+xml"/>
  <Override PartName="/ppt/ink/ink979.xml" ContentType="application/inkml+xml"/>
  <Override PartName="/ppt/ink/ink980.xml" ContentType="application/inkml+xml"/>
  <Override PartName="/ppt/ink/ink981.xml" ContentType="application/inkml+xml"/>
  <Override PartName="/ppt/ink/ink982.xml" ContentType="application/inkml+xml"/>
  <Override PartName="/ppt/ink/ink983.xml" ContentType="application/inkml+xml"/>
  <Override PartName="/ppt/ink/ink984.xml" ContentType="application/inkml+xml"/>
  <Override PartName="/ppt/ink/ink985.xml" ContentType="application/inkml+xml"/>
  <Override PartName="/ppt/ink/ink986.xml" ContentType="application/inkml+xml"/>
  <Override PartName="/ppt/ink/ink987.xml" ContentType="application/inkml+xml"/>
  <Override PartName="/ppt/ink/ink988.xml" ContentType="application/inkml+xml"/>
  <Override PartName="/ppt/ink/ink989.xml" ContentType="application/inkml+xml"/>
  <Override PartName="/ppt/ink/ink990.xml" ContentType="application/inkml+xml"/>
  <Override PartName="/ppt/ink/ink991.xml" ContentType="application/inkml+xml"/>
  <Override PartName="/ppt/ink/ink992.xml" ContentType="application/inkml+xml"/>
  <Override PartName="/ppt/ink/ink993.xml" ContentType="application/inkml+xml"/>
  <Override PartName="/ppt/ink/ink994.xml" ContentType="application/inkml+xml"/>
  <Override PartName="/ppt/ink/ink995.xml" ContentType="application/inkml+xml"/>
  <Override PartName="/ppt/ink/ink996.xml" ContentType="application/inkml+xml"/>
  <Override PartName="/ppt/ink/ink997.xml" ContentType="application/inkml+xml"/>
  <Override PartName="/ppt/ink/ink998.xml" ContentType="application/inkml+xml"/>
  <Override PartName="/ppt/ink/ink999.xml" ContentType="application/inkml+xml"/>
  <Override PartName="/ppt/ink/ink1000.xml" ContentType="application/inkml+xml"/>
  <Override PartName="/ppt/ink/ink1001.xml" ContentType="application/inkml+xml"/>
  <Override PartName="/ppt/ink/ink1002.xml" ContentType="application/inkml+xml"/>
  <Override PartName="/ppt/ink/ink1003.xml" ContentType="application/inkml+xml"/>
  <Override PartName="/ppt/ink/ink1004.xml" ContentType="application/inkml+xml"/>
  <Override PartName="/ppt/ink/ink1005.xml" ContentType="application/inkml+xml"/>
  <Override PartName="/ppt/ink/ink1006.xml" ContentType="application/inkml+xml"/>
  <Override PartName="/ppt/ink/ink1007.xml" ContentType="application/inkml+xml"/>
  <Override PartName="/ppt/ink/ink1008.xml" ContentType="application/inkml+xml"/>
  <Override PartName="/ppt/ink/ink1009.xml" ContentType="application/inkml+xml"/>
  <Override PartName="/ppt/ink/ink1010.xml" ContentType="application/inkml+xml"/>
  <Override PartName="/ppt/ink/ink1011.xml" ContentType="application/inkml+xml"/>
  <Override PartName="/ppt/ink/ink1012.xml" ContentType="application/inkml+xml"/>
  <Override PartName="/ppt/ink/ink1013.xml" ContentType="application/inkml+xml"/>
  <Override PartName="/ppt/ink/ink1014.xml" ContentType="application/inkml+xml"/>
  <Override PartName="/ppt/ink/ink1015.xml" ContentType="application/inkml+xml"/>
  <Override PartName="/ppt/ink/ink1016.xml" ContentType="application/inkml+xml"/>
  <Override PartName="/ppt/ink/ink1017.xml" ContentType="application/inkml+xml"/>
  <Override PartName="/ppt/ink/ink1018.xml" ContentType="application/inkml+xml"/>
  <Override PartName="/ppt/ink/ink1019.xml" ContentType="application/inkml+xml"/>
  <Override PartName="/ppt/ink/ink1020.xml" ContentType="application/inkml+xml"/>
  <Override PartName="/ppt/ink/ink1021.xml" ContentType="application/inkml+xml"/>
  <Override PartName="/ppt/ink/ink1022.xml" ContentType="application/inkml+xml"/>
  <Override PartName="/ppt/ink/ink1023.xml" ContentType="application/inkml+xml"/>
  <Override PartName="/ppt/ink/ink1024.xml" ContentType="application/inkml+xml"/>
  <Override PartName="/ppt/ink/ink1025.xml" ContentType="application/inkml+xml"/>
  <Override PartName="/ppt/ink/ink1026.xml" ContentType="application/inkml+xml"/>
  <Override PartName="/ppt/ink/ink1027.xml" ContentType="application/inkml+xml"/>
  <Override PartName="/ppt/ink/ink1028.xml" ContentType="application/inkml+xml"/>
  <Override PartName="/ppt/ink/ink1029.xml" ContentType="application/inkml+xml"/>
  <Override PartName="/ppt/ink/ink1030.xml" ContentType="application/inkml+xml"/>
  <Override PartName="/ppt/ink/ink1031.xml" ContentType="application/inkml+xml"/>
  <Override PartName="/ppt/ink/ink1032.xml" ContentType="application/inkml+xml"/>
  <Override PartName="/ppt/ink/ink1033.xml" ContentType="application/inkml+xml"/>
  <Override PartName="/ppt/ink/ink1034.xml" ContentType="application/inkml+xml"/>
  <Override PartName="/ppt/ink/ink1035.xml" ContentType="application/inkml+xml"/>
  <Override PartName="/ppt/ink/ink1036.xml" ContentType="application/inkml+xml"/>
  <Override PartName="/ppt/ink/ink1037.xml" ContentType="application/inkml+xml"/>
  <Override PartName="/ppt/ink/ink1038.xml" ContentType="application/inkml+xml"/>
  <Override PartName="/ppt/ink/ink1039.xml" ContentType="application/inkml+xml"/>
  <Override PartName="/ppt/ink/ink1040.xml" ContentType="application/inkml+xml"/>
  <Override PartName="/ppt/ink/ink1041.xml" ContentType="application/inkml+xml"/>
  <Override PartName="/ppt/ink/ink1042.xml" ContentType="application/inkml+xml"/>
  <Override PartName="/ppt/ink/ink1043.xml" ContentType="application/inkml+xml"/>
  <Override PartName="/ppt/ink/ink1044.xml" ContentType="application/inkml+xml"/>
  <Override PartName="/ppt/ink/ink1045.xml" ContentType="application/inkml+xml"/>
  <Override PartName="/ppt/ink/ink1046.xml" ContentType="application/inkml+xml"/>
  <Override PartName="/ppt/ink/ink1047.xml" ContentType="application/inkml+xml"/>
  <Override PartName="/ppt/ink/ink1048.xml" ContentType="application/inkml+xml"/>
  <Override PartName="/ppt/ink/ink1049.xml" ContentType="application/inkml+xml"/>
  <Override PartName="/ppt/ink/ink1050.xml" ContentType="application/inkml+xml"/>
  <Override PartName="/ppt/ink/ink1051.xml" ContentType="application/inkml+xml"/>
  <Override PartName="/ppt/ink/ink1052.xml" ContentType="application/inkml+xml"/>
  <Override PartName="/ppt/ink/ink1053.xml" ContentType="application/inkml+xml"/>
  <Override PartName="/ppt/ink/ink1054.xml" ContentType="application/inkml+xml"/>
  <Override PartName="/ppt/ink/ink1055.xml" ContentType="application/inkml+xml"/>
  <Override PartName="/ppt/ink/ink1056.xml" ContentType="application/inkml+xml"/>
  <Override PartName="/ppt/ink/ink1057.xml" ContentType="application/inkml+xml"/>
  <Override PartName="/ppt/ink/ink1058.xml" ContentType="application/inkml+xml"/>
  <Override PartName="/ppt/ink/ink1059.xml" ContentType="application/inkml+xml"/>
  <Override PartName="/ppt/ink/ink1060.xml" ContentType="application/inkml+xml"/>
  <Override PartName="/ppt/ink/ink1061.xml" ContentType="application/inkml+xml"/>
  <Override PartName="/ppt/ink/ink1062.xml" ContentType="application/inkml+xml"/>
  <Override PartName="/ppt/ink/ink1063.xml" ContentType="application/inkml+xml"/>
  <Override PartName="/ppt/ink/ink1064.xml" ContentType="application/inkml+xml"/>
  <Override PartName="/ppt/ink/ink1065.xml" ContentType="application/inkml+xml"/>
  <Override PartName="/ppt/ink/ink1066.xml" ContentType="application/inkml+xml"/>
  <Override PartName="/ppt/ink/ink1067.xml" ContentType="application/inkml+xml"/>
  <Override PartName="/ppt/ink/ink1068.xml" ContentType="application/inkml+xml"/>
  <Override PartName="/ppt/ink/ink1069.xml" ContentType="application/inkml+xml"/>
  <Override PartName="/ppt/ink/ink1070.xml" ContentType="application/inkml+xml"/>
  <Override PartName="/ppt/ink/ink1071.xml" ContentType="application/inkml+xml"/>
  <Override PartName="/ppt/ink/ink1072.xml" ContentType="application/inkml+xml"/>
  <Override PartName="/ppt/ink/ink1073.xml" ContentType="application/inkml+xml"/>
  <Override PartName="/ppt/ink/ink1074.xml" ContentType="application/inkml+xml"/>
  <Override PartName="/ppt/ink/ink1075.xml" ContentType="application/inkml+xml"/>
  <Override PartName="/ppt/ink/ink1076.xml" ContentType="application/inkml+xml"/>
  <Override PartName="/ppt/ink/ink1077.xml" ContentType="application/inkml+xml"/>
  <Override PartName="/ppt/ink/ink1078.xml" ContentType="application/inkml+xml"/>
  <Override PartName="/ppt/ink/ink1079.xml" ContentType="application/inkml+xml"/>
  <Override PartName="/ppt/ink/ink1080.xml" ContentType="application/inkml+xml"/>
  <Override PartName="/ppt/ink/ink1081.xml" ContentType="application/inkml+xml"/>
  <Override PartName="/ppt/ink/ink1082.xml" ContentType="application/inkml+xml"/>
  <Override PartName="/ppt/ink/ink1083.xml" ContentType="application/inkml+xml"/>
  <Override PartName="/ppt/ink/ink1084.xml" ContentType="application/inkml+xml"/>
  <Override PartName="/ppt/ink/ink1085.xml" ContentType="application/inkml+xml"/>
  <Override PartName="/ppt/ink/ink1086.xml" ContentType="application/inkml+xml"/>
  <Override PartName="/ppt/ink/ink1087.xml" ContentType="application/inkml+xml"/>
  <Override PartName="/ppt/ink/ink1088.xml" ContentType="application/inkml+xml"/>
  <Override PartName="/ppt/ink/ink1089.xml" ContentType="application/inkml+xml"/>
  <Override PartName="/ppt/ink/ink1090.xml" ContentType="application/inkml+xml"/>
  <Override PartName="/ppt/ink/ink1091.xml" ContentType="application/inkml+xml"/>
  <Override PartName="/ppt/ink/ink1092.xml" ContentType="application/inkml+xml"/>
  <Override PartName="/ppt/ink/ink1093.xml" ContentType="application/inkml+xml"/>
  <Override PartName="/ppt/ink/ink1094.xml" ContentType="application/inkml+xml"/>
  <Override PartName="/ppt/ink/ink1095.xml" ContentType="application/inkml+xml"/>
  <Override PartName="/ppt/ink/ink1096.xml" ContentType="application/inkml+xml"/>
  <Override PartName="/ppt/ink/ink1097.xml" ContentType="application/inkml+xml"/>
  <Override PartName="/ppt/ink/ink1098.xml" ContentType="application/inkml+xml"/>
  <Override PartName="/ppt/ink/ink1099.xml" ContentType="application/inkml+xml"/>
  <Override PartName="/ppt/ink/ink1100.xml" ContentType="application/inkml+xml"/>
  <Override PartName="/ppt/ink/ink1101.xml" ContentType="application/inkml+xml"/>
  <Override PartName="/ppt/ink/ink1102.xml" ContentType="application/inkml+xml"/>
  <Override PartName="/ppt/ink/ink1103.xml" ContentType="application/inkml+xml"/>
  <Override PartName="/ppt/ink/ink1104.xml" ContentType="application/inkml+xml"/>
  <Override PartName="/ppt/ink/ink1105.xml" ContentType="application/inkml+xml"/>
  <Override PartName="/ppt/ink/ink1106.xml" ContentType="application/inkml+xml"/>
  <Override PartName="/ppt/ink/ink1107.xml" ContentType="application/inkml+xml"/>
  <Override PartName="/ppt/ink/ink1108.xml" ContentType="application/inkml+xml"/>
  <Override PartName="/ppt/ink/ink1109.xml" ContentType="application/inkml+xml"/>
  <Override PartName="/ppt/ink/ink1110.xml" ContentType="application/inkml+xml"/>
  <Override PartName="/ppt/ink/ink1111.xml" ContentType="application/inkml+xml"/>
  <Override PartName="/ppt/ink/ink1112.xml" ContentType="application/inkml+xml"/>
  <Override PartName="/ppt/ink/ink1113.xml" ContentType="application/inkml+xml"/>
  <Override PartName="/ppt/ink/ink1114.xml" ContentType="application/inkml+xml"/>
  <Override PartName="/ppt/ink/ink1115.xml" ContentType="application/inkml+xml"/>
  <Override PartName="/ppt/ink/ink1116.xml" ContentType="application/inkml+xml"/>
  <Override PartName="/ppt/ink/ink1117.xml" ContentType="application/inkml+xml"/>
  <Override PartName="/ppt/ink/ink1118.xml" ContentType="application/inkml+xml"/>
  <Override PartName="/ppt/ink/ink1119.xml" ContentType="application/inkml+xml"/>
  <Override PartName="/ppt/ink/ink1120.xml" ContentType="application/inkml+xml"/>
  <Override PartName="/ppt/ink/ink1121.xml" ContentType="application/inkml+xml"/>
  <Override PartName="/ppt/ink/ink1122.xml" ContentType="application/inkml+xml"/>
  <Override PartName="/ppt/ink/ink1123.xml" ContentType="application/inkml+xml"/>
  <Override PartName="/ppt/ink/ink1124.xml" ContentType="application/inkml+xml"/>
  <Override PartName="/ppt/ink/ink1125.xml" ContentType="application/inkml+xml"/>
  <Override PartName="/ppt/ink/ink1126.xml" ContentType="application/inkml+xml"/>
  <Override PartName="/ppt/ink/ink1127.xml" ContentType="application/inkml+xml"/>
  <Override PartName="/ppt/ink/ink1128.xml" ContentType="application/inkml+xml"/>
  <Override PartName="/ppt/ink/ink1129.xml" ContentType="application/inkml+xml"/>
  <Override PartName="/ppt/ink/ink1130.xml" ContentType="application/inkml+xml"/>
  <Override PartName="/ppt/ink/ink1131.xml" ContentType="application/inkml+xml"/>
  <Override PartName="/ppt/ink/ink1132.xml" ContentType="application/inkml+xml"/>
  <Override PartName="/ppt/ink/ink1133.xml" ContentType="application/inkml+xml"/>
  <Override PartName="/ppt/ink/ink1134.xml" ContentType="application/inkml+xml"/>
  <Override PartName="/ppt/ink/ink1135.xml" ContentType="application/inkml+xml"/>
  <Override PartName="/ppt/ink/ink1136.xml" ContentType="application/inkml+xml"/>
  <Override PartName="/ppt/ink/ink1137.xml" ContentType="application/inkml+xml"/>
  <Override PartName="/ppt/ink/ink1138.xml" ContentType="application/inkml+xml"/>
  <Override PartName="/ppt/ink/ink1139.xml" ContentType="application/inkml+xml"/>
  <Override PartName="/ppt/ink/ink1140.xml" ContentType="application/inkml+xml"/>
  <Override PartName="/ppt/ink/ink1141.xml" ContentType="application/inkml+xml"/>
  <Override PartName="/ppt/ink/ink1142.xml" ContentType="application/inkml+xml"/>
  <Override PartName="/ppt/ink/ink1143.xml" ContentType="application/inkml+xml"/>
  <Override PartName="/ppt/ink/ink1144.xml" ContentType="application/inkml+xml"/>
  <Override PartName="/ppt/ink/ink1145.xml" ContentType="application/inkml+xml"/>
  <Override PartName="/ppt/ink/ink1146.xml" ContentType="application/inkml+xml"/>
  <Override PartName="/ppt/ink/ink1147.xml" ContentType="application/inkml+xml"/>
  <Override PartName="/ppt/ink/ink1148.xml" ContentType="application/inkml+xml"/>
  <Override PartName="/ppt/ink/ink1149.xml" ContentType="application/inkml+xml"/>
  <Override PartName="/ppt/ink/ink1150.xml" ContentType="application/inkml+xml"/>
  <Override PartName="/ppt/ink/ink1151.xml" ContentType="application/inkml+xml"/>
  <Override PartName="/ppt/ink/ink1152.xml" ContentType="application/inkml+xml"/>
  <Override PartName="/ppt/ink/ink1153.xml" ContentType="application/inkml+xml"/>
  <Override PartName="/ppt/ink/ink1154.xml" ContentType="application/inkml+xml"/>
  <Override PartName="/ppt/ink/ink1155.xml" ContentType="application/inkml+xml"/>
  <Override PartName="/ppt/ink/ink1156.xml" ContentType="application/inkml+xml"/>
  <Override PartName="/ppt/ink/ink1157.xml" ContentType="application/inkml+xml"/>
  <Override PartName="/ppt/ink/ink1158.xml" ContentType="application/inkml+xml"/>
  <Override PartName="/ppt/ink/ink1159.xml" ContentType="application/inkml+xml"/>
  <Override PartName="/ppt/ink/ink1160.xml" ContentType="application/inkml+xml"/>
  <Override PartName="/ppt/ink/ink1161.xml" ContentType="application/inkml+xml"/>
  <Override PartName="/ppt/ink/ink1162.xml" ContentType="application/inkml+xml"/>
  <Override PartName="/ppt/ink/ink1163.xml" ContentType="application/inkml+xml"/>
  <Override PartName="/ppt/ink/ink1164.xml" ContentType="application/inkml+xml"/>
  <Override PartName="/ppt/ink/ink1165.xml" ContentType="application/inkml+xml"/>
  <Override PartName="/ppt/ink/ink1166.xml" ContentType="application/inkml+xml"/>
  <Override PartName="/ppt/ink/ink1167.xml" ContentType="application/inkml+xml"/>
  <Override PartName="/ppt/ink/ink1168.xml" ContentType="application/inkml+xml"/>
  <Override PartName="/ppt/ink/ink1169.xml" ContentType="application/inkml+xml"/>
  <Override PartName="/ppt/ink/ink1170.xml" ContentType="application/inkml+xml"/>
  <Override PartName="/ppt/ink/ink1171.xml" ContentType="application/inkml+xml"/>
  <Override PartName="/ppt/ink/ink1172.xml" ContentType="application/inkml+xml"/>
  <Override PartName="/ppt/ink/ink1173.xml" ContentType="application/inkml+xml"/>
  <Override PartName="/ppt/ink/ink1174.xml" ContentType="application/inkml+xml"/>
  <Override PartName="/ppt/ink/ink1175.xml" ContentType="application/inkml+xml"/>
  <Override PartName="/ppt/ink/ink1176.xml" ContentType="application/inkml+xml"/>
  <Override PartName="/ppt/ink/ink1177.xml" ContentType="application/inkml+xml"/>
  <Override PartName="/ppt/ink/ink1178.xml" ContentType="application/inkml+xml"/>
  <Override PartName="/ppt/ink/ink1179.xml" ContentType="application/inkml+xml"/>
  <Override PartName="/ppt/ink/ink1180.xml" ContentType="application/inkml+xml"/>
  <Override PartName="/ppt/ink/ink1181.xml" ContentType="application/inkml+xml"/>
  <Override PartName="/ppt/ink/ink1182.xml" ContentType="application/inkml+xml"/>
  <Override PartName="/ppt/ink/ink1183.xml" ContentType="application/inkml+xml"/>
  <Override PartName="/ppt/ink/ink1184.xml" ContentType="application/inkml+xml"/>
  <Override PartName="/ppt/ink/ink1185.xml" ContentType="application/inkml+xml"/>
  <Override PartName="/ppt/ink/ink1186.xml" ContentType="application/inkml+xml"/>
  <Override PartName="/ppt/ink/ink1187.xml" ContentType="application/inkml+xml"/>
  <Override PartName="/ppt/ink/ink1188.xml" ContentType="application/inkml+xml"/>
  <Override PartName="/ppt/ink/ink1189.xml" ContentType="application/inkml+xml"/>
  <Override PartName="/ppt/ink/ink1190.xml" ContentType="application/inkml+xml"/>
  <Override PartName="/ppt/ink/ink1191.xml" ContentType="application/inkml+xml"/>
  <Override PartName="/ppt/ink/ink1192.xml" ContentType="application/inkml+xml"/>
  <Override PartName="/ppt/ink/ink1193.xml" ContentType="application/inkml+xml"/>
  <Override PartName="/ppt/ink/ink1194.xml" ContentType="application/inkml+xml"/>
  <Override PartName="/ppt/ink/ink1195.xml" ContentType="application/inkml+xml"/>
  <Override PartName="/ppt/ink/ink1196.xml" ContentType="application/inkml+xml"/>
  <Override PartName="/ppt/ink/ink1197.xml" ContentType="application/inkml+xml"/>
  <Override PartName="/ppt/ink/ink1198.xml" ContentType="application/inkml+xml"/>
  <Override PartName="/ppt/ink/ink1199.xml" ContentType="application/inkml+xml"/>
  <Override PartName="/ppt/ink/ink1200.xml" ContentType="application/inkml+xml"/>
  <Override PartName="/ppt/ink/ink1201.xml" ContentType="application/inkml+xml"/>
  <Override PartName="/ppt/ink/ink1202.xml" ContentType="application/inkml+xml"/>
  <Override PartName="/ppt/ink/ink1203.xml" ContentType="application/inkml+xml"/>
  <Override PartName="/ppt/ink/ink1204.xml" ContentType="application/inkml+xml"/>
  <Override PartName="/ppt/ink/ink1205.xml" ContentType="application/inkml+xml"/>
  <Override PartName="/ppt/ink/ink1206.xml" ContentType="application/inkml+xml"/>
  <Override PartName="/ppt/ink/ink1207.xml" ContentType="application/inkml+xml"/>
  <Override PartName="/ppt/ink/ink1208.xml" ContentType="application/inkml+xml"/>
  <Override PartName="/ppt/ink/ink1209.xml" ContentType="application/inkml+xml"/>
  <Override PartName="/ppt/ink/ink1210.xml" ContentType="application/inkml+xml"/>
  <Override PartName="/ppt/ink/ink1211.xml" ContentType="application/inkml+xml"/>
  <Override PartName="/ppt/ink/ink1212.xml" ContentType="application/inkml+xml"/>
  <Override PartName="/ppt/ink/ink1213.xml" ContentType="application/inkml+xml"/>
  <Override PartName="/ppt/ink/ink1214.xml" ContentType="application/inkml+xml"/>
  <Override PartName="/ppt/ink/ink1215.xml" ContentType="application/inkml+xml"/>
  <Override PartName="/ppt/ink/ink1216.xml" ContentType="application/inkml+xml"/>
  <Override PartName="/ppt/ink/ink1217.xml" ContentType="application/inkml+xml"/>
  <Override PartName="/ppt/ink/ink1218.xml" ContentType="application/inkml+xml"/>
  <Override PartName="/ppt/ink/ink1219.xml" ContentType="application/inkml+xml"/>
  <Override PartName="/ppt/ink/ink1220.xml" ContentType="application/inkml+xml"/>
  <Override PartName="/ppt/ink/ink1221.xml" ContentType="application/inkml+xml"/>
  <Override PartName="/ppt/ink/ink1222.xml" ContentType="application/inkml+xml"/>
  <Override PartName="/ppt/ink/ink1223.xml" ContentType="application/inkml+xml"/>
  <Override PartName="/ppt/ink/ink1224.xml" ContentType="application/inkml+xml"/>
  <Override PartName="/ppt/ink/ink1225.xml" ContentType="application/inkml+xml"/>
  <Override PartName="/ppt/ink/ink1226.xml" ContentType="application/inkml+xml"/>
  <Override PartName="/ppt/ink/ink1227.xml" ContentType="application/inkml+xml"/>
  <Override PartName="/ppt/ink/ink1228.xml" ContentType="application/inkml+xml"/>
  <Override PartName="/ppt/ink/ink1229.xml" ContentType="application/inkml+xml"/>
  <Override PartName="/ppt/ink/ink1230.xml" ContentType="application/inkml+xml"/>
  <Override PartName="/ppt/ink/ink1231.xml" ContentType="application/inkml+xml"/>
  <Override PartName="/ppt/ink/ink1232.xml" ContentType="application/inkml+xml"/>
  <Override PartName="/ppt/ink/ink1233.xml" ContentType="application/inkml+xml"/>
  <Override PartName="/ppt/ink/ink1234.xml" ContentType="application/inkml+xml"/>
  <Override PartName="/ppt/ink/ink1235.xml" ContentType="application/inkml+xml"/>
  <Override PartName="/ppt/ink/ink1236.xml" ContentType="application/inkml+xml"/>
  <Override PartName="/ppt/ink/ink1237.xml" ContentType="application/inkml+xml"/>
  <Override PartName="/ppt/ink/ink1238.xml" ContentType="application/inkml+xml"/>
  <Override PartName="/ppt/ink/ink1239.xml" ContentType="application/inkml+xml"/>
  <Override PartName="/ppt/ink/ink1240.xml" ContentType="application/inkml+xml"/>
  <Override PartName="/ppt/ink/ink1241.xml" ContentType="application/inkml+xml"/>
  <Override PartName="/ppt/ink/ink1242.xml" ContentType="application/inkml+xml"/>
  <Override PartName="/ppt/ink/ink1243.xml" ContentType="application/inkml+xml"/>
  <Override PartName="/ppt/ink/ink1244.xml" ContentType="application/inkml+xml"/>
  <Override PartName="/ppt/ink/ink1245.xml" ContentType="application/inkml+xml"/>
  <Override PartName="/ppt/ink/ink1246.xml" ContentType="application/inkml+xml"/>
  <Override PartName="/ppt/ink/ink1247.xml" ContentType="application/inkml+xml"/>
  <Override PartName="/ppt/ink/ink1248.xml" ContentType="application/inkml+xml"/>
  <Override PartName="/ppt/ink/ink1249.xml" ContentType="application/inkml+xml"/>
  <Override PartName="/ppt/ink/ink1250.xml" ContentType="application/inkml+xml"/>
  <Override PartName="/ppt/ink/ink1251.xml" ContentType="application/inkml+xml"/>
  <Override PartName="/ppt/ink/ink1252.xml" ContentType="application/inkml+xml"/>
  <Override PartName="/ppt/ink/ink1253.xml" ContentType="application/inkml+xml"/>
  <Override PartName="/ppt/ink/ink1254.xml" ContentType="application/inkml+xml"/>
  <Override PartName="/ppt/ink/ink1255.xml" ContentType="application/inkml+xml"/>
  <Override PartName="/ppt/ink/ink1256.xml" ContentType="application/inkml+xml"/>
  <Override PartName="/ppt/ink/ink1257.xml" ContentType="application/inkml+xml"/>
  <Override PartName="/ppt/ink/ink1258.xml" ContentType="application/inkml+xml"/>
  <Override PartName="/ppt/ink/ink1259.xml" ContentType="application/inkml+xml"/>
  <Override PartName="/ppt/ink/ink1260.xml" ContentType="application/inkml+xml"/>
  <Override PartName="/ppt/ink/ink1261.xml" ContentType="application/inkml+xml"/>
  <Override PartName="/ppt/ink/ink1262.xml" ContentType="application/inkml+xml"/>
  <Override PartName="/ppt/ink/ink1263.xml" ContentType="application/inkml+xml"/>
  <Override PartName="/ppt/ink/ink1264.xml" ContentType="application/inkml+xml"/>
  <Override PartName="/ppt/ink/ink1265.xml" ContentType="application/inkml+xml"/>
  <Override PartName="/ppt/ink/ink1266.xml" ContentType="application/inkml+xml"/>
  <Override PartName="/ppt/ink/ink1267.xml" ContentType="application/inkml+xml"/>
  <Override PartName="/ppt/ink/ink1268.xml" ContentType="application/inkml+xml"/>
  <Override PartName="/ppt/ink/ink1269.xml" ContentType="application/inkml+xml"/>
  <Override PartName="/ppt/ink/ink1270.xml" ContentType="application/inkml+xml"/>
  <Override PartName="/ppt/ink/ink1271.xml" ContentType="application/inkml+xml"/>
  <Override PartName="/ppt/ink/ink1272.xml" ContentType="application/inkml+xml"/>
  <Override PartName="/ppt/ink/ink1273.xml" ContentType="application/inkml+xml"/>
  <Override PartName="/ppt/ink/ink1274.xml" ContentType="application/inkml+xml"/>
  <Override PartName="/ppt/notesSlides/notesSlide36.xml" ContentType="application/vnd.openxmlformats-officedocument.presentationml.notesSlide+xml"/>
  <Override PartName="/ppt/ink/ink1275.xml" ContentType="application/inkml+xml"/>
  <Override PartName="/ppt/ink/ink1276.xml" ContentType="application/inkml+xml"/>
  <Override PartName="/ppt/ink/ink1277.xml" ContentType="application/inkml+xml"/>
  <Override PartName="/ppt/ink/ink1278.xml" ContentType="application/inkml+xml"/>
  <Override PartName="/ppt/ink/ink1279.xml" ContentType="application/inkml+xml"/>
  <Override PartName="/ppt/ink/ink1280.xml" ContentType="application/inkml+xml"/>
  <Override PartName="/ppt/ink/ink1281.xml" ContentType="application/inkml+xml"/>
  <Override PartName="/ppt/ink/ink1282.xml" ContentType="application/inkml+xml"/>
  <Override PartName="/ppt/ink/ink1283.xml" ContentType="application/inkml+xml"/>
  <Override PartName="/ppt/ink/ink1284.xml" ContentType="application/inkml+xml"/>
  <Override PartName="/ppt/ink/ink1285.xml" ContentType="application/inkml+xml"/>
  <Override PartName="/ppt/ink/ink1286.xml" ContentType="application/inkml+xml"/>
  <Override PartName="/ppt/ink/ink1287.xml" ContentType="application/inkml+xml"/>
  <Override PartName="/ppt/ink/ink1288.xml" ContentType="application/inkml+xml"/>
  <Override PartName="/ppt/ink/ink1289.xml" ContentType="application/inkml+xml"/>
  <Override PartName="/ppt/ink/ink1290.xml" ContentType="application/inkml+xml"/>
  <Override PartName="/ppt/ink/ink1291.xml" ContentType="application/inkml+xml"/>
  <Override PartName="/ppt/ink/ink1292.xml" ContentType="application/inkml+xml"/>
  <Override PartName="/ppt/ink/ink1293.xml" ContentType="application/inkml+xml"/>
  <Override PartName="/ppt/ink/ink1294.xml" ContentType="application/inkml+xml"/>
  <Override PartName="/ppt/ink/ink1295.xml" ContentType="application/inkml+xml"/>
  <Override PartName="/ppt/ink/ink1296.xml" ContentType="application/inkml+xml"/>
  <Override PartName="/ppt/ink/ink1297.xml" ContentType="application/inkml+xml"/>
  <Override PartName="/ppt/ink/ink1298.xml" ContentType="application/inkml+xml"/>
  <Override PartName="/ppt/ink/ink1299.xml" ContentType="application/inkml+xml"/>
  <Override PartName="/ppt/ink/ink1300.xml" ContentType="application/inkml+xml"/>
  <Override PartName="/ppt/ink/ink1301.xml" ContentType="application/inkml+xml"/>
  <Override PartName="/ppt/ink/ink1302.xml" ContentType="application/inkml+xml"/>
  <Override PartName="/ppt/ink/ink1303.xml" ContentType="application/inkml+xml"/>
  <Override PartName="/ppt/ink/ink1304.xml" ContentType="application/inkml+xml"/>
  <Override PartName="/ppt/ink/ink1305.xml" ContentType="application/inkml+xml"/>
  <Override PartName="/ppt/ink/ink1306.xml" ContentType="application/inkml+xml"/>
  <Override PartName="/ppt/ink/ink1307.xml" ContentType="application/inkml+xml"/>
  <Override PartName="/ppt/ink/ink1308.xml" ContentType="application/inkml+xml"/>
  <Override PartName="/ppt/ink/ink1309.xml" ContentType="application/inkml+xml"/>
  <Override PartName="/ppt/ink/ink1310.xml" ContentType="application/inkml+xml"/>
  <Override PartName="/ppt/ink/ink1311.xml" ContentType="application/inkml+xml"/>
  <Override PartName="/ppt/ink/ink1312.xml" ContentType="application/inkml+xml"/>
  <Override PartName="/ppt/ink/ink1313.xml" ContentType="application/inkml+xml"/>
  <Override PartName="/ppt/ink/ink1314.xml" ContentType="application/inkml+xml"/>
  <Override PartName="/ppt/ink/ink1315.xml" ContentType="application/inkml+xml"/>
  <Override PartName="/ppt/ink/ink1316.xml" ContentType="application/inkml+xml"/>
  <Override PartName="/ppt/ink/ink1317.xml" ContentType="application/inkml+xml"/>
  <Override PartName="/ppt/notesSlides/notesSlide37.xml" ContentType="application/vnd.openxmlformats-officedocument.presentationml.notesSlide+xml"/>
  <Override PartName="/ppt/ink/ink1318.xml" ContentType="application/inkml+xml"/>
  <Override PartName="/ppt/ink/ink1319.xml" ContentType="application/inkml+xml"/>
  <Override PartName="/ppt/ink/ink1320.xml" ContentType="application/inkml+xml"/>
  <Override PartName="/ppt/ink/ink1321.xml" ContentType="application/inkml+xml"/>
  <Override PartName="/ppt/ink/ink1322.xml" ContentType="application/inkml+xml"/>
  <Override PartName="/ppt/ink/ink1323.xml" ContentType="application/inkml+xml"/>
  <Override PartName="/ppt/ink/ink1324.xml" ContentType="application/inkml+xml"/>
  <Override PartName="/ppt/ink/ink1325.xml" ContentType="application/inkml+xml"/>
  <Override PartName="/ppt/ink/ink1326.xml" ContentType="application/inkml+xml"/>
  <Override PartName="/ppt/ink/ink1327.xml" ContentType="application/inkml+xml"/>
  <Override PartName="/ppt/ink/ink1328.xml" ContentType="application/inkml+xml"/>
  <Override PartName="/ppt/ink/ink1329.xml" ContentType="application/inkml+xml"/>
  <Override PartName="/ppt/ink/ink1330.xml" ContentType="application/inkml+xml"/>
  <Override PartName="/ppt/ink/ink1331.xml" ContentType="application/inkml+xml"/>
  <Override PartName="/ppt/ink/ink1332.xml" ContentType="application/inkml+xml"/>
  <Override PartName="/ppt/ink/ink1333.xml" ContentType="application/inkml+xml"/>
  <Override PartName="/ppt/ink/ink1334.xml" ContentType="application/inkml+xml"/>
  <Override PartName="/ppt/ink/ink1335.xml" ContentType="application/inkml+xml"/>
  <Override PartName="/ppt/ink/ink1336.xml" ContentType="application/inkml+xml"/>
  <Override PartName="/ppt/ink/ink1337.xml" ContentType="application/inkml+xml"/>
  <Override PartName="/ppt/ink/ink1338.xml" ContentType="application/inkml+xml"/>
  <Override PartName="/ppt/ink/ink1339.xml" ContentType="application/inkml+xml"/>
  <Override PartName="/ppt/ink/ink1340.xml" ContentType="application/inkml+xml"/>
  <Override PartName="/ppt/ink/ink1341.xml" ContentType="application/inkml+xml"/>
  <Override PartName="/ppt/ink/ink1342.xml" ContentType="application/inkml+xml"/>
  <Override PartName="/ppt/ink/ink1343.xml" ContentType="application/inkml+xml"/>
  <Override PartName="/ppt/ink/ink1344.xml" ContentType="application/inkml+xml"/>
  <Override PartName="/ppt/ink/ink1345.xml" ContentType="application/inkml+xml"/>
  <Override PartName="/ppt/ink/ink1346.xml" ContentType="application/inkml+xml"/>
  <Override PartName="/ppt/ink/ink1347.xml" ContentType="application/inkml+xml"/>
  <Override PartName="/ppt/ink/ink1348.xml" ContentType="application/inkml+xml"/>
  <Override PartName="/ppt/ink/ink1349.xml" ContentType="application/inkml+xml"/>
  <Override PartName="/ppt/ink/ink1350.xml" ContentType="application/inkml+xml"/>
  <Override PartName="/ppt/ink/ink1351.xml" ContentType="application/inkml+xml"/>
  <Override PartName="/ppt/ink/ink1352.xml" ContentType="application/inkml+xml"/>
  <Override PartName="/ppt/ink/ink1353.xml" ContentType="application/inkml+xml"/>
  <Override PartName="/ppt/ink/ink1354.xml" ContentType="application/inkml+xml"/>
  <Override PartName="/ppt/ink/ink1355.xml" ContentType="application/inkml+xml"/>
  <Override PartName="/ppt/ink/ink1356.xml" ContentType="application/inkml+xml"/>
  <Override PartName="/ppt/ink/ink1357.xml" ContentType="application/inkml+xml"/>
  <Override PartName="/ppt/ink/ink1358.xml" ContentType="application/inkml+xml"/>
  <Override PartName="/ppt/ink/ink1359.xml" ContentType="application/inkml+xml"/>
  <Override PartName="/ppt/ink/ink1360.xml" ContentType="application/inkml+xml"/>
  <Override PartName="/ppt/ink/ink1361.xml" ContentType="application/inkml+xml"/>
  <Override PartName="/ppt/ink/ink1362.xml" ContentType="application/inkml+xml"/>
  <Override PartName="/ppt/ink/ink1363.xml" ContentType="application/inkml+xml"/>
  <Override PartName="/ppt/ink/ink1364.xml" ContentType="application/inkml+xml"/>
  <Override PartName="/ppt/ink/ink1365.xml" ContentType="application/inkml+xml"/>
  <Override PartName="/ppt/ink/ink1366.xml" ContentType="application/inkml+xml"/>
  <Override PartName="/ppt/ink/ink1367.xml" ContentType="application/inkml+xml"/>
  <Override PartName="/ppt/ink/ink1368.xml" ContentType="application/inkml+xml"/>
  <Override PartName="/ppt/ink/ink1369.xml" ContentType="application/inkml+xml"/>
  <Override PartName="/ppt/ink/ink1370.xml" ContentType="application/inkml+xml"/>
  <Override PartName="/ppt/ink/ink1371.xml" ContentType="application/inkml+xml"/>
  <Override PartName="/ppt/ink/ink1372.xml" ContentType="application/inkml+xml"/>
  <Override PartName="/ppt/ink/ink1373.xml" ContentType="application/inkml+xml"/>
  <Override PartName="/ppt/ink/ink1374.xml" ContentType="application/inkml+xml"/>
  <Override PartName="/ppt/ink/ink1375.xml" ContentType="application/inkml+xml"/>
  <Override PartName="/ppt/ink/ink1376.xml" ContentType="application/inkml+xml"/>
  <Override PartName="/ppt/ink/ink1377.xml" ContentType="application/inkml+xml"/>
  <Override PartName="/ppt/ink/ink1378.xml" ContentType="application/inkml+xml"/>
  <Override PartName="/ppt/ink/ink1379.xml" ContentType="application/inkml+xml"/>
  <Override PartName="/ppt/ink/ink1380.xml" ContentType="application/inkml+xml"/>
  <Override PartName="/ppt/ink/ink1381.xml" ContentType="application/inkml+xml"/>
  <Override PartName="/ppt/ink/ink1382.xml" ContentType="application/inkml+xml"/>
  <Override PartName="/ppt/ink/ink1383.xml" ContentType="application/inkml+xml"/>
  <Override PartName="/ppt/ink/ink1384.xml" ContentType="application/inkml+xml"/>
  <Override PartName="/ppt/ink/ink1385.xml" ContentType="application/inkml+xml"/>
  <Override PartName="/ppt/ink/ink1386.xml" ContentType="application/inkml+xml"/>
  <Override PartName="/ppt/ink/ink1387.xml" ContentType="application/inkml+xml"/>
  <Override PartName="/ppt/ink/ink1388.xml" ContentType="application/inkml+xml"/>
  <Override PartName="/ppt/ink/ink1389.xml" ContentType="application/inkml+xml"/>
  <Override PartName="/ppt/ink/ink1390.xml" ContentType="application/inkml+xml"/>
  <Override PartName="/ppt/ink/ink1391.xml" ContentType="application/inkml+xml"/>
  <Override PartName="/ppt/ink/ink1392.xml" ContentType="application/inkml+xml"/>
  <Override PartName="/ppt/ink/ink1393.xml" ContentType="application/inkml+xml"/>
  <Override PartName="/ppt/ink/ink1394.xml" ContentType="application/inkml+xml"/>
  <Override PartName="/ppt/ink/ink1395.xml" ContentType="application/inkml+xml"/>
  <Override PartName="/ppt/ink/ink1396.xml" ContentType="application/inkml+xml"/>
  <Override PartName="/ppt/ink/ink1397.xml" ContentType="application/inkml+xml"/>
  <Override PartName="/ppt/ink/ink1398.xml" ContentType="application/inkml+xml"/>
  <Override PartName="/ppt/ink/ink1399.xml" ContentType="application/inkml+xml"/>
  <Override PartName="/ppt/ink/ink1400.xml" ContentType="application/inkml+xml"/>
  <Override PartName="/ppt/ink/ink1401.xml" ContentType="application/inkml+xml"/>
  <Override PartName="/ppt/ink/ink1402.xml" ContentType="application/inkml+xml"/>
  <Override PartName="/ppt/ink/ink1403.xml" ContentType="application/inkml+xml"/>
  <Override PartName="/ppt/ink/ink1404.xml" ContentType="application/inkml+xml"/>
  <Override PartName="/ppt/ink/ink1405.xml" ContentType="application/inkml+xml"/>
  <Override PartName="/ppt/ink/ink1406.xml" ContentType="application/inkml+xml"/>
  <Override PartName="/ppt/ink/ink1407.xml" ContentType="application/inkml+xml"/>
  <Override PartName="/ppt/ink/ink1408.xml" ContentType="application/inkml+xml"/>
  <Override PartName="/ppt/ink/ink1409.xml" ContentType="application/inkml+xml"/>
  <Override PartName="/ppt/ink/ink1410.xml" ContentType="application/inkml+xml"/>
  <Override PartName="/ppt/ink/ink1411.xml" ContentType="application/inkml+xml"/>
  <Override PartName="/ppt/ink/ink1412.xml" ContentType="application/inkml+xml"/>
  <Override PartName="/ppt/ink/ink1413.xml" ContentType="application/inkml+xml"/>
  <Override PartName="/ppt/ink/ink1414.xml" ContentType="application/inkml+xml"/>
  <Override PartName="/ppt/ink/ink1415.xml" ContentType="application/inkml+xml"/>
  <Override PartName="/ppt/ink/ink1416.xml" ContentType="application/inkml+xml"/>
  <Override PartName="/ppt/ink/ink1417.xml" ContentType="application/inkml+xml"/>
  <Override PartName="/ppt/ink/ink1418.xml" ContentType="application/inkml+xml"/>
  <Override PartName="/ppt/ink/ink1419.xml" ContentType="application/inkml+xml"/>
  <Override PartName="/ppt/ink/ink1420.xml" ContentType="application/inkml+xml"/>
  <Override PartName="/ppt/ink/ink1421.xml" ContentType="application/inkml+xml"/>
  <Override PartName="/ppt/ink/ink1422.xml" ContentType="application/inkml+xml"/>
  <Override PartName="/ppt/ink/ink1423.xml" ContentType="application/inkml+xml"/>
  <Override PartName="/ppt/ink/ink1424.xml" ContentType="application/inkml+xml"/>
  <Override PartName="/ppt/ink/ink1425.xml" ContentType="application/inkml+xml"/>
  <Override PartName="/ppt/ink/ink1426.xml" ContentType="application/inkml+xml"/>
  <Override PartName="/ppt/ink/ink1427.xml" ContentType="application/inkml+xml"/>
  <Override PartName="/ppt/ink/ink1428.xml" ContentType="application/inkml+xml"/>
  <Override PartName="/ppt/ink/ink1429.xml" ContentType="application/inkml+xml"/>
  <Override PartName="/ppt/ink/ink1430.xml" ContentType="application/inkml+xml"/>
  <Override PartName="/ppt/ink/ink1431.xml" ContentType="application/inkml+xml"/>
  <Override PartName="/ppt/ink/ink1432.xml" ContentType="application/inkml+xml"/>
  <Override PartName="/ppt/ink/ink1433.xml" ContentType="application/inkml+xml"/>
  <Override PartName="/ppt/ink/ink1434.xml" ContentType="application/inkml+xml"/>
  <Override PartName="/ppt/ink/ink1435.xml" ContentType="application/inkml+xml"/>
  <Override PartName="/ppt/ink/ink1436.xml" ContentType="application/inkml+xml"/>
  <Override PartName="/ppt/ink/ink1437.xml" ContentType="application/inkml+xml"/>
  <Override PartName="/ppt/ink/ink1438.xml" ContentType="application/inkml+xml"/>
  <Override PartName="/ppt/ink/ink1439.xml" ContentType="application/inkml+xml"/>
  <Override PartName="/ppt/ink/ink1440.xml" ContentType="application/inkml+xml"/>
  <Override PartName="/ppt/ink/ink1441.xml" ContentType="application/inkml+xml"/>
  <Override PartName="/ppt/ink/ink1442.xml" ContentType="application/inkml+xml"/>
  <Override PartName="/ppt/ink/ink1443.xml" ContentType="application/inkml+xml"/>
  <Override PartName="/ppt/ink/ink1444.xml" ContentType="application/inkml+xml"/>
  <Override PartName="/ppt/ink/ink1445.xml" ContentType="application/inkml+xml"/>
  <Override PartName="/ppt/ink/ink1446.xml" ContentType="application/inkml+xml"/>
  <Override PartName="/ppt/ink/ink1447.xml" ContentType="application/inkml+xml"/>
  <Override PartName="/ppt/ink/ink1448.xml" ContentType="application/inkml+xml"/>
  <Override PartName="/ppt/ink/ink1449.xml" ContentType="application/inkml+xml"/>
  <Override PartName="/ppt/ink/ink1450.xml" ContentType="application/inkml+xml"/>
  <Override PartName="/ppt/ink/ink1451.xml" ContentType="application/inkml+xml"/>
  <Override PartName="/ppt/ink/ink1452.xml" ContentType="application/inkml+xml"/>
  <Override PartName="/ppt/ink/ink1453.xml" ContentType="application/inkml+xml"/>
  <Override PartName="/ppt/ink/ink1454.xml" ContentType="application/inkml+xml"/>
  <Override PartName="/ppt/ink/ink1455.xml" ContentType="application/inkml+xml"/>
  <Override PartName="/ppt/ink/ink1456.xml" ContentType="application/inkml+xml"/>
  <Override PartName="/ppt/ink/ink1457.xml" ContentType="application/inkml+xml"/>
  <Override PartName="/ppt/ink/ink1458.xml" ContentType="application/inkml+xml"/>
  <Override PartName="/ppt/ink/ink1459.xml" ContentType="application/inkml+xml"/>
  <Override PartName="/ppt/ink/ink1460.xml" ContentType="application/inkml+xml"/>
  <Override PartName="/ppt/ink/ink1461.xml" ContentType="application/inkml+xml"/>
  <Override PartName="/ppt/ink/ink1462.xml" ContentType="application/inkml+xml"/>
  <Override PartName="/ppt/ink/ink1463.xml" ContentType="application/inkml+xml"/>
  <Override PartName="/ppt/ink/ink1464.xml" ContentType="application/inkml+xml"/>
  <Override PartName="/ppt/ink/ink1465.xml" ContentType="application/inkml+xml"/>
  <Override PartName="/ppt/ink/ink1466.xml" ContentType="application/inkml+xml"/>
  <Override PartName="/ppt/ink/ink1467.xml" ContentType="application/inkml+xml"/>
  <Override PartName="/ppt/ink/ink1468.xml" ContentType="application/inkml+xml"/>
  <Override PartName="/ppt/ink/ink1469.xml" ContentType="application/inkml+xml"/>
  <Override PartName="/ppt/ink/ink1470.xml" ContentType="application/inkml+xml"/>
  <Override PartName="/ppt/ink/ink1471.xml" ContentType="application/inkml+xml"/>
  <Override PartName="/ppt/ink/ink1472.xml" ContentType="application/inkml+xml"/>
  <Override PartName="/ppt/ink/ink1473.xml" ContentType="application/inkml+xml"/>
  <Override PartName="/ppt/ink/ink1474.xml" ContentType="application/inkml+xml"/>
  <Override PartName="/ppt/ink/ink1475.xml" ContentType="application/inkml+xml"/>
  <Override PartName="/ppt/ink/ink1476.xml" ContentType="application/inkml+xml"/>
  <Override PartName="/ppt/ink/ink1477.xml" ContentType="application/inkml+xml"/>
  <Override PartName="/ppt/ink/ink1478.xml" ContentType="application/inkml+xml"/>
  <Override PartName="/ppt/ink/ink1479.xml" ContentType="application/inkml+xml"/>
  <Override PartName="/ppt/ink/ink1480.xml" ContentType="application/inkml+xml"/>
  <Override PartName="/ppt/ink/ink1481.xml" ContentType="application/inkml+xml"/>
  <Override PartName="/ppt/ink/ink1482.xml" ContentType="application/inkml+xml"/>
  <Override PartName="/ppt/ink/ink1483.xml" ContentType="application/inkml+xml"/>
  <Override PartName="/ppt/ink/ink1484.xml" ContentType="application/inkml+xml"/>
  <Override PartName="/ppt/ink/ink1485.xml" ContentType="application/inkml+xml"/>
  <Override PartName="/ppt/ink/ink1486.xml" ContentType="application/inkml+xml"/>
  <Override PartName="/ppt/ink/ink1487.xml" ContentType="application/inkml+xml"/>
  <Override PartName="/ppt/ink/ink1488.xml" ContentType="application/inkml+xml"/>
  <Override PartName="/ppt/ink/ink1489.xml" ContentType="application/inkml+xml"/>
  <Override PartName="/ppt/ink/ink1490.xml" ContentType="application/inkml+xml"/>
  <Override PartName="/ppt/ink/ink1491.xml" ContentType="application/inkml+xml"/>
  <Override PartName="/ppt/ink/ink1492.xml" ContentType="application/inkml+xml"/>
  <Override PartName="/ppt/ink/ink1493.xml" ContentType="application/inkml+xml"/>
  <Override PartName="/ppt/ink/ink1494.xml" ContentType="application/inkml+xml"/>
  <Override PartName="/ppt/ink/ink1495.xml" ContentType="application/inkml+xml"/>
  <Override PartName="/ppt/ink/ink1496.xml" ContentType="application/inkml+xml"/>
  <Override PartName="/ppt/ink/ink1497.xml" ContentType="application/inkml+xml"/>
  <Override PartName="/ppt/ink/ink1498.xml" ContentType="application/inkml+xml"/>
  <Override PartName="/ppt/ink/ink1499.xml" ContentType="application/inkml+xml"/>
  <Override PartName="/ppt/ink/ink1500.xml" ContentType="application/inkml+xml"/>
  <Override PartName="/ppt/ink/ink1501.xml" ContentType="application/inkml+xml"/>
  <Override PartName="/ppt/ink/ink1502.xml" ContentType="application/inkml+xml"/>
  <Override PartName="/ppt/ink/ink1503.xml" ContentType="application/inkml+xml"/>
  <Override PartName="/ppt/ink/ink1504.xml" ContentType="application/inkml+xml"/>
  <Override PartName="/ppt/ink/ink1505.xml" ContentType="application/inkml+xml"/>
  <Override PartName="/ppt/ink/ink1506.xml" ContentType="application/inkml+xml"/>
  <Override PartName="/ppt/ink/ink1507.xml" ContentType="application/inkml+xml"/>
  <Override PartName="/ppt/ink/ink1508.xml" ContentType="application/inkml+xml"/>
  <Override PartName="/ppt/ink/ink1509.xml" ContentType="application/inkml+xml"/>
  <Override PartName="/ppt/ink/ink1510.xml" ContentType="application/inkml+xml"/>
  <Override PartName="/ppt/ink/ink1511.xml" ContentType="application/inkml+xml"/>
  <Override PartName="/ppt/ink/ink1512.xml" ContentType="application/inkml+xml"/>
  <Override PartName="/ppt/ink/ink1513.xml" ContentType="application/inkml+xml"/>
  <Override PartName="/ppt/ink/ink1514.xml" ContentType="application/inkml+xml"/>
  <Override PartName="/ppt/ink/ink1515.xml" ContentType="application/inkml+xml"/>
  <Override PartName="/ppt/ink/ink1516.xml" ContentType="application/inkml+xml"/>
  <Override PartName="/ppt/ink/ink1517.xml" ContentType="application/inkml+xml"/>
  <Override PartName="/ppt/ink/ink1518.xml" ContentType="application/inkml+xml"/>
  <Override PartName="/ppt/ink/ink1519.xml" ContentType="application/inkml+xml"/>
  <Override PartName="/ppt/ink/ink1520.xml" ContentType="application/inkml+xml"/>
  <Override PartName="/ppt/ink/ink1521.xml" ContentType="application/inkml+xml"/>
  <Override PartName="/ppt/ink/ink1522.xml" ContentType="application/inkml+xml"/>
  <Override PartName="/ppt/ink/ink1523.xml" ContentType="application/inkml+xml"/>
  <Override PartName="/ppt/ink/ink1524.xml" ContentType="application/inkml+xml"/>
  <Override PartName="/ppt/ink/ink1525.xml" ContentType="application/inkml+xml"/>
  <Override PartName="/ppt/ink/ink1526.xml" ContentType="application/inkml+xml"/>
  <Override PartName="/ppt/ink/ink1527.xml" ContentType="application/inkml+xml"/>
  <Override PartName="/ppt/ink/ink1528.xml" ContentType="application/inkml+xml"/>
  <Override PartName="/ppt/ink/ink1529.xml" ContentType="application/inkml+xml"/>
  <Override PartName="/ppt/ink/ink1530.xml" ContentType="application/inkml+xml"/>
  <Override PartName="/ppt/ink/ink1531.xml" ContentType="application/inkml+xml"/>
  <Override PartName="/ppt/ink/ink1532.xml" ContentType="application/inkml+xml"/>
  <Override PartName="/ppt/ink/ink1533.xml" ContentType="application/inkml+xml"/>
  <Override PartName="/ppt/ink/ink1534.xml" ContentType="application/inkml+xml"/>
  <Override PartName="/ppt/ink/ink1535.xml" ContentType="application/inkml+xml"/>
  <Override PartName="/ppt/ink/ink1536.xml" ContentType="application/inkml+xml"/>
  <Override PartName="/ppt/ink/ink1537.xml" ContentType="application/inkml+xml"/>
  <Override PartName="/ppt/ink/ink1538.xml" ContentType="application/inkml+xml"/>
  <Override PartName="/ppt/ink/ink1539.xml" ContentType="application/inkml+xml"/>
  <Override PartName="/ppt/ink/ink1540.xml" ContentType="application/inkml+xml"/>
  <Override PartName="/ppt/ink/ink1541.xml" ContentType="application/inkml+xml"/>
  <Override PartName="/ppt/ink/ink1542.xml" ContentType="application/inkml+xml"/>
  <Override PartName="/ppt/ink/ink1543.xml" ContentType="application/inkml+xml"/>
  <Override PartName="/ppt/ink/ink1544.xml" ContentType="application/inkml+xml"/>
  <Override PartName="/ppt/ink/ink1545.xml" ContentType="application/inkml+xml"/>
  <Override PartName="/ppt/ink/ink1546.xml" ContentType="application/inkml+xml"/>
  <Override PartName="/ppt/ink/ink1547.xml" ContentType="application/inkml+xml"/>
  <Override PartName="/ppt/ink/ink1548.xml" ContentType="application/inkml+xml"/>
  <Override PartName="/ppt/ink/ink1549.xml" ContentType="application/inkml+xml"/>
  <Override PartName="/ppt/ink/ink1550.xml" ContentType="application/inkml+xml"/>
  <Override PartName="/ppt/ink/ink1551.xml" ContentType="application/inkml+xml"/>
  <Override PartName="/ppt/ink/ink1552.xml" ContentType="application/inkml+xml"/>
  <Override PartName="/ppt/ink/ink1553.xml" ContentType="application/inkml+xml"/>
  <Override PartName="/ppt/ink/ink1554.xml" ContentType="application/inkml+xml"/>
  <Override PartName="/ppt/ink/ink1555.xml" ContentType="application/inkml+xml"/>
  <Override PartName="/ppt/ink/ink1556.xml" ContentType="application/inkml+xml"/>
  <Override PartName="/ppt/ink/ink1557.xml" ContentType="application/inkml+xml"/>
  <Override PartName="/ppt/ink/ink1558.xml" ContentType="application/inkml+xml"/>
  <Override PartName="/ppt/ink/ink1559.xml" ContentType="application/inkml+xml"/>
  <Override PartName="/ppt/ink/ink1560.xml" ContentType="application/inkml+xml"/>
  <Override PartName="/ppt/ink/ink1561.xml" ContentType="application/inkml+xml"/>
  <Override PartName="/ppt/ink/ink1562.xml" ContentType="application/inkml+xml"/>
  <Override PartName="/ppt/ink/ink1563.xml" ContentType="application/inkml+xml"/>
  <Override PartName="/ppt/ink/ink1564.xml" ContentType="application/inkml+xml"/>
  <Override PartName="/ppt/ink/ink1565.xml" ContentType="application/inkml+xml"/>
  <Override PartName="/ppt/ink/ink1566.xml" ContentType="application/inkml+xml"/>
  <Override PartName="/ppt/ink/ink1567.xml" ContentType="application/inkml+xml"/>
  <Override PartName="/ppt/ink/ink1568.xml" ContentType="application/inkml+xml"/>
  <Override PartName="/ppt/ink/ink1569.xml" ContentType="application/inkml+xml"/>
  <Override PartName="/ppt/ink/ink1570.xml" ContentType="application/inkml+xml"/>
  <Override PartName="/ppt/ink/ink1571.xml" ContentType="application/inkml+xml"/>
  <Override PartName="/ppt/ink/ink1572.xml" ContentType="application/inkml+xml"/>
  <Override PartName="/ppt/ink/ink1573.xml" ContentType="application/inkml+xml"/>
  <Override PartName="/ppt/ink/ink1574.xml" ContentType="application/inkml+xml"/>
  <Override PartName="/ppt/ink/ink1575.xml" ContentType="application/inkml+xml"/>
  <Override PartName="/ppt/ink/ink1576.xml" ContentType="application/inkml+xml"/>
  <Override PartName="/ppt/ink/ink1577.xml" ContentType="application/inkml+xml"/>
  <Override PartName="/ppt/ink/ink1578.xml" ContentType="application/inkml+xml"/>
  <Override PartName="/ppt/ink/ink1579.xml" ContentType="application/inkml+xml"/>
  <Override PartName="/ppt/ink/ink1580.xml" ContentType="application/inkml+xml"/>
  <Override PartName="/ppt/ink/ink1581.xml" ContentType="application/inkml+xml"/>
  <Override PartName="/ppt/ink/ink1582.xml" ContentType="application/inkml+xml"/>
  <Override PartName="/ppt/ink/ink1583.xml" ContentType="application/inkml+xml"/>
  <Override PartName="/ppt/ink/ink1584.xml" ContentType="application/inkml+xml"/>
  <Override PartName="/ppt/ink/ink1585.xml" ContentType="application/inkml+xml"/>
  <Override PartName="/ppt/ink/ink1586.xml" ContentType="application/inkml+xml"/>
  <Override PartName="/ppt/ink/ink1587.xml" ContentType="application/inkml+xml"/>
  <Override PartName="/ppt/ink/ink1588.xml" ContentType="application/inkml+xml"/>
  <Override PartName="/ppt/ink/ink1589.xml" ContentType="application/inkml+xml"/>
  <Override PartName="/ppt/ink/ink1590.xml" ContentType="application/inkml+xml"/>
  <Override PartName="/ppt/ink/ink1591.xml" ContentType="application/inkml+xml"/>
  <Override PartName="/ppt/ink/ink1592.xml" ContentType="application/inkml+xml"/>
  <Override PartName="/ppt/ink/ink1593.xml" ContentType="application/inkml+xml"/>
  <Override PartName="/ppt/ink/ink1594.xml" ContentType="application/inkml+xml"/>
  <Override PartName="/ppt/ink/ink1595.xml" ContentType="application/inkml+xml"/>
  <Override PartName="/ppt/ink/ink1596.xml" ContentType="application/inkml+xml"/>
  <Override PartName="/ppt/ink/ink1597.xml" ContentType="application/inkml+xml"/>
  <Override PartName="/ppt/ink/ink1598.xml" ContentType="application/inkml+xml"/>
  <Override PartName="/ppt/ink/ink1599.xml" ContentType="application/inkml+xml"/>
  <Override PartName="/ppt/ink/ink1600.xml" ContentType="application/inkml+xml"/>
  <Override PartName="/ppt/ink/ink1601.xml" ContentType="application/inkml+xml"/>
  <Override PartName="/ppt/ink/ink1602.xml" ContentType="application/inkml+xml"/>
  <Override PartName="/ppt/ink/ink1603.xml" ContentType="application/inkml+xml"/>
  <Override PartName="/ppt/ink/ink1604.xml" ContentType="application/inkml+xml"/>
  <Override PartName="/ppt/ink/ink1605.xml" ContentType="application/inkml+xml"/>
  <Override PartName="/ppt/ink/ink1606.xml" ContentType="application/inkml+xml"/>
  <Override PartName="/ppt/ink/ink1607.xml" ContentType="application/inkml+xml"/>
  <Override PartName="/ppt/ink/ink1608.xml" ContentType="application/inkml+xml"/>
  <Override PartName="/ppt/ink/ink1609.xml" ContentType="application/inkml+xml"/>
  <Override PartName="/ppt/ink/ink1610.xml" ContentType="application/inkml+xml"/>
  <Override PartName="/ppt/ink/ink1611.xml" ContentType="application/inkml+xml"/>
  <Override PartName="/ppt/ink/ink1612.xml" ContentType="application/inkml+xml"/>
  <Override PartName="/ppt/ink/ink1613.xml" ContentType="application/inkml+xml"/>
  <Override PartName="/ppt/ink/ink1614.xml" ContentType="application/inkml+xml"/>
  <Override PartName="/ppt/ink/ink1615.xml" ContentType="application/inkml+xml"/>
  <Override PartName="/ppt/ink/ink1616.xml" ContentType="application/inkml+xml"/>
  <Override PartName="/ppt/ink/ink1617.xml" ContentType="application/inkml+xml"/>
  <Override PartName="/ppt/ink/ink1618.xml" ContentType="application/inkml+xml"/>
  <Override PartName="/ppt/ink/ink1619.xml" ContentType="application/inkml+xml"/>
  <Override PartName="/ppt/ink/ink1620.xml" ContentType="application/inkml+xml"/>
  <Override PartName="/ppt/ink/ink1621.xml" ContentType="application/inkml+xml"/>
  <Override PartName="/ppt/ink/ink1622.xml" ContentType="application/inkml+xml"/>
  <Override PartName="/ppt/ink/ink1623.xml" ContentType="application/inkml+xml"/>
  <Override PartName="/ppt/ink/ink1624.xml" ContentType="application/inkml+xml"/>
  <Override PartName="/ppt/ink/ink1625.xml" ContentType="application/inkml+xml"/>
  <Override PartName="/ppt/ink/ink1626.xml" ContentType="application/inkml+xml"/>
  <Override PartName="/ppt/ink/ink1627.xml" ContentType="application/inkml+xml"/>
  <Override PartName="/ppt/ink/ink1628.xml" ContentType="application/inkml+xml"/>
  <Override PartName="/ppt/ink/ink1629.xml" ContentType="application/inkml+xml"/>
  <Override PartName="/ppt/ink/ink1630.xml" ContentType="application/inkml+xml"/>
  <Override PartName="/ppt/ink/ink1631.xml" ContentType="application/inkml+xml"/>
  <Override PartName="/ppt/ink/ink1632.xml" ContentType="application/inkml+xml"/>
  <Override PartName="/ppt/ink/ink1633.xml" ContentType="application/inkml+xml"/>
  <Override PartName="/ppt/ink/ink1634.xml" ContentType="application/inkml+xml"/>
  <Override PartName="/ppt/ink/ink1635.xml" ContentType="application/inkml+xml"/>
  <Override PartName="/ppt/ink/ink1636.xml" ContentType="application/inkml+xml"/>
  <Override PartName="/ppt/ink/ink1637.xml" ContentType="application/inkml+xml"/>
  <Override PartName="/ppt/ink/ink1638.xml" ContentType="application/inkml+xml"/>
  <Override PartName="/ppt/ink/ink1639.xml" ContentType="application/inkml+xml"/>
  <Override PartName="/ppt/ink/ink1640.xml" ContentType="application/inkml+xml"/>
  <Override PartName="/ppt/ink/ink1641.xml" ContentType="application/inkml+xml"/>
  <Override PartName="/ppt/ink/ink1642.xml" ContentType="application/inkml+xml"/>
  <Override PartName="/ppt/ink/ink1643.xml" ContentType="application/inkml+xml"/>
  <Override PartName="/ppt/ink/ink1644.xml" ContentType="application/inkml+xml"/>
  <Override PartName="/ppt/ink/ink1645.xml" ContentType="application/inkml+xml"/>
  <Override PartName="/ppt/ink/ink1646.xml" ContentType="application/inkml+xml"/>
  <Override PartName="/ppt/ink/ink1647.xml" ContentType="application/inkml+xml"/>
  <Override PartName="/ppt/ink/ink1648.xml" ContentType="application/inkml+xml"/>
  <Override PartName="/ppt/ink/ink1649.xml" ContentType="application/inkml+xml"/>
  <Override PartName="/ppt/ink/ink1650.xml" ContentType="application/inkml+xml"/>
  <Override PartName="/ppt/ink/ink1651.xml" ContentType="application/inkml+xml"/>
  <Override PartName="/ppt/ink/ink1652.xml" ContentType="application/inkml+xml"/>
  <Override PartName="/ppt/ink/ink1653.xml" ContentType="application/inkml+xml"/>
  <Override PartName="/ppt/ink/ink1654.xml" ContentType="application/inkml+xml"/>
  <Override PartName="/ppt/ink/ink1655.xml" ContentType="application/inkml+xml"/>
  <Override PartName="/ppt/ink/ink1656.xml" ContentType="application/inkml+xml"/>
  <Override PartName="/ppt/ink/ink1657.xml" ContentType="application/inkml+xml"/>
  <Override PartName="/ppt/ink/ink1658.xml" ContentType="application/inkml+xml"/>
  <Override PartName="/ppt/ink/ink1659.xml" ContentType="application/inkml+xml"/>
  <Override PartName="/ppt/ink/ink1660.xml" ContentType="application/inkml+xml"/>
  <Override PartName="/ppt/ink/ink1661.xml" ContentType="application/inkml+xml"/>
  <Override PartName="/ppt/ink/ink1662.xml" ContentType="application/inkml+xml"/>
  <Override PartName="/ppt/ink/ink1663.xml" ContentType="application/inkml+xml"/>
  <Override PartName="/ppt/ink/ink1664.xml" ContentType="application/inkml+xml"/>
  <Override PartName="/ppt/ink/ink1665.xml" ContentType="application/inkml+xml"/>
  <Override PartName="/ppt/ink/ink1666.xml" ContentType="application/inkml+xml"/>
  <Override PartName="/ppt/ink/ink1667.xml" ContentType="application/inkml+xml"/>
  <Override PartName="/ppt/ink/ink1668.xml" ContentType="application/inkml+xml"/>
  <Override PartName="/ppt/ink/ink1669.xml" ContentType="application/inkml+xml"/>
  <Override PartName="/ppt/ink/ink1670.xml" ContentType="application/inkml+xml"/>
  <Override PartName="/ppt/ink/ink1671.xml" ContentType="application/inkml+xml"/>
  <Override PartName="/ppt/ink/ink1672.xml" ContentType="application/inkml+xml"/>
  <Override PartName="/ppt/ink/ink1673.xml" ContentType="application/inkml+xml"/>
  <Override PartName="/ppt/ink/ink1674.xml" ContentType="application/inkml+xml"/>
  <Override PartName="/ppt/ink/ink1675.xml" ContentType="application/inkml+xml"/>
  <Override PartName="/ppt/ink/ink1676.xml" ContentType="application/inkml+xml"/>
  <Override PartName="/ppt/ink/ink1677.xml" ContentType="application/inkml+xml"/>
  <Override PartName="/ppt/ink/ink1678.xml" ContentType="application/inkml+xml"/>
  <Override PartName="/ppt/ink/ink1679.xml" ContentType="application/inkml+xml"/>
  <Override PartName="/ppt/ink/ink1680.xml" ContentType="application/inkml+xml"/>
  <Override PartName="/ppt/ink/ink1681.xml" ContentType="application/inkml+xml"/>
  <Override PartName="/ppt/ink/ink1682.xml" ContentType="application/inkml+xml"/>
  <Override PartName="/ppt/ink/ink1683.xml" ContentType="application/inkml+xml"/>
  <Override PartName="/ppt/ink/ink1684.xml" ContentType="application/inkml+xml"/>
  <Override PartName="/ppt/ink/ink1685.xml" ContentType="application/inkml+xml"/>
  <Override PartName="/ppt/ink/ink1686.xml" ContentType="application/inkml+xml"/>
  <Override PartName="/ppt/ink/ink1687.xml" ContentType="application/inkml+xml"/>
  <Override PartName="/ppt/ink/ink1688.xml" ContentType="application/inkml+xml"/>
  <Override PartName="/ppt/ink/ink1689.xml" ContentType="application/inkml+xml"/>
  <Override PartName="/ppt/ink/ink1690.xml" ContentType="application/inkml+xml"/>
  <Override PartName="/ppt/ink/ink1691.xml" ContentType="application/inkml+xml"/>
  <Override PartName="/ppt/ink/ink1692.xml" ContentType="application/inkml+xml"/>
  <Override PartName="/ppt/ink/ink1693.xml" ContentType="application/inkml+xml"/>
  <Override PartName="/ppt/ink/ink1694.xml" ContentType="application/inkml+xml"/>
  <Override PartName="/ppt/ink/ink1695.xml" ContentType="application/inkml+xml"/>
  <Override PartName="/ppt/ink/ink1696.xml" ContentType="application/inkml+xml"/>
  <Override PartName="/ppt/ink/ink1697.xml" ContentType="application/inkml+xml"/>
  <Override PartName="/ppt/ink/ink1698.xml" ContentType="application/inkml+xml"/>
  <Override PartName="/ppt/ink/ink1699.xml" ContentType="application/inkml+xml"/>
  <Override PartName="/ppt/ink/ink1700.xml" ContentType="application/inkml+xml"/>
  <Override PartName="/ppt/ink/ink1701.xml" ContentType="application/inkml+xml"/>
  <Override PartName="/ppt/ink/ink1702.xml" ContentType="application/inkml+xml"/>
  <Override PartName="/ppt/ink/ink1703.xml" ContentType="application/inkml+xml"/>
  <Override PartName="/ppt/ink/ink1704.xml" ContentType="application/inkml+xml"/>
  <Override PartName="/ppt/ink/ink1705.xml" ContentType="application/inkml+xml"/>
  <Override PartName="/ppt/ink/ink1706.xml" ContentType="application/inkml+xml"/>
  <Override PartName="/ppt/ink/ink1707.xml" ContentType="application/inkml+xml"/>
  <Override PartName="/ppt/ink/ink1708.xml" ContentType="application/inkml+xml"/>
  <Override PartName="/ppt/ink/ink1709.xml" ContentType="application/inkml+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ink/ink1710.xml" ContentType="application/inkml+xml"/>
  <Override PartName="/ppt/ink/ink1711.xml" ContentType="application/inkml+xml"/>
  <Override PartName="/ppt/ink/ink1712.xml" ContentType="application/inkml+xml"/>
  <Override PartName="/ppt/ink/ink1713.xml" ContentType="application/inkml+xml"/>
  <Override PartName="/ppt/ink/ink1714.xml" ContentType="application/inkml+xml"/>
  <Override PartName="/ppt/ink/ink1715.xml" ContentType="application/inkml+xml"/>
  <Override PartName="/ppt/ink/ink1716.xml" ContentType="application/inkml+xml"/>
  <Override PartName="/ppt/ink/ink1717.xml" ContentType="application/inkml+xml"/>
  <Override PartName="/ppt/ink/ink1718.xml" ContentType="application/inkml+xml"/>
  <Override PartName="/ppt/ink/ink1719.xml" ContentType="application/inkml+xml"/>
  <Override PartName="/ppt/ink/ink1720.xml" ContentType="application/inkml+xml"/>
  <Override PartName="/ppt/ink/ink1721.xml" ContentType="application/inkml+xml"/>
  <Override PartName="/ppt/ink/ink1722.xml" ContentType="application/inkml+xml"/>
  <Override PartName="/ppt/ink/ink1723.xml" ContentType="application/inkml+xml"/>
  <Override PartName="/ppt/ink/ink1724.xml" ContentType="application/inkml+xml"/>
  <Override PartName="/ppt/ink/ink1725.xml" ContentType="application/inkml+xml"/>
  <Override PartName="/ppt/ink/ink1726.xml" ContentType="application/inkml+xml"/>
  <Override PartName="/ppt/ink/ink1727.xml" ContentType="application/inkml+xml"/>
  <Override PartName="/ppt/ink/ink1728.xml" ContentType="application/inkml+xml"/>
  <Override PartName="/ppt/ink/ink1729.xml" ContentType="application/inkml+xml"/>
  <Override PartName="/ppt/ink/ink1730.xml" ContentType="application/inkml+xml"/>
  <Override PartName="/ppt/ink/ink1731.xml" ContentType="application/inkml+xml"/>
  <Override PartName="/ppt/ink/ink1732.xml" ContentType="application/inkml+xml"/>
  <Override PartName="/ppt/ink/ink1733.xml" ContentType="application/inkml+xml"/>
  <Override PartName="/ppt/ink/ink1734.xml" ContentType="application/inkml+xml"/>
  <Override PartName="/ppt/ink/ink1735.xml" ContentType="application/inkml+xml"/>
  <Override PartName="/ppt/ink/ink1736.xml" ContentType="application/inkml+xml"/>
  <Override PartName="/ppt/ink/ink1737.xml" ContentType="application/inkml+xml"/>
  <Override PartName="/ppt/ink/ink1738.xml" ContentType="application/inkml+xml"/>
  <Override PartName="/ppt/ink/ink1739.xml" ContentType="application/inkml+xml"/>
  <Override PartName="/ppt/ink/ink1740.xml" ContentType="application/inkml+xml"/>
  <Override PartName="/ppt/ink/ink1741.xml" ContentType="application/inkml+xml"/>
  <Override PartName="/ppt/ink/ink1742.xml" ContentType="application/inkml+xml"/>
  <Override PartName="/ppt/ink/ink1743.xml" ContentType="application/inkml+xml"/>
  <Override PartName="/ppt/ink/ink1744.xml" ContentType="application/inkml+xml"/>
  <Override PartName="/ppt/ink/ink1745.xml" ContentType="application/inkml+xml"/>
  <Override PartName="/ppt/ink/ink1746.xml" ContentType="application/inkml+xml"/>
  <Override PartName="/ppt/ink/ink1747.xml" ContentType="application/inkml+xml"/>
  <Override PartName="/ppt/ink/ink1748.xml" ContentType="application/inkml+xml"/>
  <Override PartName="/ppt/ink/ink1749.xml" ContentType="application/inkml+xml"/>
  <Override PartName="/ppt/ink/ink1750.xml" ContentType="application/inkml+xml"/>
  <Override PartName="/ppt/ink/ink1751.xml" ContentType="application/inkml+xml"/>
  <Override PartName="/ppt/ink/ink1752.xml" ContentType="application/inkml+xml"/>
  <Override PartName="/ppt/ink/ink1753.xml" ContentType="application/inkml+xml"/>
  <Override PartName="/ppt/ink/ink1754.xml" ContentType="application/inkml+xml"/>
  <Override PartName="/ppt/ink/ink1755.xml" ContentType="application/inkml+xml"/>
  <Override PartName="/ppt/ink/ink1756.xml" ContentType="application/inkml+xml"/>
  <Override PartName="/ppt/ink/ink1757.xml" ContentType="application/inkml+xml"/>
  <Override PartName="/ppt/ink/ink1758.xml" ContentType="application/inkml+xml"/>
  <Override PartName="/ppt/ink/ink1759.xml" ContentType="application/inkml+xml"/>
  <Override PartName="/ppt/ink/ink1760.xml" ContentType="application/inkml+xml"/>
  <Override PartName="/ppt/ink/ink1761.xml" ContentType="application/inkml+xml"/>
  <Override PartName="/ppt/ink/ink1762.xml" ContentType="application/inkml+xml"/>
  <Override PartName="/ppt/ink/ink1763.xml" ContentType="application/inkml+xml"/>
  <Override PartName="/ppt/ink/ink1764.xml" ContentType="application/inkml+xml"/>
  <Override PartName="/ppt/ink/ink1765.xml" ContentType="application/inkml+xml"/>
  <Override PartName="/ppt/ink/ink1766.xml" ContentType="application/inkml+xml"/>
  <Override PartName="/ppt/ink/ink1767.xml" ContentType="application/inkml+xml"/>
  <Override PartName="/ppt/ink/ink1768.xml" ContentType="application/inkml+xml"/>
  <Override PartName="/ppt/ink/ink1769.xml" ContentType="application/inkml+xml"/>
  <Override PartName="/ppt/ink/ink1770.xml" ContentType="application/inkml+xml"/>
  <Override PartName="/ppt/ink/ink1771.xml" ContentType="application/inkml+xml"/>
  <Override PartName="/ppt/ink/ink1772.xml" ContentType="application/inkml+xml"/>
  <Override PartName="/ppt/ink/ink1773.xml" ContentType="application/inkml+xml"/>
  <Override PartName="/ppt/ink/ink1774.xml" ContentType="application/inkml+xml"/>
  <Override PartName="/ppt/ink/ink1775.xml" ContentType="application/inkml+xml"/>
  <Override PartName="/ppt/ink/ink1776.xml" ContentType="application/inkml+xml"/>
  <Override PartName="/ppt/ink/ink1777.xml" ContentType="application/inkml+xml"/>
  <Override PartName="/ppt/ink/ink1778.xml" ContentType="application/inkml+xml"/>
  <Override PartName="/ppt/ink/ink1779.xml" ContentType="application/inkml+xml"/>
  <Override PartName="/ppt/ink/ink1780.xml" ContentType="application/inkml+xml"/>
  <Override PartName="/ppt/ink/ink1781.xml" ContentType="application/inkml+xml"/>
  <Override PartName="/ppt/ink/ink1782.xml" ContentType="application/inkml+xml"/>
  <Override PartName="/ppt/ink/ink1783.xml" ContentType="application/inkml+xml"/>
  <Override PartName="/ppt/ink/ink1784.xml" ContentType="application/inkml+xml"/>
  <Override PartName="/ppt/ink/ink1785.xml" ContentType="application/inkml+xml"/>
  <Override PartName="/ppt/ink/ink1786.xml" ContentType="application/inkml+xml"/>
  <Override PartName="/ppt/ink/ink1787.xml" ContentType="application/inkml+xml"/>
  <Override PartName="/ppt/ink/ink1788.xml" ContentType="application/inkml+xml"/>
  <Override PartName="/ppt/ink/ink1789.xml" ContentType="application/inkml+xml"/>
  <Override PartName="/ppt/ink/ink1790.xml" ContentType="application/inkml+xml"/>
  <Override PartName="/ppt/ink/ink1791.xml" ContentType="application/inkml+xml"/>
  <Override PartName="/ppt/ink/ink1792.xml" ContentType="application/inkml+xml"/>
  <Override PartName="/ppt/ink/ink1793.xml" ContentType="application/inkml+xml"/>
  <Override PartName="/ppt/ink/ink1794.xml" ContentType="application/inkml+xml"/>
  <Override PartName="/ppt/ink/ink1795.xml" ContentType="application/inkml+xml"/>
  <Override PartName="/ppt/ink/ink1796.xml" ContentType="application/inkml+xml"/>
  <Override PartName="/ppt/ink/ink1797.xml" ContentType="application/inkml+xml"/>
  <Override PartName="/ppt/ink/ink1798.xml" ContentType="application/inkml+xml"/>
  <Override PartName="/ppt/ink/ink1799.xml" ContentType="application/inkml+xml"/>
  <Override PartName="/ppt/ink/ink1800.xml" ContentType="application/inkml+xml"/>
  <Override PartName="/ppt/ink/ink1801.xml" ContentType="application/inkml+xml"/>
  <Override PartName="/ppt/ink/ink1802.xml" ContentType="application/inkml+xml"/>
  <Override PartName="/ppt/ink/ink1803.xml" ContentType="application/inkml+xml"/>
  <Override PartName="/ppt/ink/ink1804.xml" ContentType="application/inkml+xml"/>
  <Override PartName="/ppt/ink/ink1805.xml" ContentType="application/inkml+xml"/>
  <Override PartName="/ppt/ink/ink1806.xml" ContentType="application/inkml+xml"/>
  <Override PartName="/ppt/ink/ink1807.xml" ContentType="application/inkml+xml"/>
  <Override PartName="/ppt/ink/ink1808.xml" ContentType="application/inkml+xml"/>
  <Override PartName="/ppt/ink/ink1809.xml" ContentType="application/inkml+xml"/>
  <Override PartName="/ppt/ink/ink1810.xml" ContentType="application/inkml+xml"/>
  <Override PartName="/ppt/ink/ink1811.xml" ContentType="application/inkml+xml"/>
  <Override PartName="/ppt/ink/ink1812.xml" ContentType="application/inkml+xml"/>
  <Override PartName="/ppt/ink/ink1813.xml" ContentType="application/inkml+xml"/>
  <Override PartName="/ppt/ink/ink1814.xml" ContentType="application/inkml+xml"/>
  <Override PartName="/ppt/ink/ink1815.xml" ContentType="application/inkml+xml"/>
  <Override PartName="/ppt/ink/ink1816.xml" ContentType="application/inkml+xml"/>
  <Override PartName="/ppt/ink/ink1817.xml" ContentType="application/inkml+xml"/>
  <Override PartName="/ppt/ink/ink1818.xml" ContentType="application/inkml+xml"/>
  <Override PartName="/ppt/ink/ink1819.xml" ContentType="application/inkml+xml"/>
  <Override PartName="/ppt/ink/ink1820.xml" ContentType="application/inkml+xml"/>
  <Override PartName="/ppt/ink/ink1821.xml" ContentType="application/inkml+xml"/>
  <Override PartName="/ppt/ink/ink1822.xml" ContentType="application/inkml+xml"/>
  <Override PartName="/ppt/ink/ink1823.xml" ContentType="application/inkml+xml"/>
  <Override PartName="/ppt/ink/ink1824.xml" ContentType="application/inkml+xml"/>
  <Override PartName="/ppt/ink/ink1825.xml" ContentType="application/inkml+xml"/>
  <Override PartName="/ppt/ink/ink1826.xml" ContentType="application/inkml+xml"/>
  <Override PartName="/ppt/ink/ink1827.xml" ContentType="application/inkml+xml"/>
  <Override PartName="/ppt/ink/ink1828.xml" ContentType="application/inkml+xml"/>
  <Override PartName="/ppt/ink/ink1829.xml" ContentType="application/inkml+xml"/>
  <Override PartName="/ppt/ink/ink1830.xml" ContentType="application/inkml+xml"/>
  <Override PartName="/ppt/ink/ink1831.xml" ContentType="application/inkml+xml"/>
  <Override PartName="/ppt/ink/ink1832.xml" ContentType="application/inkml+xml"/>
  <Override PartName="/ppt/ink/ink1833.xml" ContentType="application/inkml+xml"/>
  <Override PartName="/ppt/ink/ink1834.xml" ContentType="application/inkml+xml"/>
  <Override PartName="/ppt/ink/ink1835.xml" ContentType="application/inkml+xml"/>
  <Override PartName="/ppt/ink/ink1836.xml" ContentType="application/inkml+xml"/>
  <Override PartName="/ppt/ink/ink1837.xml" ContentType="application/inkml+xml"/>
  <Override PartName="/ppt/ink/ink1838.xml" ContentType="application/inkml+xml"/>
  <Override PartName="/ppt/ink/ink1839.xml" ContentType="application/inkml+xml"/>
  <Override PartName="/ppt/ink/ink1840.xml" ContentType="application/inkml+xml"/>
  <Override PartName="/ppt/ink/ink1841.xml" ContentType="application/inkml+xml"/>
  <Override PartName="/ppt/ink/ink1842.xml" ContentType="application/inkml+xml"/>
  <Override PartName="/ppt/ink/ink1843.xml" ContentType="application/inkml+xml"/>
  <Override PartName="/ppt/ink/ink1844.xml" ContentType="application/inkml+xml"/>
  <Override PartName="/ppt/ink/ink1845.xml" ContentType="application/inkml+xml"/>
  <Override PartName="/ppt/ink/ink1846.xml" ContentType="application/inkml+xml"/>
  <Override PartName="/ppt/ink/ink1847.xml" ContentType="application/inkml+xml"/>
  <Override PartName="/ppt/ink/ink1848.xml" ContentType="application/inkml+xml"/>
  <Override PartName="/ppt/ink/ink1849.xml" ContentType="application/inkml+xml"/>
  <Override PartName="/ppt/ink/ink1850.xml" ContentType="application/inkml+xml"/>
  <Override PartName="/ppt/ink/ink1851.xml" ContentType="application/inkml+xml"/>
  <Override PartName="/ppt/ink/ink1852.xml" ContentType="application/inkml+xml"/>
  <Override PartName="/ppt/ink/ink1853.xml" ContentType="application/inkml+xml"/>
  <Override PartName="/ppt/ink/ink1854.xml" ContentType="application/inkml+xml"/>
  <Override PartName="/ppt/ink/ink1855.xml" ContentType="application/inkml+xml"/>
  <Override PartName="/ppt/ink/ink1856.xml" ContentType="application/inkml+xml"/>
  <Override PartName="/ppt/ink/ink1857.xml" ContentType="application/inkml+xml"/>
  <Override PartName="/ppt/ink/ink1858.xml" ContentType="application/inkml+xml"/>
  <Override PartName="/ppt/ink/ink1859.xml" ContentType="application/inkml+xml"/>
  <Override PartName="/ppt/ink/ink1860.xml" ContentType="application/inkml+xml"/>
  <Override PartName="/ppt/ink/ink1861.xml" ContentType="application/inkml+xml"/>
  <Override PartName="/ppt/ink/ink1862.xml" ContentType="application/inkml+xml"/>
  <Override PartName="/ppt/ink/ink1863.xml" ContentType="application/inkml+xml"/>
  <Override PartName="/ppt/ink/ink1864.xml" ContentType="application/inkml+xml"/>
  <Override PartName="/ppt/ink/ink1865.xml" ContentType="application/inkml+xml"/>
  <Override PartName="/ppt/ink/ink1866.xml" ContentType="application/inkml+xml"/>
  <Override PartName="/ppt/ink/ink1867.xml" ContentType="application/inkml+xml"/>
  <Override PartName="/ppt/ink/ink1868.xml" ContentType="application/inkml+xml"/>
  <Override PartName="/ppt/ink/ink1869.xml" ContentType="application/inkml+xml"/>
  <Override PartName="/ppt/ink/ink1870.xml" ContentType="application/inkml+xml"/>
  <Override PartName="/ppt/ink/ink1871.xml" ContentType="application/inkml+xml"/>
  <Override PartName="/ppt/ink/ink1872.xml" ContentType="application/inkml+xml"/>
  <Override PartName="/ppt/ink/ink1873.xml" ContentType="application/inkml+xml"/>
  <Override PartName="/ppt/ink/ink1874.xml" ContentType="application/inkml+xml"/>
  <Override PartName="/ppt/ink/ink1875.xml" ContentType="application/inkml+xml"/>
  <Override PartName="/ppt/ink/ink1876.xml" ContentType="application/inkml+xml"/>
  <Override PartName="/ppt/ink/ink1877.xml" ContentType="application/inkml+xml"/>
  <Override PartName="/ppt/ink/ink1878.xml" ContentType="application/inkml+xml"/>
  <Override PartName="/ppt/ink/ink1879.xml" ContentType="application/inkml+xml"/>
  <Override PartName="/ppt/ink/ink1880.xml" ContentType="application/inkml+xml"/>
  <Override PartName="/ppt/ink/ink1881.xml" ContentType="application/inkml+xml"/>
  <Override PartName="/ppt/ink/ink1882.xml" ContentType="application/inkml+xml"/>
  <Override PartName="/ppt/ink/ink1883.xml" ContentType="application/inkml+xml"/>
  <Override PartName="/ppt/ink/ink1884.xml" ContentType="application/inkml+xml"/>
  <Override PartName="/ppt/ink/ink1885.xml" ContentType="application/inkml+xml"/>
  <Override PartName="/ppt/ink/ink1886.xml" ContentType="application/inkml+xml"/>
  <Override PartName="/ppt/ink/ink1887.xml" ContentType="application/inkml+xml"/>
  <Override PartName="/ppt/ink/ink1888.xml" ContentType="application/inkml+xml"/>
  <Override PartName="/ppt/ink/ink1889.xml" ContentType="application/inkml+xml"/>
  <Override PartName="/ppt/ink/ink1890.xml" ContentType="application/inkml+xml"/>
  <Override PartName="/ppt/ink/ink1891.xml" ContentType="application/inkml+xml"/>
  <Override PartName="/ppt/ink/ink1892.xml" ContentType="application/inkml+xml"/>
  <Override PartName="/ppt/ink/ink1893.xml" ContentType="application/inkml+xml"/>
  <Override PartName="/ppt/ink/ink1894.xml" ContentType="application/inkml+xml"/>
  <Override PartName="/ppt/ink/ink1895.xml" ContentType="application/inkml+xml"/>
  <Override PartName="/ppt/ink/ink1896.xml" ContentType="application/inkml+xml"/>
  <Override PartName="/ppt/ink/ink1897.xml" ContentType="application/inkml+xml"/>
  <Override PartName="/ppt/ink/ink1898.xml" ContentType="application/inkml+xml"/>
  <Override PartName="/ppt/ink/ink1899.xml" ContentType="application/inkml+xml"/>
  <Override PartName="/ppt/ink/ink1900.xml" ContentType="application/inkml+xml"/>
  <Override PartName="/ppt/ink/ink1901.xml" ContentType="application/inkml+xml"/>
  <Override PartName="/ppt/ink/ink1902.xml" ContentType="application/inkml+xml"/>
  <Override PartName="/ppt/ink/ink1903.xml" ContentType="application/inkml+xml"/>
  <Override PartName="/ppt/ink/ink1904.xml" ContentType="application/inkml+xml"/>
  <Override PartName="/ppt/ink/ink1905.xml" ContentType="application/inkml+xml"/>
  <Override PartName="/ppt/ink/ink1906.xml" ContentType="application/inkml+xml"/>
  <Override PartName="/ppt/ink/ink1907.xml" ContentType="application/inkml+xml"/>
  <Override PartName="/ppt/notesSlides/notesSlide42.xml" ContentType="application/vnd.openxmlformats-officedocument.presentationml.notesSlide+xml"/>
  <Override PartName="/ppt/ink/ink1908.xml" ContentType="application/inkml+xml"/>
  <Override PartName="/ppt/ink/ink1909.xml" ContentType="application/inkml+xml"/>
  <Override PartName="/ppt/ink/ink1910.xml" ContentType="application/inkml+xml"/>
  <Override PartName="/ppt/ink/ink1911.xml" ContentType="application/inkml+xml"/>
  <Override PartName="/ppt/ink/ink1912.xml" ContentType="application/inkml+xml"/>
  <Override PartName="/ppt/ink/ink1913.xml" ContentType="application/inkml+xml"/>
  <Override PartName="/ppt/ink/ink1914.xml" ContentType="application/inkml+xml"/>
  <Override PartName="/ppt/ink/ink1915.xml" ContentType="application/inkml+xml"/>
  <Override PartName="/ppt/ink/ink1916.xml" ContentType="application/inkml+xml"/>
  <Override PartName="/ppt/ink/ink1917.xml" ContentType="application/inkml+xml"/>
  <Override PartName="/ppt/ink/ink1918.xml" ContentType="application/inkml+xml"/>
  <Override PartName="/ppt/ink/ink1919.xml" ContentType="application/inkml+xml"/>
  <Override PartName="/ppt/ink/ink1920.xml" ContentType="application/inkml+xml"/>
  <Override PartName="/ppt/ink/ink1921.xml" ContentType="application/inkml+xml"/>
  <Override PartName="/ppt/ink/ink1922.xml" ContentType="application/inkml+xml"/>
  <Override PartName="/ppt/ink/ink1923.xml" ContentType="application/inkml+xml"/>
  <Override PartName="/ppt/ink/ink1924.xml" ContentType="application/inkml+xml"/>
  <Override PartName="/ppt/ink/ink1925.xml" ContentType="application/inkml+xml"/>
  <Override PartName="/ppt/ink/ink1926.xml" ContentType="application/inkml+xml"/>
  <Override PartName="/ppt/ink/ink1927.xml" ContentType="application/inkml+xml"/>
  <Override PartName="/ppt/ink/ink1928.xml" ContentType="application/inkml+xml"/>
  <Override PartName="/ppt/ink/ink1929.xml" ContentType="application/inkml+xml"/>
  <Override PartName="/ppt/ink/ink1930.xml" ContentType="application/inkml+xml"/>
  <Override PartName="/ppt/ink/ink1931.xml" ContentType="application/inkml+xml"/>
  <Override PartName="/ppt/ink/ink1932.xml" ContentType="application/inkml+xml"/>
  <Override PartName="/ppt/ink/ink1933.xml" ContentType="application/inkml+xml"/>
  <Override PartName="/ppt/ink/ink1934.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8"/>
  </p:notesMasterIdLst>
  <p:sldIdLst>
    <p:sldId id="794" r:id="rId2"/>
    <p:sldId id="795" r:id="rId3"/>
    <p:sldId id="796" r:id="rId4"/>
    <p:sldId id="706" r:id="rId5"/>
    <p:sldId id="760" r:id="rId6"/>
    <p:sldId id="775" r:id="rId7"/>
    <p:sldId id="578" r:id="rId8"/>
    <p:sldId id="668" r:id="rId9"/>
    <p:sldId id="763" r:id="rId10"/>
    <p:sldId id="579" r:id="rId11"/>
    <p:sldId id="762" r:id="rId12"/>
    <p:sldId id="580" r:id="rId13"/>
    <p:sldId id="592" r:id="rId14"/>
    <p:sldId id="585" r:id="rId15"/>
    <p:sldId id="583" r:id="rId16"/>
    <p:sldId id="797" r:id="rId17"/>
    <p:sldId id="584" r:id="rId18"/>
    <p:sldId id="360" r:id="rId19"/>
    <p:sldId id="362" r:id="rId20"/>
    <p:sldId id="764" r:id="rId21"/>
    <p:sldId id="801" r:id="rId22"/>
    <p:sldId id="770" r:id="rId23"/>
    <p:sldId id="798" r:id="rId24"/>
    <p:sldId id="364" r:id="rId25"/>
    <p:sldId id="363" r:id="rId26"/>
    <p:sldId id="746" r:id="rId27"/>
    <p:sldId id="745" r:id="rId28"/>
    <p:sldId id="748" r:id="rId29"/>
    <p:sldId id="369" r:id="rId30"/>
    <p:sldId id="587" r:id="rId31"/>
    <p:sldId id="799" r:id="rId32"/>
    <p:sldId id="366" r:id="rId33"/>
    <p:sldId id="761" r:id="rId34"/>
    <p:sldId id="771" r:id="rId35"/>
    <p:sldId id="800" r:id="rId36"/>
    <p:sldId id="599" r:id="rId37"/>
    <p:sldId id="772" r:id="rId38"/>
    <p:sldId id="768" r:id="rId39"/>
    <p:sldId id="601" r:id="rId40"/>
    <p:sldId id="804" r:id="rId41"/>
    <p:sldId id="802" r:id="rId42"/>
    <p:sldId id="595" r:id="rId43"/>
    <p:sldId id="805" r:id="rId44"/>
    <p:sldId id="776" r:id="rId45"/>
    <p:sldId id="825" r:id="rId46"/>
    <p:sldId id="780" r:id="rId47"/>
    <p:sldId id="824" r:id="rId48"/>
    <p:sldId id="1588" r:id="rId49"/>
    <p:sldId id="1603" r:id="rId50"/>
    <p:sldId id="261" r:id="rId51"/>
    <p:sldId id="1600" r:id="rId52"/>
    <p:sldId id="1601" r:id="rId53"/>
    <p:sldId id="256" r:id="rId54"/>
    <p:sldId id="257" r:id="rId55"/>
    <p:sldId id="827" r:id="rId56"/>
    <p:sldId id="1575" r:id="rId57"/>
    <p:sldId id="1581" r:id="rId58"/>
    <p:sldId id="843" r:id="rId59"/>
    <p:sldId id="1604" r:id="rId60"/>
    <p:sldId id="1582" r:id="rId61"/>
    <p:sldId id="1583" r:id="rId62"/>
    <p:sldId id="620" r:id="rId63"/>
    <p:sldId id="621" r:id="rId64"/>
    <p:sldId id="622" r:id="rId65"/>
    <p:sldId id="623" r:id="rId66"/>
    <p:sldId id="1592" r:id="rId67"/>
    <p:sldId id="1593" r:id="rId68"/>
    <p:sldId id="1602" r:id="rId69"/>
    <p:sldId id="1594" r:id="rId70"/>
    <p:sldId id="629" r:id="rId71"/>
    <p:sldId id="630" r:id="rId72"/>
    <p:sldId id="633" r:id="rId73"/>
    <p:sldId id="785" r:id="rId74"/>
    <p:sldId id="341" r:id="rId75"/>
    <p:sldId id="766" r:id="rId76"/>
    <p:sldId id="672" r:id="rId7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68C9DB-322D-439E-8182-467494BE1461}" v="782" dt="2026-09-30T15:37:50.1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4" d="100"/>
          <a:sy n="104" d="100"/>
        </p:scale>
        <p:origin x="870" y="114"/>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microsoft.com/office/2015/10/relationships/revisionInfo" Target="revisionInfo.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jita Shrestha" userId="6bba5096-ac8c-4189-8210-97dcbe97ac25" providerId="ADAL" clId="{048BDDE5-6AAE-4BFD-9A54-A3D544FA9405}"/>
    <pc:docChg chg="undo custSel addSld delSld modSld sldOrd">
      <pc:chgData name="Manjita Shrestha" userId="6bba5096-ac8c-4189-8210-97dcbe97ac25" providerId="ADAL" clId="{048BDDE5-6AAE-4BFD-9A54-A3D544FA9405}" dt="2026-09-30T15:38:16.766" v="7621" actId="207"/>
      <pc:docMkLst>
        <pc:docMk/>
      </pc:docMkLst>
      <pc:sldChg chg="modSp mod">
        <pc:chgData name="Manjita Shrestha" userId="6bba5096-ac8c-4189-8210-97dcbe97ac25" providerId="ADAL" clId="{048BDDE5-6AAE-4BFD-9A54-A3D544FA9405}" dt="2026-09-18T20:55:57.712" v="2918" actId="1035"/>
        <pc:sldMkLst>
          <pc:docMk/>
          <pc:sldMk cId="0" sldId="256"/>
        </pc:sldMkLst>
        <pc:spChg chg="mod">
          <ac:chgData name="Manjita Shrestha" userId="6bba5096-ac8c-4189-8210-97dcbe97ac25" providerId="ADAL" clId="{048BDDE5-6AAE-4BFD-9A54-A3D544FA9405}" dt="2026-09-18T20:55:57.712" v="2918" actId="1035"/>
          <ac:spMkLst>
            <pc:docMk/>
            <pc:sldMk cId="0" sldId="256"/>
            <ac:spMk id="2" creationId="{979554BA-CE72-DA40-E211-0BF3116F89B2}"/>
          </ac:spMkLst>
        </pc:spChg>
      </pc:sldChg>
      <pc:sldChg chg="modSp mod">
        <pc:chgData name="Manjita Shrestha" userId="6bba5096-ac8c-4189-8210-97dcbe97ac25" providerId="ADAL" clId="{048BDDE5-6AAE-4BFD-9A54-A3D544FA9405}" dt="2026-09-18T20:56:04.139" v="2920" actId="1035"/>
        <pc:sldMkLst>
          <pc:docMk/>
          <pc:sldMk cId="0" sldId="257"/>
        </pc:sldMkLst>
        <pc:spChg chg="mod">
          <ac:chgData name="Manjita Shrestha" userId="6bba5096-ac8c-4189-8210-97dcbe97ac25" providerId="ADAL" clId="{048BDDE5-6AAE-4BFD-9A54-A3D544FA9405}" dt="2026-09-18T20:56:04.139" v="2920" actId="1035"/>
          <ac:spMkLst>
            <pc:docMk/>
            <pc:sldMk cId="0" sldId="257"/>
            <ac:spMk id="2" creationId="{19326428-D3D3-24F4-CDAD-ACA327263BD2}"/>
          </ac:spMkLst>
        </pc:spChg>
      </pc:sldChg>
      <pc:sldChg chg="addSp delSp modSp add mod delAnim modAnim">
        <pc:chgData name="Manjita Shrestha" userId="6bba5096-ac8c-4189-8210-97dcbe97ac25" providerId="ADAL" clId="{048BDDE5-6AAE-4BFD-9A54-A3D544FA9405}" dt="2026-09-28T01:27:17.286" v="6581" actId="1035"/>
        <pc:sldMkLst>
          <pc:docMk/>
          <pc:sldMk cId="872439676" sldId="261"/>
        </pc:sldMkLst>
        <pc:spChg chg="mod">
          <ac:chgData name="Manjita Shrestha" userId="6bba5096-ac8c-4189-8210-97dcbe97ac25" providerId="ADAL" clId="{048BDDE5-6AAE-4BFD-9A54-A3D544FA9405}" dt="2026-09-28T01:27:03.379" v="6560" actId="1037"/>
          <ac:spMkLst>
            <pc:docMk/>
            <pc:sldMk cId="872439676" sldId="261"/>
            <ac:spMk id="13" creationId="{EEBCCD29-970D-D249-3174-CA2C5C1521CA}"/>
          </ac:spMkLst>
        </pc:spChg>
        <pc:picChg chg="mod">
          <ac:chgData name="Manjita Shrestha" userId="6bba5096-ac8c-4189-8210-97dcbe97ac25" providerId="ADAL" clId="{048BDDE5-6AAE-4BFD-9A54-A3D544FA9405}" dt="2026-09-28T01:27:17.286" v="6581" actId="1035"/>
          <ac:picMkLst>
            <pc:docMk/>
            <pc:sldMk cId="872439676" sldId="261"/>
            <ac:picMk id="3" creationId="{F65218F5-E1F6-B7B6-CC27-9851370A9311}"/>
          </ac:picMkLst>
        </pc:picChg>
        <pc:picChg chg="mod">
          <ac:chgData name="Manjita Shrestha" userId="6bba5096-ac8c-4189-8210-97dcbe97ac25" providerId="ADAL" clId="{048BDDE5-6AAE-4BFD-9A54-A3D544FA9405}" dt="2026-09-28T01:24:59.194" v="6396" actId="1038"/>
          <ac:picMkLst>
            <pc:docMk/>
            <pc:sldMk cId="872439676" sldId="261"/>
            <ac:picMk id="4" creationId="{8573ADCA-08B5-43B8-224E-DACFCB998885}"/>
          </ac:picMkLst>
        </pc:picChg>
        <pc:picChg chg="mod">
          <ac:chgData name="Manjita Shrestha" userId="6bba5096-ac8c-4189-8210-97dcbe97ac25" providerId="ADAL" clId="{048BDDE5-6AAE-4BFD-9A54-A3D544FA9405}" dt="2026-09-28T01:26:52.111" v="6521" actId="1036"/>
          <ac:picMkLst>
            <pc:docMk/>
            <pc:sldMk cId="872439676" sldId="261"/>
            <ac:picMk id="12" creationId="{26EB005F-79DD-30FF-B235-3EEE972F00D9}"/>
          </ac:picMkLst>
        </pc:picChg>
      </pc:sldChg>
      <pc:sldChg chg="add ord">
        <pc:chgData name="Manjita Shrestha" userId="6bba5096-ac8c-4189-8210-97dcbe97ac25" providerId="ADAL" clId="{048BDDE5-6AAE-4BFD-9A54-A3D544FA9405}" dt="2026-09-28T01:29:22.937" v="6584"/>
        <pc:sldMkLst>
          <pc:docMk/>
          <pc:sldMk cId="1618910231" sldId="341"/>
        </pc:sldMkLst>
      </pc:sldChg>
      <pc:sldChg chg="delSp modSp mod">
        <pc:chgData name="Manjita Shrestha" userId="6bba5096-ac8c-4189-8210-97dcbe97ac25" providerId="ADAL" clId="{048BDDE5-6AAE-4BFD-9A54-A3D544FA9405}" dt="2026-09-17T13:28:14.607" v="450" actId="207"/>
        <pc:sldMkLst>
          <pc:docMk/>
          <pc:sldMk cId="0" sldId="360"/>
        </pc:sldMkLst>
        <pc:grpChg chg="mod">
          <ac:chgData name="Manjita Shrestha" userId="6bba5096-ac8c-4189-8210-97dcbe97ac25" providerId="ADAL" clId="{048BDDE5-6AAE-4BFD-9A54-A3D544FA9405}" dt="2026-09-17T13:28:14.607" v="450" actId="207"/>
          <ac:grpSpMkLst>
            <pc:docMk/>
            <pc:sldMk cId="0" sldId="360"/>
            <ac:grpSpMk id="233477" creationId="{5454C0E9-983B-51CE-2613-54705FC9CF38}"/>
          </ac:grpSpMkLst>
        </pc:grpChg>
      </pc:sldChg>
      <pc:sldChg chg="addSp delSp modSp mod">
        <pc:chgData name="Manjita Shrestha" userId="6bba5096-ac8c-4189-8210-97dcbe97ac25" providerId="ADAL" clId="{048BDDE5-6AAE-4BFD-9A54-A3D544FA9405}" dt="2026-09-17T13:40:17.716" v="746"/>
        <pc:sldMkLst>
          <pc:docMk/>
          <pc:sldMk cId="0" sldId="363"/>
        </pc:sldMkLst>
        <pc:spChg chg="add mod">
          <ac:chgData name="Manjita Shrestha" userId="6bba5096-ac8c-4189-8210-97dcbe97ac25" providerId="ADAL" clId="{048BDDE5-6AAE-4BFD-9A54-A3D544FA9405}" dt="2026-09-17T13:40:17.716" v="746"/>
          <ac:spMkLst>
            <pc:docMk/>
            <pc:sldMk cId="0" sldId="363"/>
            <ac:spMk id="12" creationId="{44867DEC-22C5-3DBD-FA3F-338D4416BCAB}"/>
          </ac:spMkLst>
        </pc:spChg>
      </pc:sldChg>
      <pc:sldChg chg="addSp delSp modSp mod">
        <pc:chgData name="Manjita Shrestha" userId="6bba5096-ac8c-4189-8210-97dcbe97ac25" providerId="ADAL" clId="{048BDDE5-6AAE-4BFD-9A54-A3D544FA9405}" dt="2026-09-17T13:40:08.441" v="745"/>
        <pc:sldMkLst>
          <pc:docMk/>
          <pc:sldMk cId="0" sldId="364"/>
        </pc:sldMkLst>
        <pc:spChg chg="add mod">
          <ac:chgData name="Manjita Shrestha" userId="6bba5096-ac8c-4189-8210-97dcbe97ac25" providerId="ADAL" clId="{048BDDE5-6AAE-4BFD-9A54-A3D544FA9405}" dt="2026-09-17T13:40:08.441" v="745"/>
          <ac:spMkLst>
            <pc:docMk/>
            <pc:sldMk cId="0" sldId="364"/>
            <ac:spMk id="10" creationId="{5ECF2C88-F90D-1D61-E3B8-9072644DA597}"/>
          </ac:spMkLst>
        </pc:spChg>
      </pc:sldChg>
      <pc:sldChg chg="addSp delSp modSp mod">
        <pc:chgData name="Manjita Shrestha" userId="6bba5096-ac8c-4189-8210-97dcbe97ac25" providerId="ADAL" clId="{048BDDE5-6AAE-4BFD-9A54-A3D544FA9405}" dt="2026-09-17T13:42:57.014" v="844"/>
        <pc:sldMkLst>
          <pc:docMk/>
          <pc:sldMk cId="0" sldId="366"/>
        </pc:sldMkLst>
        <pc:spChg chg="add mod">
          <ac:chgData name="Manjita Shrestha" userId="6bba5096-ac8c-4189-8210-97dcbe97ac25" providerId="ADAL" clId="{048BDDE5-6AAE-4BFD-9A54-A3D544FA9405}" dt="2026-09-17T13:42:57.014" v="844"/>
          <ac:spMkLst>
            <pc:docMk/>
            <pc:sldMk cId="0" sldId="366"/>
            <ac:spMk id="6" creationId="{2ADDEA5B-0AFE-A02D-B6A7-4DFB0FDF14AD}"/>
          </ac:spMkLst>
        </pc:spChg>
      </pc:sldChg>
      <pc:sldChg chg="modSp mod">
        <pc:chgData name="Manjita Shrestha" userId="6bba5096-ac8c-4189-8210-97dcbe97ac25" providerId="ADAL" clId="{048BDDE5-6AAE-4BFD-9A54-A3D544FA9405}" dt="2026-09-17T13:41:54.599" v="802"/>
        <pc:sldMkLst>
          <pc:docMk/>
          <pc:sldMk cId="0" sldId="369"/>
        </pc:sldMkLst>
        <pc:spChg chg="mod">
          <ac:chgData name="Manjita Shrestha" userId="6bba5096-ac8c-4189-8210-97dcbe97ac25" providerId="ADAL" clId="{048BDDE5-6AAE-4BFD-9A54-A3D544FA9405}" dt="2026-09-17T13:41:54.599" v="802"/>
          <ac:spMkLst>
            <pc:docMk/>
            <pc:sldMk cId="0" sldId="369"/>
            <ac:spMk id="9" creationId="{190A5008-FAB1-29F0-464B-3B15F34B0B6B}"/>
          </ac:spMkLst>
        </pc:spChg>
      </pc:sldChg>
      <pc:sldChg chg="modSp mod">
        <pc:chgData name="Manjita Shrestha" userId="6bba5096-ac8c-4189-8210-97dcbe97ac25" providerId="ADAL" clId="{048BDDE5-6AAE-4BFD-9A54-A3D544FA9405}" dt="2026-09-17T13:37:12.840" v="701" actId="1076"/>
        <pc:sldMkLst>
          <pc:docMk/>
          <pc:sldMk cId="3788496037" sldId="578"/>
        </pc:sldMkLst>
        <pc:spChg chg="mod">
          <ac:chgData name="Manjita Shrestha" userId="6bba5096-ac8c-4189-8210-97dcbe97ac25" providerId="ADAL" clId="{048BDDE5-6AAE-4BFD-9A54-A3D544FA9405}" dt="2026-09-17T13:37:12.840" v="701" actId="1076"/>
          <ac:spMkLst>
            <pc:docMk/>
            <pc:sldMk cId="3788496037" sldId="578"/>
            <ac:spMk id="7" creationId="{CDF40C13-13D4-7172-5EC5-20E27E2E54CF}"/>
          </ac:spMkLst>
        </pc:spChg>
      </pc:sldChg>
      <pc:sldChg chg="modSp mod">
        <pc:chgData name="Manjita Shrestha" userId="6bba5096-ac8c-4189-8210-97dcbe97ac25" providerId="ADAL" clId="{048BDDE5-6AAE-4BFD-9A54-A3D544FA9405}" dt="2026-09-17T13:37:54.873" v="713" actId="20577"/>
        <pc:sldMkLst>
          <pc:docMk/>
          <pc:sldMk cId="3462520737" sldId="579"/>
        </pc:sldMkLst>
        <pc:spChg chg="mod">
          <ac:chgData name="Manjita Shrestha" userId="6bba5096-ac8c-4189-8210-97dcbe97ac25" providerId="ADAL" clId="{048BDDE5-6AAE-4BFD-9A54-A3D544FA9405}" dt="2026-09-17T13:37:54.873" v="713" actId="20577"/>
          <ac:spMkLst>
            <pc:docMk/>
            <pc:sldMk cId="3462520737" sldId="579"/>
            <ac:spMk id="3" creationId="{B1FA4D5C-1383-711C-1054-4C46A184CB1A}"/>
          </ac:spMkLst>
        </pc:spChg>
      </pc:sldChg>
      <pc:sldChg chg="modSp mod">
        <pc:chgData name="Manjita Shrestha" userId="6bba5096-ac8c-4189-8210-97dcbe97ac25" providerId="ADAL" clId="{048BDDE5-6AAE-4BFD-9A54-A3D544FA9405}" dt="2026-09-17T13:38:08.467" v="716" actId="20577"/>
        <pc:sldMkLst>
          <pc:docMk/>
          <pc:sldMk cId="2463251974" sldId="580"/>
        </pc:sldMkLst>
        <pc:spChg chg="mod">
          <ac:chgData name="Manjita Shrestha" userId="6bba5096-ac8c-4189-8210-97dcbe97ac25" providerId="ADAL" clId="{048BDDE5-6AAE-4BFD-9A54-A3D544FA9405}" dt="2026-09-17T13:38:08.467" v="716" actId="20577"/>
          <ac:spMkLst>
            <pc:docMk/>
            <pc:sldMk cId="2463251974" sldId="580"/>
            <ac:spMk id="5" creationId="{A156E837-71E9-A4CF-863D-33F19CB4C9FC}"/>
          </ac:spMkLst>
        </pc:spChg>
      </pc:sldChg>
      <pc:sldChg chg="modSp mod">
        <pc:chgData name="Manjita Shrestha" userId="6bba5096-ac8c-4189-8210-97dcbe97ac25" providerId="ADAL" clId="{048BDDE5-6AAE-4BFD-9A54-A3D544FA9405}" dt="2026-09-17T13:21:38.036" v="268" actId="1036"/>
        <pc:sldMkLst>
          <pc:docMk/>
          <pc:sldMk cId="3969486716" sldId="583"/>
        </pc:sldMkLst>
        <pc:spChg chg="mod">
          <ac:chgData name="Manjita Shrestha" userId="6bba5096-ac8c-4189-8210-97dcbe97ac25" providerId="ADAL" clId="{048BDDE5-6AAE-4BFD-9A54-A3D544FA9405}" dt="2026-09-17T13:21:38.036" v="268" actId="1036"/>
          <ac:spMkLst>
            <pc:docMk/>
            <pc:sldMk cId="3969486716" sldId="583"/>
            <ac:spMk id="7" creationId="{FB54CB4E-1748-603D-5CF1-0B9D8A646E15}"/>
          </ac:spMkLst>
        </pc:spChg>
      </pc:sldChg>
      <pc:sldChg chg="addSp delSp modSp mod">
        <pc:chgData name="Manjita Shrestha" userId="6bba5096-ac8c-4189-8210-97dcbe97ac25" providerId="ADAL" clId="{048BDDE5-6AAE-4BFD-9A54-A3D544FA9405}" dt="2026-09-17T13:39:29.799" v="730"/>
        <pc:sldMkLst>
          <pc:docMk/>
          <pc:sldMk cId="3975095635" sldId="584"/>
        </pc:sldMkLst>
        <pc:spChg chg="add mod">
          <ac:chgData name="Manjita Shrestha" userId="6bba5096-ac8c-4189-8210-97dcbe97ac25" providerId="ADAL" clId="{048BDDE5-6AAE-4BFD-9A54-A3D544FA9405}" dt="2026-09-17T13:39:29.799" v="730"/>
          <ac:spMkLst>
            <pc:docMk/>
            <pc:sldMk cId="3975095635" sldId="584"/>
            <ac:spMk id="5" creationId="{9306BDCB-2FFE-85AB-C470-3AF4A67CE9DF}"/>
          </ac:spMkLst>
        </pc:spChg>
      </pc:sldChg>
      <pc:sldChg chg="modSp mod">
        <pc:chgData name="Manjita Shrestha" userId="6bba5096-ac8c-4189-8210-97dcbe97ac25" providerId="ADAL" clId="{048BDDE5-6AAE-4BFD-9A54-A3D544FA9405}" dt="2026-09-17T13:21:02.827" v="252" actId="1035"/>
        <pc:sldMkLst>
          <pc:docMk/>
          <pc:sldMk cId="924216624" sldId="585"/>
        </pc:sldMkLst>
        <pc:spChg chg="mod">
          <ac:chgData name="Manjita Shrestha" userId="6bba5096-ac8c-4189-8210-97dcbe97ac25" providerId="ADAL" clId="{048BDDE5-6AAE-4BFD-9A54-A3D544FA9405}" dt="2026-09-17T13:21:02.827" v="252" actId="1035"/>
          <ac:spMkLst>
            <pc:docMk/>
            <pc:sldMk cId="924216624" sldId="585"/>
            <ac:spMk id="4" creationId="{1067DCC6-A1B0-B9D9-D572-1A53DF186023}"/>
          </ac:spMkLst>
        </pc:spChg>
      </pc:sldChg>
      <pc:sldChg chg="modSp mod">
        <pc:chgData name="Manjita Shrestha" userId="6bba5096-ac8c-4189-8210-97dcbe97ac25" providerId="ADAL" clId="{048BDDE5-6AAE-4BFD-9A54-A3D544FA9405}" dt="2026-09-17T13:42:28.780" v="839" actId="1037"/>
        <pc:sldMkLst>
          <pc:docMk/>
          <pc:sldMk cId="1720308326" sldId="587"/>
        </pc:sldMkLst>
        <pc:spChg chg="mod">
          <ac:chgData name="Manjita Shrestha" userId="6bba5096-ac8c-4189-8210-97dcbe97ac25" providerId="ADAL" clId="{048BDDE5-6AAE-4BFD-9A54-A3D544FA9405}" dt="2026-09-17T13:42:28.780" v="839" actId="1037"/>
          <ac:spMkLst>
            <pc:docMk/>
            <pc:sldMk cId="1720308326" sldId="587"/>
            <ac:spMk id="4" creationId="{8DDFC87C-2BEB-9036-808A-D2AE4B01F384}"/>
          </ac:spMkLst>
        </pc:spChg>
        <pc:spChg chg="mod">
          <ac:chgData name="Manjita Shrestha" userId="6bba5096-ac8c-4189-8210-97dcbe97ac25" providerId="ADAL" clId="{048BDDE5-6AAE-4BFD-9A54-A3D544FA9405}" dt="2026-09-17T13:42:28.780" v="839" actId="1037"/>
          <ac:spMkLst>
            <pc:docMk/>
            <pc:sldMk cId="1720308326" sldId="587"/>
            <ac:spMk id="8" creationId="{891DC703-F3C7-7FAB-75AF-BF9BA2306513}"/>
          </ac:spMkLst>
        </pc:spChg>
        <pc:spChg chg="mod">
          <ac:chgData name="Manjita Shrestha" userId="6bba5096-ac8c-4189-8210-97dcbe97ac25" providerId="ADAL" clId="{048BDDE5-6AAE-4BFD-9A54-A3D544FA9405}" dt="2026-09-17T13:42:28.780" v="839" actId="1037"/>
          <ac:spMkLst>
            <pc:docMk/>
            <pc:sldMk cId="1720308326" sldId="587"/>
            <ac:spMk id="10" creationId="{1653D60B-8C8A-096D-2337-C3A7BE98AA2E}"/>
          </ac:spMkLst>
        </pc:spChg>
        <pc:spChg chg="mod">
          <ac:chgData name="Manjita Shrestha" userId="6bba5096-ac8c-4189-8210-97dcbe97ac25" providerId="ADAL" clId="{048BDDE5-6AAE-4BFD-9A54-A3D544FA9405}" dt="2026-09-17T13:42:28.780" v="839" actId="1037"/>
          <ac:spMkLst>
            <pc:docMk/>
            <pc:sldMk cId="1720308326" sldId="587"/>
            <ac:spMk id="11" creationId="{DF586120-8609-252D-6E92-07710C89E0AE}"/>
          </ac:spMkLst>
        </pc:spChg>
        <pc:spChg chg="mod">
          <ac:chgData name="Manjita Shrestha" userId="6bba5096-ac8c-4189-8210-97dcbe97ac25" providerId="ADAL" clId="{048BDDE5-6AAE-4BFD-9A54-A3D544FA9405}" dt="2026-09-17T13:42:28.780" v="839" actId="1037"/>
          <ac:spMkLst>
            <pc:docMk/>
            <pc:sldMk cId="1720308326" sldId="587"/>
            <ac:spMk id="14" creationId="{BCF99BCF-0971-AEC1-D596-F705B0B90712}"/>
          </ac:spMkLst>
        </pc:spChg>
        <pc:spChg chg="mod">
          <ac:chgData name="Manjita Shrestha" userId="6bba5096-ac8c-4189-8210-97dcbe97ac25" providerId="ADAL" clId="{048BDDE5-6AAE-4BFD-9A54-A3D544FA9405}" dt="2026-09-17T13:42:28.780" v="839" actId="1037"/>
          <ac:spMkLst>
            <pc:docMk/>
            <pc:sldMk cId="1720308326" sldId="587"/>
            <ac:spMk id="15" creationId="{2913F4C0-D750-D50F-7B99-57A4ED78C3C6}"/>
          </ac:spMkLst>
        </pc:spChg>
        <pc:spChg chg="mod">
          <ac:chgData name="Manjita Shrestha" userId="6bba5096-ac8c-4189-8210-97dcbe97ac25" providerId="ADAL" clId="{048BDDE5-6AAE-4BFD-9A54-A3D544FA9405}" dt="2026-09-17T13:42:28.780" v="839" actId="1037"/>
          <ac:spMkLst>
            <pc:docMk/>
            <pc:sldMk cId="1720308326" sldId="587"/>
            <ac:spMk id="20" creationId="{371B8C43-E269-ED33-8172-CCA7759733D1}"/>
          </ac:spMkLst>
        </pc:spChg>
        <pc:spChg chg="mod">
          <ac:chgData name="Manjita Shrestha" userId="6bba5096-ac8c-4189-8210-97dcbe97ac25" providerId="ADAL" clId="{048BDDE5-6AAE-4BFD-9A54-A3D544FA9405}" dt="2026-09-17T13:42:28.780" v="839" actId="1037"/>
          <ac:spMkLst>
            <pc:docMk/>
            <pc:sldMk cId="1720308326" sldId="587"/>
            <ac:spMk id="26" creationId="{C9EB56BD-7C51-13B7-15A1-72EF92E05BFA}"/>
          </ac:spMkLst>
        </pc:spChg>
        <pc:spChg chg="mod">
          <ac:chgData name="Manjita Shrestha" userId="6bba5096-ac8c-4189-8210-97dcbe97ac25" providerId="ADAL" clId="{048BDDE5-6AAE-4BFD-9A54-A3D544FA9405}" dt="2026-09-17T13:42:28.780" v="839" actId="1037"/>
          <ac:spMkLst>
            <pc:docMk/>
            <pc:sldMk cId="1720308326" sldId="587"/>
            <ac:spMk id="28" creationId="{B1F24024-7D53-9DA3-79DC-52A768D91C60}"/>
          </ac:spMkLst>
        </pc:spChg>
        <pc:spChg chg="mod">
          <ac:chgData name="Manjita Shrestha" userId="6bba5096-ac8c-4189-8210-97dcbe97ac25" providerId="ADAL" clId="{048BDDE5-6AAE-4BFD-9A54-A3D544FA9405}" dt="2026-09-17T13:42:28.780" v="839" actId="1037"/>
          <ac:spMkLst>
            <pc:docMk/>
            <pc:sldMk cId="1720308326" sldId="587"/>
            <ac:spMk id="29" creationId="{650E9A37-5176-C1A4-E942-5F986904B4F9}"/>
          </ac:spMkLst>
        </pc:spChg>
        <pc:spChg chg="mod">
          <ac:chgData name="Manjita Shrestha" userId="6bba5096-ac8c-4189-8210-97dcbe97ac25" providerId="ADAL" clId="{048BDDE5-6AAE-4BFD-9A54-A3D544FA9405}" dt="2026-09-17T13:42:19.116" v="817" actId="20577"/>
          <ac:spMkLst>
            <pc:docMk/>
            <pc:sldMk cId="1720308326" sldId="587"/>
            <ac:spMk id="32" creationId="{B187070B-81E9-F4D7-346E-E166BC83E40D}"/>
          </ac:spMkLst>
        </pc:spChg>
      </pc:sldChg>
      <pc:sldChg chg="modSp mod">
        <pc:chgData name="Manjita Shrestha" userId="6bba5096-ac8c-4189-8210-97dcbe97ac25" providerId="ADAL" clId="{048BDDE5-6AAE-4BFD-9A54-A3D544FA9405}" dt="2026-09-17T13:38:57.178" v="719"/>
        <pc:sldMkLst>
          <pc:docMk/>
          <pc:sldMk cId="1194385805" sldId="592"/>
        </pc:sldMkLst>
        <pc:spChg chg="mod">
          <ac:chgData name="Manjita Shrestha" userId="6bba5096-ac8c-4189-8210-97dcbe97ac25" providerId="ADAL" clId="{048BDDE5-6AAE-4BFD-9A54-A3D544FA9405}" dt="2026-09-17T13:20:42.517" v="237" actId="255"/>
          <ac:spMkLst>
            <pc:docMk/>
            <pc:sldMk cId="1194385805" sldId="592"/>
            <ac:spMk id="3" creationId="{C5143427-D239-45DD-B6E3-B46DB8195096}"/>
          </ac:spMkLst>
        </pc:spChg>
        <pc:spChg chg="mod">
          <ac:chgData name="Manjita Shrestha" userId="6bba5096-ac8c-4189-8210-97dcbe97ac25" providerId="ADAL" clId="{048BDDE5-6AAE-4BFD-9A54-A3D544FA9405}" dt="2026-09-17T13:38:57.178" v="719"/>
          <ac:spMkLst>
            <pc:docMk/>
            <pc:sldMk cId="1194385805" sldId="592"/>
            <ac:spMk id="4" creationId="{472A46E2-88F0-B5A1-1E5E-5FBA61423BF0}"/>
          </ac:spMkLst>
        </pc:spChg>
      </pc:sldChg>
      <pc:sldChg chg="addSp delSp modSp add mod modAnim">
        <pc:chgData name="Manjita Shrestha" userId="6bba5096-ac8c-4189-8210-97dcbe97ac25" providerId="ADAL" clId="{048BDDE5-6AAE-4BFD-9A54-A3D544FA9405}" dt="2026-09-18T20:45:45.550" v="2555" actId="1036"/>
        <pc:sldMkLst>
          <pc:docMk/>
          <pc:sldMk cId="1154073752" sldId="595"/>
        </pc:sldMkLst>
        <pc:spChg chg="add mod">
          <ac:chgData name="Manjita Shrestha" userId="6bba5096-ac8c-4189-8210-97dcbe97ac25" providerId="ADAL" clId="{048BDDE5-6AAE-4BFD-9A54-A3D544FA9405}" dt="2026-09-18T20:35:53.287" v="2293" actId="114"/>
          <ac:spMkLst>
            <pc:docMk/>
            <pc:sldMk cId="1154073752" sldId="595"/>
            <ac:spMk id="4" creationId="{72384648-FBBA-488E-897B-307ED0629C31}"/>
          </ac:spMkLst>
        </pc:spChg>
        <pc:spChg chg="mod">
          <ac:chgData name="Manjita Shrestha" userId="6bba5096-ac8c-4189-8210-97dcbe97ac25" providerId="ADAL" clId="{048BDDE5-6AAE-4BFD-9A54-A3D544FA9405}" dt="2026-09-18T20:45:37.819" v="2531" actId="1036"/>
          <ac:spMkLst>
            <pc:docMk/>
            <pc:sldMk cId="1154073752" sldId="595"/>
            <ac:spMk id="6" creationId="{FB8994F1-668B-1297-7398-71E30926DFB4}"/>
          </ac:spMkLst>
        </pc:spChg>
        <pc:spChg chg="add mod">
          <ac:chgData name="Manjita Shrestha" userId="6bba5096-ac8c-4189-8210-97dcbe97ac25" providerId="ADAL" clId="{048BDDE5-6AAE-4BFD-9A54-A3D544FA9405}" dt="2026-09-18T20:45:37.819" v="2531" actId="1036"/>
          <ac:spMkLst>
            <pc:docMk/>
            <pc:sldMk cId="1154073752" sldId="595"/>
            <ac:spMk id="8" creationId="{2F09F23C-B812-1701-8046-8AD246655E9F}"/>
          </ac:spMkLst>
        </pc:spChg>
        <pc:spChg chg="mod">
          <ac:chgData name="Manjita Shrestha" userId="6bba5096-ac8c-4189-8210-97dcbe97ac25" providerId="ADAL" clId="{048BDDE5-6AAE-4BFD-9A54-A3D544FA9405}" dt="2026-09-18T20:45:37.819" v="2531" actId="1036"/>
          <ac:spMkLst>
            <pc:docMk/>
            <pc:sldMk cId="1154073752" sldId="595"/>
            <ac:spMk id="13" creationId="{10617AF3-FB20-43B1-A1CE-17A63ED01C87}"/>
          </ac:spMkLst>
        </pc:spChg>
        <pc:graphicFrameChg chg="add mod">
          <ac:chgData name="Manjita Shrestha" userId="6bba5096-ac8c-4189-8210-97dcbe97ac25" providerId="ADAL" clId="{048BDDE5-6AAE-4BFD-9A54-A3D544FA9405}" dt="2026-09-18T20:45:37.819" v="2531" actId="1036"/>
          <ac:graphicFrameMkLst>
            <pc:docMk/>
            <pc:sldMk cId="1154073752" sldId="595"/>
            <ac:graphicFrameMk id="9" creationId="{3A487C0D-4B38-5350-243B-7A8DE5DF2A16}"/>
          </ac:graphicFrameMkLst>
        </pc:graphicFrameChg>
        <pc:picChg chg="mod">
          <ac:chgData name="Manjita Shrestha" userId="6bba5096-ac8c-4189-8210-97dcbe97ac25" providerId="ADAL" clId="{048BDDE5-6AAE-4BFD-9A54-A3D544FA9405}" dt="2026-09-18T20:45:45.550" v="2555" actId="1036"/>
          <ac:picMkLst>
            <pc:docMk/>
            <pc:sldMk cId="1154073752" sldId="595"/>
            <ac:picMk id="5" creationId="{7E31B6D9-4D6C-4008-968B-214A1648611B}"/>
          </ac:picMkLst>
        </pc:picChg>
        <pc:picChg chg="add mod">
          <ac:chgData name="Manjita Shrestha" userId="6bba5096-ac8c-4189-8210-97dcbe97ac25" providerId="ADAL" clId="{048BDDE5-6AAE-4BFD-9A54-A3D544FA9405}" dt="2026-09-18T20:29:44.803" v="2043" actId="1038"/>
          <ac:picMkLst>
            <pc:docMk/>
            <pc:sldMk cId="1154073752" sldId="595"/>
            <ac:picMk id="10" creationId="{8CDFBD64-3A75-B0FE-CCAD-86ED6BA6CE12}"/>
          </ac:picMkLst>
        </pc:picChg>
      </pc:sldChg>
      <pc:sldChg chg="modSp mod">
        <pc:chgData name="Manjita Shrestha" userId="6bba5096-ac8c-4189-8210-97dcbe97ac25" providerId="ADAL" clId="{048BDDE5-6AAE-4BFD-9A54-A3D544FA9405}" dt="2026-09-17T13:43:53.184" v="861" actId="20577"/>
        <pc:sldMkLst>
          <pc:docMk/>
          <pc:sldMk cId="1373457042" sldId="599"/>
        </pc:sldMkLst>
        <pc:spChg chg="mod">
          <ac:chgData name="Manjita Shrestha" userId="6bba5096-ac8c-4189-8210-97dcbe97ac25" providerId="ADAL" clId="{048BDDE5-6AAE-4BFD-9A54-A3D544FA9405}" dt="2026-09-17T13:43:53.184" v="861" actId="20577"/>
          <ac:spMkLst>
            <pc:docMk/>
            <pc:sldMk cId="1373457042" sldId="599"/>
            <ac:spMk id="4" creationId="{E528A869-68DA-28EE-1D32-F003CF877FCB}"/>
          </ac:spMkLst>
        </pc:spChg>
      </pc:sldChg>
      <pc:sldChg chg="modSp mod ord">
        <pc:chgData name="Manjita Shrestha" userId="6bba5096-ac8c-4189-8210-97dcbe97ac25" providerId="ADAL" clId="{048BDDE5-6AAE-4BFD-9A54-A3D544FA9405}" dt="2026-09-18T20:56:46.612" v="2927" actId="1035"/>
        <pc:sldMkLst>
          <pc:docMk/>
          <pc:sldMk cId="1137512487" sldId="601"/>
        </pc:sldMkLst>
        <pc:spChg chg="mod">
          <ac:chgData name="Manjita Shrestha" userId="6bba5096-ac8c-4189-8210-97dcbe97ac25" providerId="ADAL" clId="{048BDDE5-6AAE-4BFD-9A54-A3D544FA9405}" dt="2026-09-18T20:56:46.612" v="2927" actId="1035"/>
          <ac:spMkLst>
            <pc:docMk/>
            <pc:sldMk cId="1137512487" sldId="601"/>
            <ac:spMk id="19" creationId="{D5C06445-CE80-6C12-EC03-0B418E4D1274}"/>
          </ac:spMkLst>
        </pc:spChg>
      </pc:sldChg>
      <pc:sldChg chg="addSp delSp modSp add mod">
        <pc:chgData name="Manjita Shrestha" userId="6bba5096-ac8c-4189-8210-97dcbe97ac25" providerId="ADAL" clId="{048BDDE5-6AAE-4BFD-9A54-A3D544FA9405}" dt="2026-09-18T21:52:07.071" v="3876" actId="1037"/>
        <pc:sldMkLst>
          <pc:docMk/>
          <pc:sldMk cId="2015375936" sldId="620"/>
        </pc:sldMkLst>
        <pc:spChg chg="mod">
          <ac:chgData name="Manjita Shrestha" userId="6bba5096-ac8c-4189-8210-97dcbe97ac25" providerId="ADAL" clId="{048BDDE5-6AAE-4BFD-9A54-A3D544FA9405}" dt="2026-09-18T21:52:07.071" v="3876" actId="1037"/>
          <ac:spMkLst>
            <pc:docMk/>
            <pc:sldMk cId="2015375936" sldId="620"/>
            <ac:spMk id="2" creationId="{00000000-0000-0000-0000-000000000000}"/>
          </ac:spMkLst>
        </pc:spChg>
        <pc:spChg chg="add mod">
          <ac:chgData name="Manjita Shrestha" userId="6bba5096-ac8c-4189-8210-97dcbe97ac25" providerId="ADAL" clId="{048BDDE5-6AAE-4BFD-9A54-A3D544FA9405}" dt="2026-09-18T21:23:56.704" v="3372" actId="207"/>
          <ac:spMkLst>
            <pc:docMk/>
            <pc:sldMk cId="2015375936" sldId="620"/>
            <ac:spMk id="5" creationId="{6D9D8CE3-0682-C9E6-0877-C02EB2616EAF}"/>
          </ac:spMkLst>
        </pc:spChg>
        <pc:picChg chg="mod">
          <ac:chgData name="Manjita Shrestha" userId="6bba5096-ac8c-4189-8210-97dcbe97ac25" providerId="ADAL" clId="{048BDDE5-6AAE-4BFD-9A54-A3D544FA9405}" dt="2026-09-18T21:51:58.985" v="3859" actId="1076"/>
          <ac:picMkLst>
            <pc:docMk/>
            <pc:sldMk cId="2015375936" sldId="620"/>
            <ac:picMk id="3" creationId="{C578A34C-5D79-466F-9764-4684ADC266CE}"/>
          </ac:picMkLst>
        </pc:picChg>
      </pc:sldChg>
      <pc:sldChg chg="addSp delSp modSp add mod">
        <pc:chgData name="Manjita Shrestha" userId="6bba5096-ac8c-4189-8210-97dcbe97ac25" providerId="ADAL" clId="{048BDDE5-6AAE-4BFD-9A54-A3D544FA9405}" dt="2026-09-29T17:01:07.805" v="7585"/>
        <pc:sldMkLst>
          <pc:docMk/>
          <pc:sldMk cId="3295177299" sldId="621"/>
        </pc:sldMkLst>
        <pc:spChg chg="mod">
          <ac:chgData name="Manjita Shrestha" userId="6bba5096-ac8c-4189-8210-97dcbe97ac25" providerId="ADAL" clId="{048BDDE5-6AAE-4BFD-9A54-A3D544FA9405}" dt="2026-09-18T21:53:50.812" v="4028" actId="1037"/>
          <ac:spMkLst>
            <pc:docMk/>
            <pc:sldMk cId="3295177299" sldId="621"/>
            <ac:spMk id="5" creationId="{DB8B77BF-3DA8-FB55-EBC5-64BF1F687C5F}"/>
          </ac:spMkLst>
        </pc:spChg>
        <pc:spChg chg="mod">
          <ac:chgData name="Manjita Shrestha" userId="6bba5096-ac8c-4189-8210-97dcbe97ac25" providerId="ADAL" clId="{048BDDE5-6AAE-4BFD-9A54-A3D544FA9405}" dt="2026-09-18T21:53:50.812" v="4028" actId="1037"/>
          <ac:spMkLst>
            <pc:docMk/>
            <pc:sldMk cId="3295177299" sldId="621"/>
            <ac:spMk id="8" creationId="{00000000-0000-0000-0000-000000000000}"/>
          </ac:spMkLst>
        </pc:spChg>
        <pc:spChg chg="mod">
          <ac:chgData name="Manjita Shrestha" userId="6bba5096-ac8c-4189-8210-97dcbe97ac25" providerId="ADAL" clId="{048BDDE5-6AAE-4BFD-9A54-A3D544FA9405}" dt="2026-09-18T21:53:50.812" v="4028" actId="1037"/>
          <ac:spMkLst>
            <pc:docMk/>
            <pc:sldMk cId="3295177299" sldId="621"/>
            <ac:spMk id="9" creationId="{00000000-0000-0000-0000-000000000000}"/>
          </ac:spMkLst>
        </pc:spChg>
        <pc:spChg chg="mod">
          <ac:chgData name="Manjita Shrestha" userId="6bba5096-ac8c-4189-8210-97dcbe97ac25" providerId="ADAL" clId="{048BDDE5-6AAE-4BFD-9A54-A3D544FA9405}" dt="2026-09-18T21:53:50.812" v="4028" actId="1037"/>
          <ac:spMkLst>
            <pc:docMk/>
            <pc:sldMk cId="3295177299" sldId="621"/>
            <ac:spMk id="11" creationId="{21BE7E38-AC41-9EDE-44A7-5DFB80CC0EDE}"/>
          </ac:spMkLst>
        </pc:spChg>
        <pc:spChg chg="mod">
          <ac:chgData name="Manjita Shrestha" userId="6bba5096-ac8c-4189-8210-97dcbe97ac25" providerId="ADAL" clId="{048BDDE5-6AAE-4BFD-9A54-A3D544FA9405}" dt="2026-09-18T21:53:50.812" v="4028" actId="1037"/>
          <ac:spMkLst>
            <pc:docMk/>
            <pc:sldMk cId="3295177299" sldId="621"/>
            <ac:spMk id="12" creationId="{1D6D294A-1E66-29D6-56C1-31E5A1FAB5C4}"/>
          </ac:spMkLst>
        </pc:spChg>
        <pc:spChg chg="mod">
          <ac:chgData name="Manjita Shrestha" userId="6bba5096-ac8c-4189-8210-97dcbe97ac25" providerId="ADAL" clId="{048BDDE5-6AAE-4BFD-9A54-A3D544FA9405}" dt="2026-09-18T21:53:50.812" v="4028" actId="1037"/>
          <ac:spMkLst>
            <pc:docMk/>
            <pc:sldMk cId="3295177299" sldId="621"/>
            <ac:spMk id="14" creationId="{9056FB45-745E-5C9C-D956-8860CD925F5A}"/>
          </ac:spMkLst>
        </pc:spChg>
        <pc:spChg chg="add">
          <ac:chgData name="Manjita Shrestha" userId="6bba5096-ac8c-4189-8210-97dcbe97ac25" providerId="ADAL" clId="{048BDDE5-6AAE-4BFD-9A54-A3D544FA9405}" dt="2026-09-18T21:24:09.623" v="3375" actId="22"/>
          <ac:spMkLst>
            <pc:docMk/>
            <pc:sldMk cId="3295177299" sldId="621"/>
            <ac:spMk id="16" creationId="{E4A5D624-CCB3-5D64-421D-960DEBC77A6A}"/>
          </ac:spMkLst>
        </pc:spChg>
        <pc:grpChg chg="mod">
          <ac:chgData name="Manjita Shrestha" userId="6bba5096-ac8c-4189-8210-97dcbe97ac25" providerId="ADAL" clId="{048BDDE5-6AAE-4BFD-9A54-A3D544FA9405}" dt="2026-09-18T21:53:42.041" v="4013" actId="1076"/>
          <ac:grpSpMkLst>
            <pc:docMk/>
            <pc:sldMk cId="3295177299" sldId="621"/>
            <ac:grpSpMk id="3" creationId="{79B7BD6B-18CC-0431-B9E1-B1209F915D07}"/>
          </ac:grpSpMkLst>
        </pc:grpChg>
        <pc:inkChg chg="add">
          <ac:chgData name="Manjita Shrestha" userId="6bba5096-ac8c-4189-8210-97dcbe97ac25" providerId="ADAL" clId="{048BDDE5-6AAE-4BFD-9A54-A3D544FA9405}" dt="2026-09-29T17:01:07.805" v="7585"/>
          <ac:inkMkLst>
            <pc:docMk/>
            <pc:sldMk cId="3295177299" sldId="621"/>
            <ac:inkMk id="4" creationId="{129C13EF-1CD6-638C-0E15-0435D52EF88E}"/>
          </ac:inkMkLst>
        </pc:inkChg>
      </pc:sldChg>
      <pc:sldChg chg="addSp delSp modSp add mod">
        <pc:chgData name="Manjita Shrestha" userId="6bba5096-ac8c-4189-8210-97dcbe97ac25" providerId="ADAL" clId="{048BDDE5-6AAE-4BFD-9A54-A3D544FA9405}" dt="2026-09-18T21:51:32.845" v="3857" actId="14100"/>
        <pc:sldMkLst>
          <pc:docMk/>
          <pc:sldMk cId="1789367098" sldId="622"/>
        </pc:sldMkLst>
        <pc:spChg chg="mod">
          <ac:chgData name="Manjita Shrestha" userId="6bba5096-ac8c-4189-8210-97dcbe97ac25" providerId="ADAL" clId="{048BDDE5-6AAE-4BFD-9A54-A3D544FA9405}" dt="2026-09-18T21:51:32.845" v="3857" actId="14100"/>
          <ac:spMkLst>
            <pc:docMk/>
            <pc:sldMk cId="1789367098" sldId="622"/>
            <ac:spMk id="2" creationId="{00000000-0000-0000-0000-000000000000}"/>
          </ac:spMkLst>
        </pc:spChg>
        <pc:spChg chg="add">
          <ac:chgData name="Manjita Shrestha" userId="6bba5096-ac8c-4189-8210-97dcbe97ac25" providerId="ADAL" clId="{048BDDE5-6AAE-4BFD-9A54-A3D544FA9405}" dt="2026-09-18T21:24:29.284" v="3380" actId="22"/>
          <ac:spMkLst>
            <pc:docMk/>
            <pc:sldMk cId="1789367098" sldId="622"/>
            <ac:spMk id="8" creationId="{5CA61D7D-0E53-874C-C131-3E4546F1B996}"/>
          </ac:spMkLst>
        </pc:spChg>
        <pc:picChg chg="mod">
          <ac:chgData name="Manjita Shrestha" userId="6bba5096-ac8c-4189-8210-97dcbe97ac25" providerId="ADAL" clId="{048BDDE5-6AAE-4BFD-9A54-A3D544FA9405}" dt="2026-09-18T21:24:51.856" v="3407" actId="14100"/>
          <ac:picMkLst>
            <pc:docMk/>
            <pc:sldMk cId="1789367098" sldId="622"/>
            <ac:picMk id="7" creationId="{C5F4564B-4B4B-443E-BE01-B86304B36A2F}"/>
          </ac:picMkLst>
        </pc:picChg>
      </pc:sldChg>
      <pc:sldChg chg="addSp delSp modSp add mod">
        <pc:chgData name="Manjita Shrestha" userId="6bba5096-ac8c-4189-8210-97dcbe97ac25" providerId="ADAL" clId="{048BDDE5-6AAE-4BFD-9A54-A3D544FA9405}" dt="2026-09-18T21:55:59.487" v="4305" actId="1035"/>
        <pc:sldMkLst>
          <pc:docMk/>
          <pc:sldMk cId="2490398662" sldId="623"/>
        </pc:sldMkLst>
        <pc:spChg chg="mod">
          <ac:chgData name="Manjita Shrestha" userId="6bba5096-ac8c-4189-8210-97dcbe97ac25" providerId="ADAL" clId="{048BDDE5-6AAE-4BFD-9A54-A3D544FA9405}" dt="2026-09-18T21:54:47.983" v="4098" actId="1035"/>
          <ac:spMkLst>
            <pc:docMk/>
            <pc:sldMk cId="2490398662" sldId="623"/>
            <ac:spMk id="2" creationId="{EEADC913-28D3-0EAB-00A0-850C506DD697}"/>
          </ac:spMkLst>
        </pc:spChg>
        <pc:spChg chg="mod">
          <ac:chgData name="Manjita Shrestha" userId="6bba5096-ac8c-4189-8210-97dcbe97ac25" providerId="ADAL" clId="{048BDDE5-6AAE-4BFD-9A54-A3D544FA9405}" dt="2026-09-18T21:55:16.697" v="4197" actId="1035"/>
          <ac:spMkLst>
            <pc:docMk/>
            <pc:sldMk cId="2490398662" sldId="623"/>
            <ac:spMk id="4" creationId="{469163FB-8D4D-29B7-63E7-66EF29A67A4F}"/>
          </ac:spMkLst>
        </pc:spChg>
        <pc:spChg chg="mod">
          <ac:chgData name="Manjita Shrestha" userId="6bba5096-ac8c-4189-8210-97dcbe97ac25" providerId="ADAL" clId="{048BDDE5-6AAE-4BFD-9A54-A3D544FA9405}" dt="2026-09-18T21:55:08.211" v="4167" actId="1035"/>
          <ac:spMkLst>
            <pc:docMk/>
            <pc:sldMk cId="2490398662" sldId="623"/>
            <ac:spMk id="5" creationId="{36073764-BA51-1CCB-5A55-7C94A74005C3}"/>
          </ac:spMkLst>
        </pc:spChg>
        <pc:spChg chg="mod">
          <ac:chgData name="Manjita Shrestha" userId="6bba5096-ac8c-4189-8210-97dcbe97ac25" providerId="ADAL" clId="{048BDDE5-6AAE-4BFD-9A54-A3D544FA9405}" dt="2026-09-18T21:55:59.487" v="4305" actId="1035"/>
          <ac:spMkLst>
            <pc:docMk/>
            <pc:sldMk cId="2490398662" sldId="623"/>
            <ac:spMk id="7" creationId="{82D87676-7F83-1556-9DB8-D85CB3D31C26}"/>
          </ac:spMkLst>
        </pc:spChg>
        <pc:spChg chg="mod">
          <ac:chgData name="Manjita Shrestha" userId="6bba5096-ac8c-4189-8210-97dcbe97ac25" providerId="ADAL" clId="{048BDDE5-6AAE-4BFD-9A54-A3D544FA9405}" dt="2026-09-18T21:54:33.554" v="4053" actId="1035"/>
          <ac:spMkLst>
            <pc:docMk/>
            <pc:sldMk cId="2490398662" sldId="623"/>
            <ac:spMk id="8" creationId="{00000000-0000-0000-0000-000000000000}"/>
          </ac:spMkLst>
        </pc:spChg>
        <pc:spChg chg="mod">
          <ac:chgData name="Manjita Shrestha" userId="6bba5096-ac8c-4189-8210-97dcbe97ac25" providerId="ADAL" clId="{048BDDE5-6AAE-4BFD-9A54-A3D544FA9405}" dt="2026-09-18T21:54:42.438" v="4082" actId="1035"/>
          <ac:spMkLst>
            <pc:docMk/>
            <pc:sldMk cId="2490398662" sldId="623"/>
            <ac:spMk id="10" creationId="{00000000-0000-0000-0000-000000000000}"/>
          </ac:spMkLst>
        </pc:spChg>
        <pc:spChg chg="mod">
          <ac:chgData name="Manjita Shrestha" userId="6bba5096-ac8c-4189-8210-97dcbe97ac25" providerId="ADAL" clId="{048BDDE5-6AAE-4BFD-9A54-A3D544FA9405}" dt="2026-09-18T21:54:58.683" v="4132" actId="1035"/>
          <ac:spMkLst>
            <pc:docMk/>
            <pc:sldMk cId="2490398662" sldId="623"/>
            <ac:spMk id="11" creationId="{00000000-0000-0000-0000-000000000000}"/>
          </ac:spMkLst>
        </pc:spChg>
        <pc:spChg chg="add">
          <ac:chgData name="Manjita Shrestha" userId="6bba5096-ac8c-4189-8210-97dcbe97ac25" providerId="ADAL" clId="{048BDDE5-6AAE-4BFD-9A54-A3D544FA9405}" dt="2026-09-18T21:25:07.105" v="3411" actId="22"/>
          <ac:spMkLst>
            <pc:docMk/>
            <pc:sldMk cId="2490398662" sldId="623"/>
            <ac:spMk id="17" creationId="{8430C4CD-55D1-016D-4B97-9E85AA48208B}"/>
          </ac:spMkLst>
        </pc:spChg>
        <pc:grpChg chg="mod">
          <ac:chgData name="Manjita Shrestha" userId="6bba5096-ac8c-4189-8210-97dcbe97ac25" providerId="ADAL" clId="{048BDDE5-6AAE-4BFD-9A54-A3D544FA9405}" dt="2026-09-18T21:55:26.072" v="4257" actId="1036"/>
          <ac:grpSpMkLst>
            <pc:docMk/>
            <pc:sldMk cId="2490398662" sldId="623"/>
            <ac:grpSpMk id="14" creationId="{F5FA1802-588F-EC3C-26B1-CA7108EE993A}"/>
          </ac:grpSpMkLst>
        </pc:grpChg>
      </pc:sldChg>
      <pc:sldChg chg="addSp delSp modSp add mod">
        <pc:chgData name="Manjita Shrestha" userId="6bba5096-ac8c-4189-8210-97dcbe97ac25" providerId="ADAL" clId="{048BDDE5-6AAE-4BFD-9A54-A3D544FA9405}" dt="2026-09-18T21:58:04.025" v="4406" actId="1035"/>
        <pc:sldMkLst>
          <pc:docMk/>
          <pc:sldMk cId="64537829" sldId="629"/>
        </pc:sldMkLst>
        <pc:spChg chg="mod">
          <ac:chgData name="Manjita Shrestha" userId="6bba5096-ac8c-4189-8210-97dcbe97ac25" providerId="ADAL" clId="{048BDDE5-6AAE-4BFD-9A54-A3D544FA9405}" dt="2026-09-18T21:57:59.007" v="4397" actId="14100"/>
          <ac:spMkLst>
            <pc:docMk/>
            <pc:sldMk cId="64537829" sldId="629"/>
            <ac:spMk id="2" creationId="{00000000-0000-0000-0000-000000000000}"/>
          </ac:spMkLst>
        </pc:spChg>
        <pc:spChg chg="add mod">
          <ac:chgData name="Manjita Shrestha" userId="6bba5096-ac8c-4189-8210-97dcbe97ac25" providerId="ADAL" clId="{048BDDE5-6AAE-4BFD-9A54-A3D544FA9405}" dt="2026-09-18T21:27:55.947" v="3510" actId="20577"/>
          <ac:spMkLst>
            <pc:docMk/>
            <pc:sldMk cId="64537829" sldId="629"/>
            <ac:spMk id="4" creationId="{DADAB925-AE44-20E5-92AA-308E0AC222E1}"/>
          </ac:spMkLst>
        </pc:spChg>
        <pc:spChg chg="mod">
          <ac:chgData name="Manjita Shrestha" userId="6bba5096-ac8c-4189-8210-97dcbe97ac25" providerId="ADAL" clId="{048BDDE5-6AAE-4BFD-9A54-A3D544FA9405}" dt="2026-09-18T21:58:04.025" v="4406" actId="1035"/>
          <ac:spMkLst>
            <pc:docMk/>
            <pc:sldMk cId="64537829" sldId="629"/>
            <ac:spMk id="8" creationId="{00000000-0000-0000-0000-000000000000}"/>
          </ac:spMkLst>
        </pc:spChg>
        <pc:picChg chg="mod">
          <ac:chgData name="Manjita Shrestha" userId="6bba5096-ac8c-4189-8210-97dcbe97ac25" providerId="ADAL" clId="{048BDDE5-6AAE-4BFD-9A54-A3D544FA9405}" dt="2026-09-18T21:57:17.881" v="4378" actId="1038"/>
          <ac:picMkLst>
            <pc:docMk/>
            <pc:sldMk cId="64537829" sldId="629"/>
            <ac:picMk id="10" creationId="{90A8674B-52F0-49C9-A8DF-998680046136}"/>
          </ac:picMkLst>
        </pc:picChg>
      </pc:sldChg>
      <pc:sldChg chg="addSp delSp modSp add mod">
        <pc:chgData name="Manjita Shrestha" userId="6bba5096-ac8c-4189-8210-97dcbe97ac25" providerId="ADAL" clId="{048BDDE5-6AAE-4BFD-9A54-A3D544FA9405}" dt="2026-09-18T22:25:03.109" v="5182" actId="1038"/>
        <pc:sldMkLst>
          <pc:docMk/>
          <pc:sldMk cId="369016537" sldId="630"/>
        </pc:sldMkLst>
        <pc:spChg chg="add">
          <ac:chgData name="Manjita Shrestha" userId="6bba5096-ac8c-4189-8210-97dcbe97ac25" providerId="ADAL" clId="{048BDDE5-6AAE-4BFD-9A54-A3D544FA9405}" dt="2026-09-18T21:28:22.772" v="3514" actId="22"/>
          <ac:spMkLst>
            <pc:docMk/>
            <pc:sldMk cId="369016537" sldId="630"/>
            <ac:spMk id="5" creationId="{3C3E7108-319F-6547-9DA5-C6366083231A}"/>
          </ac:spMkLst>
        </pc:spChg>
        <pc:spChg chg="mod">
          <ac:chgData name="Manjita Shrestha" userId="6bba5096-ac8c-4189-8210-97dcbe97ac25" providerId="ADAL" clId="{048BDDE5-6AAE-4BFD-9A54-A3D544FA9405}" dt="2026-09-18T22:00:24.845" v="4574" actId="1038"/>
          <ac:spMkLst>
            <pc:docMk/>
            <pc:sldMk cId="369016537" sldId="630"/>
            <ac:spMk id="8" creationId="{00000000-0000-0000-0000-000000000000}"/>
          </ac:spMkLst>
        </pc:spChg>
        <pc:spChg chg="mod">
          <ac:chgData name="Manjita Shrestha" userId="6bba5096-ac8c-4189-8210-97dcbe97ac25" providerId="ADAL" clId="{048BDDE5-6AAE-4BFD-9A54-A3D544FA9405}" dt="2026-09-18T22:03:34.097" v="4765" actId="113"/>
          <ac:spMkLst>
            <pc:docMk/>
            <pc:sldMk cId="369016537" sldId="630"/>
            <ac:spMk id="9" creationId="{00000000-0000-0000-0000-000000000000}"/>
          </ac:spMkLst>
        </pc:spChg>
        <pc:spChg chg="mod">
          <ac:chgData name="Manjita Shrestha" userId="6bba5096-ac8c-4189-8210-97dcbe97ac25" providerId="ADAL" clId="{048BDDE5-6AAE-4BFD-9A54-A3D544FA9405}" dt="2026-09-18T22:23:43.721" v="5154" actId="1035"/>
          <ac:spMkLst>
            <pc:docMk/>
            <pc:sldMk cId="369016537" sldId="630"/>
            <ac:spMk id="10" creationId="{90456705-E454-7CB3-BFD0-EEA5A9389382}"/>
          </ac:spMkLst>
        </pc:spChg>
        <pc:spChg chg="mod">
          <ac:chgData name="Manjita Shrestha" userId="6bba5096-ac8c-4189-8210-97dcbe97ac25" providerId="ADAL" clId="{048BDDE5-6AAE-4BFD-9A54-A3D544FA9405}" dt="2026-09-18T22:23:38.551" v="5149" actId="1035"/>
          <ac:spMkLst>
            <pc:docMk/>
            <pc:sldMk cId="369016537" sldId="630"/>
            <ac:spMk id="11" creationId="{00000000-0000-0000-0000-000000000000}"/>
          </ac:spMkLst>
        </pc:spChg>
        <pc:spChg chg="mod">
          <ac:chgData name="Manjita Shrestha" userId="6bba5096-ac8c-4189-8210-97dcbe97ac25" providerId="ADAL" clId="{048BDDE5-6AAE-4BFD-9A54-A3D544FA9405}" dt="2026-09-18T22:23:48.991" v="5157" actId="1035"/>
          <ac:spMkLst>
            <pc:docMk/>
            <pc:sldMk cId="369016537" sldId="630"/>
            <ac:spMk id="15" creationId="{BAB5B068-5E72-2C42-841D-B0ABAB822BE2}"/>
          </ac:spMkLst>
        </pc:spChg>
        <pc:spChg chg="mod">
          <ac:chgData name="Manjita Shrestha" userId="6bba5096-ac8c-4189-8210-97dcbe97ac25" providerId="ADAL" clId="{048BDDE5-6AAE-4BFD-9A54-A3D544FA9405}" dt="2026-09-18T22:23:33.682" v="5144" actId="1035"/>
          <ac:spMkLst>
            <pc:docMk/>
            <pc:sldMk cId="369016537" sldId="630"/>
            <ac:spMk id="17" creationId="{24842478-6D6F-3711-769D-30D2D7776815}"/>
          </ac:spMkLst>
        </pc:spChg>
        <pc:spChg chg="mod">
          <ac:chgData name="Manjita Shrestha" userId="6bba5096-ac8c-4189-8210-97dcbe97ac25" providerId="ADAL" clId="{048BDDE5-6AAE-4BFD-9A54-A3D544FA9405}" dt="2026-09-18T22:25:03.109" v="5182" actId="1038"/>
          <ac:spMkLst>
            <pc:docMk/>
            <pc:sldMk cId="369016537" sldId="630"/>
            <ac:spMk id="18" creationId="{AC75E61E-7F19-5193-D7D1-21D1912CE4D4}"/>
          </ac:spMkLst>
        </pc:spChg>
        <pc:spChg chg="mod">
          <ac:chgData name="Manjita Shrestha" userId="6bba5096-ac8c-4189-8210-97dcbe97ac25" providerId="ADAL" clId="{048BDDE5-6AAE-4BFD-9A54-A3D544FA9405}" dt="2026-09-18T22:00:24.845" v="4574" actId="1038"/>
          <ac:spMkLst>
            <pc:docMk/>
            <pc:sldMk cId="369016537" sldId="630"/>
            <ac:spMk id="22" creationId="{57E2B803-552A-E572-A3D5-F35ECB89F114}"/>
          </ac:spMkLst>
        </pc:spChg>
        <pc:spChg chg="mod">
          <ac:chgData name="Manjita Shrestha" userId="6bba5096-ac8c-4189-8210-97dcbe97ac25" providerId="ADAL" clId="{048BDDE5-6AAE-4BFD-9A54-A3D544FA9405}" dt="2026-09-18T22:02:24.858" v="4747" actId="207"/>
          <ac:spMkLst>
            <pc:docMk/>
            <pc:sldMk cId="369016537" sldId="630"/>
            <ac:spMk id="26" creationId="{76F22AED-1F63-388C-9309-559955646BA5}"/>
          </ac:spMkLst>
        </pc:spChg>
        <pc:spChg chg="mod">
          <ac:chgData name="Manjita Shrestha" userId="6bba5096-ac8c-4189-8210-97dcbe97ac25" providerId="ADAL" clId="{048BDDE5-6AAE-4BFD-9A54-A3D544FA9405}" dt="2026-09-18T22:03:34.097" v="4765" actId="113"/>
          <ac:spMkLst>
            <pc:docMk/>
            <pc:sldMk cId="369016537" sldId="630"/>
            <ac:spMk id="27" creationId="{691CD9B9-8288-B104-2594-4A8E9C5605C2}"/>
          </ac:spMkLst>
        </pc:spChg>
        <pc:spChg chg="mod">
          <ac:chgData name="Manjita Shrestha" userId="6bba5096-ac8c-4189-8210-97dcbe97ac25" providerId="ADAL" clId="{048BDDE5-6AAE-4BFD-9A54-A3D544FA9405}" dt="2026-09-18T22:02:36.557" v="4748" actId="207"/>
          <ac:spMkLst>
            <pc:docMk/>
            <pc:sldMk cId="369016537" sldId="630"/>
            <ac:spMk id="28" creationId="{CAADC482-7D38-EABC-9AF0-273F091D5937}"/>
          </ac:spMkLst>
        </pc:spChg>
        <pc:picChg chg="mod">
          <ac:chgData name="Manjita Shrestha" userId="6bba5096-ac8c-4189-8210-97dcbe97ac25" providerId="ADAL" clId="{048BDDE5-6AAE-4BFD-9A54-A3D544FA9405}" dt="2026-09-18T22:24:46.815" v="5171" actId="1036"/>
          <ac:picMkLst>
            <pc:docMk/>
            <pc:sldMk cId="369016537" sldId="630"/>
            <ac:picMk id="13" creationId="{F6AD8535-65C7-4768-BDA9-6A6FD391D5F1}"/>
          </ac:picMkLst>
        </pc:picChg>
      </pc:sldChg>
      <pc:sldChg chg="addSp delSp modSp add mod">
        <pc:chgData name="Manjita Shrestha" userId="6bba5096-ac8c-4189-8210-97dcbe97ac25" providerId="ADAL" clId="{048BDDE5-6AAE-4BFD-9A54-A3D544FA9405}" dt="2026-09-18T22:09:30.186" v="4880" actId="14100"/>
        <pc:sldMkLst>
          <pc:docMk/>
          <pc:sldMk cId="3831234211" sldId="633"/>
        </pc:sldMkLst>
        <pc:spChg chg="mod">
          <ac:chgData name="Manjita Shrestha" userId="6bba5096-ac8c-4189-8210-97dcbe97ac25" providerId="ADAL" clId="{048BDDE5-6AAE-4BFD-9A54-A3D544FA9405}" dt="2026-09-18T22:08:50.550" v="4837" actId="1035"/>
          <ac:spMkLst>
            <pc:docMk/>
            <pc:sldMk cId="3831234211" sldId="633"/>
            <ac:spMk id="2" creationId="{00000000-0000-0000-0000-000000000000}"/>
          </ac:spMkLst>
        </pc:spChg>
        <pc:spChg chg="add">
          <ac:chgData name="Manjita Shrestha" userId="6bba5096-ac8c-4189-8210-97dcbe97ac25" providerId="ADAL" clId="{048BDDE5-6AAE-4BFD-9A54-A3D544FA9405}" dt="2026-09-18T21:28:39.614" v="3518" actId="22"/>
          <ac:spMkLst>
            <pc:docMk/>
            <pc:sldMk cId="3831234211" sldId="633"/>
            <ac:spMk id="7" creationId="{6735E351-768B-6799-D1E3-383B0CEBCDA1}"/>
          </ac:spMkLst>
        </pc:spChg>
        <pc:spChg chg="mod">
          <ac:chgData name="Manjita Shrestha" userId="6bba5096-ac8c-4189-8210-97dcbe97ac25" providerId="ADAL" clId="{048BDDE5-6AAE-4BFD-9A54-A3D544FA9405}" dt="2026-09-18T22:08:56.127" v="4849" actId="1035"/>
          <ac:spMkLst>
            <pc:docMk/>
            <pc:sldMk cId="3831234211" sldId="633"/>
            <ac:spMk id="11" creationId="{42399182-7100-1FC0-53E3-8D8125B27A4A}"/>
          </ac:spMkLst>
        </pc:spChg>
        <pc:spChg chg="mod">
          <ac:chgData name="Manjita Shrestha" userId="6bba5096-ac8c-4189-8210-97dcbe97ac25" providerId="ADAL" clId="{048BDDE5-6AAE-4BFD-9A54-A3D544FA9405}" dt="2026-09-18T22:09:08.183" v="4873" actId="1035"/>
          <ac:spMkLst>
            <pc:docMk/>
            <pc:sldMk cId="3831234211" sldId="633"/>
            <ac:spMk id="12" creationId="{8AF8714C-7F11-BA6C-237A-43A3E2B8ED39}"/>
          </ac:spMkLst>
        </pc:spChg>
        <pc:spChg chg="mod">
          <ac:chgData name="Manjita Shrestha" userId="6bba5096-ac8c-4189-8210-97dcbe97ac25" providerId="ADAL" clId="{048BDDE5-6AAE-4BFD-9A54-A3D544FA9405}" dt="2026-09-18T22:08:33.195" v="4828" actId="14100"/>
          <ac:spMkLst>
            <pc:docMk/>
            <pc:sldMk cId="3831234211" sldId="633"/>
            <ac:spMk id="13" creationId="{D39B8A12-61FC-C49F-0DA3-07C49B18995E}"/>
          </ac:spMkLst>
        </pc:spChg>
        <pc:spChg chg="mod">
          <ac:chgData name="Manjita Shrestha" userId="6bba5096-ac8c-4189-8210-97dcbe97ac25" providerId="ADAL" clId="{048BDDE5-6AAE-4BFD-9A54-A3D544FA9405}" dt="2026-09-18T22:09:23.607" v="4879" actId="1035"/>
          <ac:spMkLst>
            <pc:docMk/>
            <pc:sldMk cId="3831234211" sldId="633"/>
            <ac:spMk id="14" creationId="{6158FEDF-908C-C45D-C48C-470758AD7576}"/>
          </ac:spMkLst>
        </pc:spChg>
        <pc:spChg chg="mod">
          <ac:chgData name="Manjita Shrestha" userId="6bba5096-ac8c-4189-8210-97dcbe97ac25" providerId="ADAL" clId="{048BDDE5-6AAE-4BFD-9A54-A3D544FA9405}" dt="2026-09-18T22:08:36.976" v="4829" actId="14100"/>
          <ac:spMkLst>
            <pc:docMk/>
            <pc:sldMk cId="3831234211" sldId="633"/>
            <ac:spMk id="15" creationId="{F8B39640-CB91-5556-58C1-7E037066F3A5}"/>
          </ac:spMkLst>
        </pc:spChg>
        <pc:spChg chg="mod">
          <ac:chgData name="Manjita Shrestha" userId="6bba5096-ac8c-4189-8210-97dcbe97ac25" providerId="ADAL" clId="{048BDDE5-6AAE-4BFD-9A54-A3D544FA9405}" dt="2026-09-18T22:09:23.607" v="4879" actId="1035"/>
          <ac:spMkLst>
            <pc:docMk/>
            <pc:sldMk cId="3831234211" sldId="633"/>
            <ac:spMk id="16" creationId="{ABCE3CCD-4265-1405-6174-768ECEF3CBCB}"/>
          </ac:spMkLst>
        </pc:spChg>
        <pc:cxnChg chg="mod">
          <ac:chgData name="Manjita Shrestha" userId="6bba5096-ac8c-4189-8210-97dcbe97ac25" providerId="ADAL" clId="{048BDDE5-6AAE-4BFD-9A54-A3D544FA9405}" dt="2026-09-18T22:09:30.186" v="4880" actId="14100"/>
          <ac:cxnSpMkLst>
            <pc:docMk/>
            <pc:sldMk cId="3831234211" sldId="633"/>
            <ac:cxnSpMk id="20" creationId="{9B1201BE-6679-5E4C-8E0D-79AC5FAE5D8C}"/>
          </ac:cxnSpMkLst>
        </pc:cxnChg>
      </pc:sldChg>
      <pc:sldChg chg="modSp mod">
        <pc:chgData name="Manjita Shrestha" userId="6bba5096-ac8c-4189-8210-97dcbe97ac25" providerId="ADAL" clId="{048BDDE5-6AAE-4BFD-9A54-A3D544FA9405}" dt="2026-09-17T13:37:23.563" v="702"/>
        <pc:sldMkLst>
          <pc:docMk/>
          <pc:sldMk cId="2654437990" sldId="668"/>
        </pc:sldMkLst>
        <pc:spChg chg="mod">
          <ac:chgData name="Manjita Shrestha" userId="6bba5096-ac8c-4189-8210-97dcbe97ac25" providerId="ADAL" clId="{048BDDE5-6AAE-4BFD-9A54-A3D544FA9405}" dt="2026-09-17T13:37:23.563" v="702"/>
          <ac:spMkLst>
            <pc:docMk/>
            <pc:sldMk cId="2654437990" sldId="668"/>
            <ac:spMk id="8" creationId="{873195DF-6B17-BB61-B725-1B7C944C16CE}"/>
          </ac:spMkLst>
        </pc:spChg>
      </pc:sldChg>
      <pc:sldChg chg="addSp modSp add mod">
        <pc:chgData name="Manjita Shrestha" userId="6bba5096-ac8c-4189-8210-97dcbe97ac25" providerId="ADAL" clId="{048BDDE5-6AAE-4BFD-9A54-A3D544FA9405}" dt="2026-09-18T21:35:39.884" v="3786" actId="5793"/>
        <pc:sldMkLst>
          <pc:docMk/>
          <pc:sldMk cId="4202257165" sldId="672"/>
        </pc:sldMkLst>
        <pc:spChg chg="mod">
          <ac:chgData name="Manjita Shrestha" userId="6bba5096-ac8c-4189-8210-97dcbe97ac25" providerId="ADAL" clId="{048BDDE5-6AAE-4BFD-9A54-A3D544FA9405}" dt="2026-09-18T21:35:39.884" v="3786" actId="5793"/>
          <ac:spMkLst>
            <pc:docMk/>
            <pc:sldMk cId="4202257165" sldId="672"/>
            <ac:spMk id="3" creationId="{00000000-0000-0000-0000-000000000000}"/>
          </ac:spMkLst>
        </pc:spChg>
        <pc:spChg chg="add mod">
          <ac:chgData name="Manjita Shrestha" userId="6bba5096-ac8c-4189-8210-97dcbe97ac25" providerId="ADAL" clId="{048BDDE5-6AAE-4BFD-9A54-A3D544FA9405}" dt="2026-09-18T21:33:21.261" v="3679" actId="20577"/>
          <ac:spMkLst>
            <pc:docMk/>
            <pc:sldMk cId="4202257165" sldId="672"/>
            <ac:spMk id="5" creationId="{59F98FD8-E947-F1E9-E2D5-E2341D1CA54E}"/>
          </ac:spMkLst>
        </pc:spChg>
      </pc:sldChg>
      <pc:sldChg chg="modSp mod">
        <pc:chgData name="Manjita Shrestha" userId="6bba5096-ac8c-4189-8210-97dcbe97ac25" providerId="ADAL" clId="{048BDDE5-6AAE-4BFD-9A54-A3D544FA9405}" dt="2026-09-17T13:35:58.288" v="661" actId="20577"/>
        <pc:sldMkLst>
          <pc:docMk/>
          <pc:sldMk cId="2495484400" sldId="706"/>
        </pc:sldMkLst>
        <pc:spChg chg="mod">
          <ac:chgData name="Manjita Shrestha" userId="6bba5096-ac8c-4189-8210-97dcbe97ac25" providerId="ADAL" clId="{048BDDE5-6AAE-4BFD-9A54-A3D544FA9405}" dt="2026-09-17T13:35:58.288" v="661" actId="20577"/>
          <ac:spMkLst>
            <pc:docMk/>
            <pc:sldMk cId="2495484400" sldId="706"/>
            <ac:spMk id="13" creationId="{FE90AAB8-84F3-5832-C718-2DE6A44E38D8}"/>
          </ac:spMkLst>
        </pc:spChg>
      </pc:sldChg>
      <pc:sldChg chg="modSp mod">
        <pc:chgData name="Manjita Shrestha" userId="6bba5096-ac8c-4189-8210-97dcbe97ac25" providerId="ADAL" clId="{048BDDE5-6AAE-4BFD-9A54-A3D544FA9405}" dt="2026-09-17T13:41:09.045" v="779"/>
        <pc:sldMkLst>
          <pc:docMk/>
          <pc:sldMk cId="2878542306" sldId="745"/>
        </pc:sldMkLst>
        <pc:spChg chg="mod">
          <ac:chgData name="Manjita Shrestha" userId="6bba5096-ac8c-4189-8210-97dcbe97ac25" providerId="ADAL" clId="{048BDDE5-6AAE-4BFD-9A54-A3D544FA9405}" dt="2026-09-17T13:41:09.045" v="779"/>
          <ac:spMkLst>
            <pc:docMk/>
            <pc:sldMk cId="2878542306" sldId="745"/>
            <ac:spMk id="6" creationId="{B757B261-6FE5-993C-0489-47C263167FB4}"/>
          </ac:spMkLst>
        </pc:spChg>
      </pc:sldChg>
      <pc:sldChg chg="modSp mod">
        <pc:chgData name="Manjita Shrestha" userId="6bba5096-ac8c-4189-8210-97dcbe97ac25" providerId="ADAL" clId="{048BDDE5-6AAE-4BFD-9A54-A3D544FA9405}" dt="2026-09-17T13:40:49.460" v="778" actId="20577"/>
        <pc:sldMkLst>
          <pc:docMk/>
          <pc:sldMk cId="3014917604" sldId="746"/>
        </pc:sldMkLst>
        <pc:spChg chg="mod">
          <ac:chgData name="Manjita Shrestha" userId="6bba5096-ac8c-4189-8210-97dcbe97ac25" providerId="ADAL" clId="{048BDDE5-6AAE-4BFD-9A54-A3D544FA9405}" dt="2026-09-17T13:40:49.460" v="778" actId="20577"/>
          <ac:spMkLst>
            <pc:docMk/>
            <pc:sldMk cId="3014917604" sldId="746"/>
            <ac:spMk id="2" creationId="{EFB197FA-9662-BA41-657A-6CFD591A510D}"/>
          </ac:spMkLst>
        </pc:spChg>
      </pc:sldChg>
      <pc:sldChg chg="modSp mod">
        <pc:chgData name="Manjita Shrestha" userId="6bba5096-ac8c-4189-8210-97dcbe97ac25" providerId="ADAL" clId="{048BDDE5-6AAE-4BFD-9A54-A3D544FA9405}" dt="2026-09-17T13:41:46.168" v="801" actId="115"/>
        <pc:sldMkLst>
          <pc:docMk/>
          <pc:sldMk cId="3688653595" sldId="748"/>
        </pc:sldMkLst>
        <pc:spChg chg="mod">
          <ac:chgData name="Manjita Shrestha" userId="6bba5096-ac8c-4189-8210-97dcbe97ac25" providerId="ADAL" clId="{048BDDE5-6AAE-4BFD-9A54-A3D544FA9405}" dt="2026-09-17T13:41:46.168" v="801" actId="115"/>
          <ac:spMkLst>
            <pc:docMk/>
            <pc:sldMk cId="3688653595" sldId="748"/>
            <ac:spMk id="2" creationId="{3E2F2679-D0C2-C686-0A0B-3A8DB04D022C}"/>
          </ac:spMkLst>
        </pc:spChg>
      </pc:sldChg>
      <pc:sldChg chg="modSp mod">
        <pc:chgData name="Manjita Shrestha" userId="6bba5096-ac8c-4189-8210-97dcbe97ac25" providerId="ADAL" clId="{048BDDE5-6AAE-4BFD-9A54-A3D544FA9405}" dt="2026-09-17T13:36:25.874" v="685" actId="20577"/>
        <pc:sldMkLst>
          <pc:docMk/>
          <pc:sldMk cId="1738492631" sldId="760"/>
        </pc:sldMkLst>
        <pc:spChg chg="mod">
          <ac:chgData name="Manjita Shrestha" userId="6bba5096-ac8c-4189-8210-97dcbe97ac25" providerId="ADAL" clId="{048BDDE5-6AAE-4BFD-9A54-A3D544FA9405}" dt="2026-09-17T13:36:25.874" v="685" actId="20577"/>
          <ac:spMkLst>
            <pc:docMk/>
            <pc:sldMk cId="1738492631" sldId="760"/>
            <ac:spMk id="8" creationId="{8CE3DFF5-9E34-319E-0F6C-604BBEA1F3D5}"/>
          </ac:spMkLst>
        </pc:spChg>
      </pc:sldChg>
      <pc:sldChg chg="modSp mod">
        <pc:chgData name="Manjita Shrestha" userId="6bba5096-ac8c-4189-8210-97dcbe97ac25" providerId="ADAL" clId="{048BDDE5-6AAE-4BFD-9A54-A3D544FA9405}" dt="2026-09-17T13:43:04.094" v="845"/>
        <pc:sldMkLst>
          <pc:docMk/>
          <pc:sldMk cId="1695462724" sldId="761"/>
        </pc:sldMkLst>
        <pc:spChg chg="mod">
          <ac:chgData name="Manjita Shrestha" userId="6bba5096-ac8c-4189-8210-97dcbe97ac25" providerId="ADAL" clId="{048BDDE5-6AAE-4BFD-9A54-A3D544FA9405}" dt="2026-09-17T13:43:04.094" v="845"/>
          <ac:spMkLst>
            <pc:docMk/>
            <pc:sldMk cId="1695462724" sldId="761"/>
            <ac:spMk id="3" creationId="{890A175F-9333-BBC6-4788-622DD942516B}"/>
          </ac:spMkLst>
        </pc:spChg>
      </pc:sldChg>
      <pc:sldChg chg="modSp mod ord">
        <pc:chgData name="Manjita Shrestha" userId="6bba5096-ac8c-4189-8210-97dcbe97ac25" providerId="ADAL" clId="{048BDDE5-6AAE-4BFD-9A54-A3D544FA9405}" dt="2026-09-17T13:38:32.189" v="718"/>
        <pc:sldMkLst>
          <pc:docMk/>
          <pc:sldMk cId="3306316428" sldId="762"/>
        </pc:sldMkLst>
        <pc:spChg chg="mod">
          <ac:chgData name="Manjita Shrestha" userId="6bba5096-ac8c-4189-8210-97dcbe97ac25" providerId="ADAL" clId="{048BDDE5-6AAE-4BFD-9A54-A3D544FA9405}" dt="2026-09-17T13:37:31.725" v="703"/>
          <ac:spMkLst>
            <pc:docMk/>
            <pc:sldMk cId="3306316428" sldId="762"/>
            <ac:spMk id="3" creationId="{FB959EE3-E978-545B-D7A1-DD08C30BF8CF}"/>
          </ac:spMkLst>
        </pc:spChg>
      </pc:sldChg>
      <pc:sldChg chg="modSp mod">
        <pc:chgData name="Manjita Shrestha" userId="6bba5096-ac8c-4189-8210-97dcbe97ac25" providerId="ADAL" clId="{048BDDE5-6AAE-4BFD-9A54-A3D544FA9405}" dt="2026-09-17T13:37:44.502" v="711" actId="20577"/>
        <pc:sldMkLst>
          <pc:docMk/>
          <pc:sldMk cId="1904502178" sldId="763"/>
        </pc:sldMkLst>
        <pc:spChg chg="mod">
          <ac:chgData name="Manjita Shrestha" userId="6bba5096-ac8c-4189-8210-97dcbe97ac25" providerId="ADAL" clId="{048BDDE5-6AAE-4BFD-9A54-A3D544FA9405}" dt="2026-09-17T13:37:44.502" v="711" actId="20577"/>
          <ac:spMkLst>
            <pc:docMk/>
            <pc:sldMk cId="1904502178" sldId="763"/>
            <ac:spMk id="9" creationId="{23290F7D-C65C-C27B-D036-4AC62E810C50}"/>
          </ac:spMkLst>
        </pc:spChg>
      </pc:sldChg>
      <pc:sldChg chg="modSp mod">
        <pc:chgData name="Manjita Shrestha" userId="6bba5096-ac8c-4189-8210-97dcbe97ac25" providerId="ADAL" clId="{048BDDE5-6AAE-4BFD-9A54-A3D544FA9405}" dt="2026-09-17T13:23:37.104" v="305" actId="1035"/>
        <pc:sldMkLst>
          <pc:docMk/>
          <pc:sldMk cId="2737356230" sldId="764"/>
        </pc:sldMkLst>
        <pc:spChg chg="mod">
          <ac:chgData name="Manjita Shrestha" userId="6bba5096-ac8c-4189-8210-97dcbe97ac25" providerId="ADAL" clId="{048BDDE5-6AAE-4BFD-9A54-A3D544FA9405}" dt="2026-09-17T13:23:37.104" v="305" actId="1035"/>
          <ac:spMkLst>
            <pc:docMk/>
            <pc:sldMk cId="2737356230" sldId="764"/>
            <ac:spMk id="4" creationId="{5D3A5A5C-6967-9517-4D17-196377CCF679}"/>
          </ac:spMkLst>
        </pc:spChg>
      </pc:sldChg>
      <pc:sldChg chg="addSp delSp modSp add mod ord">
        <pc:chgData name="Manjita Shrestha" userId="6bba5096-ac8c-4189-8210-97dcbe97ac25" providerId="ADAL" clId="{048BDDE5-6AAE-4BFD-9A54-A3D544FA9405}" dt="2026-09-24T15:42:38.436" v="6106"/>
        <pc:sldMkLst>
          <pc:docMk/>
          <pc:sldMk cId="997983192" sldId="766"/>
        </pc:sldMkLst>
        <pc:spChg chg="mod">
          <ac:chgData name="Manjita Shrestha" userId="6bba5096-ac8c-4189-8210-97dcbe97ac25" providerId="ADAL" clId="{048BDDE5-6AAE-4BFD-9A54-A3D544FA9405}" dt="2026-09-18T20:50:28.720" v="2907" actId="1035"/>
          <ac:spMkLst>
            <pc:docMk/>
            <pc:sldMk cId="997983192" sldId="766"/>
            <ac:spMk id="4" creationId="{F9CFD8D2-C9A9-A7CB-16B8-FB28546252D6}"/>
          </ac:spMkLst>
        </pc:spChg>
        <pc:spChg chg="mod">
          <ac:chgData name="Manjita Shrestha" userId="6bba5096-ac8c-4189-8210-97dcbe97ac25" providerId="ADAL" clId="{048BDDE5-6AAE-4BFD-9A54-A3D544FA9405}" dt="2026-09-18T20:50:16.728" v="2897" actId="14100"/>
          <ac:spMkLst>
            <pc:docMk/>
            <pc:sldMk cId="997983192" sldId="766"/>
            <ac:spMk id="5" creationId="{2587DD04-1251-706C-C803-748A7F304D47}"/>
          </ac:spMkLst>
        </pc:spChg>
        <pc:spChg chg="mod">
          <ac:chgData name="Manjita Shrestha" userId="6bba5096-ac8c-4189-8210-97dcbe97ac25" providerId="ADAL" clId="{048BDDE5-6AAE-4BFD-9A54-A3D544FA9405}" dt="2026-09-18T20:49:53.058" v="2885" actId="1035"/>
          <ac:spMkLst>
            <pc:docMk/>
            <pc:sldMk cId="997983192" sldId="766"/>
            <ac:spMk id="8" creationId="{0100B3C1-CBD7-4C71-BC34-3982CE607645}"/>
          </ac:spMkLst>
        </pc:spChg>
        <pc:spChg chg="add">
          <ac:chgData name="Manjita Shrestha" userId="6bba5096-ac8c-4189-8210-97dcbe97ac25" providerId="ADAL" clId="{048BDDE5-6AAE-4BFD-9A54-A3D544FA9405}" dt="2026-09-18T20:39:55.951" v="2322" actId="22"/>
          <ac:spMkLst>
            <pc:docMk/>
            <pc:sldMk cId="997983192" sldId="766"/>
            <ac:spMk id="22" creationId="{F8660DD8-F711-586B-B096-DCF11388C3EA}"/>
          </ac:spMkLst>
        </pc:spChg>
        <pc:grpChg chg="mod">
          <ac:chgData name="Manjita Shrestha" userId="6bba5096-ac8c-4189-8210-97dcbe97ac25" providerId="ADAL" clId="{048BDDE5-6AAE-4BFD-9A54-A3D544FA9405}" dt="2026-09-18T20:48:55.921" v="2780" actId="1038"/>
          <ac:grpSpMkLst>
            <pc:docMk/>
            <pc:sldMk cId="997983192" sldId="766"/>
            <ac:grpSpMk id="29" creationId="{22C12BCE-DD90-B5A2-D4F2-23F5A2D2396E}"/>
          </ac:grpSpMkLst>
        </pc:grpChg>
        <pc:grpChg chg="mod">
          <ac:chgData name="Manjita Shrestha" userId="6bba5096-ac8c-4189-8210-97dcbe97ac25" providerId="ADAL" clId="{048BDDE5-6AAE-4BFD-9A54-A3D544FA9405}" dt="2026-09-18T20:49:03.144" v="2781" actId="1076"/>
          <ac:grpSpMkLst>
            <pc:docMk/>
            <pc:sldMk cId="997983192" sldId="766"/>
            <ac:grpSpMk id="32" creationId="{436DAD38-B52E-8DD5-AC9B-3FF0065B9C97}"/>
          </ac:grpSpMkLst>
        </pc:grpChg>
        <pc:grpChg chg="mod">
          <ac:chgData name="Manjita Shrestha" userId="6bba5096-ac8c-4189-8210-97dcbe97ac25" providerId="ADAL" clId="{048BDDE5-6AAE-4BFD-9A54-A3D544FA9405}" dt="2026-09-18T20:48:55.921" v="2780" actId="1038"/>
          <ac:grpSpMkLst>
            <pc:docMk/>
            <pc:sldMk cId="997983192" sldId="766"/>
            <ac:grpSpMk id="41" creationId="{89714A51-FB78-D7F3-A5AE-AE7AA035F3DF}"/>
          </ac:grpSpMkLst>
        </pc:grpChg>
        <pc:grpChg chg="mod">
          <ac:chgData name="Manjita Shrestha" userId="6bba5096-ac8c-4189-8210-97dcbe97ac25" providerId="ADAL" clId="{048BDDE5-6AAE-4BFD-9A54-A3D544FA9405}" dt="2026-09-18T20:48:55.921" v="2780" actId="1038"/>
          <ac:grpSpMkLst>
            <pc:docMk/>
            <pc:sldMk cId="997983192" sldId="766"/>
            <ac:grpSpMk id="44" creationId="{B38A7273-AA6D-12B5-F15D-16A2763C5386}"/>
          </ac:grpSpMkLst>
        </pc:grpChg>
        <pc:picChg chg="mod">
          <ac:chgData name="Manjita Shrestha" userId="6bba5096-ac8c-4189-8210-97dcbe97ac25" providerId="ADAL" clId="{048BDDE5-6AAE-4BFD-9A54-A3D544FA9405}" dt="2026-09-18T20:48:34.870" v="2723" actId="1035"/>
          <ac:picMkLst>
            <pc:docMk/>
            <pc:sldMk cId="997983192" sldId="766"/>
            <ac:picMk id="7" creationId="{8DC40045-0351-4B3D-A54D-C9784A48BFD8}"/>
          </ac:picMkLst>
        </pc:picChg>
      </pc:sldChg>
      <pc:sldChg chg="modSp mod">
        <pc:chgData name="Manjita Shrestha" userId="6bba5096-ac8c-4189-8210-97dcbe97ac25" providerId="ADAL" clId="{048BDDE5-6AAE-4BFD-9A54-A3D544FA9405}" dt="2026-09-17T13:44:18.425" v="864" actId="255"/>
        <pc:sldMkLst>
          <pc:docMk/>
          <pc:sldMk cId="2553413662" sldId="768"/>
        </pc:sldMkLst>
        <pc:spChg chg="mod">
          <ac:chgData name="Manjita Shrestha" userId="6bba5096-ac8c-4189-8210-97dcbe97ac25" providerId="ADAL" clId="{048BDDE5-6AAE-4BFD-9A54-A3D544FA9405}" dt="2026-09-17T13:44:18.425" v="864" actId="255"/>
          <ac:spMkLst>
            <pc:docMk/>
            <pc:sldMk cId="2553413662" sldId="768"/>
            <ac:spMk id="3" creationId="{6A7A7858-A24F-3AC6-EB37-E26053A0AB2E}"/>
          </ac:spMkLst>
        </pc:spChg>
      </pc:sldChg>
      <pc:sldChg chg="modSp mod">
        <pc:chgData name="Manjita Shrestha" userId="6bba5096-ac8c-4189-8210-97dcbe97ac25" providerId="ADAL" clId="{048BDDE5-6AAE-4BFD-9A54-A3D544FA9405}" dt="2026-09-17T13:39:45.245" v="731"/>
        <pc:sldMkLst>
          <pc:docMk/>
          <pc:sldMk cId="733341544" sldId="770"/>
        </pc:sldMkLst>
        <pc:spChg chg="mod">
          <ac:chgData name="Manjita Shrestha" userId="6bba5096-ac8c-4189-8210-97dcbe97ac25" providerId="ADAL" clId="{048BDDE5-6AAE-4BFD-9A54-A3D544FA9405}" dt="2026-09-17T13:39:45.245" v="731"/>
          <ac:spMkLst>
            <pc:docMk/>
            <pc:sldMk cId="733341544" sldId="770"/>
            <ac:spMk id="3" creationId="{F780146B-9E22-17E5-3862-6C98188F5D92}"/>
          </ac:spMkLst>
        </pc:spChg>
      </pc:sldChg>
      <pc:sldChg chg="modSp mod">
        <pc:chgData name="Manjita Shrestha" userId="6bba5096-ac8c-4189-8210-97dcbe97ac25" providerId="ADAL" clId="{048BDDE5-6AAE-4BFD-9A54-A3D544FA9405}" dt="2026-09-17T13:43:12.917" v="846"/>
        <pc:sldMkLst>
          <pc:docMk/>
          <pc:sldMk cId="1897154523" sldId="771"/>
        </pc:sldMkLst>
        <pc:spChg chg="mod">
          <ac:chgData name="Manjita Shrestha" userId="6bba5096-ac8c-4189-8210-97dcbe97ac25" providerId="ADAL" clId="{048BDDE5-6AAE-4BFD-9A54-A3D544FA9405}" dt="2026-09-17T13:43:12.917" v="846"/>
          <ac:spMkLst>
            <pc:docMk/>
            <pc:sldMk cId="1897154523" sldId="771"/>
            <ac:spMk id="4" creationId="{E9F34811-1C5A-736C-F4F6-C1BE5C8DE3A9}"/>
          </ac:spMkLst>
        </pc:spChg>
      </pc:sldChg>
      <pc:sldChg chg="modSp mod">
        <pc:chgData name="Manjita Shrestha" userId="6bba5096-ac8c-4189-8210-97dcbe97ac25" providerId="ADAL" clId="{048BDDE5-6AAE-4BFD-9A54-A3D544FA9405}" dt="2026-09-17T13:44:07.662" v="862"/>
        <pc:sldMkLst>
          <pc:docMk/>
          <pc:sldMk cId="1134287107" sldId="772"/>
        </pc:sldMkLst>
        <pc:spChg chg="mod">
          <ac:chgData name="Manjita Shrestha" userId="6bba5096-ac8c-4189-8210-97dcbe97ac25" providerId="ADAL" clId="{048BDDE5-6AAE-4BFD-9A54-A3D544FA9405}" dt="2026-09-17T13:44:07.662" v="862"/>
          <ac:spMkLst>
            <pc:docMk/>
            <pc:sldMk cId="1134287107" sldId="772"/>
            <ac:spMk id="3" creationId="{9E397A80-E308-0B05-5F09-E22D27464A6F}"/>
          </ac:spMkLst>
        </pc:spChg>
      </pc:sldChg>
      <pc:sldChg chg="modSp mod">
        <pc:chgData name="Manjita Shrestha" userId="6bba5096-ac8c-4189-8210-97dcbe97ac25" providerId="ADAL" clId="{048BDDE5-6AAE-4BFD-9A54-A3D544FA9405}" dt="2026-09-17T13:36:44.265" v="695" actId="20577"/>
        <pc:sldMkLst>
          <pc:docMk/>
          <pc:sldMk cId="4048362181" sldId="775"/>
        </pc:sldMkLst>
        <pc:spChg chg="mod">
          <ac:chgData name="Manjita Shrestha" userId="6bba5096-ac8c-4189-8210-97dcbe97ac25" providerId="ADAL" clId="{048BDDE5-6AAE-4BFD-9A54-A3D544FA9405}" dt="2026-09-17T13:36:44.265" v="695" actId="20577"/>
          <ac:spMkLst>
            <pc:docMk/>
            <pc:sldMk cId="4048362181" sldId="775"/>
            <ac:spMk id="3" creationId="{DD8DE89B-F3B6-27DE-1AA5-C6A981123DE6}"/>
          </ac:spMkLst>
        </pc:spChg>
      </pc:sldChg>
      <pc:sldChg chg="addSp delSp modSp add mod delAnim modAnim">
        <pc:chgData name="Manjita Shrestha" userId="6bba5096-ac8c-4189-8210-97dcbe97ac25" providerId="ADAL" clId="{048BDDE5-6AAE-4BFD-9A54-A3D544FA9405}" dt="2026-09-24T15:34:34.795" v="5280" actId="20577"/>
        <pc:sldMkLst>
          <pc:docMk/>
          <pc:sldMk cId="4186177449" sldId="776"/>
        </pc:sldMkLst>
        <pc:spChg chg="add mod">
          <ac:chgData name="Manjita Shrestha" userId="6bba5096-ac8c-4189-8210-97dcbe97ac25" providerId="ADAL" clId="{048BDDE5-6AAE-4BFD-9A54-A3D544FA9405}" dt="2026-09-24T15:34:34.795" v="5280" actId="20577"/>
          <ac:spMkLst>
            <pc:docMk/>
            <pc:sldMk cId="4186177449" sldId="776"/>
            <ac:spMk id="2" creationId="{EF087A9F-6898-91C2-36A0-76594E962FD6}"/>
          </ac:spMkLst>
        </pc:spChg>
        <pc:spChg chg="mod">
          <ac:chgData name="Manjita Shrestha" userId="6bba5096-ac8c-4189-8210-97dcbe97ac25" providerId="ADAL" clId="{048BDDE5-6AAE-4BFD-9A54-A3D544FA9405}" dt="2026-09-18T19:40:24.749" v="987" actId="20577"/>
          <ac:spMkLst>
            <pc:docMk/>
            <pc:sldMk cId="4186177449" sldId="776"/>
            <ac:spMk id="4" creationId="{901EE5B1-B26C-F599-CDCF-CF491BCB40B9}"/>
          </ac:spMkLst>
        </pc:spChg>
        <pc:spChg chg="add mod">
          <ac:chgData name="Manjita Shrestha" userId="6bba5096-ac8c-4189-8210-97dcbe97ac25" providerId="ADAL" clId="{048BDDE5-6AAE-4BFD-9A54-A3D544FA9405}" dt="2026-09-18T20:47:12.479" v="2703" actId="1038"/>
          <ac:spMkLst>
            <pc:docMk/>
            <pc:sldMk cId="4186177449" sldId="776"/>
            <ac:spMk id="5" creationId="{9D78F152-5C87-87D1-8D80-CB6F8EA6B5FC}"/>
          </ac:spMkLst>
        </pc:spChg>
        <pc:spChg chg="mod">
          <ac:chgData name="Manjita Shrestha" userId="6bba5096-ac8c-4189-8210-97dcbe97ac25" providerId="ADAL" clId="{048BDDE5-6AAE-4BFD-9A54-A3D544FA9405}" dt="2026-09-18T19:41:08.895" v="1019" actId="1036"/>
          <ac:spMkLst>
            <pc:docMk/>
            <pc:sldMk cId="4186177449" sldId="776"/>
            <ac:spMk id="8" creationId="{5600DFA3-28E5-3A5E-3092-2F8AD37BA5F3}"/>
          </ac:spMkLst>
        </pc:spChg>
        <pc:spChg chg="mod">
          <ac:chgData name="Manjita Shrestha" userId="6bba5096-ac8c-4189-8210-97dcbe97ac25" providerId="ADAL" clId="{048BDDE5-6AAE-4BFD-9A54-A3D544FA9405}" dt="2026-09-18T19:44:07.879" v="1288" actId="1036"/>
          <ac:spMkLst>
            <pc:docMk/>
            <pc:sldMk cId="4186177449" sldId="776"/>
            <ac:spMk id="11" creationId="{35B9F1DA-0ABC-1908-0DBF-979424567FA4}"/>
          </ac:spMkLst>
        </pc:spChg>
        <pc:spChg chg="mod">
          <ac:chgData name="Manjita Shrestha" userId="6bba5096-ac8c-4189-8210-97dcbe97ac25" providerId="ADAL" clId="{048BDDE5-6AAE-4BFD-9A54-A3D544FA9405}" dt="2026-09-18T19:46:54.639" v="1530" actId="1035"/>
          <ac:spMkLst>
            <pc:docMk/>
            <pc:sldMk cId="4186177449" sldId="776"/>
            <ac:spMk id="12" creationId="{6F51DFAF-0F64-82BD-4ABF-1174D8DA40A5}"/>
          </ac:spMkLst>
        </pc:spChg>
        <pc:spChg chg="mod">
          <ac:chgData name="Manjita Shrestha" userId="6bba5096-ac8c-4189-8210-97dcbe97ac25" providerId="ADAL" clId="{048BDDE5-6AAE-4BFD-9A54-A3D544FA9405}" dt="2026-09-18T19:47:16.156" v="1542" actId="1035"/>
          <ac:spMkLst>
            <pc:docMk/>
            <pc:sldMk cId="4186177449" sldId="776"/>
            <ac:spMk id="13" creationId="{CFA6C353-F0DB-6A73-EC8C-ECFDC5ADD472}"/>
          </ac:spMkLst>
        </pc:spChg>
      </pc:sldChg>
      <pc:sldChg chg="addSp delSp modSp add mod">
        <pc:chgData name="Manjita Shrestha" userId="6bba5096-ac8c-4189-8210-97dcbe97ac25" providerId="ADAL" clId="{048BDDE5-6AAE-4BFD-9A54-A3D544FA9405}" dt="2026-09-18T20:57:13.291" v="2930" actId="255"/>
        <pc:sldMkLst>
          <pc:docMk/>
          <pc:sldMk cId="1322156535" sldId="780"/>
        </pc:sldMkLst>
        <pc:spChg chg="mod">
          <ac:chgData name="Manjita Shrestha" userId="6bba5096-ac8c-4189-8210-97dcbe97ac25" providerId="ADAL" clId="{048BDDE5-6AAE-4BFD-9A54-A3D544FA9405}" dt="2026-09-18T20:41:03.608" v="2369" actId="1036"/>
          <ac:spMkLst>
            <pc:docMk/>
            <pc:sldMk cId="1322156535" sldId="780"/>
            <ac:spMk id="3" creationId="{1B6100C0-17F4-C963-3252-80A92DE44FCF}"/>
          </ac:spMkLst>
        </pc:spChg>
        <pc:spChg chg="mod">
          <ac:chgData name="Manjita Shrestha" userId="6bba5096-ac8c-4189-8210-97dcbe97ac25" providerId="ADAL" clId="{048BDDE5-6AAE-4BFD-9A54-A3D544FA9405}" dt="2026-09-18T20:57:13.291" v="2930" actId="255"/>
          <ac:spMkLst>
            <pc:docMk/>
            <pc:sldMk cId="1322156535" sldId="780"/>
            <ac:spMk id="4" creationId="{1696E3F2-5C9D-9732-8AF5-4ED83F6F661C}"/>
          </ac:spMkLst>
        </pc:spChg>
        <pc:spChg chg="add mod">
          <ac:chgData name="Manjita Shrestha" userId="6bba5096-ac8c-4189-8210-97dcbe97ac25" providerId="ADAL" clId="{048BDDE5-6AAE-4BFD-9A54-A3D544FA9405}" dt="2026-09-18T20:41:22.653" v="2402" actId="1036"/>
          <ac:spMkLst>
            <pc:docMk/>
            <pc:sldMk cId="1322156535" sldId="780"/>
            <ac:spMk id="5" creationId="{418D42E6-24E9-4C49-E21E-33285F9EEC6E}"/>
          </ac:spMkLst>
        </pc:spChg>
      </pc:sldChg>
      <pc:sldChg chg="addSp delSp modSp add mod modAnim">
        <pc:chgData name="Manjita Shrestha" userId="6bba5096-ac8c-4189-8210-97dcbe97ac25" providerId="ADAL" clId="{048BDDE5-6AAE-4BFD-9A54-A3D544FA9405}" dt="2026-09-29T13:48:03.865" v="6699" actId="9405"/>
        <pc:sldMkLst>
          <pc:docMk/>
          <pc:sldMk cId="3155625107" sldId="785"/>
        </pc:sldMkLst>
        <pc:spChg chg="add del mod">
          <ac:chgData name="Manjita Shrestha" userId="6bba5096-ac8c-4189-8210-97dcbe97ac25" providerId="ADAL" clId="{048BDDE5-6AAE-4BFD-9A54-A3D544FA9405}" dt="2026-09-29T13:44:02.934" v="6649" actId="478"/>
          <ac:spMkLst>
            <pc:docMk/>
            <pc:sldMk cId="3155625107" sldId="785"/>
            <ac:spMk id="6" creationId="{9DF7BFD2-F7F9-09BD-AB62-6108C0C422DD}"/>
          </ac:spMkLst>
        </pc:spChg>
        <pc:spChg chg="add del mod">
          <ac:chgData name="Manjita Shrestha" userId="6bba5096-ac8c-4189-8210-97dcbe97ac25" providerId="ADAL" clId="{048BDDE5-6AAE-4BFD-9A54-A3D544FA9405}" dt="2026-09-29T13:45:45.555" v="6692" actId="478"/>
          <ac:spMkLst>
            <pc:docMk/>
            <pc:sldMk cId="3155625107" sldId="785"/>
            <ac:spMk id="23" creationId="{5523CD6B-9006-9615-E63D-B031128F7DC3}"/>
          </ac:spMkLst>
        </pc:spChg>
        <pc:spChg chg="add mod">
          <ac:chgData name="Manjita Shrestha" userId="6bba5096-ac8c-4189-8210-97dcbe97ac25" providerId="ADAL" clId="{048BDDE5-6AAE-4BFD-9A54-A3D544FA9405}" dt="2026-09-29T13:45:52.632" v="6694" actId="1076"/>
          <ac:spMkLst>
            <pc:docMk/>
            <pc:sldMk cId="3155625107" sldId="785"/>
            <ac:spMk id="24" creationId="{AEE119E4-C488-43EA-BBB1-375265687A50}"/>
          </ac:spMkLst>
        </pc:spChg>
        <pc:grpChg chg="mod">
          <ac:chgData name="Manjita Shrestha" userId="6bba5096-ac8c-4189-8210-97dcbe97ac25" providerId="ADAL" clId="{048BDDE5-6AAE-4BFD-9A54-A3D544FA9405}" dt="2026-09-29T13:45:52.632" v="6694" actId="1076"/>
          <ac:grpSpMkLst>
            <pc:docMk/>
            <pc:sldMk cId="3155625107" sldId="785"/>
            <ac:grpSpMk id="34" creationId="{978E3D1B-1CBD-571E-553D-9CCC9965E45F}"/>
          </ac:grpSpMkLst>
        </pc:grpChg>
        <pc:grpChg chg="mod">
          <ac:chgData name="Manjita Shrestha" userId="6bba5096-ac8c-4189-8210-97dcbe97ac25" providerId="ADAL" clId="{048BDDE5-6AAE-4BFD-9A54-A3D544FA9405}" dt="2026-09-18T21:31:40.980" v="3611" actId="1037"/>
          <ac:grpSpMkLst>
            <pc:docMk/>
            <pc:sldMk cId="3155625107" sldId="785"/>
            <ac:grpSpMk id="39" creationId="{C3774041-6CBC-AFFD-6586-B622A7A3C51F}"/>
          </ac:grpSpMkLst>
        </pc:grpChg>
        <pc:grpChg chg="mod">
          <ac:chgData name="Manjita Shrestha" userId="6bba5096-ac8c-4189-8210-97dcbe97ac25" providerId="ADAL" clId="{048BDDE5-6AAE-4BFD-9A54-A3D544FA9405}" dt="2026-09-29T13:45:52.632" v="6694" actId="1076"/>
          <ac:grpSpMkLst>
            <pc:docMk/>
            <pc:sldMk cId="3155625107" sldId="785"/>
            <ac:grpSpMk id="45" creationId="{22B40BFC-942F-27D8-5EE3-F37A0CDEDEBA}"/>
          </ac:grpSpMkLst>
        </pc:grpChg>
        <pc:grpChg chg="mod">
          <ac:chgData name="Manjita Shrestha" userId="6bba5096-ac8c-4189-8210-97dcbe97ac25" providerId="ADAL" clId="{048BDDE5-6AAE-4BFD-9A54-A3D544FA9405}" dt="2026-09-29T13:43:21.678" v="6591" actId="1076"/>
          <ac:grpSpMkLst>
            <pc:docMk/>
            <pc:sldMk cId="3155625107" sldId="785"/>
            <ac:grpSpMk id="65" creationId="{2F852C5D-ED24-79DC-58B9-4ABDB6D91C09}"/>
          </ac:grpSpMkLst>
        </pc:grpChg>
        <pc:grpChg chg="mod">
          <ac:chgData name="Manjita Shrestha" userId="6bba5096-ac8c-4189-8210-97dcbe97ac25" providerId="ADAL" clId="{048BDDE5-6AAE-4BFD-9A54-A3D544FA9405}" dt="2026-09-29T13:45:52.632" v="6694" actId="1076"/>
          <ac:grpSpMkLst>
            <pc:docMk/>
            <pc:sldMk cId="3155625107" sldId="785"/>
            <ac:grpSpMk id="84" creationId="{7BDBA012-52BA-0FCE-5BCC-E95D794B0064}"/>
          </ac:grpSpMkLst>
        </pc:grpChg>
        <pc:grpChg chg="mod">
          <ac:chgData name="Manjita Shrestha" userId="6bba5096-ac8c-4189-8210-97dcbe97ac25" providerId="ADAL" clId="{048BDDE5-6AAE-4BFD-9A54-A3D544FA9405}" dt="2026-09-29T13:43:52.268" v="6647" actId="1038"/>
          <ac:grpSpMkLst>
            <pc:docMk/>
            <pc:sldMk cId="3155625107" sldId="785"/>
            <ac:grpSpMk id="103" creationId="{C124881B-4E33-B152-05FA-CAF501194B97}"/>
          </ac:grpSpMkLst>
        </pc:grpChg>
        <pc:grpChg chg="mod">
          <ac:chgData name="Manjita Shrestha" userId="6bba5096-ac8c-4189-8210-97dcbe97ac25" providerId="ADAL" clId="{048BDDE5-6AAE-4BFD-9A54-A3D544FA9405}" dt="2026-09-29T13:45:52.632" v="6694" actId="1076"/>
          <ac:grpSpMkLst>
            <pc:docMk/>
            <pc:sldMk cId="3155625107" sldId="785"/>
            <ac:grpSpMk id="104" creationId="{D911C480-464D-BD08-BEFC-CFEE2662C0F1}"/>
          </ac:grpSpMkLst>
        </pc:grpChg>
        <pc:grpChg chg="mod">
          <ac:chgData name="Manjita Shrestha" userId="6bba5096-ac8c-4189-8210-97dcbe97ac25" providerId="ADAL" clId="{048BDDE5-6AAE-4BFD-9A54-A3D544FA9405}" dt="2026-09-29T13:43:52.268" v="6647" actId="1038"/>
          <ac:grpSpMkLst>
            <pc:docMk/>
            <pc:sldMk cId="3155625107" sldId="785"/>
            <ac:grpSpMk id="112" creationId="{AE765C35-6BBC-7C7B-0F51-3BB8647F2549}"/>
          </ac:grpSpMkLst>
        </pc:grpChg>
        <pc:grpChg chg="mod">
          <ac:chgData name="Manjita Shrestha" userId="6bba5096-ac8c-4189-8210-97dcbe97ac25" providerId="ADAL" clId="{048BDDE5-6AAE-4BFD-9A54-A3D544FA9405}" dt="2026-09-29T13:45:52.632" v="6694" actId="1076"/>
          <ac:grpSpMkLst>
            <pc:docMk/>
            <pc:sldMk cId="3155625107" sldId="785"/>
            <ac:grpSpMk id="126" creationId="{026E053C-9B37-CC74-8497-A1DB3202A8F1}"/>
          </ac:grpSpMkLst>
        </pc:grpChg>
        <pc:grpChg chg="del mod">
          <ac:chgData name="Manjita Shrestha" userId="6bba5096-ac8c-4189-8210-97dcbe97ac25" providerId="ADAL" clId="{048BDDE5-6AAE-4BFD-9A54-A3D544FA9405}" dt="2026-09-29T13:47:58.112" v="6696"/>
          <ac:grpSpMkLst>
            <pc:docMk/>
            <pc:sldMk cId="3155625107" sldId="785"/>
            <ac:grpSpMk id="141" creationId="{7B670853-1766-FEEC-A116-A18526E36FEA}"/>
          </ac:grpSpMkLst>
        </pc:grpChg>
        <pc:grpChg chg="mod">
          <ac:chgData name="Manjita Shrestha" userId="6bba5096-ac8c-4189-8210-97dcbe97ac25" providerId="ADAL" clId="{048BDDE5-6AAE-4BFD-9A54-A3D544FA9405}" dt="2026-09-29T13:45:52.632" v="6694" actId="1076"/>
          <ac:grpSpMkLst>
            <pc:docMk/>
            <pc:sldMk cId="3155625107" sldId="785"/>
            <ac:grpSpMk id="142" creationId="{8736C0B3-5A7F-6DD5-B290-CD253B3CDD6D}"/>
          </ac:grpSpMkLst>
        </pc:grpChg>
        <pc:grpChg chg="mod">
          <ac:chgData name="Manjita Shrestha" userId="6bba5096-ac8c-4189-8210-97dcbe97ac25" providerId="ADAL" clId="{048BDDE5-6AAE-4BFD-9A54-A3D544FA9405}" dt="2026-09-29T13:45:52.632" v="6694" actId="1076"/>
          <ac:grpSpMkLst>
            <pc:docMk/>
            <pc:sldMk cId="3155625107" sldId="785"/>
            <ac:grpSpMk id="143" creationId="{BE5CF2B6-A2C3-9BD0-119B-872721517697}"/>
          </ac:grpSpMkLst>
        </pc:grpChg>
        <pc:grpChg chg="mod">
          <ac:chgData name="Manjita Shrestha" userId="6bba5096-ac8c-4189-8210-97dcbe97ac25" providerId="ADAL" clId="{048BDDE5-6AAE-4BFD-9A54-A3D544FA9405}" dt="2026-09-29T13:48:01.968" v="6698"/>
          <ac:grpSpMkLst>
            <pc:docMk/>
            <pc:sldMk cId="3155625107" sldId="785"/>
            <ac:grpSpMk id="178" creationId="{A4D28D31-55B5-49E9-676A-A9DE6A2A1AD5}"/>
          </ac:grpSpMkLst>
        </pc:grpChg>
        <pc:grpChg chg="mod">
          <ac:chgData name="Manjita Shrestha" userId="6bba5096-ac8c-4189-8210-97dcbe97ac25" providerId="ADAL" clId="{048BDDE5-6AAE-4BFD-9A54-A3D544FA9405}" dt="2026-09-29T13:45:52.632" v="6694" actId="1076"/>
          <ac:grpSpMkLst>
            <pc:docMk/>
            <pc:sldMk cId="3155625107" sldId="785"/>
            <ac:grpSpMk id="240" creationId="{75EF8D8F-B0E6-E682-28AB-9D86C8812268}"/>
          </ac:grpSpMkLst>
        </pc:grpChg>
        <pc:picChg chg="add mod">
          <ac:chgData name="Manjita Shrestha" userId="6bba5096-ac8c-4189-8210-97dcbe97ac25" providerId="ADAL" clId="{048BDDE5-6AAE-4BFD-9A54-A3D544FA9405}" dt="2026-09-29T13:45:52.632" v="6694" actId="1076"/>
          <ac:picMkLst>
            <pc:docMk/>
            <pc:sldMk cId="3155625107" sldId="785"/>
            <ac:picMk id="32" creationId="{171D483E-8AF2-CDDC-3C64-7B6A7A967FE2}"/>
          </ac:picMkLst>
        </pc:picChg>
        <pc:inkChg chg="del">
          <ac:chgData name="Manjita Shrestha" userId="6bba5096-ac8c-4189-8210-97dcbe97ac25" providerId="ADAL" clId="{048BDDE5-6AAE-4BFD-9A54-A3D544FA9405}" dt="2026-09-29T13:46:51.063" v="6695" actId="478"/>
          <ac:inkMkLst>
            <pc:docMk/>
            <pc:sldMk cId="3155625107" sldId="785"/>
            <ac:inkMk id="2" creationId="{8DB46C55-35C3-BF24-3150-8992D697A890}"/>
          </ac:inkMkLst>
        </pc:inkChg>
        <pc:inkChg chg="add">
          <ac:chgData name="Manjita Shrestha" userId="6bba5096-ac8c-4189-8210-97dcbe97ac25" providerId="ADAL" clId="{048BDDE5-6AAE-4BFD-9A54-A3D544FA9405}" dt="2026-09-29T13:48:00.571" v="6697" actId="9405"/>
          <ac:inkMkLst>
            <pc:docMk/>
            <pc:sldMk cId="3155625107" sldId="785"/>
            <ac:inkMk id="31" creationId="{942EA137-728D-C09A-E8BD-B7E3E4661A00}"/>
          </ac:inkMkLst>
        </pc:inkChg>
        <pc:inkChg chg="mod">
          <ac:chgData name="Manjita Shrestha" userId="6bba5096-ac8c-4189-8210-97dcbe97ac25" providerId="ADAL" clId="{048BDDE5-6AAE-4BFD-9A54-A3D544FA9405}" dt="2026-09-29T13:44:10.087" v="6686" actId="1037"/>
          <ac:inkMkLst>
            <pc:docMk/>
            <pc:sldMk cId="3155625107" sldId="785"/>
            <ac:inkMk id="35" creationId="{CE268FD5-1A52-8B41-7F68-50467A8E83A3}"/>
          </ac:inkMkLst>
        </pc:inkChg>
        <pc:inkChg chg="add">
          <ac:chgData name="Manjita Shrestha" userId="6bba5096-ac8c-4189-8210-97dcbe97ac25" providerId="ADAL" clId="{048BDDE5-6AAE-4BFD-9A54-A3D544FA9405}" dt="2026-09-29T13:48:03.865" v="6699" actId="9405"/>
          <ac:inkMkLst>
            <pc:docMk/>
            <pc:sldMk cId="3155625107" sldId="785"/>
            <ac:inkMk id="46" creationId="{02BA3F98-031A-8919-D9A7-68D30E443E24}"/>
          </ac:inkMkLst>
        </pc:inkChg>
        <pc:inkChg chg="mod">
          <ac:chgData name="Manjita Shrestha" userId="6bba5096-ac8c-4189-8210-97dcbe97ac25" providerId="ADAL" clId="{048BDDE5-6AAE-4BFD-9A54-A3D544FA9405}" dt="2026-09-29T13:47:58.112" v="6696"/>
          <ac:inkMkLst>
            <pc:docMk/>
            <pc:sldMk cId="3155625107" sldId="785"/>
            <ac:inkMk id="139" creationId="{80D97E05-D61F-80C8-E30C-EE8473356AA4}"/>
          </ac:inkMkLst>
        </pc:inkChg>
        <pc:inkChg chg="del">
          <ac:chgData name="Manjita Shrestha" userId="6bba5096-ac8c-4189-8210-97dcbe97ac25" providerId="ADAL" clId="{048BDDE5-6AAE-4BFD-9A54-A3D544FA9405}" dt="2026-09-29T13:47:58.112" v="6696"/>
          <ac:inkMkLst>
            <pc:docMk/>
            <pc:sldMk cId="3155625107" sldId="785"/>
            <ac:inkMk id="140" creationId="{D52CA8EF-8A54-D32B-AD8C-9375D1EB2C95}"/>
          </ac:inkMkLst>
        </pc:inkChg>
        <pc:inkChg chg="mod">
          <ac:chgData name="Manjita Shrestha" userId="6bba5096-ac8c-4189-8210-97dcbe97ac25" providerId="ADAL" clId="{048BDDE5-6AAE-4BFD-9A54-A3D544FA9405}" dt="2026-09-29T13:48:01.968" v="6698"/>
          <ac:inkMkLst>
            <pc:docMk/>
            <pc:sldMk cId="3155625107" sldId="785"/>
            <ac:inkMk id="153" creationId="{820674ED-5A14-A97E-2DFF-6AC380A462E4}"/>
          </ac:inkMkLst>
        </pc:inkChg>
        <pc:inkChg chg="del">
          <ac:chgData name="Manjita Shrestha" userId="6bba5096-ac8c-4189-8210-97dcbe97ac25" providerId="ADAL" clId="{048BDDE5-6AAE-4BFD-9A54-A3D544FA9405}" dt="2026-09-29T13:48:01.968" v="6698"/>
          <ac:inkMkLst>
            <pc:docMk/>
            <pc:sldMk cId="3155625107" sldId="785"/>
            <ac:inkMk id="156" creationId="{EEDF2BF9-A8AD-5CF9-0CF6-AFA701180DE9}"/>
          </ac:inkMkLst>
        </pc:inkChg>
        <pc:inkChg chg="mod">
          <ac:chgData name="Manjita Shrestha" userId="6bba5096-ac8c-4189-8210-97dcbe97ac25" providerId="ADAL" clId="{048BDDE5-6AAE-4BFD-9A54-A3D544FA9405}" dt="2026-09-29T13:48:01.968" v="6698"/>
          <ac:inkMkLst>
            <pc:docMk/>
            <pc:sldMk cId="3155625107" sldId="785"/>
            <ac:inkMk id="157" creationId="{1D620FB5-A8B9-4611-D525-54B6A979DA1A}"/>
          </ac:inkMkLst>
        </pc:inkChg>
        <pc:inkChg chg="mod">
          <ac:chgData name="Manjita Shrestha" userId="6bba5096-ac8c-4189-8210-97dcbe97ac25" providerId="ADAL" clId="{048BDDE5-6AAE-4BFD-9A54-A3D544FA9405}" dt="2026-09-29T13:48:01.968" v="6698"/>
          <ac:inkMkLst>
            <pc:docMk/>
            <pc:sldMk cId="3155625107" sldId="785"/>
            <ac:inkMk id="159" creationId="{9A03CF76-DC0E-2EBD-2302-B2B22DE6F760}"/>
          </ac:inkMkLst>
        </pc:inkChg>
        <pc:inkChg chg="mod">
          <ac:chgData name="Manjita Shrestha" userId="6bba5096-ac8c-4189-8210-97dcbe97ac25" providerId="ADAL" clId="{048BDDE5-6AAE-4BFD-9A54-A3D544FA9405}" dt="2026-09-29T13:48:01.968" v="6698"/>
          <ac:inkMkLst>
            <pc:docMk/>
            <pc:sldMk cId="3155625107" sldId="785"/>
            <ac:inkMk id="160" creationId="{326AC34C-5379-F1DF-1EBC-25926AB373FE}"/>
          </ac:inkMkLst>
        </pc:inkChg>
        <pc:inkChg chg="mod">
          <ac:chgData name="Manjita Shrestha" userId="6bba5096-ac8c-4189-8210-97dcbe97ac25" providerId="ADAL" clId="{048BDDE5-6AAE-4BFD-9A54-A3D544FA9405}" dt="2026-09-29T13:48:01.968" v="6698"/>
          <ac:inkMkLst>
            <pc:docMk/>
            <pc:sldMk cId="3155625107" sldId="785"/>
            <ac:inkMk id="165" creationId="{2A2A6848-A42A-A8BF-870D-76535A56EF43}"/>
          </ac:inkMkLst>
        </pc:inkChg>
        <pc:inkChg chg="mod">
          <ac:chgData name="Manjita Shrestha" userId="6bba5096-ac8c-4189-8210-97dcbe97ac25" providerId="ADAL" clId="{048BDDE5-6AAE-4BFD-9A54-A3D544FA9405}" dt="2026-09-29T13:48:01.968" v="6698"/>
          <ac:inkMkLst>
            <pc:docMk/>
            <pc:sldMk cId="3155625107" sldId="785"/>
            <ac:inkMk id="166" creationId="{0A90BFF6-0DD6-FE41-D8F9-DE2FEEDB4BFB}"/>
          </ac:inkMkLst>
        </pc:inkChg>
        <pc:inkChg chg="mod">
          <ac:chgData name="Manjita Shrestha" userId="6bba5096-ac8c-4189-8210-97dcbe97ac25" providerId="ADAL" clId="{048BDDE5-6AAE-4BFD-9A54-A3D544FA9405}" dt="2026-09-29T13:48:01.968" v="6698"/>
          <ac:inkMkLst>
            <pc:docMk/>
            <pc:sldMk cId="3155625107" sldId="785"/>
            <ac:inkMk id="170" creationId="{B1AA0EAC-FE5F-5E51-9198-39657FA80EE1}"/>
          </ac:inkMkLst>
        </pc:inkChg>
        <pc:inkChg chg="mod">
          <ac:chgData name="Manjita Shrestha" userId="6bba5096-ac8c-4189-8210-97dcbe97ac25" providerId="ADAL" clId="{048BDDE5-6AAE-4BFD-9A54-A3D544FA9405}" dt="2026-09-29T13:48:01.968" v="6698"/>
          <ac:inkMkLst>
            <pc:docMk/>
            <pc:sldMk cId="3155625107" sldId="785"/>
            <ac:inkMk id="173" creationId="{E31424E9-D568-68C2-6D10-1C3C7F455438}"/>
          </ac:inkMkLst>
        </pc:inkChg>
        <pc:cxnChg chg="add mod">
          <ac:chgData name="Manjita Shrestha" userId="6bba5096-ac8c-4189-8210-97dcbe97ac25" providerId="ADAL" clId="{048BDDE5-6AAE-4BFD-9A54-A3D544FA9405}" dt="2026-09-29T13:44:58.032" v="6689" actId="693"/>
          <ac:cxnSpMkLst>
            <pc:docMk/>
            <pc:sldMk cId="3155625107" sldId="785"/>
            <ac:cxnSpMk id="10" creationId="{FCB1DA58-FC5D-4FF6-9546-4E0F3B73C2B2}"/>
          </ac:cxnSpMkLst>
        </pc:cxnChg>
      </pc:sldChg>
      <pc:sldChg chg="modSp mod">
        <pc:chgData name="Manjita Shrestha" userId="6bba5096-ac8c-4189-8210-97dcbe97ac25" providerId="ADAL" clId="{048BDDE5-6AAE-4BFD-9A54-A3D544FA9405}" dt="2026-09-17T13:33:38.350" v="639" actId="1036"/>
        <pc:sldMkLst>
          <pc:docMk/>
          <pc:sldMk cId="19214908" sldId="794"/>
        </pc:sldMkLst>
        <pc:spChg chg="mod">
          <ac:chgData name="Manjita Shrestha" userId="6bba5096-ac8c-4189-8210-97dcbe97ac25" providerId="ADAL" clId="{048BDDE5-6AAE-4BFD-9A54-A3D544FA9405}" dt="2026-09-17T13:33:38.350" v="639" actId="1036"/>
          <ac:spMkLst>
            <pc:docMk/>
            <pc:sldMk cId="19214908" sldId="794"/>
            <ac:spMk id="2" creationId="{0966838B-4C92-5D94-ED41-7791B980B200}"/>
          </ac:spMkLst>
        </pc:spChg>
      </pc:sldChg>
      <pc:sldChg chg="modSp mod">
        <pc:chgData name="Manjita Shrestha" userId="6bba5096-ac8c-4189-8210-97dcbe97ac25" providerId="ADAL" clId="{048BDDE5-6AAE-4BFD-9A54-A3D544FA9405}" dt="2026-09-17T13:35:21.795" v="647" actId="20577"/>
        <pc:sldMkLst>
          <pc:docMk/>
          <pc:sldMk cId="2651413815" sldId="795"/>
        </pc:sldMkLst>
        <pc:spChg chg="mod">
          <ac:chgData name="Manjita Shrestha" userId="6bba5096-ac8c-4189-8210-97dcbe97ac25" providerId="ADAL" clId="{048BDDE5-6AAE-4BFD-9A54-A3D544FA9405}" dt="2026-09-17T13:35:21.795" v="647" actId="20577"/>
          <ac:spMkLst>
            <pc:docMk/>
            <pc:sldMk cId="2651413815" sldId="795"/>
            <ac:spMk id="2" creationId="{ED70AC1E-6AFA-7FFF-6F43-496396852A0C}"/>
          </ac:spMkLst>
        </pc:spChg>
      </pc:sldChg>
      <pc:sldChg chg="modSp mod">
        <pc:chgData name="Manjita Shrestha" userId="6bba5096-ac8c-4189-8210-97dcbe97ac25" providerId="ADAL" clId="{048BDDE5-6AAE-4BFD-9A54-A3D544FA9405}" dt="2026-09-17T13:34:31.922" v="643" actId="207"/>
        <pc:sldMkLst>
          <pc:docMk/>
          <pc:sldMk cId="2028678739" sldId="796"/>
        </pc:sldMkLst>
        <pc:spChg chg="mod">
          <ac:chgData name="Manjita Shrestha" userId="6bba5096-ac8c-4189-8210-97dcbe97ac25" providerId="ADAL" clId="{048BDDE5-6AAE-4BFD-9A54-A3D544FA9405}" dt="2026-09-17T13:34:31.922" v="643" actId="207"/>
          <ac:spMkLst>
            <pc:docMk/>
            <pc:sldMk cId="2028678739" sldId="796"/>
            <ac:spMk id="2" creationId="{68433F2F-AE42-C0F6-AC3B-C80F424C127D}"/>
          </ac:spMkLst>
        </pc:spChg>
        <pc:spChg chg="mod">
          <ac:chgData name="Manjita Shrestha" userId="6bba5096-ac8c-4189-8210-97dcbe97ac25" providerId="ADAL" clId="{048BDDE5-6AAE-4BFD-9A54-A3D544FA9405}" dt="2026-09-17T13:15:36.027" v="88" actId="1035"/>
          <ac:spMkLst>
            <pc:docMk/>
            <pc:sldMk cId="2028678739" sldId="796"/>
            <ac:spMk id="3" creationId="{39C90F62-F86B-0CB2-920B-A6D4917C178A}"/>
          </ac:spMkLst>
        </pc:spChg>
      </pc:sldChg>
      <pc:sldChg chg="modSp mod">
        <pc:chgData name="Manjita Shrestha" userId="6bba5096-ac8c-4189-8210-97dcbe97ac25" providerId="ADAL" clId="{048BDDE5-6AAE-4BFD-9A54-A3D544FA9405}" dt="2026-09-17T13:39:15.053" v="729" actId="20577"/>
        <pc:sldMkLst>
          <pc:docMk/>
          <pc:sldMk cId="3190364556" sldId="797"/>
        </pc:sldMkLst>
        <pc:spChg chg="mod">
          <ac:chgData name="Manjita Shrestha" userId="6bba5096-ac8c-4189-8210-97dcbe97ac25" providerId="ADAL" clId="{048BDDE5-6AAE-4BFD-9A54-A3D544FA9405}" dt="2026-09-17T13:39:15.053" v="729" actId="20577"/>
          <ac:spMkLst>
            <pc:docMk/>
            <pc:sldMk cId="3190364556" sldId="797"/>
            <ac:spMk id="2" creationId="{0FCDB7FD-64FE-6407-4060-0613530BA665}"/>
          </ac:spMkLst>
        </pc:spChg>
      </pc:sldChg>
      <pc:sldChg chg="modSp mod">
        <pc:chgData name="Manjita Shrestha" userId="6bba5096-ac8c-4189-8210-97dcbe97ac25" providerId="ADAL" clId="{048BDDE5-6AAE-4BFD-9A54-A3D544FA9405}" dt="2026-09-17T13:40:02.861" v="744" actId="1036"/>
        <pc:sldMkLst>
          <pc:docMk/>
          <pc:sldMk cId="1909649915" sldId="798"/>
        </pc:sldMkLst>
        <pc:spChg chg="mod">
          <ac:chgData name="Manjita Shrestha" userId="6bba5096-ac8c-4189-8210-97dcbe97ac25" providerId="ADAL" clId="{048BDDE5-6AAE-4BFD-9A54-A3D544FA9405}" dt="2026-09-17T13:39:58.801" v="733" actId="255"/>
          <ac:spMkLst>
            <pc:docMk/>
            <pc:sldMk cId="1909649915" sldId="798"/>
            <ac:spMk id="4" creationId="{F4A7F7EC-7860-E686-8D59-3EBF56589D85}"/>
          </ac:spMkLst>
        </pc:spChg>
        <pc:picChg chg="mod">
          <ac:chgData name="Manjita Shrestha" userId="6bba5096-ac8c-4189-8210-97dcbe97ac25" providerId="ADAL" clId="{048BDDE5-6AAE-4BFD-9A54-A3D544FA9405}" dt="2026-09-17T13:40:02.861" v="744" actId="1036"/>
          <ac:picMkLst>
            <pc:docMk/>
            <pc:sldMk cId="1909649915" sldId="798"/>
            <ac:picMk id="2" creationId="{1C1ECCFC-F490-821E-BC06-6EFA47ADB5B1}"/>
          </ac:picMkLst>
        </pc:picChg>
      </pc:sldChg>
      <pc:sldChg chg="addSp delSp modSp mod">
        <pc:chgData name="Manjita Shrestha" userId="6bba5096-ac8c-4189-8210-97dcbe97ac25" providerId="ADAL" clId="{048BDDE5-6AAE-4BFD-9A54-A3D544FA9405}" dt="2026-09-17T13:42:44.917" v="841"/>
        <pc:sldMkLst>
          <pc:docMk/>
          <pc:sldMk cId="3672406204" sldId="799"/>
        </pc:sldMkLst>
        <pc:spChg chg="add mod">
          <ac:chgData name="Manjita Shrestha" userId="6bba5096-ac8c-4189-8210-97dcbe97ac25" providerId="ADAL" clId="{048BDDE5-6AAE-4BFD-9A54-A3D544FA9405}" dt="2026-09-17T13:42:44.917" v="841"/>
          <ac:spMkLst>
            <pc:docMk/>
            <pc:sldMk cId="3672406204" sldId="799"/>
            <ac:spMk id="5" creationId="{46BC5057-896E-B38B-ED2D-CA385AC7DC20}"/>
          </ac:spMkLst>
        </pc:spChg>
      </pc:sldChg>
      <pc:sldChg chg="modSp mod">
        <pc:chgData name="Manjita Shrestha" userId="6bba5096-ac8c-4189-8210-97dcbe97ac25" providerId="ADAL" clId="{048BDDE5-6AAE-4BFD-9A54-A3D544FA9405}" dt="2026-09-17T13:43:28.130" v="848"/>
        <pc:sldMkLst>
          <pc:docMk/>
          <pc:sldMk cId="3252323503" sldId="800"/>
        </pc:sldMkLst>
        <pc:spChg chg="mod">
          <ac:chgData name="Manjita Shrestha" userId="6bba5096-ac8c-4189-8210-97dcbe97ac25" providerId="ADAL" clId="{048BDDE5-6AAE-4BFD-9A54-A3D544FA9405}" dt="2026-09-17T13:43:28.130" v="848"/>
          <ac:spMkLst>
            <pc:docMk/>
            <pc:sldMk cId="3252323503" sldId="800"/>
            <ac:spMk id="3" creationId="{CA36996B-0DE6-31AC-BF6C-DAE5ADCE8D38}"/>
          </ac:spMkLst>
        </pc:spChg>
      </pc:sldChg>
      <pc:sldChg chg="modSp mod">
        <pc:chgData name="Manjita Shrestha" userId="6bba5096-ac8c-4189-8210-97dcbe97ac25" providerId="ADAL" clId="{048BDDE5-6AAE-4BFD-9A54-A3D544FA9405}" dt="2026-09-18T21:08:27.327" v="3083" actId="255"/>
        <pc:sldMkLst>
          <pc:docMk/>
          <pc:sldMk cId="4285835096" sldId="801"/>
        </pc:sldMkLst>
        <pc:spChg chg="mod">
          <ac:chgData name="Manjita Shrestha" userId="6bba5096-ac8c-4189-8210-97dcbe97ac25" providerId="ADAL" clId="{048BDDE5-6AAE-4BFD-9A54-A3D544FA9405}" dt="2026-09-18T21:08:27.327" v="3083" actId="255"/>
          <ac:spMkLst>
            <pc:docMk/>
            <pc:sldMk cId="4285835096" sldId="801"/>
            <ac:spMk id="4" creationId="{219F891E-794C-A867-5FF4-051F342B07FD}"/>
          </ac:spMkLst>
        </pc:spChg>
      </pc:sldChg>
      <pc:sldChg chg="addSp delSp modSp mod">
        <pc:chgData name="Manjita Shrestha" userId="6bba5096-ac8c-4189-8210-97dcbe97ac25" providerId="ADAL" clId="{048BDDE5-6AAE-4BFD-9A54-A3D544FA9405}" dt="2026-09-18T21:22:40.190" v="3368" actId="20577"/>
        <pc:sldMkLst>
          <pc:docMk/>
          <pc:sldMk cId="1383191684" sldId="802"/>
        </pc:sldMkLst>
        <pc:spChg chg="mod">
          <ac:chgData name="Manjita Shrestha" userId="6bba5096-ac8c-4189-8210-97dcbe97ac25" providerId="ADAL" clId="{048BDDE5-6AAE-4BFD-9A54-A3D544FA9405}" dt="2026-09-18T21:08:42.427" v="3085" actId="20577"/>
          <ac:spMkLst>
            <pc:docMk/>
            <pc:sldMk cId="1383191684" sldId="802"/>
            <ac:spMk id="2" creationId="{BC426F58-5CA1-8BE7-F5E8-85EA43631A01}"/>
          </ac:spMkLst>
        </pc:spChg>
        <pc:spChg chg="mod">
          <ac:chgData name="Manjita Shrestha" userId="6bba5096-ac8c-4189-8210-97dcbe97ac25" providerId="ADAL" clId="{048BDDE5-6AAE-4BFD-9A54-A3D544FA9405}" dt="2026-09-18T21:22:40.190" v="3368" actId="20577"/>
          <ac:spMkLst>
            <pc:docMk/>
            <pc:sldMk cId="1383191684" sldId="802"/>
            <ac:spMk id="3" creationId="{E31941C2-4B73-7B92-DEB4-3A5F34573A7B}"/>
          </ac:spMkLst>
        </pc:spChg>
      </pc:sldChg>
      <pc:sldChg chg="modSp mod">
        <pc:chgData name="Manjita Shrestha" userId="6bba5096-ac8c-4189-8210-97dcbe97ac25" providerId="ADAL" clId="{048BDDE5-6AAE-4BFD-9A54-A3D544FA9405}" dt="2026-09-18T20:56:40.959" v="2926" actId="255"/>
        <pc:sldMkLst>
          <pc:docMk/>
          <pc:sldMk cId="4186020447" sldId="804"/>
        </pc:sldMkLst>
        <pc:spChg chg="mod">
          <ac:chgData name="Manjita Shrestha" userId="6bba5096-ac8c-4189-8210-97dcbe97ac25" providerId="ADAL" clId="{048BDDE5-6AAE-4BFD-9A54-A3D544FA9405}" dt="2026-09-18T20:56:40.959" v="2926" actId="255"/>
          <ac:spMkLst>
            <pc:docMk/>
            <pc:sldMk cId="4186020447" sldId="804"/>
            <ac:spMk id="2" creationId="{A4822A06-59E3-FC6A-D146-4E7CFB1984DE}"/>
          </ac:spMkLst>
        </pc:spChg>
        <pc:spChg chg="mod">
          <ac:chgData name="Manjita Shrestha" userId="6bba5096-ac8c-4189-8210-97dcbe97ac25" providerId="ADAL" clId="{048BDDE5-6AAE-4BFD-9A54-A3D544FA9405}" dt="2026-09-18T20:42:55.967" v="2435" actId="20577"/>
          <ac:spMkLst>
            <pc:docMk/>
            <pc:sldMk cId="4186020447" sldId="804"/>
            <ac:spMk id="3" creationId="{E0278121-04F4-321F-C7FC-DEDF208EA64A}"/>
          </ac:spMkLst>
        </pc:spChg>
      </pc:sldChg>
      <pc:sldChg chg="addSp delSp modSp add mod">
        <pc:chgData name="Manjita Shrestha" userId="6bba5096-ac8c-4189-8210-97dcbe97ac25" providerId="ADAL" clId="{048BDDE5-6AAE-4BFD-9A54-A3D544FA9405}" dt="2026-09-24T15:34:53.603" v="5292" actId="20577"/>
        <pc:sldMkLst>
          <pc:docMk/>
          <pc:sldMk cId="2308962607" sldId="805"/>
        </pc:sldMkLst>
        <pc:spChg chg="mod">
          <ac:chgData name="Manjita Shrestha" userId="6bba5096-ac8c-4189-8210-97dcbe97ac25" providerId="ADAL" clId="{048BDDE5-6AAE-4BFD-9A54-A3D544FA9405}" dt="2026-09-24T15:34:53.603" v="5292" actId="20577"/>
          <ac:spMkLst>
            <pc:docMk/>
            <pc:sldMk cId="2308962607" sldId="805"/>
            <ac:spMk id="3" creationId="{1B6100C0-17F4-C963-3252-80A92DE44FCF}"/>
          </ac:spMkLst>
        </pc:spChg>
        <pc:spChg chg="mod">
          <ac:chgData name="Manjita Shrestha" userId="6bba5096-ac8c-4189-8210-97dcbe97ac25" providerId="ADAL" clId="{048BDDE5-6AAE-4BFD-9A54-A3D544FA9405}" dt="2026-09-18T20:33:14.191" v="2174" actId="114"/>
          <ac:spMkLst>
            <pc:docMk/>
            <pc:sldMk cId="2308962607" sldId="805"/>
            <ac:spMk id="4" creationId="{9973622B-5C92-D5F7-5D99-F492BCAAA8D1}"/>
          </ac:spMkLst>
        </pc:spChg>
        <pc:spChg chg="add mod">
          <ac:chgData name="Manjita Shrestha" userId="6bba5096-ac8c-4189-8210-97dcbe97ac25" providerId="ADAL" clId="{048BDDE5-6AAE-4BFD-9A54-A3D544FA9405}" dt="2026-09-18T20:32:20.845" v="2169" actId="1037"/>
          <ac:spMkLst>
            <pc:docMk/>
            <pc:sldMk cId="2308962607" sldId="805"/>
            <ac:spMk id="5" creationId="{B47A0FFA-940C-0F92-4F2A-72E6AC2151B6}"/>
          </ac:spMkLst>
        </pc:spChg>
      </pc:sldChg>
      <pc:sldChg chg="modSp add mod">
        <pc:chgData name="Manjita Shrestha" userId="6bba5096-ac8c-4189-8210-97dcbe97ac25" providerId="ADAL" clId="{048BDDE5-6AAE-4BFD-9A54-A3D544FA9405}" dt="2026-09-18T20:40:44.847" v="2349" actId="14100"/>
        <pc:sldMkLst>
          <pc:docMk/>
          <pc:sldMk cId="1578407446" sldId="824"/>
        </pc:sldMkLst>
        <pc:spChg chg="mod">
          <ac:chgData name="Manjita Shrestha" userId="6bba5096-ac8c-4189-8210-97dcbe97ac25" providerId="ADAL" clId="{048BDDE5-6AAE-4BFD-9A54-A3D544FA9405}" dt="2026-09-18T20:40:32.651" v="2324" actId="255"/>
          <ac:spMkLst>
            <pc:docMk/>
            <pc:sldMk cId="1578407446" sldId="824"/>
            <ac:spMk id="8" creationId="{1F414B40-7733-7288-B9A2-31C05F3CC835}"/>
          </ac:spMkLst>
        </pc:spChg>
        <pc:grpChg chg="mod">
          <ac:chgData name="Manjita Shrestha" userId="6bba5096-ac8c-4189-8210-97dcbe97ac25" providerId="ADAL" clId="{048BDDE5-6AAE-4BFD-9A54-A3D544FA9405}" dt="2026-09-18T20:40:44.847" v="2349" actId="14100"/>
          <ac:grpSpMkLst>
            <pc:docMk/>
            <pc:sldMk cId="1578407446" sldId="824"/>
            <ac:grpSpMk id="5" creationId="{DCD74E1C-BAB4-EF3F-51F4-C1E0AD906B3D}"/>
          </ac:grpSpMkLst>
        </pc:grpChg>
      </pc:sldChg>
      <pc:sldChg chg="addSp delSp modSp add mod">
        <pc:chgData name="Manjita Shrestha" userId="6bba5096-ac8c-4189-8210-97dcbe97ac25" providerId="ADAL" clId="{048BDDE5-6AAE-4BFD-9A54-A3D544FA9405}" dt="2026-09-18T21:01:24.111" v="2955" actId="478"/>
        <pc:sldMkLst>
          <pc:docMk/>
          <pc:sldMk cId="1922968132" sldId="825"/>
        </pc:sldMkLst>
        <pc:spChg chg="mod">
          <ac:chgData name="Manjita Shrestha" userId="6bba5096-ac8c-4189-8210-97dcbe97ac25" providerId="ADAL" clId="{048BDDE5-6AAE-4BFD-9A54-A3D544FA9405}" dt="2026-09-18T20:41:39.289" v="2403" actId="255"/>
          <ac:spMkLst>
            <pc:docMk/>
            <pc:sldMk cId="1922968132" sldId="825"/>
            <ac:spMk id="2" creationId="{57AA23CD-09E5-57B1-13F8-EE082D61BD6B}"/>
          </ac:spMkLst>
        </pc:spChg>
        <pc:spChg chg="mod">
          <ac:chgData name="Manjita Shrestha" userId="6bba5096-ac8c-4189-8210-97dcbe97ac25" providerId="ADAL" clId="{048BDDE5-6AAE-4BFD-9A54-A3D544FA9405}" dt="2026-09-18T20:44:45.774" v="2515" actId="20577"/>
          <ac:spMkLst>
            <pc:docMk/>
            <pc:sldMk cId="1922968132" sldId="825"/>
            <ac:spMk id="3" creationId="{101422ED-F335-9C1A-8E3D-B4A48BDE6A02}"/>
          </ac:spMkLst>
        </pc:spChg>
      </pc:sldChg>
      <pc:sldChg chg="modSp add mod">
        <pc:chgData name="Manjita Shrestha" userId="6bba5096-ac8c-4189-8210-97dcbe97ac25" providerId="ADAL" clId="{048BDDE5-6AAE-4BFD-9A54-A3D544FA9405}" dt="2026-09-30T15:38:16.766" v="7621" actId="207"/>
        <pc:sldMkLst>
          <pc:docMk/>
          <pc:sldMk cId="0" sldId="827"/>
        </pc:sldMkLst>
        <pc:spChg chg="mod">
          <ac:chgData name="Manjita Shrestha" userId="6bba5096-ac8c-4189-8210-97dcbe97ac25" providerId="ADAL" clId="{048BDDE5-6AAE-4BFD-9A54-A3D544FA9405}" dt="2026-09-30T15:38:16.766" v="7621" actId="207"/>
          <ac:spMkLst>
            <pc:docMk/>
            <pc:sldMk cId="0" sldId="827"/>
            <ac:spMk id="2118" creationId="{A5BA662E-14E9-4FAB-8A8B-D69B50F027D0}"/>
          </ac:spMkLst>
        </pc:spChg>
      </pc:sldChg>
      <pc:sldChg chg="addSp delSp add mod">
        <pc:chgData name="Manjita Shrestha" userId="6bba5096-ac8c-4189-8210-97dcbe97ac25" providerId="ADAL" clId="{048BDDE5-6AAE-4BFD-9A54-A3D544FA9405}" dt="2026-09-18T21:23:28.314" v="3371" actId="478"/>
        <pc:sldMkLst>
          <pc:docMk/>
          <pc:sldMk cId="1840096687" sldId="843"/>
        </pc:sldMkLst>
        <pc:spChg chg="add">
          <ac:chgData name="Manjita Shrestha" userId="6bba5096-ac8c-4189-8210-97dcbe97ac25" providerId="ADAL" clId="{048BDDE5-6AAE-4BFD-9A54-A3D544FA9405}" dt="2026-09-18T21:12:45.926" v="3114" actId="22"/>
          <ac:spMkLst>
            <pc:docMk/>
            <pc:sldMk cId="1840096687" sldId="843"/>
            <ac:spMk id="4" creationId="{0B881257-510E-BF40-3E21-B7BDF977C705}"/>
          </ac:spMkLst>
        </pc:spChg>
      </pc:sldChg>
      <pc:sldChg chg="addSp delSp modSp add mod">
        <pc:chgData name="Manjita Shrestha" userId="6bba5096-ac8c-4189-8210-97dcbe97ac25" providerId="ADAL" clId="{048BDDE5-6AAE-4BFD-9A54-A3D544FA9405}" dt="2026-09-30T15:37:59.743" v="7620" actId="207"/>
        <pc:sldMkLst>
          <pc:docMk/>
          <pc:sldMk cId="0" sldId="1575"/>
        </pc:sldMkLst>
        <pc:spChg chg="mod">
          <ac:chgData name="Manjita Shrestha" userId="6bba5096-ac8c-4189-8210-97dcbe97ac25" providerId="ADAL" clId="{048BDDE5-6AAE-4BFD-9A54-A3D544FA9405}" dt="2026-09-30T15:37:59.743" v="7620" actId="207"/>
          <ac:spMkLst>
            <pc:docMk/>
            <pc:sldMk cId="0" sldId="1575"/>
            <ac:spMk id="47" creationId="{3A8ACDCE-0541-4542-ABED-B0A736BB357C}"/>
          </ac:spMkLst>
        </pc:spChg>
        <pc:spChg chg="mod">
          <ac:chgData name="Manjita Shrestha" userId="6bba5096-ac8c-4189-8210-97dcbe97ac25" providerId="ADAL" clId="{048BDDE5-6AAE-4BFD-9A54-A3D544FA9405}" dt="2026-09-30T15:37:42.171" v="7617" actId="20577"/>
          <ac:spMkLst>
            <pc:docMk/>
            <pc:sldMk cId="0" sldId="1575"/>
            <ac:spMk id="57" creationId="{52770E07-0E43-A451-B5B8-F6237B1085E7}"/>
          </ac:spMkLst>
        </pc:spChg>
        <pc:spChg chg="mod">
          <ac:chgData name="Manjita Shrestha" userId="6bba5096-ac8c-4189-8210-97dcbe97ac25" providerId="ADAL" clId="{048BDDE5-6AAE-4BFD-9A54-A3D544FA9405}" dt="2026-09-30T15:37:50.188" v="7619" actId="20577"/>
          <ac:spMkLst>
            <pc:docMk/>
            <pc:sldMk cId="0" sldId="1575"/>
            <ac:spMk id="59" creationId="{1949CE93-7A2B-7E1C-9175-7502AADE013F}"/>
          </ac:spMkLst>
        </pc:spChg>
        <pc:grpChg chg="del mod">
          <ac:chgData name="Manjita Shrestha" userId="6bba5096-ac8c-4189-8210-97dcbe97ac25" providerId="ADAL" clId="{048BDDE5-6AAE-4BFD-9A54-A3D544FA9405}" dt="2026-09-30T15:35:48.296" v="7591" actId="478"/>
          <ac:grpSpMkLst>
            <pc:docMk/>
            <pc:sldMk cId="0" sldId="1575"/>
            <ac:grpSpMk id="5167" creationId="{00A5E8EE-BDBD-42AE-CC72-85506CAE7855}"/>
          </ac:grpSpMkLst>
        </pc:grpChg>
        <pc:inkChg chg="add mod">
          <ac:chgData name="Manjita Shrestha" userId="6bba5096-ac8c-4189-8210-97dcbe97ac25" providerId="ADAL" clId="{048BDDE5-6AAE-4BFD-9A54-A3D544FA9405}" dt="2026-09-29T16:21:30.422" v="7584"/>
          <ac:inkMkLst>
            <pc:docMk/>
            <pc:sldMk cId="0" sldId="1575"/>
            <ac:inkMk id="3" creationId="{91572019-CCCA-159C-667A-1797AD4165F8}"/>
          </ac:inkMkLst>
        </pc:inkChg>
        <pc:inkChg chg="add mod">
          <ac:chgData name="Manjita Shrestha" userId="6bba5096-ac8c-4189-8210-97dcbe97ac25" providerId="ADAL" clId="{048BDDE5-6AAE-4BFD-9A54-A3D544FA9405}" dt="2026-09-29T16:21:30.422" v="7584"/>
          <ac:inkMkLst>
            <pc:docMk/>
            <pc:sldMk cId="0" sldId="1575"/>
            <ac:inkMk id="5122" creationId="{29E716CC-9982-9C85-22F6-79C63D047F36}"/>
          </ac:inkMkLst>
        </pc:inkChg>
        <pc:inkChg chg="add mod">
          <ac:chgData name="Manjita Shrestha" userId="6bba5096-ac8c-4189-8210-97dcbe97ac25" providerId="ADAL" clId="{048BDDE5-6AAE-4BFD-9A54-A3D544FA9405}" dt="2026-09-29T16:21:30.422" v="7584"/>
          <ac:inkMkLst>
            <pc:docMk/>
            <pc:sldMk cId="0" sldId="1575"/>
            <ac:inkMk id="5137" creationId="{17B48809-257B-B4A2-0EB8-8A6A269198D5}"/>
          </ac:inkMkLst>
        </pc:inkChg>
        <pc:inkChg chg="add mod">
          <ac:chgData name="Manjita Shrestha" userId="6bba5096-ac8c-4189-8210-97dcbe97ac25" providerId="ADAL" clId="{048BDDE5-6AAE-4BFD-9A54-A3D544FA9405}" dt="2026-09-29T16:21:30.422" v="7584"/>
          <ac:inkMkLst>
            <pc:docMk/>
            <pc:sldMk cId="0" sldId="1575"/>
            <ac:inkMk id="5154" creationId="{72F183A4-0C23-75A4-AAEC-1EEE47A18706}"/>
          </ac:inkMkLst>
        </pc:inkChg>
        <pc:inkChg chg="add mod">
          <ac:chgData name="Manjita Shrestha" userId="6bba5096-ac8c-4189-8210-97dcbe97ac25" providerId="ADAL" clId="{048BDDE5-6AAE-4BFD-9A54-A3D544FA9405}" dt="2026-09-29T16:21:30.422" v="7584"/>
          <ac:inkMkLst>
            <pc:docMk/>
            <pc:sldMk cId="0" sldId="1575"/>
            <ac:inkMk id="5155" creationId="{2779ECD6-B31D-F448-FEBB-5FFBC0DBFFD0}"/>
          </ac:inkMkLst>
        </pc:inkChg>
        <pc:inkChg chg="add mod">
          <ac:chgData name="Manjita Shrestha" userId="6bba5096-ac8c-4189-8210-97dcbe97ac25" providerId="ADAL" clId="{048BDDE5-6AAE-4BFD-9A54-A3D544FA9405}" dt="2026-09-29T16:21:30.422" v="7584"/>
          <ac:inkMkLst>
            <pc:docMk/>
            <pc:sldMk cId="0" sldId="1575"/>
            <ac:inkMk id="5156" creationId="{BDA65E89-B034-FB5A-E533-950D4B932001}"/>
          </ac:inkMkLst>
        </pc:inkChg>
        <pc:inkChg chg="add mod">
          <ac:chgData name="Manjita Shrestha" userId="6bba5096-ac8c-4189-8210-97dcbe97ac25" providerId="ADAL" clId="{048BDDE5-6AAE-4BFD-9A54-A3D544FA9405}" dt="2026-09-29T16:21:30.422" v="7584"/>
          <ac:inkMkLst>
            <pc:docMk/>
            <pc:sldMk cId="0" sldId="1575"/>
            <ac:inkMk id="5161" creationId="{552B97B1-D672-DD11-048F-5B21A8AACEF0}"/>
          </ac:inkMkLst>
        </pc:inkChg>
        <pc:inkChg chg="add mod">
          <ac:chgData name="Manjita Shrestha" userId="6bba5096-ac8c-4189-8210-97dcbe97ac25" providerId="ADAL" clId="{048BDDE5-6AAE-4BFD-9A54-A3D544FA9405}" dt="2026-09-29T16:21:30.422" v="7584"/>
          <ac:inkMkLst>
            <pc:docMk/>
            <pc:sldMk cId="0" sldId="1575"/>
            <ac:inkMk id="5166" creationId="{754B9FB8-0C5B-67BB-1BAD-1D5B6363066A}"/>
          </ac:inkMkLst>
        </pc:inkChg>
      </pc:sldChg>
      <pc:sldChg chg="modSp add mod">
        <pc:chgData name="Manjita Shrestha" userId="6bba5096-ac8c-4189-8210-97dcbe97ac25" providerId="ADAL" clId="{048BDDE5-6AAE-4BFD-9A54-A3D544FA9405}" dt="2026-09-18T21:22:05.971" v="3339" actId="20577"/>
        <pc:sldMkLst>
          <pc:docMk/>
          <pc:sldMk cId="2225572079" sldId="1581"/>
        </pc:sldMkLst>
        <pc:spChg chg="mod">
          <ac:chgData name="Manjita Shrestha" userId="6bba5096-ac8c-4189-8210-97dcbe97ac25" providerId="ADAL" clId="{048BDDE5-6AAE-4BFD-9A54-A3D544FA9405}" dt="2026-09-18T21:12:14.039" v="3110" actId="20577"/>
          <ac:spMkLst>
            <pc:docMk/>
            <pc:sldMk cId="2225572079" sldId="1581"/>
            <ac:spMk id="3" creationId="{E0FE41FE-6886-6666-C4A3-7315FF3A1C7E}"/>
          </ac:spMkLst>
        </pc:spChg>
        <pc:spChg chg="mod">
          <ac:chgData name="Manjita Shrestha" userId="6bba5096-ac8c-4189-8210-97dcbe97ac25" providerId="ADAL" clId="{048BDDE5-6AAE-4BFD-9A54-A3D544FA9405}" dt="2026-09-18T21:22:05.971" v="3339" actId="20577"/>
          <ac:spMkLst>
            <pc:docMk/>
            <pc:sldMk cId="2225572079" sldId="1581"/>
            <ac:spMk id="9" creationId="{FE706476-99EC-D33C-EFC1-45B31F6B076E}"/>
          </ac:spMkLst>
        </pc:spChg>
      </pc:sldChg>
      <pc:sldChg chg="addSp delSp modSp add mod">
        <pc:chgData name="Manjita Shrestha" userId="6bba5096-ac8c-4189-8210-97dcbe97ac25" providerId="ADAL" clId="{048BDDE5-6AAE-4BFD-9A54-A3D544FA9405}" dt="2026-09-18T21:50:16.243" v="3802"/>
        <pc:sldMkLst>
          <pc:docMk/>
          <pc:sldMk cId="2633334457" sldId="1582"/>
        </pc:sldMkLst>
        <pc:spChg chg="mod">
          <ac:chgData name="Manjita Shrestha" userId="6bba5096-ac8c-4189-8210-97dcbe97ac25" providerId="ADAL" clId="{048BDDE5-6AAE-4BFD-9A54-A3D544FA9405}" dt="2026-09-18T21:50:16.243" v="3802"/>
          <ac:spMkLst>
            <pc:docMk/>
            <pc:sldMk cId="2633334457" sldId="1582"/>
            <ac:spMk id="3" creationId="{B9E285B0-21C6-E36A-7658-D83B1ACBB987}"/>
          </ac:spMkLst>
        </pc:spChg>
        <pc:spChg chg="add">
          <ac:chgData name="Manjita Shrestha" userId="6bba5096-ac8c-4189-8210-97dcbe97ac25" providerId="ADAL" clId="{048BDDE5-6AAE-4BFD-9A54-A3D544FA9405}" dt="2026-09-18T21:13:00.205" v="3116" actId="22"/>
          <ac:spMkLst>
            <pc:docMk/>
            <pc:sldMk cId="2633334457" sldId="1582"/>
            <ac:spMk id="8" creationId="{85B21208-32DE-A82F-6DA9-F39B2A64CD18}"/>
          </ac:spMkLst>
        </pc:spChg>
      </pc:sldChg>
      <pc:sldChg chg="addSp delSp add mod">
        <pc:chgData name="Manjita Shrestha" userId="6bba5096-ac8c-4189-8210-97dcbe97ac25" providerId="ADAL" clId="{048BDDE5-6AAE-4BFD-9A54-A3D544FA9405}" dt="2026-09-18T21:13:10.804" v="3118" actId="22"/>
        <pc:sldMkLst>
          <pc:docMk/>
          <pc:sldMk cId="3521136027" sldId="1583"/>
        </pc:sldMkLst>
        <pc:spChg chg="add">
          <ac:chgData name="Manjita Shrestha" userId="6bba5096-ac8c-4189-8210-97dcbe97ac25" providerId="ADAL" clId="{048BDDE5-6AAE-4BFD-9A54-A3D544FA9405}" dt="2026-09-18T21:13:10.804" v="3118" actId="22"/>
          <ac:spMkLst>
            <pc:docMk/>
            <pc:sldMk cId="3521136027" sldId="1583"/>
            <ac:spMk id="3" creationId="{7B8B6094-AF85-37F8-EE54-89B27CDB6EEA}"/>
          </ac:spMkLst>
        </pc:spChg>
      </pc:sldChg>
      <pc:sldChg chg="modSp add mod">
        <pc:chgData name="Manjita Shrestha" userId="6bba5096-ac8c-4189-8210-97dcbe97ac25" providerId="ADAL" clId="{048BDDE5-6AAE-4BFD-9A54-A3D544FA9405}" dt="2026-09-18T21:08:54.943" v="3087" actId="20577"/>
        <pc:sldMkLst>
          <pc:docMk/>
          <pc:sldMk cId="3654196260" sldId="1588"/>
        </pc:sldMkLst>
        <pc:spChg chg="mod">
          <ac:chgData name="Manjita Shrestha" userId="6bba5096-ac8c-4189-8210-97dcbe97ac25" providerId="ADAL" clId="{048BDDE5-6AAE-4BFD-9A54-A3D544FA9405}" dt="2026-09-18T20:37:35.443" v="2316" actId="113"/>
          <ac:spMkLst>
            <pc:docMk/>
            <pc:sldMk cId="3654196260" sldId="1588"/>
            <ac:spMk id="3" creationId="{3FB6AA20-9C10-5E5F-FCF2-1612E78EFD54}"/>
          </ac:spMkLst>
        </pc:spChg>
        <pc:spChg chg="mod">
          <ac:chgData name="Manjita Shrestha" userId="6bba5096-ac8c-4189-8210-97dcbe97ac25" providerId="ADAL" clId="{048BDDE5-6AAE-4BFD-9A54-A3D544FA9405}" dt="2026-09-18T21:08:54.943" v="3087" actId="20577"/>
          <ac:spMkLst>
            <pc:docMk/>
            <pc:sldMk cId="3654196260" sldId="1588"/>
            <ac:spMk id="4" creationId="{B449A33D-541B-9686-693E-9F0A7FDAB5E4}"/>
          </ac:spMkLst>
        </pc:spChg>
      </pc:sldChg>
      <pc:sldChg chg="addSp modSp add mod">
        <pc:chgData name="Manjita Shrestha" userId="6bba5096-ac8c-4189-8210-97dcbe97ac25" providerId="ADAL" clId="{048BDDE5-6AAE-4BFD-9A54-A3D544FA9405}" dt="2026-09-24T18:18:48.272" v="6114" actId="20577"/>
        <pc:sldMkLst>
          <pc:docMk/>
          <pc:sldMk cId="1996328344" sldId="1592"/>
        </pc:sldMkLst>
        <pc:spChg chg="mod">
          <ac:chgData name="Manjita Shrestha" userId="6bba5096-ac8c-4189-8210-97dcbe97ac25" providerId="ADAL" clId="{048BDDE5-6AAE-4BFD-9A54-A3D544FA9405}" dt="2026-09-18T22:17:48.997" v="5030" actId="255"/>
          <ac:spMkLst>
            <pc:docMk/>
            <pc:sldMk cId="1996328344" sldId="1592"/>
            <ac:spMk id="2" creationId="{2B0C62B1-7ACD-2701-B912-761299C638B8}"/>
          </ac:spMkLst>
        </pc:spChg>
        <pc:spChg chg="add mod">
          <ac:chgData name="Manjita Shrestha" userId="6bba5096-ac8c-4189-8210-97dcbe97ac25" providerId="ADAL" clId="{048BDDE5-6AAE-4BFD-9A54-A3D544FA9405}" dt="2026-09-18T22:16:18.701" v="4965" actId="14100"/>
          <ac:spMkLst>
            <pc:docMk/>
            <pc:sldMk cId="1996328344" sldId="1592"/>
            <ac:spMk id="4" creationId="{2D3A4B6D-A072-129D-6995-2B69280679DF}"/>
          </ac:spMkLst>
        </pc:spChg>
        <pc:spChg chg="mod">
          <ac:chgData name="Manjita Shrestha" userId="6bba5096-ac8c-4189-8210-97dcbe97ac25" providerId="ADAL" clId="{048BDDE5-6AAE-4BFD-9A54-A3D544FA9405}" dt="2026-09-24T18:18:48.272" v="6114" actId="20577"/>
          <ac:spMkLst>
            <pc:docMk/>
            <pc:sldMk cId="1996328344" sldId="1592"/>
            <ac:spMk id="12" creationId="{05C2CF1C-B770-3FA2-8B41-5FA9124D9D8B}"/>
          </ac:spMkLst>
        </pc:spChg>
      </pc:sldChg>
      <pc:sldChg chg="addSp delSp modSp add mod">
        <pc:chgData name="Manjita Shrestha" userId="6bba5096-ac8c-4189-8210-97dcbe97ac25" providerId="ADAL" clId="{048BDDE5-6AAE-4BFD-9A54-A3D544FA9405}" dt="2026-09-29T14:41:48.203" v="7574"/>
        <pc:sldMkLst>
          <pc:docMk/>
          <pc:sldMk cId="778646959" sldId="1593"/>
        </pc:sldMkLst>
        <pc:spChg chg="mod">
          <ac:chgData name="Manjita Shrestha" userId="6bba5096-ac8c-4189-8210-97dcbe97ac25" providerId="ADAL" clId="{048BDDE5-6AAE-4BFD-9A54-A3D544FA9405}" dt="2026-09-18T22:17:59.444" v="5031" actId="255"/>
          <ac:spMkLst>
            <pc:docMk/>
            <pc:sldMk cId="778646959" sldId="1593"/>
            <ac:spMk id="2" creationId="{2A04AF93-7BAD-5EF5-849B-CFC67B86883E}"/>
          </ac:spMkLst>
        </pc:spChg>
        <pc:spChg chg="add del mod">
          <ac:chgData name="Manjita Shrestha" userId="6bba5096-ac8c-4189-8210-97dcbe97ac25" providerId="ADAL" clId="{048BDDE5-6AAE-4BFD-9A54-A3D544FA9405}" dt="2026-09-29T13:40:42.159" v="6587"/>
          <ac:spMkLst>
            <pc:docMk/>
            <pc:sldMk cId="778646959" sldId="1593"/>
            <ac:spMk id="3" creationId="{822268D9-1B70-4CBE-AB69-98D03502173C}"/>
          </ac:spMkLst>
        </pc:spChg>
        <pc:spChg chg="add del mod">
          <ac:chgData name="Manjita Shrestha" userId="6bba5096-ac8c-4189-8210-97dcbe97ac25" providerId="ADAL" clId="{048BDDE5-6AAE-4BFD-9A54-A3D544FA9405}" dt="2026-09-29T13:41:13.778" v="6590"/>
          <ac:spMkLst>
            <pc:docMk/>
            <pc:sldMk cId="778646959" sldId="1593"/>
            <ac:spMk id="11" creationId="{5E28CAAB-B91B-A73F-5F6D-8DA3A28A4815}"/>
          </ac:spMkLst>
        </pc:spChg>
        <pc:grpChg chg="del mod">
          <ac:chgData name="Manjita Shrestha" userId="6bba5096-ac8c-4189-8210-97dcbe97ac25" providerId="ADAL" clId="{048BDDE5-6AAE-4BFD-9A54-A3D544FA9405}" dt="2026-09-29T14:32:09.939" v="6965"/>
          <ac:grpSpMkLst>
            <pc:docMk/>
            <pc:sldMk cId="778646959" sldId="1593"/>
            <ac:grpSpMk id="44" creationId="{0F3D0BA0-414C-5707-5A02-FC8F1EFE34EE}"/>
          </ac:grpSpMkLst>
        </pc:grpChg>
        <pc:grpChg chg="mod">
          <ac:chgData name="Manjita Shrestha" userId="6bba5096-ac8c-4189-8210-97dcbe97ac25" providerId="ADAL" clId="{048BDDE5-6AAE-4BFD-9A54-A3D544FA9405}" dt="2026-09-29T14:33:20.790" v="7056"/>
          <ac:grpSpMkLst>
            <pc:docMk/>
            <pc:sldMk cId="778646959" sldId="1593"/>
            <ac:grpSpMk id="169" creationId="{58E53BB9-3D8D-448E-9C3B-B4A676CFC0A1}"/>
          </ac:grpSpMkLst>
        </pc:grpChg>
        <pc:grpChg chg="del mod">
          <ac:chgData name="Manjita Shrestha" userId="6bba5096-ac8c-4189-8210-97dcbe97ac25" providerId="ADAL" clId="{048BDDE5-6AAE-4BFD-9A54-A3D544FA9405}" dt="2026-09-29T14:33:35.811" v="7084"/>
          <ac:grpSpMkLst>
            <pc:docMk/>
            <pc:sldMk cId="778646959" sldId="1593"/>
            <ac:grpSpMk id="218" creationId="{604BB4DE-2967-A3BD-6D25-044D3BD60A0E}"/>
          </ac:grpSpMkLst>
        </pc:grpChg>
        <pc:grpChg chg="del mod">
          <ac:chgData name="Manjita Shrestha" userId="6bba5096-ac8c-4189-8210-97dcbe97ac25" providerId="ADAL" clId="{048BDDE5-6AAE-4BFD-9A54-A3D544FA9405}" dt="2026-09-29T14:33:46.099" v="7119"/>
          <ac:grpSpMkLst>
            <pc:docMk/>
            <pc:sldMk cId="778646959" sldId="1593"/>
            <ac:grpSpMk id="234" creationId="{7E9590B8-4E95-98F1-DD62-BD860251692A}"/>
          </ac:grpSpMkLst>
        </pc:grpChg>
        <pc:grpChg chg="mod">
          <ac:chgData name="Manjita Shrestha" userId="6bba5096-ac8c-4189-8210-97dcbe97ac25" providerId="ADAL" clId="{048BDDE5-6AAE-4BFD-9A54-A3D544FA9405}" dt="2026-09-29T14:33:34.181" v="7079"/>
          <ac:grpSpMkLst>
            <pc:docMk/>
            <pc:sldMk cId="778646959" sldId="1593"/>
            <ac:grpSpMk id="247" creationId="{443D98CF-3CBA-07FF-B3EC-5CA9A1ECC053}"/>
          </ac:grpSpMkLst>
        </pc:grpChg>
        <pc:grpChg chg="del mod">
          <ac:chgData name="Manjita Shrestha" userId="6bba5096-ac8c-4189-8210-97dcbe97ac25" providerId="ADAL" clId="{048BDDE5-6AAE-4BFD-9A54-A3D544FA9405}" dt="2026-09-29T14:31:17.785" v="6881" actId="478"/>
          <ac:grpSpMkLst>
            <pc:docMk/>
            <pc:sldMk cId="778646959" sldId="1593"/>
            <ac:grpSpMk id="255" creationId="{9EBAB2BC-BA61-A5D1-86D1-98DC32EA8B62}"/>
          </ac:grpSpMkLst>
        </pc:grpChg>
        <pc:grpChg chg="mod">
          <ac:chgData name="Manjita Shrestha" userId="6bba5096-ac8c-4189-8210-97dcbe97ac25" providerId="ADAL" clId="{048BDDE5-6AAE-4BFD-9A54-A3D544FA9405}" dt="2026-09-29T14:33:39.889" v="7092"/>
          <ac:grpSpMkLst>
            <pc:docMk/>
            <pc:sldMk cId="778646959" sldId="1593"/>
            <ac:grpSpMk id="260" creationId="{826D4A79-7047-629B-2834-0CC87E1DFC07}"/>
          </ac:grpSpMkLst>
        </pc:grpChg>
        <pc:grpChg chg="del mod">
          <ac:chgData name="Manjita Shrestha" userId="6bba5096-ac8c-4189-8210-97dcbe97ac25" providerId="ADAL" clId="{048BDDE5-6AAE-4BFD-9A54-A3D544FA9405}" dt="2026-09-29T14:34:00.483" v="7126"/>
          <ac:grpSpMkLst>
            <pc:docMk/>
            <pc:sldMk cId="778646959" sldId="1593"/>
            <ac:grpSpMk id="263" creationId="{8F0A615F-7C74-11D2-2EE5-BF1ECA61FE8B}"/>
          </ac:grpSpMkLst>
        </pc:grpChg>
        <pc:grpChg chg="del mod">
          <ac:chgData name="Manjita Shrestha" userId="6bba5096-ac8c-4189-8210-97dcbe97ac25" providerId="ADAL" clId="{048BDDE5-6AAE-4BFD-9A54-A3D544FA9405}" dt="2026-09-29T14:34:07.235" v="7133"/>
          <ac:grpSpMkLst>
            <pc:docMk/>
            <pc:sldMk cId="778646959" sldId="1593"/>
            <ac:grpSpMk id="265" creationId="{E21B2789-6B59-A4E0-56D0-BFBAE47B733B}"/>
          </ac:grpSpMkLst>
        </pc:grpChg>
        <pc:grpChg chg="del mod">
          <ac:chgData name="Manjita Shrestha" userId="6bba5096-ac8c-4189-8210-97dcbe97ac25" providerId="ADAL" clId="{048BDDE5-6AAE-4BFD-9A54-A3D544FA9405}" dt="2026-09-29T14:33:43.971" v="7108"/>
          <ac:grpSpMkLst>
            <pc:docMk/>
            <pc:sldMk cId="778646959" sldId="1593"/>
            <ac:grpSpMk id="276" creationId="{1A343B2B-9876-1B84-EB5C-100A69A48D1F}"/>
          </ac:grpSpMkLst>
        </pc:grpChg>
        <pc:grpChg chg="mod">
          <ac:chgData name="Manjita Shrestha" userId="6bba5096-ac8c-4189-8210-97dcbe97ac25" providerId="ADAL" clId="{048BDDE5-6AAE-4BFD-9A54-A3D544FA9405}" dt="2026-09-29T14:30:45.184" v="6827" actId="1036"/>
          <ac:grpSpMkLst>
            <pc:docMk/>
            <pc:sldMk cId="778646959" sldId="1593"/>
            <ac:grpSpMk id="295" creationId="{33CBCAAE-4D92-8082-DE9C-B09E70135FCE}"/>
          </ac:grpSpMkLst>
        </pc:grpChg>
        <pc:grpChg chg="del mod">
          <ac:chgData name="Manjita Shrestha" userId="6bba5096-ac8c-4189-8210-97dcbe97ac25" providerId="ADAL" clId="{048BDDE5-6AAE-4BFD-9A54-A3D544FA9405}" dt="2026-09-29T14:34:07.235" v="7133"/>
          <ac:grpSpMkLst>
            <pc:docMk/>
            <pc:sldMk cId="778646959" sldId="1593"/>
            <ac:grpSpMk id="323" creationId="{25F796F1-D12B-B44A-B4F1-4BCAAA621638}"/>
          </ac:grpSpMkLst>
        </pc:grpChg>
        <pc:grpChg chg="del mod">
          <ac:chgData name="Manjita Shrestha" userId="6bba5096-ac8c-4189-8210-97dcbe97ac25" providerId="ADAL" clId="{048BDDE5-6AAE-4BFD-9A54-A3D544FA9405}" dt="2026-09-29T14:35:23.105" v="7210"/>
          <ac:grpSpMkLst>
            <pc:docMk/>
            <pc:sldMk cId="778646959" sldId="1593"/>
            <ac:grpSpMk id="335" creationId="{5C94E922-CC69-C723-AA8D-46BE5C89BEA1}"/>
          </ac:grpSpMkLst>
        </pc:grpChg>
        <pc:grpChg chg="mod">
          <ac:chgData name="Manjita Shrestha" userId="6bba5096-ac8c-4189-8210-97dcbe97ac25" providerId="ADAL" clId="{048BDDE5-6AAE-4BFD-9A54-A3D544FA9405}" dt="2026-09-29T14:34:15.147" v="7139"/>
          <ac:grpSpMkLst>
            <pc:docMk/>
            <pc:sldMk cId="778646959" sldId="1593"/>
            <ac:grpSpMk id="359" creationId="{05FC911C-AD4F-D7EA-043C-103F22F870EF}"/>
          </ac:grpSpMkLst>
        </pc:grpChg>
        <pc:grpChg chg="del mod">
          <ac:chgData name="Manjita Shrestha" userId="6bba5096-ac8c-4189-8210-97dcbe97ac25" providerId="ADAL" clId="{048BDDE5-6AAE-4BFD-9A54-A3D544FA9405}" dt="2026-09-29T14:34:40.442" v="7156"/>
          <ac:grpSpMkLst>
            <pc:docMk/>
            <pc:sldMk cId="778646959" sldId="1593"/>
            <ac:grpSpMk id="373" creationId="{FC10FD99-96F8-205E-F2D8-F1C4B9444B63}"/>
          </ac:grpSpMkLst>
        </pc:grpChg>
        <pc:grpChg chg="del mod">
          <ac:chgData name="Manjita Shrestha" userId="6bba5096-ac8c-4189-8210-97dcbe97ac25" providerId="ADAL" clId="{048BDDE5-6AAE-4BFD-9A54-A3D544FA9405}" dt="2026-09-29T14:38:29.943" v="7421"/>
          <ac:grpSpMkLst>
            <pc:docMk/>
            <pc:sldMk cId="778646959" sldId="1593"/>
            <ac:grpSpMk id="382" creationId="{CDBC9CD6-5BB3-35AE-4EC8-688D007B9C78}"/>
          </ac:grpSpMkLst>
        </pc:grpChg>
        <pc:grpChg chg="del mod">
          <ac:chgData name="Manjita Shrestha" userId="6bba5096-ac8c-4189-8210-97dcbe97ac25" providerId="ADAL" clId="{048BDDE5-6AAE-4BFD-9A54-A3D544FA9405}" dt="2026-09-29T14:38:29.943" v="7423"/>
          <ac:grpSpMkLst>
            <pc:docMk/>
            <pc:sldMk cId="778646959" sldId="1593"/>
            <ac:grpSpMk id="383" creationId="{CC252D7D-09EF-E9DC-EFA6-2F46C215F670}"/>
          </ac:grpSpMkLst>
        </pc:grpChg>
        <pc:grpChg chg="del mod">
          <ac:chgData name="Manjita Shrestha" userId="6bba5096-ac8c-4189-8210-97dcbe97ac25" providerId="ADAL" clId="{048BDDE5-6AAE-4BFD-9A54-A3D544FA9405}" dt="2026-09-29T14:38:29.943" v="7422"/>
          <ac:grpSpMkLst>
            <pc:docMk/>
            <pc:sldMk cId="778646959" sldId="1593"/>
            <ac:grpSpMk id="385" creationId="{2A21D0BC-0E31-5DE1-5831-40E1F8FCC8AD}"/>
          </ac:grpSpMkLst>
        </pc:grpChg>
        <pc:grpChg chg="del mod">
          <ac:chgData name="Manjita Shrestha" userId="6bba5096-ac8c-4189-8210-97dcbe97ac25" providerId="ADAL" clId="{048BDDE5-6AAE-4BFD-9A54-A3D544FA9405}" dt="2026-09-29T14:33:27.215" v="7064"/>
          <ac:grpSpMkLst>
            <pc:docMk/>
            <pc:sldMk cId="778646959" sldId="1593"/>
            <ac:grpSpMk id="387" creationId="{2F393DAB-0744-22C1-99F5-A4398D12AD9E}"/>
          </ac:grpSpMkLst>
        </pc:grpChg>
        <pc:grpChg chg="del mod">
          <ac:chgData name="Manjita Shrestha" userId="6bba5096-ac8c-4189-8210-97dcbe97ac25" providerId="ADAL" clId="{048BDDE5-6AAE-4BFD-9A54-A3D544FA9405}" dt="2026-09-29T14:33:27.217" v="7066"/>
          <ac:grpSpMkLst>
            <pc:docMk/>
            <pc:sldMk cId="778646959" sldId="1593"/>
            <ac:grpSpMk id="391" creationId="{33117FC2-D92A-3D16-C4C6-3235C99FBB28}"/>
          </ac:grpSpMkLst>
        </pc:grpChg>
        <pc:grpChg chg="mod">
          <ac:chgData name="Manjita Shrestha" userId="6bba5096-ac8c-4189-8210-97dcbe97ac25" providerId="ADAL" clId="{048BDDE5-6AAE-4BFD-9A54-A3D544FA9405}" dt="2026-09-29T14:38:07.755" v="7400"/>
          <ac:grpSpMkLst>
            <pc:docMk/>
            <pc:sldMk cId="778646959" sldId="1593"/>
            <ac:grpSpMk id="400" creationId="{B20C529C-2CAE-D154-DB6B-65073823E204}"/>
          </ac:grpSpMkLst>
        </pc:grpChg>
        <pc:grpChg chg="del mod">
          <ac:chgData name="Manjita Shrestha" userId="6bba5096-ac8c-4189-8210-97dcbe97ac25" providerId="ADAL" clId="{048BDDE5-6AAE-4BFD-9A54-A3D544FA9405}" dt="2026-09-29T14:39:37.255" v="7475"/>
          <ac:grpSpMkLst>
            <pc:docMk/>
            <pc:sldMk cId="778646959" sldId="1593"/>
            <ac:grpSpMk id="439" creationId="{19ACC862-0A8E-0518-212B-675E191B6DD3}"/>
          </ac:grpSpMkLst>
        </pc:grpChg>
        <pc:grpChg chg="del mod">
          <ac:chgData name="Manjita Shrestha" userId="6bba5096-ac8c-4189-8210-97dcbe97ac25" providerId="ADAL" clId="{048BDDE5-6AAE-4BFD-9A54-A3D544FA9405}" dt="2026-09-29T14:33:43.971" v="7106"/>
          <ac:grpSpMkLst>
            <pc:docMk/>
            <pc:sldMk cId="778646959" sldId="1593"/>
            <ac:grpSpMk id="449" creationId="{829177D7-4026-A426-6926-193013E5250D}"/>
          </ac:grpSpMkLst>
        </pc:grpChg>
        <pc:grpChg chg="del mod">
          <ac:chgData name="Manjita Shrestha" userId="6bba5096-ac8c-4189-8210-97dcbe97ac25" providerId="ADAL" clId="{048BDDE5-6AAE-4BFD-9A54-A3D544FA9405}" dt="2026-09-29T14:32:17.016" v="6973"/>
          <ac:grpSpMkLst>
            <pc:docMk/>
            <pc:sldMk cId="778646959" sldId="1593"/>
            <ac:grpSpMk id="457" creationId="{62FC226F-19AB-7470-540D-195317F0B15C}"/>
          </ac:grpSpMkLst>
        </pc:grpChg>
        <pc:grpChg chg="del mod">
          <ac:chgData name="Manjita Shrestha" userId="6bba5096-ac8c-4189-8210-97dcbe97ac25" providerId="ADAL" clId="{048BDDE5-6AAE-4BFD-9A54-A3D544FA9405}" dt="2026-09-29T14:33:59.311" v="7124"/>
          <ac:grpSpMkLst>
            <pc:docMk/>
            <pc:sldMk cId="778646959" sldId="1593"/>
            <ac:grpSpMk id="461" creationId="{5DAB16CA-CFB7-0AE5-4321-D0575AC14A08}"/>
          </ac:grpSpMkLst>
        </pc:grpChg>
        <pc:grpChg chg="mod">
          <ac:chgData name="Manjita Shrestha" userId="6bba5096-ac8c-4189-8210-97dcbe97ac25" providerId="ADAL" clId="{048BDDE5-6AAE-4BFD-9A54-A3D544FA9405}" dt="2026-09-29T14:32:27.777" v="6980"/>
          <ac:grpSpMkLst>
            <pc:docMk/>
            <pc:sldMk cId="778646959" sldId="1593"/>
            <ac:grpSpMk id="468" creationId="{C33C7159-4355-D056-D5D9-16C277DB94A4}"/>
          </ac:grpSpMkLst>
        </pc:grpChg>
        <pc:grpChg chg="del mod">
          <ac:chgData name="Manjita Shrestha" userId="6bba5096-ac8c-4189-8210-97dcbe97ac25" providerId="ADAL" clId="{048BDDE5-6AAE-4BFD-9A54-A3D544FA9405}" dt="2026-09-29T14:32:41.068" v="6999"/>
          <ac:grpSpMkLst>
            <pc:docMk/>
            <pc:sldMk cId="778646959" sldId="1593"/>
            <ac:grpSpMk id="481" creationId="{19AF1056-FA63-1A84-9087-A9B2AEBFE455}"/>
          </ac:grpSpMkLst>
        </pc:grpChg>
        <pc:grpChg chg="mod">
          <ac:chgData name="Manjita Shrestha" userId="6bba5096-ac8c-4189-8210-97dcbe97ac25" providerId="ADAL" clId="{048BDDE5-6AAE-4BFD-9A54-A3D544FA9405}" dt="2026-09-29T14:32:41.068" v="6999"/>
          <ac:grpSpMkLst>
            <pc:docMk/>
            <pc:sldMk cId="778646959" sldId="1593"/>
            <ac:grpSpMk id="483" creationId="{84BC119B-35F8-A8BB-CAAB-81B59A504B00}"/>
          </ac:grpSpMkLst>
        </pc:grpChg>
        <pc:grpChg chg="del mod">
          <ac:chgData name="Manjita Shrestha" userId="6bba5096-ac8c-4189-8210-97dcbe97ac25" providerId="ADAL" clId="{048BDDE5-6AAE-4BFD-9A54-A3D544FA9405}" dt="2026-09-29T14:32:47.145" v="7010"/>
          <ac:grpSpMkLst>
            <pc:docMk/>
            <pc:sldMk cId="778646959" sldId="1593"/>
            <ac:grpSpMk id="491" creationId="{8EA1B888-90C1-D459-39F2-30ECFD8693D7}"/>
          </ac:grpSpMkLst>
        </pc:grpChg>
        <pc:grpChg chg="mod">
          <ac:chgData name="Manjita Shrestha" userId="6bba5096-ac8c-4189-8210-97dcbe97ac25" providerId="ADAL" clId="{048BDDE5-6AAE-4BFD-9A54-A3D544FA9405}" dt="2026-09-29T14:32:47.145" v="7010"/>
          <ac:grpSpMkLst>
            <pc:docMk/>
            <pc:sldMk cId="778646959" sldId="1593"/>
            <ac:grpSpMk id="494" creationId="{D5EC50B6-93F1-7AA2-A7E1-223551E73811}"/>
          </ac:grpSpMkLst>
        </pc:grpChg>
        <pc:grpChg chg="del mod">
          <ac:chgData name="Manjita Shrestha" userId="6bba5096-ac8c-4189-8210-97dcbe97ac25" providerId="ADAL" clId="{048BDDE5-6AAE-4BFD-9A54-A3D544FA9405}" dt="2026-09-29T14:33:06.159" v="7032"/>
          <ac:grpSpMkLst>
            <pc:docMk/>
            <pc:sldMk cId="778646959" sldId="1593"/>
            <ac:grpSpMk id="500" creationId="{BA82D68E-2C87-A6AF-8349-1EB1B15CBD3A}"/>
          </ac:grpSpMkLst>
        </pc:grpChg>
        <pc:grpChg chg="del mod">
          <ac:chgData name="Manjita Shrestha" userId="6bba5096-ac8c-4189-8210-97dcbe97ac25" providerId="ADAL" clId="{048BDDE5-6AAE-4BFD-9A54-A3D544FA9405}" dt="2026-09-29T14:33:11.442" v="7038"/>
          <ac:grpSpMkLst>
            <pc:docMk/>
            <pc:sldMk cId="778646959" sldId="1593"/>
            <ac:grpSpMk id="505" creationId="{FADBC56D-E4C8-ADAE-57C5-1A0CE94FACD8}"/>
          </ac:grpSpMkLst>
        </pc:grpChg>
        <pc:grpChg chg="del mod">
          <ac:chgData name="Manjita Shrestha" userId="6bba5096-ac8c-4189-8210-97dcbe97ac25" providerId="ADAL" clId="{048BDDE5-6AAE-4BFD-9A54-A3D544FA9405}" dt="2026-09-29T14:33:11.444" v="7039"/>
          <ac:grpSpMkLst>
            <pc:docMk/>
            <pc:sldMk cId="778646959" sldId="1593"/>
            <ac:grpSpMk id="506" creationId="{F812D852-4018-E182-AC74-80514F48C292}"/>
          </ac:grpSpMkLst>
        </pc:grpChg>
        <pc:grpChg chg="mod">
          <ac:chgData name="Manjita Shrestha" userId="6bba5096-ac8c-4189-8210-97dcbe97ac25" providerId="ADAL" clId="{048BDDE5-6AAE-4BFD-9A54-A3D544FA9405}" dt="2026-09-29T14:34:40.442" v="7156"/>
          <ac:grpSpMkLst>
            <pc:docMk/>
            <pc:sldMk cId="778646959" sldId="1593"/>
            <ac:grpSpMk id="512" creationId="{122369B5-B812-51AC-608E-D30AC35338BE}"/>
          </ac:grpSpMkLst>
        </pc:grpChg>
        <pc:grpChg chg="del mod">
          <ac:chgData name="Manjita Shrestha" userId="6bba5096-ac8c-4189-8210-97dcbe97ac25" providerId="ADAL" clId="{048BDDE5-6AAE-4BFD-9A54-A3D544FA9405}" dt="2026-09-29T14:34:48.053" v="7170"/>
          <ac:grpSpMkLst>
            <pc:docMk/>
            <pc:sldMk cId="778646959" sldId="1593"/>
            <ac:grpSpMk id="521" creationId="{A81D2417-D52A-053C-BA4B-6688A7B24E26}"/>
          </ac:grpSpMkLst>
        </pc:grpChg>
        <pc:grpChg chg="mod">
          <ac:chgData name="Manjita Shrestha" userId="6bba5096-ac8c-4189-8210-97dcbe97ac25" providerId="ADAL" clId="{048BDDE5-6AAE-4BFD-9A54-A3D544FA9405}" dt="2026-09-29T14:34:48.053" v="7170"/>
          <ac:grpSpMkLst>
            <pc:docMk/>
            <pc:sldMk cId="778646959" sldId="1593"/>
            <ac:grpSpMk id="526" creationId="{B7017481-BCFC-28D6-C80F-1B7777F4008D}"/>
          </ac:grpSpMkLst>
        </pc:grpChg>
        <pc:grpChg chg="mod">
          <ac:chgData name="Manjita Shrestha" userId="6bba5096-ac8c-4189-8210-97dcbe97ac25" providerId="ADAL" clId="{048BDDE5-6AAE-4BFD-9A54-A3D544FA9405}" dt="2026-09-29T14:34:54.871" v="7174"/>
          <ac:grpSpMkLst>
            <pc:docMk/>
            <pc:sldMk cId="778646959" sldId="1593"/>
            <ac:grpSpMk id="530" creationId="{86D1467A-444C-5627-8D4B-509C30969972}"/>
          </ac:grpSpMkLst>
        </pc:grpChg>
        <pc:grpChg chg="del mod">
          <ac:chgData name="Manjita Shrestha" userId="6bba5096-ac8c-4189-8210-97dcbe97ac25" providerId="ADAL" clId="{048BDDE5-6AAE-4BFD-9A54-A3D544FA9405}" dt="2026-09-29T14:35:01.430" v="7182"/>
          <ac:grpSpMkLst>
            <pc:docMk/>
            <pc:sldMk cId="778646959" sldId="1593"/>
            <ac:grpSpMk id="533" creationId="{E95EA03E-0F6B-A883-8B22-35F07F3BDB4A}"/>
          </ac:grpSpMkLst>
        </pc:grpChg>
        <pc:grpChg chg="del mod">
          <ac:chgData name="Manjita Shrestha" userId="6bba5096-ac8c-4189-8210-97dcbe97ac25" providerId="ADAL" clId="{048BDDE5-6AAE-4BFD-9A54-A3D544FA9405}" dt="2026-09-29T14:36:35.520" v="7245"/>
          <ac:grpSpMkLst>
            <pc:docMk/>
            <pc:sldMk cId="778646959" sldId="1593"/>
            <ac:grpSpMk id="536" creationId="{F0F9E852-0E89-A6C7-9739-F964D705D2C4}"/>
          </ac:grpSpMkLst>
        </pc:grpChg>
        <pc:grpChg chg="mod">
          <ac:chgData name="Manjita Shrestha" userId="6bba5096-ac8c-4189-8210-97dcbe97ac25" providerId="ADAL" clId="{048BDDE5-6AAE-4BFD-9A54-A3D544FA9405}" dt="2026-09-29T14:35:16.425" v="7202"/>
          <ac:grpSpMkLst>
            <pc:docMk/>
            <pc:sldMk cId="778646959" sldId="1593"/>
            <ac:grpSpMk id="556" creationId="{6CAEE14A-B2EA-53EB-7AEF-CEEF00480F29}"/>
          </ac:grpSpMkLst>
        </pc:grpChg>
        <pc:grpChg chg="mod">
          <ac:chgData name="Manjita Shrestha" userId="6bba5096-ac8c-4189-8210-97dcbe97ac25" providerId="ADAL" clId="{048BDDE5-6AAE-4BFD-9A54-A3D544FA9405}" dt="2026-09-29T14:35:16.425" v="7202"/>
          <ac:grpSpMkLst>
            <pc:docMk/>
            <pc:sldMk cId="778646959" sldId="1593"/>
            <ac:grpSpMk id="557" creationId="{528741D0-0618-EA14-C585-1FDB74288ECB}"/>
          </ac:grpSpMkLst>
        </pc:grpChg>
        <pc:grpChg chg="del mod">
          <ac:chgData name="Manjita Shrestha" userId="6bba5096-ac8c-4189-8210-97dcbe97ac25" providerId="ADAL" clId="{048BDDE5-6AAE-4BFD-9A54-A3D544FA9405}" dt="2026-09-29T14:35:29.331" v="7215"/>
          <ac:grpSpMkLst>
            <pc:docMk/>
            <pc:sldMk cId="778646959" sldId="1593"/>
            <ac:grpSpMk id="561" creationId="{FBDC6E6E-2404-DD9D-B973-AF3BD9485E91}"/>
          </ac:grpSpMkLst>
        </pc:grpChg>
        <pc:grpChg chg="mod">
          <ac:chgData name="Manjita Shrestha" userId="6bba5096-ac8c-4189-8210-97dcbe97ac25" providerId="ADAL" clId="{048BDDE5-6AAE-4BFD-9A54-A3D544FA9405}" dt="2026-09-29T14:35:31.459" v="7217"/>
          <ac:grpSpMkLst>
            <pc:docMk/>
            <pc:sldMk cId="778646959" sldId="1593"/>
            <ac:grpSpMk id="564" creationId="{E380D959-6A7F-9A64-8E88-D3EE35C80E04}"/>
          </ac:grpSpMkLst>
        </pc:grpChg>
        <pc:grpChg chg="mod">
          <ac:chgData name="Manjita Shrestha" userId="6bba5096-ac8c-4189-8210-97dcbe97ac25" providerId="ADAL" clId="{048BDDE5-6AAE-4BFD-9A54-A3D544FA9405}" dt="2026-09-29T14:35:34.791" v="7220"/>
          <ac:grpSpMkLst>
            <pc:docMk/>
            <pc:sldMk cId="778646959" sldId="1593"/>
            <ac:grpSpMk id="567" creationId="{5CAB6EDF-04B0-42CB-F307-BB974A8548F0}"/>
          </ac:grpSpMkLst>
        </pc:grpChg>
        <pc:grpChg chg="mod">
          <ac:chgData name="Manjita Shrestha" userId="6bba5096-ac8c-4189-8210-97dcbe97ac25" providerId="ADAL" clId="{048BDDE5-6AAE-4BFD-9A54-A3D544FA9405}" dt="2026-09-29T14:36:39.309" v="7251"/>
          <ac:grpSpMkLst>
            <pc:docMk/>
            <pc:sldMk cId="778646959" sldId="1593"/>
            <ac:grpSpMk id="570" creationId="{C3DC3CBA-D4B4-5ABC-70AA-D297A673B85D}"/>
          </ac:grpSpMkLst>
        </pc:grpChg>
        <pc:grpChg chg="del mod">
          <ac:chgData name="Manjita Shrestha" userId="6bba5096-ac8c-4189-8210-97dcbe97ac25" providerId="ADAL" clId="{048BDDE5-6AAE-4BFD-9A54-A3D544FA9405}" dt="2026-09-29T14:37:01.594" v="7279"/>
          <ac:grpSpMkLst>
            <pc:docMk/>
            <pc:sldMk cId="778646959" sldId="1593"/>
            <ac:grpSpMk id="575" creationId="{26A08B1E-BAEC-12C6-B2A7-7A523143CB64}"/>
          </ac:grpSpMkLst>
        </pc:grpChg>
        <pc:grpChg chg="mod">
          <ac:chgData name="Manjita Shrestha" userId="6bba5096-ac8c-4189-8210-97dcbe97ac25" providerId="ADAL" clId="{048BDDE5-6AAE-4BFD-9A54-A3D544FA9405}" dt="2026-09-29T14:37:01.594" v="7279"/>
          <ac:grpSpMkLst>
            <pc:docMk/>
            <pc:sldMk cId="778646959" sldId="1593"/>
            <ac:grpSpMk id="579" creationId="{9333DA42-5A07-3B49-2BF3-AE03886D75B4}"/>
          </ac:grpSpMkLst>
        </pc:grpChg>
        <pc:grpChg chg="del mod">
          <ac:chgData name="Manjita Shrestha" userId="6bba5096-ac8c-4189-8210-97dcbe97ac25" providerId="ADAL" clId="{048BDDE5-6AAE-4BFD-9A54-A3D544FA9405}" dt="2026-09-29T14:37:18.919" v="7300"/>
          <ac:grpSpMkLst>
            <pc:docMk/>
            <pc:sldMk cId="778646959" sldId="1593"/>
            <ac:grpSpMk id="590" creationId="{85388DC8-2D7D-15ED-E9E1-3463461207C7}"/>
          </ac:grpSpMkLst>
        </pc:grpChg>
        <pc:grpChg chg="mod">
          <ac:chgData name="Manjita Shrestha" userId="6bba5096-ac8c-4189-8210-97dcbe97ac25" providerId="ADAL" clId="{048BDDE5-6AAE-4BFD-9A54-A3D544FA9405}" dt="2026-09-29T14:37:18.919" v="7300"/>
          <ac:grpSpMkLst>
            <pc:docMk/>
            <pc:sldMk cId="778646959" sldId="1593"/>
            <ac:grpSpMk id="600" creationId="{597F7156-B8AF-7AF4-1954-F5F7EB9B338E}"/>
          </ac:grpSpMkLst>
        </pc:grpChg>
        <pc:grpChg chg="del mod">
          <ac:chgData name="Manjita Shrestha" userId="6bba5096-ac8c-4189-8210-97dcbe97ac25" providerId="ADAL" clId="{048BDDE5-6AAE-4BFD-9A54-A3D544FA9405}" dt="2026-09-29T14:37:35.698" v="7340"/>
          <ac:grpSpMkLst>
            <pc:docMk/>
            <pc:sldMk cId="778646959" sldId="1593"/>
            <ac:grpSpMk id="608" creationId="{09271CF7-D966-6702-5DC7-6F0BA68FF26C}"/>
          </ac:grpSpMkLst>
        </pc:grpChg>
        <pc:grpChg chg="mod">
          <ac:chgData name="Manjita Shrestha" userId="6bba5096-ac8c-4189-8210-97dcbe97ac25" providerId="ADAL" clId="{048BDDE5-6AAE-4BFD-9A54-A3D544FA9405}" dt="2026-09-29T14:37:46.452" v="7358"/>
          <ac:grpSpMkLst>
            <pc:docMk/>
            <pc:sldMk cId="778646959" sldId="1593"/>
            <ac:grpSpMk id="626" creationId="{64ED8EB8-ECF1-1B67-E148-7931743E4437}"/>
          </ac:grpSpMkLst>
        </pc:grpChg>
        <pc:grpChg chg="del mod">
          <ac:chgData name="Manjita Shrestha" userId="6bba5096-ac8c-4189-8210-97dcbe97ac25" providerId="ADAL" clId="{048BDDE5-6AAE-4BFD-9A54-A3D544FA9405}" dt="2026-09-29T14:38:04.375" v="7387"/>
          <ac:grpSpMkLst>
            <pc:docMk/>
            <pc:sldMk cId="778646959" sldId="1593"/>
            <ac:grpSpMk id="637" creationId="{F1B8F6BE-40F5-AD48-C5C7-DF7363F41E0E}"/>
          </ac:grpSpMkLst>
        </pc:grpChg>
        <pc:grpChg chg="del mod">
          <ac:chgData name="Manjita Shrestha" userId="6bba5096-ac8c-4189-8210-97dcbe97ac25" providerId="ADAL" clId="{048BDDE5-6AAE-4BFD-9A54-A3D544FA9405}" dt="2026-09-29T14:38:18.419" v="7415"/>
          <ac:grpSpMkLst>
            <pc:docMk/>
            <pc:sldMk cId="778646959" sldId="1593"/>
            <ac:grpSpMk id="638" creationId="{515D04BE-BB06-4078-23D8-E36F0741C0E3}"/>
          </ac:grpSpMkLst>
        </pc:grpChg>
        <pc:grpChg chg="del mod">
          <ac:chgData name="Manjita Shrestha" userId="6bba5096-ac8c-4189-8210-97dcbe97ac25" providerId="ADAL" clId="{048BDDE5-6AAE-4BFD-9A54-A3D544FA9405}" dt="2026-09-29T14:38:18.419" v="7415"/>
          <ac:grpSpMkLst>
            <pc:docMk/>
            <pc:sldMk cId="778646959" sldId="1593"/>
            <ac:grpSpMk id="647" creationId="{A474E77B-FA51-0007-D08A-29F79E811F8E}"/>
          </ac:grpSpMkLst>
        </pc:grpChg>
        <pc:grpChg chg="del mod">
          <ac:chgData name="Manjita Shrestha" userId="6bba5096-ac8c-4189-8210-97dcbe97ac25" providerId="ADAL" clId="{048BDDE5-6AAE-4BFD-9A54-A3D544FA9405}" dt="2026-09-29T14:38:18.419" v="7415"/>
          <ac:grpSpMkLst>
            <pc:docMk/>
            <pc:sldMk cId="778646959" sldId="1593"/>
            <ac:grpSpMk id="651" creationId="{2242F60D-20C9-CECB-DF25-C50A84B5FF04}"/>
          </ac:grpSpMkLst>
        </pc:grpChg>
        <pc:grpChg chg="del mod">
          <ac:chgData name="Manjita Shrestha" userId="6bba5096-ac8c-4189-8210-97dcbe97ac25" providerId="ADAL" clId="{048BDDE5-6AAE-4BFD-9A54-A3D544FA9405}" dt="2026-09-29T14:38:27.501" v="7417"/>
          <ac:grpSpMkLst>
            <pc:docMk/>
            <pc:sldMk cId="778646959" sldId="1593"/>
            <ac:grpSpMk id="662" creationId="{A79C5452-8EAB-3B37-577A-CC8203E3AFBE}"/>
          </ac:grpSpMkLst>
        </pc:grpChg>
        <pc:grpChg chg="del mod">
          <ac:chgData name="Manjita Shrestha" userId="6bba5096-ac8c-4189-8210-97dcbe97ac25" providerId="ADAL" clId="{048BDDE5-6AAE-4BFD-9A54-A3D544FA9405}" dt="2026-09-29T14:40:28.535" v="7516"/>
          <ac:grpSpMkLst>
            <pc:docMk/>
            <pc:sldMk cId="778646959" sldId="1593"/>
            <ac:grpSpMk id="664" creationId="{C7AC4C71-AADC-C634-5851-99B3188FAA91}"/>
          </ac:grpSpMkLst>
        </pc:grpChg>
        <pc:grpChg chg="mod">
          <ac:chgData name="Manjita Shrestha" userId="6bba5096-ac8c-4189-8210-97dcbe97ac25" providerId="ADAL" clId="{048BDDE5-6AAE-4BFD-9A54-A3D544FA9405}" dt="2026-09-29T14:39:03.414" v="7441"/>
          <ac:grpSpMkLst>
            <pc:docMk/>
            <pc:sldMk cId="778646959" sldId="1593"/>
            <ac:grpSpMk id="678" creationId="{5629BFAA-5946-10FA-1FA4-FA70ACE3FBB4}"/>
          </ac:grpSpMkLst>
        </pc:grpChg>
        <pc:grpChg chg="del mod">
          <ac:chgData name="Manjita Shrestha" userId="6bba5096-ac8c-4189-8210-97dcbe97ac25" providerId="ADAL" clId="{048BDDE5-6AAE-4BFD-9A54-A3D544FA9405}" dt="2026-09-29T14:39:54.451" v="7496"/>
          <ac:grpSpMkLst>
            <pc:docMk/>
            <pc:sldMk cId="778646959" sldId="1593"/>
            <ac:grpSpMk id="689" creationId="{48A858D2-6174-CAA1-DC21-7C7E687EC8F3}"/>
          </ac:grpSpMkLst>
        </pc:grpChg>
        <pc:grpChg chg="mod">
          <ac:chgData name="Manjita Shrestha" userId="6bba5096-ac8c-4189-8210-97dcbe97ac25" providerId="ADAL" clId="{048BDDE5-6AAE-4BFD-9A54-A3D544FA9405}" dt="2026-09-29T14:39:45.901" v="7485"/>
          <ac:grpSpMkLst>
            <pc:docMk/>
            <pc:sldMk cId="778646959" sldId="1593"/>
            <ac:grpSpMk id="690" creationId="{4E14D162-43F4-DBE2-BB46-A33A9EFFB870}"/>
          </ac:grpSpMkLst>
        </pc:grpChg>
        <pc:grpChg chg="mod">
          <ac:chgData name="Manjita Shrestha" userId="6bba5096-ac8c-4189-8210-97dcbe97ac25" providerId="ADAL" clId="{048BDDE5-6AAE-4BFD-9A54-A3D544FA9405}" dt="2026-09-29T14:39:54.451" v="7496"/>
          <ac:grpSpMkLst>
            <pc:docMk/>
            <pc:sldMk cId="778646959" sldId="1593"/>
            <ac:grpSpMk id="701" creationId="{CA7DBDC2-7C2C-7B9B-BCC0-01E99B01FD54}"/>
          </ac:grpSpMkLst>
        </pc:grpChg>
        <pc:grpChg chg="del mod">
          <ac:chgData name="Manjita Shrestha" userId="6bba5096-ac8c-4189-8210-97dcbe97ac25" providerId="ADAL" clId="{048BDDE5-6AAE-4BFD-9A54-A3D544FA9405}" dt="2026-09-29T14:40:13.168" v="7508"/>
          <ac:grpSpMkLst>
            <pc:docMk/>
            <pc:sldMk cId="778646959" sldId="1593"/>
            <ac:grpSpMk id="710" creationId="{0A77A25F-96FD-5877-87F9-B5CC2262D741}"/>
          </ac:grpSpMkLst>
        </pc:grpChg>
        <pc:grpChg chg="del mod">
          <ac:chgData name="Manjita Shrestha" userId="6bba5096-ac8c-4189-8210-97dcbe97ac25" providerId="ADAL" clId="{048BDDE5-6AAE-4BFD-9A54-A3D544FA9405}" dt="2026-09-29T14:40:19.089" v="7511"/>
          <ac:grpSpMkLst>
            <pc:docMk/>
            <pc:sldMk cId="778646959" sldId="1593"/>
            <ac:grpSpMk id="711" creationId="{EF116DFF-303B-84C7-096F-20BB2E9E05D9}"/>
          </ac:grpSpMkLst>
        </pc:grpChg>
        <pc:grpChg chg="del mod">
          <ac:chgData name="Manjita Shrestha" userId="6bba5096-ac8c-4189-8210-97dcbe97ac25" providerId="ADAL" clId="{048BDDE5-6AAE-4BFD-9A54-A3D544FA9405}" dt="2026-09-29T14:40:19.089" v="7511"/>
          <ac:grpSpMkLst>
            <pc:docMk/>
            <pc:sldMk cId="778646959" sldId="1593"/>
            <ac:grpSpMk id="712" creationId="{FE65683A-5B8A-651F-C8CE-41999E3B1AC2}"/>
          </ac:grpSpMkLst>
        </pc:grpChg>
        <pc:grpChg chg="del mod">
          <ac:chgData name="Manjita Shrestha" userId="6bba5096-ac8c-4189-8210-97dcbe97ac25" providerId="ADAL" clId="{048BDDE5-6AAE-4BFD-9A54-A3D544FA9405}" dt="2026-09-29T14:40:19.089" v="7511"/>
          <ac:grpSpMkLst>
            <pc:docMk/>
            <pc:sldMk cId="778646959" sldId="1593"/>
            <ac:grpSpMk id="715" creationId="{3D203F6B-FCA8-B81F-9E06-3F4EBD0D9DD1}"/>
          </ac:grpSpMkLst>
        </pc:grpChg>
        <pc:grpChg chg="del mod">
          <ac:chgData name="Manjita Shrestha" userId="6bba5096-ac8c-4189-8210-97dcbe97ac25" providerId="ADAL" clId="{048BDDE5-6AAE-4BFD-9A54-A3D544FA9405}" dt="2026-09-29T14:40:21.041" v="7513"/>
          <ac:grpSpMkLst>
            <pc:docMk/>
            <pc:sldMk cId="778646959" sldId="1593"/>
            <ac:grpSpMk id="718" creationId="{10C9F37E-A999-5C02-3541-CD66172C2147}"/>
          </ac:grpSpMkLst>
        </pc:grpChg>
        <pc:grpChg chg="mod">
          <ac:chgData name="Manjita Shrestha" userId="6bba5096-ac8c-4189-8210-97dcbe97ac25" providerId="ADAL" clId="{048BDDE5-6AAE-4BFD-9A54-A3D544FA9405}" dt="2026-09-29T14:40:21.041" v="7513"/>
          <ac:grpSpMkLst>
            <pc:docMk/>
            <pc:sldMk cId="778646959" sldId="1593"/>
            <ac:grpSpMk id="720" creationId="{8FB745A1-C33F-A8BE-CEA1-BB3D98AB03E7}"/>
          </ac:grpSpMkLst>
        </pc:grpChg>
        <pc:grpChg chg="del mod">
          <ac:chgData name="Manjita Shrestha" userId="6bba5096-ac8c-4189-8210-97dcbe97ac25" providerId="ADAL" clId="{048BDDE5-6AAE-4BFD-9A54-A3D544FA9405}" dt="2026-09-29T14:40:32.464" v="7519"/>
          <ac:grpSpMkLst>
            <pc:docMk/>
            <pc:sldMk cId="778646959" sldId="1593"/>
            <ac:grpSpMk id="723" creationId="{540A0C54-8E80-4B32-898A-E0FB34BB1E52}"/>
          </ac:grpSpMkLst>
        </pc:grpChg>
        <pc:grpChg chg="del mod">
          <ac:chgData name="Manjita Shrestha" userId="6bba5096-ac8c-4189-8210-97dcbe97ac25" providerId="ADAL" clId="{048BDDE5-6AAE-4BFD-9A54-A3D544FA9405}" dt="2026-09-29T14:40:47.425" v="7528"/>
          <ac:grpSpMkLst>
            <pc:docMk/>
            <pc:sldMk cId="778646959" sldId="1593"/>
            <ac:grpSpMk id="726" creationId="{63F234A5-A6BF-D338-E6C7-9C3EC53E75D2}"/>
          </ac:grpSpMkLst>
        </pc:grpChg>
        <pc:grpChg chg="del mod">
          <ac:chgData name="Manjita Shrestha" userId="6bba5096-ac8c-4189-8210-97dcbe97ac25" providerId="ADAL" clId="{048BDDE5-6AAE-4BFD-9A54-A3D544FA9405}" dt="2026-09-29T14:40:47.425" v="7528"/>
          <ac:grpSpMkLst>
            <pc:docMk/>
            <pc:sldMk cId="778646959" sldId="1593"/>
            <ac:grpSpMk id="729" creationId="{786C9351-C1FA-A2EA-E6A7-CBF57F80A6DD}"/>
          </ac:grpSpMkLst>
        </pc:grpChg>
        <pc:grpChg chg="del mod">
          <ac:chgData name="Manjita Shrestha" userId="6bba5096-ac8c-4189-8210-97dcbe97ac25" providerId="ADAL" clId="{048BDDE5-6AAE-4BFD-9A54-A3D544FA9405}" dt="2026-09-29T14:41:04.600" v="7543"/>
          <ac:grpSpMkLst>
            <pc:docMk/>
            <pc:sldMk cId="778646959" sldId="1593"/>
            <ac:grpSpMk id="730" creationId="{1212FE98-6529-C3AE-A8BE-8E358790F8A1}"/>
          </ac:grpSpMkLst>
        </pc:grpChg>
        <pc:grpChg chg="mod">
          <ac:chgData name="Manjita Shrestha" userId="6bba5096-ac8c-4189-8210-97dcbe97ac25" providerId="ADAL" clId="{048BDDE5-6AAE-4BFD-9A54-A3D544FA9405}" dt="2026-09-29T14:41:04.600" v="7543"/>
          <ac:grpSpMkLst>
            <pc:docMk/>
            <pc:sldMk cId="778646959" sldId="1593"/>
            <ac:grpSpMk id="741" creationId="{85D50C4F-22D0-57E4-CB95-9CA09D1C9223}"/>
          </ac:grpSpMkLst>
        </pc:grpChg>
        <pc:grpChg chg="mod">
          <ac:chgData name="Manjita Shrestha" userId="6bba5096-ac8c-4189-8210-97dcbe97ac25" providerId="ADAL" clId="{048BDDE5-6AAE-4BFD-9A54-A3D544FA9405}" dt="2026-09-29T14:41:04.600" v="7543"/>
          <ac:grpSpMkLst>
            <pc:docMk/>
            <pc:sldMk cId="778646959" sldId="1593"/>
            <ac:grpSpMk id="742" creationId="{59B931BF-75EC-F78D-B074-72C1CEE571C9}"/>
          </ac:grpSpMkLst>
        </pc:grpChg>
        <pc:grpChg chg="mod">
          <ac:chgData name="Manjita Shrestha" userId="6bba5096-ac8c-4189-8210-97dcbe97ac25" providerId="ADAL" clId="{048BDDE5-6AAE-4BFD-9A54-A3D544FA9405}" dt="2026-09-29T14:41:36.516" v="7560"/>
          <ac:grpSpMkLst>
            <pc:docMk/>
            <pc:sldMk cId="778646959" sldId="1593"/>
            <ac:grpSpMk id="750" creationId="{7234D633-9B0A-64FF-5441-85B48AD3B0A0}"/>
          </ac:grpSpMkLst>
        </pc:grpChg>
        <pc:grpChg chg="mod">
          <ac:chgData name="Manjita Shrestha" userId="6bba5096-ac8c-4189-8210-97dcbe97ac25" providerId="ADAL" clId="{048BDDE5-6AAE-4BFD-9A54-A3D544FA9405}" dt="2026-09-29T14:41:48.203" v="7574"/>
          <ac:grpSpMkLst>
            <pc:docMk/>
            <pc:sldMk cId="778646959" sldId="1593"/>
            <ac:grpSpMk id="756" creationId="{4C1DF23B-EBAB-22E3-0636-E46067E330BB}"/>
          </ac:grpSpMkLst>
        </pc:grpChg>
        <pc:inkChg chg="add">
          <ac:chgData name="Manjita Shrestha" userId="6bba5096-ac8c-4189-8210-97dcbe97ac25" providerId="ADAL" clId="{048BDDE5-6AAE-4BFD-9A54-A3D544FA9405}" dt="2026-09-29T14:31:50.954" v="6937" actId="9405"/>
          <ac:inkMkLst>
            <pc:docMk/>
            <pc:sldMk cId="778646959" sldId="1593"/>
            <ac:inkMk id="12" creationId="{7EA7BF12-141C-71A1-D38F-3124172F74D2}"/>
          </ac:inkMkLst>
        </pc:inkChg>
        <pc:inkChg chg="add mod">
          <ac:chgData name="Manjita Shrestha" userId="6bba5096-ac8c-4189-8210-97dcbe97ac25" providerId="ADAL" clId="{048BDDE5-6AAE-4BFD-9A54-A3D544FA9405}" dt="2026-09-29T14:31:59.114" v="6945"/>
          <ac:inkMkLst>
            <pc:docMk/>
            <pc:sldMk cId="778646959" sldId="1593"/>
            <ac:inkMk id="17" creationId="{87D55590-2665-F26C-63D9-D2DE7017BBC9}"/>
          </ac:inkMkLst>
        </pc:inkChg>
        <pc:inkChg chg="add mod">
          <ac:chgData name="Manjita Shrestha" userId="6bba5096-ac8c-4189-8210-97dcbe97ac25" providerId="ADAL" clId="{048BDDE5-6AAE-4BFD-9A54-A3D544FA9405}" dt="2026-09-29T14:35:31.459" v="7217"/>
          <ac:inkMkLst>
            <pc:docMk/>
            <pc:sldMk cId="778646959" sldId="1593"/>
            <ac:inkMk id="18" creationId="{2808D354-C6BD-54CC-D210-57C065091D85}"/>
          </ac:inkMkLst>
        </pc:inkChg>
        <pc:inkChg chg="add mod">
          <ac:chgData name="Manjita Shrestha" userId="6bba5096-ac8c-4189-8210-97dcbe97ac25" providerId="ADAL" clId="{048BDDE5-6AAE-4BFD-9A54-A3D544FA9405}" dt="2026-09-29T14:31:59.114" v="6945"/>
          <ac:inkMkLst>
            <pc:docMk/>
            <pc:sldMk cId="778646959" sldId="1593"/>
            <ac:inkMk id="27" creationId="{E59582B3-8461-4422-6A9C-C09D09F2F56C}"/>
          </ac:inkMkLst>
        </pc:inkChg>
        <pc:inkChg chg="add mod">
          <ac:chgData name="Manjita Shrestha" userId="6bba5096-ac8c-4189-8210-97dcbe97ac25" providerId="ADAL" clId="{048BDDE5-6AAE-4BFD-9A54-A3D544FA9405}" dt="2026-09-29T14:35:31.459" v="7217"/>
          <ac:inkMkLst>
            <pc:docMk/>
            <pc:sldMk cId="778646959" sldId="1593"/>
            <ac:inkMk id="28" creationId="{D648913C-497D-0EFB-F27F-6861D4AF5551}"/>
          </ac:inkMkLst>
        </pc:inkChg>
        <pc:inkChg chg="add mod">
          <ac:chgData name="Manjita Shrestha" userId="6bba5096-ac8c-4189-8210-97dcbe97ac25" providerId="ADAL" clId="{048BDDE5-6AAE-4BFD-9A54-A3D544FA9405}" dt="2026-09-29T14:35:31.459" v="7217"/>
          <ac:inkMkLst>
            <pc:docMk/>
            <pc:sldMk cId="778646959" sldId="1593"/>
            <ac:inkMk id="33" creationId="{8554B440-7610-2729-EF02-2DAC6712BDBF}"/>
          </ac:inkMkLst>
        </pc:inkChg>
        <pc:inkChg chg="add mod">
          <ac:chgData name="Manjita Shrestha" userId="6bba5096-ac8c-4189-8210-97dcbe97ac25" providerId="ADAL" clId="{048BDDE5-6AAE-4BFD-9A54-A3D544FA9405}" dt="2026-09-29T14:35:31.459" v="7217"/>
          <ac:inkMkLst>
            <pc:docMk/>
            <pc:sldMk cId="778646959" sldId="1593"/>
            <ac:inkMk id="34" creationId="{6E74C243-5F53-B25F-F72D-96279F25D4A0}"/>
          </ac:inkMkLst>
        </pc:inkChg>
        <pc:inkChg chg="add mod">
          <ac:chgData name="Manjita Shrestha" userId="6bba5096-ac8c-4189-8210-97dcbe97ac25" providerId="ADAL" clId="{048BDDE5-6AAE-4BFD-9A54-A3D544FA9405}" dt="2026-09-29T14:35:24.612" v="7212"/>
          <ac:inkMkLst>
            <pc:docMk/>
            <pc:sldMk cId="778646959" sldId="1593"/>
            <ac:inkMk id="35" creationId="{F66CB2CC-3678-6A9B-DC8A-1DDC2AB0DE78}"/>
          </ac:inkMkLst>
        </pc:inkChg>
        <pc:inkChg chg="add">
          <ac:chgData name="Manjita Shrestha" userId="6bba5096-ac8c-4189-8210-97dcbe97ac25" providerId="ADAL" clId="{048BDDE5-6AAE-4BFD-9A54-A3D544FA9405}" dt="2026-09-29T14:31:59.473" v="6946" actId="9405"/>
          <ac:inkMkLst>
            <pc:docMk/>
            <pc:sldMk cId="778646959" sldId="1593"/>
            <ac:inkMk id="45" creationId="{AB5D1531-D920-454D-6FCA-D1AAD172A7A8}"/>
          </ac:inkMkLst>
        </pc:inkChg>
        <pc:inkChg chg="add">
          <ac:chgData name="Manjita Shrestha" userId="6bba5096-ac8c-4189-8210-97dcbe97ac25" providerId="ADAL" clId="{048BDDE5-6AAE-4BFD-9A54-A3D544FA9405}" dt="2026-09-29T14:31:59.837" v="6947" actId="9405"/>
          <ac:inkMkLst>
            <pc:docMk/>
            <pc:sldMk cId="778646959" sldId="1593"/>
            <ac:inkMk id="46" creationId="{F2C5C44E-BA16-B848-4545-152BB30261CA}"/>
          </ac:inkMkLst>
        </pc:inkChg>
        <pc:inkChg chg="add">
          <ac:chgData name="Manjita Shrestha" userId="6bba5096-ac8c-4189-8210-97dcbe97ac25" providerId="ADAL" clId="{048BDDE5-6AAE-4BFD-9A54-A3D544FA9405}" dt="2026-09-29T14:32:00.431" v="6948" actId="9405"/>
          <ac:inkMkLst>
            <pc:docMk/>
            <pc:sldMk cId="778646959" sldId="1593"/>
            <ac:inkMk id="47" creationId="{29D10AF9-C0D8-6786-3953-4417F49C5D96}"/>
          </ac:inkMkLst>
        </pc:inkChg>
        <pc:inkChg chg="add mod">
          <ac:chgData name="Manjita Shrestha" userId="6bba5096-ac8c-4189-8210-97dcbe97ac25" providerId="ADAL" clId="{048BDDE5-6AAE-4BFD-9A54-A3D544FA9405}" dt="2026-09-29T14:35:31.459" v="7217"/>
          <ac:inkMkLst>
            <pc:docMk/>
            <pc:sldMk cId="778646959" sldId="1593"/>
            <ac:inkMk id="48" creationId="{B2DB9223-42EE-05D5-54A7-7B80ABEF0DEC}"/>
          </ac:inkMkLst>
        </pc:inkChg>
        <pc:inkChg chg="add">
          <ac:chgData name="Manjita Shrestha" userId="6bba5096-ac8c-4189-8210-97dcbe97ac25" providerId="ADAL" clId="{048BDDE5-6AAE-4BFD-9A54-A3D544FA9405}" dt="2026-09-29T14:32:01.267" v="6950" actId="9405"/>
          <ac:inkMkLst>
            <pc:docMk/>
            <pc:sldMk cId="778646959" sldId="1593"/>
            <ac:inkMk id="49" creationId="{43321B6D-4CA9-018A-30A0-32FC15F99A69}"/>
          </ac:inkMkLst>
        </pc:inkChg>
        <pc:inkChg chg="add">
          <ac:chgData name="Manjita Shrestha" userId="6bba5096-ac8c-4189-8210-97dcbe97ac25" providerId="ADAL" clId="{048BDDE5-6AAE-4BFD-9A54-A3D544FA9405}" dt="2026-09-29T14:32:01.664" v="6951" actId="9405"/>
          <ac:inkMkLst>
            <pc:docMk/>
            <pc:sldMk cId="778646959" sldId="1593"/>
            <ac:inkMk id="50" creationId="{9FEA62F7-3BD8-BEBD-D0BE-5B2A700175C6}"/>
          </ac:inkMkLst>
        </pc:inkChg>
        <pc:inkChg chg="add">
          <ac:chgData name="Manjita Shrestha" userId="6bba5096-ac8c-4189-8210-97dcbe97ac25" providerId="ADAL" clId="{048BDDE5-6AAE-4BFD-9A54-A3D544FA9405}" dt="2026-09-29T14:32:02.325" v="6952" actId="9405"/>
          <ac:inkMkLst>
            <pc:docMk/>
            <pc:sldMk cId="778646959" sldId="1593"/>
            <ac:inkMk id="51" creationId="{73CE7A11-D7CA-44B3-C37C-B8DDEC764C91}"/>
          </ac:inkMkLst>
        </pc:inkChg>
        <pc:inkChg chg="add mod">
          <ac:chgData name="Manjita Shrestha" userId="6bba5096-ac8c-4189-8210-97dcbe97ac25" providerId="ADAL" clId="{048BDDE5-6AAE-4BFD-9A54-A3D544FA9405}" dt="2026-09-29T14:35:31.459" v="7217"/>
          <ac:inkMkLst>
            <pc:docMk/>
            <pc:sldMk cId="778646959" sldId="1593"/>
            <ac:inkMk id="52" creationId="{06882CA8-27FA-7393-6ACA-2C0AA676F587}"/>
          </ac:inkMkLst>
        </pc:inkChg>
        <pc:inkChg chg="add">
          <ac:chgData name="Manjita Shrestha" userId="6bba5096-ac8c-4189-8210-97dcbe97ac25" providerId="ADAL" clId="{048BDDE5-6AAE-4BFD-9A54-A3D544FA9405}" dt="2026-09-29T14:32:03.453" v="6954" actId="9405"/>
          <ac:inkMkLst>
            <pc:docMk/>
            <pc:sldMk cId="778646959" sldId="1593"/>
            <ac:inkMk id="53" creationId="{09C26D09-0C95-23C5-7C52-28B208584298}"/>
          </ac:inkMkLst>
        </pc:inkChg>
        <pc:inkChg chg="add">
          <ac:chgData name="Manjita Shrestha" userId="6bba5096-ac8c-4189-8210-97dcbe97ac25" providerId="ADAL" clId="{048BDDE5-6AAE-4BFD-9A54-A3D544FA9405}" dt="2026-09-29T14:32:03.830" v="6955" actId="9405"/>
          <ac:inkMkLst>
            <pc:docMk/>
            <pc:sldMk cId="778646959" sldId="1593"/>
            <ac:inkMk id="54" creationId="{8E996AD8-D5D7-E679-E6F9-51CDB8EBF82F}"/>
          </ac:inkMkLst>
        </pc:inkChg>
        <pc:inkChg chg="add">
          <ac:chgData name="Manjita Shrestha" userId="6bba5096-ac8c-4189-8210-97dcbe97ac25" providerId="ADAL" clId="{048BDDE5-6AAE-4BFD-9A54-A3D544FA9405}" dt="2026-09-29T14:32:04.560" v="6956" actId="9405"/>
          <ac:inkMkLst>
            <pc:docMk/>
            <pc:sldMk cId="778646959" sldId="1593"/>
            <ac:inkMk id="55" creationId="{4FB45464-D74E-C448-83BD-2E99BFCFF9DA}"/>
          </ac:inkMkLst>
        </pc:inkChg>
        <pc:inkChg chg="add mod">
          <ac:chgData name="Manjita Shrestha" userId="6bba5096-ac8c-4189-8210-97dcbe97ac25" providerId="ADAL" clId="{048BDDE5-6AAE-4BFD-9A54-A3D544FA9405}" dt="2026-09-29T14:35:31.459" v="7217"/>
          <ac:inkMkLst>
            <pc:docMk/>
            <pc:sldMk cId="778646959" sldId="1593"/>
            <ac:inkMk id="58" creationId="{6C37B9D6-9D24-C593-B5B4-3C5CCBC95767}"/>
          </ac:inkMkLst>
        </pc:inkChg>
        <pc:inkChg chg="add mod">
          <ac:chgData name="Manjita Shrestha" userId="6bba5096-ac8c-4189-8210-97dcbe97ac25" providerId="ADAL" clId="{048BDDE5-6AAE-4BFD-9A54-A3D544FA9405}" dt="2026-09-29T14:33:20.790" v="7056"/>
          <ac:inkMkLst>
            <pc:docMk/>
            <pc:sldMk cId="778646959" sldId="1593"/>
            <ac:inkMk id="69" creationId="{47C5F077-A814-A2CB-D65C-C01731F37FCD}"/>
          </ac:inkMkLst>
        </pc:inkChg>
        <pc:inkChg chg="add mod">
          <ac:chgData name="Manjita Shrestha" userId="6bba5096-ac8c-4189-8210-97dcbe97ac25" providerId="ADAL" clId="{048BDDE5-6AAE-4BFD-9A54-A3D544FA9405}" dt="2026-09-29T14:33:20.790" v="7056"/>
          <ac:inkMkLst>
            <pc:docMk/>
            <pc:sldMk cId="778646959" sldId="1593"/>
            <ac:inkMk id="75" creationId="{CD5EE253-7E77-2CAF-C8A4-CD4B191817A3}"/>
          </ac:inkMkLst>
        </pc:inkChg>
        <pc:inkChg chg="add">
          <ac:chgData name="Manjita Shrestha" userId="6bba5096-ac8c-4189-8210-97dcbe97ac25" providerId="ADAL" clId="{048BDDE5-6AAE-4BFD-9A54-A3D544FA9405}" dt="2026-09-29T14:33:17.477" v="7050" actId="9405"/>
          <ac:inkMkLst>
            <pc:docMk/>
            <pc:sldMk cId="778646959" sldId="1593"/>
            <ac:inkMk id="101" creationId="{22F02049-AC08-C819-9DDB-B4DE3D373ECA}"/>
          </ac:inkMkLst>
        </pc:inkChg>
        <pc:inkChg chg="del">
          <ac:chgData name="Manjita Shrestha" userId="6bba5096-ac8c-4189-8210-97dcbe97ac25" providerId="ADAL" clId="{048BDDE5-6AAE-4BFD-9A54-A3D544FA9405}" dt="2026-09-29T14:41:30.489" v="7549"/>
          <ac:inkMkLst>
            <pc:docMk/>
            <pc:sldMk cId="778646959" sldId="1593"/>
            <ac:inkMk id="112" creationId="{653CAD35-ABEF-1E9C-F2F2-48D421001489}"/>
          </ac:inkMkLst>
        </pc:inkChg>
        <pc:inkChg chg="del">
          <ac:chgData name="Manjita Shrestha" userId="6bba5096-ac8c-4189-8210-97dcbe97ac25" providerId="ADAL" clId="{048BDDE5-6AAE-4BFD-9A54-A3D544FA9405}" dt="2026-09-29T14:41:30.485" v="7545"/>
          <ac:inkMkLst>
            <pc:docMk/>
            <pc:sldMk cId="778646959" sldId="1593"/>
            <ac:inkMk id="113" creationId="{638241FF-8859-3EC7-1FE7-EB5C4832D979}"/>
          </ac:inkMkLst>
        </pc:inkChg>
        <pc:inkChg chg="del">
          <ac:chgData name="Manjita Shrestha" userId="6bba5096-ac8c-4189-8210-97dcbe97ac25" providerId="ADAL" clId="{048BDDE5-6AAE-4BFD-9A54-A3D544FA9405}" dt="2026-09-29T14:41:30.489" v="7550"/>
          <ac:inkMkLst>
            <pc:docMk/>
            <pc:sldMk cId="778646959" sldId="1593"/>
            <ac:inkMk id="114" creationId="{EFCAC639-9B83-A3B4-2080-C1A84E2197AF}"/>
          </ac:inkMkLst>
        </pc:inkChg>
        <pc:inkChg chg="del">
          <ac:chgData name="Manjita Shrestha" userId="6bba5096-ac8c-4189-8210-97dcbe97ac25" providerId="ADAL" clId="{048BDDE5-6AAE-4BFD-9A54-A3D544FA9405}" dt="2026-09-29T14:41:30.485" v="7547"/>
          <ac:inkMkLst>
            <pc:docMk/>
            <pc:sldMk cId="778646959" sldId="1593"/>
            <ac:inkMk id="115" creationId="{84E2AAEF-651B-CA28-04EE-64B7A01FD688}"/>
          </ac:inkMkLst>
        </pc:inkChg>
        <pc:inkChg chg="del">
          <ac:chgData name="Manjita Shrestha" userId="6bba5096-ac8c-4189-8210-97dcbe97ac25" providerId="ADAL" clId="{048BDDE5-6AAE-4BFD-9A54-A3D544FA9405}" dt="2026-09-29T14:41:30.489" v="7551"/>
          <ac:inkMkLst>
            <pc:docMk/>
            <pc:sldMk cId="778646959" sldId="1593"/>
            <ac:inkMk id="116" creationId="{50AE26AC-D11E-0A9D-144D-9D2D63EE97B7}"/>
          </ac:inkMkLst>
        </pc:inkChg>
        <pc:inkChg chg="del">
          <ac:chgData name="Manjita Shrestha" userId="6bba5096-ac8c-4189-8210-97dcbe97ac25" providerId="ADAL" clId="{048BDDE5-6AAE-4BFD-9A54-A3D544FA9405}" dt="2026-09-29T14:41:30.483" v="7544"/>
          <ac:inkMkLst>
            <pc:docMk/>
            <pc:sldMk cId="778646959" sldId="1593"/>
            <ac:inkMk id="117" creationId="{B41ED7F6-57FB-B4F3-BA00-43CB6EF1AC5E}"/>
          </ac:inkMkLst>
        </pc:inkChg>
        <pc:inkChg chg="del">
          <ac:chgData name="Manjita Shrestha" userId="6bba5096-ac8c-4189-8210-97dcbe97ac25" providerId="ADAL" clId="{048BDDE5-6AAE-4BFD-9A54-A3D544FA9405}" dt="2026-09-29T14:41:30.489" v="7552"/>
          <ac:inkMkLst>
            <pc:docMk/>
            <pc:sldMk cId="778646959" sldId="1593"/>
            <ac:inkMk id="118" creationId="{D19580F3-5FF6-A5B1-E00C-8F81109671B3}"/>
          </ac:inkMkLst>
        </pc:inkChg>
        <pc:inkChg chg="del">
          <ac:chgData name="Manjita Shrestha" userId="6bba5096-ac8c-4189-8210-97dcbe97ac25" providerId="ADAL" clId="{048BDDE5-6AAE-4BFD-9A54-A3D544FA9405}" dt="2026-09-29T14:41:30.485" v="7546"/>
          <ac:inkMkLst>
            <pc:docMk/>
            <pc:sldMk cId="778646959" sldId="1593"/>
            <ac:inkMk id="119" creationId="{45CA3BD8-E02F-A350-2070-AAE54AC35DC3}"/>
          </ac:inkMkLst>
        </pc:inkChg>
        <pc:inkChg chg="del">
          <ac:chgData name="Manjita Shrestha" userId="6bba5096-ac8c-4189-8210-97dcbe97ac25" providerId="ADAL" clId="{048BDDE5-6AAE-4BFD-9A54-A3D544FA9405}" dt="2026-09-29T14:41:30.489" v="7548"/>
          <ac:inkMkLst>
            <pc:docMk/>
            <pc:sldMk cId="778646959" sldId="1593"/>
            <ac:inkMk id="120" creationId="{C900928F-5F04-5A71-C1A9-0D103DD97B3C}"/>
          </ac:inkMkLst>
        </pc:inkChg>
        <pc:inkChg chg="add mod">
          <ac:chgData name="Manjita Shrestha" userId="6bba5096-ac8c-4189-8210-97dcbe97ac25" providerId="ADAL" clId="{048BDDE5-6AAE-4BFD-9A54-A3D544FA9405}" dt="2026-09-29T14:33:20.790" v="7056"/>
          <ac:inkMkLst>
            <pc:docMk/>
            <pc:sldMk cId="778646959" sldId="1593"/>
            <ac:inkMk id="133" creationId="{4F7BEC1A-DF86-A252-3271-C61D0075F443}"/>
          </ac:inkMkLst>
        </pc:inkChg>
        <pc:inkChg chg="del">
          <ac:chgData name="Manjita Shrestha" userId="6bba5096-ac8c-4189-8210-97dcbe97ac25" providerId="ADAL" clId="{048BDDE5-6AAE-4BFD-9A54-A3D544FA9405}" dt="2026-09-29T14:32:59.701" v="7019"/>
          <ac:inkMkLst>
            <pc:docMk/>
            <pc:sldMk cId="778646959" sldId="1593"/>
            <ac:inkMk id="139" creationId="{0416EDC7-8D21-10DA-9FF3-5FB9657793BC}"/>
          </ac:inkMkLst>
        </pc:inkChg>
        <pc:inkChg chg="del">
          <ac:chgData name="Manjita Shrestha" userId="6bba5096-ac8c-4189-8210-97dcbe97ac25" providerId="ADAL" clId="{048BDDE5-6AAE-4BFD-9A54-A3D544FA9405}" dt="2026-09-29T14:32:59.699" v="7017"/>
          <ac:inkMkLst>
            <pc:docMk/>
            <pc:sldMk cId="778646959" sldId="1593"/>
            <ac:inkMk id="140" creationId="{30ACB95E-9CB9-E86C-6ADA-B0F5977C839D}"/>
          </ac:inkMkLst>
        </pc:inkChg>
        <pc:inkChg chg="del">
          <ac:chgData name="Manjita Shrestha" userId="6bba5096-ac8c-4189-8210-97dcbe97ac25" providerId="ADAL" clId="{048BDDE5-6AAE-4BFD-9A54-A3D544FA9405}" dt="2026-09-29T14:32:59.705" v="7022"/>
          <ac:inkMkLst>
            <pc:docMk/>
            <pc:sldMk cId="778646959" sldId="1593"/>
            <ac:inkMk id="141" creationId="{E1A20EF3-FBF3-939D-6A95-34D571F2FAC4}"/>
          </ac:inkMkLst>
        </pc:inkChg>
        <pc:inkChg chg="del">
          <ac:chgData name="Manjita Shrestha" userId="6bba5096-ac8c-4189-8210-97dcbe97ac25" providerId="ADAL" clId="{048BDDE5-6AAE-4BFD-9A54-A3D544FA9405}" dt="2026-09-29T14:32:57.922" v="7011"/>
          <ac:inkMkLst>
            <pc:docMk/>
            <pc:sldMk cId="778646959" sldId="1593"/>
            <ac:inkMk id="142" creationId="{819C90B4-8733-16C3-A665-14158B62D761}"/>
          </ac:inkMkLst>
        </pc:inkChg>
        <pc:inkChg chg="del">
          <ac:chgData name="Manjita Shrestha" userId="6bba5096-ac8c-4189-8210-97dcbe97ac25" providerId="ADAL" clId="{048BDDE5-6AAE-4BFD-9A54-A3D544FA9405}" dt="2026-09-29T14:32:59.697" v="7014"/>
          <ac:inkMkLst>
            <pc:docMk/>
            <pc:sldMk cId="778646959" sldId="1593"/>
            <ac:inkMk id="143" creationId="{E775329A-C60C-DDAE-88E9-27AEF2E9FBD2}"/>
          </ac:inkMkLst>
        </pc:inkChg>
        <pc:inkChg chg="del">
          <ac:chgData name="Manjita Shrestha" userId="6bba5096-ac8c-4189-8210-97dcbe97ac25" providerId="ADAL" clId="{048BDDE5-6AAE-4BFD-9A54-A3D544FA9405}" dt="2026-09-29T14:32:59.707" v="7023"/>
          <ac:inkMkLst>
            <pc:docMk/>
            <pc:sldMk cId="778646959" sldId="1593"/>
            <ac:inkMk id="146" creationId="{66292EF9-C6AF-0F57-D072-E2F8A6E13CB3}"/>
          </ac:inkMkLst>
        </pc:inkChg>
        <pc:inkChg chg="del">
          <ac:chgData name="Manjita Shrestha" userId="6bba5096-ac8c-4189-8210-97dcbe97ac25" providerId="ADAL" clId="{048BDDE5-6AAE-4BFD-9A54-A3D544FA9405}" dt="2026-09-29T14:32:59.695" v="7012"/>
          <ac:inkMkLst>
            <pc:docMk/>
            <pc:sldMk cId="778646959" sldId="1593"/>
            <ac:inkMk id="147" creationId="{AFE2D0CD-2359-D7F4-96BC-8CBC7021F841}"/>
          </ac:inkMkLst>
        </pc:inkChg>
        <pc:inkChg chg="del">
          <ac:chgData name="Manjita Shrestha" userId="6bba5096-ac8c-4189-8210-97dcbe97ac25" providerId="ADAL" clId="{048BDDE5-6AAE-4BFD-9A54-A3D544FA9405}" dt="2026-09-29T14:32:59.697" v="7013"/>
          <ac:inkMkLst>
            <pc:docMk/>
            <pc:sldMk cId="778646959" sldId="1593"/>
            <ac:inkMk id="148" creationId="{26BC9277-44D9-F112-EAEE-C9E4FA406B50}"/>
          </ac:inkMkLst>
        </pc:inkChg>
        <pc:inkChg chg="del">
          <ac:chgData name="Manjita Shrestha" userId="6bba5096-ac8c-4189-8210-97dcbe97ac25" providerId="ADAL" clId="{048BDDE5-6AAE-4BFD-9A54-A3D544FA9405}" dt="2026-09-29T14:32:59.699" v="7016"/>
          <ac:inkMkLst>
            <pc:docMk/>
            <pc:sldMk cId="778646959" sldId="1593"/>
            <ac:inkMk id="149" creationId="{F6E908E5-A065-AE33-68AB-E2042A2AA770}"/>
          </ac:inkMkLst>
        </pc:inkChg>
        <pc:inkChg chg="del">
          <ac:chgData name="Manjita Shrestha" userId="6bba5096-ac8c-4189-8210-97dcbe97ac25" providerId="ADAL" clId="{048BDDE5-6AAE-4BFD-9A54-A3D544FA9405}" dt="2026-09-29T14:32:59.701" v="7018"/>
          <ac:inkMkLst>
            <pc:docMk/>
            <pc:sldMk cId="778646959" sldId="1593"/>
            <ac:inkMk id="150" creationId="{72A7C9C5-6A7A-B5FE-79A2-27585A35BDA4}"/>
          </ac:inkMkLst>
        </pc:inkChg>
        <pc:inkChg chg="del">
          <ac:chgData name="Manjita Shrestha" userId="6bba5096-ac8c-4189-8210-97dcbe97ac25" providerId="ADAL" clId="{048BDDE5-6AAE-4BFD-9A54-A3D544FA9405}" dt="2026-09-29T14:32:59.703" v="7020"/>
          <ac:inkMkLst>
            <pc:docMk/>
            <pc:sldMk cId="778646959" sldId="1593"/>
            <ac:inkMk id="151" creationId="{A5191BBC-48E7-3CB4-6DCC-93FB24612761}"/>
          </ac:inkMkLst>
        </pc:inkChg>
        <pc:inkChg chg="del">
          <ac:chgData name="Manjita Shrestha" userId="6bba5096-ac8c-4189-8210-97dcbe97ac25" providerId="ADAL" clId="{048BDDE5-6AAE-4BFD-9A54-A3D544FA9405}" dt="2026-09-29T14:32:59.699" v="7015"/>
          <ac:inkMkLst>
            <pc:docMk/>
            <pc:sldMk cId="778646959" sldId="1593"/>
            <ac:inkMk id="152" creationId="{174E3CEA-F71F-7A28-BE6B-9ADD7D8AE81C}"/>
          </ac:inkMkLst>
        </pc:inkChg>
        <pc:inkChg chg="del">
          <ac:chgData name="Manjita Shrestha" userId="6bba5096-ac8c-4189-8210-97dcbe97ac25" providerId="ADAL" clId="{048BDDE5-6AAE-4BFD-9A54-A3D544FA9405}" dt="2026-09-29T14:32:59.703" v="7021"/>
          <ac:inkMkLst>
            <pc:docMk/>
            <pc:sldMk cId="778646959" sldId="1593"/>
            <ac:inkMk id="153" creationId="{649A6E9F-F1F6-841E-6BEE-6BC905ABF419}"/>
          </ac:inkMkLst>
        </pc:inkChg>
        <pc:inkChg chg="add">
          <ac:chgData name="Manjita Shrestha" userId="6bba5096-ac8c-4189-8210-97dcbe97ac25" providerId="ADAL" clId="{048BDDE5-6AAE-4BFD-9A54-A3D544FA9405}" dt="2026-09-29T14:33:18.990" v="7052" actId="9405"/>
          <ac:inkMkLst>
            <pc:docMk/>
            <pc:sldMk cId="778646959" sldId="1593"/>
            <ac:inkMk id="154" creationId="{59A5A95D-08BC-51FE-079E-9F7A6277F480}"/>
          </ac:inkMkLst>
        </pc:inkChg>
        <pc:inkChg chg="add">
          <ac:chgData name="Manjita Shrestha" userId="6bba5096-ac8c-4189-8210-97dcbe97ac25" providerId="ADAL" clId="{048BDDE5-6AAE-4BFD-9A54-A3D544FA9405}" dt="2026-09-29T14:33:19.480" v="7053" actId="9405"/>
          <ac:inkMkLst>
            <pc:docMk/>
            <pc:sldMk cId="778646959" sldId="1593"/>
            <ac:inkMk id="155" creationId="{5B31DF46-58F1-4AED-0F2A-9F89F23A1920}"/>
          </ac:inkMkLst>
        </pc:inkChg>
        <pc:inkChg chg="add mod">
          <ac:chgData name="Manjita Shrestha" userId="6bba5096-ac8c-4189-8210-97dcbe97ac25" providerId="ADAL" clId="{048BDDE5-6AAE-4BFD-9A54-A3D544FA9405}" dt="2026-09-29T14:33:20.790" v="7056"/>
          <ac:inkMkLst>
            <pc:docMk/>
            <pc:sldMk cId="778646959" sldId="1593"/>
            <ac:inkMk id="157" creationId="{AAD24498-F597-A48B-162B-DB47D0FB59BD}"/>
          </ac:inkMkLst>
        </pc:inkChg>
        <pc:inkChg chg="add">
          <ac:chgData name="Manjita Shrestha" userId="6bba5096-ac8c-4189-8210-97dcbe97ac25" providerId="ADAL" clId="{048BDDE5-6AAE-4BFD-9A54-A3D544FA9405}" dt="2026-09-29T14:33:20.125" v="7055" actId="9405"/>
          <ac:inkMkLst>
            <pc:docMk/>
            <pc:sldMk cId="778646959" sldId="1593"/>
            <ac:inkMk id="161" creationId="{65077C62-C941-09D5-08DD-ADE7BF3F2DF1}"/>
          </ac:inkMkLst>
        </pc:inkChg>
        <pc:inkChg chg="del">
          <ac:chgData name="Manjita Shrestha" userId="6bba5096-ac8c-4189-8210-97dcbe97ac25" providerId="ADAL" clId="{048BDDE5-6AAE-4BFD-9A54-A3D544FA9405}" dt="2026-09-29T14:33:23.171" v="7057"/>
          <ac:inkMkLst>
            <pc:docMk/>
            <pc:sldMk cId="778646959" sldId="1593"/>
            <ac:inkMk id="170" creationId="{EB3D1A8D-EACF-36F8-592C-76E2EDD20935}"/>
          </ac:inkMkLst>
        </pc:inkChg>
        <pc:inkChg chg="del">
          <ac:chgData name="Manjita Shrestha" userId="6bba5096-ac8c-4189-8210-97dcbe97ac25" providerId="ADAL" clId="{048BDDE5-6AAE-4BFD-9A54-A3D544FA9405}" dt="2026-09-29T14:41:37.516" v="7561"/>
          <ac:inkMkLst>
            <pc:docMk/>
            <pc:sldMk cId="778646959" sldId="1593"/>
            <ac:inkMk id="171" creationId="{C126D0C0-BF0C-70F2-5D37-3FA72FF072BA}"/>
          </ac:inkMkLst>
        </pc:inkChg>
        <pc:inkChg chg="del">
          <ac:chgData name="Manjita Shrestha" userId="6bba5096-ac8c-4189-8210-97dcbe97ac25" providerId="ADAL" clId="{048BDDE5-6AAE-4BFD-9A54-A3D544FA9405}" dt="2026-09-29T14:41:37.516" v="7562"/>
          <ac:inkMkLst>
            <pc:docMk/>
            <pc:sldMk cId="778646959" sldId="1593"/>
            <ac:inkMk id="172" creationId="{95740C19-B0FF-13DC-6EA9-A0DA7F09E3C9}"/>
          </ac:inkMkLst>
        </pc:inkChg>
        <pc:inkChg chg="add">
          <ac:chgData name="Manjita Shrestha" userId="6bba5096-ac8c-4189-8210-97dcbe97ac25" providerId="ADAL" clId="{048BDDE5-6AAE-4BFD-9A54-A3D544FA9405}" dt="2026-09-29T14:33:24.537" v="7058" actId="9405"/>
          <ac:inkMkLst>
            <pc:docMk/>
            <pc:sldMk cId="778646959" sldId="1593"/>
            <ac:inkMk id="175" creationId="{38EA46E1-F19D-05D6-E0E3-CA2818911261}"/>
          </ac:inkMkLst>
        </pc:inkChg>
        <pc:inkChg chg="del">
          <ac:chgData name="Manjita Shrestha" userId="6bba5096-ac8c-4189-8210-97dcbe97ac25" providerId="ADAL" clId="{048BDDE5-6AAE-4BFD-9A54-A3D544FA9405}" dt="2026-09-29T14:41:42.484" v="7566"/>
          <ac:inkMkLst>
            <pc:docMk/>
            <pc:sldMk cId="778646959" sldId="1593"/>
            <ac:inkMk id="176" creationId="{AE1D334D-3604-02C1-93EE-5BC4AD8605F6}"/>
          </ac:inkMkLst>
        </pc:inkChg>
        <pc:inkChg chg="del">
          <ac:chgData name="Manjita Shrestha" userId="6bba5096-ac8c-4189-8210-97dcbe97ac25" providerId="ADAL" clId="{048BDDE5-6AAE-4BFD-9A54-A3D544FA9405}" dt="2026-09-29T14:41:42.488" v="7567"/>
          <ac:inkMkLst>
            <pc:docMk/>
            <pc:sldMk cId="778646959" sldId="1593"/>
            <ac:inkMk id="177" creationId="{FC6B592C-59E0-7F4B-532A-48C9DF9595DA}"/>
          </ac:inkMkLst>
        </pc:inkChg>
        <pc:inkChg chg="del">
          <ac:chgData name="Manjita Shrestha" userId="6bba5096-ac8c-4189-8210-97dcbe97ac25" providerId="ADAL" clId="{048BDDE5-6AAE-4BFD-9A54-A3D544FA9405}" dt="2026-09-29T14:41:43.344" v="7568"/>
          <ac:inkMkLst>
            <pc:docMk/>
            <pc:sldMk cId="778646959" sldId="1593"/>
            <ac:inkMk id="178" creationId="{E6EC3383-FA04-7956-2CD5-ABD3465F1498}"/>
          </ac:inkMkLst>
        </pc:inkChg>
        <pc:inkChg chg="del">
          <ac:chgData name="Manjita Shrestha" userId="6bba5096-ac8c-4189-8210-97dcbe97ac25" providerId="ADAL" clId="{048BDDE5-6AAE-4BFD-9A54-A3D544FA9405}" dt="2026-09-29T14:41:43.347" v="7569"/>
          <ac:inkMkLst>
            <pc:docMk/>
            <pc:sldMk cId="778646959" sldId="1593"/>
            <ac:inkMk id="179" creationId="{8DD19B46-8184-C2A8-F916-349D9D044CF9}"/>
          </ac:inkMkLst>
        </pc:inkChg>
        <pc:inkChg chg="del">
          <ac:chgData name="Manjita Shrestha" userId="6bba5096-ac8c-4189-8210-97dcbe97ac25" providerId="ADAL" clId="{048BDDE5-6AAE-4BFD-9A54-A3D544FA9405}" dt="2026-09-29T14:41:42.484" v="7564"/>
          <ac:inkMkLst>
            <pc:docMk/>
            <pc:sldMk cId="778646959" sldId="1593"/>
            <ac:inkMk id="180" creationId="{93766442-CAAF-D5D1-3CC8-D969A833EB46}"/>
          </ac:inkMkLst>
        </pc:inkChg>
        <pc:inkChg chg="add mod">
          <ac:chgData name="Manjita Shrestha" userId="6bba5096-ac8c-4189-8210-97dcbe97ac25" providerId="ADAL" clId="{048BDDE5-6AAE-4BFD-9A54-A3D544FA9405}" dt="2026-09-29T14:33:34.181" v="7079"/>
          <ac:inkMkLst>
            <pc:docMk/>
            <pc:sldMk cId="778646959" sldId="1593"/>
            <ac:inkMk id="181" creationId="{6455917C-5014-F4DE-0391-E715B696CB14}"/>
          </ac:inkMkLst>
        </pc:inkChg>
        <pc:inkChg chg="add mod">
          <ac:chgData name="Manjita Shrestha" userId="6bba5096-ac8c-4189-8210-97dcbe97ac25" providerId="ADAL" clId="{048BDDE5-6AAE-4BFD-9A54-A3D544FA9405}" dt="2026-09-29T14:33:34.181" v="7079"/>
          <ac:inkMkLst>
            <pc:docMk/>
            <pc:sldMk cId="778646959" sldId="1593"/>
            <ac:inkMk id="191" creationId="{84C54494-F3E1-1D34-350C-D84CBCDD432C}"/>
          </ac:inkMkLst>
        </pc:inkChg>
        <pc:inkChg chg="add mod">
          <ac:chgData name="Manjita Shrestha" userId="6bba5096-ac8c-4189-8210-97dcbe97ac25" providerId="ADAL" clId="{048BDDE5-6AAE-4BFD-9A54-A3D544FA9405}" dt="2026-09-29T14:33:34.181" v="7079"/>
          <ac:inkMkLst>
            <pc:docMk/>
            <pc:sldMk cId="778646959" sldId="1593"/>
            <ac:inkMk id="192" creationId="{4E9242A2-160D-37FA-5A72-EA2CE0E2206D}"/>
          </ac:inkMkLst>
        </pc:inkChg>
        <pc:inkChg chg="add mod">
          <ac:chgData name="Manjita Shrestha" userId="6bba5096-ac8c-4189-8210-97dcbe97ac25" providerId="ADAL" clId="{048BDDE5-6AAE-4BFD-9A54-A3D544FA9405}" dt="2026-09-29T14:33:34.181" v="7079"/>
          <ac:inkMkLst>
            <pc:docMk/>
            <pc:sldMk cId="778646959" sldId="1593"/>
            <ac:inkMk id="193" creationId="{AB452E0E-8F48-BC7C-6833-B053852EDA50}"/>
          </ac:inkMkLst>
        </pc:inkChg>
        <pc:inkChg chg="del mod">
          <ac:chgData name="Manjita Shrestha" userId="6bba5096-ac8c-4189-8210-97dcbe97ac25" providerId="ADAL" clId="{048BDDE5-6AAE-4BFD-9A54-A3D544FA9405}" dt="2026-09-29T14:33:27.215" v="7060"/>
          <ac:inkMkLst>
            <pc:docMk/>
            <pc:sldMk cId="778646959" sldId="1593"/>
            <ac:inkMk id="194" creationId="{55A8B865-4886-3950-7B16-F11182041B49}"/>
          </ac:inkMkLst>
        </pc:inkChg>
        <pc:inkChg chg="del mod">
          <ac:chgData name="Manjita Shrestha" userId="6bba5096-ac8c-4189-8210-97dcbe97ac25" providerId="ADAL" clId="{048BDDE5-6AAE-4BFD-9A54-A3D544FA9405}" dt="2026-09-29T14:33:27.215" v="7062"/>
          <ac:inkMkLst>
            <pc:docMk/>
            <pc:sldMk cId="778646959" sldId="1593"/>
            <ac:inkMk id="195" creationId="{91CF3FC0-7408-5F6F-C51C-0E212F7D6C10}"/>
          </ac:inkMkLst>
        </pc:inkChg>
        <pc:inkChg chg="del mod">
          <ac:chgData name="Manjita Shrestha" userId="6bba5096-ac8c-4189-8210-97dcbe97ac25" providerId="ADAL" clId="{048BDDE5-6AAE-4BFD-9A54-A3D544FA9405}" dt="2026-09-29T14:33:27.217" v="7068"/>
          <ac:inkMkLst>
            <pc:docMk/>
            <pc:sldMk cId="778646959" sldId="1593"/>
            <ac:inkMk id="196" creationId="{8CF0CF7D-E7D3-3078-95C3-B949BED5DBB4}"/>
          </ac:inkMkLst>
        </pc:inkChg>
        <pc:inkChg chg="del">
          <ac:chgData name="Manjita Shrestha" userId="6bba5096-ac8c-4189-8210-97dcbe97ac25" providerId="ADAL" clId="{048BDDE5-6AAE-4BFD-9A54-A3D544FA9405}" dt="2026-09-29T14:33:27.213" v="7059"/>
          <ac:inkMkLst>
            <pc:docMk/>
            <pc:sldMk cId="778646959" sldId="1593"/>
            <ac:inkMk id="197" creationId="{88E0BE08-9A18-0CB5-E191-EB2E3E9C50F0}"/>
          </ac:inkMkLst>
        </pc:inkChg>
        <pc:inkChg chg="add mod">
          <ac:chgData name="Manjita Shrestha" userId="6bba5096-ac8c-4189-8210-97dcbe97ac25" providerId="ADAL" clId="{048BDDE5-6AAE-4BFD-9A54-A3D544FA9405}" dt="2026-09-29T14:33:34.181" v="7079"/>
          <ac:inkMkLst>
            <pc:docMk/>
            <pc:sldMk cId="778646959" sldId="1593"/>
            <ac:inkMk id="198" creationId="{0DF0A161-DF24-819B-C9F0-C1EB0C2749EE}"/>
          </ac:inkMkLst>
        </pc:inkChg>
        <pc:inkChg chg="add">
          <ac:chgData name="Manjita Shrestha" userId="6bba5096-ac8c-4189-8210-97dcbe97ac25" providerId="ADAL" clId="{048BDDE5-6AAE-4BFD-9A54-A3D544FA9405}" dt="2026-09-29T14:33:30.803" v="7074" actId="9405"/>
          <ac:inkMkLst>
            <pc:docMk/>
            <pc:sldMk cId="778646959" sldId="1593"/>
            <ac:inkMk id="199" creationId="{CDF26250-8271-F555-20B6-BB94FE2E761F}"/>
          </ac:inkMkLst>
        </pc:inkChg>
        <pc:inkChg chg="del mod">
          <ac:chgData name="Manjita Shrestha" userId="6bba5096-ac8c-4189-8210-97dcbe97ac25" providerId="ADAL" clId="{048BDDE5-6AAE-4BFD-9A54-A3D544FA9405}" dt="2026-09-29T14:33:27.215" v="7064"/>
          <ac:inkMkLst>
            <pc:docMk/>
            <pc:sldMk cId="778646959" sldId="1593"/>
            <ac:inkMk id="200" creationId="{A695AF88-4E25-06AD-095C-1F76C63E4EF3}"/>
          </ac:inkMkLst>
        </pc:inkChg>
        <pc:inkChg chg="del mod">
          <ac:chgData name="Manjita Shrestha" userId="6bba5096-ac8c-4189-8210-97dcbe97ac25" providerId="ADAL" clId="{048BDDE5-6AAE-4BFD-9A54-A3D544FA9405}" dt="2026-09-29T14:33:27.215" v="7063"/>
          <ac:inkMkLst>
            <pc:docMk/>
            <pc:sldMk cId="778646959" sldId="1593"/>
            <ac:inkMk id="201" creationId="{92143C4B-A36C-B6C1-36C9-C3E933838DCA}"/>
          </ac:inkMkLst>
        </pc:inkChg>
        <pc:inkChg chg="del mod">
          <ac:chgData name="Manjita Shrestha" userId="6bba5096-ac8c-4189-8210-97dcbe97ac25" providerId="ADAL" clId="{048BDDE5-6AAE-4BFD-9A54-A3D544FA9405}" dt="2026-09-29T14:33:27.215" v="7061"/>
          <ac:inkMkLst>
            <pc:docMk/>
            <pc:sldMk cId="778646959" sldId="1593"/>
            <ac:inkMk id="202" creationId="{946174DA-DE4F-694A-DFB4-C5AF4910A44F}"/>
          </ac:inkMkLst>
        </pc:inkChg>
        <pc:inkChg chg="add mod">
          <ac:chgData name="Manjita Shrestha" userId="6bba5096-ac8c-4189-8210-97dcbe97ac25" providerId="ADAL" clId="{048BDDE5-6AAE-4BFD-9A54-A3D544FA9405}" dt="2026-09-29T14:33:34.181" v="7079"/>
          <ac:inkMkLst>
            <pc:docMk/>
            <pc:sldMk cId="778646959" sldId="1593"/>
            <ac:inkMk id="203" creationId="{95EE5A76-7397-503B-2BB2-26FD7F9D4FD1}"/>
          </ac:inkMkLst>
        </pc:inkChg>
        <pc:inkChg chg="add mod">
          <ac:chgData name="Manjita Shrestha" userId="6bba5096-ac8c-4189-8210-97dcbe97ac25" providerId="ADAL" clId="{048BDDE5-6AAE-4BFD-9A54-A3D544FA9405}" dt="2026-09-29T14:33:34.181" v="7079"/>
          <ac:inkMkLst>
            <pc:docMk/>
            <pc:sldMk cId="778646959" sldId="1593"/>
            <ac:inkMk id="206" creationId="{373BE1FB-F670-91EB-A7E3-D9C1C8A71D42}"/>
          </ac:inkMkLst>
        </pc:inkChg>
        <pc:inkChg chg="add mod">
          <ac:chgData name="Manjita Shrestha" userId="6bba5096-ac8c-4189-8210-97dcbe97ac25" providerId="ADAL" clId="{048BDDE5-6AAE-4BFD-9A54-A3D544FA9405}" dt="2026-09-29T14:33:34.181" v="7079"/>
          <ac:inkMkLst>
            <pc:docMk/>
            <pc:sldMk cId="778646959" sldId="1593"/>
            <ac:inkMk id="210" creationId="{FCA32DB1-1FCC-CB0C-7759-75FF3ADA9F3E}"/>
          </ac:inkMkLst>
        </pc:inkChg>
        <pc:inkChg chg="del">
          <ac:chgData name="Manjita Shrestha" userId="6bba5096-ac8c-4189-8210-97dcbe97ac25" providerId="ADAL" clId="{048BDDE5-6AAE-4BFD-9A54-A3D544FA9405}" dt="2026-09-29T14:33:35.795" v="7080"/>
          <ac:inkMkLst>
            <pc:docMk/>
            <pc:sldMk cId="778646959" sldId="1593"/>
            <ac:inkMk id="212" creationId="{FA64B00E-FE97-32DA-6C3A-A594BE813794}"/>
          </ac:inkMkLst>
        </pc:inkChg>
        <pc:inkChg chg="del mod">
          <ac:chgData name="Manjita Shrestha" userId="6bba5096-ac8c-4189-8210-97dcbe97ac25" providerId="ADAL" clId="{048BDDE5-6AAE-4BFD-9A54-A3D544FA9405}" dt="2026-09-29T14:33:35.811" v="7084"/>
          <ac:inkMkLst>
            <pc:docMk/>
            <pc:sldMk cId="778646959" sldId="1593"/>
            <ac:inkMk id="213" creationId="{92CFAC70-96C0-56DE-FB05-FF75C7ADB14F}"/>
          </ac:inkMkLst>
        </pc:inkChg>
        <pc:inkChg chg="del mod">
          <ac:chgData name="Manjita Shrestha" userId="6bba5096-ac8c-4189-8210-97dcbe97ac25" providerId="ADAL" clId="{048BDDE5-6AAE-4BFD-9A54-A3D544FA9405}" dt="2026-09-29T14:33:35.811" v="7085"/>
          <ac:inkMkLst>
            <pc:docMk/>
            <pc:sldMk cId="778646959" sldId="1593"/>
            <ac:inkMk id="214" creationId="{580471F2-8D14-8A47-6317-7A37055FB03D}"/>
          </ac:inkMkLst>
        </pc:inkChg>
        <pc:inkChg chg="del mod">
          <ac:chgData name="Manjita Shrestha" userId="6bba5096-ac8c-4189-8210-97dcbe97ac25" providerId="ADAL" clId="{048BDDE5-6AAE-4BFD-9A54-A3D544FA9405}" dt="2026-09-29T14:33:35.809" v="7083"/>
          <ac:inkMkLst>
            <pc:docMk/>
            <pc:sldMk cId="778646959" sldId="1593"/>
            <ac:inkMk id="215" creationId="{B8EE1A00-BB10-6EF9-7E3E-2454E8D5D45C}"/>
          </ac:inkMkLst>
        </pc:inkChg>
        <pc:inkChg chg="del mod">
          <ac:chgData name="Manjita Shrestha" userId="6bba5096-ac8c-4189-8210-97dcbe97ac25" providerId="ADAL" clId="{048BDDE5-6AAE-4BFD-9A54-A3D544FA9405}" dt="2026-09-29T14:33:35.809" v="7081"/>
          <ac:inkMkLst>
            <pc:docMk/>
            <pc:sldMk cId="778646959" sldId="1593"/>
            <ac:inkMk id="216" creationId="{45B015C2-E7DE-184A-3097-F49552430FB9}"/>
          </ac:inkMkLst>
        </pc:inkChg>
        <pc:inkChg chg="del mod">
          <ac:chgData name="Manjita Shrestha" userId="6bba5096-ac8c-4189-8210-97dcbe97ac25" providerId="ADAL" clId="{048BDDE5-6AAE-4BFD-9A54-A3D544FA9405}" dt="2026-09-29T14:33:35.809" v="7082"/>
          <ac:inkMkLst>
            <pc:docMk/>
            <pc:sldMk cId="778646959" sldId="1593"/>
            <ac:inkMk id="217" creationId="{41D6EB5D-09F0-A04B-5763-01AD589CF9D6}"/>
          </ac:inkMkLst>
        </pc:inkChg>
        <pc:inkChg chg="mod">
          <ac:chgData name="Manjita Shrestha" userId="6bba5096-ac8c-4189-8210-97dcbe97ac25" providerId="ADAL" clId="{048BDDE5-6AAE-4BFD-9A54-A3D544FA9405}" dt="2026-09-29T14:31:34.061" v="6936" actId="1038"/>
          <ac:inkMkLst>
            <pc:docMk/>
            <pc:sldMk cId="778646959" sldId="1593"/>
            <ac:inkMk id="220" creationId="{F6B56EB2-64E9-697B-92D7-BE4273D4AC23}"/>
          </ac:inkMkLst>
        </pc:inkChg>
        <pc:inkChg chg="del mod">
          <ac:chgData name="Manjita Shrestha" userId="6bba5096-ac8c-4189-8210-97dcbe97ac25" providerId="ADAL" clId="{048BDDE5-6AAE-4BFD-9A54-A3D544FA9405}" dt="2026-09-29T14:33:46.096" v="7113"/>
          <ac:inkMkLst>
            <pc:docMk/>
            <pc:sldMk cId="778646959" sldId="1593"/>
            <ac:inkMk id="221" creationId="{E252C837-0BDD-B819-C5B9-5613142C9D90}"/>
          </ac:inkMkLst>
        </pc:inkChg>
        <pc:inkChg chg="del mod">
          <ac:chgData name="Manjita Shrestha" userId="6bba5096-ac8c-4189-8210-97dcbe97ac25" providerId="ADAL" clId="{048BDDE5-6AAE-4BFD-9A54-A3D544FA9405}" dt="2026-09-29T14:33:46.096" v="7112"/>
          <ac:inkMkLst>
            <pc:docMk/>
            <pc:sldMk cId="778646959" sldId="1593"/>
            <ac:inkMk id="222" creationId="{6A73EED2-C3EC-6750-B218-73C6D906A3F8}"/>
          </ac:inkMkLst>
        </pc:inkChg>
        <pc:inkChg chg="add mod">
          <ac:chgData name="Manjita Shrestha" userId="6bba5096-ac8c-4189-8210-97dcbe97ac25" providerId="ADAL" clId="{048BDDE5-6AAE-4BFD-9A54-A3D544FA9405}" dt="2026-09-29T14:33:34.181" v="7079"/>
          <ac:inkMkLst>
            <pc:docMk/>
            <pc:sldMk cId="778646959" sldId="1593"/>
            <ac:inkMk id="223" creationId="{14FB011C-32B5-AA9D-09F7-FD320B28EE9D}"/>
          </ac:inkMkLst>
        </pc:inkChg>
        <pc:inkChg chg="del mod">
          <ac:chgData name="Manjita Shrestha" userId="6bba5096-ac8c-4189-8210-97dcbe97ac25" providerId="ADAL" clId="{048BDDE5-6AAE-4BFD-9A54-A3D544FA9405}" dt="2026-09-29T14:33:46.099" v="7118"/>
          <ac:inkMkLst>
            <pc:docMk/>
            <pc:sldMk cId="778646959" sldId="1593"/>
            <ac:inkMk id="224" creationId="{3655C078-A0C3-103B-6D06-210110B5CE80}"/>
          </ac:inkMkLst>
        </pc:inkChg>
        <pc:inkChg chg="del mod">
          <ac:chgData name="Manjita Shrestha" userId="6bba5096-ac8c-4189-8210-97dcbe97ac25" providerId="ADAL" clId="{048BDDE5-6AAE-4BFD-9A54-A3D544FA9405}" dt="2026-09-29T14:33:46.099" v="7117"/>
          <ac:inkMkLst>
            <pc:docMk/>
            <pc:sldMk cId="778646959" sldId="1593"/>
            <ac:inkMk id="225" creationId="{758AAD91-DDD2-3FF1-99B9-3BCB85319B6D}"/>
          </ac:inkMkLst>
        </pc:inkChg>
        <pc:inkChg chg="del mod">
          <ac:chgData name="Manjita Shrestha" userId="6bba5096-ac8c-4189-8210-97dcbe97ac25" providerId="ADAL" clId="{048BDDE5-6AAE-4BFD-9A54-A3D544FA9405}" dt="2026-09-29T14:33:46.097" v="7116"/>
          <ac:inkMkLst>
            <pc:docMk/>
            <pc:sldMk cId="778646959" sldId="1593"/>
            <ac:inkMk id="226" creationId="{6FDE2D88-A551-EC22-BF9D-C43F856DA020}"/>
          </ac:inkMkLst>
        </pc:inkChg>
        <pc:inkChg chg="del mod">
          <ac:chgData name="Manjita Shrestha" userId="6bba5096-ac8c-4189-8210-97dcbe97ac25" providerId="ADAL" clId="{048BDDE5-6AAE-4BFD-9A54-A3D544FA9405}" dt="2026-09-29T14:33:46.083" v="7110"/>
          <ac:inkMkLst>
            <pc:docMk/>
            <pc:sldMk cId="778646959" sldId="1593"/>
            <ac:inkMk id="227" creationId="{9E49357F-6CC3-96CF-B1DB-3768F673AEED}"/>
          </ac:inkMkLst>
        </pc:inkChg>
        <pc:inkChg chg="del mod">
          <ac:chgData name="Manjita Shrestha" userId="6bba5096-ac8c-4189-8210-97dcbe97ac25" providerId="ADAL" clId="{048BDDE5-6AAE-4BFD-9A54-A3D544FA9405}" dt="2026-09-29T14:33:46.099" v="7119"/>
          <ac:inkMkLst>
            <pc:docMk/>
            <pc:sldMk cId="778646959" sldId="1593"/>
            <ac:inkMk id="228" creationId="{6AE4590C-5272-8CFD-41F2-9B7C422F92A6}"/>
          </ac:inkMkLst>
        </pc:inkChg>
        <pc:inkChg chg="del">
          <ac:chgData name="Manjita Shrestha" userId="6bba5096-ac8c-4189-8210-97dcbe97ac25" providerId="ADAL" clId="{048BDDE5-6AAE-4BFD-9A54-A3D544FA9405}" dt="2026-09-29T14:33:46.083" v="7109"/>
          <ac:inkMkLst>
            <pc:docMk/>
            <pc:sldMk cId="778646959" sldId="1593"/>
            <ac:inkMk id="229" creationId="{78A07F43-CCEC-BF24-521C-07FA6B45D82A}"/>
          </ac:inkMkLst>
        </pc:inkChg>
        <pc:inkChg chg="del mod">
          <ac:chgData name="Manjita Shrestha" userId="6bba5096-ac8c-4189-8210-97dcbe97ac25" providerId="ADAL" clId="{048BDDE5-6AAE-4BFD-9A54-A3D544FA9405}" dt="2026-09-29T14:33:46.097" v="7115"/>
          <ac:inkMkLst>
            <pc:docMk/>
            <pc:sldMk cId="778646959" sldId="1593"/>
            <ac:inkMk id="230" creationId="{29ABC645-4799-1898-0A8A-70C06ABE77FD}"/>
          </ac:inkMkLst>
        </pc:inkChg>
        <pc:inkChg chg="del mod">
          <ac:chgData name="Manjita Shrestha" userId="6bba5096-ac8c-4189-8210-97dcbe97ac25" providerId="ADAL" clId="{048BDDE5-6AAE-4BFD-9A54-A3D544FA9405}" dt="2026-09-29T14:33:46.083" v="7111"/>
          <ac:inkMkLst>
            <pc:docMk/>
            <pc:sldMk cId="778646959" sldId="1593"/>
            <ac:inkMk id="231" creationId="{28E22A86-954D-8F2E-1D21-25F267165E03}"/>
          </ac:inkMkLst>
        </pc:inkChg>
        <pc:inkChg chg="del mod">
          <ac:chgData name="Manjita Shrestha" userId="6bba5096-ac8c-4189-8210-97dcbe97ac25" providerId="ADAL" clId="{048BDDE5-6AAE-4BFD-9A54-A3D544FA9405}" dt="2026-09-29T14:33:46.099" v="7120"/>
          <ac:inkMkLst>
            <pc:docMk/>
            <pc:sldMk cId="778646959" sldId="1593"/>
            <ac:inkMk id="232" creationId="{BD21B7F1-653B-A4F0-6851-3000C6837B5C}"/>
          </ac:inkMkLst>
        </pc:inkChg>
        <pc:inkChg chg="del mod">
          <ac:chgData name="Manjita Shrestha" userId="6bba5096-ac8c-4189-8210-97dcbe97ac25" providerId="ADAL" clId="{048BDDE5-6AAE-4BFD-9A54-A3D544FA9405}" dt="2026-09-29T14:33:46.097" v="7114"/>
          <ac:inkMkLst>
            <pc:docMk/>
            <pc:sldMk cId="778646959" sldId="1593"/>
            <ac:inkMk id="233" creationId="{3903CFC4-AB6D-EB2B-BD55-3DBADB23D824}"/>
          </ac:inkMkLst>
        </pc:inkChg>
        <pc:inkChg chg="mod">
          <ac:chgData name="Manjita Shrestha" userId="6bba5096-ac8c-4189-8210-97dcbe97ac25" providerId="ADAL" clId="{048BDDE5-6AAE-4BFD-9A54-A3D544FA9405}" dt="2026-09-29T14:38:07.755" v="7400"/>
          <ac:inkMkLst>
            <pc:docMk/>
            <pc:sldMk cId="778646959" sldId="1593"/>
            <ac:inkMk id="235" creationId="{9CD5C6A8-9A2C-AC6A-E526-51B82A428D3B}"/>
          </ac:inkMkLst>
        </pc:inkChg>
        <pc:inkChg chg="mod">
          <ac:chgData name="Manjita Shrestha" userId="6bba5096-ac8c-4189-8210-97dcbe97ac25" providerId="ADAL" clId="{048BDDE5-6AAE-4BFD-9A54-A3D544FA9405}" dt="2026-09-29T14:38:07.755" v="7400"/>
          <ac:inkMkLst>
            <pc:docMk/>
            <pc:sldMk cId="778646959" sldId="1593"/>
            <ac:inkMk id="236" creationId="{6E39F81D-7C84-ED70-7F73-703AB190C0EF}"/>
          </ac:inkMkLst>
        </pc:inkChg>
        <pc:inkChg chg="mod">
          <ac:chgData name="Manjita Shrestha" userId="6bba5096-ac8c-4189-8210-97dcbe97ac25" providerId="ADAL" clId="{048BDDE5-6AAE-4BFD-9A54-A3D544FA9405}" dt="2026-09-29T14:38:07.755" v="7400"/>
          <ac:inkMkLst>
            <pc:docMk/>
            <pc:sldMk cId="778646959" sldId="1593"/>
            <ac:inkMk id="238" creationId="{F4FF4A12-0822-7515-E86D-9F92742C16B5}"/>
          </ac:inkMkLst>
        </pc:inkChg>
        <pc:inkChg chg="mod">
          <ac:chgData name="Manjita Shrestha" userId="6bba5096-ac8c-4189-8210-97dcbe97ac25" providerId="ADAL" clId="{048BDDE5-6AAE-4BFD-9A54-A3D544FA9405}" dt="2026-09-29T14:38:07.755" v="7400"/>
          <ac:inkMkLst>
            <pc:docMk/>
            <pc:sldMk cId="778646959" sldId="1593"/>
            <ac:inkMk id="239" creationId="{65F29066-243A-2297-D233-17BA6A8C5901}"/>
          </ac:inkMkLst>
        </pc:inkChg>
        <pc:inkChg chg="mod">
          <ac:chgData name="Manjita Shrestha" userId="6bba5096-ac8c-4189-8210-97dcbe97ac25" providerId="ADAL" clId="{048BDDE5-6AAE-4BFD-9A54-A3D544FA9405}" dt="2026-09-29T14:38:07.755" v="7400"/>
          <ac:inkMkLst>
            <pc:docMk/>
            <pc:sldMk cId="778646959" sldId="1593"/>
            <ac:inkMk id="240" creationId="{00F9F02F-1F14-D041-3B8D-770DD8D83EEB}"/>
          </ac:inkMkLst>
        </pc:inkChg>
        <pc:inkChg chg="mod">
          <ac:chgData name="Manjita Shrestha" userId="6bba5096-ac8c-4189-8210-97dcbe97ac25" providerId="ADAL" clId="{048BDDE5-6AAE-4BFD-9A54-A3D544FA9405}" dt="2026-09-29T14:38:07.753" v="7396"/>
          <ac:inkMkLst>
            <pc:docMk/>
            <pc:sldMk cId="778646959" sldId="1593"/>
            <ac:inkMk id="242" creationId="{3024050F-2909-3B08-7824-BA85381E9019}"/>
          </ac:inkMkLst>
        </pc:inkChg>
        <pc:inkChg chg="mod">
          <ac:chgData name="Manjita Shrestha" userId="6bba5096-ac8c-4189-8210-97dcbe97ac25" providerId="ADAL" clId="{048BDDE5-6AAE-4BFD-9A54-A3D544FA9405}" dt="2026-09-29T14:38:07.755" v="7400"/>
          <ac:inkMkLst>
            <pc:docMk/>
            <pc:sldMk cId="778646959" sldId="1593"/>
            <ac:inkMk id="243" creationId="{E515D945-E787-50FC-A72A-69CDBEA76879}"/>
          </ac:inkMkLst>
        </pc:inkChg>
        <pc:inkChg chg="mod">
          <ac:chgData name="Manjita Shrestha" userId="6bba5096-ac8c-4189-8210-97dcbe97ac25" providerId="ADAL" clId="{048BDDE5-6AAE-4BFD-9A54-A3D544FA9405}" dt="2026-09-29T14:38:07.755" v="7400"/>
          <ac:inkMkLst>
            <pc:docMk/>
            <pc:sldMk cId="778646959" sldId="1593"/>
            <ac:inkMk id="244" creationId="{BF9840FD-2A2A-F38F-6183-A77B0C3F4816}"/>
          </ac:inkMkLst>
        </pc:inkChg>
        <pc:inkChg chg="add mod">
          <ac:chgData name="Manjita Shrestha" userId="6bba5096-ac8c-4189-8210-97dcbe97ac25" providerId="ADAL" clId="{048BDDE5-6AAE-4BFD-9A54-A3D544FA9405}" dt="2026-09-29T14:33:39.889" v="7092"/>
          <ac:inkMkLst>
            <pc:docMk/>
            <pc:sldMk cId="778646959" sldId="1593"/>
            <ac:inkMk id="248" creationId="{0B5DD479-58E7-AA3E-BBD5-38A6BC623E4A}"/>
          </ac:inkMkLst>
        </pc:inkChg>
        <pc:inkChg chg="add mod">
          <ac:chgData name="Manjita Shrestha" userId="6bba5096-ac8c-4189-8210-97dcbe97ac25" providerId="ADAL" clId="{048BDDE5-6AAE-4BFD-9A54-A3D544FA9405}" dt="2026-09-29T14:33:39.889" v="7092"/>
          <ac:inkMkLst>
            <pc:docMk/>
            <pc:sldMk cId="778646959" sldId="1593"/>
            <ac:inkMk id="251" creationId="{5A608241-1F21-0B3D-B12B-A60B151B6EBD}"/>
          </ac:inkMkLst>
        </pc:inkChg>
        <pc:inkChg chg="add mod">
          <ac:chgData name="Manjita Shrestha" userId="6bba5096-ac8c-4189-8210-97dcbe97ac25" providerId="ADAL" clId="{048BDDE5-6AAE-4BFD-9A54-A3D544FA9405}" dt="2026-09-29T14:33:39.889" v="7092"/>
          <ac:inkMkLst>
            <pc:docMk/>
            <pc:sldMk cId="778646959" sldId="1593"/>
            <ac:inkMk id="256" creationId="{8B1D3C37-F97C-3C6E-8D4A-827A35E170C7}"/>
          </ac:inkMkLst>
        </pc:inkChg>
        <pc:inkChg chg="add mod">
          <ac:chgData name="Manjita Shrestha" userId="6bba5096-ac8c-4189-8210-97dcbe97ac25" providerId="ADAL" clId="{048BDDE5-6AAE-4BFD-9A54-A3D544FA9405}" dt="2026-09-29T14:33:39.889" v="7092"/>
          <ac:inkMkLst>
            <pc:docMk/>
            <pc:sldMk cId="778646959" sldId="1593"/>
            <ac:inkMk id="257" creationId="{5FB9F154-EF20-8C5A-ADCC-14BCA4610F4A}"/>
          </ac:inkMkLst>
        </pc:inkChg>
        <pc:inkChg chg="add mod">
          <ac:chgData name="Manjita Shrestha" userId="6bba5096-ac8c-4189-8210-97dcbe97ac25" providerId="ADAL" clId="{048BDDE5-6AAE-4BFD-9A54-A3D544FA9405}" dt="2026-09-29T14:33:39.889" v="7092"/>
          <ac:inkMkLst>
            <pc:docMk/>
            <pc:sldMk cId="778646959" sldId="1593"/>
            <ac:inkMk id="258" creationId="{B2A014E2-C4E5-9BE2-5175-042311C167B9}"/>
          </ac:inkMkLst>
        </pc:inkChg>
        <pc:inkChg chg="add mod">
          <ac:chgData name="Manjita Shrestha" userId="6bba5096-ac8c-4189-8210-97dcbe97ac25" providerId="ADAL" clId="{048BDDE5-6AAE-4BFD-9A54-A3D544FA9405}" dt="2026-09-29T14:33:39.889" v="7092"/>
          <ac:inkMkLst>
            <pc:docMk/>
            <pc:sldMk cId="778646959" sldId="1593"/>
            <ac:inkMk id="259" creationId="{84856288-A00F-35C8-215D-C57982F446BF}"/>
          </ac:inkMkLst>
        </pc:inkChg>
        <pc:inkChg chg="add mod">
          <ac:chgData name="Manjita Shrestha" userId="6bba5096-ac8c-4189-8210-97dcbe97ac25" providerId="ADAL" clId="{048BDDE5-6AAE-4BFD-9A54-A3D544FA9405}" dt="2026-09-29T14:35:23.105" v="7210"/>
          <ac:inkMkLst>
            <pc:docMk/>
            <pc:sldMk cId="778646959" sldId="1593"/>
            <ac:inkMk id="261" creationId="{1ED818FD-4EDF-5BA8-FDC8-8E377CFA3113}"/>
          </ac:inkMkLst>
        </pc:inkChg>
        <pc:inkChg chg="add">
          <ac:chgData name="Manjita Shrestha" userId="6bba5096-ac8c-4189-8210-97dcbe97ac25" providerId="ADAL" clId="{048BDDE5-6AAE-4BFD-9A54-A3D544FA9405}" dt="2026-09-29T14:33:56.163" v="7123" actId="9405"/>
          <ac:inkMkLst>
            <pc:docMk/>
            <pc:sldMk cId="778646959" sldId="1593"/>
            <ac:inkMk id="262" creationId="{E74237B0-1AE6-74B2-C783-CF83D3D66244}"/>
          </ac:inkMkLst>
        </pc:inkChg>
        <pc:inkChg chg="add">
          <ac:chgData name="Manjita Shrestha" userId="6bba5096-ac8c-4189-8210-97dcbe97ac25" providerId="ADAL" clId="{048BDDE5-6AAE-4BFD-9A54-A3D544FA9405}" dt="2026-09-29T14:33:59.540" v="7125" actId="9405"/>
          <ac:inkMkLst>
            <pc:docMk/>
            <pc:sldMk cId="778646959" sldId="1593"/>
            <ac:inkMk id="264" creationId="{562AE137-BA77-5352-020E-6864E4C916E3}"/>
          </ac:inkMkLst>
        </pc:inkChg>
        <pc:inkChg chg="add">
          <ac:chgData name="Manjita Shrestha" userId="6bba5096-ac8c-4189-8210-97dcbe97ac25" providerId="ADAL" clId="{048BDDE5-6AAE-4BFD-9A54-A3D544FA9405}" dt="2026-09-29T14:34:01.236" v="7127" actId="9405"/>
          <ac:inkMkLst>
            <pc:docMk/>
            <pc:sldMk cId="778646959" sldId="1593"/>
            <ac:inkMk id="266" creationId="{677810DD-EB1F-B0CE-9588-51DC38E4AD2B}"/>
          </ac:inkMkLst>
        </pc:inkChg>
        <pc:inkChg chg="del mod">
          <ac:chgData name="Manjita Shrestha" userId="6bba5096-ac8c-4189-8210-97dcbe97ac25" providerId="ADAL" clId="{048BDDE5-6AAE-4BFD-9A54-A3D544FA9405}" dt="2026-09-29T14:33:43.971" v="7099"/>
          <ac:inkMkLst>
            <pc:docMk/>
            <pc:sldMk cId="778646959" sldId="1593"/>
            <ac:inkMk id="267" creationId="{68AE8751-BC17-0E22-1B9B-2718D16660E2}"/>
          </ac:inkMkLst>
        </pc:inkChg>
        <pc:inkChg chg="del mod">
          <ac:chgData name="Manjita Shrestha" userId="6bba5096-ac8c-4189-8210-97dcbe97ac25" providerId="ADAL" clId="{048BDDE5-6AAE-4BFD-9A54-A3D544FA9405}" dt="2026-09-29T14:33:43.971" v="7102"/>
          <ac:inkMkLst>
            <pc:docMk/>
            <pc:sldMk cId="778646959" sldId="1593"/>
            <ac:inkMk id="268" creationId="{BA627F25-3297-F1E7-A9B9-8E93B0FE27C0}"/>
          </ac:inkMkLst>
        </pc:inkChg>
        <pc:inkChg chg="del mod">
          <ac:chgData name="Manjita Shrestha" userId="6bba5096-ac8c-4189-8210-97dcbe97ac25" providerId="ADAL" clId="{048BDDE5-6AAE-4BFD-9A54-A3D544FA9405}" dt="2026-09-29T14:33:43.971" v="7096"/>
          <ac:inkMkLst>
            <pc:docMk/>
            <pc:sldMk cId="778646959" sldId="1593"/>
            <ac:inkMk id="269" creationId="{335C2439-9040-AF1A-2EEC-2873DA4CD1F5}"/>
          </ac:inkMkLst>
        </pc:inkChg>
        <pc:inkChg chg="del">
          <ac:chgData name="Manjita Shrestha" userId="6bba5096-ac8c-4189-8210-97dcbe97ac25" providerId="ADAL" clId="{048BDDE5-6AAE-4BFD-9A54-A3D544FA9405}" dt="2026-09-29T14:33:43.971" v="7095"/>
          <ac:inkMkLst>
            <pc:docMk/>
            <pc:sldMk cId="778646959" sldId="1593"/>
            <ac:inkMk id="270" creationId="{E23A705D-3CBC-ABAD-0D72-9DC322625E19}"/>
          </ac:inkMkLst>
        </pc:inkChg>
        <pc:inkChg chg="del mod">
          <ac:chgData name="Manjita Shrestha" userId="6bba5096-ac8c-4189-8210-97dcbe97ac25" providerId="ADAL" clId="{048BDDE5-6AAE-4BFD-9A54-A3D544FA9405}" dt="2026-09-29T14:33:43.971" v="7105"/>
          <ac:inkMkLst>
            <pc:docMk/>
            <pc:sldMk cId="778646959" sldId="1593"/>
            <ac:inkMk id="271" creationId="{CF8725EA-9655-22AC-0C8D-4065785F228F}"/>
          </ac:inkMkLst>
        </pc:inkChg>
        <pc:inkChg chg="del mod">
          <ac:chgData name="Manjita Shrestha" userId="6bba5096-ac8c-4189-8210-97dcbe97ac25" providerId="ADAL" clId="{048BDDE5-6AAE-4BFD-9A54-A3D544FA9405}" dt="2026-09-29T14:33:47.377" v="7121"/>
          <ac:inkMkLst>
            <pc:docMk/>
            <pc:sldMk cId="778646959" sldId="1593"/>
            <ac:inkMk id="272" creationId="{C51E441F-5F25-2CD1-87A4-C85B82A42C81}"/>
          </ac:inkMkLst>
        </pc:inkChg>
        <pc:inkChg chg="del mod">
          <ac:chgData name="Manjita Shrestha" userId="6bba5096-ac8c-4189-8210-97dcbe97ac25" providerId="ADAL" clId="{048BDDE5-6AAE-4BFD-9A54-A3D544FA9405}" dt="2026-09-29T14:33:43.971" v="7098"/>
          <ac:inkMkLst>
            <pc:docMk/>
            <pc:sldMk cId="778646959" sldId="1593"/>
            <ac:inkMk id="273" creationId="{34D2C894-C154-8C9A-A157-7A8F6E322848}"/>
          </ac:inkMkLst>
        </pc:inkChg>
        <pc:inkChg chg="del mod">
          <ac:chgData name="Manjita Shrestha" userId="6bba5096-ac8c-4189-8210-97dcbe97ac25" providerId="ADAL" clId="{048BDDE5-6AAE-4BFD-9A54-A3D544FA9405}" dt="2026-09-29T14:33:43.971" v="7103"/>
          <ac:inkMkLst>
            <pc:docMk/>
            <pc:sldMk cId="778646959" sldId="1593"/>
            <ac:inkMk id="274" creationId="{6FA34297-EFDF-ACCF-6B76-58345CF29E3E}"/>
          </ac:inkMkLst>
        </pc:inkChg>
        <pc:inkChg chg="del mod">
          <ac:chgData name="Manjita Shrestha" userId="6bba5096-ac8c-4189-8210-97dcbe97ac25" providerId="ADAL" clId="{048BDDE5-6AAE-4BFD-9A54-A3D544FA9405}" dt="2026-09-29T14:33:43.971" v="7108"/>
          <ac:inkMkLst>
            <pc:docMk/>
            <pc:sldMk cId="778646959" sldId="1593"/>
            <ac:inkMk id="275" creationId="{93C46F7C-F991-2900-3361-B4F93B721F31}"/>
          </ac:inkMkLst>
        </pc:inkChg>
        <pc:inkChg chg="add">
          <ac:chgData name="Manjita Shrestha" userId="6bba5096-ac8c-4189-8210-97dcbe97ac25" providerId="ADAL" clId="{048BDDE5-6AAE-4BFD-9A54-A3D544FA9405}" dt="2026-09-29T14:34:01.923" v="7128" actId="9405"/>
          <ac:inkMkLst>
            <pc:docMk/>
            <pc:sldMk cId="778646959" sldId="1593"/>
            <ac:inkMk id="291" creationId="{424E454F-C44B-0884-12B3-AD4E3F65389B}"/>
          </ac:inkMkLst>
        </pc:inkChg>
        <pc:inkChg chg="add">
          <ac:chgData name="Manjita Shrestha" userId="6bba5096-ac8c-4189-8210-97dcbe97ac25" providerId="ADAL" clId="{048BDDE5-6AAE-4BFD-9A54-A3D544FA9405}" dt="2026-09-29T14:34:02.707" v="7129" actId="9405"/>
          <ac:inkMkLst>
            <pc:docMk/>
            <pc:sldMk cId="778646959" sldId="1593"/>
            <ac:inkMk id="297" creationId="{2F0C126E-9712-193B-1D40-8ADC846F0E9A}"/>
          </ac:inkMkLst>
        </pc:inkChg>
        <pc:inkChg chg="add mod">
          <ac:chgData name="Manjita Shrestha" userId="6bba5096-ac8c-4189-8210-97dcbe97ac25" providerId="ADAL" clId="{048BDDE5-6AAE-4BFD-9A54-A3D544FA9405}" dt="2026-09-29T14:35:23.105" v="7210"/>
          <ac:inkMkLst>
            <pc:docMk/>
            <pc:sldMk cId="778646959" sldId="1593"/>
            <ac:inkMk id="298" creationId="{BA60CBEA-EC53-781B-0760-748179D2B355}"/>
          </ac:inkMkLst>
        </pc:inkChg>
        <pc:inkChg chg="mod">
          <ac:chgData name="Manjita Shrestha" userId="6bba5096-ac8c-4189-8210-97dcbe97ac25" providerId="ADAL" clId="{048BDDE5-6AAE-4BFD-9A54-A3D544FA9405}" dt="2026-09-29T14:38:07.753" v="7396"/>
          <ac:inkMkLst>
            <pc:docMk/>
            <pc:sldMk cId="778646959" sldId="1593"/>
            <ac:inkMk id="301" creationId="{789B7427-A6DF-DEF3-F1B0-32196913A399}"/>
          </ac:inkMkLst>
        </pc:inkChg>
        <pc:inkChg chg="del mod">
          <ac:chgData name="Manjita Shrestha" userId="6bba5096-ac8c-4189-8210-97dcbe97ac25" providerId="ADAL" clId="{048BDDE5-6AAE-4BFD-9A54-A3D544FA9405}" dt="2026-09-29T14:36:53.984" v="7268"/>
          <ac:inkMkLst>
            <pc:docMk/>
            <pc:sldMk cId="778646959" sldId="1593"/>
            <ac:inkMk id="304" creationId="{7F5F6ED2-4626-9ED1-95EC-B1DBCE2CDAAE}"/>
          </ac:inkMkLst>
        </pc:inkChg>
        <pc:inkChg chg="del mod">
          <ac:chgData name="Manjita Shrestha" userId="6bba5096-ac8c-4189-8210-97dcbe97ac25" providerId="ADAL" clId="{048BDDE5-6AAE-4BFD-9A54-A3D544FA9405}" dt="2026-09-29T14:36:53.978" v="7263"/>
          <ac:inkMkLst>
            <pc:docMk/>
            <pc:sldMk cId="778646959" sldId="1593"/>
            <ac:inkMk id="307" creationId="{7FA1BB04-C9A7-E942-757D-EC66C5E6BA71}"/>
          </ac:inkMkLst>
        </pc:inkChg>
        <pc:inkChg chg="del mod">
          <ac:chgData name="Manjita Shrestha" userId="6bba5096-ac8c-4189-8210-97dcbe97ac25" providerId="ADAL" clId="{048BDDE5-6AAE-4BFD-9A54-A3D544FA9405}" dt="2026-09-29T14:36:53.968" v="7258"/>
          <ac:inkMkLst>
            <pc:docMk/>
            <pc:sldMk cId="778646959" sldId="1593"/>
            <ac:inkMk id="314" creationId="{ABE91E2B-4B00-6332-748C-DD3DDAAD714F}"/>
          </ac:inkMkLst>
        </pc:inkChg>
        <pc:inkChg chg="add">
          <ac:chgData name="Manjita Shrestha" userId="6bba5096-ac8c-4189-8210-97dcbe97ac25" providerId="ADAL" clId="{048BDDE5-6AAE-4BFD-9A54-A3D544FA9405}" dt="2026-09-29T14:34:05.480" v="7131" actId="9405"/>
          <ac:inkMkLst>
            <pc:docMk/>
            <pc:sldMk cId="778646959" sldId="1593"/>
            <ac:inkMk id="315" creationId="{CB477D25-9ABD-C924-6CBA-40107334C783}"/>
          </ac:inkMkLst>
        </pc:inkChg>
        <pc:inkChg chg="del mod">
          <ac:chgData name="Manjita Shrestha" userId="6bba5096-ac8c-4189-8210-97dcbe97ac25" providerId="ADAL" clId="{048BDDE5-6AAE-4BFD-9A54-A3D544FA9405}" dt="2026-09-29T14:37:24.951" v="7318"/>
          <ac:inkMkLst>
            <pc:docMk/>
            <pc:sldMk cId="778646959" sldId="1593"/>
            <ac:inkMk id="317" creationId="{9E60D292-E66B-3C27-F2EA-4A4E51DE73D3}"/>
          </ac:inkMkLst>
        </pc:inkChg>
        <pc:inkChg chg="add">
          <ac:chgData name="Manjita Shrestha" userId="6bba5096-ac8c-4189-8210-97dcbe97ac25" providerId="ADAL" clId="{048BDDE5-6AAE-4BFD-9A54-A3D544FA9405}" dt="2026-09-29T14:34:06.584" v="7132" actId="9405"/>
          <ac:inkMkLst>
            <pc:docMk/>
            <pc:sldMk cId="778646959" sldId="1593"/>
            <ac:inkMk id="318" creationId="{04C2CAA0-340A-0A6D-FD96-BB05734A9471}"/>
          </ac:inkMkLst>
        </pc:inkChg>
        <pc:inkChg chg="del mod">
          <ac:chgData name="Manjita Shrestha" userId="6bba5096-ac8c-4189-8210-97dcbe97ac25" providerId="ADAL" clId="{048BDDE5-6AAE-4BFD-9A54-A3D544FA9405}" dt="2026-09-29T14:37:21.094" v="7304"/>
          <ac:inkMkLst>
            <pc:docMk/>
            <pc:sldMk cId="778646959" sldId="1593"/>
            <ac:inkMk id="324" creationId="{1216DC90-AF6F-8F0F-D048-B9F856CEFC98}"/>
          </ac:inkMkLst>
        </pc:inkChg>
        <pc:inkChg chg="del mod">
          <ac:chgData name="Manjita Shrestha" userId="6bba5096-ac8c-4189-8210-97dcbe97ac25" providerId="ADAL" clId="{048BDDE5-6AAE-4BFD-9A54-A3D544FA9405}" dt="2026-09-29T14:37:21.093" v="7303"/>
          <ac:inkMkLst>
            <pc:docMk/>
            <pc:sldMk cId="778646959" sldId="1593"/>
            <ac:inkMk id="325" creationId="{F5C6EFCD-635A-E37E-CB3C-3844870F6190}"/>
          </ac:inkMkLst>
        </pc:inkChg>
        <pc:inkChg chg="del mod">
          <ac:chgData name="Manjita Shrestha" userId="6bba5096-ac8c-4189-8210-97dcbe97ac25" providerId="ADAL" clId="{048BDDE5-6AAE-4BFD-9A54-A3D544FA9405}" dt="2026-09-29T14:37:21.103" v="7312"/>
          <ac:inkMkLst>
            <pc:docMk/>
            <pc:sldMk cId="778646959" sldId="1593"/>
            <ac:inkMk id="326" creationId="{F971095E-20F0-FD27-FBD5-4CC0E5030E44}"/>
          </ac:inkMkLst>
        </pc:inkChg>
        <pc:inkChg chg="del mod">
          <ac:chgData name="Manjita Shrestha" userId="6bba5096-ac8c-4189-8210-97dcbe97ac25" providerId="ADAL" clId="{048BDDE5-6AAE-4BFD-9A54-A3D544FA9405}" dt="2026-09-29T14:37:22.673" v="7313"/>
          <ac:inkMkLst>
            <pc:docMk/>
            <pc:sldMk cId="778646959" sldId="1593"/>
            <ac:inkMk id="334" creationId="{2CF35D1E-123F-0FD9-32BD-A5F847CC622D}"/>
          </ac:inkMkLst>
        </pc:inkChg>
        <pc:inkChg chg="del mod">
          <ac:chgData name="Manjita Shrestha" userId="6bba5096-ac8c-4189-8210-97dcbe97ac25" providerId="ADAL" clId="{048BDDE5-6AAE-4BFD-9A54-A3D544FA9405}" dt="2026-09-29T14:37:24.955" v="7321"/>
          <ac:inkMkLst>
            <pc:docMk/>
            <pc:sldMk cId="778646959" sldId="1593"/>
            <ac:inkMk id="336" creationId="{4DF18034-9963-35EC-D596-7054E88CB1A9}"/>
          </ac:inkMkLst>
        </pc:inkChg>
        <pc:inkChg chg="add">
          <ac:chgData name="Manjita Shrestha" userId="6bba5096-ac8c-4189-8210-97dcbe97ac25" providerId="ADAL" clId="{048BDDE5-6AAE-4BFD-9A54-A3D544FA9405}" dt="2026-09-29T14:34:08.986" v="7134" actId="9405"/>
          <ac:inkMkLst>
            <pc:docMk/>
            <pc:sldMk cId="778646959" sldId="1593"/>
            <ac:inkMk id="338" creationId="{5E786E02-8B17-0A5D-A4D9-8BFCE588F9B0}"/>
          </ac:inkMkLst>
        </pc:inkChg>
        <pc:inkChg chg="del mod">
          <ac:chgData name="Manjita Shrestha" userId="6bba5096-ac8c-4189-8210-97dcbe97ac25" providerId="ADAL" clId="{048BDDE5-6AAE-4BFD-9A54-A3D544FA9405}" dt="2026-09-29T14:37:24.951" v="7317"/>
          <ac:inkMkLst>
            <pc:docMk/>
            <pc:sldMk cId="778646959" sldId="1593"/>
            <ac:inkMk id="342" creationId="{064B9F29-872D-E08A-1396-B5D347997541}"/>
          </ac:inkMkLst>
        </pc:inkChg>
        <pc:inkChg chg="mod">
          <ac:chgData name="Manjita Shrestha" userId="6bba5096-ac8c-4189-8210-97dcbe97ac25" providerId="ADAL" clId="{048BDDE5-6AAE-4BFD-9A54-A3D544FA9405}" dt="2026-09-29T14:37:22.675" v="7315"/>
          <ac:inkMkLst>
            <pc:docMk/>
            <pc:sldMk cId="778646959" sldId="1593"/>
            <ac:inkMk id="343" creationId="{DE788A30-80E9-B283-CB1D-A4FC2E66920E}"/>
          </ac:inkMkLst>
        </pc:inkChg>
        <pc:inkChg chg="del mod">
          <ac:chgData name="Manjita Shrestha" userId="6bba5096-ac8c-4189-8210-97dcbe97ac25" providerId="ADAL" clId="{048BDDE5-6AAE-4BFD-9A54-A3D544FA9405}" dt="2026-09-29T14:37:57.358" v="7377"/>
          <ac:inkMkLst>
            <pc:docMk/>
            <pc:sldMk cId="778646959" sldId="1593"/>
            <ac:inkMk id="347" creationId="{05B399EC-A9C1-A174-BA04-75B50591C708}"/>
          </ac:inkMkLst>
        </pc:inkChg>
        <pc:inkChg chg="mod">
          <ac:chgData name="Manjita Shrestha" userId="6bba5096-ac8c-4189-8210-97dcbe97ac25" providerId="ADAL" clId="{048BDDE5-6AAE-4BFD-9A54-A3D544FA9405}" dt="2026-09-29T14:37:22.675" v="7315"/>
          <ac:inkMkLst>
            <pc:docMk/>
            <pc:sldMk cId="778646959" sldId="1593"/>
            <ac:inkMk id="348" creationId="{E81EC8B9-E29B-99E2-9491-C6D6F8C8D100}"/>
          </ac:inkMkLst>
        </pc:inkChg>
        <pc:inkChg chg="add mod">
          <ac:chgData name="Manjita Shrestha" userId="6bba5096-ac8c-4189-8210-97dcbe97ac25" providerId="ADAL" clId="{048BDDE5-6AAE-4BFD-9A54-A3D544FA9405}" dt="2026-09-29T14:34:15.147" v="7139"/>
          <ac:inkMkLst>
            <pc:docMk/>
            <pc:sldMk cId="778646959" sldId="1593"/>
            <ac:inkMk id="350" creationId="{03B139DE-5968-C83C-1C8C-78866CEC7EB3}"/>
          </ac:inkMkLst>
        </pc:inkChg>
        <pc:inkChg chg="mod">
          <ac:chgData name="Manjita Shrestha" userId="6bba5096-ac8c-4189-8210-97dcbe97ac25" providerId="ADAL" clId="{048BDDE5-6AAE-4BFD-9A54-A3D544FA9405}" dt="2026-09-29T14:37:22.675" v="7315"/>
          <ac:inkMkLst>
            <pc:docMk/>
            <pc:sldMk cId="778646959" sldId="1593"/>
            <ac:inkMk id="351" creationId="{BAB1AB31-2658-1606-635C-EBD5E79FD46A}"/>
          </ac:inkMkLst>
        </pc:inkChg>
        <pc:inkChg chg="del mod">
          <ac:chgData name="Manjita Shrestha" userId="6bba5096-ac8c-4189-8210-97dcbe97ac25" providerId="ADAL" clId="{048BDDE5-6AAE-4BFD-9A54-A3D544FA9405}" dt="2026-09-29T14:38:07.755" v="7398"/>
          <ac:inkMkLst>
            <pc:docMk/>
            <pc:sldMk cId="778646959" sldId="1593"/>
            <ac:inkMk id="354" creationId="{C1F511B0-9B9A-D868-8CC1-B1BF94F03E56}"/>
          </ac:inkMkLst>
        </pc:inkChg>
        <pc:inkChg chg="del mod">
          <ac:chgData name="Manjita Shrestha" userId="6bba5096-ac8c-4189-8210-97dcbe97ac25" providerId="ADAL" clId="{048BDDE5-6AAE-4BFD-9A54-A3D544FA9405}" dt="2026-09-29T14:38:07.753" v="7397"/>
          <ac:inkMkLst>
            <pc:docMk/>
            <pc:sldMk cId="778646959" sldId="1593"/>
            <ac:inkMk id="355" creationId="{E7F0360A-9D0A-5549-4377-0C0A7601E314}"/>
          </ac:inkMkLst>
        </pc:inkChg>
        <pc:inkChg chg="add mod">
          <ac:chgData name="Manjita Shrestha" userId="6bba5096-ac8c-4189-8210-97dcbe97ac25" providerId="ADAL" clId="{048BDDE5-6AAE-4BFD-9A54-A3D544FA9405}" dt="2026-09-29T14:34:15.147" v="7139"/>
          <ac:inkMkLst>
            <pc:docMk/>
            <pc:sldMk cId="778646959" sldId="1593"/>
            <ac:inkMk id="356" creationId="{85228217-46C8-6C92-1B45-A6F76AE7019D}"/>
          </ac:inkMkLst>
        </pc:inkChg>
        <pc:inkChg chg="mod">
          <ac:chgData name="Manjita Shrestha" userId="6bba5096-ac8c-4189-8210-97dcbe97ac25" providerId="ADAL" clId="{048BDDE5-6AAE-4BFD-9A54-A3D544FA9405}" dt="2026-09-29T14:37:22.675" v="7315"/>
          <ac:inkMkLst>
            <pc:docMk/>
            <pc:sldMk cId="778646959" sldId="1593"/>
            <ac:inkMk id="357" creationId="{F3BF546F-B5E2-D554-3A9F-C3797D2F81A0}"/>
          </ac:inkMkLst>
        </pc:inkChg>
        <pc:inkChg chg="del mod">
          <ac:chgData name="Manjita Shrestha" userId="6bba5096-ac8c-4189-8210-97dcbe97ac25" providerId="ADAL" clId="{048BDDE5-6AAE-4BFD-9A54-A3D544FA9405}" dt="2026-09-29T14:38:07.753" v="7396"/>
          <ac:inkMkLst>
            <pc:docMk/>
            <pc:sldMk cId="778646959" sldId="1593"/>
            <ac:inkMk id="358" creationId="{7BB2FF6E-ABBC-6294-0416-FD9A5FF41F13}"/>
          </ac:inkMkLst>
        </pc:inkChg>
        <pc:inkChg chg="add del">
          <ac:chgData name="Manjita Shrestha" userId="6bba5096-ac8c-4189-8210-97dcbe97ac25" providerId="ADAL" clId="{048BDDE5-6AAE-4BFD-9A54-A3D544FA9405}" dt="2026-09-29T14:41:42.484" v="7565"/>
          <ac:inkMkLst>
            <pc:docMk/>
            <pc:sldMk cId="778646959" sldId="1593"/>
            <ac:inkMk id="360" creationId="{6EADF705-AF6F-54CF-6397-3BEEAFCF2009}"/>
          </ac:inkMkLst>
        </pc:inkChg>
        <pc:inkChg chg="del mod">
          <ac:chgData name="Manjita Shrestha" userId="6bba5096-ac8c-4189-8210-97dcbe97ac25" providerId="ADAL" clId="{048BDDE5-6AAE-4BFD-9A54-A3D544FA9405}" dt="2026-09-29T14:38:07.749" v="7394"/>
          <ac:inkMkLst>
            <pc:docMk/>
            <pc:sldMk cId="778646959" sldId="1593"/>
            <ac:inkMk id="361" creationId="{C49E6EC0-B8D2-9D9D-4E74-322C20BE6003}"/>
          </ac:inkMkLst>
        </pc:inkChg>
        <pc:inkChg chg="mod">
          <ac:chgData name="Manjita Shrestha" userId="6bba5096-ac8c-4189-8210-97dcbe97ac25" providerId="ADAL" clId="{048BDDE5-6AAE-4BFD-9A54-A3D544FA9405}" dt="2026-09-29T14:37:22.675" v="7315"/>
          <ac:inkMkLst>
            <pc:docMk/>
            <pc:sldMk cId="778646959" sldId="1593"/>
            <ac:inkMk id="362" creationId="{35F9C3BB-D952-371D-47CE-6341DD2D3862}"/>
          </ac:inkMkLst>
        </pc:inkChg>
        <pc:inkChg chg="add mod">
          <ac:chgData name="Manjita Shrestha" userId="6bba5096-ac8c-4189-8210-97dcbe97ac25" providerId="ADAL" clId="{048BDDE5-6AAE-4BFD-9A54-A3D544FA9405}" dt="2026-09-29T14:34:29.235" v="7143"/>
          <ac:inkMkLst>
            <pc:docMk/>
            <pc:sldMk cId="778646959" sldId="1593"/>
            <ac:inkMk id="363" creationId="{510B9376-5DAF-CEBC-79BD-01F2B93849CD}"/>
          </ac:inkMkLst>
        </pc:inkChg>
        <pc:inkChg chg="del">
          <ac:chgData name="Manjita Shrestha" userId="6bba5096-ac8c-4189-8210-97dcbe97ac25" providerId="ADAL" clId="{048BDDE5-6AAE-4BFD-9A54-A3D544FA9405}" dt="2026-09-29T14:36:15.313" v="7242" actId="478"/>
          <ac:inkMkLst>
            <pc:docMk/>
            <pc:sldMk cId="778646959" sldId="1593"/>
            <ac:inkMk id="367" creationId="{14B800D0-0BD3-995A-B9DF-65B854241FB5}"/>
          </ac:inkMkLst>
        </pc:inkChg>
        <pc:inkChg chg="add mod">
          <ac:chgData name="Manjita Shrestha" userId="6bba5096-ac8c-4189-8210-97dcbe97ac25" providerId="ADAL" clId="{048BDDE5-6AAE-4BFD-9A54-A3D544FA9405}" dt="2026-09-29T14:34:29.235" v="7143"/>
          <ac:inkMkLst>
            <pc:docMk/>
            <pc:sldMk cId="778646959" sldId="1593"/>
            <ac:inkMk id="368" creationId="{49503E71-C8A4-86BE-8E23-44F8CCDBEB85}"/>
          </ac:inkMkLst>
        </pc:inkChg>
        <pc:inkChg chg="mod">
          <ac:chgData name="Manjita Shrestha" userId="6bba5096-ac8c-4189-8210-97dcbe97ac25" providerId="ADAL" clId="{048BDDE5-6AAE-4BFD-9A54-A3D544FA9405}" dt="2026-09-29T14:38:07.755" v="7400"/>
          <ac:inkMkLst>
            <pc:docMk/>
            <pc:sldMk cId="778646959" sldId="1593"/>
            <ac:inkMk id="369" creationId="{BC2F85A0-C33C-93AE-B7D0-D3AE385811E0}"/>
          </ac:inkMkLst>
        </pc:inkChg>
        <pc:inkChg chg="del mod">
          <ac:chgData name="Manjita Shrestha" userId="6bba5096-ac8c-4189-8210-97dcbe97ac25" providerId="ADAL" clId="{048BDDE5-6AAE-4BFD-9A54-A3D544FA9405}" dt="2026-09-29T14:38:07.755" v="7399"/>
          <ac:inkMkLst>
            <pc:docMk/>
            <pc:sldMk cId="778646959" sldId="1593"/>
            <ac:inkMk id="371" creationId="{FB946E04-5239-BFB6-8F06-CCF47AA2D4D4}"/>
          </ac:inkMkLst>
        </pc:inkChg>
        <pc:inkChg chg="del mod">
          <ac:chgData name="Manjita Shrestha" userId="6bba5096-ac8c-4189-8210-97dcbe97ac25" providerId="ADAL" clId="{048BDDE5-6AAE-4BFD-9A54-A3D544FA9405}" dt="2026-09-29T14:38:07.755" v="7400"/>
          <ac:inkMkLst>
            <pc:docMk/>
            <pc:sldMk cId="778646959" sldId="1593"/>
            <ac:inkMk id="372" creationId="{205C8D7D-A1F9-C79C-510A-522B29D3048E}"/>
          </ac:inkMkLst>
        </pc:inkChg>
        <pc:inkChg chg="del mod">
          <ac:chgData name="Manjita Shrestha" userId="6bba5096-ac8c-4189-8210-97dcbe97ac25" providerId="ADAL" clId="{048BDDE5-6AAE-4BFD-9A54-A3D544FA9405}" dt="2026-09-29T14:38:29.943" v="7423"/>
          <ac:inkMkLst>
            <pc:docMk/>
            <pc:sldMk cId="778646959" sldId="1593"/>
            <ac:inkMk id="374" creationId="{C96F34D9-C82B-01B1-BCCC-C4C61F3415F4}"/>
          </ac:inkMkLst>
        </pc:inkChg>
        <pc:inkChg chg="del mod">
          <ac:chgData name="Manjita Shrestha" userId="6bba5096-ac8c-4189-8210-97dcbe97ac25" providerId="ADAL" clId="{048BDDE5-6AAE-4BFD-9A54-A3D544FA9405}" dt="2026-09-29T14:38:29.950" v="7426"/>
          <ac:inkMkLst>
            <pc:docMk/>
            <pc:sldMk cId="778646959" sldId="1593"/>
            <ac:inkMk id="375" creationId="{A5EE7302-66B7-EE8F-2097-267D678E47F6}"/>
          </ac:inkMkLst>
        </pc:inkChg>
        <pc:inkChg chg="del mod">
          <ac:chgData name="Manjita Shrestha" userId="6bba5096-ac8c-4189-8210-97dcbe97ac25" providerId="ADAL" clId="{048BDDE5-6AAE-4BFD-9A54-A3D544FA9405}" dt="2026-09-29T14:38:29.943" v="7420"/>
          <ac:inkMkLst>
            <pc:docMk/>
            <pc:sldMk cId="778646959" sldId="1593"/>
            <ac:inkMk id="376" creationId="{FFA57541-4DAA-D8EC-4116-0BC4B4E3D7EE}"/>
          </ac:inkMkLst>
        </pc:inkChg>
        <pc:inkChg chg="del">
          <ac:chgData name="Manjita Shrestha" userId="6bba5096-ac8c-4189-8210-97dcbe97ac25" providerId="ADAL" clId="{048BDDE5-6AAE-4BFD-9A54-A3D544FA9405}" dt="2026-09-29T14:38:29.943" v="7419"/>
          <ac:inkMkLst>
            <pc:docMk/>
            <pc:sldMk cId="778646959" sldId="1593"/>
            <ac:inkMk id="377" creationId="{B04C3B3A-E147-B8B8-71E5-62B3991A19DB}"/>
          </ac:inkMkLst>
        </pc:inkChg>
        <pc:inkChg chg="del mod">
          <ac:chgData name="Manjita Shrestha" userId="6bba5096-ac8c-4189-8210-97dcbe97ac25" providerId="ADAL" clId="{048BDDE5-6AAE-4BFD-9A54-A3D544FA9405}" dt="2026-09-29T14:38:29.943" v="7421"/>
          <ac:inkMkLst>
            <pc:docMk/>
            <pc:sldMk cId="778646959" sldId="1593"/>
            <ac:inkMk id="378" creationId="{3301C11B-5D5D-D607-B277-E8B76CD684DC}"/>
          </ac:inkMkLst>
        </pc:inkChg>
        <pc:inkChg chg="del">
          <ac:chgData name="Manjita Shrestha" userId="6bba5096-ac8c-4189-8210-97dcbe97ac25" providerId="ADAL" clId="{048BDDE5-6AAE-4BFD-9A54-A3D544FA9405}" dt="2026-09-29T14:38:29.943" v="7418"/>
          <ac:inkMkLst>
            <pc:docMk/>
            <pc:sldMk cId="778646959" sldId="1593"/>
            <ac:inkMk id="379" creationId="{B0FB4422-5C68-BB53-4388-6559960419C8}"/>
          </ac:inkMkLst>
        </pc:inkChg>
        <pc:inkChg chg="del mod">
          <ac:chgData name="Manjita Shrestha" userId="6bba5096-ac8c-4189-8210-97dcbe97ac25" providerId="ADAL" clId="{048BDDE5-6AAE-4BFD-9A54-A3D544FA9405}" dt="2026-09-29T14:38:29.950" v="7425"/>
          <ac:inkMkLst>
            <pc:docMk/>
            <pc:sldMk cId="778646959" sldId="1593"/>
            <ac:inkMk id="380" creationId="{BDCDDEC1-11CB-BE44-2476-02D095822707}"/>
          </ac:inkMkLst>
        </pc:inkChg>
        <pc:inkChg chg="del mod">
          <ac:chgData name="Manjita Shrestha" userId="6bba5096-ac8c-4189-8210-97dcbe97ac25" providerId="ADAL" clId="{048BDDE5-6AAE-4BFD-9A54-A3D544FA9405}" dt="2026-09-29T14:38:29.943" v="7424"/>
          <ac:inkMkLst>
            <pc:docMk/>
            <pc:sldMk cId="778646959" sldId="1593"/>
            <ac:inkMk id="381" creationId="{DAFFE9BD-57E1-01FE-9F8E-CFE1B99A133C}"/>
          </ac:inkMkLst>
        </pc:inkChg>
        <pc:inkChg chg="del">
          <ac:chgData name="Manjita Shrestha" userId="6bba5096-ac8c-4189-8210-97dcbe97ac25" providerId="ADAL" clId="{048BDDE5-6AAE-4BFD-9A54-A3D544FA9405}" dt="2026-09-29T14:38:29.943" v="7422"/>
          <ac:inkMkLst>
            <pc:docMk/>
            <pc:sldMk cId="778646959" sldId="1593"/>
            <ac:inkMk id="384" creationId="{BECA5E22-2160-7EAF-3B7B-4F857153F209}"/>
          </ac:inkMkLst>
        </pc:inkChg>
        <pc:inkChg chg="add">
          <ac:chgData name="Manjita Shrestha" userId="6bba5096-ac8c-4189-8210-97dcbe97ac25" providerId="ADAL" clId="{048BDDE5-6AAE-4BFD-9A54-A3D544FA9405}" dt="2026-09-29T14:34:31.459" v="7144" actId="9405"/>
          <ac:inkMkLst>
            <pc:docMk/>
            <pc:sldMk cId="778646959" sldId="1593"/>
            <ac:inkMk id="386" creationId="{8B162147-512D-1A3C-C7E1-A8C1DF7145C9}"/>
          </ac:inkMkLst>
        </pc:inkChg>
        <pc:inkChg chg="del mod">
          <ac:chgData name="Manjita Shrestha" userId="6bba5096-ac8c-4189-8210-97dcbe97ac25" providerId="ADAL" clId="{048BDDE5-6AAE-4BFD-9A54-A3D544FA9405}" dt="2026-09-29T14:33:27.217" v="7067"/>
          <ac:inkMkLst>
            <pc:docMk/>
            <pc:sldMk cId="778646959" sldId="1593"/>
            <ac:inkMk id="388" creationId="{D0CF9C08-3B21-E657-C6AB-AF16D29C15DE}"/>
          </ac:inkMkLst>
        </pc:inkChg>
        <pc:inkChg chg="del">
          <ac:chgData name="Manjita Shrestha" userId="6bba5096-ac8c-4189-8210-97dcbe97ac25" providerId="ADAL" clId="{048BDDE5-6AAE-4BFD-9A54-A3D544FA9405}" dt="2026-09-29T14:33:27.215" v="7065"/>
          <ac:inkMkLst>
            <pc:docMk/>
            <pc:sldMk cId="778646959" sldId="1593"/>
            <ac:inkMk id="389" creationId="{361FC97F-3155-002A-0EC7-629DC59E7AE0}"/>
          </ac:inkMkLst>
        </pc:inkChg>
        <pc:inkChg chg="del mod">
          <ac:chgData name="Manjita Shrestha" userId="6bba5096-ac8c-4189-8210-97dcbe97ac25" providerId="ADAL" clId="{048BDDE5-6AAE-4BFD-9A54-A3D544FA9405}" dt="2026-09-29T14:33:27.217" v="7066"/>
          <ac:inkMkLst>
            <pc:docMk/>
            <pc:sldMk cId="778646959" sldId="1593"/>
            <ac:inkMk id="390" creationId="{44FD8C61-4E50-BB1C-EEBB-F7F67EB58578}"/>
          </ac:inkMkLst>
        </pc:inkChg>
        <pc:inkChg chg="del">
          <ac:chgData name="Manjita Shrestha" userId="6bba5096-ac8c-4189-8210-97dcbe97ac25" providerId="ADAL" clId="{048BDDE5-6AAE-4BFD-9A54-A3D544FA9405}" dt="2026-09-29T14:36:53.978" v="7264"/>
          <ac:inkMkLst>
            <pc:docMk/>
            <pc:sldMk cId="778646959" sldId="1593"/>
            <ac:inkMk id="392" creationId="{5CCB1FC7-D4FB-641F-7BD0-31E44B782FBE}"/>
          </ac:inkMkLst>
        </pc:inkChg>
        <pc:inkChg chg="add mod">
          <ac:chgData name="Manjita Shrestha" userId="6bba5096-ac8c-4189-8210-97dcbe97ac25" providerId="ADAL" clId="{048BDDE5-6AAE-4BFD-9A54-A3D544FA9405}" dt="2026-09-29T14:34:40.442" v="7156"/>
          <ac:inkMkLst>
            <pc:docMk/>
            <pc:sldMk cId="778646959" sldId="1593"/>
            <ac:inkMk id="394" creationId="{4368F242-708E-50E6-4841-41D7ED4A8F3D}"/>
          </ac:inkMkLst>
        </pc:inkChg>
        <pc:inkChg chg="add mod">
          <ac:chgData name="Manjita Shrestha" userId="6bba5096-ac8c-4189-8210-97dcbe97ac25" providerId="ADAL" clId="{048BDDE5-6AAE-4BFD-9A54-A3D544FA9405}" dt="2026-09-29T14:34:40.442" v="7156"/>
          <ac:inkMkLst>
            <pc:docMk/>
            <pc:sldMk cId="778646959" sldId="1593"/>
            <ac:inkMk id="395" creationId="{8B404D7D-F816-F6F0-940D-C58C5C903497}"/>
          </ac:inkMkLst>
        </pc:inkChg>
        <pc:inkChg chg="del mod">
          <ac:chgData name="Manjita Shrestha" userId="6bba5096-ac8c-4189-8210-97dcbe97ac25" providerId="ADAL" clId="{048BDDE5-6AAE-4BFD-9A54-A3D544FA9405}" dt="2026-09-29T14:37:24.955" v="7320"/>
          <ac:inkMkLst>
            <pc:docMk/>
            <pc:sldMk cId="778646959" sldId="1593"/>
            <ac:inkMk id="397" creationId="{4386BED2-3DE5-7FF8-0541-F29665BF5605}"/>
          </ac:inkMkLst>
        </pc:inkChg>
        <pc:inkChg chg="add mod">
          <ac:chgData name="Manjita Shrestha" userId="6bba5096-ac8c-4189-8210-97dcbe97ac25" providerId="ADAL" clId="{048BDDE5-6AAE-4BFD-9A54-A3D544FA9405}" dt="2026-09-29T14:34:40.442" v="7156"/>
          <ac:inkMkLst>
            <pc:docMk/>
            <pc:sldMk cId="778646959" sldId="1593"/>
            <ac:inkMk id="398" creationId="{FAF60025-F2D9-B726-4543-78CE538B2044}"/>
          </ac:inkMkLst>
        </pc:inkChg>
        <pc:inkChg chg="del mod">
          <ac:chgData name="Manjita Shrestha" userId="6bba5096-ac8c-4189-8210-97dcbe97ac25" providerId="ADAL" clId="{048BDDE5-6AAE-4BFD-9A54-A3D544FA9405}" dt="2026-09-29T14:38:07.745" v="7388"/>
          <ac:inkMkLst>
            <pc:docMk/>
            <pc:sldMk cId="778646959" sldId="1593"/>
            <ac:inkMk id="399" creationId="{5E54474B-98BB-E897-4ED8-38790AB64BC8}"/>
          </ac:inkMkLst>
        </pc:inkChg>
        <pc:inkChg chg="add">
          <ac:chgData name="Manjita Shrestha" userId="6bba5096-ac8c-4189-8210-97dcbe97ac25" providerId="ADAL" clId="{048BDDE5-6AAE-4BFD-9A54-A3D544FA9405}" dt="2026-09-29T14:34:34.994" v="7148" actId="9405"/>
          <ac:inkMkLst>
            <pc:docMk/>
            <pc:sldMk cId="778646959" sldId="1593"/>
            <ac:inkMk id="401" creationId="{D74EEB7C-CC4B-3F76-210D-5554A59C5C89}"/>
          </ac:inkMkLst>
        </pc:inkChg>
        <pc:inkChg chg="del mod">
          <ac:chgData name="Manjita Shrestha" userId="6bba5096-ac8c-4189-8210-97dcbe97ac25" providerId="ADAL" clId="{048BDDE5-6AAE-4BFD-9A54-A3D544FA9405}" dt="2026-09-29T14:39:30.087" v="7449"/>
          <ac:inkMkLst>
            <pc:docMk/>
            <pc:sldMk cId="778646959" sldId="1593"/>
            <ac:inkMk id="402" creationId="{A4F1CF76-0B55-E842-4D5B-66627438D7DA}"/>
          </ac:inkMkLst>
        </pc:inkChg>
        <pc:inkChg chg="del mod">
          <ac:chgData name="Manjita Shrestha" userId="6bba5096-ac8c-4189-8210-97dcbe97ac25" providerId="ADAL" clId="{048BDDE5-6AAE-4BFD-9A54-A3D544FA9405}" dt="2026-09-29T14:39:30.092" v="7454"/>
          <ac:inkMkLst>
            <pc:docMk/>
            <pc:sldMk cId="778646959" sldId="1593"/>
            <ac:inkMk id="403" creationId="{B180EC53-B548-4DEF-3762-820E63C2521B}"/>
          </ac:inkMkLst>
        </pc:inkChg>
        <pc:inkChg chg="del mod">
          <ac:chgData name="Manjita Shrestha" userId="6bba5096-ac8c-4189-8210-97dcbe97ac25" providerId="ADAL" clId="{048BDDE5-6AAE-4BFD-9A54-A3D544FA9405}" dt="2026-09-29T14:39:32.409" v="7460"/>
          <ac:inkMkLst>
            <pc:docMk/>
            <pc:sldMk cId="778646959" sldId="1593"/>
            <ac:inkMk id="405" creationId="{66E3CDEB-BADB-9002-8DCF-B233E02AA6CE}"/>
          </ac:inkMkLst>
        </pc:inkChg>
        <pc:inkChg chg="add">
          <ac:chgData name="Manjita Shrestha" userId="6bba5096-ac8c-4189-8210-97dcbe97ac25" providerId="ADAL" clId="{048BDDE5-6AAE-4BFD-9A54-A3D544FA9405}" dt="2026-09-29T14:34:35.897" v="7149" actId="9405"/>
          <ac:inkMkLst>
            <pc:docMk/>
            <pc:sldMk cId="778646959" sldId="1593"/>
            <ac:inkMk id="407" creationId="{C7AB222A-82A3-F45D-8141-7A4CC305ED97}"/>
          </ac:inkMkLst>
        </pc:inkChg>
        <pc:inkChg chg="add mod">
          <ac:chgData name="Manjita Shrestha" userId="6bba5096-ac8c-4189-8210-97dcbe97ac25" providerId="ADAL" clId="{048BDDE5-6AAE-4BFD-9A54-A3D544FA9405}" dt="2026-09-29T14:34:40.442" v="7156"/>
          <ac:inkMkLst>
            <pc:docMk/>
            <pc:sldMk cId="778646959" sldId="1593"/>
            <ac:inkMk id="408" creationId="{5F2EC5F2-991A-D589-CD1B-313ABC04BB6E}"/>
          </ac:inkMkLst>
        </pc:inkChg>
        <pc:inkChg chg="del mod">
          <ac:chgData name="Manjita Shrestha" userId="6bba5096-ac8c-4189-8210-97dcbe97ac25" providerId="ADAL" clId="{048BDDE5-6AAE-4BFD-9A54-A3D544FA9405}" dt="2026-09-29T14:39:30.092" v="7452"/>
          <ac:inkMkLst>
            <pc:docMk/>
            <pc:sldMk cId="778646959" sldId="1593"/>
            <ac:inkMk id="410" creationId="{84305405-16FC-C3F6-D691-2C4018E10B4F}"/>
          </ac:inkMkLst>
        </pc:inkChg>
        <pc:inkChg chg="mod">
          <ac:chgData name="Manjita Shrestha" userId="6bba5096-ac8c-4189-8210-97dcbe97ac25" providerId="ADAL" clId="{048BDDE5-6AAE-4BFD-9A54-A3D544FA9405}" dt="2026-09-29T14:39:18.789" v="7446"/>
          <ac:inkMkLst>
            <pc:docMk/>
            <pc:sldMk cId="778646959" sldId="1593"/>
            <ac:inkMk id="412" creationId="{E8B1A736-9ED1-4DA5-741D-5BEACFF04EF5}"/>
          </ac:inkMkLst>
        </pc:inkChg>
        <pc:inkChg chg="mod">
          <ac:chgData name="Manjita Shrestha" userId="6bba5096-ac8c-4189-8210-97dcbe97ac25" providerId="ADAL" clId="{048BDDE5-6AAE-4BFD-9A54-A3D544FA9405}" dt="2026-09-29T14:39:18.789" v="7446"/>
          <ac:inkMkLst>
            <pc:docMk/>
            <pc:sldMk cId="778646959" sldId="1593"/>
            <ac:inkMk id="413" creationId="{2F5B480F-FB9A-7A37-CA0A-AB7709140C26}"/>
          </ac:inkMkLst>
        </pc:inkChg>
        <pc:inkChg chg="del mod">
          <ac:chgData name="Manjita Shrestha" userId="6bba5096-ac8c-4189-8210-97dcbe97ac25" providerId="ADAL" clId="{048BDDE5-6AAE-4BFD-9A54-A3D544FA9405}" dt="2026-09-29T14:39:30.092" v="7455"/>
          <ac:inkMkLst>
            <pc:docMk/>
            <pc:sldMk cId="778646959" sldId="1593"/>
            <ac:inkMk id="415" creationId="{83FD5931-663E-5080-8617-F29566E8BA8E}"/>
          </ac:inkMkLst>
        </pc:inkChg>
        <pc:inkChg chg="del mod">
          <ac:chgData name="Manjita Shrestha" userId="6bba5096-ac8c-4189-8210-97dcbe97ac25" providerId="ADAL" clId="{048BDDE5-6AAE-4BFD-9A54-A3D544FA9405}" dt="2026-09-29T14:39:34.739" v="7463"/>
          <ac:inkMkLst>
            <pc:docMk/>
            <pc:sldMk cId="778646959" sldId="1593"/>
            <ac:inkMk id="416" creationId="{75F1645C-91A1-B9CC-747F-336037A496DD}"/>
          </ac:inkMkLst>
        </pc:inkChg>
        <pc:inkChg chg="del mod">
          <ac:chgData name="Manjita Shrestha" userId="6bba5096-ac8c-4189-8210-97dcbe97ac25" providerId="ADAL" clId="{048BDDE5-6AAE-4BFD-9A54-A3D544FA9405}" dt="2026-09-29T14:39:34.739" v="7462"/>
          <ac:inkMkLst>
            <pc:docMk/>
            <pc:sldMk cId="778646959" sldId="1593"/>
            <ac:inkMk id="417" creationId="{CBE2ADD6-1FBA-3AA9-2AD5-2513A4C017E0}"/>
          </ac:inkMkLst>
        </pc:inkChg>
        <pc:inkChg chg="del mod">
          <ac:chgData name="Manjita Shrestha" userId="6bba5096-ac8c-4189-8210-97dcbe97ac25" providerId="ADAL" clId="{048BDDE5-6AAE-4BFD-9A54-A3D544FA9405}" dt="2026-09-29T14:39:34.745" v="7465"/>
          <ac:inkMkLst>
            <pc:docMk/>
            <pc:sldMk cId="778646959" sldId="1593"/>
            <ac:inkMk id="419" creationId="{0773672F-ED0A-6895-7360-5EEB98C16FD5}"/>
          </ac:inkMkLst>
        </pc:inkChg>
        <pc:inkChg chg="del mod">
          <ac:chgData name="Manjita Shrestha" userId="6bba5096-ac8c-4189-8210-97dcbe97ac25" providerId="ADAL" clId="{048BDDE5-6AAE-4BFD-9A54-A3D544FA9405}" dt="2026-09-29T14:39:35.008" v="7466"/>
          <ac:inkMkLst>
            <pc:docMk/>
            <pc:sldMk cId="778646959" sldId="1593"/>
            <ac:inkMk id="420" creationId="{4D1F970A-D942-5609-A011-70A4DC5C6ABE}"/>
          </ac:inkMkLst>
        </pc:inkChg>
        <pc:inkChg chg="del mod">
          <ac:chgData name="Manjita Shrestha" userId="6bba5096-ac8c-4189-8210-97dcbe97ac25" providerId="ADAL" clId="{048BDDE5-6AAE-4BFD-9A54-A3D544FA9405}" dt="2026-09-29T14:39:37.808" v="7476"/>
          <ac:inkMkLst>
            <pc:docMk/>
            <pc:sldMk cId="778646959" sldId="1593"/>
            <ac:inkMk id="421" creationId="{7534F170-3150-9DD9-FD0C-3D763BBE2458}"/>
          </ac:inkMkLst>
        </pc:inkChg>
        <pc:inkChg chg="del mod">
          <ac:chgData name="Manjita Shrestha" userId="6bba5096-ac8c-4189-8210-97dcbe97ac25" providerId="ADAL" clId="{048BDDE5-6AAE-4BFD-9A54-A3D544FA9405}" dt="2026-09-29T14:39:36.427" v="7467"/>
          <ac:inkMkLst>
            <pc:docMk/>
            <pc:sldMk cId="778646959" sldId="1593"/>
            <ac:inkMk id="422" creationId="{0607923F-28CD-3821-A8E4-858ED611BDA6}"/>
          </ac:inkMkLst>
        </pc:inkChg>
        <pc:inkChg chg="add">
          <ac:chgData name="Manjita Shrestha" userId="6bba5096-ac8c-4189-8210-97dcbe97ac25" providerId="ADAL" clId="{048BDDE5-6AAE-4BFD-9A54-A3D544FA9405}" dt="2026-09-29T14:34:37.253" v="7151" actId="9405"/>
          <ac:inkMkLst>
            <pc:docMk/>
            <pc:sldMk cId="778646959" sldId="1593"/>
            <ac:inkMk id="423" creationId="{718B77AF-37A7-AE1D-CA6B-2AC4229432EB}"/>
          </ac:inkMkLst>
        </pc:inkChg>
        <pc:inkChg chg="add mod">
          <ac:chgData name="Manjita Shrestha" userId="6bba5096-ac8c-4189-8210-97dcbe97ac25" providerId="ADAL" clId="{048BDDE5-6AAE-4BFD-9A54-A3D544FA9405}" dt="2026-09-29T14:34:40.442" v="7156"/>
          <ac:inkMkLst>
            <pc:docMk/>
            <pc:sldMk cId="778646959" sldId="1593"/>
            <ac:inkMk id="424" creationId="{E277B304-F555-E877-0D52-C8002A7CE02C}"/>
          </ac:inkMkLst>
        </pc:inkChg>
        <pc:inkChg chg="del mod">
          <ac:chgData name="Manjita Shrestha" userId="6bba5096-ac8c-4189-8210-97dcbe97ac25" providerId="ADAL" clId="{048BDDE5-6AAE-4BFD-9A54-A3D544FA9405}" dt="2026-09-29T14:39:36.430" v="7469"/>
          <ac:inkMkLst>
            <pc:docMk/>
            <pc:sldMk cId="778646959" sldId="1593"/>
            <ac:inkMk id="426" creationId="{EDD9173F-D112-7784-932D-E5CEA8A59B06}"/>
          </ac:inkMkLst>
        </pc:inkChg>
        <pc:inkChg chg="del mod">
          <ac:chgData name="Manjita Shrestha" userId="6bba5096-ac8c-4189-8210-97dcbe97ac25" providerId="ADAL" clId="{048BDDE5-6AAE-4BFD-9A54-A3D544FA9405}" dt="2026-09-29T14:39:36.432" v="7470"/>
          <ac:inkMkLst>
            <pc:docMk/>
            <pc:sldMk cId="778646959" sldId="1593"/>
            <ac:inkMk id="427" creationId="{EAA4B03D-DF5A-BC72-6EB6-702B9093F46B}"/>
          </ac:inkMkLst>
        </pc:inkChg>
        <pc:inkChg chg="del mod">
          <ac:chgData name="Manjita Shrestha" userId="6bba5096-ac8c-4189-8210-97dcbe97ac25" providerId="ADAL" clId="{048BDDE5-6AAE-4BFD-9A54-A3D544FA9405}" dt="2026-09-29T14:39:36.430" v="7468"/>
          <ac:inkMkLst>
            <pc:docMk/>
            <pc:sldMk cId="778646959" sldId="1593"/>
            <ac:inkMk id="428" creationId="{C5DCD081-2397-7C91-E5DA-9BB1F81E8BA6}"/>
          </ac:inkMkLst>
        </pc:inkChg>
        <pc:inkChg chg="del mod">
          <ac:chgData name="Manjita Shrestha" userId="6bba5096-ac8c-4189-8210-97dcbe97ac25" providerId="ADAL" clId="{048BDDE5-6AAE-4BFD-9A54-A3D544FA9405}" dt="2026-09-29T14:39:36.432" v="7472"/>
          <ac:inkMkLst>
            <pc:docMk/>
            <pc:sldMk cId="778646959" sldId="1593"/>
            <ac:inkMk id="429" creationId="{4A85ADF0-E171-EF9D-4208-4EE51C7A40E0}"/>
          </ac:inkMkLst>
        </pc:inkChg>
        <pc:inkChg chg="del mod">
          <ac:chgData name="Manjita Shrestha" userId="6bba5096-ac8c-4189-8210-97dcbe97ac25" providerId="ADAL" clId="{048BDDE5-6AAE-4BFD-9A54-A3D544FA9405}" dt="2026-09-29T14:39:37.250" v="7474"/>
          <ac:inkMkLst>
            <pc:docMk/>
            <pc:sldMk cId="778646959" sldId="1593"/>
            <ac:inkMk id="430" creationId="{9C794BCC-B860-B766-B5FB-325BC3688A05}"/>
          </ac:inkMkLst>
        </pc:inkChg>
        <pc:inkChg chg="add mod">
          <ac:chgData name="Manjita Shrestha" userId="6bba5096-ac8c-4189-8210-97dcbe97ac25" providerId="ADAL" clId="{048BDDE5-6AAE-4BFD-9A54-A3D544FA9405}" dt="2026-09-29T14:34:40.442" v="7156"/>
          <ac:inkMkLst>
            <pc:docMk/>
            <pc:sldMk cId="778646959" sldId="1593"/>
            <ac:inkMk id="431" creationId="{401BAE57-52F4-6774-F210-5F8BFD0333BC}"/>
          </ac:inkMkLst>
        </pc:inkChg>
        <pc:inkChg chg="add mod">
          <ac:chgData name="Manjita Shrestha" userId="6bba5096-ac8c-4189-8210-97dcbe97ac25" providerId="ADAL" clId="{048BDDE5-6AAE-4BFD-9A54-A3D544FA9405}" dt="2026-09-29T14:34:40.442" v="7156"/>
          <ac:inkMkLst>
            <pc:docMk/>
            <pc:sldMk cId="778646959" sldId="1593"/>
            <ac:inkMk id="432" creationId="{909CBC65-4851-93E3-DBEB-AFFD13B68078}"/>
          </ac:inkMkLst>
        </pc:inkChg>
        <pc:inkChg chg="del mod">
          <ac:chgData name="Manjita Shrestha" userId="6bba5096-ac8c-4189-8210-97dcbe97ac25" providerId="ADAL" clId="{048BDDE5-6AAE-4BFD-9A54-A3D544FA9405}" dt="2026-09-29T14:39:37.250" v="7473"/>
          <ac:inkMkLst>
            <pc:docMk/>
            <pc:sldMk cId="778646959" sldId="1593"/>
            <ac:inkMk id="433" creationId="{AD6A7847-A5F2-3C02-FAE0-4B4260F3D5B4}"/>
          </ac:inkMkLst>
        </pc:inkChg>
        <pc:inkChg chg="del mod">
          <ac:chgData name="Manjita Shrestha" userId="6bba5096-ac8c-4189-8210-97dcbe97ac25" providerId="ADAL" clId="{048BDDE5-6AAE-4BFD-9A54-A3D544FA9405}" dt="2026-09-29T14:39:37.255" v="7475"/>
          <ac:inkMkLst>
            <pc:docMk/>
            <pc:sldMk cId="778646959" sldId="1593"/>
            <ac:inkMk id="434" creationId="{78F03EA8-7507-1304-E8BA-51B0D557C90D}"/>
          </ac:inkMkLst>
        </pc:inkChg>
        <pc:inkChg chg="del mod">
          <ac:chgData name="Manjita Shrestha" userId="6bba5096-ac8c-4189-8210-97dcbe97ac25" providerId="ADAL" clId="{048BDDE5-6AAE-4BFD-9A54-A3D544FA9405}" dt="2026-09-29T14:39:18.789" v="7446"/>
          <ac:inkMkLst>
            <pc:docMk/>
            <pc:sldMk cId="778646959" sldId="1593"/>
            <ac:inkMk id="438" creationId="{0694BFF9-CA71-B5FD-58B7-CBEDF7585B8B}"/>
          </ac:inkMkLst>
        </pc:inkChg>
        <pc:inkChg chg="del mod">
          <ac:chgData name="Manjita Shrestha" userId="6bba5096-ac8c-4189-8210-97dcbe97ac25" providerId="ADAL" clId="{048BDDE5-6AAE-4BFD-9A54-A3D544FA9405}" dt="2026-09-29T14:33:43.969" v="7094"/>
          <ac:inkMkLst>
            <pc:docMk/>
            <pc:sldMk cId="778646959" sldId="1593"/>
            <ac:inkMk id="440" creationId="{19D8D814-5FCD-E90B-93EE-8C8B6829CCB9}"/>
          </ac:inkMkLst>
        </pc:inkChg>
        <pc:inkChg chg="del mod">
          <ac:chgData name="Manjita Shrestha" userId="6bba5096-ac8c-4189-8210-97dcbe97ac25" providerId="ADAL" clId="{048BDDE5-6AAE-4BFD-9A54-A3D544FA9405}" dt="2026-09-29T14:33:43.971" v="7104"/>
          <ac:inkMkLst>
            <pc:docMk/>
            <pc:sldMk cId="778646959" sldId="1593"/>
            <ac:inkMk id="441" creationId="{94F78E8E-F820-DF30-43E7-F909AE9955D8}"/>
          </ac:inkMkLst>
        </pc:inkChg>
        <pc:inkChg chg="del mod">
          <ac:chgData name="Manjita Shrestha" userId="6bba5096-ac8c-4189-8210-97dcbe97ac25" providerId="ADAL" clId="{048BDDE5-6AAE-4BFD-9A54-A3D544FA9405}" dt="2026-09-29T14:33:43.971" v="7106"/>
          <ac:inkMkLst>
            <pc:docMk/>
            <pc:sldMk cId="778646959" sldId="1593"/>
            <ac:inkMk id="442" creationId="{B57C3449-300F-F1A8-F3B9-6A7111DB3D5D}"/>
          </ac:inkMkLst>
        </pc:inkChg>
        <pc:inkChg chg="add mod">
          <ac:chgData name="Manjita Shrestha" userId="6bba5096-ac8c-4189-8210-97dcbe97ac25" providerId="ADAL" clId="{048BDDE5-6AAE-4BFD-9A54-A3D544FA9405}" dt="2026-09-29T14:34:40.442" v="7156"/>
          <ac:inkMkLst>
            <pc:docMk/>
            <pc:sldMk cId="778646959" sldId="1593"/>
            <ac:inkMk id="443" creationId="{F3044895-6289-D18B-8057-4269D394ADDC}"/>
          </ac:inkMkLst>
        </pc:inkChg>
        <pc:inkChg chg="del">
          <ac:chgData name="Manjita Shrestha" userId="6bba5096-ac8c-4189-8210-97dcbe97ac25" providerId="ADAL" clId="{048BDDE5-6AAE-4BFD-9A54-A3D544FA9405}" dt="2026-09-29T14:33:43.969" v="7093"/>
          <ac:inkMkLst>
            <pc:docMk/>
            <pc:sldMk cId="778646959" sldId="1593"/>
            <ac:inkMk id="444" creationId="{3EBB41CF-E334-7477-2438-BF6F5D07EB77}"/>
          </ac:inkMkLst>
        </pc:inkChg>
        <pc:inkChg chg="del mod">
          <ac:chgData name="Manjita Shrestha" userId="6bba5096-ac8c-4189-8210-97dcbe97ac25" providerId="ADAL" clId="{048BDDE5-6AAE-4BFD-9A54-A3D544FA9405}" dt="2026-09-29T14:33:43.971" v="7097"/>
          <ac:inkMkLst>
            <pc:docMk/>
            <pc:sldMk cId="778646959" sldId="1593"/>
            <ac:inkMk id="445" creationId="{734E7131-6B52-8E15-2D8E-0987650290B1}"/>
          </ac:inkMkLst>
        </pc:inkChg>
        <pc:inkChg chg="del mod">
          <ac:chgData name="Manjita Shrestha" userId="6bba5096-ac8c-4189-8210-97dcbe97ac25" providerId="ADAL" clId="{048BDDE5-6AAE-4BFD-9A54-A3D544FA9405}" dt="2026-09-29T14:33:43.971" v="7107"/>
          <ac:inkMkLst>
            <pc:docMk/>
            <pc:sldMk cId="778646959" sldId="1593"/>
            <ac:inkMk id="446" creationId="{232DC0FE-7590-D367-45A5-D54237B3B10F}"/>
          </ac:inkMkLst>
        </pc:inkChg>
        <pc:inkChg chg="del mod">
          <ac:chgData name="Manjita Shrestha" userId="6bba5096-ac8c-4189-8210-97dcbe97ac25" providerId="ADAL" clId="{048BDDE5-6AAE-4BFD-9A54-A3D544FA9405}" dt="2026-09-29T14:33:43.971" v="7101"/>
          <ac:inkMkLst>
            <pc:docMk/>
            <pc:sldMk cId="778646959" sldId="1593"/>
            <ac:inkMk id="447" creationId="{E95E6C35-1772-FB78-2083-05C167948ACE}"/>
          </ac:inkMkLst>
        </pc:inkChg>
        <pc:inkChg chg="del mod">
          <ac:chgData name="Manjita Shrestha" userId="6bba5096-ac8c-4189-8210-97dcbe97ac25" providerId="ADAL" clId="{048BDDE5-6AAE-4BFD-9A54-A3D544FA9405}" dt="2026-09-29T14:33:43.971" v="7100"/>
          <ac:inkMkLst>
            <pc:docMk/>
            <pc:sldMk cId="778646959" sldId="1593"/>
            <ac:inkMk id="448" creationId="{26B4A747-6156-E69D-0953-E403EBC7B36F}"/>
          </ac:inkMkLst>
        </pc:inkChg>
        <pc:inkChg chg="add">
          <ac:chgData name="Manjita Shrestha" userId="6bba5096-ac8c-4189-8210-97dcbe97ac25" providerId="ADAL" clId="{048BDDE5-6AAE-4BFD-9A54-A3D544FA9405}" dt="2026-09-29T14:32:05.543" v="6958" actId="9405"/>
          <ac:inkMkLst>
            <pc:docMk/>
            <pc:sldMk cId="778646959" sldId="1593"/>
            <ac:inkMk id="450" creationId="{2535F883-E11C-CEE4-82DD-E064A0EDD311}"/>
          </ac:inkMkLst>
        </pc:inkChg>
        <pc:inkChg chg="add mod">
          <ac:chgData name="Manjita Shrestha" userId="6bba5096-ac8c-4189-8210-97dcbe97ac25" providerId="ADAL" clId="{048BDDE5-6AAE-4BFD-9A54-A3D544FA9405}" dt="2026-09-29T14:35:31.459" v="7217"/>
          <ac:inkMkLst>
            <pc:docMk/>
            <pc:sldMk cId="778646959" sldId="1593"/>
            <ac:inkMk id="451" creationId="{1CA4116F-2989-2AEF-F754-44FC56F6B1B6}"/>
          </ac:inkMkLst>
        </pc:inkChg>
        <pc:inkChg chg="add">
          <ac:chgData name="Manjita Shrestha" userId="6bba5096-ac8c-4189-8210-97dcbe97ac25" providerId="ADAL" clId="{048BDDE5-6AAE-4BFD-9A54-A3D544FA9405}" dt="2026-09-29T14:32:07.117" v="6960" actId="9405"/>
          <ac:inkMkLst>
            <pc:docMk/>
            <pc:sldMk cId="778646959" sldId="1593"/>
            <ac:inkMk id="452" creationId="{1218E43E-FEC0-C8CC-7C0D-FDA39C9E95E5}"/>
          </ac:inkMkLst>
        </pc:inkChg>
        <pc:inkChg chg="add">
          <ac:chgData name="Manjita Shrestha" userId="6bba5096-ac8c-4189-8210-97dcbe97ac25" providerId="ADAL" clId="{048BDDE5-6AAE-4BFD-9A54-A3D544FA9405}" dt="2026-09-29T14:32:07.606" v="6961" actId="9405"/>
          <ac:inkMkLst>
            <pc:docMk/>
            <pc:sldMk cId="778646959" sldId="1593"/>
            <ac:inkMk id="453" creationId="{09153DAC-F16B-DE0E-EADA-51CDB66DEA17}"/>
          </ac:inkMkLst>
        </pc:inkChg>
        <pc:inkChg chg="add">
          <ac:chgData name="Manjita Shrestha" userId="6bba5096-ac8c-4189-8210-97dcbe97ac25" providerId="ADAL" clId="{048BDDE5-6AAE-4BFD-9A54-A3D544FA9405}" dt="2026-09-29T14:32:07.821" v="6962" actId="9405"/>
          <ac:inkMkLst>
            <pc:docMk/>
            <pc:sldMk cId="778646959" sldId="1593"/>
            <ac:inkMk id="454" creationId="{68C69ABF-6412-16EA-8B4F-786FDF0BA7E5}"/>
          </ac:inkMkLst>
        </pc:inkChg>
        <pc:inkChg chg="add del mod">
          <ac:chgData name="Manjita Shrestha" userId="6bba5096-ac8c-4189-8210-97dcbe97ac25" providerId="ADAL" clId="{048BDDE5-6AAE-4BFD-9A54-A3D544FA9405}" dt="2026-09-29T14:35:18.089" v="7205"/>
          <ac:inkMkLst>
            <pc:docMk/>
            <pc:sldMk cId="778646959" sldId="1593"/>
            <ac:inkMk id="455" creationId="{37B371F4-EC66-B0A1-E55A-5B7EBE7D4403}"/>
          </ac:inkMkLst>
        </pc:inkChg>
        <pc:inkChg chg="add">
          <ac:chgData name="Manjita Shrestha" userId="6bba5096-ac8c-4189-8210-97dcbe97ac25" providerId="ADAL" clId="{048BDDE5-6AAE-4BFD-9A54-A3D544FA9405}" dt="2026-09-29T14:32:09.427" v="6964" actId="9405"/>
          <ac:inkMkLst>
            <pc:docMk/>
            <pc:sldMk cId="778646959" sldId="1593"/>
            <ac:inkMk id="456" creationId="{860A5AE0-4F3D-B840-51B6-6453FF9D54BE}"/>
          </ac:inkMkLst>
        </pc:inkChg>
        <pc:inkChg chg="add del mod">
          <ac:chgData name="Manjita Shrestha" userId="6bba5096-ac8c-4189-8210-97dcbe97ac25" providerId="ADAL" clId="{048BDDE5-6AAE-4BFD-9A54-A3D544FA9405}" dt="2026-09-29T14:35:18.087" v="7203"/>
          <ac:inkMkLst>
            <pc:docMk/>
            <pc:sldMk cId="778646959" sldId="1593"/>
            <ac:inkMk id="458" creationId="{EEBA34F0-BDB9-DC46-43C3-98CCED1E44D5}"/>
          </ac:inkMkLst>
        </pc:inkChg>
        <pc:inkChg chg="add">
          <ac:chgData name="Manjita Shrestha" userId="6bba5096-ac8c-4189-8210-97dcbe97ac25" providerId="ADAL" clId="{048BDDE5-6AAE-4BFD-9A54-A3D544FA9405}" dt="2026-09-29T14:32:15.218" v="6971" actId="9405"/>
          <ac:inkMkLst>
            <pc:docMk/>
            <pc:sldMk cId="778646959" sldId="1593"/>
            <ac:inkMk id="459" creationId="{80829367-4749-0E63-2983-838E3986B6B8}"/>
          </ac:inkMkLst>
        </pc:inkChg>
        <pc:inkChg chg="add">
          <ac:chgData name="Manjita Shrestha" userId="6bba5096-ac8c-4189-8210-97dcbe97ac25" providerId="ADAL" clId="{048BDDE5-6AAE-4BFD-9A54-A3D544FA9405}" dt="2026-09-29T14:32:16.089" v="6972" actId="9405"/>
          <ac:inkMkLst>
            <pc:docMk/>
            <pc:sldMk cId="778646959" sldId="1593"/>
            <ac:inkMk id="460" creationId="{22DCD8E9-F002-1FF8-9492-7287480F5138}"/>
          </ac:inkMkLst>
        </pc:inkChg>
        <pc:inkChg chg="add mod">
          <ac:chgData name="Manjita Shrestha" userId="6bba5096-ac8c-4189-8210-97dcbe97ac25" providerId="ADAL" clId="{048BDDE5-6AAE-4BFD-9A54-A3D544FA9405}" dt="2026-09-29T14:32:27.777" v="6980"/>
          <ac:inkMkLst>
            <pc:docMk/>
            <pc:sldMk cId="778646959" sldId="1593"/>
            <ac:inkMk id="462" creationId="{BB7EAFCF-5660-BB13-86CA-B4461F3ADC96}"/>
          </ac:inkMkLst>
        </pc:inkChg>
        <pc:inkChg chg="add mod">
          <ac:chgData name="Manjita Shrestha" userId="6bba5096-ac8c-4189-8210-97dcbe97ac25" providerId="ADAL" clId="{048BDDE5-6AAE-4BFD-9A54-A3D544FA9405}" dt="2026-09-29T14:32:27.777" v="6980"/>
          <ac:inkMkLst>
            <pc:docMk/>
            <pc:sldMk cId="778646959" sldId="1593"/>
            <ac:inkMk id="463" creationId="{43482AB5-3473-FB97-1BEE-D74421254631}"/>
          </ac:inkMkLst>
        </pc:inkChg>
        <pc:inkChg chg="add mod">
          <ac:chgData name="Manjita Shrestha" userId="6bba5096-ac8c-4189-8210-97dcbe97ac25" providerId="ADAL" clId="{048BDDE5-6AAE-4BFD-9A54-A3D544FA9405}" dt="2026-09-29T14:32:27.777" v="6980"/>
          <ac:inkMkLst>
            <pc:docMk/>
            <pc:sldMk cId="778646959" sldId="1593"/>
            <ac:inkMk id="464" creationId="{86031DD6-0DF4-435A-D78B-4F1FF8BFF214}"/>
          </ac:inkMkLst>
        </pc:inkChg>
        <pc:inkChg chg="add mod">
          <ac:chgData name="Manjita Shrestha" userId="6bba5096-ac8c-4189-8210-97dcbe97ac25" providerId="ADAL" clId="{048BDDE5-6AAE-4BFD-9A54-A3D544FA9405}" dt="2026-09-29T14:32:27.777" v="6980"/>
          <ac:inkMkLst>
            <pc:docMk/>
            <pc:sldMk cId="778646959" sldId="1593"/>
            <ac:inkMk id="465" creationId="{77D2AC41-92C8-A561-CB90-B1A283D56B38}"/>
          </ac:inkMkLst>
        </pc:inkChg>
        <pc:inkChg chg="add mod">
          <ac:chgData name="Manjita Shrestha" userId="6bba5096-ac8c-4189-8210-97dcbe97ac25" providerId="ADAL" clId="{048BDDE5-6AAE-4BFD-9A54-A3D544FA9405}" dt="2026-09-29T14:32:27.777" v="6980"/>
          <ac:inkMkLst>
            <pc:docMk/>
            <pc:sldMk cId="778646959" sldId="1593"/>
            <ac:inkMk id="466" creationId="{5FB88B60-69AF-9253-B0E2-8882E9E28C15}"/>
          </ac:inkMkLst>
        </pc:inkChg>
        <pc:inkChg chg="add mod">
          <ac:chgData name="Manjita Shrestha" userId="6bba5096-ac8c-4189-8210-97dcbe97ac25" providerId="ADAL" clId="{048BDDE5-6AAE-4BFD-9A54-A3D544FA9405}" dt="2026-09-29T14:32:27.777" v="6980"/>
          <ac:inkMkLst>
            <pc:docMk/>
            <pc:sldMk cId="778646959" sldId="1593"/>
            <ac:inkMk id="467" creationId="{9F7E6502-74C3-20C6-9EEB-F3D67D8D2DB2}"/>
          </ac:inkMkLst>
        </pc:inkChg>
        <pc:inkChg chg="add">
          <ac:chgData name="Manjita Shrestha" userId="6bba5096-ac8c-4189-8210-97dcbe97ac25" providerId="ADAL" clId="{048BDDE5-6AAE-4BFD-9A54-A3D544FA9405}" dt="2026-09-29T14:32:28.629" v="6981" actId="9405"/>
          <ac:inkMkLst>
            <pc:docMk/>
            <pc:sldMk cId="778646959" sldId="1593"/>
            <ac:inkMk id="469" creationId="{DDC8E3E5-AFEF-5BA8-55B6-1E5DA0349BA8}"/>
          </ac:inkMkLst>
        </pc:inkChg>
        <pc:inkChg chg="add">
          <ac:chgData name="Manjita Shrestha" userId="6bba5096-ac8c-4189-8210-97dcbe97ac25" providerId="ADAL" clId="{048BDDE5-6AAE-4BFD-9A54-A3D544FA9405}" dt="2026-09-29T14:32:28.964" v="6982" actId="9405"/>
          <ac:inkMkLst>
            <pc:docMk/>
            <pc:sldMk cId="778646959" sldId="1593"/>
            <ac:inkMk id="470" creationId="{B573BBD1-2DA3-1A6A-EB2C-8B85596A169B}"/>
          </ac:inkMkLst>
        </pc:inkChg>
        <pc:inkChg chg="add mod">
          <ac:chgData name="Manjita Shrestha" userId="6bba5096-ac8c-4189-8210-97dcbe97ac25" providerId="ADAL" clId="{048BDDE5-6AAE-4BFD-9A54-A3D544FA9405}" dt="2026-09-29T14:32:41.068" v="6999"/>
          <ac:inkMkLst>
            <pc:docMk/>
            <pc:sldMk cId="778646959" sldId="1593"/>
            <ac:inkMk id="471" creationId="{8E526049-EDC9-D70D-6F7E-971DCC1ACA96}"/>
          </ac:inkMkLst>
        </pc:inkChg>
        <pc:inkChg chg="add mod">
          <ac:chgData name="Manjita Shrestha" userId="6bba5096-ac8c-4189-8210-97dcbe97ac25" providerId="ADAL" clId="{048BDDE5-6AAE-4BFD-9A54-A3D544FA9405}" dt="2026-09-29T14:32:41.068" v="6999"/>
          <ac:inkMkLst>
            <pc:docMk/>
            <pc:sldMk cId="778646959" sldId="1593"/>
            <ac:inkMk id="472" creationId="{918767C8-F30B-9E70-2996-F75F00208A56}"/>
          </ac:inkMkLst>
        </pc:inkChg>
        <pc:inkChg chg="add mod">
          <ac:chgData name="Manjita Shrestha" userId="6bba5096-ac8c-4189-8210-97dcbe97ac25" providerId="ADAL" clId="{048BDDE5-6AAE-4BFD-9A54-A3D544FA9405}" dt="2026-09-29T14:32:41.068" v="6999"/>
          <ac:inkMkLst>
            <pc:docMk/>
            <pc:sldMk cId="778646959" sldId="1593"/>
            <ac:inkMk id="473" creationId="{D01B3AA4-5D70-929F-BC99-86DA13951245}"/>
          </ac:inkMkLst>
        </pc:inkChg>
        <pc:inkChg chg="add mod">
          <ac:chgData name="Manjita Shrestha" userId="6bba5096-ac8c-4189-8210-97dcbe97ac25" providerId="ADAL" clId="{048BDDE5-6AAE-4BFD-9A54-A3D544FA9405}" dt="2026-09-29T14:32:41.068" v="6999"/>
          <ac:inkMkLst>
            <pc:docMk/>
            <pc:sldMk cId="778646959" sldId="1593"/>
            <ac:inkMk id="474" creationId="{77EB817F-E9E7-B5F1-CA6A-0332B96AA8FA}"/>
          </ac:inkMkLst>
        </pc:inkChg>
        <pc:inkChg chg="add mod">
          <ac:chgData name="Manjita Shrestha" userId="6bba5096-ac8c-4189-8210-97dcbe97ac25" providerId="ADAL" clId="{048BDDE5-6AAE-4BFD-9A54-A3D544FA9405}" dt="2026-09-29T14:32:41.068" v="6999"/>
          <ac:inkMkLst>
            <pc:docMk/>
            <pc:sldMk cId="778646959" sldId="1593"/>
            <ac:inkMk id="475" creationId="{206DC752-795A-5949-E64F-869F7B906CB7}"/>
          </ac:inkMkLst>
        </pc:inkChg>
        <pc:inkChg chg="add mod">
          <ac:chgData name="Manjita Shrestha" userId="6bba5096-ac8c-4189-8210-97dcbe97ac25" providerId="ADAL" clId="{048BDDE5-6AAE-4BFD-9A54-A3D544FA9405}" dt="2026-09-29T14:32:41.068" v="6999"/>
          <ac:inkMkLst>
            <pc:docMk/>
            <pc:sldMk cId="778646959" sldId="1593"/>
            <ac:inkMk id="476" creationId="{1D664AE9-1FB6-965B-73A2-8AAF3794DBA6}"/>
          </ac:inkMkLst>
        </pc:inkChg>
        <pc:inkChg chg="add del mod">
          <ac:chgData name="Manjita Shrestha" userId="6bba5096-ac8c-4189-8210-97dcbe97ac25" providerId="ADAL" clId="{048BDDE5-6AAE-4BFD-9A54-A3D544FA9405}" dt="2026-09-29T14:32:38.392" v="6995"/>
          <ac:inkMkLst>
            <pc:docMk/>
            <pc:sldMk cId="778646959" sldId="1593"/>
            <ac:inkMk id="477" creationId="{52AAF460-EB64-FBB1-1DD0-3CCB8D9F7E91}"/>
          </ac:inkMkLst>
        </pc:inkChg>
        <pc:inkChg chg="add del mod">
          <ac:chgData name="Manjita Shrestha" userId="6bba5096-ac8c-4189-8210-97dcbe97ac25" providerId="ADAL" clId="{048BDDE5-6AAE-4BFD-9A54-A3D544FA9405}" dt="2026-09-29T14:32:38.392" v="6994"/>
          <ac:inkMkLst>
            <pc:docMk/>
            <pc:sldMk cId="778646959" sldId="1593"/>
            <ac:inkMk id="478" creationId="{BD15950F-EC22-A683-AEDC-DE80E0A1E40E}"/>
          </ac:inkMkLst>
        </pc:inkChg>
        <pc:inkChg chg="add del mod">
          <ac:chgData name="Manjita Shrestha" userId="6bba5096-ac8c-4189-8210-97dcbe97ac25" providerId="ADAL" clId="{048BDDE5-6AAE-4BFD-9A54-A3D544FA9405}" dt="2026-09-29T14:32:38.392" v="6996"/>
          <ac:inkMkLst>
            <pc:docMk/>
            <pc:sldMk cId="778646959" sldId="1593"/>
            <ac:inkMk id="479" creationId="{D1162A1A-3CCD-5F5D-1528-A4E49607907D}"/>
          </ac:inkMkLst>
        </pc:inkChg>
        <pc:inkChg chg="add del mod">
          <ac:chgData name="Manjita Shrestha" userId="6bba5096-ac8c-4189-8210-97dcbe97ac25" providerId="ADAL" clId="{048BDDE5-6AAE-4BFD-9A54-A3D544FA9405}" dt="2026-09-29T14:32:38.392" v="6997"/>
          <ac:inkMkLst>
            <pc:docMk/>
            <pc:sldMk cId="778646959" sldId="1593"/>
            <ac:inkMk id="480" creationId="{222A8DA7-E3CF-5B71-9B56-AC638FA55D48}"/>
          </ac:inkMkLst>
        </pc:inkChg>
        <pc:inkChg chg="add mod">
          <ac:chgData name="Manjita Shrestha" userId="6bba5096-ac8c-4189-8210-97dcbe97ac25" providerId="ADAL" clId="{048BDDE5-6AAE-4BFD-9A54-A3D544FA9405}" dt="2026-09-29T14:32:41.068" v="6999"/>
          <ac:inkMkLst>
            <pc:docMk/>
            <pc:sldMk cId="778646959" sldId="1593"/>
            <ac:inkMk id="482" creationId="{9CEDE6D5-7C89-A388-99F8-83D618DA074E}"/>
          </ac:inkMkLst>
        </pc:inkChg>
        <pc:inkChg chg="add mod">
          <ac:chgData name="Manjita Shrestha" userId="6bba5096-ac8c-4189-8210-97dcbe97ac25" providerId="ADAL" clId="{048BDDE5-6AAE-4BFD-9A54-A3D544FA9405}" dt="2026-09-29T14:32:47.145" v="7010"/>
          <ac:inkMkLst>
            <pc:docMk/>
            <pc:sldMk cId="778646959" sldId="1593"/>
            <ac:inkMk id="484" creationId="{12CA366D-3B12-BD23-1739-54D05E7B919B}"/>
          </ac:inkMkLst>
        </pc:inkChg>
        <pc:inkChg chg="add mod">
          <ac:chgData name="Manjita Shrestha" userId="6bba5096-ac8c-4189-8210-97dcbe97ac25" providerId="ADAL" clId="{048BDDE5-6AAE-4BFD-9A54-A3D544FA9405}" dt="2026-09-29T14:32:47.145" v="7010"/>
          <ac:inkMkLst>
            <pc:docMk/>
            <pc:sldMk cId="778646959" sldId="1593"/>
            <ac:inkMk id="485" creationId="{CDA8A7DD-4EEF-3E43-3D6B-2821D05D944C}"/>
          </ac:inkMkLst>
        </pc:inkChg>
        <pc:inkChg chg="add mod">
          <ac:chgData name="Manjita Shrestha" userId="6bba5096-ac8c-4189-8210-97dcbe97ac25" providerId="ADAL" clId="{048BDDE5-6AAE-4BFD-9A54-A3D544FA9405}" dt="2026-09-29T14:32:47.145" v="7010"/>
          <ac:inkMkLst>
            <pc:docMk/>
            <pc:sldMk cId="778646959" sldId="1593"/>
            <ac:inkMk id="486" creationId="{768547FE-6052-D601-CDA7-E5E652FB0EBB}"/>
          </ac:inkMkLst>
        </pc:inkChg>
        <pc:inkChg chg="add mod">
          <ac:chgData name="Manjita Shrestha" userId="6bba5096-ac8c-4189-8210-97dcbe97ac25" providerId="ADAL" clId="{048BDDE5-6AAE-4BFD-9A54-A3D544FA9405}" dt="2026-09-29T14:32:47.145" v="7010"/>
          <ac:inkMkLst>
            <pc:docMk/>
            <pc:sldMk cId="778646959" sldId="1593"/>
            <ac:inkMk id="487" creationId="{3DFF2DA5-38B8-48FC-82A7-8F881B46F6DF}"/>
          </ac:inkMkLst>
        </pc:inkChg>
        <pc:inkChg chg="add mod">
          <ac:chgData name="Manjita Shrestha" userId="6bba5096-ac8c-4189-8210-97dcbe97ac25" providerId="ADAL" clId="{048BDDE5-6AAE-4BFD-9A54-A3D544FA9405}" dt="2026-09-29T14:32:47.145" v="7010"/>
          <ac:inkMkLst>
            <pc:docMk/>
            <pc:sldMk cId="778646959" sldId="1593"/>
            <ac:inkMk id="488" creationId="{7E9CB3DE-5B95-5D5D-8973-0A7CED9AE32C}"/>
          </ac:inkMkLst>
        </pc:inkChg>
        <pc:inkChg chg="add mod">
          <ac:chgData name="Manjita Shrestha" userId="6bba5096-ac8c-4189-8210-97dcbe97ac25" providerId="ADAL" clId="{048BDDE5-6AAE-4BFD-9A54-A3D544FA9405}" dt="2026-09-29T14:32:47.145" v="7010"/>
          <ac:inkMkLst>
            <pc:docMk/>
            <pc:sldMk cId="778646959" sldId="1593"/>
            <ac:inkMk id="489" creationId="{E4957ECF-DF96-A641-9629-9071104C33E6}"/>
          </ac:inkMkLst>
        </pc:inkChg>
        <pc:inkChg chg="add mod">
          <ac:chgData name="Manjita Shrestha" userId="6bba5096-ac8c-4189-8210-97dcbe97ac25" providerId="ADAL" clId="{048BDDE5-6AAE-4BFD-9A54-A3D544FA9405}" dt="2026-09-29T14:32:45.634" v="7007"/>
          <ac:inkMkLst>
            <pc:docMk/>
            <pc:sldMk cId="778646959" sldId="1593"/>
            <ac:inkMk id="490" creationId="{8CF5F2C5-6790-2EB0-B2A8-C312A4F45975}"/>
          </ac:inkMkLst>
        </pc:inkChg>
        <pc:inkChg chg="add mod">
          <ac:chgData name="Manjita Shrestha" userId="6bba5096-ac8c-4189-8210-97dcbe97ac25" providerId="ADAL" clId="{048BDDE5-6AAE-4BFD-9A54-A3D544FA9405}" dt="2026-09-29T14:32:47.145" v="7010"/>
          <ac:inkMkLst>
            <pc:docMk/>
            <pc:sldMk cId="778646959" sldId="1593"/>
            <ac:inkMk id="492" creationId="{EF66E92B-5282-6CD8-FC1A-7938FD1376B0}"/>
          </ac:inkMkLst>
        </pc:inkChg>
        <pc:inkChg chg="add mod">
          <ac:chgData name="Manjita Shrestha" userId="6bba5096-ac8c-4189-8210-97dcbe97ac25" providerId="ADAL" clId="{048BDDE5-6AAE-4BFD-9A54-A3D544FA9405}" dt="2026-09-29T14:32:47.145" v="7010"/>
          <ac:inkMkLst>
            <pc:docMk/>
            <pc:sldMk cId="778646959" sldId="1593"/>
            <ac:inkMk id="493" creationId="{05D49871-C9D5-8C14-7DCB-10B54F8F36B8}"/>
          </ac:inkMkLst>
        </pc:inkChg>
        <pc:inkChg chg="add del mod">
          <ac:chgData name="Manjita Shrestha" userId="6bba5096-ac8c-4189-8210-97dcbe97ac25" providerId="ADAL" clId="{048BDDE5-6AAE-4BFD-9A54-A3D544FA9405}" dt="2026-09-29T14:33:06.157" v="7030"/>
          <ac:inkMkLst>
            <pc:docMk/>
            <pc:sldMk cId="778646959" sldId="1593"/>
            <ac:inkMk id="495" creationId="{3C6CEF32-AE7F-4EC8-5FE0-A1A28189707A}"/>
          </ac:inkMkLst>
        </pc:inkChg>
        <pc:inkChg chg="add del mod">
          <ac:chgData name="Manjita Shrestha" userId="6bba5096-ac8c-4189-8210-97dcbe97ac25" providerId="ADAL" clId="{048BDDE5-6AAE-4BFD-9A54-A3D544FA9405}" dt="2026-09-29T14:33:06.159" v="7032"/>
          <ac:inkMkLst>
            <pc:docMk/>
            <pc:sldMk cId="778646959" sldId="1593"/>
            <ac:inkMk id="496" creationId="{5733F073-D357-6184-50DB-E9EDE2C6A910}"/>
          </ac:inkMkLst>
        </pc:inkChg>
        <pc:inkChg chg="add del mod">
          <ac:chgData name="Manjita Shrestha" userId="6bba5096-ac8c-4189-8210-97dcbe97ac25" providerId="ADAL" clId="{048BDDE5-6AAE-4BFD-9A54-A3D544FA9405}" dt="2026-09-29T14:33:11.448" v="7042"/>
          <ac:inkMkLst>
            <pc:docMk/>
            <pc:sldMk cId="778646959" sldId="1593"/>
            <ac:inkMk id="497" creationId="{2EA52746-BC60-A30D-C057-3D3A51A556B9}"/>
          </ac:inkMkLst>
        </pc:inkChg>
        <pc:inkChg chg="add">
          <ac:chgData name="Manjita Shrestha" userId="6bba5096-ac8c-4189-8210-97dcbe97ac25" providerId="ADAL" clId="{048BDDE5-6AAE-4BFD-9A54-A3D544FA9405}" dt="2026-09-29T14:33:02.223" v="7027" actId="9405"/>
          <ac:inkMkLst>
            <pc:docMk/>
            <pc:sldMk cId="778646959" sldId="1593"/>
            <ac:inkMk id="498" creationId="{D73737C8-857A-42CE-1A46-AF8655E44DCD}"/>
          </ac:inkMkLst>
        </pc:inkChg>
        <pc:inkChg chg="add del mod">
          <ac:chgData name="Manjita Shrestha" userId="6bba5096-ac8c-4189-8210-97dcbe97ac25" providerId="ADAL" clId="{048BDDE5-6AAE-4BFD-9A54-A3D544FA9405}" dt="2026-09-29T14:33:06.157" v="7031"/>
          <ac:inkMkLst>
            <pc:docMk/>
            <pc:sldMk cId="778646959" sldId="1593"/>
            <ac:inkMk id="499" creationId="{B14BE282-439B-7DEA-C599-8F88E37CAD56}"/>
          </ac:inkMkLst>
        </pc:inkChg>
        <pc:inkChg chg="add del mod">
          <ac:chgData name="Manjita Shrestha" userId="6bba5096-ac8c-4189-8210-97dcbe97ac25" providerId="ADAL" clId="{048BDDE5-6AAE-4BFD-9A54-A3D544FA9405}" dt="2026-09-29T14:33:11.444" v="7039"/>
          <ac:inkMkLst>
            <pc:docMk/>
            <pc:sldMk cId="778646959" sldId="1593"/>
            <ac:inkMk id="501" creationId="{502A74D5-4AC2-BC36-0E08-F8B578CC5DE9}"/>
          </ac:inkMkLst>
        </pc:inkChg>
        <pc:inkChg chg="add del mod">
          <ac:chgData name="Manjita Shrestha" userId="6bba5096-ac8c-4189-8210-97dcbe97ac25" providerId="ADAL" clId="{048BDDE5-6AAE-4BFD-9A54-A3D544FA9405}" dt="2026-09-29T14:33:11.446" v="7041"/>
          <ac:inkMkLst>
            <pc:docMk/>
            <pc:sldMk cId="778646959" sldId="1593"/>
            <ac:inkMk id="502" creationId="{69ED5C60-6094-8301-B8BC-00750A6680A6}"/>
          </ac:inkMkLst>
        </pc:inkChg>
        <pc:inkChg chg="add del mod">
          <ac:chgData name="Manjita Shrestha" userId="6bba5096-ac8c-4189-8210-97dcbe97ac25" providerId="ADAL" clId="{048BDDE5-6AAE-4BFD-9A54-A3D544FA9405}" dt="2026-09-29T14:33:11.442" v="7038"/>
          <ac:inkMkLst>
            <pc:docMk/>
            <pc:sldMk cId="778646959" sldId="1593"/>
            <ac:inkMk id="503" creationId="{7BA35563-0709-FD6E-6F97-D2052BA85B49}"/>
          </ac:inkMkLst>
        </pc:inkChg>
        <pc:inkChg chg="add del mod">
          <ac:chgData name="Manjita Shrestha" userId="6bba5096-ac8c-4189-8210-97dcbe97ac25" providerId="ADAL" clId="{048BDDE5-6AAE-4BFD-9A54-A3D544FA9405}" dt="2026-09-29T14:33:11.446" v="7040"/>
          <ac:inkMkLst>
            <pc:docMk/>
            <pc:sldMk cId="778646959" sldId="1593"/>
            <ac:inkMk id="504" creationId="{4DFC7D99-A73E-7239-43CD-DDB356D769A2}"/>
          </ac:inkMkLst>
        </pc:inkChg>
        <pc:inkChg chg="add mod">
          <ac:chgData name="Manjita Shrestha" userId="6bba5096-ac8c-4189-8210-97dcbe97ac25" providerId="ADAL" clId="{048BDDE5-6AAE-4BFD-9A54-A3D544FA9405}" dt="2026-09-29T14:33:20.790" v="7056"/>
          <ac:inkMkLst>
            <pc:docMk/>
            <pc:sldMk cId="778646959" sldId="1593"/>
            <ac:inkMk id="507" creationId="{7386886C-AFA7-D77E-40BE-E14C65F5708C}"/>
          </ac:inkMkLst>
        </pc:inkChg>
        <pc:inkChg chg="add mod">
          <ac:chgData name="Manjita Shrestha" userId="6bba5096-ac8c-4189-8210-97dcbe97ac25" providerId="ADAL" clId="{048BDDE5-6AAE-4BFD-9A54-A3D544FA9405}" dt="2026-09-29T14:33:20.790" v="7056"/>
          <ac:inkMkLst>
            <pc:docMk/>
            <pc:sldMk cId="778646959" sldId="1593"/>
            <ac:inkMk id="508" creationId="{0E0E5858-9D3F-D7F4-BA47-AFE4017A6006}"/>
          </ac:inkMkLst>
        </pc:inkChg>
        <pc:inkChg chg="add mod">
          <ac:chgData name="Manjita Shrestha" userId="6bba5096-ac8c-4189-8210-97dcbe97ac25" providerId="ADAL" clId="{048BDDE5-6AAE-4BFD-9A54-A3D544FA9405}" dt="2026-09-29T14:33:20.790" v="7056"/>
          <ac:inkMkLst>
            <pc:docMk/>
            <pc:sldMk cId="778646959" sldId="1593"/>
            <ac:inkMk id="509" creationId="{41CF6023-D850-03E8-E94B-F1E1C781D39C}"/>
          </ac:inkMkLst>
        </pc:inkChg>
        <pc:inkChg chg="add mod">
          <ac:chgData name="Manjita Shrestha" userId="6bba5096-ac8c-4189-8210-97dcbe97ac25" providerId="ADAL" clId="{048BDDE5-6AAE-4BFD-9A54-A3D544FA9405}" dt="2026-09-29T14:33:20.790" v="7056"/>
          <ac:inkMkLst>
            <pc:docMk/>
            <pc:sldMk cId="778646959" sldId="1593"/>
            <ac:inkMk id="510" creationId="{09CBAD68-4DE9-9E07-42EF-76702EA03B00}"/>
          </ac:inkMkLst>
        </pc:inkChg>
        <pc:inkChg chg="add mod">
          <ac:chgData name="Manjita Shrestha" userId="6bba5096-ac8c-4189-8210-97dcbe97ac25" providerId="ADAL" clId="{048BDDE5-6AAE-4BFD-9A54-A3D544FA9405}" dt="2026-09-29T14:33:20.790" v="7056"/>
          <ac:inkMkLst>
            <pc:docMk/>
            <pc:sldMk cId="778646959" sldId="1593"/>
            <ac:inkMk id="511" creationId="{566B9A27-3D98-2658-9842-CC22E6872794}"/>
          </ac:inkMkLst>
        </pc:inkChg>
        <pc:inkChg chg="add mod">
          <ac:chgData name="Manjita Shrestha" userId="6bba5096-ac8c-4189-8210-97dcbe97ac25" providerId="ADAL" clId="{048BDDE5-6AAE-4BFD-9A54-A3D544FA9405}" dt="2026-09-29T14:34:48.053" v="7170"/>
          <ac:inkMkLst>
            <pc:docMk/>
            <pc:sldMk cId="778646959" sldId="1593"/>
            <ac:inkMk id="513" creationId="{68487FC0-2AE8-95AD-7F61-29BB4DAAB98F}"/>
          </ac:inkMkLst>
        </pc:inkChg>
        <pc:inkChg chg="add mod">
          <ac:chgData name="Manjita Shrestha" userId="6bba5096-ac8c-4189-8210-97dcbe97ac25" providerId="ADAL" clId="{048BDDE5-6AAE-4BFD-9A54-A3D544FA9405}" dt="2026-09-29T14:34:45.555" v="7165"/>
          <ac:inkMkLst>
            <pc:docMk/>
            <pc:sldMk cId="778646959" sldId="1593"/>
            <ac:inkMk id="514" creationId="{0349CC73-157E-C3D6-5087-B9CB921BB4AE}"/>
          </ac:inkMkLst>
        </pc:inkChg>
        <pc:inkChg chg="add mod">
          <ac:chgData name="Manjita Shrestha" userId="6bba5096-ac8c-4189-8210-97dcbe97ac25" providerId="ADAL" clId="{048BDDE5-6AAE-4BFD-9A54-A3D544FA9405}" dt="2026-09-29T14:34:48.053" v="7170"/>
          <ac:inkMkLst>
            <pc:docMk/>
            <pc:sldMk cId="778646959" sldId="1593"/>
            <ac:inkMk id="515" creationId="{818EAA7A-EF2F-972E-DF7E-3E69B0A4B12D}"/>
          </ac:inkMkLst>
        </pc:inkChg>
        <pc:inkChg chg="add mod">
          <ac:chgData name="Manjita Shrestha" userId="6bba5096-ac8c-4189-8210-97dcbe97ac25" providerId="ADAL" clId="{048BDDE5-6AAE-4BFD-9A54-A3D544FA9405}" dt="2026-09-29T14:34:48.053" v="7170"/>
          <ac:inkMkLst>
            <pc:docMk/>
            <pc:sldMk cId="778646959" sldId="1593"/>
            <ac:inkMk id="516" creationId="{115F0B16-6CBD-92C9-A31D-C73882182875}"/>
          </ac:inkMkLst>
        </pc:inkChg>
        <pc:inkChg chg="add mod">
          <ac:chgData name="Manjita Shrestha" userId="6bba5096-ac8c-4189-8210-97dcbe97ac25" providerId="ADAL" clId="{048BDDE5-6AAE-4BFD-9A54-A3D544FA9405}" dt="2026-09-29T14:34:48.053" v="7170"/>
          <ac:inkMkLst>
            <pc:docMk/>
            <pc:sldMk cId="778646959" sldId="1593"/>
            <ac:inkMk id="517" creationId="{1BD4440B-700D-2FCA-842F-BF74FBEFC684}"/>
          </ac:inkMkLst>
        </pc:inkChg>
        <pc:inkChg chg="add mod">
          <ac:chgData name="Manjita Shrestha" userId="6bba5096-ac8c-4189-8210-97dcbe97ac25" providerId="ADAL" clId="{048BDDE5-6AAE-4BFD-9A54-A3D544FA9405}" dt="2026-09-29T14:34:45.555" v="7165"/>
          <ac:inkMkLst>
            <pc:docMk/>
            <pc:sldMk cId="778646959" sldId="1593"/>
            <ac:inkMk id="518" creationId="{31098691-6F2C-79A7-4A21-F56B4CC3FFD2}"/>
          </ac:inkMkLst>
        </pc:inkChg>
        <pc:inkChg chg="add mod">
          <ac:chgData name="Manjita Shrestha" userId="6bba5096-ac8c-4189-8210-97dcbe97ac25" providerId="ADAL" clId="{048BDDE5-6AAE-4BFD-9A54-A3D544FA9405}" dt="2026-09-29T14:34:48.053" v="7170"/>
          <ac:inkMkLst>
            <pc:docMk/>
            <pc:sldMk cId="778646959" sldId="1593"/>
            <ac:inkMk id="519" creationId="{E71EBFEA-70B7-AF52-9332-8C74449D8563}"/>
          </ac:inkMkLst>
        </pc:inkChg>
        <pc:inkChg chg="add mod">
          <ac:chgData name="Manjita Shrestha" userId="6bba5096-ac8c-4189-8210-97dcbe97ac25" providerId="ADAL" clId="{048BDDE5-6AAE-4BFD-9A54-A3D544FA9405}" dt="2026-09-29T14:34:48.053" v="7170"/>
          <ac:inkMkLst>
            <pc:docMk/>
            <pc:sldMk cId="778646959" sldId="1593"/>
            <ac:inkMk id="520" creationId="{4E736774-927C-8EC0-A06A-5C193948A840}"/>
          </ac:inkMkLst>
        </pc:inkChg>
        <pc:inkChg chg="add">
          <ac:chgData name="Manjita Shrestha" userId="6bba5096-ac8c-4189-8210-97dcbe97ac25" providerId="ADAL" clId="{048BDDE5-6AAE-4BFD-9A54-A3D544FA9405}" dt="2026-09-29T14:34:45.591" v="7166" actId="9405"/>
          <ac:inkMkLst>
            <pc:docMk/>
            <pc:sldMk cId="778646959" sldId="1593"/>
            <ac:inkMk id="522" creationId="{1A304700-97CF-762F-75BB-3B4C25AE69E8}"/>
          </ac:inkMkLst>
        </pc:inkChg>
        <pc:inkChg chg="add mod">
          <ac:chgData name="Manjita Shrestha" userId="6bba5096-ac8c-4189-8210-97dcbe97ac25" providerId="ADAL" clId="{048BDDE5-6AAE-4BFD-9A54-A3D544FA9405}" dt="2026-09-29T14:34:48.053" v="7170"/>
          <ac:inkMkLst>
            <pc:docMk/>
            <pc:sldMk cId="778646959" sldId="1593"/>
            <ac:inkMk id="523" creationId="{8363A7BF-C0A3-FD38-06F7-7454796CD9B2}"/>
          </ac:inkMkLst>
        </pc:inkChg>
        <pc:inkChg chg="add">
          <ac:chgData name="Manjita Shrestha" userId="6bba5096-ac8c-4189-8210-97dcbe97ac25" providerId="ADAL" clId="{048BDDE5-6AAE-4BFD-9A54-A3D544FA9405}" dt="2026-09-29T14:34:47.043" v="7168" actId="9405"/>
          <ac:inkMkLst>
            <pc:docMk/>
            <pc:sldMk cId="778646959" sldId="1593"/>
            <ac:inkMk id="524" creationId="{C0D07B5E-DBBB-670A-244F-E0807385C6F0}"/>
          </ac:inkMkLst>
        </pc:inkChg>
        <pc:inkChg chg="add mod">
          <ac:chgData name="Manjita Shrestha" userId="6bba5096-ac8c-4189-8210-97dcbe97ac25" providerId="ADAL" clId="{048BDDE5-6AAE-4BFD-9A54-A3D544FA9405}" dt="2026-09-29T14:34:48.053" v="7170"/>
          <ac:inkMkLst>
            <pc:docMk/>
            <pc:sldMk cId="778646959" sldId="1593"/>
            <ac:inkMk id="525" creationId="{4CE1FFB8-0246-3173-BAE0-7BEF54CE2F04}"/>
          </ac:inkMkLst>
        </pc:inkChg>
        <pc:inkChg chg="add mod">
          <ac:chgData name="Manjita Shrestha" userId="6bba5096-ac8c-4189-8210-97dcbe97ac25" providerId="ADAL" clId="{048BDDE5-6AAE-4BFD-9A54-A3D544FA9405}" dt="2026-09-29T14:34:54.871" v="7174"/>
          <ac:inkMkLst>
            <pc:docMk/>
            <pc:sldMk cId="778646959" sldId="1593"/>
            <ac:inkMk id="527" creationId="{8DC80C70-D48C-B1C3-7EC0-3D94328A1C35}"/>
          </ac:inkMkLst>
        </pc:inkChg>
        <pc:inkChg chg="add mod">
          <ac:chgData name="Manjita Shrestha" userId="6bba5096-ac8c-4189-8210-97dcbe97ac25" providerId="ADAL" clId="{048BDDE5-6AAE-4BFD-9A54-A3D544FA9405}" dt="2026-09-29T14:34:54.871" v="7174"/>
          <ac:inkMkLst>
            <pc:docMk/>
            <pc:sldMk cId="778646959" sldId="1593"/>
            <ac:inkMk id="528" creationId="{636E280D-C71E-D62C-F865-98F911FF1960}"/>
          </ac:inkMkLst>
        </pc:inkChg>
        <pc:inkChg chg="add mod">
          <ac:chgData name="Manjita Shrestha" userId="6bba5096-ac8c-4189-8210-97dcbe97ac25" providerId="ADAL" clId="{048BDDE5-6AAE-4BFD-9A54-A3D544FA9405}" dt="2026-09-29T14:34:54.871" v="7174"/>
          <ac:inkMkLst>
            <pc:docMk/>
            <pc:sldMk cId="778646959" sldId="1593"/>
            <ac:inkMk id="529" creationId="{AD9CDC3E-996E-EC35-B5E8-3C8165FF130F}"/>
          </ac:inkMkLst>
        </pc:inkChg>
        <pc:inkChg chg="add del mod">
          <ac:chgData name="Manjita Shrestha" userId="6bba5096-ac8c-4189-8210-97dcbe97ac25" providerId="ADAL" clId="{048BDDE5-6AAE-4BFD-9A54-A3D544FA9405}" dt="2026-09-29T14:36:35.520" v="7246"/>
          <ac:inkMkLst>
            <pc:docMk/>
            <pc:sldMk cId="778646959" sldId="1593"/>
            <ac:inkMk id="531" creationId="{EE899BD0-A668-EE99-A1CF-2BCBF466FBB6}"/>
          </ac:inkMkLst>
        </pc:inkChg>
        <pc:inkChg chg="add del mod">
          <ac:chgData name="Manjita Shrestha" userId="6bba5096-ac8c-4189-8210-97dcbe97ac25" providerId="ADAL" clId="{048BDDE5-6AAE-4BFD-9A54-A3D544FA9405}" dt="2026-09-29T14:36:35.520" v="7245"/>
          <ac:inkMkLst>
            <pc:docMk/>
            <pc:sldMk cId="778646959" sldId="1593"/>
            <ac:inkMk id="532" creationId="{78CE4FDD-0598-2317-46C0-C522B1DEAA71}"/>
          </ac:inkMkLst>
        </pc:inkChg>
        <pc:inkChg chg="add del mod">
          <ac:chgData name="Manjita Shrestha" userId="6bba5096-ac8c-4189-8210-97dcbe97ac25" providerId="ADAL" clId="{048BDDE5-6AAE-4BFD-9A54-A3D544FA9405}" dt="2026-09-29T14:36:35.520" v="7244"/>
          <ac:inkMkLst>
            <pc:docMk/>
            <pc:sldMk cId="778646959" sldId="1593"/>
            <ac:inkMk id="534" creationId="{AB751992-02BC-EE5A-E3F0-0F8C40EF6D48}"/>
          </ac:inkMkLst>
        </pc:inkChg>
        <pc:inkChg chg="add del mod">
          <ac:chgData name="Manjita Shrestha" userId="6bba5096-ac8c-4189-8210-97dcbe97ac25" providerId="ADAL" clId="{048BDDE5-6AAE-4BFD-9A54-A3D544FA9405}" dt="2026-09-29T14:36:35.517" v="7243"/>
          <ac:inkMkLst>
            <pc:docMk/>
            <pc:sldMk cId="778646959" sldId="1593"/>
            <ac:inkMk id="535" creationId="{F0EDDE71-E2C9-DF8E-4575-62F5AAF41057}"/>
          </ac:inkMkLst>
        </pc:inkChg>
        <pc:inkChg chg="add">
          <ac:chgData name="Manjita Shrestha" userId="6bba5096-ac8c-4189-8210-97dcbe97ac25" providerId="ADAL" clId="{048BDDE5-6AAE-4BFD-9A54-A3D544FA9405}" dt="2026-09-29T14:35:04.419" v="7183" actId="9405"/>
          <ac:inkMkLst>
            <pc:docMk/>
            <pc:sldMk cId="778646959" sldId="1593"/>
            <ac:inkMk id="537" creationId="{60D6B158-E265-557A-047D-D9C55050AA35}"/>
          </ac:inkMkLst>
        </pc:inkChg>
        <pc:inkChg chg="add mod">
          <ac:chgData name="Manjita Shrestha" userId="6bba5096-ac8c-4189-8210-97dcbe97ac25" providerId="ADAL" clId="{048BDDE5-6AAE-4BFD-9A54-A3D544FA9405}" dt="2026-09-29T14:35:16.425" v="7202"/>
          <ac:inkMkLst>
            <pc:docMk/>
            <pc:sldMk cId="778646959" sldId="1593"/>
            <ac:inkMk id="538" creationId="{5DA9ABA3-FF72-0D32-0AFC-0DAC5D5D9AD4}"/>
          </ac:inkMkLst>
        </pc:inkChg>
        <pc:inkChg chg="add mod">
          <ac:chgData name="Manjita Shrestha" userId="6bba5096-ac8c-4189-8210-97dcbe97ac25" providerId="ADAL" clId="{048BDDE5-6AAE-4BFD-9A54-A3D544FA9405}" dt="2026-09-29T14:35:16.425" v="7202"/>
          <ac:inkMkLst>
            <pc:docMk/>
            <pc:sldMk cId="778646959" sldId="1593"/>
            <ac:inkMk id="539" creationId="{D6EFF635-0C95-8F17-ECD3-478E257ABA8E}"/>
          </ac:inkMkLst>
        </pc:inkChg>
        <pc:inkChg chg="add">
          <ac:chgData name="Manjita Shrestha" userId="6bba5096-ac8c-4189-8210-97dcbe97ac25" providerId="ADAL" clId="{048BDDE5-6AAE-4BFD-9A54-A3D544FA9405}" dt="2026-09-29T14:35:06.810" v="7186" actId="9405"/>
          <ac:inkMkLst>
            <pc:docMk/>
            <pc:sldMk cId="778646959" sldId="1593"/>
            <ac:inkMk id="540" creationId="{E96F9EAD-41D7-CBA3-70B0-B9668F8770FE}"/>
          </ac:inkMkLst>
        </pc:inkChg>
        <pc:inkChg chg="add">
          <ac:chgData name="Manjita Shrestha" userId="6bba5096-ac8c-4189-8210-97dcbe97ac25" providerId="ADAL" clId="{048BDDE5-6AAE-4BFD-9A54-A3D544FA9405}" dt="2026-09-29T14:35:07.224" v="7187" actId="9405"/>
          <ac:inkMkLst>
            <pc:docMk/>
            <pc:sldMk cId="778646959" sldId="1593"/>
            <ac:inkMk id="541" creationId="{B18A0C2B-EA0A-CEC7-1ACB-360A24877051}"/>
          </ac:inkMkLst>
        </pc:inkChg>
        <pc:inkChg chg="add">
          <ac:chgData name="Manjita Shrestha" userId="6bba5096-ac8c-4189-8210-97dcbe97ac25" providerId="ADAL" clId="{048BDDE5-6AAE-4BFD-9A54-A3D544FA9405}" dt="2026-09-29T14:35:07.925" v="7188" actId="9405"/>
          <ac:inkMkLst>
            <pc:docMk/>
            <pc:sldMk cId="778646959" sldId="1593"/>
            <ac:inkMk id="542" creationId="{9D16295B-91A1-9CFD-6BA3-1226EB55CC38}"/>
          </ac:inkMkLst>
        </pc:inkChg>
        <pc:inkChg chg="add">
          <ac:chgData name="Manjita Shrestha" userId="6bba5096-ac8c-4189-8210-97dcbe97ac25" providerId="ADAL" clId="{048BDDE5-6AAE-4BFD-9A54-A3D544FA9405}" dt="2026-09-29T14:35:08.420" v="7189" actId="9405"/>
          <ac:inkMkLst>
            <pc:docMk/>
            <pc:sldMk cId="778646959" sldId="1593"/>
            <ac:inkMk id="543" creationId="{51B7B832-2BAF-2D6F-74D9-079F0B3CA76A}"/>
          </ac:inkMkLst>
        </pc:inkChg>
        <pc:inkChg chg="add">
          <ac:chgData name="Manjita Shrestha" userId="6bba5096-ac8c-4189-8210-97dcbe97ac25" providerId="ADAL" clId="{048BDDE5-6AAE-4BFD-9A54-A3D544FA9405}" dt="2026-09-29T14:35:09.123" v="7190" actId="9405"/>
          <ac:inkMkLst>
            <pc:docMk/>
            <pc:sldMk cId="778646959" sldId="1593"/>
            <ac:inkMk id="544" creationId="{D9288FFE-3190-6058-CFAF-D045EC87CB5C}"/>
          </ac:inkMkLst>
        </pc:inkChg>
        <pc:inkChg chg="add">
          <ac:chgData name="Manjita Shrestha" userId="6bba5096-ac8c-4189-8210-97dcbe97ac25" providerId="ADAL" clId="{048BDDE5-6AAE-4BFD-9A54-A3D544FA9405}" dt="2026-09-29T14:35:09.457" v="7191" actId="9405"/>
          <ac:inkMkLst>
            <pc:docMk/>
            <pc:sldMk cId="778646959" sldId="1593"/>
            <ac:inkMk id="545" creationId="{DC30B382-80CF-828F-7467-EAF42FBECF6C}"/>
          </ac:inkMkLst>
        </pc:inkChg>
        <pc:inkChg chg="add mod">
          <ac:chgData name="Manjita Shrestha" userId="6bba5096-ac8c-4189-8210-97dcbe97ac25" providerId="ADAL" clId="{048BDDE5-6AAE-4BFD-9A54-A3D544FA9405}" dt="2026-09-29T14:35:16.425" v="7202"/>
          <ac:inkMkLst>
            <pc:docMk/>
            <pc:sldMk cId="778646959" sldId="1593"/>
            <ac:inkMk id="546" creationId="{21141427-6A55-36C0-6097-4AAC9E170D88}"/>
          </ac:inkMkLst>
        </pc:inkChg>
        <pc:inkChg chg="add mod">
          <ac:chgData name="Manjita Shrestha" userId="6bba5096-ac8c-4189-8210-97dcbe97ac25" providerId="ADAL" clId="{048BDDE5-6AAE-4BFD-9A54-A3D544FA9405}" dt="2026-09-29T14:35:16.425" v="7202"/>
          <ac:inkMkLst>
            <pc:docMk/>
            <pc:sldMk cId="778646959" sldId="1593"/>
            <ac:inkMk id="547" creationId="{5C641FA5-5E7A-92BA-FB5D-7234DAFE5BB3}"/>
          </ac:inkMkLst>
        </pc:inkChg>
        <pc:inkChg chg="add mod">
          <ac:chgData name="Manjita Shrestha" userId="6bba5096-ac8c-4189-8210-97dcbe97ac25" providerId="ADAL" clId="{048BDDE5-6AAE-4BFD-9A54-A3D544FA9405}" dt="2026-09-29T14:35:16.425" v="7202"/>
          <ac:inkMkLst>
            <pc:docMk/>
            <pc:sldMk cId="778646959" sldId="1593"/>
            <ac:inkMk id="548" creationId="{CC9092F1-BA94-FCF7-E0CC-12E5A678E1CE}"/>
          </ac:inkMkLst>
        </pc:inkChg>
        <pc:inkChg chg="add mod">
          <ac:chgData name="Manjita Shrestha" userId="6bba5096-ac8c-4189-8210-97dcbe97ac25" providerId="ADAL" clId="{048BDDE5-6AAE-4BFD-9A54-A3D544FA9405}" dt="2026-09-29T14:35:16.425" v="7202"/>
          <ac:inkMkLst>
            <pc:docMk/>
            <pc:sldMk cId="778646959" sldId="1593"/>
            <ac:inkMk id="549" creationId="{FDB8B07F-7ACC-5569-ED44-5C9937C581B1}"/>
          </ac:inkMkLst>
        </pc:inkChg>
        <pc:inkChg chg="add">
          <ac:chgData name="Manjita Shrestha" userId="6bba5096-ac8c-4189-8210-97dcbe97ac25" providerId="ADAL" clId="{048BDDE5-6AAE-4BFD-9A54-A3D544FA9405}" dt="2026-09-29T14:35:13.047" v="7196" actId="9405"/>
          <ac:inkMkLst>
            <pc:docMk/>
            <pc:sldMk cId="778646959" sldId="1593"/>
            <ac:inkMk id="550" creationId="{8DB0BBC9-1D13-829F-D7C1-6F681A3C5CF0}"/>
          </ac:inkMkLst>
        </pc:inkChg>
        <pc:inkChg chg="add">
          <ac:chgData name="Manjita Shrestha" userId="6bba5096-ac8c-4189-8210-97dcbe97ac25" providerId="ADAL" clId="{048BDDE5-6AAE-4BFD-9A54-A3D544FA9405}" dt="2026-09-29T14:35:13.667" v="7197" actId="9405"/>
          <ac:inkMkLst>
            <pc:docMk/>
            <pc:sldMk cId="778646959" sldId="1593"/>
            <ac:inkMk id="551" creationId="{F0BB9595-D00A-C39D-7562-74B8A291E3C0}"/>
          </ac:inkMkLst>
        </pc:inkChg>
        <pc:inkChg chg="add">
          <ac:chgData name="Manjita Shrestha" userId="6bba5096-ac8c-4189-8210-97dcbe97ac25" providerId="ADAL" clId="{048BDDE5-6AAE-4BFD-9A54-A3D544FA9405}" dt="2026-09-29T14:35:14.163" v="7198" actId="9405"/>
          <ac:inkMkLst>
            <pc:docMk/>
            <pc:sldMk cId="778646959" sldId="1593"/>
            <ac:inkMk id="552" creationId="{E4C009D8-457F-2FA4-6A3A-22B57F90BD2B}"/>
          </ac:inkMkLst>
        </pc:inkChg>
        <pc:inkChg chg="add mod">
          <ac:chgData name="Manjita Shrestha" userId="6bba5096-ac8c-4189-8210-97dcbe97ac25" providerId="ADAL" clId="{048BDDE5-6AAE-4BFD-9A54-A3D544FA9405}" dt="2026-09-29T14:35:16.425" v="7202"/>
          <ac:inkMkLst>
            <pc:docMk/>
            <pc:sldMk cId="778646959" sldId="1593"/>
            <ac:inkMk id="553" creationId="{64B2510B-C969-5EC5-3702-716C60EFAA25}"/>
          </ac:inkMkLst>
        </pc:inkChg>
        <pc:inkChg chg="add mod">
          <ac:chgData name="Manjita Shrestha" userId="6bba5096-ac8c-4189-8210-97dcbe97ac25" providerId="ADAL" clId="{048BDDE5-6AAE-4BFD-9A54-A3D544FA9405}" dt="2026-09-29T14:35:16.425" v="7202"/>
          <ac:inkMkLst>
            <pc:docMk/>
            <pc:sldMk cId="778646959" sldId="1593"/>
            <ac:inkMk id="554" creationId="{259EF12C-7EF5-63CC-F81F-6160B3D731D6}"/>
          </ac:inkMkLst>
        </pc:inkChg>
        <pc:inkChg chg="add">
          <ac:chgData name="Manjita Shrestha" userId="6bba5096-ac8c-4189-8210-97dcbe97ac25" providerId="ADAL" clId="{048BDDE5-6AAE-4BFD-9A54-A3D544FA9405}" dt="2026-09-29T14:35:15.740" v="7201" actId="9405"/>
          <ac:inkMkLst>
            <pc:docMk/>
            <pc:sldMk cId="778646959" sldId="1593"/>
            <ac:inkMk id="555" creationId="{BE94CCAE-58B9-E8BD-121E-483892078648}"/>
          </ac:inkMkLst>
        </pc:inkChg>
        <pc:inkChg chg="add">
          <ac:chgData name="Manjita Shrestha" userId="6bba5096-ac8c-4189-8210-97dcbe97ac25" providerId="ADAL" clId="{048BDDE5-6AAE-4BFD-9A54-A3D544FA9405}" dt="2026-09-29T14:35:20.519" v="7207" actId="9405"/>
          <ac:inkMkLst>
            <pc:docMk/>
            <pc:sldMk cId="778646959" sldId="1593"/>
            <ac:inkMk id="558" creationId="{5F3BD2B3-49E3-A301-D430-C8949471DE7E}"/>
          </ac:inkMkLst>
        </pc:inkChg>
        <pc:inkChg chg="add">
          <ac:chgData name="Manjita Shrestha" userId="6bba5096-ac8c-4189-8210-97dcbe97ac25" providerId="ADAL" clId="{048BDDE5-6AAE-4BFD-9A54-A3D544FA9405}" dt="2026-09-29T14:35:21.494" v="7208" actId="9405"/>
          <ac:inkMkLst>
            <pc:docMk/>
            <pc:sldMk cId="778646959" sldId="1593"/>
            <ac:inkMk id="559" creationId="{01FDF9E1-60DE-6F7F-2A60-9C302E58F090}"/>
          </ac:inkMkLst>
        </pc:inkChg>
        <pc:inkChg chg="add del">
          <ac:chgData name="Manjita Shrestha" userId="6bba5096-ac8c-4189-8210-97dcbe97ac25" providerId="ADAL" clId="{048BDDE5-6AAE-4BFD-9A54-A3D544FA9405}" dt="2026-09-29T14:35:31.457" v="7216"/>
          <ac:inkMkLst>
            <pc:docMk/>
            <pc:sldMk cId="778646959" sldId="1593"/>
            <ac:inkMk id="560" creationId="{06758844-FB92-CCB3-EB12-8824FAD9EEF0}"/>
          </ac:inkMkLst>
        </pc:inkChg>
        <pc:inkChg chg="add mod">
          <ac:chgData name="Manjita Shrestha" userId="6bba5096-ac8c-4189-8210-97dcbe97ac25" providerId="ADAL" clId="{048BDDE5-6AAE-4BFD-9A54-A3D544FA9405}" dt="2026-09-29T14:35:31.459" v="7217"/>
          <ac:inkMkLst>
            <pc:docMk/>
            <pc:sldMk cId="778646959" sldId="1593"/>
            <ac:inkMk id="562" creationId="{96A6A950-5483-17F6-A9CF-288ED0293E3F}"/>
          </ac:inkMkLst>
        </pc:inkChg>
        <pc:inkChg chg="add">
          <ac:chgData name="Manjita Shrestha" userId="6bba5096-ac8c-4189-8210-97dcbe97ac25" providerId="ADAL" clId="{048BDDE5-6AAE-4BFD-9A54-A3D544FA9405}" dt="2026-09-29T14:35:28.819" v="7214" actId="9405"/>
          <ac:inkMkLst>
            <pc:docMk/>
            <pc:sldMk cId="778646959" sldId="1593"/>
            <ac:inkMk id="563" creationId="{C9B2F28D-8BE1-B1D7-AC5B-63A6BD4C6352}"/>
          </ac:inkMkLst>
        </pc:inkChg>
        <pc:inkChg chg="add mod">
          <ac:chgData name="Manjita Shrestha" userId="6bba5096-ac8c-4189-8210-97dcbe97ac25" providerId="ADAL" clId="{048BDDE5-6AAE-4BFD-9A54-A3D544FA9405}" dt="2026-09-29T14:35:34.791" v="7220"/>
          <ac:inkMkLst>
            <pc:docMk/>
            <pc:sldMk cId="778646959" sldId="1593"/>
            <ac:inkMk id="565" creationId="{1D03093B-C19F-E803-5854-E95E99CD8CE1}"/>
          </ac:inkMkLst>
        </pc:inkChg>
        <pc:inkChg chg="add mod">
          <ac:chgData name="Manjita Shrestha" userId="6bba5096-ac8c-4189-8210-97dcbe97ac25" providerId="ADAL" clId="{048BDDE5-6AAE-4BFD-9A54-A3D544FA9405}" dt="2026-09-29T14:35:34.791" v="7220"/>
          <ac:inkMkLst>
            <pc:docMk/>
            <pc:sldMk cId="778646959" sldId="1593"/>
            <ac:inkMk id="566" creationId="{E118FCBF-4F05-C730-5A85-C905EDE03200}"/>
          </ac:inkMkLst>
        </pc:inkChg>
        <pc:inkChg chg="add mod">
          <ac:chgData name="Manjita Shrestha" userId="6bba5096-ac8c-4189-8210-97dcbe97ac25" providerId="ADAL" clId="{048BDDE5-6AAE-4BFD-9A54-A3D544FA9405}" dt="2026-09-29T14:36:39.309" v="7251"/>
          <ac:inkMkLst>
            <pc:docMk/>
            <pc:sldMk cId="778646959" sldId="1593"/>
            <ac:inkMk id="568" creationId="{EA213FAA-E939-F32E-C7CE-6AEFBB16CB62}"/>
          </ac:inkMkLst>
        </pc:inkChg>
        <pc:inkChg chg="add mod">
          <ac:chgData name="Manjita Shrestha" userId="6bba5096-ac8c-4189-8210-97dcbe97ac25" providerId="ADAL" clId="{048BDDE5-6AAE-4BFD-9A54-A3D544FA9405}" dt="2026-09-29T14:36:39.309" v="7251"/>
          <ac:inkMkLst>
            <pc:docMk/>
            <pc:sldMk cId="778646959" sldId="1593"/>
            <ac:inkMk id="569" creationId="{62C133F8-5AC1-32AF-F69F-88A1035E0052}"/>
          </ac:inkMkLst>
        </pc:inkChg>
        <pc:inkChg chg="add del">
          <ac:chgData name="Manjita Shrestha" userId="6bba5096-ac8c-4189-8210-97dcbe97ac25" providerId="ADAL" clId="{048BDDE5-6AAE-4BFD-9A54-A3D544FA9405}" dt="2026-09-29T14:36:45.902" v="7253"/>
          <ac:inkMkLst>
            <pc:docMk/>
            <pc:sldMk cId="778646959" sldId="1593"/>
            <ac:inkMk id="571" creationId="{4D3613F1-985B-08E3-C433-5643FA105ADC}"/>
          </ac:inkMkLst>
        </pc:inkChg>
        <pc:inkChg chg="add del">
          <ac:chgData name="Manjita Shrestha" userId="6bba5096-ac8c-4189-8210-97dcbe97ac25" providerId="ADAL" clId="{048BDDE5-6AAE-4BFD-9A54-A3D544FA9405}" dt="2026-09-29T14:38:31.655" v="7427"/>
          <ac:inkMkLst>
            <pc:docMk/>
            <pc:sldMk cId="778646959" sldId="1593"/>
            <ac:inkMk id="572" creationId="{414CEFA4-CA0A-16AD-1171-D4DDAB909CC0}"/>
          </ac:inkMkLst>
        </pc:inkChg>
        <pc:inkChg chg="add mod">
          <ac:chgData name="Manjita Shrestha" userId="6bba5096-ac8c-4189-8210-97dcbe97ac25" providerId="ADAL" clId="{048BDDE5-6AAE-4BFD-9A54-A3D544FA9405}" dt="2026-09-29T14:37:01.594" v="7279"/>
          <ac:inkMkLst>
            <pc:docMk/>
            <pc:sldMk cId="778646959" sldId="1593"/>
            <ac:inkMk id="573" creationId="{E38FFFF9-7051-FAFB-3973-FD6084FF4D5C}"/>
          </ac:inkMkLst>
        </pc:inkChg>
        <pc:inkChg chg="add mod">
          <ac:chgData name="Manjita Shrestha" userId="6bba5096-ac8c-4189-8210-97dcbe97ac25" providerId="ADAL" clId="{048BDDE5-6AAE-4BFD-9A54-A3D544FA9405}" dt="2026-09-29T14:37:01.594" v="7279"/>
          <ac:inkMkLst>
            <pc:docMk/>
            <pc:sldMk cId="778646959" sldId="1593"/>
            <ac:inkMk id="574" creationId="{B445E0C1-28DD-5632-FFFE-772FF221946A}"/>
          </ac:inkMkLst>
        </pc:inkChg>
        <pc:inkChg chg="add mod">
          <ac:chgData name="Manjita Shrestha" userId="6bba5096-ac8c-4189-8210-97dcbe97ac25" providerId="ADAL" clId="{048BDDE5-6AAE-4BFD-9A54-A3D544FA9405}" dt="2026-09-29T14:37:01.594" v="7279"/>
          <ac:inkMkLst>
            <pc:docMk/>
            <pc:sldMk cId="778646959" sldId="1593"/>
            <ac:inkMk id="576" creationId="{F766D026-6396-AAB5-1A8F-98CC699F4E7C}"/>
          </ac:inkMkLst>
        </pc:inkChg>
        <pc:inkChg chg="add mod">
          <ac:chgData name="Manjita Shrestha" userId="6bba5096-ac8c-4189-8210-97dcbe97ac25" providerId="ADAL" clId="{048BDDE5-6AAE-4BFD-9A54-A3D544FA9405}" dt="2026-09-29T14:37:01.594" v="7279"/>
          <ac:inkMkLst>
            <pc:docMk/>
            <pc:sldMk cId="778646959" sldId="1593"/>
            <ac:inkMk id="577" creationId="{3201513C-C56C-EC7B-452F-E3E279CF7CCF}"/>
          </ac:inkMkLst>
        </pc:inkChg>
        <pc:inkChg chg="add mod">
          <ac:chgData name="Manjita Shrestha" userId="6bba5096-ac8c-4189-8210-97dcbe97ac25" providerId="ADAL" clId="{048BDDE5-6AAE-4BFD-9A54-A3D544FA9405}" dt="2026-09-29T14:37:01.594" v="7279"/>
          <ac:inkMkLst>
            <pc:docMk/>
            <pc:sldMk cId="778646959" sldId="1593"/>
            <ac:inkMk id="578" creationId="{F00D5C53-BB8B-891D-4276-A625E5C1872A}"/>
          </ac:inkMkLst>
        </pc:inkChg>
        <pc:inkChg chg="add mod">
          <ac:chgData name="Manjita Shrestha" userId="6bba5096-ac8c-4189-8210-97dcbe97ac25" providerId="ADAL" clId="{048BDDE5-6AAE-4BFD-9A54-A3D544FA9405}" dt="2026-09-29T14:37:18.919" v="7300"/>
          <ac:inkMkLst>
            <pc:docMk/>
            <pc:sldMk cId="778646959" sldId="1593"/>
            <ac:inkMk id="580" creationId="{555B6EB1-2AC0-29B9-F61F-A9F364B2E708}"/>
          </ac:inkMkLst>
        </pc:inkChg>
        <pc:inkChg chg="add mod">
          <ac:chgData name="Manjita Shrestha" userId="6bba5096-ac8c-4189-8210-97dcbe97ac25" providerId="ADAL" clId="{048BDDE5-6AAE-4BFD-9A54-A3D544FA9405}" dt="2026-09-29T14:37:13.096" v="7290"/>
          <ac:inkMkLst>
            <pc:docMk/>
            <pc:sldMk cId="778646959" sldId="1593"/>
            <ac:inkMk id="581" creationId="{A4AD83ED-8F86-6382-B480-2A2AEAC25DC6}"/>
          </ac:inkMkLst>
        </pc:inkChg>
        <pc:inkChg chg="add mod">
          <ac:chgData name="Manjita Shrestha" userId="6bba5096-ac8c-4189-8210-97dcbe97ac25" providerId="ADAL" clId="{048BDDE5-6AAE-4BFD-9A54-A3D544FA9405}" dt="2026-09-29T14:37:18.919" v="7300"/>
          <ac:inkMkLst>
            <pc:docMk/>
            <pc:sldMk cId="778646959" sldId="1593"/>
            <ac:inkMk id="582" creationId="{1A601665-0720-FB5B-FD97-673D22B58D11}"/>
          </ac:inkMkLst>
        </pc:inkChg>
        <pc:inkChg chg="add mod">
          <ac:chgData name="Manjita Shrestha" userId="6bba5096-ac8c-4189-8210-97dcbe97ac25" providerId="ADAL" clId="{048BDDE5-6AAE-4BFD-9A54-A3D544FA9405}" dt="2026-09-29T14:37:18.919" v="7300"/>
          <ac:inkMkLst>
            <pc:docMk/>
            <pc:sldMk cId="778646959" sldId="1593"/>
            <ac:inkMk id="583" creationId="{4CA224E1-87AB-8261-1920-6A852A9C826C}"/>
          </ac:inkMkLst>
        </pc:inkChg>
        <pc:inkChg chg="add mod">
          <ac:chgData name="Manjita Shrestha" userId="6bba5096-ac8c-4189-8210-97dcbe97ac25" providerId="ADAL" clId="{048BDDE5-6AAE-4BFD-9A54-A3D544FA9405}" dt="2026-09-29T14:37:13.096" v="7290"/>
          <ac:inkMkLst>
            <pc:docMk/>
            <pc:sldMk cId="778646959" sldId="1593"/>
            <ac:inkMk id="584" creationId="{4929A635-47B9-049E-9159-6E6653C2BD93}"/>
          </ac:inkMkLst>
        </pc:inkChg>
        <pc:inkChg chg="add mod">
          <ac:chgData name="Manjita Shrestha" userId="6bba5096-ac8c-4189-8210-97dcbe97ac25" providerId="ADAL" clId="{048BDDE5-6AAE-4BFD-9A54-A3D544FA9405}" dt="2026-09-29T14:37:13.096" v="7290"/>
          <ac:inkMkLst>
            <pc:docMk/>
            <pc:sldMk cId="778646959" sldId="1593"/>
            <ac:inkMk id="585" creationId="{34D6345E-AC54-D164-3F64-2A1CF87FDFDF}"/>
          </ac:inkMkLst>
        </pc:inkChg>
        <pc:inkChg chg="add mod">
          <ac:chgData name="Manjita Shrestha" userId="6bba5096-ac8c-4189-8210-97dcbe97ac25" providerId="ADAL" clId="{048BDDE5-6AAE-4BFD-9A54-A3D544FA9405}" dt="2026-09-29T14:37:18.919" v="7300"/>
          <ac:inkMkLst>
            <pc:docMk/>
            <pc:sldMk cId="778646959" sldId="1593"/>
            <ac:inkMk id="586" creationId="{12607349-005E-9212-71A4-DF36FDD5244F}"/>
          </ac:inkMkLst>
        </pc:inkChg>
        <pc:inkChg chg="add mod">
          <ac:chgData name="Manjita Shrestha" userId="6bba5096-ac8c-4189-8210-97dcbe97ac25" providerId="ADAL" clId="{048BDDE5-6AAE-4BFD-9A54-A3D544FA9405}" dt="2026-09-29T14:37:13.096" v="7290"/>
          <ac:inkMkLst>
            <pc:docMk/>
            <pc:sldMk cId="778646959" sldId="1593"/>
            <ac:inkMk id="587" creationId="{609D3DC0-A244-BA18-E592-F46781A6423C}"/>
          </ac:inkMkLst>
        </pc:inkChg>
        <pc:inkChg chg="add mod">
          <ac:chgData name="Manjita Shrestha" userId="6bba5096-ac8c-4189-8210-97dcbe97ac25" providerId="ADAL" clId="{048BDDE5-6AAE-4BFD-9A54-A3D544FA9405}" dt="2026-09-29T14:37:13.096" v="7290"/>
          <ac:inkMkLst>
            <pc:docMk/>
            <pc:sldMk cId="778646959" sldId="1593"/>
            <ac:inkMk id="588" creationId="{ECFD1975-DBB4-EA8A-6F42-514B6DCE4F5E}"/>
          </ac:inkMkLst>
        </pc:inkChg>
        <pc:inkChg chg="add mod">
          <ac:chgData name="Manjita Shrestha" userId="6bba5096-ac8c-4189-8210-97dcbe97ac25" providerId="ADAL" clId="{048BDDE5-6AAE-4BFD-9A54-A3D544FA9405}" dt="2026-09-29T14:37:18.919" v="7300"/>
          <ac:inkMkLst>
            <pc:docMk/>
            <pc:sldMk cId="778646959" sldId="1593"/>
            <ac:inkMk id="589" creationId="{7DE7B487-5EC5-1CE7-516F-5EBB06463AF1}"/>
          </ac:inkMkLst>
        </pc:inkChg>
        <pc:inkChg chg="add">
          <ac:chgData name="Manjita Shrestha" userId="6bba5096-ac8c-4189-8210-97dcbe97ac25" providerId="ADAL" clId="{048BDDE5-6AAE-4BFD-9A54-A3D544FA9405}" dt="2026-09-29T14:37:13.453" v="7291" actId="9405"/>
          <ac:inkMkLst>
            <pc:docMk/>
            <pc:sldMk cId="778646959" sldId="1593"/>
            <ac:inkMk id="591" creationId="{0A633A76-7D51-023B-54B7-45E4CDCBC063}"/>
          </ac:inkMkLst>
        </pc:inkChg>
        <pc:inkChg chg="add mod">
          <ac:chgData name="Manjita Shrestha" userId="6bba5096-ac8c-4189-8210-97dcbe97ac25" providerId="ADAL" clId="{048BDDE5-6AAE-4BFD-9A54-A3D544FA9405}" dt="2026-09-29T14:37:18.919" v="7300"/>
          <ac:inkMkLst>
            <pc:docMk/>
            <pc:sldMk cId="778646959" sldId="1593"/>
            <ac:inkMk id="592" creationId="{14675E2A-182E-0ACE-944F-4E7922F87124}"/>
          </ac:inkMkLst>
        </pc:inkChg>
        <pc:inkChg chg="add mod">
          <ac:chgData name="Manjita Shrestha" userId="6bba5096-ac8c-4189-8210-97dcbe97ac25" providerId="ADAL" clId="{048BDDE5-6AAE-4BFD-9A54-A3D544FA9405}" dt="2026-09-29T14:37:18.919" v="7300"/>
          <ac:inkMkLst>
            <pc:docMk/>
            <pc:sldMk cId="778646959" sldId="1593"/>
            <ac:inkMk id="593" creationId="{564A7462-1268-4A34-DF33-86473B5A3A94}"/>
          </ac:inkMkLst>
        </pc:inkChg>
        <pc:inkChg chg="add">
          <ac:chgData name="Manjita Shrestha" userId="6bba5096-ac8c-4189-8210-97dcbe97ac25" providerId="ADAL" clId="{048BDDE5-6AAE-4BFD-9A54-A3D544FA9405}" dt="2026-09-29T14:37:15.435" v="7294" actId="9405"/>
          <ac:inkMkLst>
            <pc:docMk/>
            <pc:sldMk cId="778646959" sldId="1593"/>
            <ac:inkMk id="594" creationId="{B10E5BF1-6745-403C-43A5-4C8BE427AC0C}"/>
          </ac:inkMkLst>
        </pc:inkChg>
        <pc:inkChg chg="add">
          <ac:chgData name="Manjita Shrestha" userId="6bba5096-ac8c-4189-8210-97dcbe97ac25" providerId="ADAL" clId="{048BDDE5-6AAE-4BFD-9A54-A3D544FA9405}" dt="2026-09-29T14:37:15.879" v="7295" actId="9405"/>
          <ac:inkMkLst>
            <pc:docMk/>
            <pc:sldMk cId="778646959" sldId="1593"/>
            <ac:inkMk id="595" creationId="{4B03E60B-5A28-5B77-4E80-E62ED29BD602}"/>
          </ac:inkMkLst>
        </pc:inkChg>
        <pc:inkChg chg="add">
          <ac:chgData name="Manjita Shrestha" userId="6bba5096-ac8c-4189-8210-97dcbe97ac25" providerId="ADAL" clId="{048BDDE5-6AAE-4BFD-9A54-A3D544FA9405}" dt="2026-09-29T14:37:16.442" v="7296" actId="9405"/>
          <ac:inkMkLst>
            <pc:docMk/>
            <pc:sldMk cId="778646959" sldId="1593"/>
            <ac:inkMk id="596" creationId="{7D5E410E-BAB4-7B9C-1881-14C0B4C49B29}"/>
          </ac:inkMkLst>
        </pc:inkChg>
        <pc:inkChg chg="add">
          <ac:chgData name="Manjita Shrestha" userId="6bba5096-ac8c-4189-8210-97dcbe97ac25" providerId="ADAL" clId="{048BDDE5-6AAE-4BFD-9A54-A3D544FA9405}" dt="2026-09-29T14:37:17.013" v="7297" actId="9405"/>
          <ac:inkMkLst>
            <pc:docMk/>
            <pc:sldMk cId="778646959" sldId="1593"/>
            <ac:inkMk id="597" creationId="{74FB29B7-786E-16AB-DBC7-EEB44C48D4C5}"/>
          </ac:inkMkLst>
        </pc:inkChg>
        <pc:inkChg chg="add mod">
          <ac:chgData name="Manjita Shrestha" userId="6bba5096-ac8c-4189-8210-97dcbe97ac25" providerId="ADAL" clId="{048BDDE5-6AAE-4BFD-9A54-A3D544FA9405}" dt="2026-09-29T14:37:18.919" v="7300"/>
          <ac:inkMkLst>
            <pc:docMk/>
            <pc:sldMk cId="778646959" sldId="1593"/>
            <ac:inkMk id="598" creationId="{70EC629B-3720-5110-F19A-260F987F3BE4}"/>
          </ac:inkMkLst>
        </pc:inkChg>
        <pc:inkChg chg="add">
          <ac:chgData name="Manjita Shrestha" userId="6bba5096-ac8c-4189-8210-97dcbe97ac25" providerId="ADAL" clId="{048BDDE5-6AAE-4BFD-9A54-A3D544FA9405}" dt="2026-09-29T14:37:18.099" v="7299" actId="9405"/>
          <ac:inkMkLst>
            <pc:docMk/>
            <pc:sldMk cId="778646959" sldId="1593"/>
            <ac:inkMk id="599" creationId="{88C0C18B-D727-9528-71E2-E32118435F59}"/>
          </ac:inkMkLst>
        </pc:inkChg>
        <pc:inkChg chg="add del mod">
          <ac:chgData name="Manjita Shrestha" userId="6bba5096-ac8c-4189-8210-97dcbe97ac25" providerId="ADAL" clId="{048BDDE5-6AAE-4BFD-9A54-A3D544FA9405}" dt="2026-09-29T14:37:35.698" v="7339"/>
          <ac:inkMkLst>
            <pc:docMk/>
            <pc:sldMk cId="778646959" sldId="1593"/>
            <ac:inkMk id="601" creationId="{6508E43C-D093-182F-9D87-32B3D8C7868D}"/>
          </ac:inkMkLst>
        </pc:inkChg>
        <pc:inkChg chg="add del mod">
          <ac:chgData name="Manjita Shrestha" userId="6bba5096-ac8c-4189-8210-97dcbe97ac25" providerId="ADAL" clId="{048BDDE5-6AAE-4BFD-9A54-A3D544FA9405}" dt="2026-09-29T14:37:35.698" v="7336"/>
          <ac:inkMkLst>
            <pc:docMk/>
            <pc:sldMk cId="778646959" sldId="1593"/>
            <ac:inkMk id="602" creationId="{D7EC45CA-2909-3CE9-57B5-F9224361BE5F}"/>
          </ac:inkMkLst>
        </pc:inkChg>
        <pc:inkChg chg="add del mod">
          <ac:chgData name="Manjita Shrestha" userId="6bba5096-ac8c-4189-8210-97dcbe97ac25" providerId="ADAL" clId="{048BDDE5-6AAE-4BFD-9A54-A3D544FA9405}" dt="2026-09-29T14:37:35.698" v="7340"/>
          <ac:inkMkLst>
            <pc:docMk/>
            <pc:sldMk cId="778646959" sldId="1593"/>
            <ac:inkMk id="603" creationId="{A1279C3D-DA24-8865-C97E-894262F84677}"/>
          </ac:inkMkLst>
        </pc:inkChg>
        <pc:inkChg chg="add del mod">
          <ac:chgData name="Manjita Shrestha" userId="6bba5096-ac8c-4189-8210-97dcbe97ac25" providerId="ADAL" clId="{048BDDE5-6AAE-4BFD-9A54-A3D544FA9405}" dt="2026-09-29T14:37:35.698" v="7337"/>
          <ac:inkMkLst>
            <pc:docMk/>
            <pc:sldMk cId="778646959" sldId="1593"/>
            <ac:inkMk id="604" creationId="{3AA9D4AC-FC3E-0A1E-5D8E-51C708FE1335}"/>
          </ac:inkMkLst>
        </pc:inkChg>
        <pc:inkChg chg="add del mod">
          <ac:chgData name="Manjita Shrestha" userId="6bba5096-ac8c-4189-8210-97dcbe97ac25" providerId="ADAL" clId="{048BDDE5-6AAE-4BFD-9A54-A3D544FA9405}" dt="2026-09-29T14:37:35.698" v="7338"/>
          <ac:inkMkLst>
            <pc:docMk/>
            <pc:sldMk cId="778646959" sldId="1593"/>
            <ac:inkMk id="605" creationId="{3C534572-F16E-235D-5808-27325D05C39B}"/>
          </ac:inkMkLst>
        </pc:inkChg>
        <pc:inkChg chg="add mod">
          <ac:chgData name="Manjita Shrestha" userId="6bba5096-ac8c-4189-8210-97dcbe97ac25" providerId="ADAL" clId="{048BDDE5-6AAE-4BFD-9A54-A3D544FA9405}" dt="2026-09-29T14:37:35.698" v="7340"/>
          <ac:inkMkLst>
            <pc:docMk/>
            <pc:sldMk cId="778646959" sldId="1593"/>
            <ac:inkMk id="606" creationId="{632A2A5B-C103-CE09-96DF-94FDB0DAE7D3}"/>
          </ac:inkMkLst>
        </pc:inkChg>
        <pc:inkChg chg="add del mod">
          <ac:chgData name="Manjita Shrestha" userId="6bba5096-ac8c-4189-8210-97dcbe97ac25" providerId="ADAL" clId="{048BDDE5-6AAE-4BFD-9A54-A3D544FA9405}" dt="2026-09-29T14:37:35.698" v="7335"/>
          <ac:inkMkLst>
            <pc:docMk/>
            <pc:sldMk cId="778646959" sldId="1593"/>
            <ac:inkMk id="607" creationId="{5E782AD0-50A9-9CB2-039B-712802E7196F}"/>
          </ac:inkMkLst>
        </pc:inkChg>
        <pc:inkChg chg="add">
          <ac:chgData name="Manjita Shrestha" userId="6bba5096-ac8c-4189-8210-97dcbe97ac25" providerId="ADAL" clId="{048BDDE5-6AAE-4BFD-9A54-A3D544FA9405}" dt="2026-09-29T14:37:36.988" v="7341" actId="9405"/>
          <ac:inkMkLst>
            <pc:docMk/>
            <pc:sldMk cId="778646959" sldId="1593"/>
            <ac:inkMk id="609" creationId="{4EE7D34E-E0AE-7248-EC6F-FC02254277AB}"/>
          </ac:inkMkLst>
        </pc:inkChg>
        <pc:inkChg chg="add mod">
          <ac:chgData name="Manjita Shrestha" userId="6bba5096-ac8c-4189-8210-97dcbe97ac25" providerId="ADAL" clId="{048BDDE5-6AAE-4BFD-9A54-A3D544FA9405}" dt="2026-09-29T14:37:46.452" v="7358"/>
          <ac:inkMkLst>
            <pc:docMk/>
            <pc:sldMk cId="778646959" sldId="1593"/>
            <ac:inkMk id="610" creationId="{50B632B0-5720-4CAA-DA44-B242CA313453}"/>
          </ac:inkMkLst>
        </pc:inkChg>
        <pc:inkChg chg="add mod">
          <ac:chgData name="Manjita Shrestha" userId="6bba5096-ac8c-4189-8210-97dcbe97ac25" providerId="ADAL" clId="{048BDDE5-6AAE-4BFD-9A54-A3D544FA9405}" dt="2026-09-29T14:37:46.452" v="7358"/>
          <ac:inkMkLst>
            <pc:docMk/>
            <pc:sldMk cId="778646959" sldId="1593"/>
            <ac:inkMk id="611" creationId="{14DD2F73-75DF-96C4-9E61-FF309C5CD3E5}"/>
          </ac:inkMkLst>
        </pc:inkChg>
        <pc:inkChg chg="add">
          <ac:chgData name="Manjita Shrestha" userId="6bba5096-ac8c-4189-8210-97dcbe97ac25" providerId="ADAL" clId="{048BDDE5-6AAE-4BFD-9A54-A3D544FA9405}" dt="2026-09-29T14:37:38.826" v="7344" actId="9405"/>
          <ac:inkMkLst>
            <pc:docMk/>
            <pc:sldMk cId="778646959" sldId="1593"/>
            <ac:inkMk id="612" creationId="{68974932-5560-C353-A15F-D664E4B546B3}"/>
          </ac:inkMkLst>
        </pc:inkChg>
        <pc:inkChg chg="add mod">
          <ac:chgData name="Manjita Shrestha" userId="6bba5096-ac8c-4189-8210-97dcbe97ac25" providerId="ADAL" clId="{048BDDE5-6AAE-4BFD-9A54-A3D544FA9405}" dt="2026-09-29T14:37:46.452" v="7358"/>
          <ac:inkMkLst>
            <pc:docMk/>
            <pc:sldMk cId="778646959" sldId="1593"/>
            <ac:inkMk id="613" creationId="{D82B5D46-637E-D6B7-A4AE-FA4C09C58808}"/>
          </ac:inkMkLst>
        </pc:inkChg>
        <pc:inkChg chg="add mod">
          <ac:chgData name="Manjita Shrestha" userId="6bba5096-ac8c-4189-8210-97dcbe97ac25" providerId="ADAL" clId="{048BDDE5-6AAE-4BFD-9A54-A3D544FA9405}" dt="2026-09-29T14:37:46.452" v="7358"/>
          <ac:inkMkLst>
            <pc:docMk/>
            <pc:sldMk cId="778646959" sldId="1593"/>
            <ac:inkMk id="614" creationId="{7D954EA7-A31C-6C4E-2978-341A74C0C152}"/>
          </ac:inkMkLst>
        </pc:inkChg>
        <pc:inkChg chg="add">
          <ac:chgData name="Manjita Shrestha" userId="6bba5096-ac8c-4189-8210-97dcbe97ac25" providerId="ADAL" clId="{048BDDE5-6AAE-4BFD-9A54-A3D544FA9405}" dt="2026-09-29T14:37:40.330" v="7347" actId="9405"/>
          <ac:inkMkLst>
            <pc:docMk/>
            <pc:sldMk cId="778646959" sldId="1593"/>
            <ac:inkMk id="615" creationId="{0A29378F-C4BA-A827-13DE-8D046597515D}"/>
          </ac:inkMkLst>
        </pc:inkChg>
        <pc:inkChg chg="add">
          <ac:chgData name="Manjita Shrestha" userId="6bba5096-ac8c-4189-8210-97dcbe97ac25" providerId="ADAL" clId="{048BDDE5-6AAE-4BFD-9A54-A3D544FA9405}" dt="2026-09-29T14:37:41.331" v="7348" actId="9405"/>
          <ac:inkMkLst>
            <pc:docMk/>
            <pc:sldMk cId="778646959" sldId="1593"/>
            <ac:inkMk id="616" creationId="{6550B59C-A3C5-4929-5346-DAD5BC8E1A2C}"/>
          </ac:inkMkLst>
        </pc:inkChg>
        <pc:inkChg chg="add">
          <ac:chgData name="Manjita Shrestha" userId="6bba5096-ac8c-4189-8210-97dcbe97ac25" providerId="ADAL" clId="{048BDDE5-6AAE-4BFD-9A54-A3D544FA9405}" dt="2026-09-29T14:37:42.015" v="7349" actId="9405"/>
          <ac:inkMkLst>
            <pc:docMk/>
            <pc:sldMk cId="778646959" sldId="1593"/>
            <ac:inkMk id="617" creationId="{51B65D9A-7154-9FDD-33DD-AFA2CEF85BC0}"/>
          </ac:inkMkLst>
        </pc:inkChg>
        <pc:inkChg chg="add mod">
          <ac:chgData name="Manjita Shrestha" userId="6bba5096-ac8c-4189-8210-97dcbe97ac25" providerId="ADAL" clId="{048BDDE5-6AAE-4BFD-9A54-A3D544FA9405}" dt="2026-09-29T14:37:46.452" v="7358"/>
          <ac:inkMkLst>
            <pc:docMk/>
            <pc:sldMk cId="778646959" sldId="1593"/>
            <ac:inkMk id="618" creationId="{942526B2-00C8-A165-4902-90497E9334A4}"/>
          </ac:inkMkLst>
        </pc:inkChg>
        <pc:inkChg chg="add mod">
          <ac:chgData name="Manjita Shrestha" userId="6bba5096-ac8c-4189-8210-97dcbe97ac25" providerId="ADAL" clId="{048BDDE5-6AAE-4BFD-9A54-A3D544FA9405}" dt="2026-09-29T14:37:46.452" v="7358"/>
          <ac:inkMkLst>
            <pc:docMk/>
            <pc:sldMk cId="778646959" sldId="1593"/>
            <ac:inkMk id="619" creationId="{D97D7812-92B3-1281-4D3F-84738FACDCE0}"/>
          </ac:inkMkLst>
        </pc:inkChg>
        <pc:inkChg chg="add mod">
          <ac:chgData name="Manjita Shrestha" userId="6bba5096-ac8c-4189-8210-97dcbe97ac25" providerId="ADAL" clId="{048BDDE5-6AAE-4BFD-9A54-A3D544FA9405}" dt="2026-09-29T14:37:46.452" v="7358"/>
          <ac:inkMkLst>
            <pc:docMk/>
            <pc:sldMk cId="778646959" sldId="1593"/>
            <ac:inkMk id="620" creationId="{64789A26-845B-2B46-C9A8-19EE8E229801}"/>
          </ac:inkMkLst>
        </pc:inkChg>
        <pc:inkChg chg="add mod">
          <ac:chgData name="Manjita Shrestha" userId="6bba5096-ac8c-4189-8210-97dcbe97ac25" providerId="ADAL" clId="{048BDDE5-6AAE-4BFD-9A54-A3D544FA9405}" dt="2026-09-29T14:37:46.452" v="7358"/>
          <ac:inkMkLst>
            <pc:docMk/>
            <pc:sldMk cId="778646959" sldId="1593"/>
            <ac:inkMk id="621" creationId="{D8CD34F1-E9F1-2221-8506-2383547137F3}"/>
          </ac:inkMkLst>
        </pc:inkChg>
        <pc:inkChg chg="add">
          <ac:chgData name="Manjita Shrestha" userId="6bba5096-ac8c-4189-8210-97dcbe97ac25" providerId="ADAL" clId="{048BDDE5-6AAE-4BFD-9A54-A3D544FA9405}" dt="2026-09-29T14:37:44.315" v="7354" actId="9405"/>
          <ac:inkMkLst>
            <pc:docMk/>
            <pc:sldMk cId="778646959" sldId="1593"/>
            <ac:inkMk id="622" creationId="{B0080825-72A0-04E0-9BAA-350BB8B2B565}"/>
          </ac:inkMkLst>
        </pc:inkChg>
        <pc:inkChg chg="add">
          <ac:chgData name="Manjita Shrestha" userId="6bba5096-ac8c-4189-8210-97dcbe97ac25" providerId="ADAL" clId="{048BDDE5-6AAE-4BFD-9A54-A3D544FA9405}" dt="2026-09-29T14:37:44.870" v="7355" actId="9405"/>
          <ac:inkMkLst>
            <pc:docMk/>
            <pc:sldMk cId="778646959" sldId="1593"/>
            <ac:inkMk id="623" creationId="{83D6C208-6C24-2DA0-ECD3-50E701BDEC9C}"/>
          </ac:inkMkLst>
        </pc:inkChg>
        <pc:inkChg chg="add mod">
          <ac:chgData name="Manjita Shrestha" userId="6bba5096-ac8c-4189-8210-97dcbe97ac25" providerId="ADAL" clId="{048BDDE5-6AAE-4BFD-9A54-A3D544FA9405}" dt="2026-09-29T14:37:46.452" v="7358"/>
          <ac:inkMkLst>
            <pc:docMk/>
            <pc:sldMk cId="778646959" sldId="1593"/>
            <ac:inkMk id="624" creationId="{DEB13490-B978-25FB-BBE7-427013E19E2D}"/>
          </ac:inkMkLst>
        </pc:inkChg>
        <pc:inkChg chg="add">
          <ac:chgData name="Manjita Shrestha" userId="6bba5096-ac8c-4189-8210-97dcbe97ac25" providerId="ADAL" clId="{048BDDE5-6AAE-4BFD-9A54-A3D544FA9405}" dt="2026-09-29T14:37:45.916" v="7357" actId="9405"/>
          <ac:inkMkLst>
            <pc:docMk/>
            <pc:sldMk cId="778646959" sldId="1593"/>
            <ac:inkMk id="625" creationId="{A6D68D58-3C03-E0F2-7049-8C87CD8F3329}"/>
          </ac:inkMkLst>
        </pc:inkChg>
        <pc:inkChg chg="add mod">
          <ac:chgData name="Manjita Shrestha" userId="6bba5096-ac8c-4189-8210-97dcbe97ac25" providerId="ADAL" clId="{048BDDE5-6AAE-4BFD-9A54-A3D544FA9405}" dt="2026-09-29T14:37:55.486" v="7372"/>
          <ac:inkMkLst>
            <pc:docMk/>
            <pc:sldMk cId="778646959" sldId="1593"/>
            <ac:inkMk id="627" creationId="{D599756B-67DE-ADA7-CD9A-E614A46A6AA4}"/>
          </ac:inkMkLst>
        </pc:inkChg>
        <pc:inkChg chg="add">
          <ac:chgData name="Manjita Shrestha" userId="6bba5096-ac8c-4189-8210-97dcbe97ac25" providerId="ADAL" clId="{048BDDE5-6AAE-4BFD-9A54-A3D544FA9405}" dt="2026-09-29T14:37:50.446" v="7363" actId="9405"/>
          <ac:inkMkLst>
            <pc:docMk/>
            <pc:sldMk cId="778646959" sldId="1593"/>
            <ac:inkMk id="628" creationId="{135727D2-4ABD-F77C-13A1-6B90D5C0DDC8}"/>
          </ac:inkMkLst>
        </pc:inkChg>
        <pc:inkChg chg="add mod">
          <ac:chgData name="Manjita Shrestha" userId="6bba5096-ac8c-4189-8210-97dcbe97ac25" providerId="ADAL" clId="{048BDDE5-6AAE-4BFD-9A54-A3D544FA9405}" dt="2026-09-29T14:37:55.486" v="7372"/>
          <ac:inkMkLst>
            <pc:docMk/>
            <pc:sldMk cId="778646959" sldId="1593"/>
            <ac:inkMk id="629" creationId="{BF3C7E81-D1B7-B868-B666-70A2BE330990}"/>
          </ac:inkMkLst>
        </pc:inkChg>
        <pc:inkChg chg="add mod">
          <ac:chgData name="Manjita Shrestha" userId="6bba5096-ac8c-4189-8210-97dcbe97ac25" providerId="ADAL" clId="{048BDDE5-6AAE-4BFD-9A54-A3D544FA9405}" dt="2026-09-29T14:37:55.486" v="7372"/>
          <ac:inkMkLst>
            <pc:docMk/>
            <pc:sldMk cId="778646959" sldId="1593"/>
            <ac:inkMk id="630" creationId="{4E6FE9CB-AA83-0532-DE55-04B1ADF2FBE9}"/>
          </ac:inkMkLst>
        </pc:inkChg>
        <pc:inkChg chg="add mod">
          <ac:chgData name="Manjita Shrestha" userId="6bba5096-ac8c-4189-8210-97dcbe97ac25" providerId="ADAL" clId="{048BDDE5-6AAE-4BFD-9A54-A3D544FA9405}" dt="2026-09-29T14:41:04.600" v="7543"/>
          <ac:inkMkLst>
            <pc:docMk/>
            <pc:sldMk cId="778646959" sldId="1593"/>
            <ac:inkMk id="631" creationId="{8BE589F6-5D97-2B88-5318-3656AF2EC0B9}"/>
          </ac:inkMkLst>
        </pc:inkChg>
        <pc:inkChg chg="add mod">
          <ac:chgData name="Manjita Shrestha" userId="6bba5096-ac8c-4189-8210-97dcbe97ac25" providerId="ADAL" clId="{048BDDE5-6AAE-4BFD-9A54-A3D544FA9405}" dt="2026-09-29T14:37:55.486" v="7372"/>
          <ac:inkMkLst>
            <pc:docMk/>
            <pc:sldMk cId="778646959" sldId="1593"/>
            <ac:inkMk id="632" creationId="{608C6DE6-6A8B-2030-C2EF-1230199E9ACE}"/>
          </ac:inkMkLst>
        </pc:inkChg>
        <pc:inkChg chg="add mod">
          <ac:chgData name="Manjita Shrestha" userId="6bba5096-ac8c-4189-8210-97dcbe97ac25" providerId="ADAL" clId="{048BDDE5-6AAE-4BFD-9A54-A3D544FA9405}" dt="2026-09-29T14:40:39.358" v="7525"/>
          <ac:inkMkLst>
            <pc:docMk/>
            <pc:sldMk cId="778646959" sldId="1593"/>
            <ac:inkMk id="633" creationId="{702E1D69-BD92-BBF2-3B5F-F753A98A17D0}"/>
          </ac:inkMkLst>
        </pc:inkChg>
        <pc:inkChg chg="add mod">
          <ac:chgData name="Manjita Shrestha" userId="6bba5096-ac8c-4189-8210-97dcbe97ac25" providerId="ADAL" clId="{048BDDE5-6AAE-4BFD-9A54-A3D544FA9405}" dt="2026-09-29T14:38:04.375" v="7387"/>
          <ac:inkMkLst>
            <pc:docMk/>
            <pc:sldMk cId="778646959" sldId="1593"/>
            <ac:inkMk id="634" creationId="{791D4063-922E-3CC1-695A-48E2118B15FB}"/>
          </ac:inkMkLst>
        </pc:inkChg>
        <pc:inkChg chg="add mod">
          <ac:chgData name="Manjita Shrestha" userId="6bba5096-ac8c-4189-8210-97dcbe97ac25" providerId="ADAL" clId="{048BDDE5-6AAE-4BFD-9A54-A3D544FA9405}" dt="2026-09-29T14:38:04.375" v="7387"/>
          <ac:inkMkLst>
            <pc:docMk/>
            <pc:sldMk cId="778646959" sldId="1593"/>
            <ac:inkMk id="635" creationId="{6F9B50B8-AC62-96B6-6CC0-D7F3CAB72D89}"/>
          </ac:inkMkLst>
        </pc:inkChg>
        <pc:inkChg chg="add mod">
          <ac:chgData name="Manjita Shrestha" userId="6bba5096-ac8c-4189-8210-97dcbe97ac25" providerId="ADAL" clId="{048BDDE5-6AAE-4BFD-9A54-A3D544FA9405}" dt="2026-09-29T14:38:04.375" v="7387"/>
          <ac:inkMkLst>
            <pc:docMk/>
            <pc:sldMk cId="778646959" sldId="1593"/>
            <ac:inkMk id="636" creationId="{5DC78021-C0F6-3523-6617-206FBFD57980}"/>
          </ac:inkMkLst>
        </pc:inkChg>
        <pc:inkChg chg="add">
          <ac:chgData name="Manjita Shrestha" userId="6bba5096-ac8c-4189-8210-97dcbe97ac25" providerId="ADAL" clId="{048BDDE5-6AAE-4BFD-9A54-A3D544FA9405}" dt="2026-09-29T14:37:59.287" v="7379" actId="9405"/>
          <ac:inkMkLst>
            <pc:docMk/>
            <pc:sldMk cId="778646959" sldId="1593"/>
            <ac:inkMk id="639" creationId="{C1D40AC0-66E6-DAA5-897D-CDCCA0D4A4A3}"/>
          </ac:inkMkLst>
        </pc:inkChg>
        <pc:inkChg chg="add mod">
          <ac:chgData name="Manjita Shrestha" userId="6bba5096-ac8c-4189-8210-97dcbe97ac25" providerId="ADAL" clId="{048BDDE5-6AAE-4BFD-9A54-A3D544FA9405}" dt="2026-09-29T14:40:35.797" v="7521"/>
          <ac:inkMkLst>
            <pc:docMk/>
            <pc:sldMk cId="778646959" sldId="1593"/>
            <ac:inkMk id="640" creationId="{272299E3-DA11-3594-0444-31A5DF4990A1}"/>
          </ac:inkMkLst>
        </pc:inkChg>
        <pc:inkChg chg="add mod">
          <ac:chgData name="Manjita Shrestha" userId="6bba5096-ac8c-4189-8210-97dcbe97ac25" providerId="ADAL" clId="{048BDDE5-6AAE-4BFD-9A54-A3D544FA9405}" dt="2026-09-29T14:38:04.375" v="7387"/>
          <ac:inkMkLst>
            <pc:docMk/>
            <pc:sldMk cId="778646959" sldId="1593"/>
            <ac:inkMk id="641" creationId="{A3CF6717-D04F-F2DE-F88E-03CEF83726B6}"/>
          </ac:inkMkLst>
        </pc:inkChg>
        <pc:inkChg chg="add mod">
          <ac:chgData name="Manjita Shrestha" userId="6bba5096-ac8c-4189-8210-97dcbe97ac25" providerId="ADAL" clId="{048BDDE5-6AAE-4BFD-9A54-A3D544FA9405}" dt="2026-09-29T14:40:35.797" v="7521"/>
          <ac:inkMkLst>
            <pc:docMk/>
            <pc:sldMk cId="778646959" sldId="1593"/>
            <ac:inkMk id="642" creationId="{67FD525C-071B-CC25-3DF0-39A6E72FF1CE}"/>
          </ac:inkMkLst>
        </pc:inkChg>
        <pc:inkChg chg="add mod">
          <ac:chgData name="Manjita Shrestha" userId="6bba5096-ac8c-4189-8210-97dcbe97ac25" providerId="ADAL" clId="{048BDDE5-6AAE-4BFD-9A54-A3D544FA9405}" dt="2026-09-29T14:40:35.797" v="7521"/>
          <ac:inkMkLst>
            <pc:docMk/>
            <pc:sldMk cId="778646959" sldId="1593"/>
            <ac:inkMk id="643" creationId="{2EE3C1D7-34EE-09E2-307F-2F85452199E3}"/>
          </ac:inkMkLst>
        </pc:inkChg>
        <pc:inkChg chg="add">
          <ac:chgData name="Manjita Shrestha" userId="6bba5096-ac8c-4189-8210-97dcbe97ac25" providerId="ADAL" clId="{048BDDE5-6AAE-4BFD-9A54-A3D544FA9405}" dt="2026-09-29T14:38:02.735" v="7384" actId="9405"/>
          <ac:inkMkLst>
            <pc:docMk/>
            <pc:sldMk cId="778646959" sldId="1593"/>
            <ac:inkMk id="644" creationId="{CCC2A6F6-4F66-83D4-D5DB-988B61A9313F}"/>
          </ac:inkMkLst>
        </pc:inkChg>
        <pc:inkChg chg="add">
          <ac:chgData name="Manjita Shrestha" userId="6bba5096-ac8c-4189-8210-97dcbe97ac25" providerId="ADAL" clId="{048BDDE5-6AAE-4BFD-9A54-A3D544FA9405}" dt="2026-09-29T14:38:03.428" v="7385" actId="9405"/>
          <ac:inkMkLst>
            <pc:docMk/>
            <pc:sldMk cId="778646959" sldId="1593"/>
            <ac:inkMk id="645" creationId="{374F3A24-6CC4-789B-6B40-8572FD47E35A}"/>
          </ac:inkMkLst>
        </pc:inkChg>
        <pc:inkChg chg="add mod">
          <ac:chgData name="Manjita Shrestha" userId="6bba5096-ac8c-4189-8210-97dcbe97ac25" providerId="ADAL" clId="{048BDDE5-6AAE-4BFD-9A54-A3D544FA9405}" dt="2026-09-29T14:41:04.600" v="7543"/>
          <ac:inkMkLst>
            <pc:docMk/>
            <pc:sldMk cId="778646959" sldId="1593"/>
            <ac:inkMk id="646" creationId="{41FD80E8-34F4-90A7-B2C0-33BD5CB9D4C1}"/>
          </ac:inkMkLst>
        </pc:inkChg>
        <pc:inkChg chg="add mod">
          <ac:chgData name="Manjita Shrestha" userId="6bba5096-ac8c-4189-8210-97dcbe97ac25" providerId="ADAL" clId="{048BDDE5-6AAE-4BFD-9A54-A3D544FA9405}" dt="2026-09-29T14:38:11.464" v="7404"/>
          <ac:inkMkLst>
            <pc:docMk/>
            <pc:sldMk cId="778646959" sldId="1593"/>
            <ac:inkMk id="648" creationId="{E72B897D-A0B8-0CB6-AA95-18E744D9C354}"/>
          </ac:inkMkLst>
        </pc:inkChg>
        <pc:inkChg chg="add mod">
          <ac:chgData name="Manjita Shrestha" userId="6bba5096-ac8c-4189-8210-97dcbe97ac25" providerId="ADAL" clId="{048BDDE5-6AAE-4BFD-9A54-A3D544FA9405}" dt="2026-09-29T14:38:11.464" v="7404"/>
          <ac:inkMkLst>
            <pc:docMk/>
            <pc:sldMk cId="778646959" sldId="1593"/>
            <ac:inkMk id="649" creationId="{C1334D7B-0324-BC0C-C129-A3D838589250}"/>
          </ac:inkMkLst>
        </pc:inkChg>
        <pc:inkChg chg="add mod">
          <ac:chgData name="Manjita Shrestha" userId="6bba5096-ac8c-4189-8210-97dcbe97ac25" providerId="ADAL" clId="{048BDDE5-6AAE-4BFD-9A54-A3D544FA9405}" dt="2026-09-29T14:38:11.464" v="7404"/>
          <ac:inkMkLst>
            <pc:docMk/>
            <pc:sldMk cId="778646959" sldId="1593"/>
            <ac:inkMk id="650" creationId="{D55031E1-4669-4397-71EC-A99A84D56909}"/>
          </ac:inkMkLst>
        </pc:inkChg>
        <pc:inkChg chg="add">
          <ac:chgData name="Manjita Shrestha" userId="6bba5096-ac8c-4189-8210-97dcbe97ac25" providerId="ADAL" clId="{048BDDE5-6AAE-4BFD-9A54-A3D544FA9405}" dt="2026-09-29T14:38:11.467" v="7405" actId="9405"/>
          <ac:inkMkLst>
            <pc:docMk/>
            <pc:sldMk cId="778646959" sldId="1593"/>
            <ac:inkMk id="652" creationId="{42E19B81-353E-B322-EE2D-83F444F2B0A7}"/>
          </ac:inkMkLst>
        </pc:inkChg>
        <pc:inkChg chg="add mod">
          <ac:chgData name="Manjita Shrestha" userId="6bba5096-ac8c-4189-8210-97dcbe97ac25" providerId="ADAL" clId="{048BDDE5-6AAE-4BFD-9A54-A3D544FA9405}" dt="2026-09-29T14:40:39.358" v="7525"/>
          <ac:inkMkLst>
            <pc:docMk/>
            <pc:sldMk cId="778646959" sldId="1593"/>
            <ac:inkMk id="653" creationId="{D72E34A1-7B8B-9C6F-0B55-B072936BEEA5}"/>
          </ac:inkMkLst>
        </pc:inkChg>
        <pc:inkChg chg="add">
          <ac:chgData name="Manjita Shrestha" userId="6bba5096-ac8c-4189-8210-97dcbe97ac25" providerId="ADAL" clId="{048BDDE5-6AAE-4BFD-9A54-A3D544FA9405}" dt="2026-09-29T14:38:12.456" v="7407" actId="9405"/>
          <ac:inkMkLst>
            <pc:docMk/>
            <pc:sldMk cId="778646959" sldId="1593"/>
            <ac:inkMk id="654" creationId="{97035592-567A-80B8-7541-2352EBDEDB7A}"/>
          </ac:inkMkLst>
        </pc:inkChg>
        <pc:inkChg chg="add">
          <ac:chgData name="Manjita Shrestha" userId="6bba5096-ac8c-4189-8210-97dcbe97ac25" providerId="ADAL" clId="{048BDDE5-6AAE-4BFD-9A54-A3D544FA9405}" dt="2026-09-29T14:38:12.980" v="7408" actId="9405"/>
          <ac:inkMkLst>
            <pc:docMk/>
            <pc:sldMk cId="778646959" sldId="1593"/>
            <ac:inkMk id="655" creationId="{0463AE21-F589-308D-D3DB-484C71AF59CD}"/>
          </ac:inkMkLst>
        </pc:inkChg>
        <pc:inkChg chg="add mod">
          <ac:chgData name="Manjita Shrestha" userId="6bba5096-ac8c-4189-8210-97dcbe97ac25" providerId="ADAL" clId="{048BDDE5-6AAE-4BFD-9A54-A3D544FA9405}" dt="2026-09-29T14:38:27.501" v="7417"/>
          <ac:inkMkLst>
            <pc:docMk/>
            <pc:sldMk cId="778646959" sldId="1593"/>
            <ac:inkMk id="656" creationId="{5ABDC5D9-E809-F336-7BA1-DFC9602C779B}"/>
          </ac:inkMkLst>
        </pc:inkChg>
        <pc:inkChg chg="add mod">
          <ac:chgData name="Manjita Shrestha" userId="6bba5096-ac8c-4189-8210-97dcbe97ac25" providerId="ADAL" clId="{048BDDE5-6AAE-4BFD-9A54-A3D544FA9405}" dt="2026-09-29T14:41:04.600" v="7543"/>
          <ac:inkMkLst>
            <pc:docMk/>
            <pc:sldMk cId="778646959" sldId="1593"/>
            <ac:inkMk id="657" creationId="{8020718A-79BC-1ACF-2028-0D9D5DB273BF}"/>
          </ac:inkMkLst>
        </pc:inkChg>
        <pc:inkChg chg="add">
          <ac:chgData name="Manjita Shrestha" userId="6bba5096-ac8c-4189-8210-97dcbe97ac25" providerId="ADAL" clId="{048BDDE5-6AAE-4BFD-9A54-A3D544FA9405}" dt="2026-09-29T14:38:14.691" v="7411" actId="9405"/>
          <ac:inkMkLst>
            <pc:docMk/>
            <pc:sldMk cId="778646959" sldId="1593"/>
            <ac:inkMk id="658" creationId="{1009D1B0-AC65-0D26-E246-C0DE71CB5A83}"/>
          </ac:inkMkLst>
        </pc:inkChg>
        <pc:inkChg chg="add mod">
          <ac:chgData name="Manjita Shrestha" userId="6bba5096-ac8c-4189-8210-97dcbe97ac25" providerId="ADAL" clId="{048BDDE5-6AAE-4BFD-9A54-A3D544FA9405}" dt="2026-09-29T14:38:27.501" v="7417"/>
          <ac:inkMkLst>
            <pc:docMk/>
            <pc:sldMk cId="778646959" sldId="1593"/>
            <ac:inkMk id="659" creationId="{05F1C64A-4462-D3F1-655F-E870BEBB1618}"/>
          </ac:inkMkLst>
        </pc:inkChg>
        <pc:inkChg chg="add">
          <ac:chgData name="Manjita Shrestha" userId="6bba5096-ac8c-4189-8210-97dcbe97ac25" providerId="ADAL" clId="{048BDDE5-6AAE-4BFD-9A54-A3D544FA9405}" dt="2026-09-29T14:38:16.763" v="7413" actId="9405"/>
          <ac:inkMkLst>
            <pc:docMk/>
            <pc:sldMk cId="778646959" sldId="1593"/>
            <ac:inkMk id="660" creationId="{81404CCC-95A8-0726-B662-6F19CFC81F40}"/>
          </ac:inkMkLst>
        </pc:inkChg>
        <pc:inkChg chg="add mod">
          <ac:chgData name="Manjita Shrestha" userId="6bba5096-ac8c-4189-8210-97dcbe97ac25" providerId="ADAL" clId="{048BDDE5-6AAE-4BFD-9A54-A3D544FA9405}" dt="2026-09-29T14:41:04.600" v="7543"/>
          <ac:inkMkLst>
            <pc:docMk/>
            <pc:sldMk cId="778646959" sldId="1593"/>
            <ac:inkMk id="661" creationId="{14FABD45-83C3-BB0E-40AF-FF2B9E0A171B}"/>
          </ac:inkMkLst>
        </pc:inkChg>
        <pc:inkChg chg="add del">
          <ac:chgData name="Manjita Shrestha" userId="6bba5096-ac8c-4189-8210-97dcbe97ac25" providerId="ADAL" clId="{048BDDE5-6AAE-4BFD-9A54-A3D544FA9405}" dt="2026-09-29T14:40:35.799" v="7524"/>
          <ac:inkMkLst>
            <pc:docMk/>
            <pc:sldMk cId="778646959" sldId="1593"/>
            <ac:inkMk id="663" creationId="{A4DD095E-B515-6E53-2488-F99DDDF631BF}"/>
          </ac:inkMkLst>
        </pc:inkChg>
        <pc:inkChg chg="add">
          <ac:chgData name="Manjita Shrestha" userId="6bba5096-ac8c-4189-8210-97dcbe97ac25" providerId="ADAL" clId="{048BDDE5-6AAE-4BFD-9A54-A3D544FA9405}" dt="2026-09-29T14:38:36.067" v="7428" actId="9405"/>
          <ac:inkMkLst>
            <pc:docMk/>
            <pc:sldMk cId="778646959" sldId="1593"/>
            <ac:inkMk id="665" creationId="{5D06A3D3-9227-749C-1257-141DAA6D732C}"/>
          </ac:inkMkLst>
        </pc:inkChg>
        <pc:inkChg chg="add">
          <ac:chgData name="Manjita Shrestha" userId="6bba5096-ac8c-4189-8210-97dcbe97ac25" providerId="ADAL" clId="{048BDDE5-6AAE-4BFD-9A54-A3D544FA9405}" dt="2026-09-29T14:38:40.131" v="7429" actId="9405"/>
          <ac:inkMkLst>
            <pc:docMk/>
            <pc:sldMk cId="778646959" sldId="1593"/>
            <ac:inkMk id="666" creationId="{7CC22EB0-93B1-E325-12EF-13E748184ADC}"/>
          </ac:inkMkLst>
        </pc:inkChg>
        <pc:inkChg chg="add mod">
          <ac:chgData name="Manjita Shrestha" userId="6bba5096-ac8c-4189-8210-97dcbe97ac25" providerId="ADAL" clId="{048BDDE5-6AAE-4BFD-9A54-A3D544FA9405}" dt="2026-09-29T14:39:03.414" v="7441"/>
          <ac:inkMkLst>
            <pc:docMk/>
            <pc:sldMk cId="778646959" sldId="1593"/>
            <ac:inkMk id="667" creationId="{E81C5E55-A0DD-A507-7A13-00F045F9D639}"/>
          </ac:inkMkLst>
        </pc:inkChg>
        <pc:inkChg chg="add mod">
          <ac:chgData name="Manjita Shrestha" userId="6bba5096-ac8c-4189-8210-97dcbe97ac25" providerId="ADAL" clId="{048BDDE5-6AAE-4BFD-9A54-A3D544FA9405}" dt="2026-09-29T14:39:03.414" v="7441"/>
          <ac:inkMkLst>
            <pc:docMk/>
            <pc:sldMk cId="778646959" sldId="1593"/>
            <ac:inkMk id="668" creationId="{A4F481E7-E443-A4FB-1A56-47E4EF3AF517}"/>
          </ac:inkMkLst>
        </pc:inkChg>
        <pc:inkChg chg="add">
          <ac:chgData name="Manjita Shrestha" userId="6bba5096-ac8c-4189-8210-97dcbe97ac25" providerId="ADAL" clId="{048BDDE5-6AAE-4BFD-9A54-A3D544FA9405}" dt="2026-09-29T14:38:53.744" v="7432" actId="9405"/>
          <ac:inkMkLst>
            <pc:docMk/>
            <pc:sldMk cId="778646959" sldId="1593"/>
            <ac:inkMk id="669" creationId="{A3340EA1-97AB-EDE9-E98F-C3D432E6BC8B}"/>
          </ac:inkMkLst>
        </pc:inkChg>
        <pc:inkChg chg="add mod">
          <ac:chgData name="Manjita Shrestha" userId="6bba5096-ac8c-4189-8210-97dcbe97ac25" providerId="ADAL" clId="{048BDDE5-6AAE-4BFD-9A54-A3D544FA9405}" dt="2026-09-29T14:39:03.414" v="7441"/>
          <ac:inkMkLst>
            <pc:docMk/>
            <pc:sldMk cId="778646959" sldId="1593"/>
            <ac:inkMk id="670" creationId="{38B0ADED-C377-7FCB-4CCB-DFD1CBC7E0A5}"/>
          </ac:inkMkLst>
        </pc:inkChg>
        <pc:inkChg chg="add mod">
          <ac:chgData name="Manjita Shrestha" userId="6bba5096-ac8c-4189-8210-97dcbe97ac25" providerId="ADAL" clId="{048BDDE5-6AAE-4BFD-9A54-A3D544FA9405}" dt="2026-09-29T14:39:03.414" v="7441"/>
          <ac:inkMkLst>
            <pc:docMk/>
            <pc:sldMk cId="778646959" sldId="1593"/>
            <ac:inkMk id="671" creationId="{5BCFC6FB-DAA1-B811-C781-46AA1B1365BD}"/>
          </ac:inkMkLst>
        </pc:inkChg>
        <pc:inkChg chg="add mod">
          <ac:chgData name="Manjita Shrestha" userId="6bba5096-ac8c-4189-8210-97dcbe97ac25" providerId="ADAL" clId="{048BDDE5-6AAE-4BFD-9A54-A3D544FA9405}" dt="2026-09-29T14:39:03.414" v="7441"/>
          <ac:inkMkLst>
            <pc:docMk/>
            <pc:sldMk cId="778646959" sldId="1593"/>
            <ac:inkMk id="672" creationId="{CB7B849C-A2A7-234D-DABA-B59BAC061C59}"/>
          </ac:inkMkLst>
        </pc:inkChg>
        <pc:inkChg chg="add mod">
          <ac:chgData name="Manjita Shrestha" userId="6bba5096-ac8c-4189-8210-97dcbe97ac25" providerId="ADAL" clId="{048BDDE5-6AAE-4BFD-9A54-A3D544FA9405}" dt="2026-09-29T14:39:03.414" v="7441"/>
          <ac:inkMkLst>
            <pc:docMk/>
            <pc:sldMk cId="778646959" sldId="1593"/>
            <ac:inkMk id="673" creationId="{1CAD09EC-C52C-57D5-AF54-7460BF560865}"/>
          </ac:inkMkLst>
        </pc:inkChg>
        <pc:inkChg chg="add mod">
          <ac:chgData name="Manjita Shrestha" userId="6bba5096-ac8c-4189-8210-97dcbe97ac25" providerId="ADAL" clId="{048BDDE5-6AAE-4BFD-9A54-A3D544FA9405}" dt="2026-09-29T14:39:03.414" v="7441"/>
          <ac:inkMkLst>
            <pc:docMk/>
            <pc:sldMk cId="778646959" sldId="1593"/>
            <ac:inkMk id="674" creationId="{86696B29-3C3B-AECB-5FA0-AFF6145B586E}"/>
          </ac:inkMkLst>
        </pc:inkChg>
        <pc:inkChg chg="add">
          <ac:chgData name="Manjita Shrestha" userId="6bba5096-ac8c-4189-8210-97dcbe97ac25" providerId="ADAL" clId="{048BDDE5-6AAE-4BFD-9A54-A3D544FA9405}" dt="2026-09-29T14:39:00.545" v="7438" actId="9405"/>
          <ac:inkMkLst>
            <pc:docMk/>
            <pc:sldMk cId="778646959" sldId="1593"/>
            <ac:inkMk id="675" creationId="{6F85EC7D-7FB0-5C87-0DF5-49D0D7F3A61A}"/>
          </ac:inkMkLst>
        </pc:inkChg>
        <pc:inkChg chg="add mod">
          <ac:chgData name="Manjita Shrestha" userId="6bba5096-ac8c-4189-8210-97dcbe97ac25" providerId="ADAL" clId="{048BDDE5-6AAE-4BFD-9A54-A3D544FA9405}" dt="2026-09-29T14:39:03.414" v="7441"/>
          <ac:inkMkLst>
            <pc:docMk/>
            <pc:sldMk cId="778646959" sldId="1593"/>
            <ac:inkMk id="676" creationId="{ACC81252-7F83-E8B3-8AD3-F8BFCDD2667F}"/>
          </ac:inkMkLst>
        </pc:inkChg>
        <pc:inkChg chg="add mod">
          <ac:chgData name="Manjita Shrestha" userId="6bba5096-ac8c-4189-8210-97dcbe97ac25" providerId="ADAL" clId="{048BDDE5-6AAE-4BFD-9A54-A3D544FA9405}" dt="2026-09-29T14:39:03.414" v="7441"/>
          <ac:inkMkLst>
            <pc:docMk/>
            <pc:sldMk cId="778646959" sldId="1593"/>
            <ac:inkMk id="677" creationId="{F0780452-D52C-92BD-6174-C781CE3E9A63}"/>
          </ac:inkMkLst>
        </pc:inkChg>
        <pc:inkChg chg="add del">
          <ac:chgData name="Manjita Shrestha" userId="6bba5096-ac8c-4189-8210-97dcbe97ac25" providerId="ADAL" clId="{048BDDE5-6AAE-4BFD-9A54-A3D544FA9405}" dt="2026-09-29T14:39:36.432" v="7471"/>
          <ac:inkMkLst>
            <pc:docMk/>
            <pc:sldMk cId="778646959" sldId="1593"/>
            <ac:inkMk id="679" creationId="{0694823E-D1E0-B60E-A474-B472DB44D79E}"/>
          </ac:inkMkLst>
        </pc:inkChg>
        <pc:inkChg chg="add del">
          <ac:chgData name="Manjita Shrestha" userId="6bba5096-ac8c-4189-8210-97dcbe97ac25" providerId="ADAL" clId="{048BDDE5-6AAE-4BFD-9A54-A3D544FA9405}" dt="2026-09-29T14:39:32.408" v="7459"/>
          <ac:inkMkLst>
            <pc:docMk/>
            <pc:sldMk cId="778646959" sldId="1593"/>
            <ac:inkMk id="680" creationId="{F54C18CD-12F4-52EE-8968-DC1F710990BC}"/>
          </ac:inkMkLst>
        </pc:inkChg>
        <pc:inkChg chg="add mod">
          <ac:chgData name="Manjita Shrestha" userId="6bba5096-ac8c-4189-8210-97dcbe97ac25" providerId="ADAL" clId="{048BDDE5-6AAE-4BFD-9A54-A3D544FA9405}" dt="2026-09-29T14:39:45.901" v="7485"/>
          <ac:inkMkLst>
            <pc:docMk/>
            <pc:sldMk cId="778646959" sldId="1593"/>
            <ac:inkMk id="681" creationId="{A9916F38-783F-D170-7BEB-56D2C295582C}"/>
          </ac:inkMkLst>
        </pc:inkChg>
        <pc:inkChg chg="add mod">
          <ac:chgData name="Manjita Shrestha" userId="6bba5096-ac8c-4189-8210-97dcbe97ac25" providerId="ADAL" clId="{048BDDE5-6AAE-4BFD-9A54-A3D544FA9405}" dt="2026-09-29T14:39:45.901" v="7485"/>
          <ac:inkMkLst>
            <pc:docMk/>
            <pc:sldMk cId="778646959" sldId="1593"/>
            <ac:inkMk id="682" creationId="{5DB9B7BB-B0F3-93B7-E1F8-625A1EE7A8E7}"/>
          </ac:inkMkLst>
        </pc:inkChg>
        <pc:inkChg chg="add mod">
          <ac:chgData name="Manjita Shrestha" userId="6bba5096-ac8c-4189-8210-97dcbe97ac25" providerId="ADAL" clId="{048BDDE5-6AAE-4BFD-9A54-A3D544FA9405}" dt="2026-09-29T14:39:45.901" v="7485"/>
          <ac:inkMkLst>
            <pc:docMk/>
            <pc:sldMk cId="778646959" sldId="1593"/>
            <ac:inkMk id="683" creationId="{078A0F8F-FCD9-99A9-EF5A-EF29E933594D}"/>
          </ac:inkMkLst>
        </pc:inkChg>
        <pc:inkChg chg="add mod">
          <ac:chgData name="Manjita Shrestha" userId="6bba5096-ac8c-4189-8210-97dcbe97ac25" providerId="ADAL" clId="{048BDDE5-6AAE-4BFD-9A54-A3D544FA9405}" dt="2026-09-29T14:39:54.451" v="7496"/>
          <ac:inkMkLst>
            <pc:docMk/>
            <pc:sldMk cId="778646959" sldId="1593"/>
            <ac:inkMk id="684" creationId="{A643EC90-B77E-42FB-D28D-92CAE62627F2}"/>
          </ac:inkMkLst>
        </pc:inkChg>
        <pc:inkChg chg="add">
          <ac:chgData name="Manjita Shrestha" userId="6bba5096-ac8c-4189-8210-97dcbe97ac25" providerId="ADAL" clId="{048BDDE5-6AAE-4BFD-9A54-A3D544FA9405}" dt="2026-09-29T14:39:42.350" v="7481" actId="9405"/>
          <ac:inkMkLst>
            <pc:docMk/>
            <pc:sldMk cId="778646959" sldId="1593"/>
            <ac:inkMk id="685" creationId="{AA369632-91D3-E7F1-2614-3833C9A1815A}"/>
          </ac:inkMkLst>
        </pc:inkChg>
        <pc:inkChg chg="add mod">
          <ac:chgData name="Manjita Shrestha" userId="6bba5096-ac8c-4189-8210-97dcbe97ac25" providerId="ADAL" clId="{048BDDE5-6AAE-4BFD-9A54-A3D544FA9405}" dt="2026-09-29T14:39:45.901" v="7485"/>
          <ac:inkMkLst>
            <pc:docMk/>
            <pc:sldMk cId="778646959" sldId="1593"/>
            <ac:inkMk id="686" creationId="{97087997-7822-2D42-64E8-52CB3F708313}"/>
          </ac:inkMkLst>
        </pc:inkChg>
        <pc:inkChg chg="add mod">
          <ac:chgData name="Manjita Shrestha" userId="6bba5096-ac8c-4189-8210-97dcbe97ac25" providerId="ADAL" clId="{048BDDE5-6AAE-4BFD-9A54-A3D544FA9405}" dt="2026-09-29T14:39:54.451" v="7496"/>
          <ac:inkMkLst>
            <pc:docMk/>
            <pc:sldMk cId="778646959" sldId="1593"/>
            <ac:inkMk id="687" creationId="{B7573AC9-440E-2C50-FC0C-618D7582FB59}"/>
          </ac:inkMkLst>
        </pc:inkChg>
        <pc:inkChg chg="add mod">
          <ac:chgData name="Manjita Shrestha" userId="6bba5096-ac8c-4189-8210-97dcbe97ac25" providerId="ADAL" clId="{048BDDE5-6AAE-4BFD-9A54-A3D544FA9405}" dt="2026-09-29T14:39:54.451" v="7496"/>
          <ac:inkMkLst>
            <pc:docMk/>
            <pc:sldMk cId="778646959" sldId="1593"/>
            <ac:inkMk id="688" creationId="{E83E99C0-C6B5-E4D1-22FA-1B10CC0A20FC}"/>
          </ac:inkMkLst>
        </pc:inkChg>
        <pc:inkChg chg="add">
          <ac:chgData name="Manjita Shrestha" userId="6bba5096-ac8c-4189-8210-97dcbe97ac25" providerId="ADAL" clId="{048BDDE5-6AAE-4BFD-9A54-A3D544FA9405}" dt="2026-09-29T14:39:46.881" v="7486" actId="9405"/>
          <ac:inkMkLst>
            <pc:docMk/>
            <pc:sldMk cId="778646959" sldId="1593"/>
            <ac:inkMk id="691" creationId="{2575C64D-441F-B474-65FA-92D774B13F0F}"/>
          </ac:inkMkLst>
        </pc:inkChg>
        <pc:inkChg chg="add">
          <ac:chgData name="Manjita Shrestha" userId="6bba5096-ac8c-4189-8210-97dcbe97ac25" providerId="ADAL" clId="{048BDDE5-6AAE-4BFD-9A54-A3D544FA9405}" dt="2026-09-29T14:39:47.660" v="7487" actId="9405"/>
          <ac:inkMkLst>
            <pc:docMk/>
            <pc:sldMk cId="778646959" sldId="1593"/>
            <ac:inkMk id="692" creationId="{C42A574E-3427-FC75-E854-E0C76B11D9FD}"/>
          </ac:inkMkLst>
        </pc:inkChg>
        <pc:inkChg chg="add">
          <ac:chgData name="Manjita Shrestha" userId="6bba5096-ac8c-4189-8210-97dcbe97ac25" providerId="ADAL" clId="{048BDDE5-6AAE-4BFD-9A54-A3D544FA9405}" dt="2026-09-29T14:39:48.166" v="7488" actId="9405"/>
          <ac:inkMkLst>
            <pc:docMk/>
            <pc:sldMk cId="778646959" sldId="1593"/>
            <ac:inkMk id="693" creationId="{233BC01E-CB84-BC8E-05CF-07E15F9E08C8}"/>
          </ac:inkMkLst>
        </pc:inkChg>
        <pc:inkChg chg="add mod">
          <ac:chgData name="Manjita Shrestha" userId="6bba5096-ac8c-4189-8210-97dcbe97ac25" providerId="ADAL" clId="{048BDDE5-6AAE-4BFD-9A54-A3D544FA9405}" dt="2026-09-29T14:39:54.451" v="7496"/>
          <ac:inkMkLst>
            <pc:docMk/>
            <pc:sldMk cId="778646959" sldId="1593"/>
            <ac:inkMk id="694" creationId="{64C4CD82-55CB-7743-B764-BAE5AE093763}"/>
          </ac:inkMkLst>
        </pc:inkChg>
        <pc:inkChg chg="add">
          <ac:chgData name="Manjita Shrestha" userId="6bba5096-ac8c-4189-8210-97dcbe97ac25" providerId="ADAL" clId="{048BDDE5-6AAE-4BFD-9A54-A3D544FA9405}" dt="2026-09-29T14:39:50.029" v="7490" actId="9405"/>
          <ac:inkMkLst>
            <pc:docMk/>
            <pc:sldMk cId="778646959" sldId="1593"/>
            <ac:inkMk id="695" creationId="{D8FE2E01-A8C1-B71B-25A7-2B767F2EB5AA}"/>
          </ac:inkMkLst>
        </pc:inkChg>
        <pc:inkChg chg="add">
          <ac:chgData name="Manjita Shrestha" userId="6bba5096-ac8c-4189-8210-97dcbe97ac25" providerId="ADAL" clId="{048BDDE5-6AAE-4BFD-9A54-A3D544FA9405}" dt="2026-09-29T14:39:50.680" v="7491" actId="9405"/>
          <ac:inkMkLst>
            <pc:docMk/>
            <pc:sldMk cId="778646959" sldId="1593"/>
            <ac:inkMk id="696" creationId="{2FD95DE8-7FB9-4080-7BBC-E2A93016FB7F}"/>
          </ac:inkMkLst>
        </pc:inkChg>
        <pc:inkChg chg="add mod">
          <ac:chgData name="Manjita Shrestha" userId="6bba5096-ac8c-4189-8210-97dcbe97ac25" providerId="ADAL" clId="{048BDDE5-6AAE-4BFD-9A54-A3D544FA9405}" dt="2026-09-29T14:39:54.451" v="7496"/>
          <ac:inkMkLst>
            <pc:docMk/>
            <pc:sldMk cId="778646959" sldId="1593"/>
            <ac:inkMk id="697" creationId="{848C8737-FD91-E309-0410-37ECE60DE5C4}"/>
          </ac:inkMkLst>
        </pc:inkChg>
        <pc:inkChg chg="add mod">
          <ac:chgData name="Manjita Shrestha" userId="6bba5096-ac8c-4189-8210-97dcbe97ac25" providerId="ADAL" clId="{048BDDE5-6AAE-4BFD-9A54-A3D544FA9405}" dt="2026-09-29T14:39:54.451" v="7496"/>
          <ac:inkMkLst>
            <pc:docMk/>
            <pc:sldMk cId="778646959" sldId="1593"/>
            <ac:inkMk id="698" creationId="{41567145-C1F8-C459-04D3-06BB2726356E}"/>
          </ac:inkMkLst>
        </pc:inkChg>
        <pc:inkChg chg="add mod">
          <ac:chgData name="Manjita Shrestha" userId="6bba5096-ac8c-4189-8210-97dcbe97ac25" providerId="ADAL" clId="{048BDDE5-6AAE-4BFD-9A54-A3D544FA9405}" dt="2026-09-29T14:39:54.451" v="7496"/>
          <ac:inkMkLst>
            <pc:docMk/>
            <pc:sldMk cId="778646959" sldId="1593"/>
            <ac:inkMk id="699" creationId="{793A023F-6137-7453-6E85-C3BAAC5C5A1B}"/>
          </ac:inkMkLst>
        </pc:inkChg>
        <pc:inkChg chg="add mod">
          <ac:chgData name="Manjita Shrestha" userId="6bba5096-ac8c-4189-8210-97dcbe97ac25" providerId="ADAL" clId="{048BDDE5-6AAE-4BFD-9A54-A3D544FA9405}" dt="2026-09-29T14:39:54.451" v="7496"/>
          <ac:inkMkLst>
            <pc:docMk/>
            <pc:sldMk cId="778646959" sldId="1593"/>
            <ac:inkMk id="700" creationId="{4DA7CED2-0018-D5B7-9BD5-BEB9371D5F10}"/>
          </ac:inkMkLst>
        </pc:inkChg>
        <pc:inkChg chg="add mod">
          <ac:chgData name="Manjita Shrestha" userId="6bba5096-ac8c-4189-8210-97dcbe97ac25" providerId="ADAL" clId="{048BDDE5-6AAE-4BFD-9A54-A3D544FA9405}" dt="2026-09-29T14:40:21.041" v="7513"/>
          <ac:inkMkLst>
            <pc:docMk/>
            <pc:sldMk cId="778646959" sldId="1593"/>
            <ac:inkMk id="702" creationId="{8BAB3FF4-952E-D2EC-8475-F7A0B2297120}"/>
          </ac:inkMkLst>
        </pc:inkChg>
        <pc:inkChg chg="add mod">
          <ac:chgData name="Manjita Shrestha" userId="6bba5096-ac8c-4189-8210-97dcbe97ac25" providerId="ADAL" clId="{048BDDE5-6AAE-4BFD-9A54-A3D544FA9405}" dt="2026-09-29T14:40:21.041" v="7513"/>
          <ac:inkMkLst>
            <pc:docMk/>
            <pc:sldMk cId="778646959" sldId="1593"/>
            <ac:inkMk id="703" creationId="{A896B22C-D48C-8D87-EBE1-5B242A4912CA}"/>
          </ac:inkMkLst>
        </pc:inkChg>
        <pc:inkChg chg="add mod">
          <ac:chgData name="Manjita Shrestha" userId="6bba5096-ac8c-4189-8210-97dcbe97ac25" providerId="ADAL" clId="{048BDDE5-6AAE-4BFD-9A54-A3D544FA9405}" dt="2026-09-29T14:40:09.517" v="7505"/>
          <ac:inkMkLst>
            <pc:docMk/>
            <pc:sldMk cId="778646959" sldId="1593"/>
            <ac:inkMk id="704" creationId="{90067721-5286-8AE4-E1CF-64F7E4BC95D7}"/>
          </ac:inkMkLst>
        </pc:inkChg>
        <pc:inkChg chg="add mod">
          <ac:chgData name="Manjita Shrestha" userId="6bba5096-ac8c-4189-8210-97dcbe97ac25" providerId="ADAL" clId="{048BDDE5-6AAE-4BFD-9A54-A3D544FA9405}" dt="2026-09-29T14:40:21.041" v="7513"/>
          <ac:inkMkLst>
            <pc:docMk/>
            <pc:sldMk cId="778646959" sldId="1593"/>
            <ac:inkMk id="705" creationId="{5A430780-C5A0-7881-ACC6-8B7965588C65}"/>
          </ac:inkMkLst>
        </pc:inkChg>
        <pc:inkChg chg="add mod">
          <ac:chgData name="Manjita Shrestha" userId="6bba5096-ac8c-4189-8210-97dcbe97ac25" providerId="ADAL" clId="{048BDDE5-6AAE-4BFD-9A54-A3D544FA9405}" dt="2026-09-29T14:40:09.517" v="7505"/>
          <ac:inkMkLst>
            <pc:docMk/>
            <pc:sldMk cId="778646959" sldId="1593"/>
            <ac:inkMk id="706" creationId="{BE5B805F-162F-016A-7D2C-FA7D6B958D3F}"/>
          </ac:inkMkLst>
        </pc:inkChg>
        <pc:inkChg chg="add mod">
          <ac:chgData name="Manjita Shrestha" userId="6bba5096-ac8c-4189-8210-97dcbe97ac25" providerId="ADAL" clId="{048BDDE5-6AAE-4BFD-9A54-A3D544FA9405}" dt="2026-09-29T14:40:13.168" v="7508"/>
          <ac:inkMkLst>
            <pc:docMk/>
            <pc:sldMk cId="778646959" sldId="1593"/>
            <ac:inkMk id="707" creationId="{ABCE991E-66A0-D5D8-9B3F-4F6882B68500}"/>
          </ac:inkMkLst>
        </pc:inkChg>
        <pc:inkChg chg="add mod">
          <ac:chgData name="Manjita Shrestha" userId="6bba5096-ac8c-4189-8210-97dcbe97ac25" providerId="ADAL" clId="{048BDDE5-6AAE-4BFD-9A54-A3D544FA9405}" dt="2026-09-29T14:40:21.041" v="7513"/>
          <ac:inkMkLst>
            <pc:docMk/>
            <pc:sldMk cId="778646959" sldId="1593"/>
            <ac:inkMk id="708" creationId="{20FBB57D-C394-B58C-28BC-6C9B355EFAF3}"/>
          </ac:inkMkLst>
        </pc:inkChg>
        <pc:inkChg chg="add mod">
          <ac:chgData name="Manjita Shrestha" userId="6bba5096-ac8c-4189-8210-97dcbe97ac25" providerId="ADAL" clId="{048BDDE5-6AAE-4BFD-9A54-A3D544FA9405}" dt="2026-09-29T14:40:13.168" v="7508"/>
          <ac:inkMkLst>
            <pc:docMk/>
            <pc:sldMk cId="778646959" sldId="1593"/>
            <ac:inkMk id="709" creationId="{592A7BE5-C26A-9820-6F0A-DE7A20A83248}"/>
          </ac:inkMkLst>
        </pc:inkChg>
        <pc:inkChg chg="add mod">
          <ac:chgData name="Manjita Shrestha" userId="6bba5096-ac8c-4189-8210-97dcbe97ac25" providerId="ADAL" clId="{048BDDE5-6AAE-4BFD-9A54-A3D544FA9405}" dt="2026-09-29T14:40:21.041" v="7513"/>
          <ac:inkMkLst>
            <pc:docMk/>
            <pc:sldMk cId="778646959" sldId="1593"/>
            <ac:inkMk id="713" creationId="{1B751975-8C8B-7191-C691-DD9200164A9C}"/>
          </ac:inkMkLst>
        </pc:inkChg>
        <pc:inkChg chg="add mod">
          <ac:chgData name="Manjita Shrestha" userId="6bba5096-ac8c-4189-8210-97dcbe97ac25" providerId="ADAL" clId="{048BDDE5-6AAE-4BFD-9A54-A3D544FA9405}" dt="2026-09-29T14:40:21.041" v="7513"/>
          <ac:inkMkLst>
            <pc:docMk/>
            <pc:sldMk cId="778646959" sldId="1593"/>
            <ac:inkMk id="714" creationId="{20DB8EEC-079C-2878-4785-C05757BE9B98}"/>
          </ac:inkMkLst>
        </pc:inkChg>
        <pc:inkChg chg="add">
          <ac:chgData name="Manjita Shrestha" userId="6bba5096-ac8c-4189-8210-97dcbe97ac25" providerId="ADAL" clId="{048BDDE5-6AAE-4BFD-9A54-A3D544FA9405}" dt="2026-09-29T14:40:17.140" v="7509" actId="9405"/>
          <ac:inkMkLst>
            <pc:docMk/>
            <pc:sldMk cId="778646959" sldId="1593"/>
            <ac:inkMk id="716" creationId="{E69B64C1-4F0B-DAA7-5C41-A9A6AD83B38B}"/>
          </ac:inkMkLst>
        </pc:inkChg>
        <pc:inkChg chg="add mod">
          <ac:chgData name="Manjita Shrestha" userId="6bba5096-ac8c-4189-8210-97dcbe97ac25" providerId="ADAL" clId="{048BDDE5-6AAE-4BFD-9A54-A3D544FA9405}" dt="2026-09-29T14:40:21.041" v="7513"/>
          <ac:inkMkLst>
            <pc:docMk/>
            <pc:sldMk cId="778646959" sldId="1593"/>
            <ac:inkMk id="717" creationId="{D76F7D21-5B9C-EC8C-2B3C-C8C828CE326C}"/>
          </ac:inkMkLst>
        </pc:inkChg>
        <pc:inkChg chg="add mod">
          <ac:chgData name="Manjita Shrestha" userId="6bba5096-ac8c-4189-8210-97dcbe97ac25" providerId="ADAL" clId="{048BDDE5-6AAE-4BFD-9A54-A3D544FA9405}" dt="2026-09-29T14:40:21.041" v="7513"/>
          <ac:inkMkLst>
            <pc:docMk/>
            <pc:sldMk cId="778646959" sldId="1593"/>
            <ac:inkMk id="719" creationId="{5248BD49-7C57-134B-57F0-411BB78C1688}"/>
          </ac:inkMkLst>
        </pc:inkChg>
        <pc:inkChg chg="add del mod">
          <ac:chgData name="Manjita Shrestha" userId="6bba5096-ac8c-4189-8210-97dcbe97ac25" providerId="ADAL" clId="{048BDDE5-6AAE-4BFD-9A54-A3D544FA9405}" dt="2026-09-29T14:40:39.358" v="7525"/>
          <ac:inkMkLst>
            <pc:docMk/>
            <pc:sldMk cId="778646959" sldId="1593"/>
            <ac:inkMk id="721" creationId="{0362253F-E3F8-75AC-E438-29F6BB8ADB45}"/>
          </ac:inkMkLst>
        </pc:inkChg>
        <pc:inkChg chg="add mod">
          <ac:chgData name="Manjita Shrestha" userId="6bba5096-ac8c-4189-8210-97dcbe97ac25" providerId="ADAL" clId="{048BDDE5-6AAE-4BFD-9A54-A3D544FA9405}" dt="2026-09-29T14:41:04.600" v="7543"/>
          <ac:inkMkLst>
            <pc:docMk/>
            <pc:sldMk cId="778646959" sldId="1593"/>
            <ac:inkMk id="722" creationId="{71DE4527-542E-0560-A37F-BA1A8A7979D8}"/>
          </ac:inkMkLst>
        </pc:inkChg>
        <pc:inkChg chg="add mod">
          <ac:chgData name="Manjita Shrestha" userId="6bba5096-ac8c-4189-8210-97dcbe97ac25" providerId="ADAL" clId="{048BDDE5-6AAE-4BFD-9A54-A3D544FA9405}" dt="2026-09-29T14:41:04.600" v="7543"/>
          <ac:inkMkLst>
            <pc:docMk/>
            <pc:sldMk cId="778646959" sldId="1593"/>
            <ac:inkMk id="724" creationId="{91379E7F-E20A-8F3E-4B36-B68D52D311F8}"/>
          </ac:inkMkLst>
        </pc:inkChg>
        <pc:inkChg chg="add mod">
          <ac:chgData name="Manjita Shrestha" userId="6bba5096-ac8c-4189-8210-97dcbe97ac25" providerId="ADAL" clId="{048BDDE5-6AAE-4BFD-9A54-A3D544FA9405}" dt="2026-09-29T14:40:35.797" v="7521"/>
          <ac:inkMkLst>
            <pc:docMk/>
            <pc:sldMk cId="778646959" sldId="1593"/>
            <ac:inkMk id="725" creationId="{272D0A1F-E523-254B-5A94-5D5E9D7D09AF}"/>
          </ac:inkMkLst>
        </pc:inkChg>
        <pc:inkChg chg="add mod">
          <ac:chgData name="Manjita Shrestha" userId="6bba5096-ac8c-4189-8210-97dcbe97ac25" providerId="ADAL" clId="{048BDDE5-6AAE-4BFD-9A54-A3D544FA9405}" dt="2026-09-29T14:41:04.600" v="7543"/>
          <ac:inkMkLst>
            <pc:docMk/>
            <pc:sldMk cId="778646959" sldId="1593"/>
            <ac:inkMk id="727" creationId="{23CA72E8-4110-9433-3E85-916E485DC431}"/>
          </ac:inkMkLst>
        </pc:inkChg>
        <pc:inkChg chg="add del mod">
          <ac:chgData name="Manjita Shrestha" userId="6bba5096-ac8c-4189-8210-97dcbe97ac25" providerId="ADAL" clId="{048BDDE5-6AAE-4BFD-9A54-A3D544FA9405}" dt="2026-09-29T14:40:48.409" v="7529"/>
          <ac:inkMkLst>
            <pc:docMk/>
            <pc:sldMk cId="778646959" sldId="1593"/>
            <ac:inkMk id="728" creationId="{D989CB89-E31E-C868-C058-D0CEC9D9D0CE}"/>
          </ac:inkMkLst>
        </pc:inkChg>
        <pc:inkChg chg="add">
          <ac:chgData name="Manjita Shrestha" userId="6bba5096-ac8c-4189-8210-97dcbe97ac25" providerId="ADAL" clId="{048BDDE5-6AAE-4BFD-9A54-A3D544FA9405}" dt="2026-09-29T14:40:49.131" v="7530" actId="9405"/>
          <ac:inkMkLst>
            <pc:docMk/>
            <pc:sldMk cId="778646959" sldId="1593"/>
            <ac:inkMk id="731" creationId="{D0CEAC0F-8777-ADE9-A5C1-8E0631D83052}"/>
          </ac:inkMkLst>
        </pc:inkChg>
        <pc:inkChg chg="add del">
          <ac:chgData name="Manjita Shrestha" userId="6bba5096-ac8c-4189-8210-97dcbe97ac25" providerId="ADAL" clId="{048BDDE5-6AAE-4BFD-9A54-A3D544FA9405}" dt="2026-09-29T14:40:51.157" v="7532"/>
          <ac:inkMkLst>
            <pc:docMk/>
            <pc:sldMk cId="778646959" sldId="1593"/>
            <ac:inkMk id="732" creationId="{793A83EF-0232-0D2B-D0CE-9187601DE48C}"/>
          </ac:inkMkLst>
        </pc:inkChg>
        <pc:inkChg chg="add mod">
          <ac:chgData name="Manjita Shrestha" userId="6bba5096-ac8c-4189-8210-97dcbe97ac25" providerId="ADAL" clId="{048BDDE5-6AAE-4BFD-9A54-A3D544FA9405}" dt="2026-09-29T14:40:53.014" v="7533"/>
          <ac:inkMkLst>
            <pc:docMk/>
            <pc:sldMk cId="778646959" sldId="1593"/>
            <ac:inkMk id="733" creationId="{523D2CDD-5777-D971-215B-6EA7A07FBA81}"/>
          </ac:inkMkLst>
        </pc:inkChg>
        <pc:inkChg chg="add">
          <ac:chgData name="Manjita Shrestha" userId="6bba5096-ac8c-4189-8210-97dcbe97ac25" providerId="ADAL" clId="{048BDDE5-6AAE-4BFD-9A54-A3D544FA9405}" dt="2026-09-29T14:40:54.524" v="7534" actId="9405"/>
          <ac:inkMkLst>
            <pc:docMk/>
            <pc:sldMk cId="778646959" sldId="1593"/>
            <ac:inkMk id="734" creationId="{5B91EFCA-9271-EB5B-F93A-931EC53525AF}"/>
          </ac:inkMkLst>
        </pc:inkChg>
        <pc:inkChg chg="add">
          <ac:chgData name="Manjita Shrestha" userId="6bba5096-ac8c-4189-8210-97dcbe97ac25" providerId="ADAL" clId="{048BDDE5-6AAE-4BFD-9A54-A3D544FA9405}" dt="2026-09-29T14:40:56.619" v="7535" actId="9405"/>
          <ac:inkMkLst>
            <pc:docMk/>
            <pc:sldMk cId="778646959" sldId="1593"/>
            <ac:inkMk id="735" creationId="{04B69DDE-2B15-3643-DA2D-8B1A6AC1CC5B}"/>
          </ac:inkMkLst>
        </pc:inkChg>
        <pc:inkChg chg="add del">
          <ac:chgData name="Manjita Shrestha" userId="6bba5096-ac8c-4189-8210-97dcbe97ac25" providerId="ADAL" clId="{048BDDE5-6AAE-4BFD-9A54-A3D544FA9405}" dt="2026-09-29T14:40:58.023" v="7537"/>
          <ac:inkMkLst>
            <pc:docMk/>
            <pc:sldMk cId="778646959" sldId="1593"/>
            <ac:inkMk id="736" creationId="{B380D1B9-D19E-514B-9B0D-CBA586B704F8}"/>
          </ac:inkMkLst>
        </pc:inkChg>
        <pc:inkChg chg="add del mod">
          <ac:chgData name="Manjita Shrestha" userId="6bba5096-ac8c-4189-8210-97dcbe97ac25" providerId="ADAL" clId="{048BDDE5-6AAE-4BFD-9A54-A3D544FA9405}" dt="2026-09-29T14:40:59.871" v="7539"/>
          <ac:inkMkLst>
            <pc:docMk/>
            <pc:sldMk cId="778646959" sldId="1593"/>
            <ac:inkMk id="737" creationId="{280C3D1F-2E4F-7384-BA84-7C646E238CD4}"/>
          </ac:inkMkLst>
        </pc:inkChg>
        <pc:inkChg chg="add">
          <ac:chgData name="Manjita Shrestha" userId="6bba5096-ac8c-4189-8210-97dcbe97ac25" providerId="ADAL" clId="{048BDDE5-6AAE-4BFD-9A54-A3D544FA9405}" dt="2026-09-29T14:41:01.117" v="7540" actId="9405"/>
          <ac:inkMkLst>
            <pc:docMk/>
            <pc:sldMk cId="778646959" sldId="1593"/>
            <ac:inkMk id="738" creationId="{7F6B816C-5EC5-CC38-7E2D-8B663A611F3F}"/>
          </ac:inkMkLst>
        </pc:inkChg>
        <pc:inkChg chg="add">
          <ac:chgData name="Manjita Shrestha" userId="6bba5096-ac8c-4189-8210-97dcbe97ac25" providerId="ADAL" clId="{048BDDE5-6AAE-4BFD-9A54-A3D544FA9405}" dt="2026-09-29T14:41:01.991" v="7541" actId="9405"/>
          <ac:inkMkLst>
            <pc:docMk/>
            <pc:sldMk cId="778646959" sldId="1593"/>
            <ac:inkMk id="739" creationId="{1F3A64B2-B89E-C3E5-2B97-3DEF2C5150B6}"/>
          </ac:inkMkLst>
        </pc:inkChg>
        <pc:inkChg chg="add">
          <ac:chgData name="Manjita Shrestha" userId="6bba5096-ac8c-4189-8210-97dcbe97ac25" providerId="ADAL" clId="{048BDDE5-6AAE-4BFD-9A54-A3D544FA9405}" dt="2026-09-29T14:41:03.689" v="7542" actId="9405"/>
          <ac:inkMkLst>
            <pc:docMk/>
            <pc:sldMk cId="778646959" sldId="1593"/>
            <ac:inkMk id="740" creationId="{4A2CE24E-AECD-8D64-4DAB-1CBEB336CC8D}"/>
          </ac:inkMkLst>
        </pc:inkChg>
        <pc:inkChg chg="add mod">
          <ac:chgData name="Manjita Shrestha" userId="6bba5096-ac8c-4189-8210-97dcbe97ac25" providerId="ADAL" clId="{048BDDE5-6AAE-4BFD-9A54-A3D544FA9405}" dt="2026-09-29T14:41:36.516" v="7560"/>
          <ac:inkMkLst>
            <pc:docMk/>
            <pc:sldMk cId="778646959" sldId="1593"/>
            <ac:inkMk id="743" creationId="{929738A1-6EC7-C045-F7FD-9ABE5069B696}"/>
          </ac:inkMkLst>
        </pc:inkChg>
        <pc:inkChg chg="add mod">
          <ac:chgData name="Manjita Shrestha" userId="6bba5096-ac8c-4189-8210-97dcbe97ac25" providerId="ADAL" clId="{048BDDE5-6AAE-4BFD-9A54-A3D544FA9405}" dt="2026-09-29T14:41:36.516" v="7560"/>
          <ac:inkMkLst>
            <pc:docMk/>
            <pc:sldMk cId="778646959" sldId="1593"/>
            <ac:inkMk id="744" creationId="{9374F152-0B83-B3C7-BB62-AC5174BC0E2C}"/>
          </ac:inkMkLst>
        </pc:inkChg>
        <pc:inkChg chg="add mod">
          <ac:chgData name="Manjita Shrestha" userId="6bba5096-ac8c-4189-8210-97dcbe97ac25" providerId="ADAL" clId="{048BDDE5-6AAE-4BFD-9A54-A3D544FA9405}" dt="2026-09-29T14:41:36.516" v="7560"/>
          <ac:inkMkLst>
            <pc:docMk/>
            <pc:sldMk cId="778646959" sldId="1593"/>
            <ac:inkMk id="745" creationId="{344791AB-08A6-855E-AF19-F18A6247EF1F}"/>
          </ac:inkMkLst>
        </pc:inkChg>
        <pc:inkChg chg="add mod">
          <ac:chgData name="Manjita Shrestha" userId="6bba5096-ac8c-4189-8210-97dcbe97ac25" providerId="ADAL" clId="{048BDDE5-6AAE-4BFD-9A54-A3D544FA9405}" dt="2026-09-29T14:41:36.516" v="7560"/>
          <ac:inkMkLst>
            <pc:docMk/>
            <pc:sldMk cId="778646959" sldId="1593"/>
            <ac:inkMk id="746" creationId="{FAE38EC1-CFB1-D8BD-B26C-05DD1A15BCDA}"/>
          </ac:inkMkLst>
        </pc:inkChg>
        <pc:inkChg chg="add mod">
          <ac:chgData name="Manjita Shrestha" userId="6bba5096-ac8c-4189-8210-97dcbe97ac25" providerId="ADAL" clId="{048BDDE5-6AAE-4BFD-9A54-A3D544FA9405}" dt="2026-09-29T14:41:36.516" v="7560"/>
          <ac:inkMkLst>
            <pc:docMk/>
            <pc:sldMk cId="778646959" sldId="1593"/>
            <ac:inkMk id="747" creationId="{A0D3ADF4-FA65-F50E-84D7-A7416FEA17D2}"/>
          </ac:inkMkLst>
        </pc:inkChg>
        <pc:inkChg chg="add mod">
          <ac:chgData name="Manjita Shrestha" userId="6bba5096-ac8c-4189-8210-97dcbe97ac25" providerId="ADAL" clId="{048BDDE5-6AAE-4BFD-9A54-A3D544FA9405}" dt="2026-09-29T14:41:36.516" v="7560"/>
          <ac:inkMkLst>
            <pc:docMk/>
            <pc:sldMk cId="778646959" sldId="1593"/>
            <ac:inkMk id="748" creationId="{0198BCF3-2890-5E05-8642-40D19A124DD8}"/>
          </ac:inkMkLst>
        </pc:inkChg>
        <pc:inkChg chg="add mod">
          <ac:chgData name="Manjita Shrestha" userId="6bba5096-ac8c-4189-8210-97dcbe97ac25" providerId="ADAL" clId="{048BDDE5-6AAE-4BFD-9A54-A3D544FA9405}" dt="2026-09-29T14:41:36.516" v="7560"/>
          <ac:inkMkLst>
            <pc:docMk/>
            <pc:sldMk cId="778646959" sldId="1593"/>
            <ac:inkMk id="749" creationId="{E67F6283-FAE6-7E40-7AB6-D5E6E604A7F1}"/>
          </ac:inkMkLst>
        </pc:inkChg>
        <pc:inkChg chg="add">
          <ac:chgData name="Manjita Shrestha" userId="6bba5096-ac8c-4189-8210-97dcbe97ac25" providerId="ADAL" clId="{048BDDE5-6AAE-4BFD-9A54-A3D544FA9405}" dt="2026-09-29T14:41:39.712" v="7563" actId="9405"/>
          <ac:inkMkLst>
            <pc:docMk/>
            <pc:sldMk cId="778646959" sldId="1593"/>
            <ac:inkMk id="751" creationId="{6D452B7C-63C9-D683-65A9-1BD56F930CD9}"/>
          </ac:inkMkLst>
        </pc:inkChg>
        <pc:inkChg chg="add mod">
          <ac:chgData name="Manjita Shrestha" userId="6bba5096-ac8c-4189-8210-97dcbe97ac25" providerId="ADAL" clId="{048BDDE5-6AAE-4BFD-9A54-A3D544FA9405}" dt="2026-09-29T14:41:48.203" v="7574"/>
          <ac:inkMkLst>
            <pc:docMk/>
            <pc:sldMk cId="778646959" sldId="1593"/>
            <ac:inkMk id="752" creationId="{8C1567DD-8182-C47F-E6EC-2BD6058B4BA2}"/>
          </ac:inkMkLst>
        </pc:inkChg>
        <pc:inkChg chg="add mod">
          <ac:chgData name="Manjita Shrestha" userId="6bba5096-ac8c-4189-8210-97dcbe97ac25" providerId="ADAL" clId="{048BDDE5-6AAE-4BFD-9A54-A3D544FA9405}" dt="2026-09-29T14:41:48.203" v="7574"/>
          <ac:inkMkLst>
            <pc:docMk/>
            <pc:sldMk cId="778646959" sldId="1593"/>
            <ac:inkMk id="753" creationId="{4E2E45F4-D5F7-451B-58B8-9A8ED8D59841}"/>
          </ac:inkMkLst>
        </pc:inkChg>
        <pc:inkChg chg="add mod">
          <ac:chgData name="Manjita Shrestha" userId="6bba5096-ac8c-4189-8210-97dcbe97ac25" providerId="ADAL" clId="{048BDDE5-6AAE-4BFD-9A54-A3D544FA9405}" dt="2026-09-29T14:41:48.203" v="7574"/>
          <ac:inkMkLst>
            <pc:docMk/>
            <pc:sldMk cId="778646959" sldId="1593"/>
            <ac:inkMk id="754" creationId="{B50D2EF7-C746-0579-6686-444B3C897449}"/>
          </ac:inkMkLst>
        </pc:inkChg>
        <pc:inkChg chg="add mod">
          <ac:chgData name="Manjita Shrestha" userId="6bba5096-ac8c-4189-8210-97dcbe97ac25" providerId="ADAL" clId="{048BDDE5-6AAE-4BFD-9A54-A3D544FA9405}" dt="2026-09-29T14:41:48.203" v="7574"/>
          <ac:inkMkLst>
            <pc:docMk/>
            <pc:sldMk cId="778646959" sldId="1593"/>
            <ac:inkMk id="755" creationId="{1BB9A18E-D94F-4952-B8EC-25224673B5B8}"/>
          </ac:inkMkLst>
        </pc:inkChg>
      </pc:sldChg>
      <pc:sldChg chg="modSp add mod">
        <pc:chgData name="Manjita Shrestha" userId="6bba5096-ac8c-4189-8210-97dcbe97ac25" providerId="ADAL" clId="{048BDDE5-6AAE-4BFD-9A54-A3D544FA9405}" dt="2026-09-18T22:18:09.955" v="5032" actId="255"/>
        <pc:sldMkLst>
          <pc:docMk/>
          <pc:sldMk cId="1282219232" sldId="1594"/>
        </pc:sldMkLst>
        <pc:spChg chg="mod">
          <ac:chgData name="Manjita Shrestha" userId="6bba5096-ac8c-4189-8210-97dcbe97ac25" providerId="ADAL" clId="{048BDDE5-6AAE-4BFD-9A54-A3D544FA9405}" dt="2026-09-18T22:18:09.955" v="5032" actId="255"/>
          <ac:spMkLst>
            <pc:docMk/>
            <pc:sldMk cId="1282219232" sldId="1594"/>
            <ac:spMk id="7" creationId="{6AA1769A-2BFC-ADFB-EA14-531915E78F5B}"/>
          </ac:spMkLst>
        </pc:spChg>
      </pc:sldChg>
      <pc:sldChg chg="addSp delSp modSp add mod">
        <pc:chgData name="Manjita Shrestha" userId="6bba5096-ac8c-4189-8210-97dcbe97ac25" providerId="ADAL" clId="{048BDDE5-6AAE-4BFD-9A54-A3D544FA9405}" dt="2026-09-29T16:20:54.488" v="7575"/>
        <pc:sldMkLst>
          <pc:docMk/>
          <pc:sldMk cId="1424231975" sldId="1600"/>
        </pc:sldMkLst>
        <pc:spChg chg="mod">
          <ac:chgData name="Manjita Shrestha" userId="6bba5096-ac8c-4189-8210-97dcbe97ac25" providerId="ADAL" clId="{048BDDE5-6AAE-4BFD-9A54-A3D544FA9405}" dt="2026-09-24T13:37:28.279" v="5184" actId="20577"/>
          <ac:spMkLst>
            <pc:docMk/>
            <pc:sldMk cId="1424231975" sldId="1600"/>
            <ac:spMk id="3" creationId="{B52EF09E-5FE8-AC4B-2FDB-4CE343B3A2FA}"/>
          </ac:spMkLst>
        </pc:spChg>
        <pc:inkChg chg="add">
          <ac:chgData name="Manjita Shrestha" userId="6bba5096-ac8c-4189-8210-97dcbe97ac25" providerId="ADAL" clId="{048BDDE5-6AAE-4BFD-9A54-A3D544FA9405}" dt="2026-09-29T16:20:54.488" v="7575"/>
          <ac:inkMkLst>
            <pc:docMk/>
            <pc:sldMk cId="1424231975" sldId="1600"/>
            <ac:inkMk id="32" creationId="{9DD9B68A-3F5A-8B44-419C-7C4DDDCFF0BC}"/>
          </ac:inkMkLst>
        </pc:inkChg>
      </pc:sldChg>
      <pc:sldChg chg="delSp modSp add mod modAnim">
        <pc:chgData name="Manjita Shrestha" userId="6bba5096-ac8c-4189-8210-97dcbe97ac25" providerId="ADAL" clId="{048BDDE5-6AAE-4BFD-9A54-A3D544FA9405}" dt="2026-09-18T21:09:03.272" v="3089" actId="20577"/>
        <pc:sldMkLst>
          <pc:docMk/>
          <pc:sldMk cId="3719496994" sldId="1601"/>
        </pc:sldMkLst>
        <pc:spChg chg="mod">
          <ac:chgData name="Manjita Shrestha" userId="6bba5096-ac8c-4189-8210-97dcbe97ac25" providerId="ADAL" clId="{048BDDE5-6AAE-4BFD-9A54-A3D544FA9405}" dt="2026-09-18T21:06:20.359" v="3080" actId="207"/>
          <ac:spMkLst>
            <pc:docMk/>
            <pc:sldMk cId="3719496994" sldId="1601"/>
            <ac:spMk id="3" creationId="{07C08A8F-3CF5-47DC-A8FF-5F6682C5F4FC}"/>
          </ac:spMkLst>
        </pc:spChg>
        <pc:spChg chg="mod">
          <ac:chgData name="Manjita Shrestha" userId="6bba5096-ac8c-4189-8210-97dcbe97ac25" providerId="ADAL" clId="{048BDDE5-6AAE-4BFD-9A54-A3D544FA9405}" dt="2026-09-18T21:09:03.272" v="3089" actId="20577"/>
          <ac:spMkLst>
            <pc:docMk/>
            <pc:sldMk cId="3719496994" sldId="1601"/>
            <ac:spMk id="6" creationId="{DF58FD3E-A798-237C-85C1-C0CB3B1A047D}"/>
          </ac:spMkLst>
        </pc:spChg>
      </pc:sldChg>
      <pc:sldChg chg="addSp modSp add mod">
        <pc:chgData name="Manjita Shrestha" userId="6bba5096-ac8c-4189-8210-97dcbe97ac25" providerId="ADAL" clId="{048BDDE5-6AAE-4BFD-9A54-A3D544FA9405}" dt="2026-09-18T22:17:37.401" v="5029" actId="255"/>
        <pc:sldMkLst>
          <pc:docMk/>
          <pc:sldMk cId="3430371780" sldId="1602"/>
        </pc:sldMkLst>
        <pc:spChg chg="add mod">
          <ac:chgData name="Manjita Shrestha" userId="6bba5096-ac8c-4189-8210-97dcbe97ac25" providerId="ADAL" clId="{048BDDE5-6AAE-4BFD-9A54-A3D544FA9405}" dt="2026-09-18T22:17:16.791" v="5028" actId="1035"/>
          <ac:spMkLst>
            <pc:docMk/>
            <pc:sldMk cId="3430371780" sldId="1602"/>
            <ac:spMk id="3" creationId="{5B35CEDE-4570-BB18-711B-A51FF90BC797}"/>
          </ac:spMkLst>
        </pc:spChg>
        <pc:spChg chg="mod">
          <ac:chgData name="Manjita Shrestha" userId="6bba5096-ac8c-4189-8210-97dcbe97ac25" providerId="ADAL" clId="{048BDDE5-6AAE-4BFD-9A54-A3D544FA9405}" dt="2026-09-18T22:17:37.401" v="5029" actId="255"/>
          <ac:spMkLst>
            <pc:docMk/>
            <pc:sldMk cId="3430371780" sldId="1602"/>
            <ac:spMk id="7" creationId="{DDAC2B93-6433-6F46-DCF2-D72D7B778652}"/>
          </ac:spMkLst>
        </pc:spChg>
        <pc:spChg chg="mod">
          <ac:chgData name="Manjita Shrestha" userId="6bba5096-ac8c-4189-8210-97dcbe97ac25" providerId="ADAL" clId="{048BDDE5-6AAE-4BFD-9A54-A3D544FA9405}" dt="2026-09-18T22:17:08.834" v="4994" actId="20577"/>
          <ac:spMkLst>
            <pc:docMk/>
            <pc:sldMk cId="3430371780" sldId="1602"/>
            <ac:spMk id="12" creationId="{EE6ACB23-8F25-628C-B94E-0596137D56A6}"/>
          </ac:spMkLst>
        </pc:spChg>
      </pc:sldChg>
      <pc:sldChg chg="addSp modSp new mod modAnim">
        <pc:chgData name="Manjita Shrestha" userId="6bba5096-ac8c-4189-8210-97dcbe97ac25" providerId="ADAL" clId="{048BDDE5-6AAE-4BFD-9A54-A3D544FA9405}" dt="2026-09-24T15:42:30.836" v="6104" actId="1037"/>
        <pc:sldMkLst>
          <pc:docMk/>
          <pc:sldMk cId="1174277809" sldId="1603"/>
        </pc:sldMkLst>
        <pc:spChg chg="add">
          <ac:chgData name="Manjita Shrestha" userId="6bba5096-ac8c-4189-8210-97dcbe97ac25" providerId="ADAL" clId="{048BDDE5-6AAE-4BFD-9A54-A3D544FA9405}" dt="2026-09-24T15:37:27.301" v="5296" actId="22"/>
          <ac:spMkLst>
            <pc:docMk/>
            <pc:sldMk cId="1174277809" sldId="1603"/>
            <ac:spMk id="5" creationId="{F8B8A7E7-B5D3-F4B7-BE44-A2757353AF1D}"/>
          </ac:spMkLst>
        </pc:spChg>
        <pc:spChg chg="add mod">
          <ac:chgData name="Manjita Shrestha" userId="6bba5096-ac8c-4189-8210-97dcbe97ac25" providerId="ADAL" clId="{048BDDE5-6AAE-4BFD-9A54-A3D544FA9405}" dt="2026-09-24T15:42:30.836" v="6104" actId="1037"/>
          <ac:spMkLst>
            <pc:docMk/>
            <pc:sldMk cId="1174277809" sldId="1603"/>
            <ac:spMk id="6" creationId="{D83310B5-A88B-D03C-ACF5-A08FCBC0051F}"/>
          </ac:spMkLst>
        </pc:spChg>
        <pc:spChg chg="mod">
          <ac:chgData name="Manjita Shrestha" userId="6bba5096-ac8c-4189-8210-97dcbe97ac25" providerId="ADAL" clId="{048BDDE5-6AAE-4BFD-9A54-A3D544FA9405}" dt="2026-09-24T15:38:51.934" v="5397"/>
          <ac:spMkLst>
            <pc:docMk/>
            <pc:sldMk cId="1174277809" sldId="1603"/>
            <ac:spMk id="9" creationId="{B0B21B74-554C-4566-75C1-E54372F180FF}"/>
          </ac:spMkLst>
        </pc:spChg>
        <pc:spChg chg="add mod">
          <ac:chgData name="Manjita Shrestha" userId="6bba5096-ac8c-4189-8210-97dcbe97ac25" providerId="ADAL" clId="{048BDDE5-6AAE-4BFD-9A54-A3D544FA9405}" dt="2026-09-24T15:41:04.175" v="5627" actId="164"/>
          <ac:spMkLst>
            <pc:docMk/>
            <pc:sldMk cId="1174277809" sldId="1603"/>
            <ac:spMk id="13" creationId="{E0C6E411-19BB-59BE-3953-A9F03575F214}"/>
          </ac:spMkLst>
        </pc:spChg>
        <pc:spChg chg="add mod">
          <ac:chgData name="Manjita Shrestha" userId="6bba5096-ac8c-4189-8210-97dcbe97ac25" providerId="ADAL" clId="{048BDDE5-6AAE-4BFD-9A54-A3D544FA9405}" dt="2026-09-24T15:41:04.175" v="5627" actId="164"/>
          <ac:spMkLst>
            <pc:docMk/>
            <pc:sldMk cId="1174277809" sldId="1603"/>
            <ac:spMk id="14" creationId="{85D42BD8-6361-4BB1-B7F9-E74E34B87A93}"/>
          </ac:spMkLst>
        </pc:spChg>
        <pc:grpChg chg="add mod">
          <ac:chgData name="Manjita Shrestha" userId="6bba5096-ac8c-4189-8210-97dcbe97ac25" providerId="ADAL" clId="{048BDDE5-6AAE-4BFD-9A54-A3D544FA9405}" dt="2026-09-24T15:41:04.175" v="5627" actId="164"/>
          <ac:grpSpMkLst>
            <pc:docMk/>
            <pc:sldMk cId="1174277809" sldId="1603"/>
            <ac:grpSpMk id="7" creationId="{7668C518-5B39-9C40-C538-0617825D74E8}"/>
          </ac:grpSpMkLst>
        </pc:grpChg>
        <pc:grpChg chg="add mod">
          <ac:chgData name="Manjita Shrestha" userId="6bba5096-ac8c-4189-8210-97dcbe97ac25" providerId="ADAL" clId="{048BDDE5-6AAE-4BFD-9A54-A3D544FA9405}" dt="2026-09-24T15:41:44.211" v="5897" actId="1038"/>
          <ac:grpSpMkLst>
            <pc:docMk/>
            <pc:sldMk cId="1174277809" sldId="1603"/>
            <ac:grpSpMk id="15" creationId="{7E188023-499C-8ABD-7131-9D214798319A}"/>
          </ac:grpSpMkLst>
        </pc:grpChg>
        <pc:picChg chg="add mod">
          <ac:chgData name="Manjita Shrestha" userId="6bba5096-ac8c-4189-8210-97dcbe97ac25" providerId="ADAL" clId="{048BDDE5-6AAE-4BFD-9A54-A3D544FA9405}" dt="2026-09-24T15:41:23.624" v="5679" actId="1036"/>
          <ac:picMkLst>
            <pc:docMk/>
            <pc:sldMk cId="1174277809" sldId="1603"/>
            <ac:picMk id="3" creationId="{0A35F394-649F-54D6-FC07-63146AD082A0}"/>
          </ac:picMkLst>
        </pc:picChg>
        <pc:picChg chg="mod">
          <ac:chgData name="Manjita Shrestha" userId="6bba5096-ac8c-4189-8210-97dcbe97ac25" providerId="ADAL" clId="{048BDDE5-6AAE-4BFD-9A54-A3D544FA9405}" dt="2026-09-24T15:38:51.934" v="5397"/>
          <ac:picMkLst>
            <pc:docMk/>
            <pc:sldMk cId="1174277809" sldId="1603"/>
            <ac:picMk id="8" creationId="{5EC258FB-F755-7B87-9F3C-AF1958F90645}"/>
          </ac:picMkLst>
        </pc:picChg>
        <pc:cxnChg chg="add mod">
          <ac:chgData name="Manjita Shrestha" userId="6bba5096-ac8c-4189-8210-97dcbe97ac25" providerId="ADAL" clId="{048BDDE5-6AAE-4BFD-9A54-A3D544FA9405}" dt="2026-09-24T15:41:04.175" v="5627" actId="164"/>
          <ac:cxnSpMkLst>
            <pc:docMk/>
            <pc:sldMk cId="1174277809" sldId="1603"/>
            <ac:cxnSpMk id="11" creationId="{AD36A39F-C399-D4A4-F56B-BE3CE84AFFAF}"/>
          </ac:cxnSpMkLst>
        </pc:cxnChg>
      </pc:sldChg>
      <pc:sldChg chg="addSp modSp new mod">
        <pc:chgData name="Manjita Shrestha" userId="6bba5096-ac8c-4189-8210-97dcbe97ac25" providerId="ADAL" clId="{048BDDE5-6AAE-4BFD-9A54-A3D544FA9405}" dt="2026-09-29T17:01:07.805" v="7585"/>
        <pc:sldMkLst>
          <pc:docMk/>
          <pc:sldMk cId="1063038606" sldId="1604"/>
        </pc:sldMkLst>
        <pc:picChg chg="add mod">
          <ac:chgData name="Manjita Shrestha" userId="6bba5096-ac8c-4189-8210-97dcbe97ac25" providerId="ADAL" clId="{048BDDE5-6AAE-4BFD-9A54-A3D544FA9405}" dt="2026-09-29T14:28:55.869" v="6800" actId="14100"/>
          <ac:picMkLst>
            <pc:docMk/>
            <pc:sldMk cId="1063038606" sldId="1604"/>
            <ac:picMk id="3" creationId="{4DCEF24B-5E6F-FD53-7180-55A6A89AC533}"/>
          </ac:picMkLst>
        </pc:picChg>
        <pc:inkChg chg="add">
          <ac:chgData name="Manjita Shrestha" userId="6bba5096-ac8c-4189-8210-97dcbe97ac25" providerId="ADAL" clId="{048BDDE5-6AAE-4BFD-9A54-A3D544FA9405}" dt="2026-09-29T17:01:07.805" v="7585"/>
          <ac:inkMkLst>
            <pc:docMk/>
            <pc:sldMk cId="1063038606" sldId="1604"/>
            <ac:inkMk id="2" creationId="{AF33217D-821A-9CE5-3CB9-E0F82ED477F8}"/>
          </ac:inkMkLst>
        </pc:ink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6:01.443"/>
    </inkml:context>
    <inkml:brush xml:id="br0">
      <inkml:brushProperty name="width" value="0.1" units="cm"/>
      <inkml:brushProperty name="height" value="0.1" units="cm"/>
      <inkml:brushProperty name="color" value="#E71224"/>
    </inkml:brush>
  </inkml:definitions>
  <inkml:trace contextRef="#ctx0" brushRef="#br0">33 72 1288,'0'0'988,"26"-17"515,24-22 1993,-76 49 645,-56-17-821,86 0-3089,2-5-2962</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6:06.857"/>
    </inkml:context>
    <inkml:brush xml:id="br0">
      <inkml:brushProperty name="width" value="0.1" units="cm"/>
      <inkml:brushProperty name="height" value="0.1" units="cm"/>
      <inkml:brushProperty name="color" value="#E71224"/>
    </inkml:brush>
  </inkml:definitions>
  <inkml:trace contextRef="#ctx0" brushRef="#br0">1 0 3257,'0'0'6064,"23"2"-3480,52 6-2350,0-4 0,95-7 0,-94 1-2537,-36 1 81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6:07.574"/>
    </inkml:context>
    <inkml:brush xml:id="br0">
      <inkml:brushProperty name="width" value="0.1" units="cm"/>
      <inkml:brushProperty name="height" value="0.1" units="cm"/>
      <inkml:brushProperty name="color" value="#E71224"/>
    </inkml:brush>
  </inkml:definitions>
  <inkml:trace contextRef="#ctx0" brushRef="#br0">0 15 3849,'0'0'8006,"19"-1"-5785,223-8-2006,-102 6-3213,-100 1 1099</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6:08.158"/>
    </inkml:context>
    <inkml:brush xml:id="br0">
      <inkml:brushProperty name="width" value="0.1" units="cm"/>
      <inkml:brushProperty name="height" value="0.1" units="cm"/>
      <inkml:brushProperty name="color" value="#E71224"/>
    </inkml:brush>
  </inkml:definitions>
  <inkml:trace contextRef="#ctx0" brushRef="#br0">0 1 2016,'2'0'7065,"15"2"-4901,27 7-1206,0-3 0,55 2 0,101-6-2333,-118-3-1654,-53 1 1340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6:08.641"/>
    </inkml:context>
    <inkml:brush xml:id="br0">
      <inkml:brushProperty name="width" value="0.1" units="cm"/>
      <inkml:brushProperty name="height" value="0.1" units="cm"/>
      <inkml:brushProperty name="color" value="#E71224"/>
    </inkml:brush>
  </inkml:definitions>
  <inkml:trace contextRef="#ctx0" brushRef="#br0">0 34 3169,'0'0'668,"17"-1"4096,69-3-1975,170-5-945,-90-7-5348,-137 13 1368</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6:14.280"/>
    </inkml:context>
    <inkml:brush xml:id="br0">
      <inkml:brushProperty name="width" value="0.1" units="cm"/>
      <inkml:brushProperty name="height" value="0.1" units="cm"/>
      <inkml:brushProperty name="color" value="#E71224"/>
    </inkml:brush>
  </inkml:definitions>
  <inkml:trace contextRef="#ctx0" brushRef="#br0">1 97 3825,'3'-5'6060,"-2"5"-6031,-1-1 0,1 1 1,0-1-1,-1 1 0,1-1 1,-1 1-1,1 0 0,0-1 0,-1 1 1,1 0-1,0 0 0,-1-1 1,1 1-1,0 0 0,-1 0 0,1 0 1,0 0-1,0 0 0,-1 0 1,1 0-1,0 0 0,0 0 1,-1 0-1,1 0 0,0 1 0,-1-1 1,1 0-1,1 1 0,-1-1-28,2 2-1,1 0 1,0-1-1,0 1 1,-1 0-1,1 1 1,-1-1-1,0 1 1,0-1-1,0 1 1,0 0 0,0 0-1,-1 0 1,1 1-1,-1-1 1,0 1-1,2 3 1,6 20-32,-2 1 1,-1 0 0,4 30-1,5 23 133,-15-77-217,2 9 619,-3-28-80,0 2-416,-3-33 57,-1 26-47,-6-61 43,10 17-69,12 39 17,-10 14-6,-2 7-3,0 1 0,1 0 0,-1-1 0,1 1-1,0 0 1,0-1 0,1 1 0,1-3 0,2-16-22,-5 20 27,0 0 0,1 0 0,-1 0 1,0 0-1,1 0 0,-1 0 0,1 0 0,-1 0 0,1 1 1,0-1-1,0 0 0,0 0 0,0 1 0,0-1 0,0 0 1,1 1-1,-1-1 0,1 1 0,2-2 0,10 1 543,-3-1-445,-7 2-23,0 0 0,-1 0 0,1 1 0,0-1 0,0 1-1,0 0 1,0 0 0,0 0 0,6 1 0,49 4 468,74 9-173,-90-7-2979</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6:14.743"/>
    </inkml:context>
    <inkml:brush xml:id="br0">
      <inkml:brushProperty name="width" value="0.1" units="cm"/>
      <inkml:brushProperty name="height" value="0.1" units="cm"/>
      <inkml:brushProperty name="color" value="#E71224"/>
    </inkml:brush>
  </inkml:definitions>
  <inkml:trace contextRef="#ctx0" brushRef="#br0">1 13 3081,'0'0'745,"18"0"3277,68 6-2681,-56-5-1261,0-1-1,0-1 1,49-9 0,-38 5-1058,-21 2-182</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6:15.441"/>
    </inkml:context>
    <inkml:brush xml:id="br0">
      <inkml:brushProperty name="width" value="0.1" units="cm"/>
      <inkml:brushProperty name="height" value="0.1" units="cm"/>
      <inkml:brushProperty name="color" value="#E71224"/>
    </inkml:brush>
  </inkml:definitions>
  <inkml:trace contextRef="#ctx0" brushRef="#br0">224 74 1480,'10'-32'2903,"-10"30"-2709,0 1 0,0-1 0,0 1 1,0-1-1,0 1 0,0-1 0,0 1 0,0-1 1,0 1-1,-1-1 0,1 1 0,-1-1 1,1 1-1,-1-1 0,0 1 0,1 0 0,-1-1 1,0 1-1,-1-1 0,-7-1-165,0 0-19,-23-2 50,29 5-49,1 0 1,0 1 0,-1-1-1,1 1 1,0 0 0,0-1-1,-1 1 1,1 0 0,0 0-1,0 1 1,-4 2-1,-1 0 27,-5 2 93,1 1 1,1-1-1,-1 2 0,1 0 1,0 0-1,1 0 0,0 1 1,0 1-1,1 0 0,-11 17 0,16-21-20,0 1 0,0 0 0,0 0 0,1 0 0,1 0-1,-1 0 1,1 1 0,0-1 0,1 0 0,-1 1-1,2 9 1,-1-12-55,0 0 0,1-1-1,-1 1 1,1-1 0,0 1-1,1-1 1,-1 0 0,1 1-1,-1-1 1,1 0 0,1 0-1,-1 0 1,0 0 0,1 0-1,0-1 1,0 1 0,0-1-1,0 0 1,5 4 0,-5-6-220,-1 1 0,1-1 1,0 0-1,0-1 0,-1 1 1,1 0-1,0-1 0,0 0 1,0 1-1,0-1 0,0 0 1,0 0-1,3-1 1,9-1-1695</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6:15.929"/>
    </inkml:context>
    <inkml:brush xml:id="br0">
      <inkml:brushProperty name="width" value="0.1" units="cm"/>
      <inkml:brushProperty name="height" value="0.1" units="cm"/>
      <inkml:brushProperty name="color" value="#E71224"/>
    </inkml:brush>
  </inkml:definitions>
  <inkml:trace contextRef="#ctx0" brushRef="#br0">24 53 1744,'-7'4'2065,"7"-3"-1801,-1 0 0,1-1 0,0 1 0,-1 0 0,1-1 0,0 1 0,-1 0 0,1 0 0,0-1 0,0 1 0,-1 0 0,1 0 0,0 0 0,0-1 0,0 2 0,0-1-301,-4 7 180,3-6-73,0 1 1,-1 0 0,1-1-1,0 1 1,0 0-1,1 0 1,-1 0-1,1 0 1,-1 0 0,1 3-1,5 9 388,7 17-322,-11-30-117,0-1 0,0 1 0,0-1 1,1 1-1,-1-1 0,0 0 0,1 1 0,-1-1 1,1 0-1,-1 0 0,1 0 0,0 0 0,0 0 1,-1-1-1,1 1 0,0 0 0,0-1 1,0 1-1,0-1 0,-1 0 0,1 0 0,0 0 1,0 1-1,0-2 0,0 1 0,0 0 0,3-1 1,-2 1 30,9-1 52,0-1-1,1 0 1,-1-1 0,0 0 0,21-9 0,-26 9-51,0 0 1,-1-1 0,1 1-1,-1-1 1,0-1 0,0 1-1,0-1 1,0 0-1,-1 0 1,9-12 0,-12 15-24,0-1-1,-1 0 1,1 1 0,-1-1 0,0 0 0,1 0-1,-1 0 1,-1 0 0,1 0 0,0 0 0,-1 0-1,0-1 1,0 1 0,0 0 0,0 0 0,0 0-1,0 0 1,-1-1 0,0 1 0,1 0 0,-1 0-1,0 0 1,-1 0 0,-1-3 0,2 4-64,0 1 1,-1-1-1,0 0 1,1 1-1,-1-1 1,0 1-1,0 0 1,0 0-1,0-1 1,0 1-1,0 1 1,0-1-1,0 0 1,-1 0-1,1 1 1,0-1-1,0 1 1,-1 0-1,1-1 1,0 1-1,0 0 1,-1 1-1,1-1 1,0 0-1,-1 1 1,1-1-1,0 1 1,0-1-1,0 1 1,0 0-1,0 0 1,0 0-1,-3 2 1,-3 2-760,2-1-300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6:16.473"/>
    </inkml:context>
    <inkml:brush xml:id="br0">
      <inkml:brushProperty name="width" value="0.1" units="cm"/>
      <inkml:brushProperty name="height" value="0.1" units="cm"/>
      <inkml:brushProperty name="color" value="#E71224"/>
    </inkml:brush>
  </inkml:definitions>
  <inkml:trace contextRef="#ctx0" brushRef="#br0">165 1 3721,'0'0'1255,"-17"12"1837,-42 30-1993,49-35-1071,-23 20 90,33-27-99,-1 1 0,1-1 0,0 1 0,-1-1 0,1 1 0,0-1 0,0 1 0,-1-1 0,1 1 0,0-1 0,0 1 0,0 0 0,-1-1 0,1 1 0,0-1 0,0 1 1,0 0-1,0-1 0,0 1 0,0-1 0,1 1 0,-1 0 0,0-1 0,0 1 0,0-1 0,0 1 0,1-1 0,-1 2 0,16 16 201,11 2-97,-18-11 42,-11-10-70,11 2-41,30 11-12,-38-11-47,0-1 1,0 0 0,-1 0 1,1 0-1,-1 0 0,1 0 0,0 0 0,-1 1 0,1-1 0,0 0 0,-1 0 0,1 1 0,-1-1 1,1 0-1,-1 1 0,1-1 0,-1 0 0,1 1 0,-1-1 0,1 1 0,-1-1 0,0 1 1,1-1-1,-1 1 0,1-1 0,-1 1 0,0 0 0,0-1 0,1 1 0,-1-1 0,0 2 0,3 7-8,1-2 7,-3-4 3,1-1 0,-1 0 0,0 1 0,0-1 0,0 1-1,0-1 1,-1 1 0,1-1 0,0 1 0,-1 0 0,0 2 0,0-4-7,-9 7-1,6-6 9,-6 4-64,-1-1 0,1 0 0,-1 0 0,0-1 0,0 0 0,0-1 1,-20 4-1,-21-2-2228,38-4 794</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6:17.244"/>
    </inkml:context>
    <inkml:brush xml:id="br0">
      <inkml:brushProperty name="width" value="0.1" units="cm"/>
      <inkml:brushProperty name="height" value="0.1" units="cm"/>
      <inkml:brushProperty name="color" value="#E71224"/>
    </inkml:brush>
  </inkml:definitions>
  <inkml:trace contextRef="#ctx0" brushRef="#br0">136 1 2913,'-24'32'5359,"21"-27"-5085,1 0 1,0 1-1,0-1 0,1 1 1,0-1-1,0 1 0,0 0 1,0 7-1,1-3-190,0 0 0,0 0 0,1 0 0,1 0 0,-1 0 0,2 0 1,-1-1-1,1 1 0,1-1 0,0 0 0,10 18 0,-12-24-52,0 1 0,1-1 0,-1 0 0,1 0-1,0 0 1,0-1 0,0 1 0,0-1 0,1 1 0,-1-1 0,1 0 0,-1 0 0,1 0 0,0-1-1,0 0 1,0 1 0,-1-1 0,1-1 0,0 1 0,0 0 0,1-1 0,-1 0 0,0 0 0,0 0-1,0 0 1,0-1 0,0 0 0,0 0 0,0 0 0,0 0 0,5-3 0,0 0 3,-1 0 1,-1 0-1,1 0 1,-1-1-1,1-1 1,-1 1 0,-1-1-1,1 0 1,-1-1-1,0 1 1,-1-1-1,7-10 1,-9 13-30,0-2 1,0 1 0,0 0-1,-1-1 1,0 1 0,0-1-1,0 0 1,-1 1 0,0-1-1,0 0 1,0 0-1,-1 0 1,0 0 0,0 0-1,0 0 1,-1 0 0,0 0-1,0 1 1,-2-9 0,1 11-29,0-1 0,-1 1 0,1-1 0,-1 1 0,1 0 0,-1 0 0,0 0 0,0 0 0,-1 0 0,1 1 0,0-1 0,-1 1 0,0 0 0,1 0 0,-1 0 0,0 1 0,0-1 0,0 1 0,0 0 0,0 0 0,0 0 0,0 1 0,-5-1 0,-12 0-42,0 0 0,0 1 0,-24 4-1,20-2 39,-51 6 6,70-7 17,1 0 0,-1 1 1,0 0-1,1 0 0,-1 0 1,1 0-1,0 1 0,0 0 1,-10 6-1,15-8 4,-1-1 0,1 1-1,-1-1 1,1 1 0,-1-1 0,1 1 0,-1-1 0,1 1-1,-1-1 1,1 1 0,0 0 0,-1-1 0,1 1-1,0 0 1,0-1 0,0 1 0,-1 0 0,1 0-1,0-1 1,0 1 0,0 0 0,0-1 0,0 1 0,0 0-1,0 0 1,0-1 0,1 2 0,0 0 11,-1-1-1,1 0 1,0 1 0,0-1 0,0 0-1,0 0 1,1 1 0,-1-1 0,0 0-1,0 0 1,1 0 0,1 0 0,3 3 58,1-1 0,0 0 0,0 0 0,10 2-1,15 1-333,1-2-1,-1-1 0,64-2 1,-50-4-1205</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6:18.787"/>
    </inkml:context>
    <inkml:brush xml:id="br0">
      <inkml:brushProperty name="width" value="0.1" units="cm"/>
      <inkml:brushProperty name="height" value="0.1" units="cm"/>
      <inkml:brushProperty name="color" value="#E71224"/>
    </inkml:brush>
  </inkml:definitions>
  <inkml:trace contextRef="#ctx0" brushRef="#br0">0 0 1192,'0'0'3397,"12"0"464,9 0-2494,-21 0-1374</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6:22.318"/>
    </inkml:context>
    <inkml:brush xml:id="br0">
      <inkml:brushProperty name="width" value="0.1" units="cm"/>
      <inkml:brushProperty name="height" value="0.1" units="cm"/>
      <inkml:brushProperty name="color" value="#004F8B"/>
    </inkml:brush>
  </inkml:definitions>
  <inkml:trace contextRef="#ctx0" brushRef="#br0">0 149 1472,'0'0'435,"8"-21"4646,4-12-4503,-9 25-81,-2 8-420,-1 0-1,0 0 1,1 0-1,-1 0 1,1-1 0,-1 1-1,0 0 1,1 0-1,-1-1 1,0 1-1,1 0 1,-1 0 0,0-1-1,1 1 1,-1 0-1,0-1 1,1 1-1,-1 0 1,0-1 0,0 1-1,0-1 1,1 1-1,-1 0 1,0-2 0,10-14 869,15-16-558,-19 24-15,-12-14 3536,4 22-3683,-5 9 281,4-5-473,-14 29 47,10-18-39,1 0-1,1-1 0,0 2 1,1-1-1,1 0 0,0 1 1,1 0-1,1 0 0,1-1 1,0 1-1,3 20 0,-2-29-264,1 0 0,0-1 0,1 1 0,6 11 0,-6-12-1244</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6:22.886"/>
    </inkml:context>
    <inkml:brush xml:id="br0">
      <inkml:brushProperty name="width" value="0.1" units="cm"/>
      <inkml:brushProperty name="height" value="0.1" units="cm"/>
      <inkml:brushProperty name="color" value="#004F8B"/>
    </inkml:brush>
  </inkml:definitions>
  <inkml:trace contextRef="#ctx0" brushRef="#br0">1 0 1728,'0'3'8799,"4"17"-6257,0-10-2349,-3-7-69,0 1 0,0-1 0,0 0 0,0 0 0,-1 1 0,1-1 0,-1 0 0,0 0 0,0 1 0,0-1 0,0 0 0,-1 4 0,-6 92 468,11-87-623,8 20-131,-7-21-2602</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6:23.610"/>
    </inkml:context>
    <inkml:brush xml:id="br0">
      <inkml:brushProperty name="width" value="0.1" units="cm"/>
      <inkml:brushProperty name="height" value="0.1" units="cm"/>
      <inkml:brushProperty name="color" value="#004F8B"/>
    </inkml:brush>
  </inkml:definitions>
  <inkml:trace contextRef="#ctx0" brushRef="#br0">1 0 3353,'0'0'7023,"3"24"-3524,0-6-3471,4 16-1367</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6:24.937"/>
    </inkml:context>
    <inkml:brush xml:id="br0">
      <inkml:brushProperty name="width" value="0.1" units="cm"/>
      <inkml:brushProperty name="height" value="0.1" units="cm"/>
      <inkml:brushProperty name="color" value="#004F8B"/>
    </inkml:brush>
  </inkml:definitions>
  <inkml:trace contextRef="#ctx0" brushRef="#br0">134 72 1968,'0'-5'5863,"0"-20"-3845,3-16-1049,-5 41-896,1 1 0,-1 0 0,1-1 0,0 1 0,-1 0-1,1-1 1,0 1 0,-1 0 0,1 0 0,0 0 0,0 0 0,0 1-1,0-1 1,0 0 0,-1 2 0,-7 6-71,1 1 1,1 0-1,0 0 0,0 0 1,1 1-1,0 0 0,-5 16 1,-2 8 138,-29 57 1386,48-108-791,0 1-681,-1 4-3,-1 0-1,0-1 1,0 1-1,-1-1 1,2-15-1,-6 24-45,0 6-1,13-51 8,0 14-41,-11 33 25,-1-1 0,0 1 0,1 0-1,0 0 1,-1 0 0,1 0 0,0 0-1,-1 0 1,1 0 0,0 0 0,0 0 0,0 1-1,0-1 1,0 0 0,0 0 0,0 1-1,0-1 1,2 0 0,-2 1 1,3 4-12,2 5 8,38 78-10,-39-75-116,1 0 0,0 0 0,0-1 0,1 0 0,1 0 0,0 0-1,0-1 1,1 0 0,0-1 0,18 14 0,-8-11-1617</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6:26.524"/>
    </inkml:context>
    <inkml:brush xml:id="br0">
      <inkml:brushProperty name="width" value="0.1" units="cm"/>
      <inkml:brushProperty name="height" value="0.1" units="cm"/>
      <inkml:brushProperty name="color" value="#004F8B"/>
    </inkml:brush>
  </inkml:definitions>
  <inkml:trace contextRef="#ctx0" brushRef="#br0">1 207 2761,'18'-3'8903,"-18"4"-8724,6 39 99,2 47 1,6 49-200,-8-120 210,-2-15 324,1-15-31,4-71 33,-2-165 0,-7 194-506,-1 24-176,1 30 26,0 2-1,0-1 46,0 1 0,0-1-1,0 0 1,0 1 0,0-1-1,0 0 1,0 1 0,0-1-1,1 1 1,-1-1 0,0 0-1,1 1 1,-1-1 0,0 1 0,1-1-1,-1 1 1,0-1 0,1 1-1,-1-1 1,1 1 0,-1-1-1,1 1 1,-1 0 0,1-1-1,0 1 1,-1 0 0,1 0-1,-1-1 1,1 1 0,0 0 0,-1 0-1,1 0 1,-1 0 0,1 0-1,0-1 1,0 2 0,38-10 472,-1 1 0,1 3 1,55-1-1,-2 4-2312</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6:26.934"/>
    </inkml:context>
    <inkml:brush xml:id="br0">
      <inkml:brushProperty name="width" value="0.1" units="cm"/>
      <inkml:brushProperty name="height" value="0.1" units="cm"/>
      <inkml:brushProperty name="color" value="#004F8B"/>
    </inkml:brush>
  </inkml:definitions>
  <inkml:trace contextRef="#ctx0" brushRef="#br0">0 12 3561,'11'-1'7113,"28"-4"-5102,76-1-1,-7 14-4194,-91-5 195</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6:28.004"/>
    </inkml:context>
    <inkml:brush xml:id="br0">
      <inkml:brushProperty name="width" value="0.1" units="cm"/>
      <inkml:brushProperty name="height" value="0.1" units="cm"/>
      <inkml:brushProperty name="color" value="#004F8B"/>
    </inkml:brush>
  </inkml:definitions>
  <inkml:trace contextRef="#ctx0" brushRef="#br0">180 33 5177,'35'-32'8157,"-47"39"-8145,2-2-8,-8 3-16,0 0 0,1 2 0,-17 12 0,30-19 8,0 0 0,0 1-1,0 0 1,1-1 0,-1 1 0,1 0 0,-5 8 0,7-10 3,0 0 0,1 0 0,-1 0 0,0 0 1,1 0-1,-1 0 0,1 0 0,-1 0 0,1 0 0,0 0 1,0 0-1,0 0 0,0 1 0,1-1 0,-1 0 0,0 0 1,1 0-1,-1 0 0,2 3 0,1-1 25,1 0 0,-1-1 0,0 1 1,1-1-1,0 0 0,0 0 0,0 0 0,0 0 0,0-1 0,1 0 0,-1 0 0,6 2 0,10 6 190,-11-4-97,86 55 506,-87-54-601,0-1 1,0 1-1,-1 0 1,0 0 0,0 1-1,-1 0 1,0 0-1,9 17 1,-14-24-41,-1 0 12,0-1 1,1 1-1,-1-1 0,0 1 0,0-1 1,1 1-1,-1-1 0,0 1 0,0-1 1,0 1-1,0-1 0,0 1 1,0 0-1,0-1 0,0 1 0,0-1 1,0 1-1,0-1 0,0 1 0,0-1 1,0 1-1,0 0 0,0-1 0,-1 1 1,1-1-1,0 1 0,0-1 1,-1 1-1,1-1 0,0 0 0,-1 1 1,1-1-1,-1 1 0,1-1 0,-1 0 1,1 1-1,0-1 0,-1 0 0,1 1 1,-1-1-1,1 0 0,-1 0 0,1 0 1,-1 1-1,0-1 0,1 0 1,-1 0-1,0 0 0,-27 9-356,0-1 0,0-1 1,0-1-1,-1-2 0,-48 1 0,-17 3 409,112-6 939,92 3-211,-67-8-590,0-1 1,-1-2-1,1-2 0,74-25 0,-93 25-201,-17 7-22,0-1 0,0 0 0,-1-1 1,1 0-1,-1 0 0,0 0 0,0 0 1,10-9-1,-16 24-5,0-1 42,-1 55 34,1-59-36,1 0 0,-1-1 1,1 1-1,0-1 1,1 1-1,0-1 0,0 0 1,3 7-1,-4-12-422</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6:28.195"/>
    </inkml:context>
    <inkml:brush xml:id="br0">
      <inkml:brushProperty name="width" value="0.1" units="cm"/>
      <inkml:brushProperty name="height" value="0.1" units="cm"/>
      <inkml:brushProperty name="color" value="#004F8B"/>
    </inkml:brush>
  </inkml:definitions>
  <inkml:trace contextRef="#ctx0" brushRef="#br0">1 1 6609,'0'0'1785</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6:28.773"/>
    </inkml:context>
    <inkml:brush xml:id="br0">
      <inkml:brushProperty name="width" value="0.1" units="cm"/>
      <inkml:brushProperty name="height" value="0.1" units="cm"/>
      <inkml:brushProperty name="color" value="#004F8B"/>
    </inkml:brush>
  </inkml:definitions>
  <inkml:trace contextRef="#ctx0" brushRef="#br0">3 26 4281,'-2'16'1063,"2"0"1,0 0 0,0-1-1,2 1 1,4 24-1,-2-15-544,-2-11-215,0-1 1,1 0-1,1 1 0,0-1 0,1 0 1,0-1-1,1 1 0,1-1 1,0-1-1,0 1 0,11 12 1,-11-24 879,6-14-976,-5 1-171,0 1 1,0-1-1,-2-1 1,0 1 0,6-17-1,-5 4 36,2 0-1,1 1 1,18-36 0,-25 55-78,1 0 1,0 0 0,-1 0-1,2 1 1,-1 0 0,1-1-1,-1 2 1,1-1 0,1 1 0,-1-1-1,1 1 1,-1 1 0,1-1-1,0 1 1,1 0 0,-1 0-1,0 1 1,1 0 0,9-2-1,-13 4-2,0 0 0,0 0-1,0 0 1,0 1 0,0-1 0,0 1-1,-1 0 1,1 0 0,0 0 0,-1 0-1,1 0 1,0 1 0,-1-1 0,1 1-1,-1-1 1,0 1 0,0 0-1,1 0 1,-1 0 0,0 0 0,-1 1-1,1-1 1,0 0 0,-1 1 0,1 0-1,-1-1 1,2 6 0,4 8-36,-1 1 1,0 0 0,4 24-1,-7-27 24,5 19-1,4 49-1,-11-69 22,0 0 0,-1 0 0,0 0 0,-1-1 0,-1 1 0,-5 24-1,6-35-426</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6:29.461"/>
    </inkml:context>
    <inkml:brush xml:id="br0">
      <inkml:brushProperty name="width" value="0.1" units="cm"/>
      <inkml:brushProperty name="height" value="0.1" units="cm"/>
      <inkml:brushProperty name="color" value="#004F8B"/>
    </inkml:brush>
  </inkml:definitions>
  <inkml:trace contextRef="#ctx0" brushRef="#br0">153 88 4529,'-15'2'6517,"12"-1"-6425,-1-1-1,1 1 0,0 0 1,0 0-1,0 0 0,0 1 0,0-1 1,0 1-1,1-1 0,-1 1 1,0 0-1,1 0 0,0 0 1,-1 0-1,1 1 0,0-1 0,0 1 1,0-1-1,0 1 0,1 0 1,-1 0-1,1 0 0,-2 3 0,-2 13-9,0 1-1,1 1 0,1-1 0,1 0 0,1 1 0,1-1 0,0 1 0,2-1 0,0 0 1,1 1-1,1-1 0,1 0 0,1-1 0,1 1 0,14 27 0,-17-39-18,0 0-1,1 0 1,0-1 0,0 1 0,1-1-1,0 0 1,0-1 0,1 1-1,-1-1 1,1 0 0,1-1-1,-1 0 1,1 0 0,0-1-1,0 0 1,1 0 0,-1-1-1,1 0 1,-1 0 0,1-1-1,0 0 1,0-1 0,0 0-1,0 0 1,1-1 0,-1 0-1,0 0 1,0-1 0,0-1 0,0 1-1,0-2 1,-1 1 0,1-1-1,0 0 1,-1-1 0,10-5-1,-12 5 76,1 0-1,-1 0 1,1-1-1,-1 0 1,-1 0-1,1 0 1,-1-1-1,0 0 1,0 0-1,0 0 0,5-11 1,-4 6-26,-2 0 0,1 0-1,-1-1 1,-1 1 0,0-1 0,2-21 0,-3 2-56,-2-1 1,-1 1-1,-1 0 1,-12-58 0,12 78-86,0 0 1,-1 0 0,-1 0-1,0 0 1,0 0 0,-1 1-1,0 0 1,-13-18 0,12 21-14,0 1 1,0 0-1,0 0 1,-1 0-1,0 1 1,0 0 0,0 1-1,-1-1 1,0 1-1,1 1 1,-1-1-1,-14-2 1,2 2-11,1 0 0,-1 2 0,0 1 0,-1 0 0,1 2 1,0 0-1,0 1 0,0 1 0,1 1 0,-1 0 0,1 2 0,0 0 0,-23 11 0,40-16 45,-1 1-1,0-1 0,1 0 0,-1 1 1,1-1-1,0 1 0,0 0 1,-1 0-1,1 0 0,0 0 1,1 0-1,-1 0 0,0 0 1,0 1-1,1-1 0,0 1 1,-2 3-1,2-3 6,1-1 0,0 0 0,0 0 0,0 1 0,0-1 0,0 0 0,0 0 1,1 0-1,-1 1 0,1-1 0,-1 0 0,1 0 0,0 0 0,0 0 0,0 0 0,0 0 0,0 0 0,1 0 0,-1 0 0,0-1 0,1 1 0,2 2 0,4 3 17,0 0-1,0-1 1,1 0-1,-1-1 0,1 0 1,1 0-1,-1-1 0,1 0 1,-1-1-1,16 4 0,14 1-80,54 5 0,-77-11-24,39 3-674,1-1-471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6:09.138"/>
    </inkml:context>
    <inkml:brush xml:id="br0">
      <inkml:brushProperty name="width" value="0.1" units="cm"/>
      <inkml:brushProperty name="height" value="0.1" units="cm"/>
      <inkml:brushProperty name="color" value="#E71224"/>
    </inkml:brush>
  </inkml:definitions>
  <inkml:trace contextRef="#ctx0" brushRef="#br0">0 0 1704,'0'0'2492,"2"2"-2020,0-1 0,-1 1 1,1-1-1,0 0 0,-1 0 1,1 0-1,0 0 0,0 0 0,0 0 1,0 0-1,4 0 0,19 4 142,0-1 0,30 1 0,16-5-460,42-2-643,-33 0-2678,-55 1 869</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6:11.535"/>
    </inkml:context>
    <inkml:brush xml:id="br0">
      <inkml:brushProperty name="width" value="0.1" units="cm"/>
      <inkml:brushProperty name="height" value="0.1" units="cm"/>
      <inkml:brushProperty name="color" value="#E71224"/>
    </inkml:brush>
  </inkml:definitions>
  <inkml:trace contextRef="#ctx0" brushRef="#br0">154 41 1480,'-13'0'7354,"-13"0"-5114,25 0-2240,0 1-1,1-1 1,-1 0-1,0 0 1,1 0-1,-1 0 1,0 0 0,0 0-1,1 0 1,-1 0-1,0 0 1,1 0-1,-1 0 1,0-1-1,1 1 1,-1 0-1,0 0 1,1-1-1,-1 1 1,0 0-1,1-1 1,-1 1-1,1-1 1,-1 0-1,10-9-2147,-8 9 2087,0 0 0,1 0 1,-1 0-1,0 0 0,0 0 1,0 0-1,0 0 0,0-1 0,0 1 1,0 0-1,-1-1 0,1 1 0,0 0 1,0-4 661,-42 1 3289,36 3-3513,4 1-336,0 0-1,1 0 1,-1 0 0,0-1 0,1 1-1,-1 0 1,0 0 0,1 0 0,-1 0-1,0 0 1,1 1 0,-1-1 0,0 0-1,0 0 1,1 0 0,-1 1 0,1-1-1,-1 0 1,0 0 0,1 1 0,-1-1 0,1 1-1,-1-1 1,1 1 0,-1-1 0,1 0-1,-1 1 1,1 0 0,-1-1 0,1 1-1,0-1 1,-1 1 0,1 0 0,0-1-1,-1 1 1,1-1 0,0 1 0,0 0-1,0-1 1,0 1 0,-1 0 0,1 0 0,0-1-1,0 1 1,0 0 0,1-1 0,-1 1-1,0 0 1,0 0 0,-1 31 134,1-31-156,0-1-5,0 0 0,0 1-1,0-1 1,-1 0 0,1 1-1,0-1 1,0 1 0,0-1 0,0 0-1,0 1 1,0-1 0,0 1 0,0-1-1,0 0 1,0 1 0,0-1-1,0 0 1,0 1 0,1-1 0,-1 1-1,0-1 1,0 0 0,0 1-1,0-1 1,1 0 0,-1 1 0,0-1-1,0 0 1,1 1 0,-1-1 0,0 0-1,0 0 1,1 1 0,-1-1-1,1 0 1,10 8 90,79 57 217,-81-60-282,-4-2 25,0 0 0,0 0-1,0 0 1,-1 1 0,5 3 0,-3-2 50,3 6-55,-9-10-63,-1 0 1,1 0 0,-1-1 0,1 1-1,-1 0 1,1-1 0,-1 1-1,0 0 1,1-1 0,-1 1 0,0-1-1,1 1 1,-1-1 0,0 1-1,0-1 1,1 1 0,-1-1 0,0 0-1,0 0 1,0 1 0,0-1-1,1 0 1,-1 0 0,-1 0 0,-9 3-3,-23 7-35,17 6-16,-15 11 41,24-20-18,5-3 12,-3 8 15,-21 33 10,29-49-1,-3 7 1,-1 2 5,-1 0 1,0 0-1,0 0 0,-1 0 1,1-1-1,-6 6 1,0 0-4,3-2 8,-12 14-1577</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6:39.491"/>
    </inkml:context>
    <inkml:brush xml:id="br0">
      <inkml:brushProperty name="width" value="0.1" units="cm"/>
      <inkml:brushProperty name="height" value="0.1" units="cm"/>
      <inkml:brushProperty name="color" value="#E71224"/>
    </inkml:brush>
  </inkml:definitions>
  <inkml:trace contextRef="#ctx0" brushRef="#br0">85 67 1048,'-2'-12'5822,"-1"-10"-4521,-12 13-1126,5 5-159,7 3-5,-1 0 0,1-1-1,0 1 1,0-1 0,0 0 0,0 0 0,0 0-1,-5-5 1,-9 7 2388,13 3-1238,20 4-659,5-2-342,1-1 0,-1-1-1,24 1 1,-22-2-103,-1 0 0,36 10 0,-52-10-23,0 0 0,1-1 0,-1 0 0,0 0 0,1 0 0,10 0 0,4-2 63,42 2-57,100 14 1,-159-15-41,0 1 1,0-1-1,0 1 1,0 0-1,0 1 1,0-1-1,0 1 1,6 3-1,-9-4 4,1-1 0,0 1-1,0 0 1,-1 0 0,1-1-1,0 1 1,0-1 0,0 1 0,0-1-1,0 0 1,0 0 0,0 0-1,3 0 1,9 4 416,-14-4-415,0 0-1,0 0 1,1 1-1,-1-1 1,0 0-1,0 0 1,0 0-1,1 1 1,-1-1-1,0 0 1,0 0-1,0 0 1,0 1-1,0-1 1,0 0 0,0 0-1,0 1 1,1-1-1,-1 0 1,0 0-1,0 1 1,0-1-1,0 0 1,0 0-1,0 1 1,0-1-1,0 0 1,-1 0 0,1 1-1,0-1 1,0 0-1,0 0 1,0 1-1,0-1 1,0 0-1,0 0 1,0 0-1,-1 1 1,1-1-1,0 0 1,0 0-1,0 0 1,-1 0 0,1 1-1,-29 24 3,-4 3-5,22-17 10,14-12-2,-51 29 6,4-6-7,32-18-8,-47 24 14,-14 0-7,-146 40-213,132-42 138,86-26 50,5-5-60,0-1 0,1 1 0,0 1 0,0-1 0,0 1 0,1 0 0,0 0 0,-1 0 0,1 1 0,7-3 0,15-9 41,41-16 0,-63 29 30,30-11-49,43-9 0,-77 21 7,-17 4-531,-21 8 486,23-7-20,17-5 79,-57 27 25,49-24-283,5-3 116,12-7 66,25-11 89,-11 5 12,0-1 0,47-35 1,-17 9 63,-21 23-38,-22 12 37,-14 6-42,1 0 0,-1 1-1,0-1 1,0 0 0,0 0 0,0 0-1,0 0 1,0 0 0,0 0 0,0 0 0,0 0-1,0 0 1,0 0 0,0 0 0,0 0 0,0 0-1,0 0 1,0 0 0,-12 7-52,-32 23-782,33-19 712,6-6-14,-1 0-1,0 0 0,0-1 1,0 1-1,0-1 0,-8 3 1,-22 13 67,14-9-30,23-16-79,-1 5 163,0-1 0,1 1 0,-1 0 1,0 0-1,0 0 0,1 0 0,-1-1 0,0 1 1,0 0-1,0 0 0,1 0 0,-1-1 0,0 1 1,0 0-1,0 0 0,0-1 0,0 1 1,1 0-1,-1 0 0,0-1 0,0 1 0,0 0 1,0 0-1,0-1 0,0 1 0,0 0 0,0-1 1,0 1-1,0 0 0,0 0 0,0-1 1,0 1-1,0 0 0,0 0 0,-1-1 0,1 1 1,0 0-1,0 0 0,0-1 0,0 1 1,0 0-1,-1 0 0,1-1 0,0 1 0,0 0 1,0 0-1,-1 0 0,1 0 0,0-1 0,0 1 1,-1 0-1,1 0 0,-71-2-41,41 2 6,0-1-1,-56-9 0,82 9 52,1 0-1,-1-1 1,1 1-1,-1-1 1,1 0-1,0 0 1,0 0-1,0 0 1,0 0-1,0-1 1,0 1-1,1-1 1,-1 0-1,1 0 1,-5-6-1,7 8 21,3-1-13,0 0-1,0 0 0,0 0 1,1 0-1,-1 1 0,0 0 0,1-1 1,0 1-1,-1 0 0,1 1 1,-1-1-1,1 1 0,0 0 0,0-1 1,6 2-1,69 9 138,-51-5-153,82 13-715,-75-11-1433</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6:53.088"/>
    </inkml:context>
    <inkml:brush xml:id="br0">
      <inkml:brushProperty name="width" value="0.1" units="cm"/>
      <inkml:brushProperty name="height" value="0.1" units="cm"/>
      <inkml:brushProperty name="color" value="#E71224"/>
    </inkml:brush>
  </inkml:definitions>
  <inkml:trace contextRef="#ctx0" brushRef="#br0">11 0 2120,'-6'0'3409,"4"0"-2921,1 0-160,-1 0-456</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6:59.933"/>
    </inkml:context>
    <inkml:brush xml:id="br0">
      <inkml:brushProperty name="width" value="0.1" units="cm"/>
      <inkml:brushProperty name="height" value="0.1" units="cm"/>
    </inkml:brush>
  </inkml:definitions>
  <inkml:trace contextRef="#ctx0" brushRef="#br0">223 103 4881,'-3'0'588,"1"-1"-1,-1 1 1,0-1 0,1 0 0,-1 0-1,1 0 1,-1 0 0,-3-3 0,-31-22-676,33 23 385,-4-2-252,-20 17-30,25-11-19,0 0 1,0 0-1,0 1 1,0-1-1,0 1 1,0 0-1,0 0 0,1 0 1,-1 0-1,-4 5 1,1 6-52,-10 23 23,12-27-8,3-4 4,3 7 32,0 22 7,-1-26 13,45-9 339,-45 1-353,-1 0 3,0 0 0,1 0 0,-1 0 0,1 1 0,-1-1 1,1 0-1,-1 0 0,1 0 0,-1 0 0,1-1 0,-1 1 0,1 0 1,-1 0-1,1 0 0,-1 0 0,1 0 0,-1 0 0,1-1 1,-1 1-1,0 0 0,1 0 0,-1-1 0,1 1 0,-1 0 0,0-1 1,1 1-1,-1 0 0,0-1 0,1 0 0,6-8 25,2-1-12,19-25 108,-26 33-117,0-1-1,0 0 0,-1-1 0,1 1 0,-1 0 1,0 0-1,0-1 0,0-3 0,2-3 6,0 3 53,-2 2-6,-3-5-39,0-22-10,2 31-18,0 1 0,0 0 1,1-1-1,-1 1 0,0-1 1,0 1-1,0-1 0,0 1 1,0 0-1,0-1 0,0 1 1,0-1-1,-1 1 0,1-1 1,0 1-1,0 0 0,0-1 1,0 1-1,0-1 0,-1 1 1,1 0-1,0-1 0,0 1 1,-1 0-1,1-1 0,0 1 1,-1 0-1,1-1 0,0 1 1,-1 0-1,1 0 0,0-1 1,-1 1-1,1 0 0,0 0 1,-1 0-1,1-1 0,-1 1 1,1 0-1,-1 0 0,1 0 1,0 0-1,-1 0 0,1 0 1,-1 0-1,1 0 0,-1 0 1,1 0-1,-1 0 0,-1 2-10,0-1 1,0 0-1,0 0 0,1 1 0,-1-1 0,0 1 1,1-1-1,-1 1 0,1 0 0,-2 2 0,-22 32-13,25-35 28,-1-1 1,0 1-1,1 0 0,-1 0 1,1-1-1,-1 1 0,1 0 1,-1 0-1,1 0 0,-1 0 1,1 0-1,0 0 0,0 0 1,-1 0-1,1 0 0,0 0 1,0 0-1,0 0 0,0 0 1,0 0-1,1 1 0,0-1 16,0 1 1,0-1-1,0 0 0,0 0 0,0 0 0,0 0 1,0-1-1,1 1 0,-1 0 0,0 0 0,0-1 0,3 1 1,29 15 45,-24-13 57,-5-7-82,2-6-13,35-39 160,-40 46-176,0 1 0,1-1 0,-1 1 0,0-1 0,0 1 0,0-1 0,0 0 0,-1 0 0,1 1 0,-1-1 0,1-5 0,-1 0 5,2 0 11,-15 0-15,-19-6-39,26 11-44,-2 2-89,-1 6 120,-25 9 0,25-10 9,7-2 15,-4 9 13,-2 3 8,0 1 0,1 0 1,-11 30-1,16-39 5,1-1 0,-1 0 1,1 1-1,0-1 0,0 1 0,0 0 0,1-1 0,0 1 0,0 0 0,1-1 0,-1 1 0,1-1 0,1 1 1,-1-1-1,1 1 0,-1-1 0,2 0 0,2 6 0,-5-10 3,1 0 1,-1-1-1,1 1 0,-1 0 1,1-1-1,0 1 0,-1-1 1,1 1-1,-1-1 0,1 1 0,0-1 1,-1 1-1,1-1 0,0 0 1,0 1-1,-1-1 0,1 0 1,0 0-1,0 1 0,-1-1 1,1 0-1,0 0 0,0 0 1,0 0-1,-1 0 0,1 0 0,0 0 1,1-1-1,1 0 16,-1 0 0,0 0 0,0 0 0,0 0 0,0-1 0,0 1 0,0-1 0,0 1 0,2-4 1,3-3 48,0 0 1,-1 0-1,7-15 1,-9 15-44,-1 0 1,0 0-1,0 0 0,-1 0 0,0-1 1,-1 1-1,0-1 0,0 1 1,-1-11-1,0 17-34,0 0-1,0 0 1,0 0-1,0-1 1,0 1 0,-1 0-1,1 0 1,-1 0-1,1 0 1,-1 0 0,0 0-1,0 1 1,0-1-1,0 0 1,0 0 0,0 0-1,0 1 1,-1-1-1,1 1 1,0-1 0,-1 1-1,0-1 1,1 1-1,-1 0 1,0 0 0,1 0-1,-1 0 1,0 0-1,0 0 1,0 1-1,0-1 1,0 0 0,0 1-1,0 0 1,0-1-1,0 1 1,0 0 0,0 0-1,-1 0 1,1 0-1,0 1 1,-4 0 0,2 0-10,-1 1 1,0 0 0,1 0 0,0 0-1,-1 0 1,1 1 0,0-1 0,0 1-1,0 0 1,1 1 0,-1-1 0,1 0-1,-1 1 1,1 0 0,1 0 0,-1 0-1,0 0 1,1 0 0,0 1 0,0-1-1,0 1 1,0 0 0,0 4 0,0-4 15,1-1 0,0 1 0,0 0 0,0 0 1,0-1-1,1 1 0,0 0 0,0 0 0,0 0 1,1 0-1,-1-1 0,1 1 0,0 0 0,1 0 1,-1-1-1,1 1 0,0-1 0,0 1 0,0-1 0,1 0 1,-1 0-1,1 0 0,3 4 0,-5-7 7,0 0 0,0-1 0,0 1-1,1 0 1,-1 0 0,0-1 0,0 1 0,0-1-1,1 1 1,-1-1 0,0 1 0,0-1 0,1 0-1,-1 0 1,0 0 0,1 0 0,-1 1 0,0-2-1,1 1 1,-1 0 0,3-1 0,-1 0 11,0 0-1,0 0 1,-1 0 0,1-1 0,0 1 0,0-1-1,-1 0 1,1 0 0,1-2 0,3-3 28,0 0-1,-1 0 1,0 0 0,-1-1 0,7-11-1,-8 10-30,-1 4 3,1 0 0,-2 0 0,1-1 0,0 1 0,-1-1 0,0 0 0,-1 0 0,1 0 0,-1 0 0,0 0 0,0 0 0,-1 0 0,0 0 0,0 0 0,-1 0 0,1 0 0,-3-10 0,2 14-29,1 1 1,0 1 1,0-1-1,-1 1 0,1 0 1,0-1-1,0 1 0,-1 0 1,1-1-1,0 1 0,-1 0 1,1-1-1,0 1 0,-1 0 1,1-1-1,0 1 0,-1 0 1,1 0-1,-1 0 0,1-1 1,0 1-1,-1 0 0,1 0 0,-1 0 1,1 0-1,0 0 0,-1 0 1,1 0-1,-1 0 0,1 0 1,-1 0-1,1 0 0,-1 0 1,1 0-1,0 0 0,-1 0 1,1 0-1,-1 1 0,-3-2-5,-33-3-68,37 4 76,0 0 1,-1 0 0,1 0-1,0-1 1,-1 1-1,1 0 1,0 0 0,-1 0-1,1 0 1,-1 0-1,1 0 1,0 0 0,-1 0-1,1 0 1,-1 0 0,1 0-1,-1 0 1,1 0-1,0 0 1,-1 0 0,1 0-1,-1 0 1,1 0-1,0 0 1,-1 1 0,1-1-1,0 0 1,-1 0 0,1 1-1,0-1 1,-1 0-1,1 1 1,-4 3-15,-10 11-19,0 0-1,1 1 1,-19 29-1,29-38 31,-1-1 1,1 0-1,0 1 0,1 0 0,0 0 0,-3 13 0,5-17 8,-1 1 0,1-1-1,0 0 1,0 1-1,1-1 1,-1 0-1,1 1 1,-1-1-1,1 0 1,0 0-1,0 1 1,0-1-1,1 0 1,-1 0-1,4 4 1,-4-5 8,0-1 0,0 1 1,0-1-1,0 0 0,0 0 0,0 0 1,1 1-1,-1-1 0,0 0 0,1-1 1,-1 1-1,0 0 0,1 0 1,-1-1-1,1 1 0,-1 0 0,1-1 1,0 0-1,-1 1 0,1-1 0,-1 0 1,1 0-1,0 0 0,2 0 0,-1-1 11,0 1-1,0-2 1,0 1-1,0 0 0,0 0 1,0-1-1,0 0 1,0 0-1,0 0 0,-1 0 1,4-3-1,3-4 38,0-1 0,-1 0 1,0 0-1,-1-1 0,8-15 0,-12 19-32,0 1 0,0-1-1,-1 1 1,0-1 0,-1 0 0,1 0 0,-1 0 0,0 0 0,-1 0-1,0 0 1,0 0 0,-1 0 0,1 1 0,-3-10 0,2 13-28,0-1 1,-1 1-1,1-1 1,-1 1-1,1 0 1,-1-1-1,0 1 1,0 0-1,-1 0 1,1 1 0,-1-1-1,1 0 1,-1 1-1,0-1 1,0 1-1,0 0 1,0 0-1,0 0 1,-1 1-1,1-1 1,0 1-1,-1-1 1,1 1 0,-1 0-1,0 1 1,1-1-1,-1 1 1,-5-1-1,5 1-13,1 0-1,-1 0 1,1 1-1,-1-1 1,0 1-1,1 0 1,0 0-1,-1 0 1,1 1-1,-1-1 1,1 1-1,0-1 1,0 1-1,0 0 1,0 0-1,0 1 1,1-1 0,-1 1-1,1-1 1,-1 1-1,1 0 1,0 0-1,-4 6 1,3-3-7,-1 1 0,1-1 0,1 1 0,-1 0 0,1 0 0,0 0 0,1 0 0,0 1 0,0-1 0,0 13 0,1-15 25,1 1 0,-1 0 0,1-1 0,0 1-1,1 0 1,-1-1 0,1 1 0,1-1 0,-1 0 0,0 0 0,1 0-1,6 8 1,-8-11 8,1-1 0,-1 1 0,1-1-1,0 0 1,-1 1 0,1-1 0,0 0-1,0 0 1,0 0 0,0 0 0,0-1-1,0 1 1,0 0 0,0-1 0,0 0-1,0 1 1,0-1 0,0 0 0,0 0-1,0 0 1,0 0 0,1 0 0,-1-1-1,0 1 1,0-1 0,0 1 0,0-1-1,0 0 1,0 0 0,-1 0 0,1 0-1,0 0 1,0 0 0,0 0 0,-1-1-1,1 1 1,1-3 0,6-3 28,-1-1 1,0 0-1,0 0 0,-1-1 1,0 0-1,0-1 0,6-11 1,-11 16-24,1 0 1,-1 0 0,1 0-1,-1 0 1,-1 0 0,1-1-1,-1 1 1,0-1 0,0 1-1,0-1 1,-1 1 0,0-1 0,0 1-1,-1-1 1,1 1 0,-3-10-1,3 13-19,-1 1-1,1-1 1,-1 1 0,1-1-1,-1 1 1,1-1-1,-1 1 1,0 0 0,0-1-1,1 1 1,-1 0-1,0 0 1,0 0 0,0-1-1,0 1 1,-1 0-1,1 0 1,0 1 0,0-1-1,-1 0 1,1 0-1,0 0 1,-1 1 0,1-1-1,-1 1 1,1-1-1,-1 1 1,1 0 0,-1-1-1,1 1 1,-1 0-1,1 0 1,-1 0-1,1 0 1,-1 0 0,1 1-1,-1-1 1,1 0-1,-1 1 1,1-1 0,-1 1-1,1 0 1,-1-1-1,1 1 1,0 0 0,-3 1-1,-3 3-22,0 0 0,0 1 0,1 0 0,0 0 0,0 0 0,-10 13 0,10-9 30,0 1-1,1-1 1,0 1-1,0 0 1,1 0 0,0 0-1,1 0 1,-2 14-1,4-17 1,0-1 0,0 1-1,1-1 1,0 1 0,0-1 0,0 1-1,1-1 1,1 1 0,-1-1 0,1 1-1,0-1 1,1 0 0,6 12 0,-8-16 8,0-1 0,1 0 0,-1 0 0,1 0 0,-1 0 0,1 0 1,0 0-1,0-1 0,0 1 0,0 0 0,0-1 0,1 0 0,-1 1 1,0-1-1,1 0 0,-1 0 0,0 0 0,1-1 0,-1 1 0,1-1 0,-1 1 1,1-1-1,0 0 0,-1 0 0,1 0 0,-1 0 0,1 0 0,0-1 1,-1 1-1,1-1 0,-1 1 0,1-1 0,-1 0 0,0 0 0,1 0 1,-1-1-1,0 1 0,0 0 0,3-4 0,0 2 18,0 0-1,-1-1 1,0 0 0,1 0-1,-2 0 1,1 0-1,0-1 1,-1 0-1,0 1 1,0-1 0,0 0-1,-1-1 1,0 1-1,0 0 1,0-1 0,0 1-1,0-8 1,-2 8-23,0 0 0,0 1-1,0-1 1,-1 1 0,0 0 0,0-1 0,0 1 0,-1 0 0,1-1 0,-1 1 0,-4-7-1,-4 8-2532</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7:09.427"/>
    </inkml:context>
    <inkml:brush xml:id="br0">
      <inkml:brushProperty name="width" value="0.1" units="cm"/>
      <inkml:brushProperty name="height" value="0.1" units="cm"/>
    </inkml:brush>
  </inkml:definitions>
  <inkml:trace contextRef="#ctx0" brushRef="#br0">24 73 824,'0'-50'3813,"0"27"2209,-1 24-5973,1-1 0,-1 0 1,0 0-1,1 1 0,-1-1 0,0 0 0,1 1 0,-1-1 1,0 1-1,1-1 0,-1 1 0,1-1 0,-1 1 1,1-1-1,-1 1 0,1 0 0,-1-1 0,1 1 0,-1 0 1,1-1-1,0 1 0,0 0 0,-1 0 0,1-1 1,0 1-1,0 0 0,0 0 0,0 0 0,-4 9-6,3-6-5,-1 0-1,1-1 0,0 1 1,1 0-1,-1 0 1,0 0-1,1 0 1,0 4-1,9 115 941,11 66-739,-12-83 50,-8-97-259,-1 50 539,14 106 0,-6-115-304,-3 1 1,-1 65-1,-4-79-53,1 40 555,-4 18-215,-1 204 672,5-225-987,-3-41-157,-3 10 12,-1 63 68,14 137 145,-5-212-252,-3 5-43,-2-9 17,-4 37 21,-5 24-32,9-69-192,0-1 1,1 35 0,2-47-173</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7:11.193"/>
    </inkml:context>
    <inkml:brush xml:id="br0">
      <inkml:brushProperty name="width" value="0.1" units="cm"/>
      <inkml:brushProperty name="height" value="0.1" units="cm"/>
    </inkml:brush>
  </inkml:definitions>
  <inkml:trace contextRef="#ctx0" brushRef="#br0">136 133 3601,'4'-22'5521,"-1"9"-3644,2-14-1994,2 0 2971,1-6-2636,-6 25-45,-2 6 261,-7 10-416,-12 26-57,1 0-1,2 2 1,-22 71-1,-19 127 30,54-216 75,0 0 1,0 23 499,13-63-397,0 0-1,-2-1 1,0 0-1,5-31 1,-4 14-125,22-137 83,-28 157-150,0 1 0,1 0 1,1-1-1,1 2 0,1-1 0,9-18 0,-16 36 12,0 1-1,0 0 0,0-1 1,0 1-1,0 0 0,1-1 1,-1 1-1,0 0 1,0 0-1,0-1 0,1 1 1,-1 0-1,0-1 0,0 1 1,0 0-1,1 0 0,-1 0 1,0-1-1,1 1 0,-1 0 1,0 0-1,0 0 0,1-1 1,-1 1-1,0 0 0,1 0 1,-1 0-1,0 0 0,1 0 1,15 16-153,43 81 173,-30-29 48,-18-40 34,1-1 0,2-1 0,19 30 0,-11-17 142,-21-38-136</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7:13.866"/>
    </inkml:context>
    <inkml:brush xml:id="br0">
      <inkml:brushProperty name="width" value="0.1" units="cm"/>
      <inkml:brushProperty name="height" value="0.1" units="cm"/>
    </inkml:brush>
  </inkml:definitions>
  <inkml:trace contextRef="#ctx0" brushRef="#br0">37 55 1536,'0'0'2333,"-7"-27"4938,-5 15-6128,12 12-1145,-1 0-1,1 0 0,-1 0 0,1 0 1,-1 0-1,1 0 0,-1 1 0,1-1 0,-1 0 1,1 0-1,-1 0 0,1 1 0,-1-1 1,1 0-1,0 1 0,-1-1 0,1 0 0,0 1 1,-1-1-1,1 1 0,0-1 0,-1 0 1,1 1-1,0-1 0,-1 1 0,1-1 0,0 1 1,0-1-1,0 1 0,-1 0 0,0 8-18,-1-1 0,1 1 0,0 0 0,1 0 0,0-1 0,0 1 0,4 16 0,-4-23 16,20 114-57,-11-78 92,-3 0 0,4 66 0,-7-42 130,-3-61-83,4-12 766,-1-9-768,-1-1 0,-1 0-1,-1-1 1,0 1 0,-2 0 0,-8-37 0,6 35-68,0 0 0,2 0 1,0 0-1,2-1 0,0 1 1,6-36-1,-5 52 73,5-7-346,-5 14 247,0 0 0,0 0 0,0 0 0,0 0 1,1 0-1,-1 0 0,0 1 0,0-1 0,0 0 0,0 1 0,0-1 0,0 1 0,-1 0 1,1-1-1,0 1 0,0-1 0,0 1 0,0 0 0,-1 0 0,1 0 0,1 1 0,19 19 76,-1 1-1,-2 1 0,0 1 1,28 48-1,-14-8-5,72 150 395,-102-204-411,1 2 116,0-22 1406,-3-34-1273,-1 1-1,-2-1 1,-2 1 0,-15-61-1,-8-70-320,28 172-17,-1-1-83,0-1 0,1 1 0,0 0 0,-1-1 0,1 1 0,1 0 0,-1-1 0,0 1 0,1 0 0,-1-1-1,1 1 1,0 0 0,0 0 0,1 0 0,-1 0 0,1 0 0,2-4 0,4 2-2235</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7:14.815"/>
    </inkml:context>
    <inkml:brush xml:id="br0">
      <inkml:brushProperty name="width" value="0.1" units="cm"/>
      <inkml:brushProperty name="height" value="0.1" units="cm"/>
    </inkml:brush>
  </inkml:definitions>
  <inkml:trace contextRef="#ctx0" brushRef="#br0">27 16 1216,'-5'-3'5044,"-17"-9"-972,110 14-966,115-3-2397,-183 0-676,-1 1 1,1 1-1,19 4 1,-20-2 10,0-1 0,37-1 1,-35-5-2354</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7:15.130"/>
    </inkml:context>
    <inkml:brush xml:id="br0">
      <inkml:brushProperty name="width" value="0.1" units="cm"/>
      <inkml:brushProperty name="height" value="0.1" units="cm"/>
    </inkml:brush>
  </inkml:definitions>
  <inkml:trace contextRef="#ctx0" brushRef="#br0">1 1 6345,'0'0'1915,"2"7"-804,5 11-957,3 10 514,15 58 0,-24-77-621,1-1-1,-1 1 1,-1 0 0,1-1-1,-2 1 1,1-1 0,-1 1-1,0 0 1,-1-1 0,0 0-1,0 1 1,-4 7 0,-2 1-689</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7:23.479"/>
    </inkml:context>
    <inkml:brush xml:id="br0">
      <inkml:brushProperty name="width" value="0.1" units="cm"/>
      <inkml:brushProperty name="height" value="0.1" units="cm"/>
      <inkml:brushProperty name="color" value="#004F8B"/>
    </inkml:brush>
  </inkml:definitions>
  <inkml:trace contextRef="#ctx0" brushRef="#br0">56 1457 4001,'5'-2'8227,"-4"1"-8287,0-9 245,1 1 0,0 0 0,4-15 0,-3 15-149,-1 2 29,-1-36 962,3 11-877,-3 25-13,-1-21 462,9-50-500,3-93 495,-11 164-566,0-17 59,3-26-71,5-16 56,0 20-63,-8 40-4,1 1-1,-1 0 0,-1-1 0,1 1 1,-1 0-1,0-1 0,0 1 1,-2-10-1,-1-19 259,2 25-250,5-32 14,-2 27-25,-1 6 10,0 0-1,0 0 0,-1-1 1,0 1-1,-2-13 0,-3-29 24,4 17-32,1 14 28,0 17-29,-8-57-5,3-3 11,2-3 8,1 54-20,7-39 0,-1-9 12,-4-17-1,3 21-6,-2 35-27,0 16 96,0 0 1,-1 0-1,0 0 1,0 0 0,0 0-1,0 0 1,-1 0-1,1 0 1,-2-4-1,2 8-72,0-1-1,-1 1 0,1-1 1,0 1-1,0-1 0,0 0 1,-1 1-1,1-1 0,0 1 1,-1 0-1,1-1 0,0 1 1,-1-1-1,1 1 0,0-1 1,-1 1-1,1 0 0,-1-1 1,1 1-1,-1 0 0,1-1 1,-1 1-1,1 0 0,-1 0 1,1 0-1,-1 0 0,0-1 0,1 1 1,-1 0-1,1 0 0,-1 0 1,1 0-1,-1 0 0,0 0 1,1 0-1,-1 0 0,1 1 1,-1-1-1,0 0 0,-1 2-6,-1 0-1,1 0 0,0 0 0,0 0 0,0 0 0,0 0 0,1 1 1,-1-1-1,-1 4 0,-17 26 1,14-17-28,6-2 27,-6 35 8,-2-4 3,-10 72 21,3-57 4,8-37 55,3-5 150,4-17-190,2-13 63,15-76-19,-6 25-27,-5 30-25,-6 30-31,0 1-1,1 0 1,0-1-1,0 1 0,0 0 1,0 0-1,1 0 1,-1 0-1,2-3 1,18-45 36,0-21 29,-19 64-42,-1 8-43,0 0 10,0 0 0,0 0 0,0 1 0,0-1 0,0 0 0,1 0 0,-1 0 0,0 1 0,-1-1 0,1 0 0,0 1 0,0-1 0,0 1 0,0 0 0,0-1 0,0 1 0,0-1 0,-1 1 0,1 0 0,0 1 0,28 44-2,-26-42 8,-1 0-1,1 1 0,-1-1 0,0 1 0,0 0 0,0 0 1,1 6-1,1 1 1,-2-6 0,1 0-1,-1 0 1,1 0-1,1 0 0,4 7 1,8 13 3,2 16-1,5 14 46,-18-44-21,0 5 343,-6-16-345,0 0 0,1 1 0,-1-1 0,0 0-1,0 0 1,0 0 0,0 0 0,0 0 0,-1 0 0,1 0 0,0 0 0,0-1 0,-1 1 0,-1 0 0,-31 19-6,33-19-16,0 0 0,0-1 0,0 1 0,-1 0 0,1-1 0,0 1 0,0 0 0,-1-1 0,1 0 0,-1 1 0,1-1 0,0 0 0,-1 0 0,1 1 0,-1-1 0,1 0 0,0-1 0,-1 1 0,1 0-1,-3-1 1,-2 0 2,-33 9-29,38-7-28</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7:24.638"/>
    </inkml:context>
    <inkml:brush xml:id="br0">
      <inkml:brushProperty name="width" value="0.1" units="cm"/>
      <inkml:brushProperty name="height" value="0.1" units="cm"/>
      <inkml:brushProperty name="color" value="#004F8B"/>
    </inkml:brush>
  </inkml:definitions>
  <inkml:trace contextRef="#ctx0" brushRef="#br0">59 203 7818,'-8'-33'5209,"8"35"-5210,0 1 0,0-1-1,-1 0 1,1 1 0,0-1 0,-1 0 0,0 0 0,1 1 0,-1-1 0,-2 2 0,2-2-1,1 0 0,-1 0 0,0 0 1,0 0-1,1 0 0,-1 0 0,1 0 1,0 1-1,0-1 0,0 0 0,0 0 1,0 0-1,0 0 0,0 0 1,1 4-1,12 76 50,-4-1 0,-2 97 0,-7-177 10,-1-58 376,-4 0 0,-1 0 0,-17-63-1,-10-81-123,33 194-311,0 6-14,0-1 1,1 0-1,-1 1 0,0-1 1,1 1-1,0-1 1,-1 1-1,1 0 1,0-1-1,0 1 1,-1-1-1,1 1 1,0 0-1,0 0 1,1 0-1,-1 0 1,0-1-1,0 1 1,0 1-1,1-1 1,1-1-1,28-12 256,-26 13-293,-1-1 86,1 0 0,0 1 1,0-1-1,0 1 0,-1 0 0,1 1 0,0-1 1,0 1-1,8 0 0,12 0 109,28-9 182,-31 4-365,1 1 0,-1 2-1,37-1 1,-47 5-1192,0 1-780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7:26.093"/>
    </inkml:context>
    <inkml:brush xml:id="br0">
      <inkml:brushProperty name="width" value="0.1" units="cm"/>
      <inkml:brushProperty name="height" value="0.1" units="cm"/>
      <inkml:brushProperty name="color" value="#004F8B"/>
    </inkml:brush>
  </inkml:definitions>
  <inkml:trace contextRef="#ctx0" brushRef="#br0">1 43 4481,'0'-2'4201,"12"-5"-3378,8 0-477,1 0 1,0 1 0,0 2 0,0 0-1,29-1 1,-49 5-316,5 0-1932</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7:26.940"/>
    </inkml:context>
    <inkml:brush xml:id="br0">
      <inkml:brushProperty name="width" value="0.1" units="cm"/>
      <inkml:brushProperty name="height" value="0.1" units="cm"/>
      <inkml:brushProperty name="color" value="#004F8B"/>
    </inkml:brush>
  </inkml:definitions>
  <inkml:trace contextRef="#ctx0" brushRef="#br0">138 13 7978,'0'-4'479,"-4"-4"1556,-13 8-1763,-15 8-267,29-7-4,-7 5-9,1 6-9,-20 23-4,28-34 19,1 0 0,-1-1 1,0 1-1,1-1 1,-1 1-1,0 0 1,1 0-1,-1-1 0,1 1 1,-1 0-1,1 0 1,0 0-1,-1 0 1,1 0-1,0-1 0,-1 1 1,1 0-1,0 0 1,0 0-1,0 0 1,0 0-1,0 0 0,0 0 1,0 0-1,0 0 1,0 0-1,1 0 1,-1 0-1,0-1 0,1 1 1,-1 0-1,0 0 1,1 0-1,-1 0 1,1-1-1,-1 1 0,1 0 1,0 0-1,-1-1 1,1 1-1,0 0 1,0 0-1,4 5-2,4 7 2,30 34-14,-8-13 16,-26-30 1,0 1 0,-1 0 0,1 1-1,-1-1 1,-1 1 0,6 9 0,-3-2 1,-3-11 5,-1 1 0,0 0-1,0 0 1,-1 0-1,1 0 1,-1 0 0,1 0-1,-1 0 1,0 1 0,0-1-1,-1 1 1,1 4-1,1 2 7,0-2 73,-1-3-17,-4 3-33,1 2-15,2-6-2,-1 0-1,0 0 1,0 0 0,0-1-1,0 1 1,-4 6 0,-10 7 798,3-5-643,-1 0-1,1-2 0,-2 1 1,-26 15-1,25-18-113,11-5-134,0-1 0,0 1 0,0-1-1,-1 0 1,1 0 0,0-1-1,-1 1 1,-8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7:27.394"/>
    </inkml:context>
    <inkml:brush xml:id="br0">
      <inkml:brushProperty name="width" value="0.1" units="cm"/>
      <inkml:brushProperty name="height" value="0.1" units="cm"/>
      <inkml:brushProperty name="color" value="#004F8B"/>
    </inkml:brush>
  </inkml:definitions>
  <inkml:trace contextRef="#ctx0" brushRef="#br0">32 0 7562,'-1'0'551,"-6"2"1268,1 13-1415,0 16-313,2 1 0,2-1 0,1 35 0,1-46 11,0 11 54,-5 40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7:27.803"/>
    </inkml:context>
    <inkml:brush xml:id="br0">
      <inkml:brushProperty name="width" value="0.1" units="cm"/>
      <inkml:brushProperty name="height" value="0.1" units="cm"/>
      <inkml:brushProperty name="color" value="#004F8B"/>
    </inkml:brush>
  </inkml:definitions>
  <inkml:trace contextRef="#ctx0" brushRef="#br0">23 2 9466,'-1'0'35,"1"0"0,0 0 1,-1-1-1,1 1 0,-1 0 0,1 0 0,-1 0 1,1 0-1,0 0 0,-1 0 0,1 0 0,-1 0 0,1 0 1,-1 0-1,1 0 0,-1 0 0,1 0 0,0 0 1,-1 0-1,1 1 0,-1-1 0,1 0 0,-1 0 1,1 0-1,0 1 0,-1-1 0,1 0 0,0 0 0,-1 1 1,1-1-1,0 0 0,-1 1 0,1-1 0,0 1 1,0-1-1,-1 0 0,1 1 0,0-1 0,0 1 1,0-1-1,0 0 0,0 1 0,-1-1 0,1 1 0,0-1 1,0 1-1,0-1 0,0 1 0,0-1 0,0 0 1,1 1-1,-8 36-53,6-25 53,9-10 61,-2-1-65,28 3 61,-31-3-67,-3-1-9,0 0 0,1 0 0,-1 0 0,0 1 0,1-1 0,-1 0 0,0 0 0,1 0 0,-1 0 0,0 0 0,1 0 0,-1 0 0,0 0 0,1 0 0,-1 0 0,0 0 0,1 0 0,-1 0 0,0 0 0,1 0 0,-1 0 0,0 0 0,1 0 0,-1 0 0,0-1 0,1 1 0,-1 0 0,0 0 0,1 0 0,-1-1 0,0 1 0,0 0 0,1 0 0,-1-1 0,0 1 0,0 0 0,0-1 0,1 1 0,-1 0 0,0 0 0,0-1 0,0 0 0,6-10 340,18-24-16,-17 20-107</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7:28.493"/>
    </inkml:context>
    <inkml:brush xml:id="br0">
      <inkml:brushProperty name="width" value="0.1" units="cm"/>
      <inkml:brushProperty name="height" value="0.1" units="cm"/>
      <inkml:brushProperty name="color" value="#004F8B"/>
    </inkml:brush>
  </inkml:definitions>
  <inkml:trace contextRef="#ctx0" brushRef="#br0">38 1 7466,'-6'13'728,"1"15"-307,0 1-1,2 0 1,1 50 0,-3 48 509,-1-73 2257,4-72-2586,0 12-564,1-1 1,1 1-1,-1-1 0,1 1 1,0-1-1,1 1 0,2-12 1,-2 12-28,5-26 0,2 0-1,19-49 1,-23 72-43,0 0 1,1 0-1,0 0 0,0 1 1,1 0-1,0 0 1,0 1-1,1-1 0,0 1 1,0 1-1,1-1 1,0 1-1,11-6 0,-18 11 20,1 0-1,-1 1 1,0-1-1,1 0 1,-1 1-1,0 0 1,1-1-1,-1 1 1,1 0-1,-1 0 0,1-1 1,-1 1-1,1 0 1,-1 0-1,1 1 1,-1-1-1,0 0 1,1 0-1,-1 1 1,1-1-1,-1 1 0,0-1 1,1 1-1,-1 0 1,0 0-1,1-1 1,-1 1-1,0 0 1,0 0-1,0 0 1,0 0-1,0 0 0,0 0 1,0 1-1,0-1 1,-1 0-1,1 0 1,0 1-1,-1-1 1,1 0-1,-1 1 1,1-1-1,0 2 1,3 11-24,0-1 1,0 1 0,2 24 0,-3-20 23,8 63-2,-9-56 56,2 1 1,0 0-1,2-1 1,11 31-1,-17-55-76,1 1 0,-1-1 0,1 0 0,-1 0 0,1 0 0,-1 0 0,1 0 0,0 0 0,-1-1-1,1 1 1,0 0 0,0 0 0,0 0 0,0-1 0,-1 1 0,1 0 0,0-1 0,0 1 0,0-1 0,1 1 0,-1-1 0,0 1 0,0-1 0,0 0 0,0 0 0,0 0 0,0 1 0,0-1 0,1 0 0,-1 0-1,1-1 1,15 1-1412</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7:29.208"/>
    </inkml:context>
    <inkml:brush xml:id="br0">
      <inkml:brushProperty name="width" value="0.1" units="cm"/>
      <inkml:brushProperty name="height" value="0.1" units="cm"/>
      <inkml:brushProperty name="color" value="#004F8B"/>
    </inkml:brush>
  </inkml:definitions>
  <inkml:trace contextRef="#ctx0" brushRef="#br0">166 118 5345,'-9'7'298,"0"0"0,0 0 0,1 1-1,0 0 1,1 1 0,-1 0 0,2 0-1,-1 0 1,1 1 0,1 0 0,0 0 0,0 0-1,1 1 1,1-1 0,-1 1 0,2 0 0,-3 14-1,1 4-299,0 0 0,3 1 0,0-1-1,2 0 1,6 44 0,-6-65 22,0-1 0,0 0 0,1 1 0,1-1 0,-1 0 0,5 10 0,-6-16-7,0 0 0,-1 0 1,1 0-1,0 0 0,0 0 1,-1 0-1,1 0 0,0-1 1,0 1-1,0 0 0,0 0 1,0-1-1,0 1 0,0 0 1,1-1-1,-1 0 0,0 1 1,2 0-1,-1-1 11,0 0-1,-1-1 1,1 1 0,0 0-1,-1-1 1,1 1-1,0-1 1,-1 1 0,1-1-1,-1 0 1,1 1 0,-1-1-1,1 0 1,-1 0 0,1 0-1,-1 0 1,2-2-1,9-10 227,0 1-1,-1-2 0,0 1 0,-1-2 0,-1 1 0,0-1 1,-1-1-1,-1 1 0,0-1 0,8-33 0,-8 23-120,-2 0 0,0 0 1,-2 0-1,-1-1 0,-1 0 0,-4-39 0,1 54-128,0-1-1,-1 1 1,0 0-1,-1 0 1,0 0-1,-1 0 1,0 1-1,-13-21 1,16 30-21,1-1 1,-1 1-1,0-1 0,0 1 1,0 0-1,0 0 1,0 0-1,0 0 1,-1 0-1,1 0 1,0 0-1,-1 1 1,0-1-1,1 1 1,-1 0-1,0 0 0,0 0 1,0 0-1,0 0 1,0 1-1,0-1 1,0 1-1,0 0 1,0 0-1,0 0 1,0 0-1,0 1 1,0-1-1,0 1 1,1-1-1,-1 1 0,0 0 1,0 0-1,0 1 1,1-1-1,-1 0 1,0 1-1,1 0 1,0 0-1,-1-1 1,-3 5-1,-8 6-33,0 1 0,-19 21 0,30-30 36,-1 0-1,1 1 0,0-1 0,0 1 0,0 0 1,1 0-1,0 0 0,0 0 0,0 0 0,0 0 0,1 1 1,0-1-1,-1 8 0,2-10 12,1 0 0,-1 0 0,1-1 0,0 1 0,0 0 0,0 0 0,0-1 1,0 1-1,1 0 0,-1-1 0,1 1 0,-1-1 0,1 0 0,0 0 0,0 1 0,0-1 0,0 0 0,1-1 0,-1 1 0,0 0 1,1-1-1,-1 1 0,1-1 0,0 0 0,-1 0 0,1 0 0,0 0 0,5 1 0,4 1 10,1-1 0,-1 0 0,1 0 0,-1-1 0,19-1 0,2-4-329,4-3-378</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7:37.181"/>
    </inkml:context>
    <inkml:brush xml:id="br0">
      <inkml:brushProperty name="width" value="0.1" units="cm"/>
      <inkml:brushProperty name="height" value="0.1" units="cm"/>
    </inkml:brush>
  </inkml:definitions>
  <inkml:trace contextRef="#ctx0" brushRef="#br0">41 52 3553,'9'-31'5357,"-7"11"-2690,-4 36-2004,0-6-577,-3 18 449,-2 40-1,4-36-340,-4 6 243,4-22-399,-7 74 268,-2 49 607,12-135-903,5 328 426,-4-329-414,0-1 1,-1 1-1,1-1 1,-1 1 0,0 0-1,0-1 1,0 1 0,0 0-1,0-1 1,0 1-1,-2 3 1,1 9 1,8 53 259,-1 18-177,2-30 22,-2 3 8,-2-4 55,4 58-7,-4 108 433,-14 42-362,-19 51 265,26-186-215,3-86-227,11 127 176,-5-107-204,3 6 30,-5-42 16,3 43 0,-7-68-86,0 11 304,0 7-3328</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7:38.133"/>
    </inkml:context>
    <inkml:brush xml:id="br0">
      <inkml:brushProperty name="width" value="0.1" units="cm"/>
      <inkml:brushProperty name="height" value="0.1" units="cm"/>
    </inkml:brush>
  </inkml:definitions>
  <inkml:trace contextRef="#ctx0" brushRef="#br0">45 289 3057,'-8'-4'8130,"-8"-4"-6208,-2-8 77,18 16-1983,0 1 0,0-1 1,0 0-1,0 0 0,0 0 0,0 0 0,0 0 1,0 0-1,0 0 0,0 0 0,0 0 1,0 0-1,0 0 0,0 0 0,0 0 0,0 1 1,0-1-1,0 0 0,0 0 0,0 0 1,0 0-1,0 0 0,0 0 0,0 0 0,0 0 1,0 0-1,0 0 0,-1 0 0,1 0 0,0 0 1,0 0-1,0 0 0,0 0 0,0 0 1,0 0-1,0 0 0,0 0 0,0 0 0,0 0 1,0 0-1,0 0 0,0 0 0,-1 0 1,1 0-1,0 0 0,0 0 0,0 0 0,0 0 1,0 0-1,0 0 0,17 29-35,-9-17 97,10 17-100,-3 0 196,2 0 0,1-2-1,1 0 1,2-1 0,25 25-1,23 3 513,-68-54-637,5-1 551,0 1 261,6-11-311,-5 1-526,1-1-1,-2 0 1,1 0-1,-2-1 0,1 1 1,4-18-1,45-150 59,-19 65-89,-31 96-400,1 0 1,1 0-1,1 1 1,0 0-1,1 0 0,1 1 1,13-17-1,-2 12-2184</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7:39.816"/>
    </inkml:context>
    <inkml:brush xml:id="br0">
      <inkml:brushProperty name="width" value="0.1" units="cm"/>
      <inkml:brushProperty name="height" value="0.1" units="cm"/>
    </inkml:brush>
  </inkml:definitions>
  <inkml:trace contextRef="#ctx0" brushRef="#br0">1 1 7001,'0'7'5219,"-1"1"-5017,1 0 0,1 0 1,-1 0-1,1 0 0,3 9 1,34 198 941,-36-172-700,-2-35-331,0-1-1,0 0 1,1 1 0,-1-1-1,4 12 1,1 13 178,-4-28-227,-1 1-1,0-1 0,1 1 1,0-1-1,0 0 1,3 8-1,-3-11 33,8 5 817,1-18-873,78-128-157,-71 116 91,15-33 0,-21 36 3,1 1-1,26-36 0,-36 54 35,11-10-87,-12 12 71,0 0-1,-1 0 1,1 0 0,-1 0-1,1 0 1,0 0 0,-1 0-1,1 0 1,0 0-1,-1 1 1,1-1 0,-1 0-1,1 0 1,-1 1 0,1-1-1,-1 0 1,1 0-1,-1 1 1,1-1 0,-1 1-1,1-1 1,-1 1 0,1-1-1,-1 0 1,0 1-1,1-1 1,-1 1 0,0 0-1,1-1 1,-1 1 0,0-1-1,0 1 1,1-1-1,-1 1 1,0 0 0,0 0-1,13 32-14,-7-16 0,-1-1 0,5 25 0,3 14-17,-6-36 33,21 52 12,-25-65 0,0 1 0,1-1 1,0 0-1,0 0 0,1-1 0,-1 1 0,1-1 0,7 6 0,-11-10 7,-1 0 0,1-1-1,0 1 1,0 0-1,0-1 1,0 1 0,0 0-1,0-1 1,0 1-1,0-1 1,0 1 0,0-1-1,1 0 1,-1 1 0,0-1-1,0 0 1,0 0-1,0 0 1,1 0 0,-1 0-1,0 0 1,0 0-1,0 0 1,0-1 0,1 1-1,-1 0 1,0-1 0,0 1-1,0-1 1,0 1-1,0-1 1,0 1 0,0-1-1,0 0 1,0 0-1,0 1 1,-1-1 0,1 0-1,0 0 1,0 0 0,-1 0-1,1 0 1,0 0-1,-1 0 1,1 0 0,-1 0-1,1 0 1,-1 0 0,0 0-1,1-3 1,11-33 17,-10 33-22,-1 0 1,1 0-1,-1-1 1,0 1 0,-1-1-1,1 1 1,-1-1-1,0 1 1,-1-9-1,0-6 21,-11-254 278,12 271-454,0 0 0,0-1-1,0 1 1,1 0 0,-1 0 0,1 0 0,-1 0-1,1 0 1,-1 0 0,1 0 0,0 0-1,0 0 1,0 1 0,0-1 0,3-3-1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7:40.777"/>
    </inkml:context>
    <inkml:brush xml:id="br0">
      <inkml:brushProperty name="width" value="0.1" units="cm"/>
      <inkml:brushProperty name="height" value="0.1" units="cm"/>
    </inkml:brush>
  </inkml:definitions>
  <inkml:trace contextRef="#ctx0" brushRef="#br0">13 160 6681,'-9'1'3806,"5"-2"-3714,6 0 595,29-8-566,1 1 1,0 2-1,0 1 0,47-1 0,-44 4-94,5-2-8,0-2 1,1-1 0,-2-2 0,1-2-1,46-19 1,-83 29-116,-1 0-1,1 0 1,-1 0 0,1-1-1,-1 1 1,1-1 0,-1 1-1,0-1 1,0 0 0,0 0-1,0 0 1,0 0-1,0 0 1,0 0 0,-1-1-1,1 1 1,-1-1 0,0 1-1,1-1 1,-1 1 0,0-1-1,0-3 1,-1 5-206,-4 0 300,-15-4 364,18 5-355,1 0-1,-1 0 1,1 0-1,-1 1 1,1-1-1,-1 0 1,1 0 0,-1 0-1,1 1 1,0-1-1,-1 0 1,1 1-1,-1-1 1,1 0-1,0 1 1,-1-1 0,1 1-1,0-1 1,-1 1-1,1-1 1,0 0-1,0 1 1,0-1-1,-1 1 1,1-1-1,0 1 1,0-1 0,0 1-1,0-1 1,0 1-1,0-1 1,0 1-1,0-1 1,0 1-1,0 0 1,0-1 0,0 1-1,0-1 1,1 1-1,-1-1 1,0 0-1,1 2 1,18 77-469,-14-61-375</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7:41.297"/>
    </inkml:context>
    <inkml:brush xml:id="br0">
      <inkml:brushProperty name="width" value="0.1" units="cm"/>
      <inkml:brushProperty name="height" value="0.1" units="cm"/>
    </inkml:brush>
  </inkml:definitions>
  <inkml:trace contextRef="#ctx0" brushRef="#br0">1 24 6945,'0'0'2681,"1"0"-2297,1 0-96,-1 0-136,2 0-64,52-6-88,-53 6-48,-1 0-456,42-17-520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7:41.576"/>
    </inkml:context>
    <inkml:brush xml:id="br0">
      <inkml:brushProperty name="width" value="0.1" units="cm"/>
      <inkml:brushProperty name="height" value="0.1" units="cm"/>
    </inkml:brush>
  </inkml:definitions>
  <inkml:trace contextRef="#ctx0" brushRef="#br0">1 50 7378,'3'5'3752,"44"12"-3224,-25-19-271,4-4-121,0-6-144,0 1-80,4-2-369,-1-1-351,2 0-936</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7:42.399"/>
    </inkml:context>
    <inkml:brush xml:id="br0">
      <inkml:brushProperty name="width" value="0.1" units="cm"/>
      <inkml:brushProperty name="height" value="0.1" units="cm"/>
    </inkml:brush>
  </inkml:definitions>
  <inkml:trace contextRef="#ctx0" brushRef="#br0">1 43 7218,'0'0'581,"-1"16"2053,2 61-2314,0-35 206,-2-32-384,1 0 0,0 0-1,1 0 1,3 15 0,-5-33 67,1 0 0,0 1 1,0-1-1,0 1 0,1-1 0,0 0 1,1 1-1,-1 0 0,2-1 0,5-13 1,-3 10-238,1 0 1,1 0-1,0 0 0,0 1 1,1 0-1,1 1 1,-1 0-1,1 0 1,1 1-1,0 0 1,0 0-1,0 1 0,1 1 1,17-8-1,-27 13 24,0 1-1,1-1 1,0 1-1,-1-1 1,1 1-1,-1 0 1,1-1-1,-1 1 1,1 0-1,0 0 0,-1 0 1,1 0-1,-1 1 1,1-1-1,0 0 1,-1 1-1,1-1 1,-1 1-1,1-1 1,-1 1-1,1 0 1,-1 0-1,3 1 1,-2 0 0,0 1 1,0-1-1,0 1 1,-1-1-1,1 1 1,0 0-1,-1 0 1,0-1 0,0 1-1,0 0 1,1 5-1,1 7 12,-1-1-1,0 1 1,-1 0 0,-2 15-1,1-25 27,0 12 124,0 0 0,-2 0 0,0 0-1,-8 32 1,47-166-106,-31 103-92,0 1-1,1 0 0,0 1 1,9-13-1,-14 23 29,0 0 0,0 0 1,0 0-1,-1 0 0,2 1 0,-1-1 0,0 0 0,0 1 1,0-1-1,1 1 0,-1 0 0,6-2 0,-7 3 6,1 0 0,0 0 0,-1 0 0,1 0 0,-1 0 0,1 0 1,0 1-1,-1-1 0,1 0 0,-1 1 0,1-1 0,-1 1 0,1 0 0,-1-1 0,1 1 0,-1 0 0,0 0 0,0 0 0,1 0 0,-1 0 0,0 0 0,0 1 1,0-1-1,1 2 0,1 1 4,0 1 0,0 0 0,0 0 0,-1 0 1,0 0-1,0 0 0,0 0 0,0 1 0,-1-1 1,1 10-1,2 60-3,-4-49-66,6 47-1978,-3-50 350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7:43.217"/>
    </inkml:context>
    <inkml:brush xml:id="br0">
      <inkml:brushProperty name="width" value="0.1" units="cm"/>
      <inkml:brushProperty name="height" value="0.1" units="cm"/>
    </inkml:brush>
  </inkml:definitions>
  <inkml:trace contextRef="#ctx0" brushRef="#br0">322 29 9290,'0'-1'135,"0"0"0,0 0 0,0-1-1,-1 1 1,1 0 0,0 0 0,-1-1 0,1 1 0,-1 0-1,0 0 1,1 0 0,-1 0 0,0 0 0,0 0 0,1 0-1,-1 0 1,0 0 0,0 0 0,0 0 0,0 0 0,0 1 0,0-1-1,-1 0 1,0 0 0,-1 0-62,1 1-1,-1-1 0,0 1 1,1 0-1,-1 0 1,1 0-1,-1 0 1,0 0-1,1 1 1,-1-1-1,-3 2 1,-7 2-166,0 1 0,0 1 0,-19 10 1,27-12 271,-4 2-183,0 0 0,0 1 0,1 0 0,0 1 0,0 0 0,1 0 0,0 1 0,1 0 0,-1 0 0,2 0 0,-8 17 0,12-24-5,0 1 0,0 0 0,1-1 0,-1 1 0,1 0 0,0-1 0,-1 1 0,1 0 0,1 0 0,-1-1 0,0 1 0,1 0 1,-1-1-1,1 1 0,0 0 0,0-1 0,0 1 0,0-1 0,0 1 0,2 1 0,-3-4 9,1 2 3,-1-1-1,1 0 1,-1 1 0,1-1-1,0 0 1,0 0 0,-1 0 0,1 1-1,0-1 1,0 0 0,0 0 0,0 0-1,1-1 1,-1 1 0,0 0-1,0 0 1,0 0 0,1-1 0,-1 1-1,0-1 1,1 1 0,-1-1 0,0 0-1,1 1 1,-1-1 0,1 0-1,-1 0 1,0 0 0,1 0 0,-1 0-1,1 0 1,-1 0 0,1-1 0,-1 1-1,2-1 1,3-1 43,-1-1 0,1 1 0,-1-1 0,0-1 0,0 1-1,4-4 1,-4 3 14,2 0 41,-5 3-75,1-1-1,-1 1 0,0 0 0,0-1 0,0 0 0,0 1 1,0-1-1,0 0 0,2-3 0,2 8-181,-1 2 120,-1-1 0,0 1-1,0 0 1,-1 0 0,0 0 0,0 0 0,0 1-1,0-1 1,-1 1 0,3 8 0,17 72-260,-14-46 179,6 13-211,0-4-490,-3 0 0,-1 1 1,2 56-1,-11-92 772,-1-1 0,0 1 0,-1 0 1,-1-1-1,0 0 0,0 1 0,-2-1 0,0 0 0,0 0 0,-1 0 0,-1-1 0,0 0 0,0 0 0,-1 0 0,-1-1 0,-14 16 1,13-17 202,1-1 0,-2-1 1,0 0-1,0 0 1,0-1-1,-22 11 1,28-16 34,-1 0 0,0 0 0,0-1-1,-1 1 1,1-1 0,0 0 0,0 0 0,-1-1 0,1 0 0,0 0 0,0 0 0,-1 0 0,1-1 0,0 0 0,0 0 0,-1-1 0,1 1 0,-8-5 0,7 4-12,1-1 1,0-1-1,0 1 1,0-1-1,0 1 1,1-1-1,-1-1 1,1 1 0,0-1-1,0 1 1,1-1-1,-1 0 1,1 0-1,-3-7 1,3 3-68,0 0 0,0 0 0,1 0 0,0 0 0,0 0 0,1-1 1,0 1-1,1-15 0,2 5-115,0-1 0,1 0 0,2 0 0,0 1 0,0 0 0,2 0 0,1 0 0,10-18 0,-2 9-145,2 1 1,1 0-1,23-24 0,72-69-1703,-95 101 1307,36-34-1480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8:14.560"/>
    </inkml:context>
    <inkml:brush xml:id="br0">
      <inkml:brushProperty name="width" value="0.1" units="cm"/>
      <inkml:brushProperty name="height" value="0.1" units="cm"/>
    </inkml:brush>
  </inkml:definitions>
  <inkml:trace contextRef="#ctx0" brushRef="#br0">1 128 3617,'9'-68'5454,"-9"66"-5330,0-17 2269,2-9-1873,-2 18 2253,-3 21-2766,-1 35 18,11 172-147,0-18 126,-12-112 418,-1 0-4773</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8:15.579"/>
    </inkml:context>
    <inkml:brush xml:id="br0">
      <inkml:brushProperty name="width" value="0.1" units="cm"/>
      <inkml:brushProperty name="height" value="0.1" units="cm"/>
    </inkml:brush>
  </inkml:definitions>
  <inkml:trace contextRef="#ctx0" brushRef="#br0">0 37 3265,'6'-37'7651,"8"49"-7401,68 87 520,-52-60-543,58 59-1,-58-67-75,47 62-1,7 9 4,-62-76-104,-1 2 0,-1 0-1,-1 1 1,-1 1 0,26 64 0,-40-85-22,-3-6 33,0 0-11,0 0 0,0-1 0,0 1 0,1-1 1,-1 1-1,1-1 0,-1 0 0,1 1 0,0-1 1,-1 0-1,1 0 0,4 3 0,-4-18 460,9-60-6,1-80 1,-7 61-203,6-20-286,1-29-207,-8 45-4493,-4 77 2476,1 1-485</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8:16.661"/>
    </inkml:context>
    <inkml:brush xml:id="br0">
      <inkml:brushProperty name="width" value="0.1" units="cm"/>
      <inkml:brushProperty name="height" value="0.1" units="cm"/>
    </inkml:brush>
  </inkml:definitions>
  <inkml:trace contextRef="#ctx0" brushRef="#br0">110 11 1368,'-110'6'11525,"111"-7"-11475,0 0-1,0 1 1,0-1-1,0 0 1,0 1-1,0-1 0,0 1 1,0-1-1,0 1 1,0-1-1,0 1 0,0 0 1,0-1-1,0 1 1,0 0-1,1 0 1,0 0-1,20-4-2,0 2 0,26-1 0,1 8-47,89 19 0,-25-2 59,-80-17 104,1-1 0,-1-1 0,1-2 0,-1-1-1,1-1 1,57-11 0,-84 10-2835</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8:17.098"/>
    </inkml:context>
    <inkml:brush xml:id="br0">
      <inkml:brushProperty name="width" value="0.1" units="cm"/>
      <inkml:brushProperty name="height" value="0.1" units="cm"/>
    </inkml:brush>
  </inkml:definitions>
  <inkml:trace contextRef="#ctx0" brushRef="#br0">11 1 3481,'-4'2'6720,"-3"2"-4320,23 11-2112,-5-4-284,-4-4-3,1 0 0,-1-1 0,1 0 1,9 5-1,-4-3-2,1 0 10,-1 1 0,25 20-1,-37-28-5,0 0 0,0 0-1,0 0 1,0 0 0,0 1 0,0-1-1,0 0 1,-1 1 0,1-1-1,0 1 1,-1-1 0,1 1 0,-1-1-1,1 1 1,-1-1 0,0 1 0,0-1-1,1 1 1,-1 0 0,0-1 0,-1 1-1,1-1 1,0 1 0,-1 2 0,-1 1-255,0 0 1,-1 0 0,0 0-1,1-1 1,-8 9 0,6-8-385,-5 8-1091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8:17.677"/>
    </inkml:context>
    <inkml:brush xml:id="br0">
      <inkml:brushProperty name="width" value="0.1" units="cm"/>
      <inkml:brushProperty name="height" value="0.1" units="cm"/>
    </inkml:brush>
  </inkml:definitions>
  <inkml:trace contextRef="#ctx0" brushRef="#br0">1 25 3617,'0'0'9266,"15"-7"-6806,77-9-3732,-84 15-124</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8:17.946"/>
    </inkml:context>
    <inkml:brush xml:id="br0">
      <inkml:brushProperty name="width" value="0.1" units="cm"/>
      <inkml:brushProperty name="height" value="0.1" units="cm"/>
    </inkml:brush>
  </inkml:definitions>
  <inkml:trace contextRef="#ctx0" brushRef="#br0">0 6 5001,'6'0'944,"0"0"881,2 0-169,3-1-448,-1 1-248,2-2-431,2 1-193,0 1-264,-1 0-88,1 0-368,3 0-369,1-2-1895</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8:19.203"/>
    </inkml:context>
    <inkml:brush xml:id="br0">
      <inkml:brushProperty name="width" value="0.1" units="cm"/>
      <inkml:brushProperty name="height" value="0.1" units="cm"/>
    </inkml:brush>
  </inkml:definitions>
  <inkml:trace contextRef="#ctx0" brushRef="#br0">6 51 5657,'-6'-15'5150,"12"18"-3058,-4 0-2044,1 0 0,-1-1 0,0 1-1,0 0 1,-1 0 0,1 0 0,1 6 0,70 328-126,-51-219 58,-17-92-34,-3-9-17,2 0-1,0 0 0,1 0 1,8 19-1,-13-35 168,6-12 149,4-21-180,8-53 0,-11 60-62,1 1 0,1 0 1,19-37-1,-16 35 1,-2 4 17,-9 17-10,1-1-1,1 0 1,-1 1 0,1 0 0,0 0 0,0-1-1,0 2 1,1-1 0,-1 0 0,1 1 0,0-1-1,1 1 1,-1 1 0,7-6 0,-10 9-11,-1 0-1,1 0 1,-1 0 0,1-1 0,-1 1 0,0 0-1,1 0 1,-1 0 0,1 0 0,-1 0-1,1 0 1,-1 0 0,1 0 0,-1 0 0,1 0-1,-1 1 1,1-1 0,-1 0 0,0 0-1,1 0 1,-1 0 0,1 1 0,-1-1 0,0 0-1,1 1 1,-1-1 0,1 0 0,-1 0-1,0 1 1,1-1 0,-1 1 0,0-1 0,0 0-1,1 1 1,-1-1 0,0 1 0,7 5-3,2 3-8,-1 1 0,0 0 0,0 0 0,0 0 0,-2 1 0,8 14 0,66 115-188,-34-64 168,-31-49 58,-6-11 24,0 0 1,0 0-1,17 19 1,-25-34-21,0 0 1,0 0-1,-1-1 1,1 1-1,0 0 1,0 0-1,0-1 1,0 1-1,0 0 1,0-1 0,0 1-1,0-1 1,0 0-1,0 1 1,0-1-1,2 1 1,-2-1 18,-1 0 0,1 0 0,-1-1 0,1 1 0,-1 0 0,1 0 0,-1-1 0,1 1 1,-1 0-1,0 0 0,1-1 0,-1 1 0,1 0 0,-1-1 0,0 1 0,1-1 0,-1 1 0,0 0 0,1-1 0,-1 1 1,0-1-1,0 1 0,1-2 0,5-32 1068,-6 32-1282,0-12 380,-1-1 0,0 0-1,-1 0 1,-6-26 0,-3-14 229,4-6-400,2-1-1,2 1 0,4-1 1,15-114-1,-15 170-400,1-1 0,-1 1 0,1 0 1,0 0-1,1 0 0,-1 0 0,1 0 0,0 0 1,8-9-1,-5 7-1775</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8:20.190"/>
    </inkml:context>
    <inkml:brush xml:id="br0">
      <inkml:brushProperty name="width" value="0.1" units="cm"/>
      <inkml:brushProperty name="height" value="0.1" units="cm"/>
    </inkml:brush>
  </inkml:definitions>
  <inkml:trace contextRef="#ctx0" brushRef="#br0">25 69 1792,'-8'-5'7829,"-8"-3"-6818,20 8 292,23 5-373,47 3 0,14-7 269,-11 1-363,141-16 0,-187 8-475,44-15 0,-49 12-276,1 2 0,40-7 1,-61 14-78,12 0-2506</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7:53.529"/>
    </inkml:context>
    <inkml:brush xml:id="br0">
      <inkml:brushProperty name="width" value="0.1" units="cm"/>
      <inkml:brushProperty name="height" value="0.1" units="cm"/>
    </inkml:brush>
  </inkml:definitions>
  <inkml:trace contextRef="#ctx0" brushRef="#br0">48 91 2713,'0'-2'388,"0"0"-1,0 0 1,-1 0 0,1-1 0,0 1 0,-1 0 0,0 0 0,1 0 0,-1 0 0,0 0 0,0 0 0,0 0 0,0 0 0,-1 0 0,0-2 0,-9-12 383,-8-16-563,14 24 567,11 102-597,0 23-252,-6-98 76,1 0 0,8 38 0,-5-37 2,-2 0 1,2 24-1,3-4 51,-6-35-32,0 0 0,0 0-1,0 0 1,0 0 0,-1 0 0,1 0 0,-1 11 1363,6-30-1284,0-10 297,-1 0 0,2-32-1,-7-55 175,-1-1 215,2 102-677,0 1 1,0 0 0,1 0 0,5-15-1,-7 23-84,11-30 208,-11 29-221,0 0 0,1 0-1,-1 0 1,0 0 0,1-1 0,0 1 0,-1 0 0,1 0 0,0 0 0,0 0 0,0 1 0,2-3 0,3-7 27,-4 5-1516</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7:54.668"/>
    </inkml:context>
    <inkml:brush xml:id="br0">
      <inkml:brushProperty name="width" value="0.1" units="cm"/>
      <inkml:brushProperty name="height" value="0.1" units="cm"/>
    </inkml:brush>
  </inkml:definitions>
  <inkml:trace contextRef="#ctx0" brushRef="#br0">1 59 3233,'-1'-17'6171,"1"17"-6136,0 0 0,0 0 0,0 0 0,1 0 0,-1-1 1,0 1-1,0 0 0,0 0 0,0 0 0,0 0 0,0 0 0,0 0 0,0 0 0,0 0 0,1 0 0,-1 0 0,0-1 0,0 1 0,0 0 0,0 0 1,0 0-1,0 0 0,0 0 0,1 0 0,-1 0 0,0 0 0,0 0 0,0 0 0,0 0 0,0 0 0,0 0 0,1 0 0,-1 0 0,0 0 0,0 0 0,0 0 1,0 0-1,0 1 0,0-1 0,1 0 0,-1 0 0,0 0 0,0 0 0,0 0 0,0 0 0,0 0 0,0 0 0,0 0 0,0 0 0,0 1 0,1-1 1,19 25-843,-14-18 1222,17 20-468,1 0 0,50 41 0,21 23 410,-83-76-224,-1 0-1,-1 1 0,0 1 0,-1-1 0,-1 1 1,-1 1-1,7 25 0,-14-42 41,-4-9 644,-1 0 1,1 0-1,1 0 0,-1 0 0,-3-15 0,-15-57-617,17 59-275,-6-23 414,-6-53-1,15 84-666,1 0 1,1 1-1,0-1 0,1 0 0,0 1 1,1-1-1,0 0 0,1 1 0,5-13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7:55.371"/>
    </inkml:context>
    <inkml:brush xml:id="br0">
      <inkml:brushProperty name="width" value="0.1" units="cm"/>
      <inkml:brushProperty name="height" value="0.1" units="cm"/>
    </inkml:brush>
  </inkml:definitions>
  <inkml:trace contextRef="#ctx0" brushRef="#br0">3 63 3049,'0'-1'166,"-1"0"1,1 1-1,0-1 1,-1 0 0,1 0-1,0 0 1,0 0-1,0 0 1,0 0 0,0 0-1,0 0 1,0 0-1,0 0 1,0 1 0,1-1-1,-1 0 1,0 0-1,1 0 1,0-1 0,0 1 46,0 1 0,0 0 0,0-1 1,0 1-1,0 0 0,0 0 0,1 0 0,-1 0 1,0 0-1,0 0 0,0 0 0,0 0 1,1 0-1,-1 1 0,0-1 0,0 0 0,0 1 1,0-1-1,0 1 0,2 0 0,17 5-67,0-1 0,1 0 1,-1-2-1,1 0 0,0-2 0,-1 0 0,1-1 0,0-1 0,0-1 0,0-1 0,-1-1 0,26-8 0,-5 1-247,76-18 1615,-96 26-4217,40-1 1</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7:55.685"/>
    </inkml:context>
    <inkml:brush xml:id="br0">
      <inkml:brushProperty name="width" value="0.1" units="cm"/>
      <inkml:brushProperty name="height" value="0.1" units="cm"/>
    </inkml:brush>
  </inkml:definitions>
  <inkml:trace contextRef="#ctx0" brushRef="#br0">51 38 1424,'-1'-2'331,"0"0"0,0-1 0,-1 1-1,1 0 1,-1 0 0,1 0-1,-1 0 1,0 0 0,0 1 0,1-1-1,-1 0 1,0 1 0,-1-1 0,1 1-1,0 0 1,0 0 0,-1 0 0,1 0-1,0 0 1,-5-1 0,0-1 1088,45 36 2068,19 16-3814,-52-44 339,0 1-1,0-1 0,-1 1 0,0 0 0,0 0 1,4 9-1,-7-11-45,1-1 0,-1 1 0,0-1 0,-1 1 1,1-1-1,-1 1 0,0 0 0,0-1 0,0 1 0,0-1 0,0 1 1,-1 0-1,1-1 0,-3 6 0,-2 6-868</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7:57.409"/>
    </inkml:context>
    <inkml:brush xml:id="br0">
      <inkml:brushProperty name="width" value="0.1" units="cm"/>
      <inkml:brushProperty name="height" value="0.1" units="cm"/>
    </inkml:brush>
  </inkml:definitions>
  <inkml:trace contextRef="#ctx0" brushRef="#br0">0 38 2857,'0'0'4754,"13"0"-3188,15-3-772,54-12 0,-49 8-268,62-6 0,-34 16-1471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7:57.862"/>
    </inkml:context>
    <inkml:brush xml:id="br0">
      <inkml:brushProperty name="width" value="0.1" units="cm"/>
      <inkml:brushProperty name="height" value="0.1" units="cm"/>
    </inkml:brush>
  </inkml:definitions>
  <inkml:trace contextRef="#ctx0" brushRef="#br0">29 45 3481,'-20'-44'6087,"20"44"-6024,0 0 0,0 0 0,-1 0-1,1 0 1,0 0 0,0 0 0,0 0 0,0 0-1,-1 0 1,1 0 0,0 0 0,0 0 0,0 0-1,0 0 1,-1 0 0,1 0 0,0 0 0,-2 1 628,2-1-629,-3 20 402,3-9-492,1 1 1,1 0-1,0-1 1,1 0-1,0 1 1,1-1-1,6 13 1,0 4 15,16 57 159,14 95 0,-39-175-132,4 13-1720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7:58.333"/>
    </inkml:context>
    <inkml:brush xml:id="br0">
      <inkml:brushProperty name="width" value="0.1" units="cm"/>
      <inkml:brushProperty name="height" value="0.1" units="cm"/>
    </inkml:brush>
  </inkml:definitions>
  <inkml:trace contextRef="#ctx0" brushRef="#br0">1 0 3993,'0'0'5012,"0"11"-4059,2 39-994,2 0-1,20 96 1,7 48 153,-28-82 326,-3-111-442</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7:58.756"/>
    </inkml:context>
    <inkml:brush xml:id="br0">
      <inkml:brushProperty name="width" value="0.1" units="cm"/>
      <inkml:brushProperty name="height" value="0.1" units="cm"/>
    </inkml:brush>
  </inkml:definitions>
  <inkml:trace contextRef="#ctx0" brushRef="#br0">4 48 2088,'-2'-4'7188,"1"3"-7091,1 1 1,0-1-1,0 0 0,0 1 1,0-1-1,0 1 0,0-1 1,0 0-1,0 1 0,0-1 1,0 1-1,0-1 0,0 0 1,0 1-1,0-1 0,0 1 1,1-1-1,-1 0 0,0 1 1,0-1-1,1 1 0,-1-1 1,1 1-1,-1-1 0,0 1 1,1 0-1,-1-1 0,1 1 1,0-1-1,2-2-44,1 0 0,0 0 0,1 1 1,-1 0-1,0-1 0,1 1 0,-1 1 0,1-1 1,-1 1-1,1 0 0,0 0 0,0 0 0,0 0 1,-1 1-1,1 0 0,6 0 0,20 1-200,45 4 564,-27 3-3367</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7:59.069"/>
    </inkml:context>
    <inkml:brush xml:id="br0">
      <inkml:brushProperty name="width" value="0.1" units="cm"/>
      <inkml:brushProperty name="height" value="0.1" units="cm"/>
    </inkml:brush>
  </inkml:definitions>
  <inkml:trace contextRef="#ctx0" brushRef="#br0">0 11 3793,'5'0'7761,"-4"0"-7200,2 0-153,44-10-8,-45 10-344,-1 0-32,2 0-56,46 3-112,-16-5-2041</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8:00.106"/>
    </inkml:context>
    <inkml:brush xml:id="br0">
      <inkml:brushProperty name="width" value="0.1" units="cm"/>
      <inkml:brushProperty name="height" value="0.1" units="cm"/>
    </inkml:brush>
  </inkml:definitions>
  <inkml:trace contextRef="#ctx0" brushRef="#br0">265 3 5169,'-7'-1'653,"1"0"0,-1 1 0,0-1-1,0 1 1,-9 2 0,11-1-594,1 0 0,0 0 0,0 1 0,0-1 1,-1 1-1,2 0 0,-1 0 0,0 1 0,0-1 0,1 1 0,-1 0 0,1 0 1,0 0-1,-4 5 0,-6 6-62,1 0 0,0 1 0,1 0 0,1 1 0,1 0 0,0 1 0,1-1 0,1 2 0,0-1 0,1 1 0,-3 19 0,9-34 3,0-1 1,0 1-1,0-1 1,0 1-1,1-1 1,-1 1-1,1-1 1,-1 0-1,1 1 1,0-1-1,0 0 1,0 1-1,0-1 1,1 0-1,-1 0 1,1 0-1,-1 0 1,1 0-1,-1 0 1,1-1-1,0 1 1,0 0-1,3 1 1,6 4 72,1 0 1,0 0-1,17 6 0,5 3 2,-24-10-3,1 0 0,-1 1-1,0 0 1,0 1 0,-1 0 0,0 1 0,15 18 0,-21-24-21,-1 1 1,0-1 0,0 1 0,0 0 0,0-1-1,0 1 1,-1 0 0,0 0 0,0 0-1,0 0 1,0 0 0,-1 0 0,0 1-1,1-1 1,-1 0 0,-1 0 0,1 0-1,-1 0 1,1 0 0,-1 0 0,-1 0-1,1 0 1,0 0 0,-1 0 0,0 0 0,-4 6-1,0-1-15,-1-1-1,0 1 0,0-1 1,-1-1-1,0 0 0,0 0 1,-1 0-1,0-1 0,-12 7 1,5-5-15,0 0-1,-1-1 1,0-1 0,-30 8 0,40-13-30,0 0 0,0 0 0,0-1 0,0 1 0,0-2 0,-8 0 0,13 1-59,2-1-166,9-5-24,7 1 200,1 1-1,-1 1 1,33-3 0,-27 4 74,-1-1 0,38-10 1,-42 8 6,0-1 1,0-1-1,0 0 1,-1-2-1,-1 1 1,1-2-1,-2 0 1,1-1-1,-1 0 1,-1-1-1,0-1 1,-1 0-1,0-1 1,-1 0-1,0-1 1,-1 0-1,10-22 1,-19 36-25,-1-1 1,1 1-1,-1 0 1,1-1 0,0 1-1,0 0 1,-1 0-1,1-1 1,0 1 0,0 0-1,0 0 1,0 0-1,1 0 1,1-1 0,-3 2 0,0 0 0,1 0 0,-1 0 0,1 0 0,-1 0 1,0 0-1,1 0 0,-1 0 0,1 1 0,-1-1 0,0 0 1,1 0-1,-1 0 0,1 0 0,-1 1 0,0-1 0,1 0 0,-1 0 1,0 1-1,0-1 0,1 0 0,-1 1 0,0-1 0,1 0 1,-1 1-1,0-1 0,0 0 0,0 1 0,0-1 0,1 1 1,-1 0-1,12 48 59,-11-43-44,5 25-831,2 56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8:00.324"/>
    </inkml:context>
    <inkml:brush xml:id="br0">
      <inkml:brushProperty name="width" value="0.1" units="cm"/>
      <inkml:brushProperty name="height" value="0.1" units="cm"/>
    </inkml:brush>
  </inkml:definitions>
  <inkml:trace contextRef="#ctx0" brushRef="#br0">0 1 4681,'0'0'1720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8:00.943"/>
    </inkml:context>
    <inkml:brush xml:id="br0">
      <inkml:brushProperty name="width" value="0.1" units="cm"/>
      <inkml:brushProperty name="height" value="0.1" units="cm"/>
    </inkml:brush>
  </inkml:definitions>
  <inkml:trace contextRef="#ctx0" brushRef="#br0">13 1 3881,'-2'15'3573,"-2"4"-3020,1-1 0,1 1 0,0 36 0,11 35 180,-4-46-589,-2 86 2336,-5-142-2038,2-25-463,6 11 167,2 1 0,12-31-1,-17 48-133,0 1-1,0 1 0,1-1 1,0 0-1,0 1 0,0 0 1,1 0-1,0 0 0,0 0 0,1 1 1,0 0-1,9-7 0,-14 12 3,1-1-1,0 1 1,-1-1-1,1 1 1,0 0 0,-1 0-1,1 0 1,0 0-1,0 0 1,-1 0-1,1 0 1,0 0-1,-1 0 1,1 1-1,-1-1 1,1 1-1,0 0 1,-1-1-1,1 1 1,-1 0-1,1 0 1,-1 0 0,0 0-1,1 0 1,-1 0-1,0 0 1,0 0-1,1 1 1,-1-1-1,1 3 1,6 5 126,-1 2-1,0-1 1,5 13 0,-7-15-85,7 17 0,-1 1-1,-2-1 1,0 2 0,-2-1 0,6 41-1,-9-51-57,-3-9-108,-1-5 0,0 0 1,1 0-1,-1 0 1,0-1-1,1 1 1,-1 0-1,1 0 1,0-1-1,0 1 1,-1 0 0,1-1-1,0 1 1,0-1-1,1 1 1,1 1-1,3 1-1707</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8:01.724"/>
    </inkml:context>
    <inkml:brush xml:id="br0">
      <inkml:brushProperty name="width" value="0.1" units="cm"/>
      <inkml:brushProperty name="height" value="0.1" units="cm"/>
    </inkml:brush>
  </inkml:definitions>
  <inkml:trace contextRef="#ctx0" brushRef="#br0">147 191 3737,'-5'4'610,"1"0"-1,-1 0 1,1 0 0,0 1 0,0-1-1,0 1 1,1 0 0,-5 9-1,3-3-142,0-1-1,1 2 0,-6 21 0,5-9-389,2 0 1,0 0-1,2 41 0,2-46-80,1 0-1,0-1 0,2 0 0,6 23 0,-8-34 7,0 0-1,1 0 1,0-1-1,0 1 0,0-1 1,1 0-1,0 1 1,0-1-1,0-1 0,1 1 1,0-1-1,0 0 1,11 8-1,-14-11 20,1-1 0,-1 0 0,0 0 0,1 0 0,-1 0 0,1 0 0,-1 0 0,1-1-1,0 0 1,-1 1 0,1-1 0,-1 0 0,1 0 0,0 0 0,-1-1 0,1 1 0,-1 0 0,4-2 0,-1 0 48,-1 0 0,1 0 0,-1 0 1,0-1-1,0 0 0,0 0 0,0 0 0,0 0 1,4-5-1,2-3 121,-1-1-1,0-1 1,-1 1 0,0-2 0,8-17-1,-8 12-77,-1 0-1,-1-1 0,-1 1 0,0-1 0,-2 0 1,0 0-1,-1 0 0,-1-1 0,-1 1 1,-1 0-1,-1-1 0,-1 1 0,0 0 1,-2 1-1,0-1 0,-1 1 0,-1-1 1,-1 2-1,0-1 0,-2 1 0,0 1 1,-1 0-1,-13-17 0,20 29-102,-1 0-1,1 0 1,-1 1 0,0-1-1,0 1 1,0 1-1,0-1 1,-1 1 0,1-1-1,-1 2 1,-9-5-1,11 7-30,1-1-1,-1 0 0,1 1 1,-1 0-1,1 0 0,-1 0 1,1 0-1,-1 0 0,1 1 1,-1-1-1,1 1 1,0 0-1,-1 0 0,1 0 1,0 1-1,0-1 0,0 1 1,0 0-1,0 0 0,0 0 1,0 0-1,-3 3 0,-4 5-19,1 0 0,0 0 0,0 1 0,2 0 0,-1 1 0,1-1 0,1 2 0,0-1 0,-6 18 0,9-22 43,0 0 0,1 0 0,1 0 0,-1 0 0,1 0 0,0 0 0,1 0 0,0 1 0,0-1 0,1 0 0,0 0 0,0 0 0,1 0 0,0 0 0,1 0 0,6 15 0,-7-20 2,1 1 0,-1-1 0,1 1 0,0-1 0,0 0-1,0 0 1,1 0 0,-1 0 0,1 0 0,-1-1 0,1 0-1,0 0 1,0 0 0,0 0 0,0 0 0,7 1 0,-3-1-224,0-1 1,0 0 0,1 0-1,-1-1 1,0 0-1,1 0 1,15-3 0,7-5-1892</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8:02.499"/>
    </inkml:context>
    <inkml:brush xml:id="br0">
      <inkml:brushProperty name="width" value="0.1" units="cm"/>
      <inkml:brushProperty name="height" value="0.1" units="cm"/>
    </inkml:brush>
  </inkml:definitions>
  <inkml:trace contextRef="#ctx0" brushRef="#br0">0 55 2208,'0'0'6379,"3"-1"-5545,40-11 1016,-12 2-1591,0 1-1,1 2 1,-1 1-1,1 2 1,62-2 0,-85 8-1358,-2 1-951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8:02.887"/>
    </inkml:context>
    <inkml:brush xml:id="br0">
      <inkml:brushProperty name="width" value="0.1" units="cm"/>
      <inkml:brushProperty name="height" value="0.1" units="cm"/>
    </inkml:brush>
  </inkml:definitions>
  <inkml:trace contextRef="#ctx0" brushRef="#br0">3 27 4777,'-2'13'8986,"10"-12"-8880,1 0 0,0 0 1,-1-1-1,1 0 0,0 0 0,-1-1 0,1-1 1,11-2-1,11-4-1141,31-14 0,-43 16-588</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8:07.139"/>
    </inkml:context>
    <inkml:brush xml:id="br0">
      <inkml:brushProperty name="width" value="0.1" units="cm"/>
      <inkml:brushProperty name="height" value="0.1" units="cm"/>
    </inkml:brush>
  </inkml:definitions>
  <inkml:trace contextRef="#ctx0" brushRef="#br0">1 51 1256,'0'-4'14647,"0"3"-14587,0 5-60,1-6 0,0 6 0,0 51 0,-1-45-1,1-1 0,1 1 0,0-1-1,4 13 1,-3-13 5,-1 1 0,0-1 1,0 1-1,0 12 0,-2-20-3,0 1 0,0-1 0,0 0 0,1 1 0,-1-1-1,0 0 1,1 0 0,-1 1 0,3 3 0,6 30 17,-6-10-4,6 49 52,-7-45-23,7 33 1,-4-32 180,2 38 0,-7-69-210,0 1 1,0-1-1,0 1 1,0-1-1,0 1 1,0-1-1,0 1 1,0-1-1,0 1 1,0-1-1,0 0 1,0 1 0,0-1-1,0 1 1,1-1-1,-1 1 1,0-1-1,0 1 1,0-1-1,1 0 1,-1 1-1,0-1 1,1 0 0,-1 1-1,0-1 1,1 0-1,-1 1 1,1-1-1,-1 0 1,0 0-1,1 1 1,-1-1-1,1 0 1,-1 0-1,1 0 1,-1 0 0,0 0-1,1 1 1,-1-1-1,1 0 1,-1 0-1,1 0 1,-1 0-1,1 0 1,-1-1-1,1 1 1,-1 0-1,1 0 1,-1 0 0,1 0-1,1-1 2,0 0-1,0 0 1,0-1 0,-1 1-1,1 0 1,0-1 0,-1 1-1,1-1 1,-1 1 0,1-1-1,-1 0 1,0 1-1,1-1 1,0-3 0,15-27 1,-12 20 75,-4-1-65,26-74 83,-12 29-20,-2-1 31,-10 45-119,-2 11-3,4-5-4,17-40 3,-21 44 35,1 1 0,0-1 0,0 1 1,0 0-1,0 0 0,0-1 1,1 1-1,0 1 0,4-5 1,-1 2 5,-5 4-37,-1 0 0,1 1 0,0-1 0,0 1 1,0-1-1,1 1 0,-1-1 0,0 1 0,0 0 0,0-1 1,0 1-1,0 0 0,0 0 0,0 0 0,1 0 1,-1 0-1,0 0 0,0 0 0,0 1 0,0-1 0,0 0 1,0 0-1,0 1 0,0-1 0,0 1 0,0-1 1,0 1-1,0 0 0,0-1 0,2 2 0,24 23 12,-24-22-14,2 2 5,0 0-1,-1 1 1,1-1 0,-1 1 0,-1 0-1,1 0 1,-1 1 0,0-1 0,-1 1-1,4 13 1,-4-14-3,0 1-1,0 0 1,1-1-1,0 0 1,0 1-1,0-1 0,8 10 1,-5-8-5,0 1 0,-1 0 0,0 1 1,-1-1-1,0 1 0,4 13 0,5 12-6,0 10 35,-11-37-14,-1 0 0,1-1 1,1 1-1,0-1 0,0 0 0,7 13 1,-9-19 99,1-2-60,-1-1 1,1 1-1,-1-1 1,0 1-1,1-1 1,-1 0 0,0 1-1,0-1 1,0 0-1,0 0 1,0 0-1,-1 0 1,1 0-1,0 0 1,-1 0 0,0 0-1,1 0 1,-1-4-1,5-26 45,-1 22-83,-3 7-1,0 0 0,0 0-1,0-1 1,-1 1-1,1 0 1,-1 0 0,1-1-1,-1 1 1,0 0-1,-1-1 1,1 1 0,-1-4-1,-7-83 430,-25-119 0,27 182-489,2-1 0,1 0-1,2-35 1,2 45-81</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8:09.202"/>
    </inkml:context>
    <inkml:brush xml:id="br0">
      <inkml:brushProperty name="width" value="0.1" units="cm"/>
      <inkml:brushProperty name="height" value="0.1" units="cm"/>
    </inkml:brush>
  </inkml:definitions>
  <inkml:trace contextRef="#ctx0" brushRef="#br0">14 36 1784,'-13'-3'11598,"14"2"-11578,1-1 1,-1 1-1,0 0 1,1-1 0,0 1-1,-1 0 1,1 0 0,0 0-1,0 0 1,-1 0 0,1 0-1,0 1 1,3-1 0,-1-1 18,5-1 7,-1 1 0,1 0 0,0 0 1,0 1-1,0 0 0,16 0 0,-1 0 1,80-2 167,151 15 0,-241-10-162,94 11-134,-106-13-250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8:09.624"/>
    </inkml:context>
    <inkml:brush xml:id="br0">
      <inkml:brushProperty name="width" value="0.1" units="cm"/>
      <inkml:brushProperty name="height" value="0.1" units="cm"/>
    </inkml:brush>
  </inkml:definitions>
  <inkml:trace contextRef="#ctx0" brushRef="#br0">37 4 3241,'-2'-1'295,"-23"-1"6207,16 8-3580,9-5-2922,0 1-1,0-1 1,0 0 0,0 0 0,0 0-1,0 0 1,0 0 0,0 0 0,1 0 0,-1 0-1,0 0 1,1 0 0,-1 0 0,1 0-1,0 1 1,1 3 16,0-1 1,1 0-1,-1 1 0,1-1 1,0 0-1,1 0 0,-1 0 0,1-1 1,-1 1-1,1-1 0,0 0 1,1 0-1,7 4 0,-9-5-71,10 3 125,0 1 1,0 1-1,-1 0 1,15 12-1,-26-17-122,1-1 0,0 0 0,0 0 0,-1 1 0,1-1 0,-1 1 0,1 0-1,-1 0 1,0-1 0,1 1 0,-1 0 0,0 0 0,0 0 0,-1 0 0,1 0 0,0 0-1,-1 0 1,1 0 0,-1 0 0,1 1 0,-1-1 0,0 0 0,0 0 0,0 0 0,0 1-1,-1-1 1,1 0 0,0 0 0,-1 0 0,0 0 0,1 0 0,-1 0 0,0 0 0,0 0-1,0 0 1,0 0 0,-2 2 0,-5 5-1951</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8:21.141"/>
    </inkml:context>
    <inkml:brush xml:id="br0">
      <inkml:brushProperty name="width" value="0.1" units="cm"/>
      <inkml:brushProperty name="height" value="0.1" units="cm"/>
    </inkml:brush>
  </inkml:definitions>
  <inkml:trace contextRef="#ctx0" brushRef="#br0">50 0 4689,'-3'0'5068,"-8"13"-4647,6-4-398,0 1 0,1-1 0,0 1 0,0 1 0,1-1 0,0 0 0,1 1 0,-1 12 0,1 9-46,2 0 1,1 0 0,2 0-1,1 0 1,14 58 0,-11-67 199,1 0 0,1-1 0,1 0 0,1 0 0,1-1 0,1-1 0,1 0 0,22 26 0,-23-31-127,-11-11-137,2 0 1,-1 0-1,0 0 1,1 0-1,0 0 1,-1-1-1,1 0 1,1 1-1,-1-2 1,6 4-1,-2-4-1253</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8:22.067"/>
    </inkml:context>
    <inkml:brush xml:id="br0">
      <inkml:brushProperty name="width" value="0.1" units="cm"/>
      <inkml:brushProperty name="height" value="0.1" units="cm"/>
    </inkml:brush>
  </inkml:definitions>
  <inkml:trace contextRef="#ctx0" brushRef="#br0">6 1 3817,'0'0'2820,"-1"10"-694,-2 24-1812,2 0 0,1 0 0,2 0 0,6 39 0,4 74 1736,-10-164-1871,0 1 1,2-1 0,0 1 0,6-16 0,0-1 28,-2-1-104,10-34-9,-17 63-107,1 0 0,0 0 1,1 1-1,-1-1 0,1 0 0,0 1 0,0 0 0,0 0 1,0 0-1,5-4 0,-7 7 3,0 0 0,-1 1 0,1-1 0,0 1 0,0-1 0,0 1 0,-1-1 0,1 1 0,0 0 1,0-1-1,0 1 0,0 0 0,0 0 0,0 0 0,0-1 0,0 1 0,0 0 0,-1 0 0,1 0 0,0 1 0,0-1 0,0 0 0,0 0 0,1 1 0,0 0 6,0 0-1,0 0 1,0 1-1,-1-1 1,1 0-1,-1 1 1,1-1-1,-1 1 1,1 0-1,1 2 1,3 7 57,-1 0 0,0 0 1,5 13-1,-8-16 3,6 12 52,25 58 198,-33-77-300,1-1 0,-1 1 0,1 0 0,-1-1 0,1 1 0,0 0 0,-1-1 0,1 1 0,0 0 0,-1-1 0,1 1 0,0-1 1,0 1-1,-1-1 0,1 0 0,0 1 0,0-1 0,0 0 0,0 1 0,-1-1 0,1 0 0,0 0 0,0 0 0,0 0 0,0 0 0,0 0 0,0 0 0,0 0 0,-1 0 0,1-1 0,0 1 0,0 0 0,0 0 0,0-1 0,-1 1 0,1 0 0,0-1 1,0 1-1,0-1 0,-1 1 0,1-1 0,0 0 0,-1 1 0,1-1 0,-1 0 0,1 1 0,0-2 0,33-39 110,-30 35-116,34-55 45,-31 47-42,0 0 0,1 1 0,1 0 0,0 1-1,18-19 1,-25 29-16,-2 1 10,1 1 0,-1-1 0,0 1 0,0-1 0,1 1-1,-1 0 1,0-1 0,1 1 0,-1-1 0,1 1 0,-1 0-1,0-1 1,1 1 0,-1 0 0,1-1 0,-1 1 0,1 0 0,-1 0-1,1-1 1,-1 1 0,1 0 0,-1 0 0,1 0 0,0 0-1,-1 0 1,1 0 0,-1 0 0,1 0 0,-1 0 0,1 0-1,-1 0 1,1 0 0,0 0 0,-1 0 0,1 0 0,-1 1-1,1-1 1,-1 0 0,1 0 0,-1 1 0,1-1 0,-1 0-1,0 1 1,1-1 0,-1 0 0,1 1 0,-1-1 0,0 1 0,1-1-1,-1 0 1,0 1 0,1-1 0,-1 1 0,0-1 0,0 1-1,0 0 1,1 0 0,5 18 29,-1 0-1,0 0 1,-2 1 0,0 0-1,-1-1 1,-1 30 0,4 99-146,-5-146 42,0-1 1,0 1-1,0-1 0,0 0 1,0 1-1,1-1 0,-1 1 1,1-1-1,-1 0 0,1 1 1,-1-1-1,1 0 0,0 0 1,-1 0-1,1 1 0,0-1 1,0 0-1,0 0 1,0 0-1,0 0 0,0 0 1,0 0-1,0-1 0,1 1 1,-1 0-1,0 0 0,0-1 1,1 1-1,-1-1 0,2 1 1,1-1-330,0 0 1,-1 0-1,1 0 1,0 0-1,0-1 1,-1 1 0,1-1-1,0 0 1,-1 0-1,7-3 1,12-6-1697</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8:22.796"/>
    </inkml:context>
    <inkml:brush xml:id="br0">
      <inkml:brushProperty name="width" value="0.1" units="cm"/>
      <inkml:brushProperty name="height" value="0.1" units="cm"/>
    </inkml:brush>
  </inkml:definitions>
  <inkml:trace contextRef="#ctx0" brushRef="#br0">146 128 2841,'7'-13'485,"15"-36"2000,-21 46-2184,1 0-1,-1 0 1,-1 0-1,1-1 1,0 1 0,-1 0-1,0 0 1,0-1-1,0 1 1,0 0 0,0 0-1,-1-1 1,0-3-1,0 6-239,1 0-1,0 0 0,-1 0 0,0 0 0,1 0 0,-1 1 0,1-1 0,-1 0 0,0 0 0,0 0 0,0 1 0,1-1 0,-1 0 0,0 1 0,0-1 0,0 0 0,0 1 0,0-1 1,0 1-1,0 0 0,0-1 0,0 1 0,0 0 0,0 0 0,0 0 0,-1-1 0,1 1 0,0 0 0,0 0 0,0 1 0,0-1 0,0 0 0,0 0 0,0 0 0,0 1 0,-2 0 1,-2 1-28,1-1 0,0 1 0,0 0 1,0 1-1,0-1 0,0 1 1,-4 4-1,-1 2 21,1 1-1,0 0 1,1 0-1,0 0 1,1 1-1,0 0 1,1 1-1,0 0 1,0-1-1,2 1 1,-1 1-1,2-1 1,-1 0-1,2 1 1,-1 13-1,2-25-47,0 1-1,0 0 1,0-1-1,0 1 1,0-1-1,0 1 1,1-1 0,-1 1-1,0 0 1,1-1-1,0 1 1,-1-1-1,1 0 1,0 1-1,0-1 1,-1 0-1,3 3 1,-2-4 8,0 1-1,0-1 1,-1 1 0,1-1-1,0 1 1,0-1 0,0 0 0,0 0-1,0 1 1,0-1 0,0 0-1,0 0 1,0 0 0,0 0-1,0 0 1,0 0 0,0 0-1,0 0 1,0-1 0,1 1 0,3-2 38,0 0 0,-1 0 0,0-1 0,0 1 0,1-1 0,-1 0 0,-1 0 0,1 0 0,5-6 0,1-4 89,0-1-1,14-25 0,-12 18-22,-11 20 44,0 8-164,70 324-611,-65-305 633,-1-1 1,-2 1-1,-1 0 1,0 0-1,-5 42 1,2-57 17,0 0 0,-2-1 0,1 1-1,-1 0 1,-1-1 0,0 1 0,0-1 0,-1 0 0,0 0 0,-1-1 0,0 0 0,-1 0 0,1 0-1,-2 0 1,-13 11 0,19-18 2,0 0 0,0 0-1,-1-1 1,1 1 0,0-1-1,-1 0 1,0 1 0,1-1-1,-1 0 1,0 0 0,1-1-1,-1 1 1,0-1 0,0 1-1,0-1 1,1 0 0,-1 0-1,0 0 1,0 0 0,0-1-1,0 1 1,1-1 0,-1 0-1,0 1 1,0-1 0,1 0-1,-1-1 1,1 1 0,-1 0-1,1-1 1,-1 0 0,1 1-1,-4-5 1,0 0 65,0 0 0,1 0-1,0-1 1,0 1 0,0-1 0,1-1 0,0 1 0,0 0-1,1-1 1,-3-9 0,2 4-71,0-1-1,2 0 0,-1 0 1,2 0-1,0 0 1,1 0-1,0 0 1,1 0-1,0 0 0,1 0 1,6-17-1,-3 15-349,1-1-1,1 2 0,1-1 0,0 1 0,1 0 1,0 0-1,2 1 0,20-22 0,1 3-1578,2-3-1339</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8:23.124"/>
    </inkml:context>
    <inkml:brush xml:id="br0">
      <inkml:brushProperty name="width" value="0.1" units="cm"/>
      <inkml:brushProperty name="height" value="0.1" units="cm"/>
    </inkml:brush>
  </inkml:definitions>
  <inkml:trace contextRef="#ctx0" brushRef="#br0">15 0 3985,'0'0'151,"-1"0"0,0 0 0,1 1 0,-1-1 0,0 0-1,1 0 1,-1 0 0,1 1 0,-1-1 0,0 0 0,1 1 0,-1-1 0,1 0 0,-1 1 0,1-1 0,-1 1 0,1-1 0,-1 1 0,1-1 0,-1 1 0,1-1-1,0 1 1,-1 0 0,1-1 0,0 1 0,-1-1 0,1 2 0,6 14 3129,-4-12-3885,15 31 922,-2 0 0,-1 1 0,-1 1-1,-3 0 1,-1 0 0,8 65 0,-15-72-442,-1 1 0,-1-1 0,-1 1 0,-2 0 0,-1-1 0,-1 0 0,-2 0 0,-19 53 0,5-37-1612</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8:25.577"/>
    </inkml:context>
    <inkml:brush xml:id="br0">
      <inkml:brushProperty name="width" value="0.1" units="cm"/>
      <inkml:brushProperty name="height" value="0.1" units="cm"/>
    </inkml:brush>
  </inkml:definitions>
  <inkml:trace contextRef="#ctx0" brushRef="#br0">21 34 2192,'-4'-7'5830,"-13"-20"-169,66 64-2623,-19-18-2913,1-2 0,0-2 0,53 19 0,-55-27 367,-29-7-444,-4 17 4,-9 15-63,12-28 9,-1 0 0,1 0-1,-1 1 1,0-1-1,0-1 1,-1 1-1,-3 5 1,-9 13-4,13-17-45,0 0 1,-1-1-1,0 1 0,0-1 0,-1 0 0,1 0 1,-6 5-1,-1 2-94,0 1-3329</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8:26.498"/>
    </inkml:context>
    <inkml:brush xml:id="br0">
      <inkml:brushProperty name="width" value="0.1" units="cm"/>
      <inkml:brushProperty name="height" value="0.1" units="cm"/>
    </inkml:brush>
  </inkml:definitions>
  <inkml:trace contextRef="#ctx0" brushRef="#br0">106 0 2168,'-62'4'7251,"35"0"-6668,11 2 1375,21 0-786,17 1-601,-8-5-281,1-1 0,0 0-1,0-1 1,0-1 0,23-3 0,-17 1-73,39 0-1,56 15-753,-113-12 311,1 0-1,-1-1 1,0 1-1,0-1 1,0 1 0,1-1-1,-1 0 1,0 0-1,4-3 1,2 0-487,-1 2-2326</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8:27.387"/>
    </inkml:context>
    <inkml:brush xml:id="br0">
      <inkml:brushProperty name="width" value="0.1" units="cm"/>
      <inkml:brushProperty name="height" value="0.1" units="cm"/>
    </inkml:brush>
  </inkml:definitions>
  <inkml:trace contextRef="#ctx0" brushRef="#br0">12 211 4129,'-11'-65'8636,"12"67"-8606,1 0 0,-1 0 0,1 0 1,-1 0-1,0 1 0,0-1 0,0 0 0,0 1 0,0-1 0,-1 1 0,1 4 0,0-6-13,34 143 54,17 86-96,-50-203 380,-2-27-336,0 0 0,-1 0 0,1 0 0,0 0 0,-1 0 1,1 0-1,0 0 0,0 0 0,-1 0 0,1 0 0,0 0 0,-1-1 1,1 1-1,0 0 0,0 0 0,-1 0 0,1 0 0,0-1 1,0 1-1,0 0 0,-1 0 0,1-1 0,0 1 0,0 0 0,0 0 1,0-1-1,0 1 0,-1 0 0,1 0 0,0-1 0,0 1 0,0 0 1,0-1-1,0 1 0,0 0 0,0 0 0,0-1 0,0 1 0,-19-56 621,4-15-349,4 0 1,2 0-1,2-135 0,8 198-289,-1-6-1,1 1 0,1 0 0,0-1 0,6-17 0,-3 27 114,9 10-103,18 10 4,-23-12 13,0 0 0,0 0 0,0-1 0,0 0-1,1-1 1,-1 0 0,1 0 0,17 0 0,-23-2-16,114 2-2227,-99 0-536</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8:27.713"/>
    </inkml:context>
    <inkml:brush xml:id="br0">
      <inkml:brushProperty name="width" value="0.1" units="cm"/>
      <inkml:brushProperty name="height" value="0.1" units="cm"/>
    </inkml:brush>
  </inkml:definitions>
  <inkml:trace contextRef="#ctx0" brushRef="#br0">0 47 4457,'6'-3'6505,"46"-20"-5480,-37 19-193,6-1-344,-1 2-136,3 2-232,4-1-72,-1 2-64,0-1-16,3-1-160,-4 1-248,6 1-864,-1-2-673</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8:28.371"/>
    </inkml:context>
    <inkml:brush xml:id="br0">
      <inkml:brushProperty name="width" value="0.1" units="cm"/>
      <inkml:brushProperty name="height" value="0.1" units="cm"/>
    </inkml:brush>
  </inkml:definitions>
  <inkml:trace contextRef="#ctx0" brushRef="#br0">283 26 3041,'-1'-2'316,"-1"0"1,-1 0-1,1 0 1,0 0 0,0 0-1,-1 0 1,1 0 0,-1 1-1,0 0 1,1-1-1,-1 1 1,0 0 0,0 0-1,0 0 1,0 1 0,1-1-1,-1 1 1,0-1-1,-4 1 1,3 1-260,1 0 0,-1 0 0,1 1 0,0-1 0,0 1 0,-1 0 0,1 0 0,0 0 0,0 0 0,1 0 0,-1 1 0,0-1 0,1 1 0,-1 0 0,-2 4 0,-8 11-22,2 0-1,0 1 1,0 0 0,2 1-1,0 0 1,2 0 0,-8 30-1,14-47-31,1 0 1,-1 0-1,0 0 0,1 1 0,-1-1 0,1 0 1,0 0-1,0 0 0,1 0 0,-1 1 0,1-1 0,-1 0 1,1 0-1,0 0 0,0 0 0,0 0 0,1 0 1,-1 0-1,1-1 0,-1 1 0,5 4 0,0-2 30,0 0 0,0 0 0,1-1 0,0 0 0,0 0 0,0-1 0,12 4 0,-6-1-19,0 0 0,0 0 0,-1 1 0,1 0 0,-1 2 0,-1-1 0,0 1 0,0 1 0,-1 0 0,0 0 0,-1 1 0,0 0 0,9 14 0,-17-23-14,0 1 1,-1-1-1,1 0 1,0 0 0,-1 1-1,1-1 1,-1 0-1,1 1 1,-1-1 0,0 0-1,0 1 1,0-1-1,-1 0 1,1 1-1,-1-1 1,1 0 0,-1 1-1,0-1 1,1 0-1,-1 0 1,0 0 0,-1 0-1,1 1 1,0-2-1,0 1 1,-1 0-1,0 0 1,1 0 0,-1-1-1,0 1 1,1-1-1,-1 1 1,0-1 0,-2 2-1,-10 6-191,0-1-1,0 0 1,-28 10 0,30-13 92,-10 4 96,-1-1 1,-26 6 0,38-11-12,0-1 0,-1-1 0,1 1-1,-1-2 1,1 0 0,-19-1 0,29 0-66,0 1-1,-1 0 0,1-1 1,0 1-1,0 0 1,0-1-1,-1 1 1,1-1-1,0 0 1,0 1-1,0-1 0,0 0 1,0 0-1,0 0 1,0 0-1,-1-1 1,-1-8-1692</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8:28.744"/>
    </inkml:context>
    <inkml:brush xml:id="br0">
      <inkml:brushProperty name="width" value="0.1" units="cm"/>
      <inkml:brushProperty name="height" value="0.1" units="cm"/>
    </inkml:brush>
  </inkml:definitions>
  <inkml:trace contextRef="#ctx0" brushRef="#br0">23 0 2160,'-9'2'5880,"3"4"-3317,5-4-2586,0 0 0,0 0 0,0 1 0,0-1 0,1 0-1,-1 0 1,1 1 0,0-1 0,-1 3 0,1-1 521,0 6-446,0-1 0,0 1 0,1-1 0,1 1 0,2 12 0,4 23-22,-7-25-142,1-2-101,-1-1-1,-1 0 1,0 1-1,-2-1 1,-3 19-1</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8:28.946"/>
    </inkml:context>
    <inkml:brush xml:id="br0">
      <inkml:brushProperty name="width" value="0.1" units="cm"/>
      <inkml:brushProperty name="height" value="0.1" units="cm"/>
    </inkml:brush>
  </inkml:definitions>
  <inkml:trace contextRef="#ctx0" brushRef="#br0">9 0 7594,'-3'0'2880,"2"0"-2408,-1 2-152,1-1-288,-1 1-408</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8:29.510"/>
    </inkml:context>
    <inkml:brush xml:id="br0">
      <inkml:brushProperty name="width" value="0.1" units="cm"/>
      <inkml:brushProperty name="height" value="0.1" units="cm"/>
    </inkml:brush>
  </inkml:definitions>
  <inkml:trace contextRef="#ctx0" brushRef="#br0">70 0 7090,'-5'14'147,"-3"5"227,0 1 0,1-1 1,2 1-1,0 0 0,1 1 0,0-1 0,2 1 1,0 27-1,6-7-351,-1-13 18,-1 1 1,-1-1 0,-4 35-1,1-56-35,2-6 6,-5-5 320,2-1-220,0-1 1,1 0 0,0 0 0,0 0 0,0 0-1,0 0 1,1 0 0,0-1 0,0 1-1,1 0 1,0-1 0,0 1 0,0 0-1,3-12 1,0-3 120,1 0 1,1 0-1,11-28 0,-9 31-208,1 1 0,0-1 0,18-24 1,-24 38-25,1 0 0,0 0 0,0 0 0,0 0 0,0 1 0,0-1 0,1 1 1,0 0-1,0 0 0,0 1 0,0-1 0,0 1 0,0-1 0,1 1 0,-1 1 0,1-1 1,-1 1-1,1-1 0,7 0 0,-9 3 14,0-1 1,0 1-1,0 0 0,1 0 0,-1 0 1,0 0-1,0 1 0,0-1 1,-1 1-1,1-1 0,0 1 1,-1 0-1,1 0 0,-1 1 0,1-1 1,-1 0-1,0 1 0,0-1 1,0 1-1,0 0 0,-1 0 1,1-1-1,-1 1 0,2 4 0,3 6 26,-1 1-1,-1 0 1,6 28-1,-3 1-175,-2 1 1,-1 0-1,-4 53 0,0-77-790,1-9-884</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8:30.136"/>
    </inkml:context>
    <inkml:brush xml:id="br0">
      <inkml:brushProperty name="width" value="0.1" units="cm"/>
      <inkml:brushProperty name="height" value="0.1" units="cm"/>
    </inkml:brush>
  </inkml:definitions>
  <inkml:trace contextRef="#ctx0" brushRef="#br0">47 81 7322,'-7'13'285,"0"1"0,1 0 0,0 0 0,1 0 0,1 1 0,1 0 0,0 0 0,0 0 0,1 0 0,1 28 0,3 12 403,16 87 1,-15-121-712,-1-7 32,0-1 1,1 1 0,0-1 0,1 0 0,8 18 0,-11-29-6,0 0 0,1 0 0,-1 0 0,0-1 0,1 1 0,-1 0 0,1 0 0,-1-1 0,1 1 0,0-1-1,-1 1 1,1-1 0,0 0 0,0 0 0,0 0 0,4 2 0,-3-3-3,0 0 1,-1 0-1,1 0 0,0 0 1,-1 0-1,1-1 0,0 1 1,-1-1-1,1 1 0,-1-1 1,1 0-1,-1 0 1,1 0-1,-1-1 0,0 1 1,0 0-1,1-1 0,1-2 1,9-6 71,-1 0 0,0 0 0,0-2 0,-1 1 0,-1-2 1,0 1-1,-1-1 0,0-1 0,-1 0 0,12-27 1,-15 29 62,-1-1 0,0 1 0,-1-1 1,-1 0-1,0 0 0,-1 0 0,0 0 1,-1 0-1,0 0 0,-1 0 0,-1 0 1,0 0-1,-7-23 0,0 9 46,-1 0 0,-1 2 0,-14-26 0,20 43-160,0-1 1,0 1-1,-1 0 0,0 1 0,0-1 1,-1 1-1,0 1 0,0-1 1,-1 1-1,1 0 0,-1 1 0,-12-6 1,18 10-28,0 0-1,0 0 1,0 0 0,0 1 0,0-1 0,-1 1 0,1-1 0,0 1-1,0 0 1,0 0 0,0 0 0,-1 0 0,1 0 0,0 1 0,0-1-1,0 1 1,0-1 0,-1 1 0,1 0 0,-3 1 0,2 0-2,0 1 0,0-1 0,1 0 0,-1 1 1,1-1-1,0 1 0,0 0 0,0 0 0,0 0 1,0 0-1,-2 6 0,0 4-8,0-1 1,1 0-1,0 1 0,1-1 1,0 1-1,1 14 1,0-15 2,2 0 0,-1 1 1,2-1-1,0 0 0,4 15 1,-5-23-32,1 1 1,-1-1-1,1 0 0,0 0 1,0 0-1,1 0 0,-1 0 1,1 0-1,0 0 0,0-1 1,0 0-1,0 1 0,1-1 1,-1 0-1,1-1 0,0 1 1,4 2-1,20 6-893</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02:38:36.651"/>
    </inkml:context>
    <inkml:brush xml:id="br0">
      <inkml:brushProperty name="width" value="0.1" units="cm"/>
      <inkml:brushProperty name="height" value="0.1" units="cm"/>
    </inkml:brush>
  </inkml:definitions>
  <inkml:trace contextRef="#ctx0" brushRef="#br0">76 292 4297,'-6'-3'3859,"-10"-8"-3601,-18-7-153,26 13 173,7 22 580,1-16-847,-1 6 67,0-1 0,1 0 0,0 1 0,0-1 0,0 0 0,1 1-1,0-1 1,1 0 0,-1 0 0,1 1 0,3 5 0,16 29 471,42 95 360,-47-96-838,-6-16-13,0 0 0,-2 1 0,5 29 1,-8-27-23,2 7 84,-1 0 1,-2 1-1,-1-1 1,-2 1-1,-4 54 0,-3-54-6,-1 0-1,-1 0 1,-2-1-1,-26 58 0,22-56 313,-19 68 0,25-71-115,-2 0 1,-26 55-1,33-81-287,1-1 0,-1 0 0,1 1 1,1 0-1,-1-1 0,1 1 0,0 0 0,0 0 1,1 0-1,0-1 0,0 1 0,2 8 0,2 6 39,0-1 0,12 31 0,-13-42 7,-3-6-44,1 0 1,0-1 0,0 1-1,0 0 1,0-1 0,0 0 0,1 1-1,-1-1 1,1 0 0,-1 1-1,1-1 1,0 0 0,0 0 0,0 0-1,0-1 1,0 1 0,0 0-1,4 1 1,1 1 16,0 0 0,1-1 0,-1 0 0,14 4 0,-15-6-24,8 3-13,0-1 0,1-1 0,-1 0 0,26-1 0,12 2 2,252 16 114,-259-17-117,345 18 148,-247-10 18,34 4-74,-36-1 145,75 10 209,-100-7-334,2-5 0,134-5 1,-113-13 34,174-29 0,59-5 433,647 30 582,-984 12-1118,87 2 131,122-14-1,13-24-124,19-2-5,227 21-36,-457 16-13,40 1 9,-15 0 5,79-8 0,-16-9-8,351-32 36,-324 46-1,25-2 21,-157 3-19,37-5 34,-61 5-56,-1 0 1,1 0-1,-1 0 0,0-1 0,0 1 1,0-1-1,0 0 0,0 0 0,0-1 1,0 1-1,5-5 0,-8 6 30,7-18 162,11-63-149,4-228 310,-18 179-246,-5 93-78,-2 0 1,-2 1-1,-9-40 1,11 66-44,-32-132 71,14 64-62,-41-173-24,54 219-13,2-1 0,-1-36 0,6 54-6,1 1 1,0-1-1,1 0 1,1 1-1,0-1 1,9-25-1,-8 33 26,0-1 0,-1 0-1,-1 0 1,1-1 0,-1 1 0,-1 0-1,0-1 1,0 1 0,-1-15-1,-1 23-5,0-1-9,0 1 1,0 0 0,0-1-1,-1 1 1,1 0-1,0 0 1,-1-1 0,1 1-1,-1 0 1,0 1-1,1-1 1,-1 0 0,0 0-1,-2 0 1,-6-3 3,8 2 9,-1 1 0,0 0 1,0 0-1,0 0 0,1 1 0,-1-1 1,0 1-1,0-1 0,0 1 1,0 0-1,0 0 0,0 0 0,0 1 1,0-1-1,-3 2 0,-40 4 17,48-7-19,-15 1 1,-90 6-6,8 2 20,-201 23 18,90 12-103,133-26 60,-117 23-10,-122 22-72,84-24 88,134-25 11,38-4 3,-90 3-1,-91-32-4,121 7 0,-27 7-15,69 4 10,2 3-17,-84 11 0,-36 1 33,50-9-28,-47 0 33,87-1-16,38 1 3,-157 18-6,46-3 22,105-18 10,-108-11 0,106 4-26,-137 3 8,15 1 32,-114-2-10,82 3-12,-70 15-24,42 0 2,-11-26 4,73 2-22,-108 11-14,157 9 9,64-7 4,59-4-232,0 1 0,0 1 0,0 1 1,1 1-1,-39 10 0,37-1-1975,11-5 494</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7T17:38:44.620"/>
    </inkml:context>
    <inkml:brush xml:id="br0">
      <inkml:brushProperty name="width" value="0.05" units="cm"/>
      <inkml:brushProperty name="height" value="0.05" units="cm"/>
      <inkml:brushProperty name="color" value="#004F8B"/>
    </inkml:brush>
  </inkml:definitions>
  <inkml:trace contextRef="#ctx0" brushRef="#br0">31 94 3505,'-1'-8'1300,"0"-1"1,0 1 0,0 0-1,-6-13 1,0-7 1424,7 26-2164,0-3 1181,0 1-1224,-2 8-3829,-2 21 3247,1 2 1,1-1 0,1 0-1,4 47 1,-1-18-23,15 337 1265,-7-113-971,-4-235-1266</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7T17:38:45.304"/>
    </inkml:context>
    <inkml:brush xml:id="br0">
      <inkml:brushProperty name="width" value="0.05" units="cm"/>
      <inkml:brushProperty name="height" value="0.05" units="cm"/>
      <inkml:brushProperty name="color" value="#004F8B"/>
    </inkml:brush>
  </inkml:definitions>
  <inkml:trace contextRef="#ctx0" brushRef="#br0">1 0 1312,'0'0'11397,"15"0"-10470,314 32 215,-292-28-1734,52-2 1,-87-2 474,10 0-1566</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7T17:38:45.866"/>
    </inkml:context>
    <inkml:brush xml:id="br0">
      <inkml:brushProperty name="width" value="0.05" units="cm"/>
      <inkml:brushProperty name="height" value="0.05" units="cm"/>
      <inkml:brushProperty name="color" value="#004F8B"/>
    </inkml:brush>
  </inkml:definitions>
  <inkml:trace contextRef="#ctx0" brushRef="#br0">0 49 3737,'0'0'7836,"14"-2"-7532,36-12-72,57-9-1,-81 19-379,1 1-1,-1 1 0,0 2 0,40 3 0,-49 0-1309</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7T17:38:46.485"/>
    </inkml:context>
    <inkml:brush xml:id="br0">
      <inkml:brushProperty name="width" value="0.05" units="cm"/>
      <inkml:brushProperty name="height" value="0.05" units="cm"/>
      <inkml:brushProperty name="color" value="#004F8B"/>
    </inkml:brush>
  </inkml:definitions>
  <inkml:trace contextRef="#ctx0" brushRef="#br0">0 1 4209,'0'0'6663,"14"0"-7485,279 10 1110,-281-8-1688</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7T17:38:46.855"/>
    </inkml:context>
    <inkml:brush xml:id="br0">
      <inkml:brushProperty name="width" value="0.05" units="cm"/>
      <inkml:brushProperty name="height" value="0.05" units="cm"/>
      <inkml:brushProperty name="color" value="#004F8B"/>
    </inkml:brush>
  </inkml:definitions>
  <inkml:trace contextRef="#ctx0" brushRef="#br0">1 27 3761,'0'0'7928,"12"-1"-6710,240-19-1705,-207 15-1019</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7T17:38:47.897"/>
    </inkml:context>
    <inkml:brush xml:id="br0">
      <inkml:brushProperty name="width" value="0.05" units="cm"/>
      <inkml:brushProperty name="height" value="0.05" units="cm"/>
      <inkml:brushProperty name="color" value="#004F8B"/>
    </inkml:brush>
  </inkml:definitions>
  <inkml:trace contextRef="#ctx0" brushRef="#br0">0 19 10090,'0'0'2041,"15"1"-3522,32 1 1965,-1-2 0,0-2 0,0-3 0,46-9-1,-91 14 219,13 0-1074,-11 0-728</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7T17:38:48.424"/>
    </inkml:context>
    <inkml:brush xml:id="br0">
      <inkml:brushProperty name="width" value="0.05" units="cm"/>
      <inkml:brushProperty name="height" value="0.05" units="cm"/>
      <inkml:brushProperty name="color" value="#004F8B"/>
    </inkml:brush>
  </inkml:definitions>
  <inkml:trace contextRef="#ctx0" brushRef="#br0">1 0 12011,'0'0'1904,"2"8"-5011,17 78 2974,-2 1 0,4 105 0,6 30 365,-23-175-125,2 15-343,-2-53-1702</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7T17:38:49.201"/>
    </inkml:context>
    <inkml:brush xml:id="br0">
      <inkml:brushProperty name="width" value="0.05" units="cm"/>
      <inkml:brushProperty name="height" value="0.05" units="cm"/>
      <inkml:brushProperty name="color" value="#004F8B"/>
    </inkml:brush>
  </inkml:definitions>
  <inkml:trace contextRef="#ctx0" brushRef="#br0">284 0 9018,'0'0'69,"-5"17"-1241,0-4 1240,-1 0 0,0 0 1,-1-1-1,0 0 0,-1 0 0,-19 21 0,6-12 25,-117 110 325,132-126-417,-1 1 0,1 0 0,0 0-1,1 1 1,0 0 0,-9 14 0,14-20 2,-1-1 0,1 1 0,-1 0 0,1-1 0,-1 1 0,1 0 0,0 0 0,0 0 1,-1 0-1,1-1 0,0 1 0,0 0 0,0 0 0,0 0 0,0 0 0,0 0 1,0 1-1,1 0 111,0-1 1,0 1 0,0 0 0,0 0 0,0-1-1,1 1 1,-1-1 0,0 1 0,1-1 0,-1 0-1,3 2 1,14 10-90,1-1 0,0-1-1,36 15 1,0-4 219,-2 2-1,94 59 1,-130-71-908</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7T17:38:49.884"/>
    </inkml:context>
    <inkml:brush xml:id="br0">
      <inkml:brushProperty name="width" value="0.05" units="cm"/>
      <inkml:brushProperty name="height" value="0.05" units="cm"/>
      <inkml:brushProperty name="color" value="#004F8B"/>
    </inkml:brush>
  </inkml:definitions>
  <inkml:trace contextRef="#ctx0" brushRef="#br0">1 0 11298,'0'0'954,"0"9"-3641,3 92 2345,-2-22 116,20 142 0,-12-181 271,2-1-1,1 0 1,2-1-1,1 0 0,37 63 1,-41-79-133,-9-18 53,-1 0 1,1 0 0,0 0 0,0 0 0,0-1 0,1 1 0,-1 0-1,1-1 1,0 0 0,0 0 0,0 0 0,0 0 0,1 0-1,-1 0 1,1-1 0,-1 0 0,1 1 0,0-2 0,0 1 0,7 2-1,4-1-1532</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7T17:38:50.494"/>
    </inkml:context>
    <inkml:brush xml:id="br0">
      <inkml:brushProperty name="width" value="0.05" units="cm"/>
      <inkml:brushProperty name="height" value="0.05" units="cm"/>
      <inkml:brushProperty name="color" value="#004F8B"/>
    </inkml:brush>
  </inkml:definitions>
  <inkml:trace contextRef="#ctx0" brushRef="#br0">1 0 8778,'0'0'4445,"2"4"-6950,41 86 2862,43 127 0,-26-75-199,-57-136-1271,0-1-1274</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7T17:38:50.960"/>
    </inkml:context>
    <inkml:brush xml:id="br0">
      <inkml:brushProperty name="width" value="0.05" units="cm"/>
      <inkml:brushProperty name="height" value="0.05" units="cm"/>
      <inkml:brushProperty name="color" value="#004F8B"/>
    </inkml:brush>
  </inkml:definitions>
  <inkml:trace contextRef="#ctx0" brushRef="#br0">207 1 11362,'0'0'559,"-2"6"-2546,-42 86 1514,14-31 499,2 3 1,-26 88 0,50-139-326,-1-1 1,0 1 0,-1-1-1,-10 16 1,9-16-1063,1-2-494</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7T17:38:51.493"/>
    </inkml:context>
    <inkml:brush xml:id="br0">
      <inkml:brushProperty name="width" value="0.05" units="cm"/>
      <inkml:brushProperty name="height" value="0.05" units="cm"/>
      <inkml:brushProperty name="color" value="#004F8B"/>
    </inkml:brush>
  </inkml:definitions>
  <inkml:trace contextRef="#ctx0" brushRef="#br0">1 35 8458,'0'0'5744,"11"-2"-5626,79-20-607,-48 14-3085,-27 5 903</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7T17:38:51.994"/>
    </inkml:context>
    <inkml:brush xml:id="br0">
      <inkml:brushProperty name="width" value="0.05" units="cm"/>
      <inkml:brushProperty name="height" value="0.05" units="cm"/>
      <inkml:brushProperty name="color" value="#004F8B"/>
    </inkml:brush>
  </inkml:definitions>
  <inkml:trace contextRef="#ctx0" brushRef="#br0">0 0 6617,'3'1'7,"-1"-1"0,1 1 0,-1 0 0,1 0 0,-1 0 0,0 0 0,1 1 0,-1-1 0,4 4 0,11 5 75,33 12 96,-2-2 136,0 3 1,61 38-1,-88-44-248,-1 0 0,0 2 1,-1 0-1,-2 1 0,21 29 1,-26-33-109,-6-10-1058</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7T17:38:52.478"/>
    </inkml:context>
    <inkml:brush xml:id="br0">
      <inkml:brushProperty name="width" value="0.05" units="cm"/>
      <inkml:brushProperty name="height" value="0.05" units="cm"/>
      <inkml:brushProperty name="color" value="#004F8B"/>
    </inkml:brush>
  </inkml:definitions>
  <inkml:trace contextRef="#ctx0" brushRef="#br0">280 1 10586,'0'0'1743,"-6"7"-3899,-23 39 1906,3 1 0,2 1 0,-20 57 0,33-80 155,-1-1 0,-2 0 0,0-1 0,-1 0 0,-2-1 0,0-1-1,-27 25 1,38-38-1628</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7T17:38:53.650"/>
    </inkml:context>
    <inkml:brush xml:id="br0">
      <inkml:brushProperty name="width" value="0.05" units="cm"/>
      <inkml:brushProperty name="height" value="0.05" units="cm"/>
      <inkml:brushProperty name="color" value="#004F8B"/>
    </inkml:brush>
  </inkml:definitions>
  <inkml:trace contextRef="#ctx0" brushRef="#br0">0 210 2304,'4'1'360,"1"-1"-1,-1 0 0,1 1 0,-1-1 0,1-1 0,-1 1 0,1-1 0,-1 0 0,0 0 0,1 0 0,-1 0 0,0-1 0,0 0 0,0 0 0,0 0 0,6-4 947,2-11 2067,9-16-3188,-19 30-80,2-7 268,-5-2-373,4-44-707,-3 55 601,0 0-1,0 0 1,0 0 0,0-1 0,-1 1-1,1 0 1,0 0 0,-1 0 0,1 0-1,0 0 1,-1 0 0,0 0-1,1 0 1,-1 0 0,0-1 0,-23-16-644,-8-2 689,24 15 10,-2 20-60,-7 17 37,15-28 46,-2 4-96,3 1 89,-4 17 1,-3 50 0,15-59-45,8 16 38,-15-32 29,0 0-1,1 0 0,-1-1 1,0 1-1,1 0 1,-1 0-1,0-1 1,1 1-1,-1 0 1,1-1-1,-1 1 1,1 0-1,0-1 1,-1 1-1,1-1 1,-1 1-1,1-1 0,0 1 1,0-1-1,-1 1 1,1-1-1,0 0 1,0 1-1,-1-1 1,1 0-1,0 0 1,1 1-1,6 1 17,0 1 18,-5-1 7,0-1 1,0 0 0,0 0 0,0 0-1,0 0 1,0-1 0,0 1 0,0-1-1,5 0 1,-6 0 222,0-1 0,0 0 0,0 0 0,-1 0 0,1 0 0,0 0 0,0 0 0,-1 0 0,1-1 1,0 1-1,-1-1 0,0 1 0,1-1 0,-1 0 0,0 1 0,0-1 0,2-3 0,14-27-244,-17 31 204,5-7 144,-3 3-10,-3-5-313,-1-40 302,2 48-315,0 0 1,0 0-1,0 1 1,0-1 0,0 0-1,-1 0 1,1 0-1,-1 0 1,1 1 0,-1-1-1,0 0 1,0 0-1,-1-2 1,1 3-175,0-1 0,0 1-1,0-1 1,0 0 0,1 0 0,-1 0 0,0 0 0,1 1 0,0-1-1,-1 0 1,1 0 0,0 0 0,0-3 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7T17:38:54.628"/>
    </inkml:context>
    <inkml:brush xml:id="br0">
      <inkml:brushProperty name="width" value="0.05" units="cm"/>
      <inkml:brushProperty name="height" value="0.05" units="cm"/>
      <inkml:brushProperty name="color" value="#004F8B"/>
    </inkml:brush>
  </inkml:definitions>
  <inkml:trace contextRef="#ctx0" brushRef="#br0">1 0 11306,'0'0'4785,"7"6"-7293,97 133 2777,-94-125-223,-1 0 1,0 1-1,-1 0 0,0 1 0,-1 0 0,-1 0 0,0 0 0,-2 1 0,4 19 1,-2 3 36,-2 1 1,-1 73-1,2-36-4,-2-53-14,0 38-1,-4-54-44,1 0 0,-1 0-1,-1-1 1,1 1 0,-1-1 0,-1 1-1,1-1 1,-1 0 0,-5 8 0,-12 24 122,-24 67 0,32-70-53,10-26-34,-1 0 0,-1-1 1,0 1-1,0-1 0,-7 11 0,9-17-162,0-1-1,1 0 1,0 1-1,-1 0 1,1-1 0,0 1-1,0 0 1,1-1-1,-1 1 1,0 0 0,1 0-1,0 3 1</inkml:trace>
</inkml:ink>
</file>

<file path=ppt/ink/ink105.xml><?xml version="1.0" encoding="utf-8"?>
<inkml:ink xmlns:inkml="http://www.w3.org/2003/InkML">
  <inkml:definitions>
    <inkml:context xml:id="ctx0">
      <inkml:inkSource xml:id="inkSrc0">
        <inkml:traceFormat>
          <inkml:channel name="X" type="integer" max="27446" units="cm"/>
          <inkml:channel name="Y" type="integer" max="18298" units="cm"/>
          <inkml:channel name="F" type="integer" max="4095" units="dev"/>
          <inkml:channel name="T" type="integer" max="2.14748E9" units="dev"/>
        </inkml:traceFormat>
        <inkml:channelProperties>
          <inkml:channelProperty channel="X" name="resolution" value="1000.21869" units="1/cm"/>
          <inkml:channelProperty channel="Y" name="resolution" value="1000.43738" units="1/cm"/>
          <inkml:channelProperty channel="F" name="resolution" value="0" units="1/dev"/>
          <inkml:channelProperty channel="T" name="resolution" value="1" units="1/dev"/>
        </inkml:channelProperties>
      </inkml:inkSource>
      <inkml:timestamp xml:id="ts0" timeString="2026-09-29T16:06:10.170"/>
    </inkml:context>
    <inkml:brush xml:id="br0">
      <inkml:brushProperty name="width" value="0.05292" units="cm"/>
      <inkml:brushProperty name="height" value="0.05292" units="cm"/>
      <inkml:brushProperty name="color" value="#FF0000"/>
    </inkml:brush>
  </inkml:definitions>
  <inkml:trace contextRef="#ctx0" brushRef="#br0">23300 10061 550 0,'0'0'133'0,"0"0"122"0,0-4-77 0,0 4-24 0,0-5-28 16,0 5-11-16,0-5-16 15,0 5-8-15,0-4-14 16,0 2-9-16,0-1-16 0,0 1-9 15,0 0-13-15,0 2-10 16,0 0-24 0,0 0-22-16,0 0-48 0,0 0-24 15,0 0-4 1,0 2 11-16,9 39 39 0,7-8 22 16,-2-6 14-16,2 3 3 15,0 0 0-15,0-2 3 16,0 2 1-16,3-3 2 15,-3-1 5-15,0-3 0 0,2 4 2 16,-4-1 2-16,7 1 2 16,-5-4 1-16,0-4 2 15,0-3 0-15,-6-2 3 16,-1-3 2-16,0 1-12 16,3-1-32-16,-3-6-108 15,2-1-76-15</inkml:trace>
  <inkml:trace contextRef="#ctx0" brushRef="#br0" timeOffset="383.86">23765 10036 589 0,'0'0'73'0,"0"0"49"0,0 0-36 0,0 0-49 0,0 0-13 15,-2 0 9-15,0 2 3 16,-42 40-4-16,28-8 0 16,-12 12-21-16,0 12-5 0,-2 16-2 15,-4 6 1-15,2 8 1 16,-1-3-1-16,3-7 3 31,-2-2 1-31,7-9-5 0,-1-5-1 0,6 0-1 16,-1-4-1-16,0 4 6 15,0-4 2-15,1-10 3 16,1-2 5-16,3-7 4 16,2-9 7-16,5-7-24 15,2-9-33-15,7-14-149 16</inkml:trace>
  <inkml:trace contextRef="#ctx0" brushRef="#br0" timeOffset="985.01">24106 10374 481 0,'0'0'72'0,"0"0"91"0,0 0-19 0,0 0-12 0,0 0 5 15,0 0-24-15,0 0-13 16,0 0-20-16,0 0-14 16,0 0-16-1,0 0-3-15,0 0-9 0,3 0-4 16,-1 0-8-16,67-11-6 15,-34 6-12-15,4 1-2 16,2 4-4-16,1 4-2 16,2-4 1-16,-1 0 0 0,1 5 0 15,0 0-13-15,-5-1-65 16,0 5-55-16,-11-4-158 16</inkml:trace>
  <inkml:trace contextRef="#ctx0" brushRef="#br0" timeOffset="1285.58">24169 10708 416 0,'0'0'143'0,"0"0"159"15,0 0-54-15,0 0-73 16,0 0-26-16,0 0-43 0,0 0-21 16,2 0-38-16,46-20-16 15,-18 13-29-15,5 2-4 16,4-2-7-16,7 5-1 16,2 0 2-16,3 2 1 15,2 0 3-15,2 2-14 16,3 3-78-16,-3-3-69 15</inkml:trace>
  <inkml:trace contextRef="#ctx0" brushRef="#br0" timeOffset="2321.55">25137 10308 712 0,'0'0'76'0,"0"0"22"0,0 0-65 0,0 0-80 0,0 2-15 15,-3 51 11-15,1-21 22 16,2 7 28-16,0 0-1 16,2-4 3-16,1-3 1 15,-3-6 1-15,2-3 3 0,-2-5 3 16,0-2 3-16,0-16 4 15,0 2 1-15,0 1 4 16,0-1 2-16,0 0 6 16,0 1 5-16,0-1 14 15,0 0 7-15,0-2 15 16,0 0 7-16,0 0 12 16,0 0 8-16,0 0-4 15,0-2-9-15,30-51-20 16,-12 9-13-16,1-9-6 15,4-2-3-15,-5 2-12 16,3 0-5-16,0 2-15 16,-3 10-3-16,3 2 0 15,-3 11 1-15,-4 5 12 16,-2 7 11-16,-12 16 3 0,0 0-6 16,0 0-32-16,0 0-30 15,0 0-42-15,2 0-4 16,23 32 15-1,-13 5 17-15,2 18 38 0,-1 1 7 16,-1-1 5-16,-3-2 0 16,0-9 0-16,-6-5 2 15,1-12 0-15,-1-1 3 16,-3-12 1-16,0-14 3 0,0 0-1 16,0 2 2-16,0-2 7 15,0 0 9-15,0 0 25 16,0 0 17-16,0 0 12 15,0-2-10-15,23-51-23 16,-9 13-20-16,-1-8-22 16,1 2-2-16,5 2-1 15,-6 5-2-15,4 2 1 16,-1 7-2-16,-2 0-3 16,2 7-2-16,-5 5-8 15,3 9-5-15,-2 0-6 16,-6 2-8-16,6 4-21 15,0 3-11-15,4 5-14 16,9 9 5-16,5 13 22 16,5 6 16-16,4 15 15 15,-2 5 3-15,-1 7-2 16,-6-5-1-16,-9 3 3 16,-5-10 4-16,-6-2 7 0,-1-4 5 15,-7-6 8-15,-2-8 1 16,0-3 1-1,0-2 3-15,-2-4-1 0,2-3-3 16,2-7-22 0,0 0-26-16,8-4-101 0,6-3-101 0</inkml:trace>
  <inkml:trace contextRef="#ctx0" brushRef="#br0" timeOffset="2771.98">26579 10338 207 0,'10'-5'75'0,"-6"-4"67"0,3 4-13 0,0-6-51 0,0-1-20 0,0 3-24 16,4-7-10-16,-1 2-19 15,3-4-12-15,8-3-70 16,-2-2-46-16</inkml:trace>
  <inkml:trace contextRef="#ctx0" brushRef="#br0" timeOffset="3273.09">26432 10135 341 0,'0'-7'52'0,"0"7"59"16,0 0-10-16,0 0-8 16,0 0-19-16,0 0-42 15,0-5-18-15,0 5-39 16,0 0-17-16,0 0-7 15,0 0-7-15,0 0 8 16,0 0 8-16,0 0-5 16,0 0 0-16,0 0-13 15,0 0-5-15,0 0 9 16,0 0 15-16,0 0 39 16,0 0 20-16,0 0-1 0,0 0-13 15,0 0-20-15,0 0-16 16,0 0-11-16</inkml:trace>
  <inkml:trace contextRef="#ctx0" brushRef="#br0" timeOffset="4493.76">26390 10133 576 0,'0'0'84'0,"0"0"89"0,0 0-23 0,0 0-15 16,0 0-5-16,0 0-21 0,0 0-18 16,0 0-39-16,0 0-17 15,0 0-51-15,0 0-43 16,0 0-53-16,7 34 0 16,12 12 23-16,6 10 38 15,19 20 47-15,0 0 3 0,9-7 6 16,-3-5 0-1,8-11 8-15,-3-5 6 0,-2-8 6 16,0-4 1-16,-16-6-2 16,-2-2-4-16,-15-7 2 15,-1-3 2-15,-12-9 9 16,-7-9-31-16,0 0-135 16,0 0-191-16</inkml:trace>
  <inkml:trace contextRef="#ctx0" brushRef="#br0" timeOffset="4760.95">26953 10257 316 0,'0'0'109'0,"0"0"91"15,0 0-102-15,0 0 18 16,-3 2-46 0,-33 44-16-16,6-6 7 0,-5 1-57 15,-13 17-4-15,-8 4 1 16,-6 2 4-16,-5-2 2 16,-2-4 3-16,0-3 2 0,4-2-55 15,10-4-100-15</inkml:trace>
  <inkml:trace contextRef="#ctx0" brushRef="#br0" timeOffset="5945.78">29387 2173 858 0,'0'0'122'0,"0"0"96"0,0 0-130 0,0 0-47 15,0 0-81-15,0 3-19 16,-14 57-16 0,0-3 11-16,0 42 30 0,-2 19 10 15,0 15 15 1,2 8-1-16,0-12 4 0,3-5-2 15,-3 3-11-15,0 9-1 0,7 9 0 16,0 4 0-16,0-6 30 16,5-14 6-16,0-5 9 15,2-8 2-15,2 13-19 16,0 6-4-16,3 8 0 16,-1-2-3-16,1-15-1 15,-3-10 0-15,-2-20-1 16,0-8 0-16,0-3 3 15,-2-7 2-15,2-6 11 16,-2-8 8-16,-1-9 19 16,1-6-11-16,0-17-159 15</inkml:trace>
  <inkml:trace contextRef="#ctx0" brushRef="#br0" timeOffset="6463.8">27741 5112 618 0,'0'0'81'0,"0"0"9"0,0 0-28 0,0 0-80 0,2 0-22 0,63 9 15 16,-15-6 26-16,24 1 30 15,12-2 5-15,24-2 19 16,28 0 3-16,54-4-2 16,11-1 3-16,27 1-18 15,10-1-7-15,25-4-7 16,7 4 0-16,16 3 8 15,-2 0 5-15,-21-1 7 16,-5 3-1-16,-16 0-7 16,-11-2-5-16,-14 0-9 15,-14-3-4-15,-27 0-3 16,-19 1-3-16,-9-3-3 0,2 5-1 16,4-8-3-16,-3 1 0 15,-20-2-3-15,-8 2 1 16,-15-1-2-16,3 1 0 15,7 4-1-15,-5 1-1 16,-2-1 0-16,-11 5 0 16,-33 0 1-16,-12 0 2 15,-31 0-62 1,-26 0-66-16</inkml:trace>
  <inkml:trace contextRef="#ctx0" brushRef="#br0" timeOffset="6881.3">32657 4797 1080 0,'-7'-10'105'0,"3"-1"73"0,-1 2-29 0,5 9-37 16,0 0-9-16,0 0-17 16,0 0-22-16,0 0-72 15,0 0-45-15,0 0-102 16,0 0-21-16,0 0 36 0,37 32 33 16,-3 0 88-16,12 10 24 15,7-6-1-15,5 6-1 16,0-1-1-16,-1-4-1 15,-6 0 0-15,-7 0 0 16,-12 0-3-16,-2-3 0 0,-7 5 4 16,-9 3 3-16,-9 2 7 15,-8 4 4 1,-13 10 5-16,-7-8 1 0,-12 5-1 16,-1 1-9-16,-10-3-36 15,-5 0-31-15,2-5-146 16</inkml:trace>
  <inkml:trace contextRef="#ctx0" brushRef="#br0" timeOffset="7349.26">32261 5937 777 0,'0'0'53'0,"0"0"7"0,0 0-51 0,27 27-48 0,3-2 8 0,9 12 36 16,5 7 9-16,5 18-1 15,-3 0 3-15,4 10-13 16,1-3 20-16,0-5 20 15,-10-4-6-15,-6-9 9 16,-1-3-28-16,-13-18-4 16,-2-2 8-16,-12-17-10 15,-7-11-12-15,0 0-48 16,0 0-139-16</inkml:trace>
  <inkml:trace contextRef="#ctx0" brushRef="#br0" timeOffset="7538.38">32800 5987 766 0,'0'0'123'0,"0"0"119"15,0 0-162-15,0 0-50 16,-35 30-3-16,12-9 15 16,-4 16 17-16,-6 6-2 15,-3 15-23-15,-4 4-9 0,-10 14-4 16,-6 12 3-16,-13 4-47 15,-5 7-96-15</inkml:trace>
  <inkml:trace contextRef="#ctx0" brushRef="#br0" timeOffset="10023.33">29352 2330 724 0,'0'0'106'0,"0"0"107"0,0-2-27 0,0-1-28 0,0 1-11 15,0 2-28-15,0-5-15 16,0 5-37 0,0-4-24-16,0 4-45 0,0-5-27 0,0 5-51 15,0 0-29 1,0 0-15-16,0 0 13 0,-48 28 44 16,13 16 25-16,-11 9 28 15,4 9 4-15,6-5-1 16,3 1 1-16,8-10-1 15,2-6-2-15,11-12-7 16,3-12 2-16,9-18 12 16,0 0 18-16,0 0 42 15,0 0 13-15,0 0 2 16,19-41-19-16,1-17-67 16,8-9-28-16,0-16-14 15,2 3 2-15,2-1 37 16,-2 10 12-16,2 16 0 15,-2 6-2-15,2 22-3 16,1 6 1-16,-3 14-24 16,2 7-15-16,2 14-17 0,3 11-5 15,5 16 28-15,4 6 16 16,0 6 11-16,-2 2 3 16,-3-2 16-16,-6 0 5 15,-10-7 14-15,-2-9 5 16,-7-7-2-16,-6-3-23 15</inkml:trace>
  <inkml:trace contextRef="#ctx0" brushRef="#br0" timeOffset="10803.55">28363 2008 147 0,'0'0'-25'0,"3"36"-13"0,1 10 0 0,1 10 20 0,9 22 18 15,-1 7 2-15,4 14 3 16,-4 5 4-16,-6 0-1 16,3-12-2-16,-8-16 7 15,-4-10 27-15,-5-22 10 16,0-5 5-16,0-16-1 15,4-4-23-15,3-19 30 16,0 0 68-16,0 0 102 16,0 0 32-16,0 0-9 15,0 0-68-15,-6-58-111 16,3 3-40-16,-1-28-34 16,1-9-2-16,-1-16 1 15,-1-3 3-15,5 14 0 0,-2 10-1 16,2 25 1-16,2 11-1 15,3 12-2 1,-3 7 0-16,0 6-2 0,3 6 2 16,-5 20 6-16,0 0 2 15,0-3-3-15,2 1-5 16,1 2-14-16,-1-2-7 0,0-1-11 16,0 1 0-16,70-14 8 15,-33 16 4-15,21 0 9 16,9 0 2-16,10 0-2 15,1 0 4-15,3 2 9 16,0-2-17-16,-9 0-168 63</inkml:trace>
  <inkml:trace contextRef="#ctx0" brushRef="#br0" timeOffset="11107.26">28398 2804 468 0,'23'-2'162'0,"9"-7"124"0,19-5-110 0,0 0-66 0,25-4-125 16,7-3-88-16</inkml:trace>
  <inkml:trace contextRef="#ctx0" brushRef="#br0" timeOffset="15717.68">29274 5365 483 0,'0'0'124'0,"0"0"124"0,0 0-95 0,0 0-23 0,0 0-13 16,0-2-7-16,0 0-15 15,0 2-13-15,0-5-25 16,0 5-9-16,0-4-17 16,0 4-4-16,0-5-5 15,0 5-3-15,0-5-5 16,0 5-6-16,0-4-25 15,-3 1-22-15,1 1-38 16,0 0-12-16,-1 2 3 16,1 0 12-16,-26 30 28 15,26-5 9-15,4 3 11 16,1-10 5-16,1-6 11 16,-4-12 7-16,0 0 30 15,3 0 19-15,-1 0 41 16,0 0 19-16,1 0 19 0,-1 0 8 15,0 0-19-15,0-3-19 16,1 1-37-16,-3 0-23 16,0-3-17-16,7-71-2 15,-7 76-3-15,0 0-4 16,0-4-17-16,0 4-8 16,0-5-18-16,-3 5-20 0,1-5-33 15,0 5-14 1,-1-4-9-16,-54-12 13 0,38 41 24 15,1 5 7-15,9-2 2 16,4-5-22-16,10-5 8 16,9-9 14-16,16-2 42 15,16-7 38-15,14-21 28 16,6-6 3-16,-3-12 14 16,-8-1 19-16,-20 4 40 15,-8 6 15-15,-20 9 4 16,-2-4-16-16,-12 6-47 15,-2-2-27-15,-8-4-41 16,-6 4-19-16,-16 5-29 16,-14 2-8-16,-9 10-13 15,0 4 3-15,6 14 13 16,6-1 11-16,13 4 9 0,5 1-9 16,13-4-12-16,8-5-3 15,11-9-13-15,0 0 2 16,0 0 15-16,0 2 8 15,2 1 29 1,0-1 17-16,1 0 11 0,1 1 2 16,68 13 9-16,-72-16 8 15,0 0 29-15,2 0 11 16,-2 0 6-16,0 0-6 0,0 0-42 16,0 0-20-16,0 0-64 15,0 0-37-15,0 0-32 16,0 0 6-16,0 2 41 15,0 3 30-15,2-1 37 16,1 1 1-16,33 66 7 16,-36-71 6-16,0 0 24 15,3 0 18-15,-1 0 17 16,0 0 3-16,1 0-14 16,-1 0-15-16,0 0-20 15,-2 0-6-15,0 0-6 16,0 0-1-16,0 0 10 15,0 0 8-15,0 0 13 16,0 0 5-16,0 0-1 16,0 0-12-16,0 0-37 15,0 0-26-15,0 0-61 0,0 0-50 16</inkml:trace>
  <inkml:trace contextRef="#ctx0" brushRef="#br0" timeOffset="17437.78">29983 3267 635 0,'0'0'156'0,"0"0"116"0,0 0-65 0,0 0-28 0,0 0-49 16,0 0-19-16,0 0-34 15,0 0-20-15,0 0-37 16,0 0-20-16,0 0-66 15,0 0-76-15,0 0 24 16,3 53 9-16,4 5 52 16,0 9 74-16,-3 4-17 15,1-2 2-15,-3-9 0 16,-2-2 0-16,0-19 0 16,0-9 1-16,2-19 9 15,-2-11 15-15,0 0 48 16,0 0 30-16,0 0 50 15,0 0 8-15,0 0-16 16,0 0-23-16,3-46-58 16,-3 2-23-16,0-18-33 15,0-9-9-15,0-3-8 16,0 7-2-16,2 14-6 0,3 7-9 16,4 7-9-16,0 11-4 15,0 12-10 1,-9 16 1-16,0 0-23 0,0 0-17 15,3 0-13-15,-1 0 5 16,37 26 33 0,-20 4 23-16,-1 6 26 0,-2-3 5 0,0 1 2 15,0-8 1-15,-2 1 2 16,0-11 1-16,-2-4 3 16,-1-3 2-16,-2-2 7 15,-9-7 4-15,0 0 10 16,3 0 7-16,-1 0 10 15,0 0 4-15,58-39 6 16,-44 7 0-16,0 2 0 16,5-12-2-16,-2-4-11 15,-1 0-8-15,3-7-15 16,-5 5-9-16,2 9-7 16,-2 2 0-16,-2 7-5 15,-2 2 1-15,-3 10-1 16,-4 2-2-16,-5 16-17 15,0 0-24-15,0 0-68 16,0 0-22-16,11 18 15 16,5 12 24-16,-2 14 71 0,-2 4 24 15,4 10 0-15,-7 2 2 16,5 9 8-16,0 2 2 16,-7-2 3-16,0-4 1 15,-3-12-7-15,-2-10 1 16,1-13 6-16,-1-2 3 15,5-19-15-15,-7-9-25 16,0 0-131-16,0 0-212 0</inkml:trace>
  <inkml:trace contextRef="#ctx0" brushRef="#br0" timeOffset="24888.2">29366 4889 616 0,'-7'-7'117'0,"-5"-2"122"0,12 9-31 0,0 0-80 0,0 0-42 15,0 0-96-15,0 0-39 16,0 0-12-16,0 0 6 16,0 4 33-16,0-4 19 0,0 5 7 15,0-5 4 1,0 4 17-16,0-1 14 0,0-1 44 16,0 0 8-16,0 1 2 15,0-1-6-15,3 0-16 16,36 0-4-16,5-31-9 15,16-15-11-15,23-18-29 16,11-14-12-16,14-12-11 16,3-11-2-16,11-2-2 15,16-3 3-15,38 3 0 16,13 4 1-16,16-4 0 16,-5 6 1-16,1-1 2 15,6-6-1-15,3-1 0 16,-7 1-1-16,-28 8 3 15,-14 11 0-15,-11 9 2 16,-5 7 2-16,-6 14 3 0,-15 3 2 16,-32 1 5-16,-16 8 3 15,-27 6 7-15,-8 3 4 16,-18 7 6-16,-2 2 2 16,-10 7-4-16,-4 2-17 15,-2-2-78 1,-5 7-83-16</inkml:trace>
  <inkml:trace contextRef="#ctx0" brushRef="#br0" timeOffset="26192.07">31136 3000 284 0,'0'0'42'0,"0"0"45"0,0 0 3 16,0 0 17-16,0 0 2 0,0 0-1 16,0 0-2-16,0 0-14 15,0 0-10-15,0 0-12 16,0 0-6-16,0 0-4 15,0 0 1-15,0 0 11 16,0 0-2-16,0 0-24 16,0 0-13-16,0 0-25 0,2 0-2 15,0-2 17-15,49-35 12 16,-30 19 7-16,0 1-2 16,2 8-8-16,-5-5-7 15,-4 5-10-15,-14 9-2 16,0 0-4-1,2 0-2-15,1 0-8 0,-1 0-7 16,0-2-31-16,1 2-38 16,-1 0-109-16,0 0-74 15</inkml:trace>
  <inkml:trace contextRef="#ctx0" brushRef="#br0" timeOffset="26459.4">31145 3263 402 0,'0'0'86'15,"0"0"90"-15,0 0-18 16,0 0-5-16,0 0 1 16,0 0-18-16,0 0-47 15,0 0-18-15,0 0 14 16,2 0 17-16,1 0 25 15,61-23-6-15,-38 7-37 16,-1-3-22-16,3 1-34 0,-3-3-8 16,3 3-40-16,2-1-50 15,0-2-192-15</inkml:trace>
  <inkml:trace contextRef="#ctx0" brushRef="#br0" timeOffset="26909.25">31747 2268 693 0,'0'0'72'0,"0"0"40"16,0 0-66-16,0 2-33 15,7 37 11-15,2 7 23 16,5 10 22-16,-3 20-21 0,1 0-12 15,6 11-3-15,-4 3-3 16,0-3 6 0,4 3 2-16,-6-14-8 0,2 0-2 15,-3-7-7-15,1-2-2 16,-3-5-4-16,2-4-1 16,-1-5 1-16,-4-12 1 0,1-6 8 15,-2-8 5-15,-3-15 12 16,-2-12-23-16,0 0-87 15,0 0-77-15</inkml:trace>
  <inkml:trace contextRef="#ctx0" brushRef="#br0" timeOffset="27360.62">32353 2282 736 0,'0'0'72'16,"-2"0"47"-16,-1 2-93 16,-52 39-35-16,25-4-9 15,-5 2 13-15,5 7 23 0,-9 7 13 16,2 0 15-16,-2 5 7 15,-2 0-4-15,-1-1-8 16,5-9-13-16,5 1-5 16,9-12-11-16,2-10-2 15,14-1-9-15,3-15-10 16,4 1 1-16,7-5-2 0,11 2 10 16,7 0 13-16,17 5 8 15,9-7 4-15,11 4-5 16,7 3-4-16,9 2-9 15,8-2-2-15,-3 0-1 16,-7 2-1-16,-10 2 0 16,-12-4-1-16,-4 2 1 15,-4-2 1-15,-7 0 1 16,-2 0 3-16,-9-3 3 16,0 1-11-16,-8-1-166 15</inkml:trace>
  <inkml:trace contextRef="#ctx0" brushRef="#br0" timeOffset="29097.96">30869 2956 491 0,'0'0'132'0,"0"0"92"0,0-2-14 0,0 0-17 0,-3-1-30 15,1 1-18-15,0 0-29 16,2 0-14-16,0-1-40 15,0 1-18-15,0 0-40 16,0-1-26-16,0 3-60 16,0 0-35-16,0 0-17 15,0 0 15-15,9 46 52 16,9-2 36-16,5 9 28 16,3 0 3-16,1 9 0 15,1 5 0-15,0 4-2 16,-3 1-2-16,-2-5 2 0,-2-3 3 15,-7-6 17-15,-3-5 5 16,-6-3 12 0,-5-6 2-16,-12-2 4 0,-4-3 0 15,-7 0 2-15,-5-7-2 16,-6-2-9-16,-3-5-6 0,0-6-15 16,-4-1-5-16,-1-2-7 15,-6-2-2-15,-12 0 0 16,-5 0 1-16,-13 0-1 15,0-5 0-15,-1 2 0 16,-2 1-7-16,10-1 1 16,6-1 2-16,12-6 3 15,10 1 10-15,8-3 7 16,3-2 5-16,4-2 1 16,1 0-3-16,-1-5-5 15,3 2-2-15,-1-4 4 16,3 0 8-16,0-3 23 15,-2-2 21-15,2 0 17 16,0-11 2-16,2 0-16 16,2-5-18-16,3-5-21 15,-2-4-11-15,6-5-6 0,5 3-6 16,3-12 1-16,8-5 1 16,8 1 2-16,-1-5 2 15,10-10 0-15,-2 10 0 16,8 0-3-16,1 0-4 15,2 4-5 1,0 10-2-16,0 6-6 0,0 3 1 16,-5 9 2-16,3-4 1 0,0 6 3 15,-1-4-1-15,-1 9-3 16,-3 2-1-16,4 3-11 16,-1 1-8-16,6 8-18 15,5 5-8-15,9 4-2 16,14 0 6-16,9 16 14 15,0 2 7-15,14 14 11 16,-2 3 1-16,4 4 5 16,3 7 4-16,-19-2 1 15,-2 4 1-15,-12 12-44 16,-2 14-28-16,-9 23-181 16</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4:09.108"/>
    </inkml:context>
    <inkml:brush xml:id="br0">
      <inkml:brushProperty name="width" value="0.05" units="cm"/>
      <inkml:brushProperty name="height" value="0.05" units="cm"/>
      <inkml:brushProperty name="color" value="#004F8B"/>
    </inkml:brush>
  </inkml:definitions>
  <inkml:trace contextRef="#ctx0" brushRef="#br0">1 8 2649,'0'-8'1800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4:11.382"/>
    </inkml:context>
    <inkml:brush xml:id="br0">
      <inkml:brushProperty name="width" value="0.05" units="cm"/>
      <inkml:brushProperty name="height" value="0.05" units="cm"/>
      <inkml:brushProperty name="color" value="#004F8B"/>
    </inkml:brush>
  </inkml:definitions>
  <inkml:trace contextRef="#ctx0" brushRef="#br0">120 344 5809,'-4'-12'2206,"0"24"-2201,-5 41-1864,7-34 2266,-47 284 7464,46-316-4539,-12-87-2800,2-51-476,-7-190-90,20 340 62,0-5 579,15-8-466,11 1-229,1 0-1,1 2 0,0 1 0,30-7 0,-12 7-99,62-7 1,-92 16-410,1 0 1,-1 1-1,1 1 1,-1 1-1,0 0 1,0 1-1,24 7 1,-21-2-2744</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4:11.926"/>
    </inkml:context>
    <inkml:brush xml:id="br0">
      <inkml:brushProperty name="width" value="0.05" units="cm"/>
      <inkml:brushProperty name="height" value="0.05" units="cm"/>
      <inkml:brushProperty name="color" value="#004F8B"/>
    </inkml:brush>
  </inkml:definitions>
  <inkml:trace contextRef="#ctx0" brushRef="#br0">0 21 2633,'0'0'5049,"11"1"-3372,57 1 182,-1-2 0,94-12 1,-109 3-2623,-35 6-600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4:12.533"/>
    </inkml:context>
    <inkml:brush xml:id="br0">
      <inkml:brushProperty name="width" value="0.05" units="cm"/>
      <inkml:brushProperty name="height" value="0.05" units="cm"/>
      <inkml:brushProperty name="color" value="#004F8B"/>
    </inkml:brush>
  </inkml:definitions>
  <inkml:trace contextRef="#ctx0" brushRef="#br0">393 3 7786,'0'0'249,"-12"-1"-640,-4 0 367,1 0 0,-1 1-1,1 1 1,-1 1 0,1 0-1,0 1 1,-23 7 0,1 2 341,-48 23-1,74-29-340,-1 0-1,2 0 0,-1 1 0,1 0 1,0 1-1,0 1 0,1-1 0,-10 13 0,18-21 44,0 1-1,0 0 1,0 0 0,1 0-1,-1-1 1,0 1-1,1 0 1,-1 0-1,0 0 1,1 0-1,-1 0 1,1 0 0,0 0-1,-1 1 1,1-1-1,0 0 1,0 0-1,-1 0 1,1 0-1,0 0 1,0 0 0,0 1-1,0-1 1,1 0-1,-1 0 1,0 0-1,0 0 1,1 0-1,-1 0 1,0 0 0,1 0-1,0 0 1,-1 0-1,1 0 1,-1 0-1,1 0 1,0 0-1,0 0 1,-1 0 0,1 0-1,0-1 1,0 1-1,0 0 1,0-1-1,0 1 1,0-1-1,0 1 1,0-1-1,0 1 1,0-1 0,0 0-1,0 1 1,3-1-1,5 2 292,-1 0-1,1-1 0,0 0 1,0 0-1,13-2 0,52-7 532,-41 4-623,43-1 0,-67 5-301,0 0 0,1 1 0,-1 0 0,0 1 0,0 0 0,0 1 0,0-1 0,0 2 0,10 4 0,-17-7 25,1 0-1,-1 1 1,0-1-1,1 1 1,-1-1 0,0 1-1,0 0 1,0 0 0,0 0-1,-1 0 1,1 0-1,0 0 1,-1 0 0,0 1-1,1-1 1,-1 0-1,0 1 1,0 0 0,0-1-1,-1 1 1,2 4-1,-2-2 26,-1 0-1,1-1 0,-1 1 0,1-1 0,-1 1 0,-1-1 0,1 1 0,-1-1 1,0 0-1,1 0 0,-6 8 0,-2 1 85,-1 0 1,0 0-1,0-2 1,-1 1-1,-1-1 1,-19 14-1,13-12 80,-1-1 0,0-1 1,0 0-1,-1-2 0,0 0 0,-1-2 0,0 0 0,-24 4 0,42-10-101,1 0 0,-1-1 0,0 0 0,1 0 0,-1 1 0,0-2 0,1 1 0,-1 0 0,1 0 0,-1-1-1,0 1 1,1-1 0,-1 0 0,1 0 0,0 0 0,-1 0 0,1 0 0,0-1 0,0 1 0,-1-1 0,1 1 0,0-1 0,0 0-1,1 0 1,-1 0 0,0 0 0,1 0 0,-1 0 0,1 0 0,0-1 0,-1 1 0,1 0 0,0-1 0,0 1 0,1-1 0,-1 1-1,1-1 1,-1-3 0,0-16-1497</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4:12.997"/>
    </inkml:context>
    <inkml:brush xml:id="br0">
      <inkml:brushProperty name="width" value="0.05" units="cm"/>
      <inkml:brushProperty name="height" value="0.05" units="cm"/>
      <inkml:brushProperty name="color" value="#004F8B"/>
    </inkml:brush>
  </inkml:definitions>
  <inkml:trace contextRef="#ctx0" brushRef="#br0">36 50 3193,'-35'0'7293,"39"0"-7086,39-3 320,339-32 3099,-335 24-3074,-46 11-749</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4:13.348"/>
    </inkml:context>
    <inkml:brush xml:id="br0">
      <inkml:brushProperty name="width" value="0.05" units="cm"/>
      <inkml:brushProperty name="height" value="0.05" units="cm"/>
      <inkml:brushProperty name="color" value="#004F8B"/>
    </inkml:brush>
  </inkml:definitions>
  <inkml:trace contextRef="#ctx0" brushRef="#br0">1 1 3249,'0'0'4950,"7"1"-4416,35 6 134,0-2 0,0-2 0,85-4 0,-71 0-431,78-2-429,-97 1-832</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4:13.828"/>
    </inkml:context>
    <inkml:brush xml:id="br0">
      <inkml:brushProperty name="width" value="0.05" units="cm"/>
      <inkml:brushProperty name="height" value="0.05" units="cm"/>
      <inkml:brushProperty name="color" value="#004F8B"/>
    </inkml:brush>
  </inkml:definitions>
  <inkml:trace contextRef="#ctx0" brushRef="#br0">283 22 5769,'34'1'3649,"33"-9"-2805,-36 3 40,38 0-1,-103 2-1752,-17 2 643,-328 52-715,359-46-1074</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4:14.292"/>
    </inkml:context>
    <inkml:brush xml:id="br0">
      <inkml:brushProperty name="width" value="0.05" units="cm"/>
      <inkml:brushProperty name="height" value="0.05" units="cm"/>
      <inkml:brushProperty name="color" value="#004F8B"/>
    </inkml:brush>
  </inkml:definitions>
  <inkml:trace contextRef="#ctx0" brushRef="#br0">46 0 4529,'0'0'3437,"-2"8"-5216,-7 30 1760,1 1 1,-5 64-1,5 88 343,7-126-455,-4 167 3216</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4:14.788"/>
    </inkml:context>
    <inkml:brush xml:id="br0">
      <inkml:brushProperty name="width" value="0.05" units="cm"/>
      <inkml:brushProperty name="height" value="0.05" units="cm"/>
      <inkml:brushProperty name="color" value="#004F8B"/>
    </inkml:brush>
  </inkml:definitions>
  <inkml:trace contextRef="#ctx0" brushRef="#br0">390 1 9082,'0'0'2311,"-8"5"-5508,-121 92 2543,64-50 708,-96 89 0,158-133-43,0 0 1,0 0-1,0 0 1,0 1 0,1-1-1,0 1 1,-1 0-1,0 4 1,2-7 30,1 0 0,0 0 0,0 0 0,0 0 1,0 0-1,0 0 0,0 0 0,0 0 0,0 0 0,0 0 0,0 0 1,0 0-1,1 0 0,-1 0 0,0 0 0,1 0 0,-1 0 0,1 0 1,-1 0-1,1 0 0,0-1 0,-1 1 0,1 0 0,0 0 0,0 0 1,-1-1-1,1 1 0,0-1 0,0 1 0,0 0 0,0-1 0,0 0 1,0 1-1,0-1 0,0 1 0,0-1 0,1 0 0,194 94 927,-171-82-645,-1 0 1,1-2 0,1-1-1,0-2 1,0 0 0,1-1 0,30 2-1,-26-8-1659</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4:15.892"/>
    </inkml:context>
    <inkml:brush xml:id="br0">
      <inkml:brushProperty name="width" value="0.05" units="cm"/>
      <inkml:brushProperty name="height" value="0.05" units="cm"/>
      <inkml:brushProperty name="color" value="#004F8B"/>
    </inkml:brush>
  </inkml:definitions>
  <inkml:trace contextRef="#ctx0" brushRef="#br0">313 34 4185,'5'-34'8211,"-12"35"-10892,-2 2 2556,0 1 0,1-1 0,-1 2-1,1-1 1,0 1 0,0 0-1,0 0 1,1 1 0,0 0-1,0 1 1,0 0 0,1 0 0,-9 13-1,-6 8 198,2 2-1,-22 44 0,-36 94 375,54-115-370,10-13 140,12-38-56,13 3 4575,20-1-4588,0-1-1,-1-2 1,64-4-1,-17-1-136,155-1 2686,-233-5-1452,-1-9-1268,0 1 1,-2 0-1,0 0 0,-1 0 0,-1 0 1,0 1-1,-1 0 0,-1 0 1,-1 0-1,0 1 0,-2 0 0,-16-23 1,5 11-375,-2 0 0,-1 2 0,0 0-1,-2 2 1,-51-37 0,53 47-1634</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4:16.276"/>
    </inkml:context>
    <inkml:brush xml:id="br0">
      <inkml:brushProperty name="width" value="0.05" units="cm"/>
      <inkml:brushProperty name="height" value="0.05" units="cm"/>
      <inkml:brushProperty name="color" value="#004F8B"/>
    </inkml:brush>
  </inkml:definitions>
  <inkml:trace contextRef="#ctx0" brushRef="#br0">1 0 8042,'0'0'2039,"3"3"-2607,12 18 270,0 0 1,-2 1-1,0 0 1,-1 1-1,-2 1 0,12 34 1,30 65 562,-47-114-154,-1 0 0,1 0 0,1 0 0,0-1 0,0 1 0,1-1 0,0-1-1,0 1 1,0-1 0,9 6 0,0-4-616</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4:16.628"/>
    </inkml:context>
    <inkml:brush xml:id="br0">
      <inkml:brushProperty name="width" value="0.05" units="cm"/>
      <inkml:brushProperty name="height" value="0.05" units="cm"/>
      <inkml:brushProperty name="color" value="#004F8B"/>
    </inkml:brush>
  </inkml:definitions>
  <inkml:trace contextRef="#ctx0" brushRef="#br0">428 2 4097,'-4'-1'252,"-1"1"0,0-1 0,-1 1 0,1 0 0,0 1 0,0-1 0,1 1 0,-1 0 0,0 0 0,0 1 0,0-1 0,1 1 0,-10 5 0,-2 2-185,1 0 1,-21 17-1,20-13-70,1 2 1,0-1-1,1 2 0,1 0 1,0 1-1,-13 23 0,-54 115 298,59-111-124,-45 111 1312,61-143-1630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4:18.701"/>
    </inkml:context>
    <inkml:brush xml:id="br0">
      <inkml:brushProperty name="width" value="0.05" units="cm"/>
      <inkml:brushProperty name="height" value="0.05" units="cm"/>
      <inkml:brushProperty name="color" value="#004F8B"/>
    </inkml:brush>
  </inkml:definitions>
  <inkml:trace contextRef="#ctx0" brushRef="#br0">0 1 1752,'0'0'7678</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4:22.388"/>
    </inkml:context>
    <inkml:brush xml:id="br0">
      <inkml:brushProperty name="width" value="0.05" units="cm"/>
      <inkml:brushProperty name="height" value="0.05" units="cm"/>
      <inkml:brushProperty name="color" value="#004F8B"/>
    </inkml:brush>
  </inkml:definitions>
  <inkml:trace contextRef="#ctx0" brushRef="#br0">392 3 4625,'0'0'63,"0"0"-1,0 0 1,0 0-1,0 0 1,0 0-1,0-1 1,0 1-1,-1 0 1,1 0-1,0 0 1,0 0 0,0 0-1,0 0 1,0-1-1,0 1 1,0 0-1,-1 0 1,1 0-1,0 0 1,0 0-1,0 0 1,0 0 0,0 0-1,-1 0 1,1 0-1,0 0 1,0 0-1,0 0 1,0-1-1,-1 1 1,1 0-1,0 0 1,0 1 0,0-1-1,0 0 1,-1 0-1,1 0 1,0 0-1,0 0 1,0 0-1,0 0 1,0 0-1,-1 0 1,1 0 0,0 0-1,0 0 1,0 0-1,0 1 1,0-1-1,-1 0 1,-14 9 136,-16 17-963,-30 40 63,-83 115 0,82-99 908,53-71-82,-33 49-413,39-55 414,0 0-1,0 0 1,1 0-1,0 0 0,0 1 1,1 0-1,-1-1 1,1 1-1,-1 11 1,13-16 2422,5 2-2169,0-2-1,1 0 1,-1 0-1,0-2 1,17-2-1,91-18 131,6-1-751,-118 21 125,0-1 0,25-7-1,-36 8 178,1-14 2185,-3-8-2312,-1 0 0,-1-1 1,-2 2-1,0-1 0,-13-34 1,7 31-266,-1 0 1,-1 1 0,-2 0 0,0 1 0,-19-22 0,28 37-1298</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4:22.772"/>
    </inkml:context>
    <inkml:brush xml:id="br0">
      <inkml:brushProperty name="width" value="0.05" units="cm"/>
      <inkml:brushProperty name="height" value="0.05" units="cm"/>
      <inkml:brushProperty name="color" value="#004F8B"/>
    </inkml:brush>
  </inkml:definitions>
  <inkml:trace contextRef="#ctx0" brushRef="#br0">0 0 4473,'0'0'7044,"6"4"-10471,5 5 3195,-1 0 0,0 1 0,0 0 1,-1 1-1,12 19 0,39 69 231,-37-59-30,-3-4 170,-13-22 54,0 0 1,1-1 0,0 0 0,1 0 0,0 0-1,2-1 1,-1-1 0,16 13 0,-24-23-128,-1 0 1,1 0 0,0 0-1,-1 0 1,1-1-1,0 1 1,0-1-1,-1 1 1,1-1 0,0 0-1,0 0 1,2 0-1,4 0-823</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4:23.076"/>
    </inkml:context>
    <inkml:brush xml:id="br0">
      <inkml:brushProperty name="width" value="0.05" units="cm"/>
      <inkml:brushProperty name="height" value="0.05" units="cm"/>
      <inkml:brushProperty name="color" value="#004F8B"/>
    </inkml:brush>
  </inkml:definitions>
  <inkml:trace contextRef="#ctx0" brushRef="#br0">521 1 5353,'0'0'1059,"-8"6"-1646,-114 92 1549,-144 148-1,244-224-862,1 1 0,1 1-1,-34 53 1,46-64-528</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4:23.684"/>
    </inkml:context>
    <inkml:brush xml:id="br0">
      <inkml:brushProperty name="width" value="0.05" units="cm"/>
      <inkml:brushProperty name="height" value="0.05" units="cm"/>
      <inkml:brushProperty name="color" value="#004F8B"/>
    </inkml:brush>
  </inkml:definitions>
  <inkml:trace contextRef="#ctx0" brushRef="#br0">1 70 3329,'0'0'5190,"8"-1"-3642,323-61 3061,-280 55-6638,-42 7-1008</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4:23.892"/>
    </inkml:context>
    <inkml:brush xml:id="br0">
      <inkml:brushProperty name="width" value="0.05" units="cm"/>
      <inkml:brushProperty name="height" value="0.05" units="cm"/>
      <inkml:brushProperty name="color" value="#004F8B"/>
    </inkml:brush>
  </inkml:definitions>
  <inkml:trace contextRef="#ctx0" brushRef="#br0">0 72 7122,'2'0'2272,"30"-8"-1104,-5 3-216,8-1-159,1-1-137,7-1-304,-2-3-96,5 2-280,0-1-304,-6 2-1417</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4:24.324"/>
    </inkml:context>
    <inkml:brush xml:id="br0">
      <inkml:brushProperty name="width" value="0.05" units="cm"/>
      <inkml:brushProperty name="height" value="0.05" units="cm"/>
      <inkml:brushProperty name="color" value="#004F8B"/>
    </inkml:brush>
  </inkml:definitions>
  <inkml:trace contextRef="#ctx0" brushRef="#br0">0 0 12187,'0'0'1743,"3"2"-2170,11 7 226,0 2 0,-1-1 0,0 2 0,0-1 0,-2 2 1,14 16-1,19 21 165,-18-23 33,2-2 1,0 0-1,1-2 0,2-1 0,0-1 0,65 31 0,-88-49-1892</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4:24.628"/>
    </inkml:context>
    <inkml:brush xml:id="br0">
      <inkml:brushProperty name="width" value="0.05" units="cm"/>
      <inkml:brushProperty name="height" value="0.05" units="cm"/>
      <inkml:brushProperty name="color" value="#004F8B"/>
    </inkml:brush>
  </inkml:definitions>
  <inkml:trace contextRef="#ctx0" brushRef="#br0">500 0 6665,'-32'19'-480,"-6"7"328,-8 5 40,5 6 344,-3 6 144,-2 3 56,4 8 17,3 0-337,4-4-24,3-2 0,7-12 0,1-5 40,6-9 72,3-3 56,2-6-80,3-2-312</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4:25.108"/>
    </inkml:context>
    <inkml:brush xml:id="br0">
      <inkml:brushProperty name="width" value="0.05" units="cm"/>
      <inkml:brushProperty name="height" value="0.05" units="cm"/>
      <inkml:brushProperty name="color" value="#004F8B"/>
    </inkml:brush>
  </inkml:definitions>
  <inkml:trace contextRef="#ctx0" brushRef="#br0">23 31 6249,'0'0'2173,"7"0"-1644,99-1 362,-91 1-747,0-2-1,-1 0 0,1-1 1,0-1-1,19-7 0,-38 9 204,-12-1-521,-28 1-419,6 5 403,1 1 0,-47 12-1,64-11-174</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4:25.444"/>
    </inkml:context>
    <inkml:brush xml:id="br0">
      <inkml:brushProperty name="width" value="0.05" units="cm"/>
      <inkml:brushProperty name="height" value="0.05" units="cm"/>
      <inkml:brushProperty name="color" value="#004F8B"/>
    </inkml:brush>
  </inkml:definitions>
  <inkml:trace contextRef="#ctx0" brushRef="#br0">1 1 11282,'0'0'336,"22"20"-3640,-8-1 3400,5 2-72,2 1 8,3-1 32,-2 2 40,0 0 128,2-1 32,0-1 96,-1-2 16,3-4-712,-4-2-928</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4:25.764"/>
    </inkml:context>
    <inkml:brush xml:id="br0">
      <inkml:brushProperty name="width" value="0.05" units="cm"/>
      <inkml:brushProperty name="height" value="0.05" units="cm"/>
      <inkml:brushProperty name="color" value="#004F8B"/>
    </inkml:brush>
  </inkml:definitions>
  <inkml:trace contextRef="#ctx0" brushRef="#br0">391 0 7522,'-2'0'-753,"-26"16"-327,10 0-16,-9 6 408,-3 3 160,0 4 224,0 3 120,1 3 120,2 1 32,3-1 112,1 2 120,-1-6 136,0-2 96,2-2 192,1-2 80,5-3 128,1-3-696</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4:26.244"/>
    </inkml:context>
    <inkml:brush xml:id="br0">
      <inkml:brushProperty name="width" value="0.05" units="cm"/>
      <inkml:brushProperty name="height" value="0.05" units="cm"/>
      <inkml:brushProperty name="color" value="#004F8B"/>
    </inkml:brush>
  </inkml:definitions>
  <inkml:trace contextRef="#ctx0" brushRef="#br0">68 42 2248,'-13'23'-362,"1"1"0,2 0 0,0 1 0,-8 34 0,17-51 516,-1 1 0,1-1 0,1 1 0,-1-1 0,1 1 0,1-1 0,2 15 0,-2-18 61,1 0 0,-1 0 0,1-1-1,0 1 1,0-1 0,1 1 0,-1-1-1,1 0 1,0 0 0,0 0 0,0 0-1,1-1 1,-1 1 0,6 3 0,-3-3-133,0-1 1,0 0 0,1-1 0,-1 1-1,1-1 1,0 0 0,-1-1 0,1 0-1,0 0 1,0 0 0,0-1 0,0 0-1,0 0 1,-1-1 0,11-1-1,-1-1-4,-1 0-1,0-1 1,0-1-1,0 0 1,26-13-1,-36 15 207,0 0 0,0-1 1,-1 1-1,1-1 0,-1 0 0,0 0 0,0-1 1,0 1-1,0-1 0,-1 0 0,0 0 0,0 0 1,0 0-1,-1-1 0,1 1 0,-1-1 0,0 1 0,-1-1 1,0 0-1,0 0 0,0 0 0,0 1 0,-1-1 1,0 0-1,0 0 0,-2-9 0,0 6-272,1-1 1,-2 1-1,1 0 0,-1 1 0,-1-1 0,1 0 1,-1 1-1,-1 0 0,0 0 0,0 0 0,0 1 0,-1-1 1,0 1-1,-1 1 0,1-1 0,-11-6 0,10 7-182,-1 1 0,0 1 0,0 0 0,0 0 0,0 0-1,-1 1 1,1 0 0,-1 1 0,0 0 0,1 0 0,-1 1-1,0 0 1,0 1 0,-13 0 0,-24 7-908</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4:28.919"/>
    </inkml:context>
    <inkml:brush xml:id="br0">
      <inkml:brushProperty name="width" value="0.05" units="cm"/>
      <inkml:brushProperty name="height" value="0.05" units="cm"/>
      <inkml:brushProperty name="color" value="#004F8B"/>
    </inkml:brush>
  </inkml:definitions>
  <inkml:trace contextRef="#ctx0" brushRef="#br0">58 105 3089,'0'0'5353,"6"-1"-5192,-1-1-38,-1 1 0,1 0 0,-1-1 1,0 0-1,0 0 0,0 0 0,1-1 0,-2 1 0,1-1 0,0 0 0,-1 0 0,1 0 1,-1-1-1,0 1 0,0-1 0,0 0 0,-1 0 0,1 0 0,-1 0 0,0 0 0,0 0 1,0-1-1,-1 1 0,1-1 0,-1 1 0,0-1 0,-1 1 0,1-7 0,-1 9 107,-10 4-3464,2-1 3100,1 1 0,0 0 0,0 1 1,0-1-1,0 1 0,0 1 0,1-1 1,0 1-1,-1 1 0,1-1 0,1 1 1,-1 0-1,1 0 0,-1 0 0,2 1 1,-8 10-1,6-7 397,-8 16-1063,10-9 5506,14-31-3035,12-25-1639,-16 29-528,-6 9-245</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4:29.430"/>
    </inkml:context>
    <inkml:brush xml:id="br0">
      <inkml:brushProperty name="width" value="0.05" units="cm"/>
      <inkml:brushProperty name="height" value="0.05" units="cm"/>
      <inkml:brushProperty name="color" value="#004F8B"/>
    </inkml:brush>
  </inkml:definitions>
  <inkml:trace contextRef="#ctx0" brushRef="#br0">0 12 2336,'0'0'11086,"5"-6"-10127,-4 6-1139,0-1 0,0 0 0,0 1 0,-1-1 0,1 1 0,0-1 0,0 1 0,0 0 0,0-1 0,0 1 0,0 0 0,0-1 0,0 1 0,0 0 0,0 0 0,0 0 0,0 0 0,0 0 0,0 0 0,0 0 0,0 0 0,0 1 0,0-1 0,2 1 0,-1 0 153,2 0-6,-1 0 1,0 0 0,0 1-1,1-1 1,-1 1-1,0 0 1,0 0-1,-1 0 1,1 0 0,0 1-1,-1-1 1,1 1-1,-1-1 1,0 1 0,0 0-1,0 0 1,0 0-1,0 0 1,-1 0-1,0 0 1,2 5 0,-1 3 58,-1 0 0,0 0 0,0 0 0,-1 0 1,-1 0-1,0-1 0,0 1 0,-1 0 1,0 0-1,-5 11 0,-2 1 205,0 0-1,-2 0 1,-18 27 0,9-16-109</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4:30.462"/>
    </inkml:context>
    <inkml:brush xml:id="br0">
      <inkml:brushProperty name="width" value="0.05" units="cm"/>
      <inkml:brushProperty name="height" value="0.05" units="cm"/>
      <inkml:brushProperty name="color" value="#004F8B"/>
    </inkml:brush>
  </inkml:definitions>
  <inkml:trace contextRef="#ctx0" brushRef="#br0">1 36 3377,'0'-18'1523,"1"1"5420,1 17-7604,0 1 485,-1 0 0,1 0 0,0-1 0,-1 1-1,1 0 1,-1 1 0,0-1 0,1 0 0,-1 0 0,0 0-1,1 1 1,-1-1 0,1 3 0,1-1-177,10 13 18,-1 0 0,-1 0 0,14 26 0,8 14 308,0-8 257,3-1-1,54 54 0,-68-78-411</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4:30.795"/>
    </inkml:context>
    <inkml:brush xml:id="br0">
      <inkml:brushProperty name="width" value="0.05" units="cm"/>
      <inkml:brushProperty name="height" value="0.05" units="cm"/>
      <inkml:brushProperty name="color" value="#004F8B"/>
    </inkml:brush>
  </inkml:definitions>
  <inkml:trace contextRef="#ctx0" brushRef="#br0">422 0 5481,'0'0'248,"-6"4"-1699,-12 9 777,0 2 0,1 0 1,-27 32-1,-43 63 2014,-27 30-69,-3-17-32,116-122-1280</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4:31.434"/>
    </inkml:context>
    <inkml:brush xml:id="br0">
      <inkml:brushProperty name="width" value="0.05" units="cm"/>
      <inkml:brushProperty name="height" value="0.05" units="cm"/>
      <inkml:brushProperty name="color" value="#004F8B"/>
    </inkml:brush>
  </inkml:definitions>
  <inkml:trace contextRef="#ctx0" brushRef="#br0">1 37 3009,'0'0'5708,"7"2"-4699,5 0-656,0 0 1,0 0-1,0-1 0,1 0 0,-1-1 1,0-1-1,20-2 0,96-24 358,-79 15-1178,-33 8-823</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4:31.719"/>
    </inkml:context>
    <inkml:brush xml:id="br0">
      <inkml:brushProperty name="width" value="0.05" units="cm"/>
      <inkml:brushProperty name="height" value="0.05" units="cm"/>
      <inkml:brushProperty name="color" value="#004F8B"/>
    </inkml:brush>
  </inkml:definitions>
  <inkml:trace contextRef="#ctx0" brushRef="#br0">1 48 2288,'0'0'9178,"2"0"-8689,36-7-145,-13 3-96,15-6-160,2 1-264,17 1-881,9-2-1071</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4:32.229"/>
    </inkml:context>
    <inkml:brush xml:id="br0">
      <inkml:brushProperty name="width" value="0.05" units="cm"/>
      <inkml:brushProperty name="height" value="0.05" units="cm"/>
      <inkml:brushProperty name="color" value="#004F8B"/>
    </inkml:brush>
  </inkml:definitions>
  <inkml:trace contextRef="#ctx0" brushRef="#br0">11 149 4313,'8'1'472,"1"0"0,-1-1 1,0 1-1,0-2 0,1 1 1,-1-1-1,0 0 0,0-1 0,0 0 1,0 0-1,0-1 0,10-5 1,0 0-61,1-2 0,-2 0 0,31-23 0,-24 5 637,-23 27-1096,0 0 0,0-1 0,0 1 0,0 0 0,-1-1 0,1 1-1,0-1 1,-1 1 0,1-1 0,-1 0 0,0 1 0,0-1 0,1 0 0,-1 1 0,0-1 0,0 1 0,0-1 0,-1 0-1,1 1 1,-1-3 0,-7 1-918,1 1 768,-1 1 0,1-1 0,-1 2 0,1-1 0,0 1 0,-1 0 0,1 1 0,-1 0 0,1 0 0,-1 1 0,1-1 1,0 2-1,0-1 0,-12 6 0,10-3 120,0 1 1,0-1-1,0 1 1,1 1-1,0-1 0,0 2 1,1-1-1,0 1 1,0 0-1,1 0 1,0 1-1,0 0 1,1 0-1,-8 19 0,10-22 166,1 0 0,0 1 1,0-1-1,1 1 0,0-1 0,0 1 0,1 0 0,-1-1 0,1 1 0,1 0 0,-1-1 0,1 1 0,0 0 0,1-1 0,0 1 0,0-1 0,0 0 0,1 1 0,0-1 0,0 0 0,0-1 0,1 1 0,0-1 0,8 9 0,-9-11-13,0 0-1,0-1 0,1 1 0,-1-1 1,1 0-1,0-1 0,0 1 0,0 0 1,-1-1-1,1 0 0,1 0 1,-1 0-1,0-1 0,0 1 0,5-1 1,28 3-494</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4:32.485"/>
    </inkml:context>
    <inkml:brush xml:id="br0">
      <inkml:brushProperty name="width" value="0.05" units="cm"/>
      <inkml:brushProperty name="height" value="0.05" units="cm"/>
      <inkml:brushProperty name="color" value="#004F8B"/>
    </inkml:brush>
  </inkml:definitions>
  <inkml:trace contextRef="#ctx0" brushRef="#br0">0 1 4873,'0'0'3489,"13"33"-6690,-3-17 3633,2 0 112,1 1 8,1-3 9,0 2-17,2-3 16,0 0 16,3-5-552,0-2-592</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4:32.726"/>
    </inkml:context>
    <inkml:brush xml:id="br0">
      <inkml:brushProperty name="width" value="0.05" units="cm"/>
      <inkml:brushProperty name="height" value="0.05" units="cm"/>
      <inkml:brushProperty name="color" value="#004F8B"/>
    </inkml:brush>
  </inkml:definitions>
  <inkml:trace contextRef="#ctx0" brushRef="#br0">335 0 7354,'-2'2'-881,"-31"20"-31,16 2 280,-1 3 240,-4 6 328,-4 7 112,-2-2 160,-4 0 64,-1-5 160,1-3 56,0-4 120,-1-7-7,6 0-1514</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4:33.030"/>
    </inkml:context>
    <inkml:brush xml:id="br0">
      <inkml:brushProperty name="width" value="0.05" units="cm"/>
      <inkml:brushProperty name="height" value="0.05" units="cm"/>
      <inkml:brushProperty name="color" value="#004F8B"/>
    </inkml:brush>
  </inkml:definitions>
  <inkml:trace contextRef="#ctx0" brushRef="#br0">56 1 10754,'0'0'-1576,"-18"36"-1857,9-5 2865,1 2 88,3 3 280,0 2 160,2 2 240,0 0 152,1 1 192,-1 0 136,3-4-216,0 1-920</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4:33.796"/>
    </inkml:context>
    <inkml:brush xml:id="br0">
      <inkml:brushProperty name="width" value="0.05" units="cm"/>
      <inkml:brushProperty name="height" value="0.05" units="cm"/>
      <inkml:brushProperty name="color" value="#004F8B"/>
    </inkml:brush>
  </inkml:definitions>
  <inkml:trace contextRef="#ctx0" brushRef="#br0">1 117 9866,'119'-6'-168,"7"-1"322,-113 6-47,0-2 0,0 1 0,0-2 0,-1 0 0,1 0 1,-1-1-1,14-8 0,-25 12-99,1 0 35,1 0 1,-1 0-1,0 0 1,0-1-1,1 1 1,-1-1-1,0 0 1,0 0-1,-1 1 1,1-1-1,0 0 0,0-1 1,-1 1-1,0 0 1,1 0-1,1-5 1,-18 6-2245,-24-2 2068,38 3 101,-1 0-1,1-1 1,0 1-1,0 0 1,0 0 0,0 0-1,-1 0 1,1 0-1,0 1 1,0-1 0,0 0-1,0 0 1,0 1 0,0-1-1,0 1 1,-1-1-1,1 1 1,0-1 0,1 1-1,-1 0 1,0-1 0,0 1-1,0 0 1,0 0-1,0 0 1,1 0 0,-1 0-1,0-1 1,1 1-1,-1 1 1,1-1 0,-1 1-1,-3 3 116,-21 33 131,24-37-99,-4 8 562,8-6-317,3 2 68,-3-1-290,1-1 0,-1 0 0,1 0 0,0 0 0,0 0 0,0-1 1,0 1-1,0-1 0,0 0 0,1 0 0,-1-1 0,1 1 0,0-1 0,-1 0 0,1 0 0,0 0 0,-1-1 0,1 0 0,0 0 0,8-1 0,15-5 157,0-1-1,-1-1 0,0-1 0,0-2 0,0-1 0,32-20 1,-56 31-237,0-1 0,0 0 0,-1 0 0,1 0 0,0 0 0,-1 0 0,0-1 0,1 1 0,-1-1 0,0 0 0,3-4 0,-5 6-79,0 1-1,0-1 1,1 1-1,-1-1 1,0 0-1,0 1 1,0-1 0,0 1-1,0-1 1,0 1-1,0-1 1,0 0 0,0 1-1,0-1 1,0 1-1,0-1 1,-1 1-1,1-1 1,0 0 0,0 1-1,0-1 1,-1 1-1,1-1 1,0 1 0,-1-1-1,-1 0-92,1 0-1,0 0 0,-1 0 1,1 0-1,-1 1 1,1-1-1,-1 0 1,1 1-1,-1-1 0,1 1 1,-1 0-1,0-1 1,-2 1-1,-12-1-182,0 0 0,-1 1-1,1 0 1,0 2 0,0 0 0,0 1 0,0 0-1,0 1 1,0 1 0,1 1 0,-18 8-1,24-10 263,0 1 0,1 0 0,0 1 0,0-1 0,0 1 0,1 1 0,0 0 0,0 0 0,0 0 0,1 0 0,0 1 0,1 0 0,0 1 0,0-1 0,1 1 0,0 0 0,0 0 0,1 0 0,-4 18 0,7-24 110,-1-1 1,1 1-1,0-1 1,0 0-1,0 1 1,1-1 0,-1 1-1,0-1 1,1 0-1,0 1 1,-1-1-1,1 0 1,0 1 0,0-1-1,0 0 1,1 0-1,-1 0 1,0 0-1,1 0 1,0 0 0,-1 0-1,1-1 1,0 1-1,0 0 1,0-1-1,0 0 1,0 1-1,0-1 1,0 0 0,0 0-1,1 0 1,-1 0-1,0-1 1,5 2-1,5 1-84,1-1-1,0 0 0,0-1 0,0 0 0,16-1 1,27-3-1189,14-3-825</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4:34.244"/>
    </inkml:context>
    <inkml:brush xml:id="br0">
      <inkml:brushProperty name="width" value="0.05" units="cm"/>
      <inkml:brushProperty name="height" value="0.05" units="cm"/>
      <inkml:brushProperty name="color" value="#004F8B"/>
    </inkml:brush>
  </inkml:definitions>
  <inkml:trace contextRef="#ctx0" brushRef="#br0">66 32 10882,'0'0'550,"-5"4"-4496,1 2 3753,0 0 0,0 0 0,0 0 0,1 0 0,-1 1 0,2-1 0,-1 1 0,1 0 0,-2 9 0,-8 70 142,10-60 1598,-9 37-1,11-69-1538,-1 0 0,1 1 0,0-1 0,0 0 0,0 0 0,1 0 0,0 0 0,0 1 0,3-8 0,19-49-558,-18 51 436,0-1-1,2 2 1,-1-1-1,1 1 1,1 0-1,0 0 1,0 1-1,1 0 1,0 1-1,14-11 1,-16 14 112,-1 1 0,1 0 1,0 0-1,0 1 0,1-1 1,-1 1-1,1 1 0,-1 0 1,1 0-1,0 0 0,0 1 1,0 0-1,-1 1 0,1-1 1,0 2-1,0-1 0,14 3 1,-19-2-35,-1 0 0,1 0 1,0 0-1,-1 0 0,1 0 1,-1 0-1,0 1 0,1-1 1,-1 1-1,0 0 0,0-1 1,0 1-1,0 0 0,0 0 1,0 1-1,-1-1 0,2 3 1,0-1-91,-1 1 1,0-1-1,-1 1 1,1 0 0,-1 0-1,0 0 1,0 0 0,0 9-1,-1 0-67,0 1 1,-2-1-1,1 0 0,-2 0 0,-6 23 1,-2-8 801,-23 48 0,25-59-650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4:34.817"/>
    </inkml:context>
    <inkml:brush xml:id="br0">
      <inkml:brushProperty name="width" value="0.05" units="cm"/>
      <inkml:brushProperty name="height" value="0.05" units="cm"/>
      <inkml:brushProperty name="color" value="#004F8B"/>
    </inkml:brush>
  </inkml:definitions>
  <inkml:trace contextRef="#ctx0" brushRef="#br0">274 196 7538,'-18'0'-84,"0"1"1,0 1-1,0 0 1,0 2-1,1 0 1,-26 9 0,35-10 6,1 0 0,0 0 0,0 1 0,0 0 0,1 0 0,-1 0 0,1 1 0,0 0 0,0 1 0,1-1 1,0 1-1,0 0 0,0 0 0,0 1 0,1-1 0,0 1 0,-3 8 0,4-7 147,0 0-1,0 0 0,1 0 1,0 0-1,1 1 1,0-1-1,0 0 1,1 1-1,0-1 0,1 12 1,0-16 53,0 0 0,0 0 1,1 0-1,-1 0 0,1 0 1,0-1-1,0 1 0,0-1 0,0 1 1,0-1-1,1 0 0,0 0 0,0 0 1,0 0-1,0-1 0,0 1 0,0-1 1,0 1-1,1-1 0,0 0 1,-1-1-1,1 1 0,6 1 0,-3 0 1,0-1-1,1-1 0,-1 1 1,1-1-1,-1-1 0,1 1 1,-1-1-1,1 0 0,-1-1 1,1 0-1,-1 0 0,1-1 1,-1 0-1,0 0 0,1-1 1,-1 0-1,-1 0 0,1 0 1,0-1-1,-1 0 0,0 0 1,7-7-1,-2 2 31,-1-1 1,0 0 0,0-1-1,-1 0 1,-1 0-1,0-1 1,-1-1 0,0 1-1,0-1 1,8-26-1,-4 7 206,-2-2 0,-1 1-1,-1-1 1,-2-1 0,-2 1-1,-1-51 1,-1 84-443,-1-1 0,-1 0 0,1 1 0,0-1 0,0 0 0,-1 1-1,1-1 1,-1 1 0,1-1 0,-1 0 0,1 1 0,-3-3 0,3 4-37,0 0-1,-1 0 1,1 0 0,0-1 0,0 1-1,-1 0 1,1 0 0,0 0 0,-1 0-1,1 0 1,0 0 0,-1 0 0,1 0-1,0 1 1,-1-1 0,1 0 0,0 0-1,-1 0 1,1 0 0,0 0 0,0 0-1,-1 1 1,1-1 0,0 0 0,0 0-1,-1 0 1,1 1 0,0-1 0,0 0-1,0 0 1,-1 1 0,1-1 0,0 0-1,0 0 1,0 1 0,0-1 0,-1 1 0,-11 24-4155,6-7 5463,-6 41-1011,3 1 0,2 0 1,2 109-1,6-134-390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4:35.233"/>
    </inkml:context>
    <inkml:brush xml:id="br0">
      <inkml:brushProperty name="width" value="0.05" units="cm"/>
      <inkml:brushProperty name="height" value="0.05" units="cm"/>
      <inkml:brushProperty name="color" value="#004F8B"/>
    </inkml:brush>
  </inkml:definitions>
  <inkml:trace contextRef="#ctx0" brushRef="#br0">92 98 6113,'23'5'1202,"1"-1"0,0 0 0,46 0 0,-59-4-1093,0-1 0,-1 0-1,1 0 1,-1-1 0,1 0-1,-1-1 1,0 0 0,0-1-1,0 0 1,0-1 0,10-6-1,-17 8-89,1 1 0,-1-1 0,0-1 0,0 1 0,0 0 0,0-1 0,-1 0 0,1 1 0,-1-1 0,3-7 0,-5 10-84,1 0 0,-1 0 0,0 0 0,1 0-1,-1 0 1,0 0 0,0 0 0,0 0-1,1 0 1,-1 0 0,-1 0 0,1 0 0,0 0-1,0 0 1,0 0 0,0 0 0,-1 0 0,1 0-1,0 0 1,-1 1 0,1-1 0,-1 0 0,1 0-1,-1 0 1,1 0 0,-1 1 0,0-1-1,1 0 1,-1 0 0,0 1 0,0-1 0,1 1-1,-1-1 1,0 0 0,0 1 0,0 0 0,0-1-1,0 1 1,0-1 0,0 1 0,0 0 0,0 0-1,0 0 1,0-1 0,0 1 0,0 0-1,0 0 1,0 1 0,0-1 0,-1 0 0,-26 0-704,-1 1 0,2 1 0,-51 10 0,62-8 730,1 0 1,0 0-1,-1 2 0,2 0 1,-1 1-1,1 0 0,0 1 1,-15 11-1,22-13 40,1 0 0,-1 1 1,1-1-1,0 1 0,1 1 0,0-1 0,-5 10 0,8-14 51,1 0 1,-1 0-1,1 0 0,-1 0 1,1 1-1,0-1 0,1 0 1,-1 1-1,0-1 0,1 1 1,0-1-1,0 1 0,0-1 1,0 1-1,0-1 0,1 1 1,0-1-1,0 0 0,0 1 1,0-1-1,2 5 0,15 14-400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4:35.840"/>
    </inkml:context>
    <inkml:brush xml:id="br0">
      <inkml:brushProperty name="width" value="0.05" units="cm"/>
      <inkml:brushProperty name="height" value="0.05" units="cm"/>
      <inkml:brushProperty name="color" value="#004F8B"/>
    </inkml:brush>
  </inkml:definitions>
  <inkml:trace contextRef="#ctx0" brushRef="#br0">334 308 10682,'-13'-4'-170,"0"2"-1,0-1 0,-1 2 0,1 0 1,-1 0-1,0 2 0,1-1 0,-1 2 1,1 0-1,0 0 0,-1 1 0,1 1 1,-19 8-1,24-9 139,0 1 1,0 0-1,1 1 1,-1-1-1,1 2 1,0-1-1,0 1 1,1 0-1,0 0 0,0 1 1,0-1-1,1 1 1,0 1-1,0-1 1,1 1-1,0 0 0,1 0 1,-1 0-1,1 0 1,1 0-1,-3 16 1,4-21 105,0 1 1,0-1 0,1 1 0,0-1-1,0 1 1,0-1 0,0 1-1,0-1 1,1 1 0,-1-1 0,1 1-1,0-1 1,0 0 0,0 1-1,1-1 1,-1 0 0,1 0 0,0 0-1,-1 0 1,2 0 0,-1 0-1,0-1 1,0 1 0,1-1 0,-1 1-1,1-1 1,0 0 0,0 0 0,0 0-1,0 0 1,0-1 0,0 1-1,0-1 1,1 0 0,-1 0 0,0 0-1,1 0 1,-1-1 0,1 1-1,3-1 1,6 1-132,1-1-1,0 0 1,-1-1 0,1 0-1,-1-1 1,0-1 0,1 0-1,-1-1 1,15-6-1,-16 4-4,1-1 0,-1 0 0,0 0 0,0-1 0,-1-1 0,0 0 0,-1-1-1,0 0 1,0 0 0,-1-1 0,0 0 0,9-17 0,2-9 327,-1-1 0,25-73 0,-39 98-171,-1-1 0,-1 0-1,0-1 1,-1 1-1,-1-1 1,0-20-1,-1 28-46,0 0-1,0 1 0,-1-1 0,0 0 0,-1 1 1,0-1-1,0 1 0,0 0 0,0 0 0,-1 0 1,0 0-1,-1 0 0,1 0 0,-1 1 0,0 0 1,-6-7-1,8 11-186,1 0 0,-1 0 1,1 1-1,-1-1 0,0 0 0,1 1 0,-1-1 1,0 1-1,0 0 0,1-1 0,-1 1 1,0 0-1,0 0 0,0 0 0,1 0 1,-1 0-1,0 1 0,0-1 0,1 1 1,-1-1-1,0 1 0,1-1 0,-1 1 1,0 0-1,1 0 0,-1 0 0,1 0 1,-1 0-1,1 0 0,0 0 0,-1 0 1,1 1-1,-1 1 0,-4 2-204,0 1-1,1 0 1,-1 0 0,1 1 0,-8 14-1,8-9 277,0 1-1,0 1 0,1-1 1,1 1-1,0-1 1,1 1-1,0 15 0,3 103 570,2-51 405,-2 183 2151,0-239-3060</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4:36.652"/>
    </inkml:context>
    <inkml:brush xml:id="br0">
      <inkml:brushProperty name="width" value="0.05" units="cm"/>
      <inkml:brushProperty name="height" value="0.05" units="cm"/>
      <inkml:brushProperty name="color" value="#004F8B"/>
    </inkml:brush>
  </inkml:definitions>
  <inkml:trace contextRef="#ctx0" brushRef="#br0">1 7 4017,'-1'-4'10092,"4"1"-10735,93 72-746,-66-46 1517,0-2 0,2 0 0,52 24 0,-59-35-1315</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4:36.922"/>
    </inkml:context>
    <inkml:brush xml:id="br0">
      <inkml:brushProperty name="width" value="0.05" units="cm"/>
      <inkml:brushProperty name="height" value="0.05" units="cm"/>
      <inkml:brushProperty name="color" value="#004F8B"/>
    </inkml:brush>
  </inkml:definitions>
  <inkml:trace contextRef="#ctx0" brushRef="#br0">365 3 3129,'-3'-1'492,"2"0"-401,0 1 1,0 0 0,0 0-1,0 0 1,0 0-1,0 0 1,0 0-1,0 0 1,0 0-1,1 0 1,-1 0-1,0 0 1,0 1 0,0-1-1,0 0 1,0 1-1,0-1 1,0 1-1,-1 0 1,-8 3-85,0 1 0,0 0 0,0 0 1,1 1-1,0 0 0,0 1 0,-12 11 0,-26 28 596,3 2 0,2 2 1,-66 100-1,95-128-411</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4:37.350"/>
    </inkml:context>
    <inkml:brush xml:id="br0">
      <inkml:brushProperty name="width" value="0.05" units="cm"/>
      <inkml:brushProperty name="height" value="0.05" units="cm"/>
      <inkml:brushProperty name="color" value="#004F8B"/>
    </inkml:brush>
  </inkml:definitions>
  <inkml:trace contextRef="#ctx0" brushRef="#br0">142 31 2288,'-7'0'238,"1"1"-1,-1 0 0,1 0 0,0 1 1,-1-1-1,1 1 0,0 0 0,0 1 0,0 0 1,0 0-1,1 0 0,-1 1 0,1-1 0,0 1 1,-9 9-1,10-9-129,1 0-1,-1 0 1,1 0 0,0 1 0,0-1 0,0 1 0,1 0-1,0 0 1,0-1 0,0 2 0,0-1 0,1 0 0,0 0-1,0 0 1,0 1 0,1-1 0,-1 0 0,1 1 0,1 8-1,0-10-10,1 0 0,-1 0-1,0-1 1,1 1-1,0 0 1,0-1 0,0 1-1,0-1 1,1 0-1,-1 0 1,1 0 0,0 0-1,-1 0 1,2 0-1,-1-1 1,0 1 0,0-1-1,1 0 1,-1 0-1,1 0 1,0-1 0,-1 1-1,1-1 1,0 0-1,0 0 1,6 1 0,6 0 133,1 1 1,0-2-1,-1 0 1,1-1-1,17-3 1,-21 1-196,1 0-1,-1 0 1,0-2-1,0 0 1,-1 0 0,1-1-1,-1-1 1,0 0-1,0 0 1,14-12 0,-22 16-46,0-1 0,-1 0 0,1 0 0,-1 0 1,0-1-1,0 1 0,0-1 0,0 0 0,-1 0 1,1 0-1,-1 0 0,0 0 0,0-1 0,-1 1 1,1 0-1,-1-1 0,0 0 0,0 1 0,0-1 0,-1 1 1,0-1-1,0 0 0,0 0 0,0 1 0,-1-1 1,1 0-1,-1 1 0,-1-1 0,1 1 0,-1-1 1,1 1-1,-5-8 0,3 8-81,1 0 0,-1 0 0,0 1-1,0-1 1,-1 1 0,1-1 0,-1 1 0,1 0 0,-1 0 0,0 1-1,0-1 1,0 1 0,-1 0 0,1 0 0,0 0 0,-1 1 0,1-1 0,-1 1-1,0 0 1,1 0 0,-7 1 0,-4-1-174,1 0 1,0 2-1,-1 0 0,1 1 1,-26 6-1,-3 5-1103</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4:37.735"/>
    </inkml:context>
    <inkml:brush xml:id="br0">
      <inkml:brushProperty name="width" value="0.05" units="cm"/>
      <inkml:brushProperty name="height" value="0.05" units="cm"/>
      <inkml:brushProperty name="color" value="#004F8B"/>
    </inkml:brush>
  </inkml:definitions>
  <inkml:trace contextRef="#ctx0" brushRef="#br0">54 33 2793,'-54'-10'11859,"63"9"-11249,269-20-2631,-239 21-690</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4:37.908"/>
    </inkml:context>
    <inkml:brush xml:id="br0">
      <inkml:brushProperty name="width" value="0.05" units="cm"/>
      <inkml:brushProperty name="height" value="0.05" units="cm"/>
      <inkml:brushProperty name="color" value="#004F8B"/>
    </inkml:brush>
  </inkml:definitions>
  <inkml:trace contextRef="#ctx0" brushRef="#br0">1 27 6465,'0'0'4833,"2"0"-3944,32-1-297,0-4-328,5-2-104,9 1-952,1-2-1265</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4:38.612"/>
    </inkml:context>
    <inkml:brush xml:id="br0">
      <inkml:brushProperty name="width" value="0.05" units="cm"/>
      <inkml:brushProperty name="height" value="0.05" units="cm"/>
      <inkml:brushProperty name="color" value="#004F8B"/>
    </inkml:brush>
  </inkml:definitions>
  <inkml:trace contextRef="#ctx0" brushRef="#br0">52 1 4073,'-1'0'54,"-1"0"1,1 0-1,0 0 1,0 0-1,0 1 1,0-1-1,0 0 1,0 1-1,-1-1 1,1 1 0,0-1-1,0 1 1,0 0-1,1-1 1,-1 1-1,0 0 1,0 0-1,0 0 1,0-1-1,1 1 1,-2 2-1,0 0-15,0 1 0,1-1-1,-1 1 1,1-1 0,0 1 0,0-1 0,0 5-1,-1 8 91,1 0-1,1 22 1,0-35-48,0 27 535,-2 0 1,-10 57 3121,12-96-3223,1 0 1,1 1-1,-1-1 0,1 1 1,6-16-1,-4 15-594,0 0 1,1 1-1,0-1 0,0 1 0,1 1 0,0-1 0,1 1 0,-1 0 0,1 0 1,1 1-1,-1 0 0,1 0 0,0 1 0,0 0 0,11-5 0,-4 2-180,1 2-1,0 0 0,1 0 1,-1 1-1,1 1 0,0 1 1,30-2-1,-45 5 192,0 0 1,0 0-1,0 0 1,1 0-1,-1 0 1,0 1-1,0-1 1,0 1-1,0-1 0,0 1 1,0 0-1,0 0 1,-1 0-1,1 0 1,0 0-1,0 0 1,-1 0-1,1 1 0,-1-1 1,1 1-1,-1-1 1,1 1-1,-1-1 1,0 1-1,0 0 1,0 0-1,0 0 0,0-1 1,0 1-1,0 0 1,-1 0-1,1 3 1,1-1 93,-1-1 1,1 1 0,-1-1 0,1 1 0,0-1 0,1 0 0,-1 0 0,0 0-1,1 0 1,2 3 0,-1-4 98,-1-1 0,1 1 0,-1-1 0,1 1 0,-1-1 0,1 0 0,0-1 0,-1 1-1,1 0 1,0-1 0,0 0 0,0 0 0,0 0 0,-1-1 0,1 1 0,7-2 0,-5 0-164,1 0 0,0 1 1,0-2-1,-1 1 0,1-1 0,-1 0 1,0-1-1,7-4 0,-11 7 9,-1 0-1,1 0 1,-1-1-1,0 1 0,1 0 1,-1 0-1,0-1 1,0 1-1,0 0 1,0-1-1,0 1 1,0-1-1,-1 1 1,1-1-1,0 0 0,-1 1 1,1-1-1,-1 0 1,0 0-1,1 1 1,-1-1-1,0 0 1,0 0-1,0 1 0,0-1 1,-1 0-1,1 1 1,0-1-1,-1-2 1,-1 2-54,1 0 1,0 0 0,0 1 0,-1-1 0,1 1-1,-1-1 1,1 1 0,-1-1 0,0 1-1,0 0 1,0 0 0,1 0 0,-1 0 0,0 0-1,0 0 1,0 0 0,0 1 0,-1-1-1,1 1 1,0-1 0,0 1 0,0 0 0,-3 0-1,-11 0 52,1 1 0,-1 1 0,0 1 0,1 0-1,0 1 1,0 0 0,0 1 0,0 1 0,1 1 0,-1 0-1,2 0 1,-1 2 0,1 0 0,1 0 0,-19 18 0,28-25 105,1 1 1,0-1 0,0 1 0,0 0 0,0 0-1,0 0 1,1 0 0,-1 0 0,1 0 0,0 0 0,0 0-1,0 1 1,0-1 0,0 0 0,1 1 0,0-1-1,-1 1 1,1-1 0,0 1 0,1-1 0,-1 0 0,1 1-1,0-1 1,-1 0 0,1 1 0,1-1 0,-1 0 0,0 0-1,1 0 1,0 0 0,-1 0 0,1 0 0,0 0-1,1-1 1,-1 1 0,0-1 0,1 1 0,0-1 0,-1 0-1,1 0 1,0 0 0,0-1 0,0 1 0,0-1-1,0 1 1,0-1 0,5 1 0,7 2 136,-1-1-1,1 0 1,0-2-1,0 1 1,25-2-1,-31 0-274,43 0-438</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4:38.903"/>
    </inkml:context>
    <inkml:brush xml:id="br0">
      <inkml:brushProperty name="width" value="0.05" units="cm"/>
      <inkml:brushProperty name="height" value="0.05" units="cm"/>
      <inkml:brushProperty name="color" value="#004F8B"/>
    </inkml:brush>
  </inkml:definitions>
  <inkml:trace contextRef="#ctx0" brushRef="#br0">51 0 11402,'0'0'337,"-4"8"-2096,1-1 1544,1-1 1,0 1-1,0 0 1,1 0-1,0 0 1,0 0 0,1 0-1,0 13 1,-1 8 279,-29 202 1534,30-229-1562,-1 3-49,0 0-1,0 0 1,1 0-1,-1 0 0,1 0 1,0 0-1,0 0 1,1 0-1,-1 0 1,1 0-1,0 0 1,0-1-1,2 5 0,8 7-1648</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4:39.382"/>
    </inkml:context>
    <inkml:brush xml:id="br0">
      <inkml:brushProperty name="width" value="0.05" units="cm"/>
      <inkml:brushProperty name="height" value="0.05" units="cm"/>
      <inkml:brushProperty name="color" value="#004F8B"/>
    </inkml:brush>
  </inkml:definitions>
  <inkml:trace contextRef="#ctx0" brushRef="#br0">298 2 8514,'-18'-1'24,"-1"1"1,1 1-1,0 1 1,0 0 0,0 1-1,-23 8 1,29-7-81,0 0 1,1 1 0,-1 1 0,1-1 0,0 2-1,1 0 1,0 0 0,0 1 0,-18 17 0,26-23 66,0 0-1,0 0 1,1 1 0,-1-1 0,0 1 0,1-1 0,-1 1 0,1-1 0,0 1-1,0 0 1,0-1 0,0 1 0,1 0 0,-1 0 0,1 0 0,-1 5 0,2-5 79,-1-1 1,1 1-1,-1-1 1,1 0-1,0 1 1,0-1-1,0 0 1,0 0 0,0 0-1,1 0 1,-1 0-1,1 0 1,-1 0-1,1 0 1,0 0-1,2 1 1,1 1 57,1 0 0,0 0 0,0-1 0,0 0 0,1 0 0,-1 0 0,1-1 0,-1 0-1,1-1 1,0 1 0,0-1 0,12 0 0,-9-1-287,1 0-1,-1-1 1,0-1 0,-1 0-1,1 0 1,0-1-1,0 0 1,-1-1 0,0 0-1,0 0 1,0-1-1,0 0 1,-1 0 0,13-11-1,-16 11 248,0 0-1,0-1 1,0 0 0,0 1-1,-1-1 1,0-1 0,0 1-1,-1-1 1,0 1 0,0-1-1,0 0 1,-1 0-1,0 0 1,-1 0 0,1-1-1,-1 1 1,-1 0 0,1-1-1,-1 1 1,-2-12 0,2 18-469,-2-6 983,-5 8-5231,2 3 4353,0 0-1,0 1 1,0 0 0,0-1 0,1 1-1,0 1 1,0-1 0,-4 9-1,4-8 322,1 0 0,0 1-1,0 0 1,1-1 0,0 1-1,0 0 1,0 0 0,1 1-1,0-1 1,1 0-1,-1 0 1,1 0 0,2 14-1,5-2-1128</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4:39.620"/>
    </inkml:context>
    <inkml:brush xml:id="br0">
      <inkml:brushProperty name="width" value="0.05" units="cm"/>
      <inkml:brushProperty name="height" value="0.05" units="cm"/>
      <inkml:brushProperty name="color" value="#004F8B"/>
    </inkml:brush>
  </inkml:definitions>
  <inkml:trace contextRef="#ctx0" brushRef="#br0">0 1 5209,'19'17'992,"4"4"113,2-1 71,-1 1-128,3-2-136,-4 0-400,0-2-160,0-2-304,-2-3-416,-2-4-2352</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4:39.860"/>
    </inkml:context>
    <inkml:brush xml:id="br0">
      <inkml:brushProperty name="width" value="0.05" units="cm"/>
      <inkml:brushProperty name="height" value="0.05" units="cm"/>
      <inkml:brushProperty name="color" value="#004F8B"/>
    </inkml:brush>
  </inkml:definitions>
  <inkml:trace contextRef="#ctx0" brushRef="#br0">229 1 3017,'-24'20'-240,"-3"7"192,-2 0-96,4 2 128,-2-1 88,1-2 136,6-1 128,1-4 192,0-1 160,6-4-608</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4:40.356"/>
    </inkml:context>
    <inkml:brush xml:id="br0">
      <inkml:brushProperty name="width" value="0.05" units="cm"/>
      <inkml:brushProperty name="height" value="0.05" units="cm"/>
      <inkml:brushProperty name="color" value="#004F8B"/>
    </inkml:brush>
  </inkml:definitions>
  <inkml:trace contextRef="#ctx0" brushRef="#br0">61 57 4281,'6'5'418,"0"0"1,0 0-1,0 0 1,1-1-1,0 0 1,0 0-1,0-1 1,0 0-1,1 0 1,-1-1-1,10 3 1,-3-3-239,1 0 0,-1-1 1,1 0-1,0-1 1,19-2-1,-24 0-172,0 1 1,-1-1-1,1-1 0,0 1 1,11-7-1,-18 9-6,-1-1 0,0 0 0,0 0 0,1-1 0,-1 1 0,0 0 0,0-1 0,0 1 0,-1-1 0,1 0 0,0 1 0,-1-1 0,1 0 0,-1 0 0,1 0 0,-1 0-1,0 0 1,0-1 0,0 1 0,0 0 0,0 0 0,0-1 0,-1 1 0,1-1 0,-1 1 0,0 0 0,0-4 0,0 4-80,-1 1 0,1-1-1,-1 0 1,1 0-1,-1 1 1,0-1 0,0 1-1,0-1 1,0 1 0,0-1-1,0 1 1,-1 0 0,1-1-1,0 1 1,-1 0 0,1 0-1,0 0 1,-1 0-1,0 0 1,1 0 0,-1 0-1,0 1 1,1-1 0,-1 1-1,0-1 1,1 1 0,-1 0-1,0-1 1,-3 1 0,-6-1-140,-1 0 0,0 1 0,-13 1 0,23-1 258,-14 1 14,0 1 0,1 1 0,-1 1 0,1 0 0,0 1 0,0 1 0,-27 13 0,33-14-46,0 0-1,0 1 1,1 0-1,0 0 1,0 1-1,0 0 1,1 0-1,0 1 1,0 0 0,1 0-1,0 0 1,1 1-1,-6 11 1,10-17 36,0-1 1,0 1 0,0-1-1,0 1 1,1 0 0,-1-1 0,1 1-1,0-1 1,0 1 0,0 0-1,0-1 1,0 1 0,0 0-1,1-1 1,0 1 0,-1 0-1,1-1 1,0 1 0,0-1-1,0 1 1,0-1 0,1 0 0,1 3-1,1 0-66,0-1-1,1 0 1,-1 0-1,1 0 0,0 0 1,0-1-1,0 0 1,0 0-1,7 2 1,28 12-1806</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4:41.015"/>
    </inkml:context>
    <inkml:brush xml:id="br0">
      <inkml:brushProperty name="width" value="0.05" units="cm"/>
      <inkml:brushProperty name="height" value="0.05" units="cm"/>
      <inkml:brushProperty name="color" value="#004F8B"/>
    </inkml:brush>
  </inkml:definitions>
  <inkml:trace contextRef="#ctx0" brushRef="#br0">347 409 6265,'-26'2'-14,"1"2"-1,-1 1 0,1 2 0,0 0 0,0 1 1,1 2-1,0 0 0,0 2 0,2 0 0,-42 31 1,61-41 83,0 0 1,0 1-1,0-1 1,1 1-1,-1 0 1,1-1-1,0 1 1,0 1-1,0-1 1,0 0-1,0 0 1,1 1-1,0-1 1,-1 1-1,1-1 1,1 1-1,-1-1 1,0 1-1,1 0 1,0-1-1,0 1 1,0 0-1,0-1 1,0 1 0,2 4-1,-1-4 20,1 0 0,0-1 0,0 1 0,0 0 0,0-1 0,1 0 0,-1 1-1,1-1 1,0 0 0,0 0 0,0-1 0,0 1 0,1 0 0,-1-1 0,1 0 0,-1 0 0,1 0 0,0-1 0,0 1 0,0-1 0,0 0 0,5 2-1,10 0-157,0 0 0,-1-2 0,1 0 0,0-1 0,0 0-1,0-2 1,-1 0 0,1-1 0,-1-1 0,1-1 0,-1-1-1,-1 0 1,1-1 0,31-18 0,-39 17 102,-1 0 1,0-1-1,0-1 1,-1 1 0,0-1-1,-1 0 1,0-1-1,-1 0 1,0 0-1,0 0 1,-1-1-1,-1 0 1,0 0-1,0 0 1,-1 0-1,1-13 1,2-26-103,-1 1 0,-4-80 0,-1 109 126,0 0 157,-1 0 0,-1 0 0,-1 0 0,-1 1 0,0 0 0,-13-35 0,16 53-322,-4 9-3170,-4 9 3110,1 1 1,0 0-1,2 0 0,-10 35 1,-11 84 286,14-59-74,12-74-46,-7 34 241,2 0 1,-2 58-1,8-85-38,0-1 0,0 1 1,1 0-1,0 0 0,1-1 1,0 1-1,1-1 0,0 1 1,1-1-1,-1 0 0,2 0 1,-1-1-1,1 1 0,0-1 1,8 9-1,-9-13-93,0 0 0,1-1 0,-1 1-1,1-1 1,0 0 0,0 0 0,0-1 0,0 1 0,0-1 0,0 0 0,1-1 0,-1 1-1,8 0 1,23 2-972</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00.277"/>
    </inkml:context>
    <inkml:brush xml:id="br0">
      <inkml:brushProperty name="width" value="0.05" units="cm"/>
      <inkml:brushProperty name="height" value="0.05" units="cm"/>
      <inkml:brushProperty name="color" value="#004F8B"/>
    </inkml:brush>
  </inkml:definitions>
  <inkml:trace contextRef="#ctx0" brushRef="#br0">25 25 3049,'0'-6'8730,"0"-6"-5287,0 6-4588,-6 8-4217,5-1 5288,1 0 0,-1 0 1,1-1-1,0 1 0,0 0 0,-1 0 0,1 0 1,0-1-1,0 1 0,0 0 0,0 0 0,0 1 1,-2 25-137,2-18 68,-13 399 641,13-407-445,0-1 0,0 1 0,0-1-1,0 1 1,0 0 0,0-1 0,0 1 0,0-1-1,0 1 1,0 0 0,1-1 0,-1 1 0,0-1 0,0 1-1,0-1 1,1 1 0,-1-1 0,0 1 0,1-1 0,-1 1-1,0-1 1,1 1 0,-1-1 0,1 0 0,-1 1 0,1-1-1,-1 0 1,1 1 0,-1-1 0,1 0 0,-1 0-1,1 1 1,-1-1 0,1 0 0,1 0 0,-1 0-893</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00.772"/>
    </inkml:context>
    <inkml:brush xml:id="br0">
      <inkml:brushProperty name="width" value="0.05" units="cm"/>
      <inkml:brushProperty name="height" value="0.05" units="cm"/>
      <inkml:brushProperty name="color" value="#004F8B"/>
    </inkml:brush>
  </inkml:definitions>
  <inkml:trace contextRef="#ctx0" brushRef="#br0">68 97 4281,'0'0'1487,"7"1"-1386,1 1 141,0 0 0,0-1-1,0-1 1,0 1 0,0-1-1,0-1 1,0 1-1,1-1 1,-1-1 0,0 1-1,11-5 1,-13 4-4,0 0 0,0-1 0,0 0 0,0 0 1,-1 0-1,1 0 0,-1-1 0,0 0 0,0 0 0,0-1 0,0 1 0,-1-1 0,0 0 0,0 0 1,6-10-1,-10 14 278,1-1-710,-9-5-1169,5 5 1274,0 0 0,0 1 0,0-1 0,-1 1 0,1 0 0,0 0 0,-1 0 0,1 0-1,0 1 1,-1-1 0,1 1 0,-1 0 0,1 0 0,-1 0 0,1 1 0,-1-1 0,1 1-1,0 0 1,-1 0 0,1 0 0,-4 2 0,-14 5 15,0 2 0,1 0 0,0 2-1,-19 14 1,34-22 42,0 0 0,0 1 0,0-1 0,0 1-1,1 0 1,-1 0 0,1 1 0,1 0 0,-1-1 0,1 1 0,0 0-1,0 0 1,1 1 0,0-1 0,0 1 0,0-1 0,1 1 0,-1 7 0,2-11 87,0 0 0,1-1 0,-1 1 1,1 0-1,0-1 0,0 1 0,0-1 1,0 1-1,0-1 0,1 0 0,-1 1 1,0-1-1,1 0 0,0 0 1,0 0-1,-1 0 0,1 0 0,1-1 1,-1 1-1,0 0 0,0-1 0,0 0 1,1 1-1,-1-1 0,1 0 1,-1 0-1,6 1 0,5 2 67,0-1 0,0 0 0,0 0 0,15 0 0,-4-1-773,0-2 1,0-1-1,0 0 0,36-8 0,-8-2-1560</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01.252"/>
    </inkml:context>
    <inkml:brush xml:id="br0">
      <inkml:brushProperty name="width" value="0.05" units="cm"/>
      <inkml:brushProperty name="height" value="0.05" units="cm"/>
      <inkml:brushProperty name="color" value="#004F8B"/>
    </inkml:brush>
  </inkml:definitions>
  <inkml:trace contextRef="#ctx0" brushRef="#br0">49 31 10082,'0'0'-28,"0"-1"-1,0 1 1,0 0-1,0-1 1,0 1-1,0-1 1,0 1 0,0 0-1,-1-1 1,1 1-1,0 0 1,0-1-1,-1 1 1,1 0 0,0-1-1,0 1 1,-1 0-1,1 0 1,0-1-1,-1 1 1,1 0-1,0 0 1,-1-1 0,1 1-1,0 0 1,-1 0-1,1 0 1,0 0-1,-1 0 1,1 0-1,-1-1 1,1 1 0,0 0-1,-1 0 1,1 0-1,-1 0 1,1 0-1,0 1 1,-1-1-1,1 0 1,-1 0 0,1 0-1,0 0 1,-1 0-1,1 0 1,0 1-1,-1-1 1,1 0-1,0 0 1,-1 1 0,1-1-1,0 0 1,-1 0-1,1 1 1,0-1-1,0 0 1,-1 1-1,-12 20-1710,9-7 1573,0-1 0,1 1-1,1-1 1,0 1-1,0 0 1,2 24-1,0-20 128,-2 52 8488,3-93-6525,0 11-2079,1 0 0,1 1 1,0-1-1,1 1 0,0 0 0,0 0 1,1 0-1,1 1 0,0-1 0,0 1 0,1 1 1,0-1-1,1 1 0,0 0 0,1 1 1,-1 0-1,19-12 0,-21 15 56,0 1-1,1 0 1,0 0-1,-1 0 1,1 1-1,1 0 1,-1 1-1,0 0 1,1 0-1,-1 0 1,1 1-1,0 0 1,-1 0-1,1 1 1,0 0 0,-1 1-1,1-1 1,0 2-1,-1-1 1,1 1-1,-1 0 1,0 0-1,1 1 1,-1 0-1,0 0 1,0 1-1,-1 0 1,8 6 0,-11-8 34,0 0 1,0 1 0,0 0 0,-1-1 0,1 1 0,-1 0 0,0 0 0,0 1 0,0-1 0,0 0 0,0 1 0,-1-1 0,0 1 0,1-1 0,-2 1 0,1 0 0,0-1 0,-1 1 0,1 0 0,-1 0 0,0-1 0,-1 5 0,0 4 181,-2 0-1,1-1 1,-2 1 0,1-1 0,-9 17-1,11-26-186,0-1-1,0 1 0,1 0 1,-1-1-1,1 1 0,-1 0 1,1 0-1,0-1 0,-1 1 1,1 0-1,0 0 0,0 2 0,5 10-1964</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01.935"/>
    </inkml:context>
    <inkml:brush xml:id="br0">
      <inkml:brushProperty name="width" value="0.05" units="cm"/>
      <inkml:brushProperty name="height" value="0.05" units="cm"/>
      <inkml:brushProperty name="color" value="#004F8B"/>
    </inkml:brush>
  </inkml:definitions>
  <inkml:trace contextRef="#ctx0" brushRef="#br0">303 1 11490,'-9'0'-116,"0"0"0,0 1-1,0 0 1,0 0 0,1 1-1,-1 0 1,0 1 0,1 0-1,0 0 1,0 1 0,0 0-1,0 0 1,0 1 0,1 0-1,0 1 1,0-1 0,-8 9-1,5-4 47,0 1 0,1-1 0,0 2 0,1-1 0,0 2-1,1-1 1,0 1 0,1-1 0,0 2 0,-4 16 0,9-27 118,0 0 0,1-1 0,-1 1 0,1 0 1,-1 0-1,1 0 0,0 0 0,0 0 0,1 0 1,-1-1-1,0 1 0,1 0 0,0 0 0,-1 0 1,1 0-1,0-1 0,1 1 0,-1-1 0,0 1 1,1-1-1,0 1 0,-1-1 0,3 3 0,-2-4-52,1 1-1,-1 0 0,1-1 0,-1 1 0,1-1 0,0 0 0,-1 0 0,1 0 1,0 0-1,0-1 0,0 1 0,-1-1 0,1 0 0,0 1 0,0-1 1,0-1-1,0 1 0,0 0 0,0-1 0,-1 1 0,1-1 0,0 0 1,4-2-1,0 1 2,0-1 0,-1-1 0,1 1 0,-1-1 0,0 0 0,0-1 0,0 1 0,-1-1 0,1-1 0,-1 1 0,0-1 0,-1 1 0,0-1 0,7-12 0,-2 1 857,-1-2-1,-1 1 1,0-1 0,4-24-1,-10 41 21,-8 27-5089,3-3 3402,0 1 0,1 0 0,0 33 1,11 94 1576,-1-32-362,-7-111-329,-1 0 1,0 1-1,0-1 0,0 1 1,-1-1-1,0 0 0,-1 0 1,1 0-1,-1 0 0,-1-1 1,1 1-1,-1-1 1,-1 0-1,1 0 0,-1 0 1,0 0-1,0-1 0,0 0 1,-1 0-1,-8 6 0,10-8 63,0-1-1,0 1 1,-1-1-1,1 0 0,0 0 1,-1 0-1,0-1 1,1 0-1,-1 1 0,0-2 1,0 1-1,0 0 1,1-1-1,-1 0 0,0 0 1,0-1-1,0 1 1,0-1-1,0 0 0,1 0 1,-1-1-1,1 0 1,-1 1-1,1-1 0,-1-1 1,1 1-1,0-1 0,0 1 1,0-1-1,0-1 1,-5-4-1,5 3-10,-1 0 1,1 1-1,0-2 0,1 1 1,-1 0-1,1-1 0,0 1 0,1-1 1,-1 0-1,1 0 0,0 0 1,1-1-1,-1 1 0,1 0 0,1 0 1,-1-1-1,1 1 0,0-1 1,0 1-1,1 0 0,0-1 1,0 1-1,0 0 0,5-12 0,1 1-590,1 0-1,0 1 0,1 0 0,1 0 0,0 1 0,1 0 0,21-21 0,8-4-1415</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02.191"/>
    </inkml:context>
    <inkml:brush xml:id="br0">
      <inkml:brushProperty name="width" value="0.05" units="cm"/>
      <inkml:brushProperty name="height" value="0.05" units="cm"/>
      <inkml:brushProperty name="color" value="#004F8B"/>
    </inkml:brush>
  </inkml:definitions>
  <inkml:trace contextRef="#ctx0" brushRef="#br0">72 0 9674,'0'0'-1136,"-19"35"-4681,13-8 5016,-1 7 1490,1 2 199,0 2 96,1 2 32,0 3-712,0-2 40,0 0 280,1-3-79,1-1-1898</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02.954"/>
    </inkml:context>
    <inkml:brush xml:id="br0">
      <inkml:brushProperty name="width" value="0.05" units="cm"/>
      <inkml:brushProperty name="height" value="0.05" units="cm"/>
      <inkml:brushProperty name="color" value="#004F8B"/>
    </inkml:brush>
  </inkml:definitions>
  <inkml:trace contextRef="#ctx0" brushRef="#br0">1 142 5769,'127'-22'71,"-112"18"55,-1 0 1,1-1-1,-1-1 1,0 0-1,-1-1 1,20-12-1,-30 17 21,-1 1 0,0-1 0,0 0-1,0 0 1,0 0 0,0 0 0,-1 0 0,1 0-1,-1-1 1,1 1 0,-1-1 0,0 1-1,0-1 1,0 1 0,0-1 0,0 1-1,0-1 1,-1 0 0,1 1 0,-1-5-1,0 5 291,-20-6-3766,0 4 3058,9 3-190,11 1 396,0 0 9,0 0-1,0 0 1,-1-1-1,1 1 1,0 0-1,0 0 1,0 0-1,-1 0 1,1 0-1,0-1 1,0 1 0,-1 0-1,1 0 1,0 0-1,0 0 1,-1 0-1,1 0 1,0 0-1,-1 0 1,1 0-1,0 0 1,0 0 0,-1 0-1,1 0 1,0 0-1,0 0 1,-1 0-1,1 1 1,0-1-1,0 0 1,-1 0-1,1 0 1,0 0-1,0 0 1,0 1 0,-1-1-1,1 0 1,0 0-1,0 0 1,0 1-1,0-1 1,-1 0-1,1 0 1,0 1-1,-3 5-459,-3 7 390,1 1 0,0-1 0,1 1 0,0 0 0,1 0 0,1 1 1,-2 27-1,6 152 9106,-1-196-7951,12-39-599,-11 32-609,0-1 0,1 1 0,0 0 1,1 0-1,0 0 0,0 0 0,1 1 1,0 0-1,1 0 0,0 0 0,0 0 1,0 1-1,14-12 0,-8 11-59,0 1 0,1 0 0,0 1 0,0 0 0,0 1 0,1 0-1,0 1 1,0 1 0,0 0 0,0 1 0,0 1 0,0 0 0,1 0 0,16 3 0,-27-2 130,-1 1-1,0-1 1,0 1 0,0 0 0,0 0 0,0 0-1,-1 0 1,1 0 0,0 1 0,0-1 0,-1 1 0,1 0-1,-1 0 1,1 0 0,-1 0 0,0 0 0,0 0 0,0 0-1,2 4 1,-1-2 33,-1 1 0,0 0 0,0 0-1,-1 0 1,1 0 0,-1 0 0,0 0 0,0 1-1,0-1 1,-1 7 0,-1 11 587,-1 0 0,-2-1-1,0 1 1,-7 22 0,9-37-82,1-5-408,0 1 250,-1 1 1,1-1 0,0 0 0,1 1 0,-1-1 0,1 1-1,0-1 1,0 6 0,1-9-186,-1 0-1,1 0 1,0 1 0,-1-1 0,1 0 0,0 0-1,0 0 1,0 0 0,0 0 0,0 0-1,0 0 1,0 0 0,0 0 0,0-1-1,0 1 1,0 0 0,0-1 0,1 1 0,-1-1-1,0 1 1,1-1 0,-1 1 0,0-1-1,1 0 1,-1 0 0,0 0 0,1 0 0,-1 0-1,0 0 1,3 0 0,25-3-98,11-8-1608</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15.499"/>
    </inkml:context>
    <inkml:brush xml:id="br0">
      <inkml:brushProperty name="width" value="0.05" units="cm"/>
      <inkml:brushProperty name="height" value="0.05" units="cm"/>
      <inkml:brushProperty name="color" value="#004F8B"/>
    </inkml:brush>
  </inkml:definitions>
  <inkml:trace contextRef="#ctx0" brushRef="#br0">6 276 4921,'-1'-10'619,"-2"-18"4536,2 26-3406,0 17-2473,14 236-978,12 13 9988,-24-268-7139,8-60-846,-3 0 0,-3-80 1,-2 50-333,-3-1-41,0 63 53,2 1 1,0 0-1,10-55 1,-2 50-12,-8 35 18,0 1-1,0-1 0,1 0 1,-1 1-1,0-1 0,1 0 1,-1 1-1,0-1 0,1 0 1,-1 1-1,1-1 0,0 1 1,-1-1-1,1 1 0,-1-1 1,1 1-1,0-1 0,-1 1 1,1 0-1,0-1 0,-1 1 1,1 0-1,0-1 0,1 1 1,5-4-56,5-2-30,-1 0 0,1 1 0,0 0 1,1 1-1,-1 1 0,22-4 0,220-15-529,-127 12 507,-118 10-2001</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16.105"/>
    </inkml:context>
    <inkml:brush xml:id="br0">
      <inkml:brushProperty name="width" value="0.05" units="cm"/>
      <inkml:brushProperty name="height" value="0.05" units="cm"/>
      <inkml:brushProperty name="color" value="#004F8B"/>
    </inkml:brush>
  </inkml:definitions>
  <inkml:trace contextRef="#ctx0" brushRef="#br0">1 23 3617,'0'0'7215,"10"2"-6618,3 1-437,-1-1-1,1 0 0,0 0 1,0-2-1,0 1 1,13-3-1,83-13 463,-73 8-645,0 2-1,36 0 0</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16.823"/>
    </inkml:context>
    <inkml:brush xml:id="br0">
      <inkml:brushProperty name="width" value="0.05" units="cm"/>
      <inkml:brushProperty name="height" value="0.05" units="cm"/>
      <inkml:brushProperty name="color" value="#004F8B"/>
    </inkml:brush>
  </inkml:definitions>
  <inkml:trace contextRef="#ctx0" brushRef="#br0">318 90 2641,'0'0'6850,"13"-21"-3254,2-14-3307,-13 31-322,-2 4 16,0 0 1,0 0-1,1-1 0,-1 1 1,0 0-1,0 0 1,0 0-1,0 0 0,1 0 1,-1-1-1,0 1 0,0 0 1,0 0-1,0 0 0,0 0 1,0-1-1,1 1 0,-1 0 1,0 0-1,0 0 0,0-1 1,0 1-1,0 0 0,0 0 1,0-1-1,0 1 0,0 0 1,0 0-1,0 0 0,0-1 1,0 1-1,0 0 0,0 0 1,0-1-1,0 1 0,-1 0 1,1 0-1,0 0 0,0-1 1,0 1-1,0 0 0,0 0 1,0 0-1,-1 0 0,1-1 1,0 1-1,0 0 1,0 0-1,0 0 0,-1 0 1,1 0-1,0 0 0,0-1 1,0 1-1,-1 0 0,-6-3-557,4 1 470,0 0 0,-1 0 0,1 0 0,-1 0 0,0 1 0,1 0 0,-1 0 0,0 0 0,0 0 0,0 0 0,0 1 0,1 0 0,-1 0 0,0 0 0,0 0 0,0 1 1,0-1-1,0 1 0,0 0 0,1 0 0,-5 2 0,-5 2-93,1 0 0,0 1 0,0 1 0,1 0 0,0 1 0,-16 13 1,24-19 199,0 1 1,0-1-1,0 1 1,1 0 0,-1 0-1,1 0 1,-1 0 0,1 0-1,0 1 1,0-1-1,1 1 1,-1-1 0,1 1-1,0 0 1,0 0 0,0-1-1,0 1 1,0 0-1,1 0 1,0 0 0,0 0-1,0 0 1,0 0 0,1 0-1,-1-1 1,3 9-1,-1-9 61,0 1 0,0 0 0,1-1 0,-1 0 0,1 0 0,0 1 0,0-2 0,0 1 0,0 0 0,0-1 0,1 1 0,-1-1-1,1 0 1,-1 0 0,1 0 0,7 2 0,7 2-6,1-1 1,26 4-1,-14-3-22,-19-4-56,50 15-71,-59-15 20,1-1 1,-1 1-1,0-1 1,1 1 0,-1 0-1,0 0 1,0 0-1,0 1 1,0-1-1,-1 1 1,1-1-1,-1 1 1,0 0-1,4 5 1,-6-7 38,0 1 1,1 0-1,-1-1 1,0 1 0,0 0-1,0-1 1,0 1-1,0 0 1,0-1-1,0 1 1,-1 0-1,1-1 1,-1 1-1,1 0 1,-1-1-1,0 1 1,1-1 0,-1 1-1,0-1 1,0 1-1,0-1 1,0 0-1,0 0 1,0 1-1,-1-1 1,1 0-1,0 0 1,-1 0 0,1 0-1,-1 0 1,-1 1-1,-8 4 45,1 1-1,-23 8 0,32-14-17,-25 10 171,-1-1 1,0-1 0,-1-2-1,0 0 1,0-2-1,-1-1 1,1-1-1,-54-3 1,63-3 192,4-4-310</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17.253"/>
    </inkml:context>
    <inkml:brush xml:id="br0">
      <inkml:brushProperty name="width" value="0.05" units="cm"/>
      <inkml:brushProperty name="height" value="0.05" units="cm"/>
      <inkml:brushProperty name="color" value="#004F8B"/>
    </inkml:brush>
  </inkml:definitions>
  <inkml:trace contextRef="#ctx0" brushRef="#br0">1 101 6793,'0'0'9088,"8"-3"-8896,43-13 8,1 2 1,57-9 0,80-22-3096</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17.493"/>
    </inkml:context>
    <inkml:brush xml:id="br0">
      <inkml:brushProperty name="width" value="0.05" units="cm"/>
      <inkml:brushProperty name="height" value="0.05" units="cm"/>
      <inkml:brushProperty name="color" value="#004F8B"/>
    </inkml:brush>
  </inkml:definitions>
  <inkml:trace contextRef="#ctx0" brushRef="#br0">0 39 4033,'0'0'6905,"2"0"-6217,30-2-23,-5-2-17,3-1-48,5-2-264,1 1-144,5-2-512,1 2-672</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17.908"/>
    </inkml:context>
    <inkml:brush xml:id="br0">
      <inkml:brushProperty name="width" value="0.05" units="cm"/>
      <inkml:brushProperty name="height" value="0.05" units="cm"/>
      <inkml:brushProperty name="color" value="#004F8B"/>
    </inkml:brush>
  </inkml:definitions>
  <inkml:trace contextRef="#ctx0" brushRef="#br0">1 56 4449,'0'0'2466,"8"-1"-954,47-2-369,0-2-1,0-3 1,0-2 0,56-18-1,-109 27-579,-38 3-2037,-1 2 666,-62 14 0,19-2 579,64-13-977</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18.291"/>
    </inkml:context>
    <inkml:brush xml:id="br0">
      <inkml:brushProperty name="width" value="0.05" units="cm"/>
      <inkml:brushProperty name="height" value="0.05" units="cm"/>
      <inkml:brushProperty name="color" value="#004F8B"/>
    </inkml:brush>
  </inkml:definitions>
  <inkml:trace contextRef="#ctx0" brushRef="#br0">45 1 8010,'0'0'1684,"-1"7"-3670,-37 264 1244,34-221 1027,3 1 0,1-1 0,11 78 0,-2-92 866,-8-35-1507</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18.739"/>
    </inkml:context>
    <inkml:brush xml:id="br0">
      <inkml:brushProperty name="width" value="0.05" units="cm"/>
      <inkml:brushProperty name="height" value="0.05" units="cm"/>
      <inkml:brushProperty name="color" value="#004F8B"/>
    </inkml:brush>
  </inkml:definitions>
  <inkml:trace contextRef="#ctx0" brushRef="#br0">297 1 3977,'0'0'843,"-6"6"-111,-150 155 813,42-47-1339,112-112-185,0 0-1,0 0 1,0 0-1,0 1 1,1-1 0,-1 0-1,1 1 1,-1-1 0,1 1-1,0 0 1,-2 4 0,3-6 30,0 1 0,1-1 0,-1 0 1,0 1-1,1-1 0,-1 0 0,0 0 1,1 0-1,0 1 0,-1-1 0,1 0 1,0 0-1,-1 0 0,1 0 0,0 0 1,0 0-1,0 0 0,0 0 1,0-1-1,0 1 0,0 0 0,0 0 1,0-1-1,1 1 0,-1-1 0,0 1 1,2 0-1,17 7 349,0-1 0,1 0 0,-1-2 0,31 5 0,-29-6-317,0 0 0,0 2 0,-1 0 0,30 14 0,-32-11-376,0-1-389</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19.107"/>
    </inkml:context>
    <inkml:brush xml:id="br0">
      <inkml:brushProperty name="width" value="0.05" units="cm"/>
      <inkml:brushProperty name="height" value="0.05" units="cm"/>
      <inkml:brushProperty name="color" value="#004F8B"/>
    </inkml:brush>
  </inkml:definitions>
  <inkml:trace contextRef="#ctx0" brushRef="#br0">1 0 5073,'0'0'283,"2"3"136,26 41 1225,2-2 0,57 61 1,-77-92-1431,1 0 0,0-1 1,0 0-1,1-1 1,0 0-1,1-1 0,0 0 1,0-1-1,0 0 0,1-1 1,28 8-1,-22-10-883</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19.395"/>
    </inkml:context>
    <inkml:brush xml:id="br0">
      <inkml:brushProperty name="width" value="0.05" units="cm"/>
      <inkml:brushProperty name="height" value="0.05" units="cm"/>
      <inkml:brushProperty name="color" value="#004F8B"/>
    </inkml:brush>
  </inkml:definitions>
  <inkml:trace contextRef="#ctx0" brushRef="#br0">332 0 3417,'-12'5'400,"-4"6"384,-3 5-168,-2 11-200,-1 6-72,-5 17-160,0-1 392,-1 5-135,-1-2 23,5-11-32,0-4-344,4-6 120,-1-5 152,1-4-160,-1 0-984</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19.984"/>
    </inkml:context>
    <inkml:brush xml:id="br0">
      <inkml:brushProperty name="width" value="0.05" units="cm"/>
      <inkml:brushProperty name="height" value="0.05" units="cm"/>
      <inkml:brushProperty name="color" value="#004F8B"/>
    </inkml:brush>
  </inkml:definitions>
  <inkml:trace contextRef="#ctx0" brushRef="#br0">0 10 232,'5'7'17049,"-2"-20"-16696,-3 10-2984</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20.319"/>
    </inkml:context>
    <inkml:brush xml:id="br0">
      <inkml:brushProperty name="width" value="0.05" units="cm"/>
      <inkml:brushProperty name="height" value="0.05" units="cm"/>
      <inkml:brushProperty name="color" value="#004F8B"/>
    </inkml:brush>
  </inkml:definitions>
  <inkml:trace contextRef="#ctx0" brushRef="#br0">73 1 11458,'0'0'5052,"2"4"-7324,2 8 2081,-1-1 1,-1 1-1,1-1 1,-2 1-1,0 0 1,0 0 0,-1 0-1,-1 0 1,0-1-1,0 1 1,-5 17-1,-6 14 451,-29 72 0,29-84-475,-4 10-1920</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20.878"/>
    </inkml:context>
    <inkml:brush xml:id="br0">
      <inkml:brushProperty name="width" value="0.05" units="cm"/>
      <inkml:brushProperty name="height" value="0.05" units="cm"/>
      <inkml:brushProperty name="color" value="#004F8B"/>
    </inkml:brush>
  </inkml:definitions>
  <inkml:trace contextRef="#ctx0" brushRef="#br0">0 1 6473,'0'0'5139,"5"1"-4975,23 7-241,0 2-1,0 1 1,-1 1 0,0 2 0,48 32 0,-44-25 137,-2 2 0,0 1 1,-2 2-1,36 42 0,-54-57-448,-2-1-1036</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21.165"/>
    </inkml:context>
    <inkml:brush xml:id="br0">
      <inkml:brushProperty name="width" value="0.05" units="cm"/>
      <inkml:brushProperty name="height" value="0.05" units="cm"/>
      <inkml:brushProperty name="color" value="#004F8B"/>
    </inkml:brush>
  </inkml:definitions>
  <inkml:trace contextRef="#ctx0" brushRef="#br0">424 0 6913,'0'0'2329,"-2"0"-2361,-28 19-112,9-5 136,-9 9 24,-3 2-8,-8 8-40,-1 2 0,0 5 40,2-1 56,-1-4 48,6 0 8,5-9 144,4-1-88,15-4-1360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21.707"/>
    </inkml:context>
    <inkml:brush xml:id="br0">
      <inkml:brushProperty name="width" value="0.05" units="cm"/>
      <inkml:brushProperty name="height" value="0.05" units="cm"/>
      <inkml:brushProperty name="color" value="#004F8B"/>
    </inkml:brush>
  </inkml:definitions>
  <inkml:trace contextRef="#ctx0" brushRef="#br0">86 1 5881,'0'0'2138,"-2"4"-2143,-17 30-381,-19 50 0,32-70 433,2 1 1,-1-1-1,2 1 1,0 0-1,1 0 0,-1 30 1,3-42 28,0-1-1,0 1 1,0-1 0,0 1 0,1-1 0,-1 0 0,1 1 0,0-1 0,0 1 0,0-1 0,0 0 0,0 0 0,0 0 0,0 1 0,1-1 0,-1 0-1,1 0 1,0-1 0,-1 1 0,1 0 0,2 1 0,-1-1-8,0-1-1,0 0 1,0 0-1,1 0 1,-1 0-1,0 0 1,0-1-1,1 1 1,-1-1-1,0 0 1,1 0-1,-1 0 1,6-1-1,3-2-56,-1 1 0,0-2 0,0 1 0,-1-1 0,1-1 0,-1 0 0,0-1 0,11-7 0,-15 8 75,-1 1 0,0-1 1,-1 0-1,1 0 0,-1-1 1,0 1-1,0-1 1,-1 0-1,1 0 0,-1 0 1,-1 0-1,1-1 0,-1 1 1,0-1-1,-1 0 1,1 0-1,0-11 0,-2 14-116,0 0-1,0 0 0,0 0 1,-1 0-1,1 0 0,-1 1 1,0-1-1,0 0 0,0 0 1,-1 1-1,1-1 0,-1 1 1,0-1-1,0 1 0,0 0 1,-1-1-1,1 1 0,-1 0 1,1 1-1,-1-1 0,0 0 1,0 1-1,-1 0 0,1-1 1,0 1-1,-1 1 0,1-1 1,-1 0-1,1 1 0,-1 0 1,0 0-1,-4-1 0,-22 0-808,-3 9-486</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22.127"/>
    </inkml:context>
    <inkml:brush xml:id="br0">
      <inkml:brushProperty name="width" value="0.05" units="cm"/>
      <inkml:brushProperty name="height" value="0.05" units="cm"/>
      <inkml:brushProperty name="color" value="#004F8B"/>
    </inkml:brush>
  </inkml:definitions>
  <inkml:trace contextRef="#ctx0" brushRef="#br0">0 2 3273,'0'0'10277,"8"1"-9587,315-1 519,-241-2-3332,-52 2-481</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22.367"/>
    </inkml:context>
    <inkml:brush xml:id="br0">
      <inkml:brushProperty name="width" value="0.05" units="cm"/>
      <inkml:brushProperty name="height" value="0.05" units="cm"/>
      <inkml:brushProperty name="color" value="#004F8B"/>
    </inkml:brush>
  </inkml:definitions>
  <inkml:trace contextRef="#ctx0" brushRef="#br0">0 1 3377,'0'0'8706,"22"11"-8154,10-10-32,5-1-56,18-3-1008,10 0-248,16-3-1297</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22.863"/>
    </inkml:context>
    <inkml:brush xml:id="br0">
      <inkml:brushProperty name="width" value="0.05" units="cm"/>
      <inkml:brushProperty name="height" value="0.05" units="cm"/>
      <inkml:brushProperty name="color" value="#004F8B"/>
    </inkml:brush>
  </inkml:definitions>
  <inkml:trace contextRef="#ctx0" brushRef="#br0">98 112 5561,'0'0'3724,"-9"3"-3336,3 2-428,-1 0-1,1 0 1,-1 1 0,1-1 0,1 2 0,-1-1 0,1 0-1,0 1 1,1 0 0,0 0 0,0 0 0,0 1 0,1-1 0,0 1-1,0 0 1,1 0 0,0 0 0,1 0 0,-1 0 0,1 9-1,0-6 139,0 1-1,1-1 1,0 1-1,1-1 0,0 0 1,1 0-1,0 1 1,1-1-1,0 0 0,1-1 1,0 1-1,0 0 0,1-1 1,12 18-1,-13-23-18,1 0 0,-1 0 1,1-1-1,0 0 0,0 0 0,1 0 0,-1 0 0,1-1 0,0 0 1,0 0-1,0 0 0,0-1 0,7 2 0,-2-2-122,0 0 1,-1 0-1,1-1 0,0-1 0,0 0 1,0 0-1,16-4 0,-9 1 6,-1-1-1,1-1 0,-1 0 1,0-2-1,-1 0 0,1-1 1,-1 0-1,-1-1 0,21-16 1,-26 16 369,-1 0 0,0-1 0,0 0 0,-1-1 0,0 0 0,0 0 0,-2 0 0,1-1 0,5-17 0,-5 12 165,-1 0 0,-1-1-1,-1 1 1,-1-1 0,0 0-1,0-24 1,-3 36-527,0 0-1,0 0 0,0 0 1,-1 0-1,0 0 1,-1 0-1,1 0 1,-1 1-1,0-1 1,-1 0-1,1 1 1,-1 0-1,0 0 0,0 0 1,-1 0-1,1 0 1,-9-7-1,6 6-162,-1 1-1,0 1 1,0-1-1,0 1 1,-1 0-1,0 1 0,1 0 1,-1 0-1,0 0 1,-1 1-1,1 0 1,-13 0-1,-3 0-359,-38 2 1,-36 7-711</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33.059"/>
    </inkml:context>
    <inkml:brush xml:id="br0">
      <inkml:brushProperty name="width" value="0.05" units="cm"/>
      <inkml:brushProperty name="height" value="0.05" units="cm"/>
      <inkml:brushProperty name="color" value="#004F8B"/>
    </inkml:brush>
  </inkml:definitions>
  <inkml:trace contextRef="#ctx0" brushRef="#br0">2 30 3681,'-1'-7'7281,"0"-8"-5331,2 14-1984,0 1 1,0-1-1,1 0 0,-1 0 1,0 1-1,0-1 0,1 1 1,-1-1-1,0 1 0,0-1 0,1 1 1,-1 0-1,1 0 0,-1 0 1,0 0-1,1 0 0,-1 0 1,0 0-1,1 0 0,-1 0 1,0 1-1,1-1 0,-1 0 1,0 1-1,0-1 0,1 1 0,-1 0 1,0-1-1,0 1 0,2 1 1,38 33-592,-32-26 555,37 34-37,-1 3 1,75 101-1,-110-131 328,-1 0 0,12 29 0,-20-43-549</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33.395"/>
    </inkml:context>
    <inkml:brush xml:id="br0">
      <inkml:brushProperty name="width" value="0.05" units="cm"/>
      <inkml:brushProperty name="height" value="0.05" units="cm"/>
      <inkml:brushProperty name="color" value="#004F8B"/>
    </inkml:brush>
  </inkml:definitions>
  <inkml:trace contextRef="#ctx0" brushRef="#br0">431 1 9482,'0'0'4013,"-4"1"-6087,-6 5 1830,1 1-1,-1-1 0,1 2 1,1-1-1,-1 1 1,1 0-1,1 1 1,-8 10-1,-13 13 142,-95 79 1277,92-86-1119,1 1 0,0 2 0,2 1 0,-37 49 0,59-67-2475</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33.795"/>
    </inkml:context>
    <inkml:brush xml:id="br0">
      <inkml:brushProperty name="width" value="0.05" units="cm"/>
      <inkml:brushProperty name="height" value="0.05" units="cm"/>
      <inkml:brushProperty name="color" value="#004F8B"/>
    </inkml:brush>
  </inkml:definitions>
  <inkml:trace contextRef="#ctx0" brushRef="#br0">0 4 3689,'0'0'5913,"10"0"-3619,115-1 658,-27-1-3689,-88 2-2068</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34.099"/>
    </inkml:context>
    <inkml:brush xml:id="br0">
      <inkml:brushProperty name="width" value="0.05" units="cm"/>
      <inkml:brushProperty name="height" value="0.05" units="cm"/>
      <inkml:brushProperty name="color" value="#004F8B"/>
    </inkml:brush>
  </inkml:definitions>
  <inkml:trace contextRef="#ctx0" brushRef="#br0">0 0 4649,'0'0'5418,"4"1"-5031,35 2 1557,74-1-1,-56-3-2140</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35.553"/>
    </inkml:context>
    <inkml:brush xml:id="br0">
      <inkml:brushProperty name="width" value="0.05" units="cm"/>
      <inkml:brushProperty name="height" value="0.05" units="cm"/>
      <inkml:brushProperty name="color" value="#004F8B"/>
    </inkml:brush>
  </inkml:definitions>
  <inkml:trace contextRef="#ctx0" brushRef="#br0">56 55 4529,'3'-54'7414,"-10"79"-13416,-36 239 4717,35-46 2678,8-190 2152</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35.967"/>
    </inkml:context>
    <inkml:brush xml:id="br0">
      <inkml:brushProperty name="width" value="0.05" units="cm"/>
      <inkml:brushProperty name="height" value="0.05" units="cm"/>
      <inkml:brushProperty name="color" value="#004F8B"/>
    </inkml:brush>
  </inkml:definitions>
  <inkml:trace contextRef="#ctx0" brushRef="#br0">182 8 4457,'0'0'4822,"-13"-1"-6966,-21-4 1753,32 5 385,0 0-1,0-1 0,1 1 1,-1 0-1,0 0 1,0 0-1,0 0 1,0 0-1,0 1 1,0-1-1,1 1 1,-1-1-1,0 1 1,0-1-1,0 1 1,1 0-1,-3 1 0,-3 2 5,1-2-69,1 1 0,-1-1 0,1 1 0,-1 0 0,1 1 0,0-1 0,0 1 0,0 0 0,1 1-1,0-1 1,-1 1 0,1 0 0,1 0 0,-1 0 0,1 0 0,0 0 0,0 1 0,0 0 0,-2 9 0,4-11 150,0 0 1,1 0-1,-1-1 1,1 1 0,0 0-1,0 0 1,0 0-1,0 0 1,1 0-1,-1 0 1,1 0-1,0 0 1,1-1-1,-1 1 1,1 0-1,-1-1 1,1 1-1,0-1 1,0 1-1,1-1 1,-1 0 0,1 0-1,-1 0 1,1 0-1,0-1 1,0 1-1,0-1 1,1 0-1,-1 0 1,7 4-1,22 7 179,8-2-934</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36.671"/>
    </inkml:context>
    <inkml:brush xml:id="br0">
      <inkml:brushProperty name="width" value="0.05" units="cm"/>
      <inkml:brushProperty name="height" value="0.05" units="cm"/>
      <inkml:brushProperty name="color" value="#004F8B"/>
    </inkml:brush>
  </inkml:definitions>
  <inkml:trace contextRef="#ctx0" brushRef="#br0">85 52 7378,'0'-1'-14,"0"1"1,0 0 0,0 0 0,0 0-1,0 0 1,0-1 0,-1 1 0,1 0-1,0 0 1,0 0 0,0 0 0,0-1 0,0 1-1,0 0 1,0 0 0,0 0 0,0 0-1,0 0 1,-1-1 0,1 1 0,0 0-1,0 0 1,0 0 0,0 0 0,0 0-1,-1 0 1,1 0 0,0-1 0,0 1 0,0 0-1,0 0 1,0 0 0,-1 0 0,1 0-1,0 0 1,0 0 0,0 0 0,-1 0-1,1 0 1,0 0 0,0 0 0,0 0 0,0 0-1,-1 0 1,-8 8-970,-7 16-843,4 7 1981,1 1 1,1 1-1,2-1 1,-4 41 7121,14-77-5585,23-42-545,-10 18-1228,1 0 1,31-41-1,-43 62-30,1 1 0,1 1 0,-1-1 0,1 1 0,-1 0 0,1 0 0,1 1 0,-1 0 0,1 0 0,0 0 0,0 1 0,0 0 1,0 0-1,0 1 0,1 0 0,10-2 0,-16 4 5,0 0 0,0 0 1,0 0-1,0 0 1,0 0-1,1 1 0,-1-1 1,0 1-1,0-1 1,0 1-1,0 0 0,0 0 1,0 0-1,-1 0 0,1 0 1,0 0-1,0 0 1,-1 1-1,1-1 0,1 3 1,1 0-34,-2 0 1,1 0-1,0 0 1,-1 1 0,0-1-1,0 1 1,0 0-1,1 7 1,1 6 41,-1 0 1,-1 0-1,0 32 1,0-35 2661,1-27 3168,0-1-3848,2 1-3291,0-2 1216,1 1 0,1 0 0,0 0 0,1 0 0,0 1 0,1 1 0,0-1 0,1 1 0,0 1 0,1 0 0,0 0 0,1 1 0,21-13 0,-32 21 107,1 1 0,0-1 0,0 0 0,-1 0-1,1 1 1,0-1 0,0 1 0,0 0 0,0-1 0,0 1 0,0 0 0,0 0 0,0 0 0,-1 1 0,1-1 0,0 0-1,0 1 1,0-1 0,0 1 0,0-1 0,-1 1 0,1 0 0,2 1 0,-1 1-41,0-1 1,-1 1-1,1 0 0,0 0 1,-1 0-1,0 0 0,0 0 1,0 0-1,0 1 0,0-1 1,1 4-1,2 10-120,0 0 0,0 0 1,3 34-1,-8-37 423,0-1 0,0 1 0,-1-1 0,-1 1 1,-4 16-1,6-29-178,-5 18-216</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37.222"/>
    </inkml:context>
    <inkml:brush xml:id="br0">
      <inkml:brushProperty name="width" value="0.05" units="cm"/>
      <inkml:brushProperty name="height" value="0.05" units="cm"/>
      <inkml:brushProperty name="color" value="#004F8B"/>
    </inkml:brush>
  </inkml:definitions>
  <inkml:trace contextRef="#ctx0" brushRef="#br0">1 16 9018,'0'0'5641,"2"0"-5409,32-1 24,-11-2 56,2 1 8,4-3-80,-1 4-48,5-3-112,4 4-56,3 0-1000,4 0-776</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37.430"/>
    </inkml:context>
    <inkml:brush xml:id="br0">
      <inkml:brushProperty name="width" value="0.05" units="cm"/>
      <inkml:brushProperty name="height" value="0.05" units="cm"/>
      <inkml:brushProperty name="color" value="#004F8B"/>
    </inkml:brush>
  </inkml:definitions>
  <inkml:trace contextRef="#ctx0" brushRef="#br0">1 1 7906,'0'0'4609,"19"6"-3825,3-6-128,10-1-360,15-1-1824</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37.973"/>
    </inkml:context>
    <inkml:brush xml:id="br0">
      <inkml:brushProperty name="width" value="0.05" units="cm"/>
      <inkml:brushProperty name="height" value="0.05" units="cm"/>
      <inkml:brushProperty name="color" value="#004F8B"/>
    </inkml:brush>
  </inkml:definitions>
  <inkml:trace contextRef="#ctx0" brushRef="#br0">78 51 3881,'-5'10'-1240,"-7"9"1121,0 1 0,2 0 0,1 1 0,-9 28 1,15-43 311,1 1 1,0-1-1,1 1 1,-1 0 0,1 0-1,1 0 1,-1 0-1,1 0 1,1 0 0,-1 0-1,1-1 1,0 1-1,1 0 1,-1 0 0,1-1-1,1 1 1,-1-1-1,1 1 1,6 8 0,-6-12 25,0 0 0,0 0 1,0 0-1,1-1 1,-1 1-1,1-1 0,0 0 1,-1 0-1,1 0 1,0-1-1,0 1 1,0-1-1,0 0 0,1 0 1,-1-1-1,0 1 1,0-1-1,1 0 0,-1 0 1,0 0-1,0 0 1,0-1-1,1 0 0,-1 0 1,6-2-1,4-1 72,1-1-1,-1-1 0,0 0 1,0-1-1,23-15 1,-26 14-63,0 0 0,-1-1 0,0 0 0,0-1 0,-1 0 0,0-1 0,-1 0 0,0 0-1,-1-1 1,7-14 0,-11 21-258,-1-1 0,0 1-1,0-1 1,0 0-1,-1 0 1,1 0-1,-2 0 1,1 0 0,0 0-1,-1 0 1,0 0-1,-1 0 1,0 0-1,1 0 1,-2 0 0,1 0-1,-1 0 1,0 1-1,0-1 1,0 1-1,-1-1 1,0 1-1,0 0 1,-7-10 0,7 13-140,1-1 0,-1 0-1,0 1 1,0 0 0,1 0 0,-2-1 0,1 2 0,0-1 0,0 0 0,-1 1 0,1-1 0,0 1 0,-1 0 0,0 0 0,-3 0 0,0 0-20,1 1 1,-1 0-1,0 0 1,1 0-1,-1 1 1,0 0-1,-11 4 1,5-1 25,1 1 0,-1 0 1,1 1-1,0 0 0,1 1 0,-1 0 1,-15 15-1,5-3-736</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38.307"/>
    </inkml:context>
    <inkml:brush xml:id="br0">
      <inkml:brushProperty name="width" value="0.05" units="cm"/>
      <inkml:brushProperty name="height" value="0.05" units="cm"/>
      <inkml:brushProperty name="color" value="#004F8B"/>
    </inkml:brush>
  </inkml:definitions>
  <inkml:trace contextRef="#ctx0" brushRef="#br0">0 16 11963,'5'-6'4545,"-5"4"-3689,0 1-320,0-1-728,0 0-424,0 1-585,-2-1-95</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38.916"/>
    </inkml:context>
    <inkml:brush xml:id="br0">
      <inkml:brushProperty name="width" value="0.05" units="cm"/>
      <inkml:brushProperty name="height" value="0.05" units="cm"/>
      <inkml:brushProperty name="color" value="#004F8B"/>
    </inkml:brush>
  </inkml:definitions>
  <inkml:trace contextRef="#ctx0" brushRef="#br0">127 35 4241,'-7'2'-77,"0"0"1,0 1-1,0 0 1,0 1-1,1-1 1,0 1-1,-1 1 1,1-1-1,1 1 1,-1 0-1,1 0 1,0 1-1,0-1 1,1 1-1,-1 0 1,1 0-1,0 1 1,1-1-1,0 1 1,0 0-1,-3 11 1,4-13 225,0 0 0,1 0 0,0 0 0,0 0 0,0 0 0,1 0 0,-1 0 1,1 0-1,0 0 0,1 0 0,-1 0 0,1 0 0,0 0 0,0 0 0,1 0 1,-1 0-1,1 0 0,0-1 0,1 1 0,-1 0 0,1-1 0,0 0 0,0 0 1,0 0-1,0 0 0,1 0 0,0-1 0,0 1 0,0-1 0,0 0 0,9 5 1,-6-5 132,1 0 0,0-1 0,0 0 0,0 0 0,0-1 0,1 0 0,-1 0 0,0-1 0,0 0 0,15-2 0,-6 0 92,1-1 0,-1-1 0,33-12 0,-42 12-191,0-1 0,1 0 0,-2 0 0,1 0 0,-1-1 0,1-1-1,-2 1 1,1-1 0,-1 0 0,0-1 0,0 1 0,-1-1 0,0 0 0,6-16 0,-8 19-212,0-1 0,-1 0 0,1 1 1,-1-1-1,-1 0 0,1-1 0,-1 1 0,0 0 0,-1 0 0,0-1 1,0 1-1,0 0 0,0 0 0,-1-1 0,0 1 0,0 0 0,-1 0 1,0 0-1,0 0 0,0 0 0,-1 1 0,-5-10 0,5 12-109,0 0 0,0 0 0,0 1 0,0-1-1,0 1 1,0 0 0,-1 0 0,1 0 0,-1 0 0,1 1-1,-1-1 1,0 1 0,0 0 0,1 0 0,-1 0 0,0 1-1,0 0 1,0-1 0,0 1 0,-4 1 0,-9 0-441,1 1 0,0 1 1,-20 6-1,35-9 557,-45 14-2315</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39.297"/>
    </inkml:context>
    <inkml:brush xml:id="br0">
      <inkml:brushProperty name="width" value="0.05" units="cm"/>
      <inkml:brushProperty name="height" value="0.05" units="cm"/>
      <inkml:brushProperty name="color" value="#004F8B"/>
    </inkml:brush>
  </inkml:definitions>
  <inkml:trace contextRef="#ctx0" brushRef="#br0">19 1 6121,'1'5'-2590,"1"79"25,-11 120 6602,6-154-4080,-5-10 1908,6-31-2361</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40.160"/>
    </inkml:context>
    <inkml:brush xml:id="br0">
      <inkml:brushProperty name="width" value="0.05" units="cm"/>
      <inkml:brushProperty name="height" value="0.05" units="cm"/>
      <inkml:brushProperty name="color" value="#004F8B"/>
    </inkml:brush>
  </inkml:definitions>
  <inkml:trace contextRef="#ctx0" brushRef="#br0">10 27 4993,'0'16'-2439,"0"-15"2441,-10 132 10627,11-137-10458,0 0-1,0 1 0,0 0 0,1-1 0,-1 1 0,1 0 0,0-1 0,0 1 1,3-3-1,4-9-184,-2 4-199,0-1 0,0 1 0,2 0 0,-1 1 0,17-16 1,-20 21 95,0 1 1,0 0 0,0 0 0,0 1 0,0-1 0,1 1-1,0 1 1,-1-1 0,1 1 0,0 0 0,0 0 0,1 0 0,-1 1-1,10-1 1,-14 2 20,0 0-1,0 0 1,0 0 0,-1 1-1,1-1 1,0 0 0,0 1-1,-1 0 1,1-1 0,0 1-1,-1 0 1,1 0-1,-1 0 1,1 0 0,-1 0-1,1 0 1,-1 0 0,0 0-1,1 1 1,-1-1 0,2 3-1,-1 0-67,0 0-1,0 0 1,-1 0-1,1 0 1,-1 0 0,0 0-1,0 1 1,1 7-1,-2 4 98,0 0-1,0 0 0,-2 0 1,1 16 5956,11-40-3638,18-18-2802,-17 15 966,0 1-509,0 0 0,1 1-1,0 0 1,0 0-1,1 2 1,0-1-1,0 2 1,1 0 0,14-5-1,-26 11-129,0 10-3495,-1 17 3550,0-1 0,-1 1 0,-5 27 0,0 17 697,5-65-279,0-1 1,0 1-1,0 0 0,1-1 1,0 1-1,0 0 1,0-1-1,1 1 1,3 7-1,-4-11-199,0-1 0,0 1-1,1 0 1,-1 0 0,0-1 0,1 1-1,-1-1 1,1 1 0,0-1 0,-1 1-1,1-1 1,0 0 0,0 0 0,0 0-1,0 0 1,0 0 0,0-1 0,0 1-1,0 0 1,0-1 0,0 0 0,0 1-1,1-1 1,-1 0 0,0 0 0,0 0-1,3-1 1,23-3-1526</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48.463"/>
    </inkml:context>
    <inkml:brush xml:id="br0">
      <inkml:brushProperty name="width" value="0.05" units="cm"/>
      <inkml:brushProperty name="height" value="0.05" units="cm"/>
      <inkml:brushProperty name="color" value="#004F8B"/>
    </inkml:brush>
  </inkml:definitions>
  <inkml:trace contextRef="#ctx0" brushRef="#br0">1 0 5553,'0'0'10341</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41.743"/>
    </inkml:context>
    <inkml:brush xml:id="br0">
      <inkml:brushProperty name="width" value="0.05" units="cm"/>
      <inkml:brushProperty name="height" value="0.05" units="cm"/>
      <inkml:brushProperty name="color" value="#004F8B"/>
    </inkml:brush>
  </inkml:definitions>
  <inkml:trace contextRef="#ctx0" brushRef="#br0">8 72 2777,'1'-1'400,"-1"0"0,0-1 0,0 1 0,0 0 0,1 0 0,-1-1 0,0 1 0,1 0 0,-1 0 0,1 0 0,0 0 0,-1 0 0,1 0 1,0 0-1,0 0 0,-1 0 0,1 0 0,0 0 0,1-1 0,2 24 270,-9 51-2095,5-73 1592,-12 348 7814,12-352-6605,-2-167 358,-2 116-1915,4 0 0,9-89 0,-9 140 120,1 1 0,0 0 0,0-1 1,1 1-1,-1 0 0,0 0 0,1 0 0,0 0 0,2-3 1,6-12-658,5 9 512</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43.941"/>
    </inkml:context>
    <inkml:brush xml:id="br0">
      <inkml:brushProperty name="width" value="0.05" units="cm"/>
      <inkml:brushProperty name="height" value="0.05" units="cm"/>
      <inkml:brushProperty name="color" value="#004F8B"/>
    </inkml:brush>
  </inkml:definitions>
  <inkml:trace contextRef="#ctx0" brushRef="#br0">89 3 3145,'0'0'9288,"-24"0"-11260,-22-2 1772,27 4 12,20-1 215,0-1 0,-1 1 0,1 0 0,0-1 0,-1 1 0,1-1 0,0 1 0,0-1 0,0 1 0,0-1 0,-1 1 0,1-1 1,0 0-1,0 1 0,0-1 0,0 0 0,0 0 0,0 0 0,0 0 0,1 0 0,30 6 355,1-2-1,-1-1 1,0-2-1,60-4 1,-45 1-208,29-3-300,-46 2-468</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44.211"/>
    </inkml:context>
    <inkml:brush xml:id="br0">
      <inkml:brushProperty name="width" value="0.05" units="cm"/>
      <inkml:brushProperty name="height" value="0.05" units="cm"/>
      <inkml:brushProperty name="color" value="#004F8B"/>
    </inkml:brush>
  </inkml:definitions>
  <inkml:trace contextRef="#ctx0" brushRef="#br0">0 0 4521,'0'0'2825,"2"0"-2089,0 2 184,1-1-24,55 10-248,-31-11-472,5 2-712</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44.771"/>
    </inkml:context>
    <inkml:brush xml:id="br0">
      <inkml:brushProperty name="width" value="0.05" units="cm"/>
      <inkml:brushProperty name="height" value="0.05" units="cm"/>
      <inkml:brushProperty name="color" value="#004F8B"/>
    </inkml:brush>
  </inkml:definitions>
  <inkml:trace contextRef="#ctx0" brushRef="#br0">330 7 9498,'-3'-1'-66,"0"0"0,0 0 0,0 0 0,0 0 0,0 0 0,0 1 0,-1 0 0,1-1 0,0 1 0,0 1 0,-1-1 0,1 0 1,-6 2-1,1 0 46,-1 1 1,1 0 0,1 0-1,-1 1 1,-7 5 0,-6 5 196,0 0 0,-29 29 0,43-37-131,1 1 0,0-1 0,0 1 0,0 0 1,1 0-1,-6 12 0,10-17-15,0-1 1,0 1-1,1 0 1,-1 0-1,0 0 1,1 0-1,-1 0 1,1 0-1,0 0 1,0 0-1,0 0 1,0 0-1,0 0 1,0 0-1,0 0 1,0 0-1,1 0 1,-1 0-1,1 0 1,0-1-1,-1 1 1,1 0-1,0 0 1,0 0-1,0-1 1,0 1-1,1-1 1,-1 1-1,0 0 1,1-1-1,-1 0 1,1 1-1,2 1 1,5 2 132,1 0 1,0-1 0,0 0-1,0 0 1,0-1 0,18 3-1,35 13-229,-58-17-4,-1 0-1,0 1 0,1-1 1,-1 1-1,0-1 1,-1 1-1,1 1 0,0-1 1,-1 0-1,0 1 0,4 5 1,-5-7 31,-1-1 1,0 1-1,0 0 1,0 0-1,0-1 1,0 1 0,0 0-1,-1 0 1,1 0-1,-1 0 1,1 0 0,-1 0-1,0 0 1,1 0-1,-1 0 1,0 1-1,0-1 1,-1 0 0,1 0-1,0 0 1,-1 0-1,-1 3 1,1-2 53,-1-1 0,0 1 0,0-1 0,0 1 0,0-1 0,0 0 1,-1 0-1,1 0 0,0 0 0,-1-1 0,0 1 0,1 0 0,-6 1 0,-7 3 188,-1-1-1,0-1 0,0 0 1,-21 1-1,16-2 189,-39 0 0,54-3-391,-1 0 1,0-1-1,0 0 1,1 0-1,-1 0 1,0-1-1,1 0 1,0-1-1,-12-5 1,3-3-1400</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45.201"/>
    </inkml:context>
    <inkml:brush xml:id="br0">
      <inkml:brushProperty name="width" value="0.05" units="cm"/>
      <inkml:brushProperty name="height" value="0.05" units="cm"/>
      <inkml:brushProperty name="color" value="#004F8B"/>
    </inkml:brush>
  </inkml:definitions>
  <inkml:trace contextRef="#ctx0" brushRef="#br0">2 23 3857,'-2'0'5380,"6"0"-2097,45 0-2555,1-3 0,62-10 0,-61 7-1880,-29 6-1054</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45.553"/>
    </inkml:context>
    <inkml:brush xml:id="br0">
      <inkml:brushProperty name="width" value="0.05" units="cm"/>
      <inkml:brushProperty name="height" value="0.05" units="cm"/>
      <inkml:brushProperty name="color" value="#004F8B"/>
    </inkml:brush>
  </inkml:definitions>
  <inkml:trace contextRef="#ctx0" brushRef="#br0">0 25 5393,'0'0'5665,"8"1"-5054,21 0 60,-1-1 1,1-1-1,0-2 0,-1-1 0,54-14 1,-80 17-159,1 1-2811</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50.885"/>
    </inkml:context>
    <inkml:brush xml:id="br0">
      <inkml:brushProperty name="width" value="0.05" units="cm"/>
      <inkml:brushProperty name="height" value="0.05" units="cm"/>
      <inkml:brushProperty name="color" value="#004F8B"/>
    </inkml:brush>
  </inkml:definitions>
  <inkml:trace contextRef="#ctx0" brushRef="#br0">9 105 2280,'-2'-12'2903,"0"0"-1,0-1 0,1-14 0,1 1-2463,1 11-4774,-3 121 894,4 126 3272,37 30 402,-6-57 733,-32-192 1866</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51.491"/>
    </inkml:context>
    <inkml:brush xml:id="br0">
      <inkml:brushProperty name="width" value="0.05" units="cm"/>
      <inkml:brushProperty name="height" value="0.05" units="cm"/>
      <inkml:brushProperty name="color" value="#004F8B"/>
    </inkml:brush>
  </inkml:definitions>
  <inkml:trace contextRef="#ctx0" brushRef="#br0">37 24 2657,'-5'-24'3590,"4"32"-4146,2 45-3064,-1-45 3787,-16 537-64,1-271 358,17-186-250,0-4 4034</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53.091"/>
    </inkml:context>
    <inkml:brush xml:id="br0">
      <inkml:brushProperty name="width" value="0.05" units="cm"/>
      <inkml:brushProperty name="height" value="0.05" units="cm"/>
      <inkml:brushProperty name="color" value="#004F8B"/>
    </inkml:brush>
  </inkml:definitions>
  <inkml:trace contextRef="#ctx0" brushRef="#br0">1 1 2096,'0'0'3721</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53.427"/>
    </inkml:context>
    <inkml:brush xml:id="br0">
      <inkml:brushProperty name="width" value="0.05" units="cm"/>
      <inkml:brushProperty name="height" value="0.05" units="cm"/>
      <inkml:brushProperty name="color" value="#004F8B"/>
    </inkml:brush>
  </inkml:definitions>
  <inkml:trace contextRef="#ctx0" brushRef="#br0">1 48 2320,'0'0'9064,"5"0"-8887,55-3 373,99-19 0,4 0 649,-159 21-1535</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54.019"/>
    </inkml:context>
    <inkml:brush xml:id="br0">
      <inkml:brushProperty name="width" value="0.05" units="cm"/>
      <inkml:brushProperty name="height" value="0.05" units="cm"/>
      <inkml:brushProperty name="color" value="#004F8B"/>
    </inkml:brush>
  </inkml:definitions>
  <inkml:trace contextRef="#ctx0" brushRef="#br0">17 0 7610,'0'0'-1335,"-1"6"-1738,-5 23 2823,2-1 0,1 1 1,1 0-1,2 0 0,4 39 0,5-22 8164,-2-51-4540,28-26-2332,-26 21-1054,1 0 0,1 1 0,-1 1 0,1 0 0,21-12 0,-28 19-60,-1 0 0,1-1-1,-1 1 1,1 0 0,0 1 0,-1-1 0,1 1 0,0-1 0,0 1 0,-1 0-1,1 1 1,0-1 0,-1 0 0,1 1 0,0 0 0,-1 0 0,1 0-1,-1 1 1,1-1 0,-1 1 0,0 0 0,1-1 0,-1 1 0,0 1 0,0-1-1,4 4 1,6 9-29,1 1 0,-2 0 0,0 1-1,-1 0 1,0 0 0,-2 2 0,0-1-1,-1 1 1,8 28 0,-15-45 74,-1 1 0,1-1-1,-1 1 1,0-1 0,1 1 0,-1-1 0,0 1 0,0-1-1,-1 1 1,1 0 0,-1-1 0,1 0 0,-1 1 0,0-1-1,1 1 1,-1-1 0,-1 0 0,1 1 0,0-1-1,0 0 1,-1 0 0,1 0 0,-1 0 0,0 0 0,0-1-1,0 1 1,0 0 0,0-1 0,0 1 0,0-1 0,0 0-1,0 0 1,-1 0 0,-3 2 0,-9 3 143,0-1 0,-1-1 0,1 0 0,-22 2 0,26-4-124,-66 8-146,58-9-1336</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54.275"/>
    </inkml:context>
    <inkml:brush xml:id="br0">
      <inkml:brushProperty name="width" value="0.05" units="cm"/>
      <inkml:brushProperty name="height" value="0.05" units="cm"/>
      <inkml:brushProperty name="color" value="#004F8B"/>
    </inkml:brush>
  </inkml:definitions>
  <inkml:trace contextRef="#ctx0" brushRef="#br0">113 1 1512,'0'0'-168,"-2"0"0,-99 60 584,102-68-808,-12 34 120</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54.515"/>
    </inkml:context>
    <inkml:brush xml:id="br0">
      <inkml:brushProperty name="width" value="0.05" units="cm"/>
      <inkml:brushProperty name="height" value="0.05" units="cm"/>
      <inkml:brushProperty name="color" value="#004F8B"/>
    </inkml:brush>
  </inkml:definitions>
  <inkml:trace contextRef="#ctx0" brushRef="#br0">1 414 2537,'5'5'326,"0"-1"1,1 0 0,0 0 0,0 0 0,0 0 0,0-1 0,0 0 0,1 0 0,-1-1 0,1 0 0,0 0-1,0 0 1,-1-1 0,1 0 0,0-1 0,0 1 0,0-1 0,0-1 0,0 1 0,0-1 0,0 0 0,0-1-1,0 0 1,0 0 0,-1 0 0,1-1 0,-1 0 0,11-6 0,-6 2-151,-1 0 0,-1 0 0,1-1 0,-1 0 0,0-1 0,-1 0 0,0 0 0,-1-1 0,0 0 0,0 0 0,-1-1 0,0 0 0,-1 0 0,0 0 0,6-23 0,-8 18-45,0 1 0,-2-1 0,1 0 0,-2 0 0,-1-15 0,0 21-225,0 0 1,-1 1 0,0-1 0,0 1-1,-1 0 1,0-1 0,-1 1-1,0 0 1,-6-10 0,6 15-57,0 0 1,1 0-1,-1 1 0,-1-1 1,1 1-1,0 0 0,-1 0 1,0 0-1,1 1 0,-1-1 1,0 1-1,0 0 1,-1 1-1,1-1 0,0 1 1,0 0-1,-1 1 0,1-1 1,-1 1-1,1 0 1,0 0-1,-1 1 0,1-1 1,-6 3-1,-37 6-977</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55.184"/>
    </inkml:context>
    <inkml:brush xml:id="br0">
      <inkml:brushProperty name="width" value="0.05" units="cm"/>
      <inkml:brushProperty name="height" value="0.05" units="cm"/>
      <inkml:brushProperty name="color" value="#004F8B"/>
    </inkml:brush>
  </inkml:definitions>
  <inkml:trace contextRef="#ctx0" brushRef="#br0">9 68 8666,'0'0'1015,"0"6"-6387,-3 113 2065,2 79 4740,0-202 75,-1-39 6869,1-44-5746,1 59-2685,2 1 1,0-1-1,10-38 0,-12 65-19,0 1 0,0-1 0,0 1 0,1-1 0,-1 0 0,0 1 0,0-1 0,0 1 0,1-1 0,-1 1 0,0-1 0,1 1 0,-1-1 0,0 1 0,1 0-1,-1-1 1,1 1 0,-1-1 0,1 1 0,-1 0 0,1-1 0,-1 1 0,1 0 0,-1 0 0,1-1 0,-1 1 0,1 0 0,-1 0 0,1 0 0,-1 0 0,1 0 0,0 0-1,-1 0 1,1 0 0,-1 0 0,2 0 0,17 9-1532,-16-8 1709,5 6-312,0-1 1,0 1 0,-1 0 0,0 1-1,-1-1 1,1 1 0,-1 1 0,8 15-1,-2-5 115,1 1 129,139 192 6170,-148-219-3451,3-10-2400,0 0 0,-1 0 0,-1-1 0,0 0 0,2-23 0,5-97 134,-10 88-1810,12-67 1</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55.360"/>
    </inkml:context>
    <inkml:brush xml:id="br0">
      <inkml:brushProperty name="width" value="0.05" units="cm"/>
      <inkml:brushProperty name="height" value="0.05" units="cm"/>
      <inkml:brushProperty name="color" value="#004F8B"/>
    </inkml:brush>
  </inkml:definitions>
  <inkml:trace contextRef="#ctx0" brushRef="#br0">0 1 5625,'0'0'-216</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55.503"/>
    </inkml:context>
    <inkml:brush xml:id="br0">
      <inkml:brushProperty name="width" value="0.05" units="cm"/>
      <inkml:brushProperty name="height" value="0.05" units="cm"/>
      <inkml:brushProperty name="color" value="#004F8B"/>
    </inkml:brush>
  </inkml:definitions>
  <inkml:trace contextRef="#ctx0" brushRef="#br0">167 1 2945,'-35'52'144,"3"-3"152,7-4-272,1-9 96,5-4 48,5-7 176,2-2 184,8-9-168,2 0-1264</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56.207"/>
    </inkml:context>
    <inkml:brush xml:id="br0">
      <inkml:brushProperty name="width" value="0.05" units="cm"/>
      <inkml:brushProperty name="height" value="0.05" units="cm"/>
      <inkml:brushProperty name="color" value="#004F8B"/>
    </inkml:brush>
  </inkml:definitions>
  <inkml:trace contextRef="#ctx0" brushRef="#br0">1 102 4737,'0'0'184,"0"8"-3109,0 228 3810,3-254 11140,9-33-10233,-1 1-1890,-8 36 99,1-10-75,2-1 1,1 0 0,11-26 0,-16 46 33,0 0 1,1 0-1,-1 0 1,1 1-1,-1-1 0,2 1 1,-1 0-1,0 0 1,1 0-1,-1 0 0,1 1 1,0-1-1,1 1 1,-1 0-1,0 0 0,1 1 1,0-1-1,-1 1 0,1 0 1,0 0-1,9-2 1,-12 4-54,1 0 1,0 0 0,-1 0 0,1 0 0,-1 0-1,1 1 1,0-1 0,-1 1 0,1-1 0,-1 1-1,1 0 1,-1 0 0,0 0 0,1 0-1,-1 1 1,4 2 0,-2-1-53,0 1 0,0 0 1,0 0-1,-1 1 0,1-1 0,-1 1 0,4 7 0,0 1-12,-1 2-1,-1-1 1,0 1-1,5 25 1,-10-40 157,4 17 72,-1-1-1,0 1 1,-1 0-1,-1 0 1,-1 0-1,-3 30 2200,5-56-324,2-6-2019,1 0 0,0 0-1,1 0 1,1 1 0,0 0-1,1 0 1,1 1 0,0 0-1,0 0 1,2 1 0,-1 1-1,13-11 1,-9 9-80,1 1 1,0 0-1,1 2 0,0 0 0,0 0 0,1 2 1,0 0-1,0 0 0,1 2 0,20-5 0,-34 10 91,0 0 1,1 1-1,-1-1 0,1 1 0,-1-1 0,0 2 0,1-1 0,-1 0 1,1 1-1,-1 0 0,0-1 0,1 2 0,-1-1 0,0 1 0,0-1 1,7 5-1,-7-3-112,0 1 1,0-1 0,-1 1-1,1 0 1,-1 0 0,0 0-1,0 0 1,-1 1 0,1-1-1,-1 1 1,0-1 0,0 1-1,2 10 1,2 11 97,-1 1 0,-1 0 0,-1-1-1,-2 1 1,-1 0 0,-1 0 0,-1 0 0,-6 30 0,6-42-968</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56.479"/>
    </inkml:context>
    <inkml:brush xml:id="br0">
      <inkml:brushProperty name="width" value="0.05" units="cm"/>
      <inkml:brushProperty name="height" value="0.05" units="cm"/>
      <inkml:brushProperty name="color" value="#004F8B"/>
    </inkml:brush>
  </inkml:definitions>
  <inkml:trace contextRef="#ctx0" brushRef="#br0">17 0 8386,'0'0'1144,"0"2"-1192,8 39 72,-2-8 272,5 17 400,0 7 440,2 19 41,0 8-113,-1 11-184,-2 2-560,-4-13-80,-1-5 16,-8-15-64,-10-4-88,-24-1-568,-21 1-640</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57.210"/>
    </inkml:context>
    <inkml:brush xml:id="br0">
      <inkml:brushProperty name="width" value="0.05" units="cm"/>
      <inkml:brushProperty name="height" value="0.05" units="cm"/>
      <inkml:brushProperty name="color" value="#004F8B"/>
    </inkml:brush>
  </inkml:definitions>
  <inkml:trace contextRef="#ctx0" brushRef="#br0">198 0 4121,'0'0'5216,"-7"4"-7471,-4 3 2002,1 2 1,-1-1-1,2 2 1,-1-1-1,2 1 1,-1 0 0,1 1-1,1 0 1,0 0-1,0 1 1,1 0-1,-8 22 1,-1 9 29,2 1 0,-12 70 0,15-58 290,4-1-1,1 1 1,6 98-1,2-116 468,2 0-1,1-1 1,2 1-1,2-2 1,2 1 0,24 53-1,-25-67 204,13 29 562,33 50 1,-49-89-1054,1 0 0,0-1 1,1 0-1,0 0 0,1-1 1,0-1-1,1 0 0,0 0 0,15 8 1,-23-16-96,1 0 0,-1 0 0,1-1 0,0 1 0,0-1 0,0 0 1,0 0-1,0-1 0,0 0 0,0 0 0,0 0 0,5-1 0,20-4-243</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58.069"/>
    </inkml:context>
    <inkml:brush xml:id="br0">
      <inkml:brushProperty name="width" value="0.05" units="cm"/>
      <inkml:brushProperty name="height" value="0.05" units="cm"/>
      <inkml:brushProperty name="color" value="#004F8B"/>
    </inkml:brush>
  </inkml:definitions>
  <inkml:trace contextRef="#ctx0" brushRef="#br0">146 39 4033,'12'-26'4012,"-6"14"-2050,-15 17-2916,-3 6 743,0 1 0,2 0-1,-1 1 1,2 0 0,-1 1 0,2 0 0,0 0 0,-8 20 0,5-6 244,1 1 0,1 0-1,-9 48 1,14-46 27,0 0 0,2 0 0,1 0 0,7 55 0,-4-65 100,2-1 0,1 0 0,1 0 0,0-1 0,1 1 0,1-1 0,1-1-1,15 22 1,-14-23 347,1-1-1,0 0 0,1-1 1,1-1-1,16 14 4416,-23-29-3312,15-8-2053,0-3-1006</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58.613"/>
    </inkml:context>
    <inkml:brush xml:id="br0">
      <inkml:brushProperty name="width" value="0.05" units="cm"/>
      <inkml:brushProperty name="height" value="0.05" units="cm"/>
      <inkml:brushProperty name="color" value="#004F8B"/>
    </inkml:brush>
  </inkml:definitions>
  <inkml:trace contextRef="#ctx0" brushRef="#br0">48 85 9626,'0'0'612,"-3"8"-5654,-7 20 4816,1 0 1,2 1 0,1 0 0,-5 54-1,10-68 456,1 1-1,0 0 0,1 0 0,1-1 0,0 1 1,1-1-1,1 1 0,0-1 0,1 0 1,1-1-1,9 18 0,-13-28-12,1 1 0,0-1 0,0 0 0,0 0 0,1 0 0,-1 0 1,1-1-1,0 1 0,0-1 0,0 0 0,0 0 0,1-1 0,-1 1 0,1-1 0,0 0 0,0 0 0,-1-1 0,1 1 0,0-1 0,1 0 0,-1 0 0,0-1 0,7 1 1,-2-2 105,0 0 1,-1-1-1,0 0 0,1 0 1,-1-1-1,0 0 1,0 0-1,0-1 1,-1 0-1,1-1 1,14-11-1,-13 7-94,0 1-1,-1-2 0,0 0 0,0 0 1,-1 0-1,-1-1 0,0 0 0,0-1 1,-1 0-1,-1 0 0,0 0 0,4-14 0,-1-2-34,-1 0 0,-1 0 0,-2-1 0,2-40 0,-6 62-306,0 0 0,0 0 1,0 0-1,-1 1 0,0-1 0,0 0 0,-1 0 0,1 1 0,-2-1 0,1 1 1,-1 0-1,0-1 0,0 1 0,0 0 0,-1 1 0,0-1 0,0 1 0,-1 0 1,1 0-1,-1 0 0,0 0 0,-1 1 0,1 0 0,-1 0 0,0 0 0,0 1 1,0 0-1,0 0 0,0 0 0,-1 1 0,1 0 0,-1 0 0,0 1 0,0 0 0,1 0 1,-12 0-1,3 1-162,1 1 0,0 0 0,-1 1 0,1 0 0,0 1 0,-26 10 0,33-11 168,1 1 0,-1 1 0,0-1 0,1 1 0,0 0 0,-1 0 0,2 1 0,-1 0 0,0 0 0,1 0 0,0 1 0,0-1 0,1 1 0,0 0 0,-4 8 0,-3 14-947</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58.901"/>
    </inkml:context>
    <inkml:brush xml:id="br0">
      <inkml:brushProperty name="width" value="0.05" units="cm"/>
      <inkml:brushProperty name="height" value="0.05" units="cm"/>
      <inkml:brushProperty name="color" value="#004F8B"/>
    </inkml:brush>
  </inkml:definitions>
  <inkml:trace contextRef="#ctx0" brushRef="#br0">1 3 872,'0'0'12,"0"1"206,0-1 44,0 1 1,0-1 0,0 0-1,0 1 1,0-1 0,1 1-1,-1-1 1,0 1 0,0-1-1,0 0 1,0 1 0,1-1 0,-1 0-1,0 1 1,1-1 0,-1 1-1,0-1 1,0 0 0,1 0-1,-1 1 1,1-1 0,-1 0 0,0 0-1,1 1 1,-1-1 0,1 0-1,-1 0 1,0 0 0,1 0-1,-1 0 1,1 1 0,-1-1-1,1 0 1,-1 0 0,0 0 0,1 0-1,-1 0 1,1 0 0,-1-1-1,1 1 1,-1 0 0,1 0-1,-1 0 1,0 0 0,1 0 0,0-1-1,33-2 1195,-24-1 1900,-11 0-4107</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5:59.379"/>
    </inkml:context>
    <inkml:brush xml:id="br0">
      <inkml:brushProperty name="width" value="0.05" units="cm"/>
      <inkml:brushProperty name="height" value="0.05" units="cm"/>
      <inkml:brushProperty name="color" value="#004F8B"/>
    </inkml:brush>
  </inkml:definitions>
  <inkml:trace contextRef="#ctx0" brushRef="#br0">42 467 10226,'15'0'339,"0"-1"0,0 0 0,0-1 0,0 0 0,0-1-1,-1-1 1,1-1 0,-1 0 0,0-1 0,15-8 0,-19 8-246,-1 0 1,0-1 0,0 0 0,-1-1-1,0 1 1,0-2 0,-1 1-1,0-1 1,0 0 0,-1 0-1,-1-1 1,1 0 0,-1 0 0,4-15-1,-3 10-17,-2-1 0,0 0 0,0 0 0,-2-1 0,0 1 1,0-1-1,-2 1 0,-1-21 0,0 32-180,1 0 0,-1 0 0,0 0 0,0 0 1,-1 0-1,1 0 0,-1 0 0,0 0 0,-1 0 1,1 1-1,-1-1 0,0 1 0,0 0 0,0 0 1,0 0-1,-1 0 0,0 0 0,1 1 0,-1 0 1,-1 0-1,1 0 0,0 0 0,-1 0 0,0 1 0,1 0 1,-1 0-1,0 0 0,0 1 0,-9-2 0,-7 0-311,0 2 0,-1 0 0,1 1 0,-1 2 0,1 0 0,-37 8-1,-7 7-1117</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6:00.016"/>
    </inkml:context>
    <inkml:brush xml:id="br0">
      <inkml:brushProperty name="width" value="0.05" units="cm"/>
      <inkml:brushProperty name="height" value="0.05" units="cm"/>
      <inkml:brushProperty name="color" value="#004F8B"/>
    </inkml:brush>
  </inkml:definitions>
  <inkml:trace contextRef="#ctx0" brushRef="#br0">20 1 3601,'0'1'-1232,"-8"31"183,3-13 633,2 6 168,0 1 24</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6:01.072"/>
    </inkml:context>
    <inkml:brush xml:id="br0">
      <inkml:brushProperty name="width" value="0.05" units="cm"/>
      <inkml:brushProperty name="height" value="0.05" units="cm"/>
      <inkml:brushProperty name="color" value="#004F8B"/>
    </inkml:brush>
  </inkml:definitions>
  <inkml:trace contextRef="#ctx0" brushRef="#br0">28 116 8842,'5'-12'9790,"1"-5"-6553,-5 11-3074,-1 1 0,1-1 0,0 0 0,0 1 1,3-8-1,-2 7-278,0 0 0,-1 0 0,0 0 0,0-1 0,0-8 0,-3 16-1084,1 0 1053,-1 0 0,0 1 1,1-1-1,0 0 0,-1 1 1,1-1-1,0 1 0,-1 0 0,1-1 1,0 1-1,0 0 0,0 0 1,1 0-1,-1 0 0,0 0 1,0 2-1,1-3 65,-7 18 23,0 1-1,2 1 1,0-1 0,2 1-1,-3 40 1,7-18 88,10 81 0,-6-84 166,-5-38 113</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6:01.834"/>
    </inkml:context>
    <inkml:brush xml:id="br0">
      <inkml:brushProperty name="width" value="0.05" units="cm"/>
      <inkml:brushProperty name="height" value="0.05" units="cm"/>
      <inkml:brushProperty name="color" value="#004F8B"/>
    </inkml:brush>
  </inkml:definitions>
  <inkml:trace contextRef="#ctx0" brushRef="#br0">15 62 13731,'0'0'-788,"-7"109"-9020,0-35 10877,8-4 9530,-2-90-10202,1 0 0,1 0-1,0 0 1,2 0 0,6-25 0,-5 31-643,0-1 1,0 1-1,2 0 0,0 0 1,0 1-1,1 0 1,18-25-1,-23 36 161,0-1 0,1 0 0,-1 1 1,1-1-1,-1 1 0,1-1 0,0 1 0,0 0 0,0 1 0,0-1 0,0 0 0,1 1 0,-1 0 0,0-1 0,1 1 0,-1 1 0,1-1 1,6 0-1,-5 1-41,-1 1 0,0 0 1,0-1-1,0 2 1,0-1-1,0 0 1,0 1-1,0 0 1,0 0-1,0 0 0,-1 0 1,1 1-1,5 4 1,-1 1-142,1 1 0,-1 0 0,-1 0-1,0 1 1,0 0 0,-1 0 0,0 0 0,-1 1 0,0 0 0,4 14 0,-5-11 155,-1 1 1,-1 0-1,1 16 0,-3-24 222,1-1 0,-2 1 0,1 0 0,-1 0-1,0-1 1,0 1 0,-1 0 0,-5 13 4228,9-28-1237,0-6-3182,1 1 0,1 0-1,1 0 1,0 0 0,0 1 0,1 0 0,1 0 0,0 0-1,0 1 1,1 0 0,1 0 0,0 1 0,0 0 0,1 1-1,0 0 1,1 0 0,0 1 0,0 0 0,1 1 0,0 1-1,18-8 1,-15 8 53,1 0 0,-1 1 0,1 0 0,33-4 0,-47 9-45,0 1 0,1-1 0,-1 1 0,0-1 0,0 1 0,0 0 0,0 0 0,0 0 0,0 0 0,0 0 0,0 0-1,0 0 1,-1 1 0,1-1 0,0 1 0,-1-1 0,1 1 0,-1 0 0,1-1 0,-1 1 0,0 0 0,2 3 0,2 4-188,-1 0 0,1 1 1,3 13-1,-2 2 135,-1-1-1,-1 1 1,-2 0-1,0 0 1,-2 0 0,0 1-1,-6 30 1,5-33-1617</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6:02.106"/>
    </inkml:context>
    <inkml:brush xml:id="br0">
      <inkml:brushProperty name="width" value="0.05" units="cm"/>
      <inkml:brushProperty name="height" value="0.05" units="cm"/>
      <inkml:brushProperty name="color" value="#004F8B"/>
    </inkml:brush>
  </inkml:definitions>
  <inkml:trace contextRef="#ctx0" brushRef="#br0">118 1 9842,'7'32'-864,"-1"12"968,0 4-64,-1 4 80,-3 2 40,-1 3 80,-2 3 24,-6 5 64,-2 2 24,-7 0 8,-6-1-40,-16-2-432,-13-4-1248</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6:28.867"/>
    </inkml:context>
    <inkml:brush xml:id="br0">
      <inkml:brushProperty name="width" value="0.05" units="cm"/>
      <inkml:brushProperty name="height" value="0.05" units="cm"/>
      <inkml:brushProperty name="color" value="#004F8B"/>
    </inkml:brush>
  </inkml:definitions>
  <inkml:trace contextRef="#ctx0" brushRef="#br0">236 129 3457,'0'0'3336,"8"-31"536,-4 23-843,-3 4-2771,1 0 0,0 1 0,0-1 0,1 1 0,-1-1 0,1 1 0,3-4 0,-4-6-153,-2 16-1274,0 9 1122,0 14 69,-5 39 0,-8 14 0,7-37 161,-2 0 1,-19 61-1,8-44 488,13-38-590,0 1 0,-2-2 0,-1 1 0,-13 24 0,12-28-58,1 1-1,-12 34 0,14-33-12,0-1 0,-17 30 0,13-27-11,1 0 0,2 1 0,0 0 0,1 0 0,-4 24 0,7-30 7,0 25 3922,3-61-3762,3-104-364,1 85-29,3 1 0,1 0 0,1 1 0,23-60 0,69-128-1283,-92 208 1415,7-10-129,2 0 1,0 2 0,2 0-1,22-22 1,3-6 242,-35 39 107,0 0 1,13-29-1,-16 30-97,-3 7-50,0 1-1,1-1 1,-1 0-1,1 1 1,0 0-1,1 0 1,9-9-1,-1 2-2708</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6:31.236"/>
    </inkml:context>
    <inkml:brush xml:id="br0">
      <inkml:brushProperty name="width" value="0.05" units="cm"/>
      <inkml:brushProperty name="height" value="0.05" units="cm"/>
      <inkml:brushProperty name="color" value="#004F8B"/>
    </inkml:brush>
  </inkml:definitions>
  <inkml:trace contextRef="#ctx0" brushRef="#br0">150 0 3273,'0'0'11969,"-21"2"-12764,20-2 786,-5 1-63,0-1-1,0 1 1,0 1 0,1-1 0,-1 1 0,0 0-1,1 0 1,-1 1 0,1-1 0,0 1 0,0 0-1,0 1 1,0-1 0,-6 8 0,6-5-15,1 0 1,-1 0-1,2 0 0,-1 1 1,1 0-1,0 0 1,0-1-1,1 2 0,0-1 1,0 0-1,1 0 0,0 1 1,0-1-1,0 0 1,1 1-1,0-1 0,1 1 1,2 13-1,4 9 25,1-1 0,1 0 0,13 29 0,-1-3 97,-6-13 637,-14-40-537,-1-1-149,1 0 0,-1 1 0,1-1 0,0 0 0,-1 0 0,1 0 0,0 0 0,0 1 0,0-1 0,0-1 0,0 1 0,0 0 0,0 0 0,1 0 0,-1 0 0,0-1 0,0 1 0,0-1 0,1 1 0,-1-1 0,0 1 0,1-1 0,-1 0 0,1 1 0,1-1 0,56 8-1483</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6:32.945"/>
    </inkml:context>
    <inkml:brush xml:id="br0">
      <inkml:brushProperty name="width" value="0.05" units="cm"/>
      <inkml:brushProperty name="height" value="0.05" units="cm"/>
      <inkml:brushProperty name="color" value="#004F8B"/>
    </inkml:brush>
  </inkml:definitions>
  <inkml:trace contextRef="#ctx0" brushRef="#br0">1 0 1768,'0'0'13529,"9"2"-16011,10 1 2425,0-2 0,0 0 0,36-3 0,-14 0 61,-12 2 47,-1 1 0,1 2 0,46 9 0,-62-8-428,-1 0 0,0 1 0,15 7 1,-12-4-2246</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6:33.315"/>
    </inkml:context>
    <inkml:brush xml:id="br0">
      <inkml:brushProperty name="width" value="0.05" units="cm"/>
      <inkml:brushProperty name="height" value="0.05" units="cm"/>
      <inkml:brushProperty name="color" value="#004F8B"/>
    </inkml:brush>
  </inkml:definitions>
  <inkml:trace contextRef="#ctx0" brushRef="#br0">1 4 3817,'0'0'8716,"16"-1"-8870,44-2 251,-1 3-1,63 8 1,-101-6-693,5-2-1267</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6:33.955"/>
    </inkml:context>
    <inkml:brush xml:id="br0">
      <inkml:brushProperty name="width" value="0.05" units="cm"/>
      <inkml:brushProperty name="height" value="0.05" units="cm"/>
      <inkml:brushProperty name="color" value="#004F8B"/>
    </inkml:brush>
  </inkml:definitions>
  <inkml:trace contextRef="#ctx0" brushRef="#br0">111 1 7826,'-5'-1'7607,"3"1"-7625,1 0-1,0 1 1,-1-1 0,1 0 0,0 0 0,-1 1-1,1-1 1,0 1 0,0-1 0,-1 1-1,1 0 1,0-1 0,0 1 0,0 0 0,0 0-1,-1 1 1,-4 3-41,0 1 0,1 0 1,0 0-1,0 0 0,0 1 0,1-1 0,0 1 0,0 0 0,1 1 0,0-1 1,0 0-1,-2 10 0,-3 21-81,1-1 1,2 1-1,2 0 1,1 0-1,2 0 1,1 0-1,10 55 0,-10-85 44,1 0-1,0 1 0,1-1 1,0 0-1,0 0 0,1-1 0,0 1 1,0-1-1,0 0 0,7 8 0,-7-11 23,0 0 0,0 0 0,0-1 0,1 0 0,-1 0 0,1 0 0,-1 0 0,1-1 0,0 0 0,0 0 0,0 0 0,0 0 0,1-1-1,-1 0 1,0 0 0,10 0 0,1-2 178,0 0-1,-1-1 0,1-1 0,0-1 0,-1 0 0,0-1 0,0 0 1,0-1-1,-1-1 0,0-1 0,0 0 0,-1 0 0,17-14 1,-27 19 79,1 0 0,-1 0 1,0 0-1,0 0 0,0-1 1,0 1-1,-1-1 0,1 0 0,-1 0 1,0 1-1,0-2 0,0 1 1,-1 0-1,1 0 0,-1 0 1,0-1-1,0 1 0,-1-1 1,1 1-1,-1-1 0,0 1 1,0-1-1,0 1 0,-1 0 0,-2-9 1,-1-1 80,-2 0 0,0 0 1,0 1-1,-1 0 0,-1 0 0,-14-18 1,-1-1-292,-1 1 0,-2 2 1,-1 0-1,-1 2 0,-2 1 1,-35-25-1,45 36-119,17 12-149,0 0 1,-1 1-1,1-1 0,-1 1 1,0-1-1,0 1 0,0 0 1,0 0-1,0 1 0,-6-2 1,-3 2-1628</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6:34.355"/>
    </inkml:context>
    <inkml:brush xml:id="br0">
      <inkml:brushProperty name="width" value="0.05" units="cm"/>
      <inkml:brushProperty name="height" value="0.05" units="cm"/>
      <inkml:brushProperty name="color" value="#004F8B"/>
    </inkml:brush>
  </inkml:definitions>
  <inkml:trace contextRef="#ctx0" brushRef="#br0">0 0 4025,'0'0'1450,"12"24"-1182,45 1 1853,-47-20 6559</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6:34.738"/>
    </inkml:context>
    <inkml:brush xml:id="br0">
      <inkml:brushProperty name="width" value="0.05" units="cm"/>
      <inkml:brushProperty name="height" value="0.05" units="cm"/>
      <inkml:brushProperty name="color" value="#004F8B"/>
    </inkml:brush>
  </inkml:definitions>
  <inkml:trace contextRef="#ctx0" brushRef="#br0">0 50 3761,'0'0'6356,"5"0"-3753,9-3-1881,87-23 635,-52 18-1390,1 2 0,79 0 0,-127 6-997</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6:35.267"/>
    </inkml:context>
    <inkml:brush xml:id="br0">
      <inkml:brushProperty name="width" value="0.05" units="cm"/>
      <inkml:brushProperty name="height" value="0.05" units="cm"/>
      <inkml:brushProperty name="color" value="#004F8B"/>
    </inkml:brush>
  </inkml:definitions>
  <inkml:trace contextRef="#ctx0" brushRef="#br0">312 1 3745,'0'0'4119,"-13"4"-3266,-5 7-1080,0 0 1,0 2 0,1 0-1,1 0 1,0 2 0,-22 26-1,16-14-76,1 1-1,2 1 0,0 0 0,3 1 1,0 1-1,-18 53 0,33-80 1421,11-5-20,0 1 1,-1-2-1,1 1 0,18-7 1,37-16 1051,-53 17-2109,1 2 0,0 0 1,0 0-1,0 1 1,1 1-1,-1 0 1,1 1-1,0 1 1,22-1-1,-15 5-112,0 1-1,0 1 1,-1 0 0,0 2 0,0 0-1,28 15 1,-37-16-228,0 0 1,-1 0-1,0 1 0,0 0 1,-1 1-1,0 0 0,0 0 0,-1 1 1,0 0-1,0 1 0,-1 0 0,11 18 1,-17-24 160,0-1 1,1 0-1,-1 0 0,-1 1 1,1-1-1,0 1 1,-1-1-1,0 1 1,0-1-1,0 1 0,0-1 1,0 1-1,-1-1 1,1 0-1,-3 6 1,1-3 72,0-1 0,-1 1 0,0-1 0,0 0 1,0 0-1,-1 0 0,0 0 0,-6 5 0,-4 4 208,-2-2-1,0 0 1,0 0-1,-26 12 1,7-6 251,0-2 0,-1-2 0,-58 16 0,27-14-306,-76 7 1,112-20-256,11-3-148</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6:35.699"/>
    </inkml:context>
    <inkml:brush xml:id="br0">
      <inkml:brushProperty name="width" value="0.05" units="cm"/>
      <inkml:brushProperty name="height" value="0.05" units="cm"/>
      <inkml:brushProperty name="color" value="#004F8B"/>
    </inkml:brush>
  </inkml:definitions>
  <inkml:trace contextRef="#ctx0" brushRef="#br0">1 0 6921,'0'0'6369,"0"0"-6510,0 4 90,0 0 0,1 0 0,-1 0 0,1 0 0,0 0 0,0 0 0,0-1 0,3 6 0,3 9-52,16 105 99,-4 1 1,4 217-1,-19-294-964</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5:16:36.258"/>
    </inkml:context>
    <inkml:brush xml:id="br0">
      <inkml:brushProperty name="width" value="0.05" units="cm"/>
      <inkml:brushProperty name="height" value="0.05" units="cm"/>
      <inkml:brushProperty name="color" value="#004F8B"/>
    </inkml:brush>
  </inkml:definitions>
  <inkml:trace contextRef="#ctx0" brushRef="#br0">0 103 4937,'0'0'7274,"3"4"-7868,197 308-373,-167-268 65,2-2 0,1-1 0,3-2 0,78 62 0,-116-100 984,-1-1-1,1 1 1,-1-1 0,0 1-1,1-1 1,-1 1-1,1-1 1,0 1 0,-1-1-1,1 0 1,-1 1 0,1-1-1,0 0 1,-1 1 0,1-1-1,0 0 1,-1 0-1,1 0 1,0 0 0,-1 0-1,1 0 1,0 0 0,-1 0-1,1 0 1,0 0 0,-1 0-1,1 0 1,0 0-1,-1 0 1,1-1 0,0 1-1,-1 0 1,1 0 0,-1-1-1,1 1 1,0 0 0,-1-1-1,1 0 1,5-23 3851,-5 17-4853,2-28 2096,-1-1 0,-3 1 0,-7-63 0,0 15 302,3-8-248,-13-165-1192,18 245-2141,1-2-1226</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32.273"/>
    </inkml:context>
    <inkml:brush xml:id="br0">
      <inkml:brushProperty name="width" value="0.05" units="cm"/>
      <inkml:brushProperty name="height" value="0.05" units="cm"/>
      <inkml:brushProperty name="color" value="#004F8B"/>
    </inkml:brush>
  </inkml:definitions>
  <inkml:trace contextRef="#ctx0" brushRef="#br0">0 15 1000,'0'0'7407,"23"-14"-2798,-19 14-4596,0 0 0,1 0 0,-1 0 0,0 1 0,1 0 0,-1 0 0,0 0 0,0 1 0,0-1 0,0 1 0,4 2 0,46 18 143,-35-4-2282</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33.587"/>
    </inkml:context>
    <inkml:brush xml:id="br0">
      <inkml:brushProperty name="width" value="0.05" units="cm"/>
      <inkml:brushProperty name="height" value="0.05" units="cm"/>
      <inkml:brushProperty name="color" value="#004F8B"/>
    </inkml:brush>
  </inkml:definitions>
  <inkml:trace contextRef="#ctx0" brushRef="#br0">51 170 2537,'1'-2'6275,"-3"-15"-4617,-15-65 539,16 78-2025,0-1 1,-1 0 0,1 1-1,-1-1 1,0 0 0,0 1-1,-1 0 1,-4-6 0,0-1-32,3 3 447,4 6 327,0 0-1153,7 7-227,61 47 923,-31-22-253,1-2-1,65 37 1,-101-65-150,-8-2-149,-181-62-235,186 64 594,1 1-1480,2 2 1236,9 4 13,100 75 145,-109-81 9</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34.325"/>
    </inkml:context>
    <inkml:brush xml:id="br0">
      <inkml:brushProperty name="width" value="0.05" units="cm"/>
      <inkml:brushProperty name="height" value="0.05" units="cm"/>
      <inkml:brushProperty name="color" value="#004F8B"/>
    </inkml:brush>
  </inkml:definitions>
  <inkml:trace contextRef="#ctx0" brushRef="#br0">36 13 1384,'-35'-13'12183,"35"13"-12072,7 4-554,24 10 681,1-1 1,1-2-1,57 12 0,-79-23 314,-6 0-2891</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34.966"/>
    </inkml:context>
    <inkml:brush xml:id="br0">
      <inkml:brushProperty name="width" value="0.05" units="cm"/>
      <inkml:brushProperty name="height" value="0.05" units="cm"/>
      <inkml:brushProperty name="color" value="#004F8B"/>
    </inkml:brush>
  </inkml:definitions>
  <inkml:trace contextRef="#ctx0" brushRef="#br0">0 1 872,'0'0'8271,"14"9"-6870,145 93 564,-148-98-1822</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36.029"/>
    </inkml:context>
    <inkml:brush xml:id="br0">
      <inkml:brushProperty name="width" value="0.05" units="cm"/>
      <inkml:brushProperty name="height" value="0.05" units="cm"/>
      <inkml:brushProperty name="color" value="#004F8B"/>
    </inkml:brush>
  </inkml:definitions>
  <inkml:trace contextRef="#ctx0" brushRef="#br0">191 0 2505,'0'0'12262,"7"16"-13826,40 84 1633,-19-50 31,-17-29 144,-10-20-201,0 1 0,0-1 0,0 1 0,0 0 0,-1-1 0,1 1 1,0 0-1,-1-1 0,0 1 0,1 0 0,-1 0 0,0-1 0,0 1 0,0 0 1,0 3-1,0-4 2,-15 3-317,-119 19-2,73-15 297,29-2-7,-10-3 13,37-3-20,2 0-967</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37.577"/>
    </inkml:context>
    <inkml:brush xml:id="br0">
      <inkml:brushProperty name="width" value="0.05" units="cm"/>
      <inkml:brushProperty name="height" value="0.05" units="cm"/>
      <inkml:brushProperty name="color" value="#004F8B"/>
    </inkml:brush>
  </inkml:definitions>
  <inkml:trace contextRef="#ctx0" brushRef="#br0">19 48 4265,'19'-43'5397,"-13"64"-7467,-5-4 1875,-1 1 1,-1-1-1,0 0 0,-7 30 0,0 11 177,0 61 44,7-98 3199,1-4 3385,0-89-6399,-14-104 1,13 166-265,0 7 109,0 1-1,1 0 1,0 0 0,-1 0-1,1-1 1,0 1-1,0 0 1,0 0 0,0-1-1,1 1 1,-1 0-1,1 0 1,-1 0 0,1-1-1,0 1 1,0 0-1,0 0 1,0 0 0,0 0-1,0 0 1,0 1-1,1-1 1,-1 0 0,1 0-1,-1 1 1,1-1-1,2-1 1,27-23 4,-24 21-36,-4 3 8,4 2-5,20-3-183,0 1 0,1 1 0,-1 1 1,0 1-1,0 2 0,0 1 0,0 1 1,36 12-1,-51-11-1695,-4 2-1680</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37.974"/>
    </inkml:context>
    <inkml:brush xml:id="br0">
      <inkml:brushProperty name="width" value="0.05" units="cm"/>
      <inkml:brushProperty name="height" value="0.05" units="cm"/>
      <inkml:brushProperty name="color" value="#004F8B"/>
    </inkml:brush>
  </inkml:definitions>
  <inkml:trace contextRef="#ctx0" brushRef="#br0">0 9 2785,'0'0'5561,"14"-1"-2490,148-6 520,-90 9-6919,-52-1 202</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39.129"/>
    </inkml:context>
    <inkml:brush xml:id="br0">
      <inkml:brushProperty name="width" value="0.05" units="cm"/>
      <inkml:brushProperty name="height" value="0.05" units="cm"/>
      <inkml:brushProperty name="color" value="#004F8B"/>
    </inkml:brush>
  </inkml:definitions>
  <inkml:trace contextRef="#ctx0" brushRef="#br0">282 15 3225,'0'0'745,"-18"-2"174,8-2-793,7 2-23,1 1-1,-1 0 0,0 0 1,0 0-1,0 0 0,0 1 1,0-1-1,0 1 0,-1 0 1,1 0-1,0 0 0,0 0 1,-5 1-1,-3-1 33,6 0-49,1 0 1,-1 0-1,1 0 0,-1 0 0,1 1 0,0 0 1,-1 0-1,-5 2 0,0 0-25,-66 22 172,71-23-187,0 0 1,0 0 0,1 0 0,-1 1 0,1 0 0,-1 0-1,1 0 1,0 0 0,0 1 0,0 0 0,0 0 0,1 0 0,-4 5-1,7-8 73,0 0-10,1 0-1,-1 0 1,0 0 0,1 0-1,-1 0 1,1 0 0,0 0-1,-1 0 1,1 0 0,0-1-1,-1 1 1,1 0 0,0 0-1,0-1 1,0 1 0,0 0-1,0-1 1,0 1 0,0-1-1,2 2 1,5 4 31,1-1 1,0 1-1,1-2 1,-1 1-1,1-1 1,0 0-1,0-1 0,1-1 1,19 4-1,-22-6-97,0 1 0,0-2 0,0 1 0,1-1 0,-1 0-1,0-1 1,0 0 0,-1 0 0,15-6 0,-17 6-7,-1-1 0,0 1 0,1-1 0,-1 0 0,0 0 0,-1-1 0,1 1 0,0-1 0,-1 0 0,0 0 1,0 0-1,0 0 0,-1-1 0,1 1 0,-1-1 0,3-8 0,-4 12 135,-2 12-5298,-8 340 5753,9-344-569,0-1 1,-1 0 0,0 1 0,0-1 0,-1 0 0,0 0 0,0 0 0,0 0 0,-1 0 0,0 0-1,-4 6 1,5-9 10,-1 0-1,0 0 0,1 0 0,-1-1 0,0 1 0,0-1 0,0 0 1,-1 0-1,1 0 0,-1 0 0,1 0 0,-1-1 0,1 0 0,-1 1 1,0-1-1,0-1 0,1 1 0,-1-1 0,-6 1 0,-8-1 152,1 0 0,-23-3 0,36 2-73,-1 1 0,1-1 0,-1 0 0,1 0 0,-1-1-1,1 1 1,0-1 0,0 0 0,0 0 0,0-1 0,0 1-1,0-1 1,0 0 0,-2-3 0,5 5-57,0-1 0,0 0 0,0 0 0,1 1 0,-1-1 0,1 0 0,-1 0 0,1 0 0,0 0 0,-1 0 0,1 0 0,0 1 0,0-1 0,1 0 0,-1 0 0,0 0 0,1 0 0,-1 0 0,1 0 0,-1 1 0,1-1 0,0 0 0,0 0 0,0 1 0,0-1 0,0 1 0,0-1 0,2-1 0,5-7 8,0 0 0,18-16 0,-25 25-83,189-168-3535,-154 137 1419</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39.685"/>
    </inkml:context>
    <inkml:brush xml:id="br0">
      <inkml:brushProperty name="width" value="0.05" units="cm"/>
      <inkml:brushProperty name="height" value="0.05" units="cm"/>
      <inkml:brushProperty name="color" value="#004F8B"/>
    </inkml:brush>
  </inkml:definitions>
  <inkml:trace contextRef="#ctx0" brushRef="#br0">1 1 4889,'0'0'2067,"2"6"-1388,9 15-778,-1 1-1,-1 0 1,-1 1 0,-1 0-1,8 43 1,-10-29 214,-1 0 0,-1 0 0,-4 46 0,-1-61 86,-1 0 1,-1-1-1,-1 1 0,-1-1 1,-13 30-1,0-8-362</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40.474"/>
    </inkml:context>
    <inkml:brush xml:id="br0">
      <inkml:brushProperty name="width" value="0.05" units="cm"/>
      <inkml:brushProperty name="height" value="0.05" units="cm"/>
      <inkml:brushProperty name="color" value="#004F8B"/>
    </inkml:brush>
  </inkml:definitions>
  <inkml:trace contextRef="#ctx0" brushRef="#br0">136 19 3297,'0'0'592,"4"-13"6186,-1 7-8683,-51 97-1546,-32 69 3907,77-152-345,0 0 0,1 0 0,0 1 0,0-1 0,1 0 1,0 1-1,0-1 0,1 1 0,0-1 0,1 1 0,0-1 1,0 1-1,1-1 0,0 0 0,0 0 0,1 0 0,0 0 0,4 8 1,1-3 36,-1 1 0,2-1 0,0-1 0,0 1 0,1-2 0,0 1 0,1-1 0,1-1 0,14 10 0,28 18-1041</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41.417"/>
    </inkml:context>
    <inkml:brush xml:id="br0">
      <inkml:brushProperty name="width" value="0.05" units="cm"/>
      <inkml:brushProperty name="height" value="0.05" units="cm"/>
      <inkml:brushProperty name="color" value="#004F8B"/>
    </inkml:brush>
  </inkml:definitions>
  <inkml:trace contextRef="#ctx0" brushRef="#br0">1 1 3033,'0'0'6816,"19"-1"-4380,-14 2-2437,1 0-1,-1 0 0,0 0 0,0 1 1,0-1-1,0 1 0,0 0 0,-1 1 1,1-1-1,-1 1 0,1 0 0,5 5 1,14 15 122,39 48 1,-47-51 203,0-1 1,2 0-1,0-2 0,34 27 0,-51-43-170,3-1-3954</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41.700"/>
    </inkml:context>
    <inkml:brush xml:id="br0">
      <inkml:brushProperty name="width" value="0.05" units="cm"/>
      <inkml:brushProperty name="height" value="0.05" units="cm"/>
      <inkml:brushProperty name="color" value="#004F8B"/>
    </inkml:brush>
  </inkml:definitions>
  <inkml:trace contextRef="#ctx0" brushRef="#br0">279 1 2296,'0'0'2448,"-11"5"-896,0 3-1477,1 1 0,0-1 0,0 1 0,1 1 1,-11 15-1,-39 63 986,39-56-467,-42 51 1,17-33 102,33-38-885</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43.222"/>
    </inkml:context>
    <inkml:brush xml:id="br0">
      <inkml:brushProperty name="width" value="0.05" units="cm"/>
      <inkml:brushProperty name="height" value="0.05" units="cm"/>
      <inkml:brushProperty name="color" value="#004F8B"/>
    </inkml:brush>
  </inkml:definitions>
  <inkml:trace contextRef="#ctx0" brushRef="#br0">22 35 904,'0'0'1647,"-13"0"3161,4-2 825,12 0-5505,1 0-1,-1 0 0,0 0 1,1 1-1,-1-1 1,1 1-1,0 0 1,-1 0-1,8-1 1,45-3 554,-24 3-230,122-7-296</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43.506"/>
    </inkml:context>
    <inkml:brush xml:id="br0">
      <inkml:brushProperty name="width" value="0.05" units="cm"/>
      <inkml:brushProperty name="height" value="0.05" units="cm"/>
      <inkml:brushProperty name="color" value="#004F8B"/>
    </inkml:brush>
  </inkml:definitions>
  <inkml:trace contextRef="#ctx0" brushRef="#br0">1 0 1240,'0'0'4959,"12"4"801,20-1-5610,1-1 1,-1-1 0,35-4 0,-25 1-1980,0 0-582</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44.270"/>
    </inkml:context>
    <inkml:brush xml:id="br0">
      <inkml:brushProperty name="width" value="0.05" units="cm"/>
      <inkml:brushProperty name="height" value="0.05" units="cm"/>
      <inkml:brushProperty name="color" value="#004F8B"/>
    </inkml:brush>
  </inkml:definitions>
  <inkml:trace contextRef="#ctx0" brushRef="#br0">69 171 3249,'0'0'3518,"-6"14"-5633,-4 9 2479,2 0 0,1 0 0,1 1 0,1 0 0,1 0 0,-1 36 0,3-152 8769,-11-126-9599,12 211 496,1 6-39,-1 0 1,1 0-1,0 0 0,0 1 0,0-1 1,-1 0-1,1 0 0,0 0 1,0 0-1,0 0 0,1 0 0,-1 0 1,0 0-1,0 0 0,0 0 1,1 0-1,-1 0 0,0 1 1,1-1-1,-1 0 0,1 0 0,-1 0 1,1 1-1,-1-1 0,1 0 1,0 0-1,-1 1 0,1-1 0,0 1 1,0-1-1,-1 0 0,1 1 1,0 0-1,0-1 0,0 1 1,0-1-1,0 1 0,-1 0 0,3-1 1,33-8 214,0 1 1,1 2 0,63-3 0,-53 6-126,-29 1-251,0 1 0,1 0 0,-1 2 0,0 0 0,22 5 0,-28-1-1456,-2 1-719</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44.559"/>
    </inkml:context>
    <inkml:brush xml:id="br0">
      <inkml:brushProperty name="width" value="0.05" units="cm"/>
      <inkml:brushProperty name="height" value="0.05" units="cm"/>
      <inkml:brushProperty name="color" value="#004F8B"/>
    </inkml:brush>
  </inkml:definitions>
  <inkml:trace contextRef="#ctx0" brushRef="#br0">1 10 5033,'0'0'968,"1"0"-104,21 0 209,-4-1 95,3 0-112,-1-1-288,0 1-88,-4-1-207,2 1-113,-2-1-200,-1 2-104,0 0-312,1 0-272,2 0-897,0 0-743</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45.430"/>
    </inkml:context>
    <inkml:brush xml:id="br0">
      <inkml:brushProperty name="width" value="0.05" units="cm"/>
      <inkml:brushProperty name="height" value="0.05" units="cm"/>
      <inkml:brushProperty name="color" value="#004F8B"/>
    </inkml:brush>
  </inkml:definitions>
  <inkml:trace contextRef="#ctx0" brushRef="#br0">395 12 6497,'0'0'2204,"-14"-5"-2099,-8 2-78,0 1 1,0 1-1,0 1 1,0 1-1,0 1 0,-22 5 1,44-7-28,-15 2-37,2 2 1,-1 0-1,-17 8 1,29-11 51,0-1 0,0 1-1,0 0 1,0 0 0,0 0 0,0 0 0,0 0 0,0 1-1,1-1 1,-1 1 0,0-1 0,1 1 0,-1-1-1,1 1 1,0 0 0,-1 0 0,1 0 0,0-1-1,0 1 1,0 0 0,1 0 0,-1 1 0,0-1 0,1 0-1,-1 0 1,1 0 0,0 0 0,0 0 0,0 1-1,0-1 1,0 3 0,1-3 48,1 1 0,-1-1 0,0 0-1,1 1 1,0-1 0,0 0 0,0 0 0,0 0 0,0 0-1,0 0 1,0-1 0,1 1 0,-1 0 0,0-1 0,1 0-1,-1 0 1,1 1 0,5 0 0,52 13 238,-49-13-470,0-1 0,0 0 0,1 0 0,-1-1 0,0 0 0,1-1 0,20-5 0,-27 5 181,0-1 1,0 0-1,0 0 0,0 0 1,-1-1-1,1 0 0,-1 0 1,0 0-1,0 0 0,0-1 1,0 1-1,0-1 0,-1 0 1,0 0-1,0 0 0,0-1 0,0 1 1,-1-1-1,3-5 0,-12 51-4257,-6 126 4514,11-79-27,3-56-65,-1 0 0,-2 0 0,-2 0 1,-12 54-1,14-80-73,0-1 1,-1 1 0,1 0-1,-2-1 1,1 1 0,0-1-1,-1 0 1,0 0 0,0-1-1,-1 1 1,1-1-1,-1 0 1,0 0 0,0 0-1,0-1 1,-1 1 0,1-1-1,-1-1 1,0 1-1,0-1 1,0 0 0,0 0-1,-9 1 1,1-1 141,0 0-1,-1-1 1,1-1 0,0 0-1,0-1 1,0 0 0,-1-1-1,1-1 1,-19-6 0,29 8-93,0 0 1,0 0-1,1-1 1,-1 0 0,0 1-1,1-1 1,-1-1 0,1 1-1,0 0 1,0-1 0,-1 0-1,2 1 1,-1-1 0,0-1-1,1 1 1,-1 0 0,1 0-1,0-1 1,0 0 0,-2-5-1,3 4-7,0 0 0,0 0-1,1 0 1,0 0-1,0 0 1,0 0 0,0 0-1,1 0 1,0 0 0,0 0-1,0 0 1,1 0 0,-1 0-1,1 0 1,4-7 0,3-2-109,-1 0 1,2 0 0,0 1-1,0 0 1,1 1 0,23-20-1,83-56-760,-106 80 625,158-98-3715,-118 78 1426</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46.184"/>
    </inkml:context>
    <inkml:brush xml:id="br0">
      <inkml:brushProperty name="width" value="0.05" units="cm"/>
      <inkml:brushProperty name="height" value="0.05" units="cm"/>
      <inkml:brushProperty name="color" value="#004F8B"/>
    </inkml:brush>
  </inkml:definitions>
  <inkml:trace contextRef="#ctx0" brushRef="#br0">463 68 5545,'1'-2'4391,"-5"-16"-4087,-9-13-491,13 30 176,0 1 1,0-1 0,0 1-1,-1 0 1,1-1-1,0 1 1,0-1-1,0 1 1,0 0 0,-1-1-1,1 1 1,0-1-1,0 1 1,-1 0-1,1-1 1,0 1 0,-1 0-1,1 0 1,0-1-1,-1 1 1,1 0 0,0 0-1,-1-1 1,1 1-1,-1 0 1,0 0-1,-8-3-110,1 2-1,-1-1 0,0 1 1,0 1-1,0 0 0,0 0 0,0 1 1,-15 2-1,-78 22-180,64-15 195,19-6 131,0 2-1,0 0 1,0 0-1,0 2 1,1 0-1,1 2 1,-28 18-1,44-28 64,0 1 0,0-1 1,1 1-1,-1 0 0,0-1 0,0 1 0,1 0 0,-1 0 0,1-1 0,-1 1 1,1 0-1,-1 0 0,1 0 0,-1 0 0,1-1 0,0 1 0,-1 0 1,1 0-1,0 0 0,0 0 0,0 0 0,0 0 0,-1 0 0,2 0 1,-1 0-1,0 0 0,0 1 0,1 0-29,0-1 1,0 0 0,0 1-1,0-1 1,0 0-1,0 0 1,0 1 0,1-1-1,-1 0 1,0 0-1,1 0 1,-1-1 0,1 1-1,2 1 1,6 2 129,0-1 1,0 0 0,1 0 0,11 1-1,70 5 630,-62-8-766,-1 2 0,0 0 0,0 3-1,-1 0 1,42 15 0,-67-20-111,0 0 1,0 1-1,0 0 1,0 0 0,0-1-1,0 2 1,0-1-1,-1 0 1,1 1-1,-1-1 1,0 1 0,1-1-1,-1 1 1,0 0-1,1 3 1,-2-4 34,-1 0-1,0-1 1,1 1 0,-1 0 0,0-1-1,0 1 1,0 0 0,0 0 0,0-1-1,-1 1 1,1 0 0,0-1 0,-1 1-1,1 0 1,-1-1 0,0 1 0,1-1-1,-1 1 1,0-1 0,0 1 0,0-1-1,0 0 1,0 1 0,0-1 0,0 0-1,-1 0 1,1 0 0,0 0 0,-1 0-1,1 0 1,-1 0 0,-2 1 0,-8 5 55,0-2 0,0 1 1,0-1-1,-1-1 1,0 0-1,0-1 0,0 0 1,-21 1-1,-113-2 237,87-3-244,-25-1 304,83 2-128</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46.521"/>
    </inkml:context>
    <inkml:brush xml:id="br0">
      <inkml:brushProperty name="width" value="0.05" units="cm"/>
      <inkml:brushProperty name="height" value="0.05" units="cm"/>
      <inkml:brushProperty name="color" value="#004F8B"/>
    </inkml:brush>
  </inkml:definitions>
  <inkml:trace contextRef="#ctx0" brushRef="#br0">32 0 3241,'0'0'2968,"-3"15"-5842,-1-6 3185,-1 5 555,0 1 1,1-1-1,0 1 0,-3 23 1,7-36-545,0-1-964</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46.738"/>
    </inkml:context>
    <inkml:brush xml:id="br0">
      <inkml:brushProperty name="width" value="0.05" units="cm"/>
      <inkml:brushProperty name="height" value="0.05" units="cm"/>
      <inkml:brushProperty name="color" value="#004F8B"/>
    </inkml:brush>
  </inkml:definitions>
  <inkml:trace contextRef="#ctx0" brushRef="#br0">2 18 8554,'0'-6'696,"-2"-3"2105,2 8-2409,0-1-416</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47.418"/>
    </inkml:context>
    <inkml:brush xml:id="br0">
      <inkml:brushProperty name="width" value="0.05" units="cm"/>
      <inkml:brushProperty name="height" value="0.05" units="cm"/>
      <inkml:brushProperty name="color" value="#004F8B"/>
    </inkml:brush>
  </inkml:definitions>
  <inkml:trace contextRef="#ctx0" brushRef="#br0">53 0 5673,'0'0'1279,"-2"9"-5385,-48 184 15418,52-198-9809,5-7-1537,0 1 1,0 0 0,1 0 0,1 1-1,0 0 1,0 0 0,1 1-1,1 1 1,-1 0 0,1 0 0,0 1-1,13-6 1,-8 4-58,1 1 0,0 1 0,1 0 0,-1 2 0,1 0 0,0 1 0,1 0-1,24-1 1,-39 5 76,0 0-1,0 0 0,-1 0 0,1 1 0,0-1 0,0 1 0,0 0 1,0 0-1,-1 0 0,1 0 0,-1 1 0,1-1 0,-1 1 1,1 0-1,-1 0 0,0 1 0,0-1 0,0 0 0,0 1 0,3 3 1,-3-1-52,0 1 0,0-1 0,0 0-1,-1 1 1,1-1 0,-1 1 0,-1 0 0,1 0 0,-1 0 0,0 0 0,0 0 0,-1 7 0,0-3 90,-1 0-1,0 0 1,-1 0 0,0 0-1,-1 0 1,0-1 0,0 1-1,-7 11 1,2-2-135,7-17-883</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48.589"/>
    </inkml:context>
    <inkml:brush xml:id="br0">
      <inkml:brushProperty name="width" value="0.05" units="cm"/>
      <inkml:brushProperty name="height" value="0.05" units="cm"/>
      <inkml:brushProperty name="color" value="#004F8B"/>
    </inkml:brush>
  </inkml:definitions>
  <inkml:trace contextRef="#ctx0" brushRef="#br0">361 251 6209,'0'0'699,"-2"-6"3946,-4-15-5593,2 17 948,-15-9 276,-13-3-277,21 11-32,0 4 11,2-3-11,6 2-2,0 1 0,1 0 0,-1 0 0,0 0 0,0 1 0,0-1 0,0 1 0,0-1 0,0 1 0,0 0 0,0 0 0,0 0 0,-3 1 0,-4 0-133,0 0 0,0 0 0,0 1 0,0 0 1,0 1-1,1 0 0,-1 0 0,1 1 0,0 0 0,0 1 0,0 0 0,-12 10 0,11-6 161,0 1-1,1-1 1,0 2-1,1-1 1,0 1-1,1 0 1,-8 15-1,13-22 90,0 0 0,1 0 0,0 0 0,0 0-1,0 1 1,0-1 0,0 0 0,1 0 0,0 1-1,0-1 1,0 0 0,0 0 0,1 1-1,0-1 1,0 0 0,0 0 0,0 0 0,0 0-1,1 0 1,0 0 0,0 0 0,0 0-1,0-1 1,1 1 0,-1-1 0,5 5 0,-1-2 264,1 1 1,0-1 0,1 0 0,-1-1 0,1 0-1,0 0 1,0-1 0,1 0 0,-1 0 0,1-1-1,0 0 1,0-1 0,0 1 0,0-2 0,0 1-1,0-2 1,1 1 0,-1-1 0,0 0 0,15-3-1,-7 0-165,-1 0 0,0-1 0,-1-1 0,1 0 0,-1-1 0,0-1 0,0 0-1,-1-1 1,0-1 0,25-19 0,-23 14-175,0 0 0,-1-1 0,-1-1-1,0 0 1,17-28 0,-26 37-77,-1-1-1,-1 1 1,1-1 0,-1 0-1,0 0 1,-1 0-1,0 0 1,0-1 0,-1 1-1,0-1 1,-1 1-1,0-1 1,0 1-1,0-1 1,-1 1 0,-4-14-1,3 14-109,0 0 0,-1 1-1,0-1 1,-1 1 0,1 0-1,-2 0 1,1 0 0,-1 0-1,0 1 1,0 0 0,0 0-1,-1 0 1,0 1 0,0 0-1,-1 0 1,0 0 0,1 1-1,-2 0 1,1 0 0,0 1-1,-1 0 1,1 0 0,-1 1-1,0 0 1,0 0 0,0 1-1,0 0 1,0 0 0,-12 1-1,13 1 65,1 1-1,-1 0 0,1 0 0,0 0 0,0 1 0,0 0 0,0 0 0,-8 6 1,-46 38-498,38-29 617,9-8-17,1 2 1,0 0-1,-19 24 1,28-33 58,0 1-1,0 0 1,1 0 0,-1 0-1,1 0 1,0 1 0,0-1-1,0 0 1,1 1 0,0 0-1,-1-1 1,2 1 0,-1 0-1,0-1 1,1 1 0,0 0 0,0 0-1,1 5 1,1-7 94,-1 0-1,1 0 1,0 0 0,-1 0-1,1-1 1,1 1 0,-1 0-1,0-1 1,1 1 0,-1-1-1,1 0 1,-1 0 0,1 0-1,0 0 1,0-1 0,0 1-1,0-1 1,1 1 0,5 1-1,9 2 400,1-1 0,26 4 0,-24-5-373,76 12-373,-44-8-791</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50.564"/>
    </inkml:context>
    <inkml:brush xml:id="br0">
      <inkml:brushProperty name="width" value="0.05" units="cm"/>
      <inkml:brushProperty name="height" value="0.05" units="cm"/>
      <inkml:brushProperty name="color" value="#004F8B"/>
    </inkml:brush>
  </inkml:definitions>
  <inkml:trace contextRef="#ctx0" brushRef="#br0">99 79 608,'0'0'1298,"6"-8"5020,7-8-3036,19-31-2080,-27 39-631,-28 33-6775,6-5 5526,-26 40 0,-7 11 1307,30-40 1769,19-29-2270</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51.198"/>
    </inkml:context>
    <inkml:brush xml:id="br0">
      <inkml:brushProperty name="width" value="0.05" units="cm"/>
      <inkml:brushProperty name="height" value="0.05" units="cm"/>
      <inkml:brushProperty name="color" value="#004F8B"/>
    </inkml:brush>
  </inkml:definitions>
  <inkml:trace contextRef="#ctx0" brushRef="#br0">172 1 1440,'0'0'7190,"-5"10"-9163,-47 85 2050,-29 49 947,75-136-774,1 1 0,0 0 0,-8 18 0,8-9-590</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51.779"/>
    </inkml:context>
    <inkml:brush xml:id="br0">
      <inkml:brushProperty name="width" value="0.05" units="cm"/>
      <inkml:brushProperty name="height" value="0.05" units="cm"/>
      <inkml:brushProperty name="color" value="#004F8B"/>
    </inkml:brush>
  </inkml:definitions>
  <inkml:trace contextRef="#ctx0" brushRef="#br0">185 0 2449,'0'0'6780,"-15"14"-7734,-143 141 2741,146-142-2399</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52.369"/>
    </inkml:context>
    <inkml:brush xml:id="br0">
      <inkml:brushProperty name="width" value="0.05" units="cm"/>
      <inkml:brushProperty name="height" value="0.05" units="cm"/>
      <inkml:brushProperty name="color" value="#004F8B"/>
    </inkml:brush>
  </inkml:definitions>
  <inkml:trace contextRef="#ctx0" brushRef="#br0">130 1 2216,'0'0'1920,"-13"23"843,-78 170 224,69-143-1791,19-43-1356</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53.345"/>
    </inkml:context>
    <inkml:brush xml:id="br0">
      <inkml:brushProperty name="width" value="0.05" units="cm"/>
      <inkml:brushProperty name="height" value="0.05" units="cm"/>
      <inkml:brushProperty name="color" value="#004F8B"/>
    </inkml:brush>
  </inkml:definitions>
  <inkml:trace contextRef="#ctx0" brushRef="#br0">27 3 2208,'1'-2'6330,"-3"8"-5334,-9 62-545,3 1 1,3 1-1,4 82 1,7-105 1926,-6-47-2168,23 1 2531,-18-1-2643,0 1-1,0-1 1,0 0 0,1-1 0,-1 1 0,0-1 0,0 0 0,0 0 0,0-1 0,0 0-1,0 1 1,7-5 0,21-12 112,10-6 24,1 2 0,91-33 0,-132 54-153,3 0-2636</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55.223"/>
    </inkml:context>
    <inkml:brush xml:id="br0">
      <inkml:brushProperty name="width" value="0.05" units="cm"/>
      <inkml:brushProperty name="height" value="0.05" units="cm"/>
      <inkml:brushProperty name="color" value="#004F8B"/>
    </inkml:brush>
  </inkml:definitions>
  <inkml:trace contextRef="#ctx0" brushRef="#br0">1 229 1552,'0'-22'7115,"1"-18"-6419,-1 33-188,0 12-4436,1 82 918,-2-58 3185,1 0-1,1 0 1,2 0 0,0 0-1,11 38 10194,-13-73-9388,0-43-851,-2 0 0,-8-60 0,-1-9-61,10 62 37,0 55-83,0 1-1,0-1 1,1 1-1,-1-1 1,0 1-1,0 0 1,0-1-1,1 1 1,-1-1 0,0 1-1,0-1 1,1 1-1,-1 0 1,0-1-1,1 1 1,-1 0-1,0-1 1,1 1 0,-1 0-1,1-1 1,-1 1-1,0 0 1,1 0-1,-1 0 1,1-1-1,0 1 1,9-6 230,-10 5-254,11-6 108,0 0-1,0 1 1,0 0 0,1 1 0,0 0 0,12-3-1,1 2 6,42-3-1,-5 10-3878,-44 1 351</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55.537"/>
    </inkml:context>
    <inkml:brush xml:id="br0">
      <inkml:brushProperty name="width" value="0.05" units="cm"/>
      <inkml:brushProperty name="height" value="0.05" units="cm"/>
      <inkml:brushProperty name="color" value="#004F8B"/>
    </inkml:brush>
  </inkml:definitions>
  <inkml:trace contextRef="#ctx0" brushRef="#br0">0 17 3537,'0'0'4241,"2"0"-3353,-1 0-128,41 3-312,-25-6-152,9-1-264,3-1-280,13 1-976,4 1-961</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56.530"/>
    </inkml:context>
    <inkml:brush xml:id="br0">
      <inkml:brushProperty name="width" value="0.05" units="cm"/>
      <inkml:brushProperty name="height" value="0.05" units="cm"/>
      <inkml:brushProperty name="color" value="#004F8B"/>
    </inkml:brush>
  </inkml:definitions>
  <inkml:trace contextRef="#ctx0" brushRef="#br0">256 1 1176,'-10'1'54,"-1"0"0,1 0 0,0 1 0,0 1 0,0 0 0,0 0 0,0 1 0,1 0 0,-1 0 0,1 1 0,0 1 0,0 0 0,1 0 0,0 0 0,0 1 0,0 0 0,1 1 0,0 0-1,1 0 1,0 0 0,0 1 0,0 0 0,1 0 0,1 0 0,-6 14 0,10-22 34,-1 1-1,0 0 1,0 0-1,1 0 1,-1 0-1,1 0 1,-1 0-1,1 0 1,0 0-1,0 0 1,0 0-1,0 0 1,0 0-1,1 0 1,-1 0-1,0 0 1,1 0-1,0 0 1,-1-1-1,1 1 1,0 0-1,0 0 1,0 0-1,0-1 1,0 1-1,0 0 1,1-1-1,-1 1 1,1-1-1,-1 0 1,1 1-1,-1-1 1,1 0-1,0 0 1,3 2-1,2-1 239,0 0 0,0 0 0,0-1 0,0 0 0,0 0 0,1-1 0,-1 0 0,13-1 0,-14 0-225,-1 1 0,0-1-1,0 0 1,0 0 0,0-1-1,0 0 1,-1 0 0,1 0-1,0 0 1,4-4 0,-7 5-36,1-1 0,-1 0 1,0 0-1,0 0 0,0 0 1,0-1-1,0 1 0,-1 0 1,1-1-1,-1 1 0,1-1 1,-1 0-1,0 1 0,0-1 0,0 0 1,0 0-1,-1 0 0,1-4 1,-1 1-3216,-1 9 1229,-5 24 648,-6 43 1153,9 51 261,4-81 356,-5 50 0,3-86-390,0-1 0,0 0 0,0 1 0,0-1 1,0 0-1,-1 0 0,1 0 0,-1 0 1,0 0-1,0 0 0,0-1 0,0 1 1,-1 0-1,1-1 0,-1 0 0,1 0 1,-1 0-1,0 0 0,0 0 0,0 0 0,0-1 1,0 1-1,0-1 0,-1 0 0,1 0 1,0 0-1,-1 0 0,1-1 0,-5 1 1,2 0 111,-1-1 1,0 1-1,0-1 1,0 0-1,1-1 1,-1 0 0,0 0-1,1 0 1,-1-1-1,1 0 1,-1 0 0,1-1-1,0 0 1,-8-4-1,13 5-109,-1 1 0,0 0 0,1-1 0,-1 1 0,1-1 0,-1 1-1,1-1 1,0 0 0,0 0 0,0 0 0,0 0 0,0 0 0,0 1 0,0-2-1,0 1 1,1 0 0,-1 0 0,1 0 0,0 0 0,0 0 0,-1 0 0,1 0-1,1-1 1,-1 1 0,0 0 0,0 0 0,1 0 0,-1 0 0,1 0 0,0 0-1,0 0 1,0 0 0,0 0 0,0 0 0,0 0 0,2-2 0,3-6-133,1 1 1,1 0-1,0 0 1,0 1-1,12-10 0,8-4-1383,43-25-1,-68 45 1250,32-20-1938</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56.945"/>
    </inkml:context>
    <inkml:brush xml:id="br0">
      <inkml:brushProperty name="width" value="0.05" units="cm"/>
      <inkml:brushProperty name="height" value="0.05" units="cm"/>
      <inkml:brushProperty name="color" value="#004F8B"/>
    </inkml:brush>
  </inkml:definitions>
  <inkml:trace contextRef="#ctx0" brushRef="#br0">49 6 4721,'0'0'895,"0"-5"3837,2 6-5541,4 10 560,0 1 0,-1 0-1,-1 0 1,0 0 0,-1 0-1,3 19 1,6 84 575,-10-88-422,-1-17 109,3 31 177,-2-1 0,-5 65 0,2-94-97,-1 0 0,0 0 0,0 0 0,-1-1 0,0 1 0,-1-1 1,0 0-1,-1 0 0,0 0 0,-1 0 0,0-1 0,0 0 0,-1 0 0,-12 12 0,-8 1-702</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57.475"/>
    </inkml:context>
    <inkml:brush xml:id="br0">
      <inkml:brushProperty name="width" value="0.05" units="cm"/>
      <inkml:brushProperty name="height" value="0.05" units="cm"/>
      <inkml:brushProperty name="color" value="#004F8B"/>
    </inkml:brush>
  </inkml:definitions>
  <inkml:trace contextRef="#ctx0" brushRef="#br0">114 41 3425,'0'-1'-147,"-3"-26"5251,3 27-5018,-1-1-1,1 0 1,0 0 0,-1 0 0,1 1-1,0-1 1,-1 0 0,1 1 0,-1-1-1,0 0 1,1 1 0,-1-1 0,1 0 0,-1 1-1,0-1 1,1 1 0,-2-1 0,-10 1-3059,9 0 2865,1 1 29,-1-1-1,1 1 1,-1 0 0,1-1-1,0 1 1,-1 0 0,1 1-1,0-1 1,0 0 0,0 1-1,-1-1 1,2 1 0,-1-1-1,0 1 1,0 0 0,0 0-1,1 0 1,-1 0 0,1 0-1,0 0 1,-1 0 0,1 1-1,-1 2 1,-7 23-20,1 0-1,1 1 1,2 0 0,-3 38-1,7-49 234,0-1 0,2 1-1,0-1 1,0 0 0,2 0 0,0 0-1,1 0 1,11 29 0,-10-37 43,0 1 1,1-1-1,-1 0 1,2-1 0,-1 0-1,1 0 1,16 14-1,5 2-340</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58.086"/>
    </inkml:context>
    <inkml:brush xml:id="br0">
      <inkml:brushProperty name="width" value="0.05" units="cm"/>
      <inkml:brushProperty name="height" value="0.05" units="cm"/>
      <inkml:brushProperty name="color" value="#004F8B"/>
    </inkml:brush>
  </inkml:definitions>
  <inkml:trace contextRef="#ctx0" brushRef="#br0">1 0 3961,'0'0'3171,"5"5"-3875,29 37 659,32 34 1973,-58-68-1737,0-1 0,1 0 0,0 0 0,0-1 0,0-1-1,1 1 1,11 4 0,-6-5-1323</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58.478"/>
    </inkml:context>
    <inkml:brush xml:id="br0">
      <inkml:brushProperty name="width" value="0.05" units="cm"/>
      <inkml:brushProperty name="height" value="0.05" units="cm"/>
      <inkml:brushProperty name="color" value="#004F8B"/>
    </inkml:brush>
  </inkml:definitions>
  <inkml:trace contextRef="#ctx0" brushRef="#br0">323 1 2921,'0'0'2694,"-2"4"-4333,-65 133 546,-41 73 2230,81-167-558,2 0 0,1 2 0,3 1 1,-27 83-1,47-127 691,1-2-1248</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00.570"/>
    </inkml:context>
    <inkml:brush xml:id="br0">
      <inkml:brushProperty name="width" value="0.05" units="cm"/>
      <inkml:brushProperty name="height" value="0.05" units="cm"/>
      <inkml:brushProperty name="color" value="#004F8B"/>
    </inkml:brush>
  </inkml:definitions>
  <inkml:trace contextRef="#ctx0" brushRef="#br0">6 14 4657,'-1'-8'312,"-4"2"2089</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01.129"/>
    </inkml:context>
    <inkml:brush xml:id="br0">
      <inkml:brushProperty name="width" value="0.05" units="cm"/>
      <inkml:brushProperty name="height" value="0.05" units="cm"/>
      <inkml:brushProperty name="color" value="#004F8B"/>
    </inkml:brush>
  </inkml:definitions>
  <inkml:trace contextRef="#ctx0" brushRef="#br0">0 559 424,'0'0'12970,"1"-4"-11573,5-47-1012,-3 1 0,-4-67-1,1-7-600,1 69 202,-2 27-42,7-51 0,-6 78 16,6-13 879,3 11-637,70-16 248,-15 12-1368,95 1 0,-135 6-977</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01.439"/>
    </inkml:context>
    <inkml:brush xml:id="br0">
      <inkml:brushProperty name="width" value="0.05" units="cm"/>
      <inkml:brushProperty name="height" value="0.05" units="cm"/>
      <inkml:brushProperty name="color" value="#004F8B"/>
    </inkml:brush>
  </inkml:definitions>
  <inkml:trace contextRef="#ctx0" brushRef="#br0">0 15 5009,'0'0'5929,"2"0"-5185,-1 0-103,1 0-193,1 0-128,50-4-296,-32-1-200,6 1-672,1 2-417,12 2-1407</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02.281"/>
    </inkml:context>
    <inkml:brush xml:id="br0">
      <inkml:brushProperty name="width" value="0.05" units="cm"/>
      <inkml:brushProperty name="height" value="0.05" units="cm"/>
      <inkml:brushProperty name="color" value="#004F8B"/>
    </inkml:brush>
  </inkml:definitions>
  <inkml:trace contextRef="#ctx0" brushRef="#br0">343 36 3457,'1'-4'7513,"-2"3"-7583,1 0 0,0 1 0,-1-1 0,1 0-1,-1 1 1,1-1 0,-1 0 0,1 1 0,-1-1 0,0 1 0,1-1 0,-1 1 0,1-1 0,-1 1 0,0 0 0,0-1 0,1 1 0,-2-1 0,-10-3-47,-1 0 1,1 0-1,-1 2 0,1-1 0,-1 2 0,-17-1 0,23 1 65,-1 1 0,1 0 0,-1 1 0,1 0 0,-1 0 0,1 0 0,-1 1 0,1 0 0,0 1 1,0-1-1,0 1 0,0 1 0,-11 7 0,15-9 3,0 1 1,0 0 0,1 0-1,-1 0 1,1 0 0,-1 0-1,1 1 1,0-1-1,0 1 1,1-1 0,-1 1-1,1 0 1,0 0 0,0 0-1,0 0 1,0-1 0,1 1-1,-1 0 1,1 7 0,1-9 143,-1 1 1,1-1 0,-1 1 0,1-1 0,0 0 0,0 1 0,0-1-1,0 0 1,0 1 0,0-1 0,1 0 0,-1 0 0,1 0 0,0 0-1,-1-1 1,1 1 0,0 0 0,0-1 0,0 1 0,0-1 0,0 1 0,1-1-1,-1 0 1,0 0 0,1 0 0,-1 0 0,0-1 0,1 1 0,-1-1-1,1 1 1,2-1 0,6 2 197,0-1 0,0-1 0,0 0 0,0 0 0,-1-1 1,1 0-1,15-5 0,-22 5-197,0 0 1,0 0 0,-1-1-1,1 0 1,-1 0 0,1 0-1,-1 0 1,0 0 0,0-1-1,0 1 1,0-1 0,0 0-1,0 0 1,-1 0 0,1 0-1,-1-1 1,0 1 0,0-1-1,0 1 1,-1-1-1,1 1 1,1-9 0,-3 11-44,-5 10-5880,2 5 3591,0 33 3128,3-41-1426,0 152 672,-1 30 122,0-181-203,1 1 0,-2 0-1,1-1 1,-1 1 0,0-1 0,-1 0-1,1 1 1,-8 12 0,8-17 59,0 0 0,0 0 0,-1 0 0,1 0 1,-1 0-1,1 0 0,-1-1 0,0 1 0,0-1 0,0 0 1,0 0-1,-1 0 0,1 0 0,0 0 0,-1-1 1,0 0-1,1 1 0,-1-1 0,-5 0 0,-2 0 199,-1 0-1,1-2 0,0 1 1,0-1-1,-1-1 0,1 0 1,-20-7-1,25 7-75,0 0 0,0 0 0,1-1 1,-1 1-1,1-2 0,-1 1 0,1 0 0,0-1 0,1 0 0,-1 0 0,1-1 1,-1 1-1,1-1 0,1 0 0,-1 0 0,-3-6 0,5 6-86,1 0 1,-1 0-1,1 0 0,0 0 0,1 0 0,-1 0 0,1 0 0,0 0 0,0 0 1,1 0-1,0 0 0,-1 0 0,2 0 0,-1 0 0,0 1 0,1-1 0,0 0 0,0 1 1,6-9-1,0 0-199,0 0 0,2 1 1,-1 1-1,1-1 1,17-13-1,-2 5-664,2 0 0,48-25 0,-3 7-1708</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04.392"/>
    </inkml:context>
    <inkml:brush xml:id="br0">
      <inkml:brushProperty name="width" value="0.05" units="cm"/>
      <inkml:brushProperty name="height" value="0.05" units="cm"/>
      <inkml:brushProperty name="color" value="#004F8B"/>
    </inkml:brush>
  </inkml:definitions>
  <inkml:trace contextRef="#ctx0" brushRef="#br0">114 340 3897,'0'0'1640,"15"-19"5094,6-13-6181,-15 24 118,-5 6-407,-1-7 33,3-1-154,4-33 841,-6-40-631,-1 71-397,-1 1 0,-1-1 0,0 1 0,0-1 0,-1 1 1,-6-14-1,7 20-166,-1-1 1,0 2-1,0-1 1,-1 0 0,1 1-1,-6-5 1,8 8-124,0 1 46,0-1 1,0 1 0,0 0 0,0 0 0,0 0 0,1 0-1,-1 0 1,0 0 0,0 0 0,0 1 0,0-1-1,0 0 1,0 0 0,0 1 0,0-1 0,0 0 0,0 1-1,0-1 1,0 1 0,1 0 0,-1-1 0,0 1 0,-1 0-1,-2 3 160,-1-1 0,0 1 0,1 0 0,0 1 0,0-1-1,0 1 1,1-1 0,-1 1 0,1 0 0,0 0 0,1 1-1,-1-1 1,-1 6 0,-9 30-107,-12 66-1,22-86 352,0 0 0,2 0 0,0 0 0,2 0 0,3 28 0,-2-40 86,0 1 0,0-1 0,1 0 0,1 0 0,-1 0 0,8 12 0,-9-18 145,-1 0 1,1 0-1,0 0 0,0-1 0,0 1 0,1-1 0,-1 1 1,0-1-1,1 0 0,0 0 0,-1 0 0,1 0 0,0 0 1,0-1-1,0 1 0,0-1 0,0 0 0,0 0 0,1 0 1,-1 0-1,7 0 0,14-1 312,1-2-1,24-5 1,48-14-3911,-82 17 2357,20-5-1465</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04.938"/>
    </inkml:context>
    <inkml:brush xml:id="br0">
      <inkml:brushProperty name="width" value="0.05" units="cm"/>
      <inkml:brushProperty name="height" value="0.05" units="cm"/>
      <inkml:brushProperty name="color" value="#004F8B"/>
    </inkml:brush>
  </inkml:definitions>
  <inkml:trace contextRef="#ctx0" brushRef="#br0">59 127 2537,'-13'-34'6269,"0"44"-12572,8-2 6302,0 0 0,1 0 0,0 0 0,1 0 0,0 1-1,-3 15 1,5-21 147,0 0 0,1 0 0,0 0 0,-1 1 0,1-1 0,0 0 0,1 1 0,-1-1 0,0 0 0,1 0 0,0 0 0,0 1 0,0-1 0,0 0 0,0 0 0,1 0 0,-1 0 0,1-1 0,0 1 0,0 0 0,0-1 0,0 1 0,0-1 0,1 0 0,4 4 0,-2-3 261,1 0 1,-1 0 0,1-1-1,0 1 1,0-1 0,0-1-1,0 1 1,1-1-1,-1 0 1,0-1 0,0 1-1,1-1 1,-1 0 0,0-1-1,1 0 1,-1 0 0,0 0-1,10-4 1,-11 4-287,0-1-1,0 0 1,-1 0-1,1 0 1,-1 0 0,0-1-1,1 0 1,-1 0 0,0 0-1,-1 0 1,1-1 0,-1 0-1,1 1 1,-1-1 0,0 0-1,0-1 1,-1 1 0,1 0-1,-1-1 1,0 0 0,0 1-1,-1-1 1,3-8 0,-3 3-301,-1 0 0,0 0 0,0 0 0,-1 0 0,0 0 0,-1 0 0,0 1 0,0-1 0,-1 1 0,0-1 0,-8-15 1,9 22 27,1 0 1,-1 0 0,0 0 0,1 1-1,-1-1 1,-1 1 0,1-1 0,0 1 0,-1 0-1,1-1 1,-1 1 0,1 1 0,-1-1 0,0 0-1,0 1 1,0-1 0,0 1 0,0 0-1,0 0 1,0 0 0,-1 0 0,1 0 0,0 1-1,0 0 1,-1 0 0,1 0 0,0 0 0,0 0-1,-1 0 1,1 1 0,0 0 0,0-1-1,-1 1 1,1 0 0,0 1 0,0-1 0,0 1-1,-3 1 1,3-1 82,1-1-1,-1 1 1,0 0-1,1 0 1,0 0-1,-1 0 1,1 0-1,0 0 1,0 0-1,0 1 1,0-1-1,0 1 1,1 0-1,-1-1 1,0 5-1,-2 5-1028</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05.509"/>
    </inkml:context>
    <inkml:brush xml:id="br0">
      <inkml:brushProperty name="width" value="0.05" units="cm"/>
      <inkml:brushProperty name="height" value="0.05" units="cm"/>
      <inkml:brushProperty name="color" value="#004F8B"/>
    </inkml:brush>
  </inkml:definitions>
  <inkml:trace contextRef="#ctx0" brushRef="#br0">206 5 5065,'-3'-1'-173,"0"0"0,0 1 0,0-1-1,0 0 1,0 1 0,0 0 0,0 0 0,-1 0-1,1 0 1,0 1 0,0-1 0,0 1 0,0-1 0,-6 3-1,2 0-65,-1 0 329,0 0 0,0 1-1,0 0 1,1 0-1,0 1 1,0 0-1,0 0 1,0 1 0,1-1-1,0 2 1,-11 12-1,17-18-18,-1 0-1,0-1 0,0 1 0,1 0 0,-1 0 0,1 0 1,-1 0-1,1 0 0,-1 0 0,1 0 0,0 0 0,-1 0 1,1 0-1,0 0 0,0 0 0,0 0 0,0 0 1,0 0-1,0 0 0,0 0 0,0 0 0,0 0 0,0 0 1,1 0-1,-1 0 0,0 0 0,1 0 0,-1 0 0,1 0 1,-1 0-1,1 0 0,-1 0 0,1 0 0,-1 0 0,1-1 1,0 1-1,1 1 0,2 1 330,0 0 1,0 0-1,1 0 1,-1 0-1,8 2 1,-6-2-1063,43 19 823,-41-19-258,0 0-1,0 0 1,-1 1 0,1 0 0,-1 0 0,0 1-1,0 0 1,-1 0 0,0 0 0,1 1 0,7 10-1,-13-15 94,-1 0-1,1 0 0,0 0 1,0 0-1,-1 0 1,1 0-1,-1 0 0,1 0 1,-1 0-1,0 0 0,1 0 1,-1 0-1,0 1 0,0-1 1,1 0-1,-1 0 0,0 0 1,0 1-1,-1-1 0,1 0 1,0 0-1,0 0 0,0 0 1,-2 3-1,1-3 24,0 1 0,0-1 0,0 1 0,-1-1 0,1 1 0,-1-1 0,1 0 0,-1 0 0,0 0 0,1 0 0,-1 0 0,0 0 0,-2 1 0,-7 1 205,0 0-1,1 0 1,-23 2 0,8-2 384,0-2 1,-1 0-1,-47-5 1,71 3 161</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10.857"/>
    </inkml:context>
    <inkml:brush xml:id="br0">
      <inkml:brushProperty name="width" value="0.05" units="cm"/>
      <inkml:brushProperty name="height" value="0.05" units="cm"/>
      <inkml:brushProperty name="color" value="#004F8B"/>
    </inkml:brush>
  </inkml:definitions>
  <inkml:trace contextRef="#ctx0" brushRef="#br0">174 197 2497,'0'-6'5641,"0"-16"-4112,-1-3-1272,-1 21-3349,-9 39 3189,2-1 1,0 2-1,-4 57 0,10-68-63,2 0 0,1 0 0,1 0 0,2 0 0,0 0 0,9 34 0,-9-48 75,1 0 0,0 0 0,1-1 1,0 1-1,0-1 0,1 0 0,0 0 0,14 14 0,-17-20 2,0-1-1,0 0 1,0-1-1,1 1 1,-1 0-1,1-1 0,0 0 1,0 0-1,0 0 1,0-1-1,0 1 1,0-1-1,1 0 1,-1 0-1,0 0 1,1-1-1,-1 1 0,0-1 1,1 0-1,-1 0 1,0-1-1,1 1 1,-1-1-1,0 0 1,7-3-1,-4 2 67,0-1 0,0 0 0,-1 0 0,1-1-1,-1 0 1,0 0 0,0 0 0,-1-1 0,1 0 0,-1 0 0,0 0-1,4-7 1,-2 2-8,-1 0-1,0 0 1,-1 0-1,0-1 1,-1 1-1,0-1 1,2-12-1,0-3 2,-2 0 1,-1 0-1,-1-1 0,-2 1 1,-4-52-1,1 56-32,0 0-1,-1 1 1,-1-1 0,-1 1-1,-16-35 1,17 45-192,-1 0 0,0 1 0,-1 0 0,0 0 0,-1 1 0,0 0 0,0 0 0,-1 1 1,0 0-1,-1 0 0,-19-12 0,19 15-102,0 0 0,0 1 0,-1 0 0,1 1 0,-1 0 0,0 0 0,1 1 0,-1 1 0,0 0 0,0 0 0,-1 1 0,1 1 0,-16 2 0,20-2 124,1 0 0,0 0 1,0 1-1,0 0 0,0 0 0,1 1 0,-1-1 0,1 1 1,-1 0-1,1 1 0,0 0 0,0-1 0,0 1 0,1 1 1,0-1-1,-1 1 0,1 0 0,1 0 0,-1 0 0,1 0 1,0 1-1,0-1 0,1 1 0,-1 0 0,-1 9 0,1-1 71,2 1 0,0-1-1,0 1 1,1-1-1,1 1 1,1-1-1,0 1 1,1-1-1,0 0 1,1 0-1,1 0 1,0 0-1,1-1 1,0 0-1,1 0 1,1 0-1,15 19 1,-18-26 52,1 0 1,0-1-1,0 0 0,0 0 1,1 0-1,0-1 0,-1 0 1,2-1-1,-1 1 0,0-1 0,1 0 1,-1-1-1,1 0 0,0 0 1,0-1-1,-1 0 0,1 0 1,0-1-1,15-1 0,8-2-198,-1-2 0,0-1 0,52-19 0,-60 18-432,10-3-1176</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11.488"/>
    </inkml:context>
    <inkml:brush xml:id="br0">
      <inkml:brushProperty name="width" value="0.05" units="cm"/>
      <inkml:brushProperty name="height" value="0.05" units="cm"/>
      <inkml:brushProperty name="color" value="#004F8B"/>
    </inkml:brush>
  </inkml:definitions>
  <inkml:trace contextRef="#ctx0" brushRef="#br0">0 34 2032,'0'0'9790,"10"-1"-10078,45-8 799,130-15 448,-167 25-1196,-3 1-1072</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12.113"/>
    </inkml:context>
    <inkml:brush xml:id="br0">
      <inkml:brushProperty name="width" value="0.05" units="cm"/>
      <inkml:brushProperty name="height" value="0.05" units="cm"/>
      <inkml:brushProperty name="color" value="#004F8B"/>
    </inkml:brush>
  </inkml:definitions>
  <inkml:trace contextRef="#ctx0" brushRef="#br0">188 1 1664,'-22'0'4012,"-40"2"-1031,37 2-2663,-53 5 2890,79-9-3187,-1 0 0,0 0 1,0 0-1,0 0 1,0 0-1,0 0 0,0 0 1,0 0-1,0 1 1,0-1-1,1 0 0,-1 0 1,0 0-1,0 0 1,0 0-1,0 0 0,0 0 1,0 1-1,0-1 1,0 0-1,0 0 0,0 0 1,0 0-1,0 0 1,0 0-1,0 0 0,0 1 1,0-1-1,0 0 1,0 0-1,0 0 0,0 0 1,0 0-1,0 0 1,0 1-1,0-1 0,0 0 1,0 0-1,-1 0 1,1 0-1,0 0 0,0 0 1,0 0-1,0 0 1,0 1-1,0-1 0,0 0 1,0 0-1,0 0 1,-1 0-1,1 0 0,0 0 1,0 0-1,0 0 1,0 0-1,0 0 0,-1 0 1,13 6 326,6-3-85,1-1-1,0-1 1,0-1-1,35-5 0,-9 2-93,13 0-252,0 1-468</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22.553"/>
    </inkml:context>
    <inkml:brush xml:id="br0">
      <inkml:brushProperty name="width" value="0.05" units="cm"/>
      <inkml:brushProperty name="height" value="0.05" units="cm"/>
      <inkml:brushProperty name="color" value="#004F8B"/>
    </inkml:brush>
  </inkml:definitions>
  <inkml:trace contextRef="#ctx0" brushRef="#br0">126 0 912,'0'0'439,"-40"0"4797,-46 0-4253,105 13 910,18 11-1659,9 0 735,-34-19-910,-4-1 354</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23.212"/>
    </inkml:context>
    <inkml:brush xml:id="br0">
      <inkml:brushProperty name="width" value="0.05" units="cm"/>
      <inkml:brushProperty name="height" value="0.05" units="cm"/>
      <inkml:brushProperty name="color" value="#004F8B"/>
    </inkml:brush>
  </inkml:definitions>
  <inkml:trace contextRef="#ctx0" brushRef="#br0">0 0 1800,'0'0'9838,"13"4"-9910,66 34 230,28 12 781,-101-47-2089</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23.710"/>
    </inkml:context>
    <inkml:brush xml:id="br0">
      <inkml:brushProperty name="width" value="0.05" units="cm"/>
      <inkml:brushProperty name="height" value="0.05" units="cm"/>
      <inkml:brushProperty name="color" value="#004F8B"/>
    </inkml:brush>
  </inkml:definitions>
  <inkml:trace contextRef="#ctx0" brushRef="#br0">0 1 1240,'0'0'5332,"21"21"-1942,12 8-2947,-23-20 391,-6-6-459,8 2-202,20 9-79,-16-9-2853</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24.922"/>
    </inkml:context>
    <inkml:brush xml:id="br0">
      <inkml:brushProperty name="width" value="0.05" units="cm"/>
      <inkml:brushProperty name="height" value="0.05" units="cm"/>
      <inkml:brushProperty name="color" value="#004F8B"/>
    </inkml:brush>
  </inkml:definitions>
  <inkml:trace contextRef="#ctx0" brushRef="#br0">142 33 1704,'0'0'2646,"-1"-8"1569,-4-17-1334,5 29-2893,0-1 0,0 0 0,1 1 0,-1-1 0,1 1 0,0-1 0,-1 0 0,3 4-1,-2-4 24,0-1 0,0 1-1,-1 0 1,1 0 0,-1 0-1,1 0 1,-1 0-1,0 4 1,11 15 313,12 18-100,0 4 784,-23-44-961,1 1-54,-1-1 1,0 1 0,0-1 0,0 1 0,0-1 0,1 1 0,-1-1 0,0 1 0,0-1 0,0 1 0,0-1-1,0 1 1,0-1 0,0 1 0,0-1 0,-1 1 0,1-1 0,0 1 0,0-1 0,0 1 0,0-1 0,-1 0 0,1 1-1,0-1 1,0 1 0,-1-1 0,1 1 0,0-1 0,-1 0 0,1 1 0,-1-1 0,1 0 0,0 1 0,-1-1-1,1 0 1,-1 0 0,1 0 0,-1 1 0,1-1 0,-1 0 0,1 0 0,0 0 0,-1 0 0,1 0 0,-1 0-1,0 0 1,-191 55 1229,190-54-1239</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26.136"/>
    </inkml:context>
    <inkml:brush xml:id="br0">
      <inkml:brushProperty name="width" value="0.05" units="cm"/>
      <inkml:brushProperty name="height" value="0.05" units="cm"/>
      <inkml:brushProperty name="color" value="#004F8B"/>
    </inkml:brush>
  </inkml:definitions>
  <inkml:trace contextRef="#ctx0" brushRef="#br0">20 50 3249,'22'-50'6873,"-22"53"-8413,1 1 1403,-1-1 1,0 0-1,-1 1 0,1-1 0,0 0 0,-1 1 0,0-1 0,0 0 0,0 0 0,-3 7 0,0 2 89,0 5 116,-5 15 149,-5 35 1,13-58-42,0 0 0,1 0 0,0 0 0,0 0 1,0 0-1,2 0 0,-1 0 0,5 17 1,-6-26-2,0 0 0,0 1-1,0-1 1,0 0 0,0 0 0,0 1 0,0-1 0,0 0 0,0 1 0,0-1 0,0 0 0,0 0 0,1 1 0,-1-1 0,0 0 0,0 0 0,0 1 0,0-1 0,0 0-1,0 0 1,1 1 0,-1-1 0,0 0 0,0 0 0,0 0 0,1 1 0,-1-1 0,0 0 0,0 0 0,1 0 0,-1 0 0,0 0 0,0 1 0,1-1 0,-1 0 0,0 0 0,0 0-1,1 0 1,-1 0 0,0 0 0,1 0 0,2-13 1160,-2-14-1889,1-3 502,-2 0-1,-1 0 1,-7-49 0,8 78 43,0-1 1,0 1 0,0 0 0,0 0 0,1-1 0,-1 1-1,0 0 1,1-1 0,-1 1 0,0 0 0,1 0 0,0 0-1,-1-1 1,1 1 0,0 0 0,-1 0 0,1 0 0,0 0-1,0 0 1,0 0 0,0 0 0,0 1 0,0-1 0,0 0-1,0 0 1,1 1 0,-1-1 0,2 0 0,34-11 194,-32 11-223,20-5 88,0 1 1,0 1-1,0 2 1,1 0 0,37 4-1,-17-2-14,-34 0-132,0 0-240,-1 0 0,0 0 0,0 1 1,0 1-1,21 5 0,-20-2-1804</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26.495"/>
    </inkml:context>
    <inkml:brush xml:id="br0">
      <inkml:brushProperty name="width" value="0.05" units="cm"/>
      <inkml:brushProperty name="height" value="0.05" units="cm"/>
      <inkml:brushProperty name="color" value="#004F8B"/>
    </inkml:brush>
  </inkml:definitions>
  <inkml:trace contextRef="#ctx0" brushRef="#br0">0 7 3737,'0'0'7405,"16"-1"-4808,35-3-3372,0 2-1,66 8 1,-72-2-1580</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27.416"/>
    </inkml:context>
    <inkml:brush xml:id="br0">
      <inkml:brushProperty name="width" value="0.05" units="cm"/>
      <inkml:brushProperty name="height" value="0.05" units="cm"/>
      <inkml:brushProperty name="color" value="#004F8B"/>
    </inkml:brush>
  </inkml:definitions>
  <inkml:trace contextRef="#ctx0" brushRef="#br0">281 1 1152,'-5'0'232,"-16"-1"1002,1 2 0,-1 0 0,1 1-1,-39 9 1,55-10-1128,-1 1 1,1-1-1,0 1 0,0 0 0,0 0 1,0 0-1,1 0 0,-1 0 0,0 1 1,1 0-1,0 0 0,0 0 0,0 0 1,0 0-1,0 1 0,0-1 1,1 1-1,0 0 0,0 0 0,0 0 1,0 0-1,1 0 0,-1 0 0,1 0 1,0 1-1,0-1 0,1 0 0,-1 1 1,1 7-1,0-11-20,0 0 0,0 1 0,0-1 0,0 0 0,1 1 0,-1-1 0,0 0 0,1 1 0,-1-1 0,1 0 0,-1 0 0,1 0 0,0 1 0,-1-1 0,1 0 0,0 0 0,0 0 0,0 0 0,0 0-1,0 0 1,0 0 0,0-1 0,2 2 0,-1-1-2,1 1 0,0-1-1,0 0 1,0-1 0,0 1-1,0 0 1,0-1 0,0 0-1,0 1 1,4-2 0,-2 1-29,0 0 1,0-1 0,0 0 0,0 0 0,0 0-1,-1 0 1,1-1 0,-1 0 0,1 0 0,-1 0-1,1 0 1,-1-1 0,6-4 0,-9 5-139,0 1 0,0 0 1,0-1-1,0 1 0,0 0 0,0 0 1,0 0-1,1 0 0,-1 0 0,0 0 1,1 0-1,-1 0 0,1 0 0,-1 1 1,2-2-1,-2 3 7,0 1 1,0-1 0,0 0-1,-1 0 1,1 1-1,-1-1 1,1 0 0,-1 1-1,1-1 1,-1 0-1,0 1 1,0-1 0,1 1-1,-1-1 1,0 2-1,0 0 253,3 24-254,-1-1 0,-1 1 1,-4 31-1,0 8 124,3-26 132,-6 45 0,4-71-63,-1 0 0,0 0 1,0-1-1,-1 0 0,-1 1 1,-12 22-1,15-32-80,-1-1 0,0 0 0,0 0 0,0 0 0,0 0-1,0 0 1,-1-1 0,1 1 0,-1-1 0,0 0 0,0 0 0,0 0 0,0-1 0,0 1 0,0-1-1,0 0 1,0 0 0,0-1 0,0 1 0,-1-1 0,1 0 0,0 0 0,0 0 0,-8-2-1,9 2 81,0 0-1,0-1 0,0 0 1,0 1-1,0-1 0,0 0 0,1-1 1,-1 1-1,0 0 0,0-1 0,1 0 1,-1 1-1,1-1 0,0 0 0,-1 0 1,1 0-1,0-1 0,0 1 1,0 0-1,1-1 0,-1 0 0,0 1 1,1-1-1,0 0 0,0 1 0,0-1 1,0 0-1,0 0 0,0 0 1,1 0-1,-1 0 0,1 0 0,0 0 1,0-5-1,2-3-83,0 1 0,0 0 1,1-1-1,1 1 0,-1 0 1,2 1-1,8-15 0,45-64-816,-45 70 619,5-7-782,2 0 0,0 2 0,2 0 1,0 1-1,37-27 0,-17 20-2051</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28.385"/>
    </inkml:context>
    <inkml:brush xml:id="br0">
      <inkml:brushProperty name="width" value="0.05" units="cm"/>
      <inkml:brushProperty name="height" value="0.05" units="cm"/>
      <inkml:brushProperty name="color" value="#004F8B"/>
    </inkml:brush>
  </inkml:definitions>
  <inkml:trace contextRef="#ctx0" brushRef="#br0">313 70 2000,'0'0'1085,"-4"-7"3334,-4-8-2970,0 8-1506,-1 0 0,0 1 1,0 0-1,-12-6 0,13 8 45,2 0-68,-2 2-11,1 5 68,-7 2 161,0 0 0,1 0 0,-1 1 0,1 1 0,0 0 0,1 1 0,-18 14 0,29-21 96,1 0 375,0-1-546,0 1 0,0 0 0,0-1 0,0 1-1,0-1 1,0 1 0,0 0 0,0-1 0,0 1 0,0-1 0,0 1 0,1 0-1,-1-1 1,0 1 0,0-1 0,1 1 0,-1-1 0,0 1 0,1-1-1,-1 1 1,1-1 0,-1 1 0,0-1 0,1 0 0,-1 1 0,1-1 0,-1 1-1,1-1 1,-1 0 0,1 0 0,0 1 0,-1-1 0,1 0 0,-1 0-1,2 1 1,33 10 201,-20-6-393,0 0 0,0 0 0,-1 1 0,0 1 0,15 9 0,-26-14 91,0 0 0,-1 1 0,1-1 0,0 0 0,-1 1 0,1 0 0,-1-1 0,0 1 0,0 0 1,0 0-1,0 0 0,-1 0 0,1 1 0,-1-1 0,0 0 0,0 1 0,0-1 0,0 0 0,0 1 0,-1-1 0,0 1 0,1 0 0,-1-1 0,-1 1 0,1-1 0,0 1 0,-1-1 0,-2 7 0,1-4 58,0-1 0,-1 1 0,0-1-1,0 1 1,-1-1 0,1 0 0,-1 0-1,0-1 1,0 1 0,-1-1 0,1 0-1,-1 0 1,0 0 0,0-1 0,0 0-1,-1 0 1,1 0 0,-1 0 0,1-1-1,-1 0 1,-11 2 0,4-1 91,-1 0 0,0-1 0,0 0 1,1-1-1,-1-1 0,0 0 0,0-1 0,-23-4 0,35 4-211,1 1 58,0 0-1,0 0 1,0 0-1,0 0 0,0 0 1,0-1-1,0 1 0,0 0 1,1-1-1,-1 1 1,0 0-1,0-1 0,0 1 1,0-1-1,1 0 0,-1 1 1,0-1-1,1 1 1,-1-1-1,0 0 0,1 0 1,-2-1-1</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28.698"/>
    </inkml:context>
    <inkml:brush xml:id="br0">
      <inkml:brushProperty name="width" value="0.05" units="cm"/>
      <inkml:brushProperty name="height" value="0.05" units="cm"/>
      <inkml:brushProperty name="color" value="#004F8B"/>
    </inkml:brush>
  </inkml:definitions>
  <inkml:trace contextRef="#ctx0" brushRef="#br0">12 1 3521,'3'9'2606,"-2"9"-2321,-1 0 1,0-1-1,-2 1 1,0-1 0,-7 32-1,6-10 726,3-28-499,0-6-617</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28.881"/>
    </inkml:context>
    <inkml:brush xml:id="br0">
      <inkml:brushProperty name="width" value="0.05" units="cm"/>
      <inkml:brushProperty name="height" value="0.05" units="cm"/>
      <inkml:brushProperty name="color" value="#004F8B"/>
    </inkml:brush>
  </inkml:definitions>
  <inkml:trace contextRef="#ctx0" brushRef="#br0">0 7 5665,'0'0'240,"0"-2"248,0 1-256,0-1-592,0 1-616</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29.468"/>
    </inkml:context>
    <inkml:brush xml:id="br0">
      <inkml:brushProperty name="width" value="0.05" units="cm"/>
      <inkml:brushProperty name="height" value="0.05" units="cm"/>
      <inkml:brushProperty name="color" value="#004F8B"/>
    </inkml:brush>
  </inkml:definitions>
  <inkml:trace contextRef="#ctx0" brushRef="#br0">43 0 3057,'0'0'-100,"0"10"-46,-38 235 8228,37-251-6526,-1-4-1639,1 1 0,1-1 0,0 0 0,0 0 0,1 1 0,0-1 0,1 0 0,0 1 0,0-1 0,1 1 0,1 0 0,-1-1 0,8-11 0,-8 15-49,0 1 0,0 0-1,1 0 1,-1 0-1,1 0 1,1 0-1,-1 1 1,0 0 0,1 0-1,0 0 1,0 0-1,0 1 1,0 0 0,1 0-1,0 0 1,-1 1-1,1 0 1,0 0-1,0 0 1,0 1 0,0 0-1,12-1 1,-15 2 152,0 0 0,1 0 0,-1 0 1,1 0-1,-1 1 0,1-1 0,-1 1 0,0 0 1,1 0-1,-1 0 0,0 0 0,0 1 1,0 0-1,0-1 0,0 1 0,0 0 0,0 0 1,-1 1-1,1-1 0,-1 0 0,1 1 0,-1 0 1,0-1-1,0 1 0,0 0 0,0 0 1,-1 0-1,1 0 0,-1 1 0,0-1 0,0 0 1,0 0-1,0 1 0,-1-1 0,1 1 1,-1-1-1,0 7 0,1 12 153,-2 1 0,0-1 0,-6 26 1,3-21 41,0 37 1,4-55-1412</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30.107"/>
    </inkml:context>
    <inkml:brush xml:id="br0">
      <inkml:brushProperty name="width" value="0.05" units="cm"/>
      <inkml:brushProperty name="height" value="0.05" units="cm"/>
      <inkml:brushProperty name="color" value="#004F8B"/>
    </inkml:brush>
  </inkml:definitions>
  <inkml:trace contextRef="#ctx0" brushRef="#br0">108 72 3433,'0'0'2032,"-4"6"-1922,-11 20 13,1 1 0,1 0 0,-11 35 0,19-48 38,1 0 0,0 1 0,2-1 1,-1 1-1,2 0 0,0-1 0,1 1 1,0 0-1,3 14 0,-3-26-37,0 0 1,1 0-1,0 0 1,0 0-1,0 0 0,0-1 1,0 1-1,0 0 1,1-1-1,-1 1 0,1-1 1,0 1-1,0-1 1,0 0-1,0 0 0,0 0 1,0 0-1,0 0 0,1 0 1,-1-1-1,1 1 1,0-1-1,-1 1 0,1-1 1,0 0-1,0 0 1,-1 0-1,1-1 0,0 1 1,5 0-1,-2-1 137,0 0-1,1-1 0,-1 1 1,0-1-1,0-1 1,0 1-1,0-1 0,0 0 1,0 0-1,0-1 0,-1 1 1,1-1-1,8-7 1,1-2-126,-1 0 1,0-2-1,-1 0 1,-1 0 0,21-32-1,-14 15-213,-1-1 0,16-41-1,-30 66-4,-1-1-1,-1 1 1,1-1-1,-1 0 1,0 0-1,-1 0 1,1-12-1,-3 17-21,1 0-1,0 0 1,-1 1-1,1-1 1,-1 0-1,0 0 1,0 0-1,0 1 0,0-1 1,-1 1-1,1-1 1,0 1-1,-1-1 1,0 1-1,0 0 1,0 0-1,0 0 1,0 0-1,0 0 1,0 0-1,-1 0 1,1 1-1,-1-1 1,-2 0-1,-8-4-136,-1 1 0,1 0 0,-1 1 0,0 1 0,0 0 0,0 1 0,0 0 0,-21 1 0,23 1 268,0 0-1,-1 1 0,1 1 0,0 0 1,0 0-1,0 1 0,0 1 0,1 0 0,-1 1 1,-11 6-1,20-10 28,0 1 1,1 0-1,-1-1 0,1 1 1,-1 0-1,1 0 0,0 1 1,0-1-1,0 0 0,0 1 1,0-1-1,1 1 0,-1-1 1,1 1-1,-1 0 0,1 0 1,0 0-1,0 0 0,1 0 1,-1 0-1,0 0 1,1 0-1,0 0 0,0 0 1,0 0-1,0 0 0,0 0 1,0 0-1,1 0 0,0 0 1,0 0-1,-1 0 0,2 0 1,-1 0-1,0 0 0,0-1 1,1 1-1,0-1 0,-1 1 1,1-1-1,0 1 0,0-1 1,1 0-1,3 3 0,3 1 107,0-1-1,0-1 0,1 0 0,17 5 1,19 3-1043</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31.340"/>
    </inkml:context>
    <inkml:brush xml:id="br0">
      <inkml:brushProperty name="width" value="0.05" units="cm"/>
      <inkml:brushProperty name="height" value="0.05" units="cm"/>
      <inkml:brushProperty name="color" value="#004F8B"/>
    </inkml:brush>
  </inkml:definitions>
  <inkml:trace contextRef="#ctx0" brushRef="#br0">183 116 2120,'4'-11'6278,"2"0"-4115,9-17-2280,0-4-256,-12 24-227,-9 1-4814,5 5 5391,1 1 0,-1 0 0,0-1 0,0 1 0,0 0 0,0-1 0,0 1 0,0 0 0,-1 0 0,1 0 0,0 0 0,0 0 0,-4-1 0,3 2 371,0 1-1,0-1 1,0 1-1,1-1 0,-1 1 1,0 0-1,0 0 0,0 0 1,1 0-1,-1 0 0,0 0 1,1 1-1,-1-1 0,1 0 1,0 1-1,-1-1 0,1 1 1,0 0-1,-2 1 0,-23 45-1110,10-18 1373,7-16-501,-10 16 98,-2-1 0,-28 31-1,36-45-436,-1 1-660</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32.081"/>
    </inkml:context>
    <inkml:brush xml:id="br0">
      <inkml:brushProperty name="width" value="0.05" units="cm"/>
      <inkml:brushProperty name="height" value="0.05" units="cm"/>
      <inkml:brushProperty name="color" value="#004F8B"/>
    </inkml:brush>
  </inkml:definitions>
  <inkml:trace contextRef="#ctx0" brushRef="#br0">95 0 3801,'0'0'6084,"-5"16"-4672,-75 208-460,70-200-2247</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32.653"/>
    </inkml:context>
    <inkml:brush xml:id="br0">
      <inkml:brushProperty name="width" value="0.05" units="cm"/>
      <inkml:brushProperty name="height" value="0.05" units="cm"/>
      <inkml:brushProperty name="color" value="#004F8B"/>
    </inkml:brush>
  </inkml:definitions>
  <inkml:trace contextRef="#ctx0" brushRef="#br0">181 1 2152,'0'0'10385,"-17"11"-9094,7-2-1285,-26 20 315,2 2 0,-44 49-1,72-70-2281</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33.219"/>
    </inkml:context>
    <inkml:brush xml:id="br0">
      <inkml:brushProperty name="width" value="0.05" units="cm"/>
      <inkml:brushProperty name="height" value="0.05" units="cm"/>
      <inkml:brushProperty name="color" value="#004F8B"/>
    </inkml:brush>
  </inkml:definitions>
  <inkml:trace contextRef="#ctx0" brushRef="#br0">115 0 1872,'0'0'5187,"-8"12"-3369,-89 146 797,91-148-2843,3 0-594</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34.026"/>
    </inkml:context>
    <inkml:brush xml:id="br0">
      <inkml:brushProperty name="width" value="0.05" units="cm"/>
      <inkml:brushProperty name="height" value="0.05" units="cm"/>
      <inkml:brushProperty name="color" value="#004F8B"/>
    </inkml:brush>
  </inkml:definitions>
  <inkml:trace contextRef="#ctx0" brushRef="#br0">104 90 2272,'21'-13'1906,"36"-20"-287,-55 33-1563,-1 0 84,0-1 0,0 1 0,0-1-1,0 1 1,0-1 0,0 1 0,0-1 0,0 0-1,0 1 1,-1-1 0,1 0 0,0 0 0,0 1-1,-1-1 1,1 0 0,0 0 0,-1 0 0,1 0 0,-1 0-1,1 0 1,-1 0 0,1 0 0,-1 0 0,0-2-1,1 2-29,-1-1-1,1 1 1,-1-1-1,1 1 1,0 0-1,-1-1 1,1 1-1,0 0 0,0 0 1,0-1-1,0 1 1,0 0-1,0 0 1,1 0-1,-1 0 1,3-1-1,-4 2-113,0 0 0,0 0 0,0-1 0,0 1 0,1 0-1,-1 0 1,0 0 0,0 0 0,0 0 0,0 0 0,1 0 0,-1 0 0,0 0 0,0 0-1,0 0 1,0 0 0,0 0 0,1 0 0,-1 0 0,0 0 0,0 0 0,0 0 0,0 0-1,1 1 1,-1-1 0,0 0 0,0 0 0,0 0 0,0 0 0,0 0 0,0 0 0,1 0-1,-1 0 1,0 1 0,0-1 0,0 0 0,0 0 0,0 0 0,0 0 0,0 0 0,0 1-1,0-1 1,0 0 0,0 0 0,0 0 0,0 0 0,0 1 0,0-1 0,0 0 0,0 0-1,0 0 1,0 0 0,0 0 0,0 1 0,0-1 0,0 0 0,0 0 0,0 0 0,0 0-1,0 1 1,0-1 0,0 0 0,0 0 0,0 0 0,0 0 0,0 0 0,-1 1-1,-10 19 53,-20 21 304,-1-1-1,1 1 0,3 2-1,-31 60 1,43-71-292,0-3-423</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34.521"/>
    </inkml:context>
    <inkml:brush xml:id="br0">
      <inkml:brushProperty name="width" value="0.05" units="cm"/>
      <inkml:brushProperty name="height" value="0.05" units="cm"/>
      <inkml:brushProperty name="color" value="#004F8B"/>
    </inkml:brush>
  </inkml:definitions>
  <inkml:trace contextRef="#ctx0" brushRef="#br0">189 0 3001,'0'0'7737,"-4"7"-7065,-19 29-591,-1-2-1,-1 0 0,-2-2 1,-36 33-1,41-45-2282</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35.396"/>
    </inkml:context>
    <inkml:brush xml:id="br0">
      <inkml:brushProperty name="width" value="0.05" units="cm"/>
      <inkml:brushProperty name="height" value="0.05" units="cm"/>
      <inkml:brushProperty name="color" value="#004F8B"/>
    </inkml:brush>
  </inkml:definitions>
  <inkml:trace contextRef="#ctx0" brushRef="#br0">14 68 1752,'2'-5'427,"0"1"-1,-1-1 1,1 0-1,-1 0 0,0 1 1,0-1-1,0 0 1,0 0-1,-1 0 0,-1-14 5765,-22 340-4887,22-320-1138,1 1 0,0-1 1,0 1-1,0-1 0,0 1 0,0-1 1,0 0-1,0 1 0,0-1 1,1 1-1,-1-1 0,0 1 0,1-1 1,0 0-1,-1 1 0,1-1 0,0 0 1,-1 0-1,1 1 0,0-1 0,2 2 1,-1-3-45,0 0 0,0 0 0,0 0-1,-1 0 1,1 0 0,0 0 0,0 0 0,0-1 0,0 1 0,0-1 0,0 1 0,0-1 0,1-1 0,-2 2-258,166-69 689,37 13-202,-158 44-103,-24 5-1564</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39.379"/>
    </inkml:context>
    <inkml:brush xml:id="br0">
      <inkml:brushProperty name="width" value="0.05" units="cm"/>
      <inkml:brushProperty name="height" value="0.05" units="cm"/>
      <inkml:brushProperty name="color" value="#004F8B"/>
    </inkml:brush>
  </inkml:definitions>
  <inkml:trace contextRef="#ctx0" brushRef="#br0">43 277 2833,'6'-11'950,"0"0"-1,1 1 1,9-13 0,-10 17-230,-1-1 0,0 0 1,0-1-1,-1 1 0,0-1 0,0 0 0,-1 0 0,4-12 0,-29 153-988,22-132 272,-5 49 345,2-1 1,3 1-1,5 53 2498,-5-109-2009,0-46-534,-16-102 1,11 127-315,-1 0 0,-1 0 0,-2 1 0,0 0 1,-22-40-1,29 62-7,-8-14 17,10 18-4,-1-1 0,1 1 1,0-1-1,0 1 0,0-1 1,0 1-1,0-1 1,0 1-1,0-1 0,0 1 1,0-1-1,0 1 1,1-1-1,-1 1 0,0-1 1,0 1-1,0-1 1,1 1-1,-1 0 0,0-1 1,0 1-1,1-1 0,-1 1 1,0 0-1,1-1 1,-1 1-1,0 0 0,1-1 1,-1 1-1,1 0 1,-1 0-1,0-1 0,1 1 1,-1 0-1,1 0 1,-1 0-1,1-1 0,-1 1 1,1 0-1,0 0 1,109-22 433,25-6 324,-110 22-711,-9 0-120,0 1 0,1 1-1,-1 1 1,1 0 0,0 1 0,0 1-1,30 2 1,-34 3-1387,-2 2-797</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39.722"/>
    </inkml:context>
    <inkml:brush xml:id="br0">
      <inkml:brushProperty name="width" value="0.05" units="cm"/>
      <inkml:brushProperty name="height" value="0.05" units="cm"/>
      <inkml:brushProperty name="color" value="#004F8B"/>
    </inkml:brush>
  </inkml:definitions>
  <inkml:trace contextRef="#ctx0" brushRef="#br0">1 15 3297,'0'0'6192,"14"0"-2685,65-6-2183,64-2-1913,-113 9-1179</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40.564"/>
    </inkml:context>
    <inkml:brush xml:id="br0">
      <inkml:brushProperty name="width" value="0.05" units="cm"/>
      <inkml:brushProperty name="height" value="0.05" units="cm"/>
      <inkml:brushProperty name="color" value="#004F8B"/>
    </inkml:brush>
  </inkml:definitions>
  <inkml:trace contextRef="#ctx0" brushRef="#br0">318 30 6129,'0'0'303,"-14"-11"1627,-17-2-1829,25 12-40,0-1 0,1 1 0,-1 1 0,0-1 0,1 1 0,-1 0 0,0 0 0,0 0 0,1 1 0,-1 0 0,0 0 0,-10 4 0,5-2 156,5-2-124,1 1 0,-1 0 0,1 0 0,0 0 0,-1 1 0,1 0 0,1 0 0,-1 0 0,0 0 0,1 1 0,-1 0 0,1 0 0,0 0 0,-3 5 0,5-6-44,0 0 0,0-1 0,1 2 0,-1-1 0,1 0 1,0 0-1,0 0 0,0 1 0,0-1 0,1 0 0,-1 1 0,1-1 0,0 1 1,0-1-1,0 1 0,0-1 0,1 0 0,-1 1 0,1-1 0,0 1 0,0-1 1,0 0-1,0 0 0,4 6 0,-4-7 1,0 0 0,0-1-1,0 1 1,0 0 0,1-1 0,-1 1 0,0-1 0,1 1-1,0-1 1,-1 0 0,1 0 0,0 0 0,-1 0 0,1 0-1,0 0 1,0 0 0,0 0 0,0-1 0,0 1 0,3 0-1,-1-1-45,1 0 0,-1 0 0,0 0-1,0 0 1,1-1 0,-1 0 0,0 0-1,0 0 1,7-3 0,-3 1 16,1-1 0,0-1 0,-1 0 1,1 0-1,-2-1 0,1 0 0,0 0 0,7-9 1,-15 15-18,1-1 1,-1 1 0,0-1-1,1 1 1,-1-1 0,0 1-1,1-1 1,-1 1 0,1-1 0,-1 1-1,1-1 1,-1 1 0,1 0-1,0-1 1,-1 1 0,1 0-1,-1 0 1,1-1 0,0 1 0,-1 0-1,1 0 1,-1 0 0,1 0-1,0 0 1,-1 0 0,1 0-1,0 0 1,-1 0 0,1 0 0,0 0-1,0 1 1,0 0-16,0 0-1,0 0 1,0 0-1,0 0 1,0 0 0,0 0-1,0 0 1,-1 0-1,1 1 1,0-1-1,-1 0 1,1 1 0,0 1-1,1 7-52,0 0 0,0-1 0,-1 15-1,5 65 52,-2-50 62,-2 0 0,-3 45 0,0-72-23,-1-1 0,0 1 0,0-1 0,-1 0 0,-1 0 0,0 0 0,0 0 0,-1 0 0,-1-1 0,1 0 0,-13 16 0,12-20 9,0 0-1,-1 0 1,0 0 0,0-1 0,0 0-1,-1 0 1,1-1 0,-1 0-1,0 0 1,0-1 0,-1 0 0,1-1-1,-1 1 1,1-2 0,-1 1 0,0-1-1,-10 0 1,15-1 53,-1 0 0,1 0-1,0 0 1,0-1 0,0 1 0,-1-1-1,1 0 1,0 0 0,0-1 0,0 1 0,1-1-1,-1 0 1,0 0 0,1 0 0,-1-1 0,1 1-1,-1-1 1,1 1 0,0-1 0,0 0-1,1-1 1,-1 1 0,0 0 0,1-1 0,0 1-1,0-1 1,0 0 0,0 0 0,1 0-1,0 0 1,-1 0 0,1 0 0,1 0 0,-1 0-1,1 0 1,-1-1 0,1-3 0,1-4-62,0 0 0,1 0 1,0 1-1,0-1 0,2 1 1,-1-1-1,1 1 0,1 0 0,0 1 1,8-14-1,3-1-490,0 0-1,40-43 1,-39 50-180,0 1 1,1 1-1,24-17 0,15-2-1724</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41.510"/>
    </inkml:context>
    <inkml:brush xml:id="br0">
      <inkml:brushProperty name="width" value="0.05" units="cm"/>
      <inkml:brushProperty name="height" value="0.05" units="cm"/>
      <inkml:brushProperty name="color" value="#004F8B"/>
    </inkml:brush>
  </inkml:definitions>
  <inkml:trace contextRef="#ctx0" brushRef="#br0">168 110 6201,'4'-25'5508,"1"-15"-5256,-5 39-284,0 1 0,0-1 1,-1 1-1,1 0 0,0-1 0,0 1 0,0-1 0,-1 1 0,1-1 1,0 1-1,-1-1 0,1 1 0,0 0 0,-1-1 0,1 1 0,0 0 0,-1-1 1,1 1-1,-1 0 0,1 0 0,-1-1 0,1 1 0,-1 0 0,0 0 0,-8-6-20,-22-16 37,31 21 30,-1 1 0,1-1 0,0 0-1,-1 1 1,1 0 0,-1-1 0,1 1 0,-1-1 0,0 1-1,1-1 1,-1 1 0,1 0 0,-1 0 0,0-1 0,1 1-1,-1 0 1,0 0 0,1 0 0,-1-1 0,0 1 0,1 0-1,-1 0 1,0 0 0,1 0 0,-1 0 0,0 1 0,0-1-1,1 0 1,-1 0 0,1 0 0,-2 1 0,-7 2 85,-25 8-4,27-9-48,2 2-5,-1 7-15,-1 1 11,1 1-1,0-1 1,0 1 0,1 0 0,1 0 0,0 1 0,1-1 0,-2 18 0,5-25 71,-1 0 0,2 0 0,-1 0 0,1 1 0,0-1 0,0 0-1,0 0 1,1 0 0,0 0 0,0 0 0,1-1 0,-1 1 0,5 6 0,-4-8 32,1 0 1,0 0 0,-1-1 0,1 1-1,1-1 1,-1 1 0,0-1 0,1-1-1,0 1 1,-1-1 0,1 1-1,0-1 1,0-1 0,0 1 0,10 1-1,41 4-730,-51-7-17,1-1-1,0 1 0,-1-1 1,1 0-1,-1 0 0,1 0 1,9-5-1,1-3-1970</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41.944"/>
    </inkml:context>
    <inkml:brush xml:id="br0">
      <inkml:brushProperty name="width" value="0.05" units="cm"/>
      <inkml:brushProperty name="height" value="0.05" units="cm"/>
      <inkml:brushProperty name="color" value="#004F8B"/>
    </inkml:brush>
  </inkml:definitions>
  <inkml:trace contextRef="#ctx0" brushRef="#br0">68 26 4193,'0'0'4914,"-12"6"-4099,6-1-744,1 1 0,-1 0 0,1-1 0,1 1 0,-1 1 0,1-1 0,0 1 0,1 0 0,-6 12 0,8-15 53,0 0 0,0 1 0,0-1 0,1 0 0,-1 1 1,1-1-1,0 1 0,0-1 0,1 1 0,-1-1 0,1 1 1,0-1-1,0 0 0,0 1 0,5 7 0,-6-10-24,1-1-1,0 1 1,0-1 0,0 1-1,0-1 1,0 1-1,1-1 1,-1 0 0,0 0-1,1 0 1,-1 1-1,1-1 1,-1 0 0,1-1-1,-1 1 1,1 0-1,0 0 1,0-1-1,-1 1 1,1-1 0,0 1-1,0-1 1,-1 0-1,1 0 1,0 0 0,0 0-1,0 0 1,-1 0-1,1 0 1,0-1-1,0 1 1,-1 0 0,1-1-1,0 0 1,0 1-1,-1-1 1,1 0 0,-1 0-1,1 0 1,-1 0-1,3-2 1,10-6 278,-1 0 1,-1-1-1,22-22 0,-30 28-388,0-1-1,0 0 0,0 0 0,-1 0 0,0 0 0,0 0 0,0-1 1,-1 1-1,1-1 0,-1 0 0,-1 1 0,1-1 0,0-10 1,-2 14-54,0 0 0,0 1-1,0-1 1,0 0 0,0 0 0,-1 0 0,1 0 0,-1 0 0,0 1 0,1-1 0,-1 0 0,0 1 0,0-1 0,0 0 0,0 1 0,0-1 0,-1 1 0,1-1 0,0 1 0,-1 0 0,1 0 0,-1 0 0,1-1 0,-1 1 0,1 1 0,-1-1 0,0 0 0,0 0 0,1 1 0,-4-2 0,-3 0-204,0 0 0,0 1 0,-1 0 0,1 0 0,-11 1 0,17 0-338</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42.640"/>
    </inkml:context>
    <inkml:brush xml:id="br0">
      <inkml:brushProperty name="width" value="0.05" units="cm"/>
      <inkml:brushProperty name="height" value="0.05" units="cm"/>
      <inkml:brushProperty name="color" value="#004F8B"/>
    </inkml:brush>
  </inkml:definitions>
  <inkml:trace contextRef="#ctx0" brushRef="#br0">141 1 2665,'0'0'6173,"-15"4"-6304,-29 13 149,38-15-108,-10 8 1848,16-9-1680,0 0 1,0-1 0,0 1 0,0 0 0,0-1 0,0 1-1,0 0 1,0 0 0,0-1 0,1 1 0,-1 0 0,0-1 0,0 1-1,1 0 1,-1-1 0,0 1 0,1-1 0,-1 1 0,1 0 0,-1-1-1,1 1 1,-1-1 0,1 1 0,-1-1 0,1 0 0,0 1-1,-1-1 1,1 0 0,0 1 0,-1-1 0,1 0 0,0 0 0,1 1-1,6 3-74,-2-1-6,0-1 1,0 1-1,-1 1 1,1-1 0,-1 1-1,0 0 1,0 0 0,0 1-1,6 7 1,14 20-18,-18-21 77,-10-4 41,-4 1 0,1 2-49,4-5 17,-1-1 1,0 0-1,0 1 0,0-2 0,0 1 0,-4 4 0,-6-2 232,-25 7-127,28-9 30,7-4 26,-7-2-72,-35-3 220,30-4-4632</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43.645"/>
    </inkml:context>
    <inkml:brush xml:id="br0">
      <inkml:brushProperty name="width" value="0.05" units="cm"/>
      <inkml:brushProperty name="height" value="0.05" units="cm"/>
      <inkml:brushProperty name="color" value="#004F8B"/>
    </inkml:brush>
  </inkml:definitions>
  <inkml:trace contextRef="#ctx0" brushRef="#br0">121 113 2641,'-4'-1'4725,"3"0"-4667,-1 1 0,1 0 0,0 0-1,0 0 1,-1 0 0,1 0 0,0 0-1,0 0 1,-1 0 0,1 0 0,0 1-1,0-1 1,0 1 0,-2 0-1,-2 1-56,0 0 0,0 1 0,0 0 0,0 0 0,0 0 0,1 1 0,-1-1 0,1 1-1,0 0 1,0 0 0,1 1 0,-1-1 0,1 1 0,-4 8 0,2-4 143,0 2 0,1-1 1,1 0-1,0 1 0,0 0 0,1 0 1,0-1-1,1 1 0,0 21 0,1-29-23,1 1 0,-1-1-1,1 1 1,-1-1 0,1 0 0,0 1-1,1-1 1,-1 0 0,0 0 0,1 0-1,0 0 1,0 0 0,0 0-1,0 0 1,0 0 0,0-1 0,1 1-1,-1-1 1,1 0 0,0 0-1,-1 0 1,1 0 0,0 0 0,0 0-1,1-1 1,-1 0 0,0 1 0,0-1-1,1-1 1,-1 1 0,1 0-1,-1-1 1,0 1 0,8-1 0,-1-1 138,-1 1 1,1-2 0,0 1 0,-1-1 0,1 0 0,-1-1-1,0-1 1,0 1 0,0-1 0,0-1 0,14-9 0,-8 4-129,-1-1 1,0 0 0,-1-1 0,0 0 0,18-23-1,-27 30-168,-1 0-1,1 0 1,-1-1-1,1 1 1,-2-1-1,1 0 1,-1 0-1,0 0 0,0 0 1,0 0-1,-1-1 1,0 1-1,0 0 1,-1-1-1,0 1 1,0 0-1,-1-12 0,-1 13-76,1 0 0,-1 0-1,0 0 1,0 0 0,-1 0-1,0 0 1,1 1-1,-2-1 1,1 1 0,0-1-1,-1 1 1,0 1 0,0-1-1,0 0 1,0 1-1,-1 0 1,1 0 0,-1 0-1,0 0 1,-9-3-1,-12-4-382,-48-12 0,64 19 514,-1 1 0,1 0-1,0 1 1,-1 1-1,0-1 1,1 2-1,-20 2 1,26-2-34,1 1-1,0-1 1,0 1-1,0 0 1,0 0 0,0 1-1,0-1 1,1 0 0,-1 1-1,1 0 1,0-1-1,-1 1 1,1 0 0,1 0-1,-1 0 1,0 1-1,1-1 1,-1 0 0,1 1-1,0-1 1,-1 6 0,0-1 30,0 0 0,0 1 0,1-1 1,0 0-1,1 1 0,0-1 1,0 1-1,2 9 0,-1-14 63,0-1-1,-1 0 0,2 1 0,-1-1 1,0 0-1,1 0 0,-1 0 1,1 0-1,0 0 0,0 0 1,0 0-1,0-1 0,1 1 0,-1-1 1,1 1-1,0-1 0,-1 0 1,1 0-1,0 0 0,0 0 1,0-1-1,0 1 0,4 0 0,5 1 163,0 0 0,1-1 0,-1 0-1,1-1 1,12 0 0,-18-1-264,136 0-992,-94-1-1077</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0:28.888"/>
    </inkml:context>
    <inkml:brush xml:id="br0">
      <inkml:brushProperty name="width" value="0.05" units="cm"/>
      <inkml:brushProperty name="height" value="0.05" units="cm"/>
      <inkml:brushProperty name="color" value="#004F8B"/>
    </inkml:brush>
  </inkml:definitions>
  <inkml:trace contextRef="#ctx0" brushRef="#br0">417 125 2168,'2'-3'7441,"5"-17"-5421,1-12-1568,-6 24-9,-3 5-474,-1-1 1,1 0-1,-1 1 1,0 0-1,-1-1 1,1 1-1,-1 0 1,1 0-1,-1 0 0,0 0 1,0 1-1,0-1 1,0 1-1,-1 0 1,-5-3-1,3 1 100,-2-2-307,5 5-110,-5 2 68,-7 0-103,-1 0-1,0 1 0,1 1 0,0 1 1,0 0-1,0 1 0,-21 10 0,19-7 127,-1 2 0,1 0 0,1 1 0,0 1 0,1 0 0,-19 19 0,26-21 179,-1 0 0,2 0 0,0 1 0,0 0 0,1 1 0,0-1 0,0 1 1,2 0-1,0 0 0,-5 21 0,5-15 148,0 1 0,1 0 0,0 0 0,2 1 0,0-1-1,1 0 1,2 1 0,4 27 0,-4-37-1,-1-7-9,-1 0 0,1 1 1,0-1-1,0 0 0,0 0 1,1 0-1,-1 0 0,1 0 1,-1-1-1,1 1 0,0 0 1,0-1-1,0 1 0,1-1 1,-1 0-1,0 0 1,1 0-1,4 3 0,25 21 47,-29-23 12,1 0-1,0-1 1,-1 1 0,1-1 0,0 0-1,1 0 1,-1 0 0,0-1 0,0 1-1,1-1 1,-1 0 0,6 0-1,-2 1 27,-3-1 15,-1 1 0,0-1-1,1 0 1,0 0 0,-1-1 0,1 1-1,0-1 1,8-1 0,-1 1-71,35 1 751,-21-2-3669</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0:29.709"/>
    </inkml:context>
    <inkml:brush xml:id="br0">
      <inkml:brushProperty name="width" value="0.05" units="cm"/>
      <inkml:brushProperty name="height" value="0.05" units="cm"/>
      <inkml:brushProperty name="color" value="#004F8B"/>
    </inkml:brush>
  </inkml:definitions>
  <inkml:trace contextRef="#ctx0" brushRef="#br0">0 81 2016,'0'0'8272,"16"-12"-8407,-1 2 220,-1 1 1,1 1 0,1 1-1,0 0 1,0 1 0,0 0-1,1 1 1,-1 1-1,33-3 1,-48 7-138,1 1-1078,-2-1 1021,1 1 1,-1-1 0,1 1-1,-1-1 1,0 0 0,1 1-1,-1-1 1,1 1 0,-1 0-1,0-1 1,1 1 0,-1-1-1,0 1 1,0-1 0,1 1-1,-1 0 1,0-1 0,0 1-1,0-1 1,0 1 0,0 0 0,0-1-1,0 2 1,5 30-133,-2 0 0,-1 1 0,-5 56 0,0 85 142,3-124 3102</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0:30.054"/>
    </inkml:context>
    <inkml:brush xml:id="br0">
      <inkml:brushProperty name="width" value="0.05" units="cm"/>
      <inkml:brushProperty name="height" value="0.05" units="cm"/>
      <inkml:brushProperty name="color" value="#004F8B"/>
    </inkml:brush>
  </inkml:definitions>
  <inkml:trace contextRef="#ctx0" brushRef="#br0">13 0 760,'-3'16'104,"0"0"128,0-2-64,1 0 112,1-2 128,1-3 1137</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0:31.119"/>
    </inkml:context>
    <inkml:brush xml:id="br0">
      <inkml:brushProperty name="width" value="0.05" units="cm"/>
      <inkml:brushProperty name="height" value="0.05" units="cm"/>
      <inkml:brushProperty name="color" value="#004F8B"/>
    </inkml:brush>
  </inkml:definitions>
  <inkml:trace contextRef="#ctx0" brushRef="#br0">0 23 2841,'0'0'1029,"0"-17"10346,1 11-11570,2 13-3807,-1 1 3836,-1 0-1,1 1 1,-1-1 0,-1 0-1,1 1 1,-2-1 0,-1 16-1,0 7 123,4-1 110,0 0 1,11 46 0,-13-73 1626,9-3 912,-3 0-2675,0-2 1,0 1-1,1-1 0,-1 1 0,-1-2 1,1 1-1,0-1 0,-1 0 1,1 0-1,8-7 0,10-9-1772</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0:31.462"/>
    </inkml:context>
    <inkml:brush xml:id="br0">
      <inkml:brushProperty name="width" value="0.05" units="cm"/>
      <inkml:brushProperty name="height" value="0.05" units="cm"/>
      <inkml:brushProperty name="color" value="#004F8B"/>
    </inkml:brush>
  </inkml:definitions>
  <inkml:trace contextRef="#ctx0" brushRef="#br0">36 102 1632,'-26'-27'3056,"25"25"-2205,-7-5 5291,10 3-6034,5-5 263,-1 0-1,0 0 0,-1-1 0,7-13 0,-12 21-215</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0:32.500"/>
    </inkml:context>
    <inkml:brush xml:id="br0">
      <inkml:brushProperty name="width" value="0.05" units="cm"/>
      <inkml:brushProperty name="height" value="0.05" units="cm"/>
      <inkml:brushProperty name="color" value="#004F8B"/>
    </inkml:brush>
  </inkml:definitions>
  <inkml:trace contextRef="#ctx0" brushRef="#br0">0 126 9610,'0'0'3657,"6"29"-9541,-3-6 5330,2 32 0,-5-38 610,1 1-1,0-1 0,2 0 1,0 0-1,1 0 0,14 32 12387,-14-53-9600,2-9-5083,-5 11 3294,17-36-1319,27-43 1,-34 65-225,1 0 1,0 1-1,1 0 0,28-24 1,-18 21-649,0 1 0,1 1 0,1 1 1,0 1-1,1 2 0,0 0 0,1 2 0,1 0 0,0 2 1,36-5-1,-30 13-664,-35 11 708,-13 26-136,4-11 1447,0 1-1,2 0 1,0 0-1,-4 39 0,15-34 2472,10-32 2942,-8 0-5552,-1 0-1,1 0 1,-1-1-1,1 0 1,-1 0-1,1 0 0,-1 0 1,0-1-1,0 1 1,0-1-1,0 0 1,0-1-1,0 1 1,0-1-1,0 1 0,-1-1 1,0 0-1,1-1 1,-1 1-1,0 0 1,-1-1-1,1 0 1,-1 1-1,1-1 1,1-6-1,2-2-84,-2 0 0,7-24 0,-10 31 21,0 0 1,0-1-1,0 1 1,-1 0-1,0-1 0,0 1 1,0 0-1,-1-1 0,-1-8 1,1 13-103,1 0 1,-1-1 0,0 1 0,0 0 0,0 0-1,0-1 1,0 1 0,0 0 0,0 0 0,0 0-1,0 0 1,0 1 0,0-1 0,-1 0-1,1 0 1,0 1 0,-1-1 0,1 1 0,0-1-1,-1 1 1,1 0 0,-1-1 0,1 1 0,-1 0-1,1 0 1,-1 0 0,1 0 0,-1 0 0,1 0-1,0 1 1,-1-1 0,1 0 0,-1 1-1,1-1 1,0 1 0,-1-1 0,-1 2 0,-5 1-188,-1 1 1,1 0-1,0 0 1,-12 9-1,4-1-8,1 1 0,0 1 1,1 1-1,-22 29 0,11-8-146,-24 46 0,46-79 479,1 1 0,0-1-1,1 1 1,-1 0 0,1 0 0,0 0 0,0 0 0,0 0-1,0 0 1,1 0 0,-1 0 0,1 0 0,1 8 0,-1-9 51,1-1-1,0 0 1,0 0 0,0 0 0,0 0 0,1 0 0,-1 0-1,0 0 1,1 0 0,0 0 0,-1 0 0,1-1-1,0 1 1,0-1 0,0 0 0,0 1 0,0-1 0,0 0-1,0 0 1,0 0 0,0 0 0,1-1 0,-1 1 0,0 0-1,4-1 1,16 4 121,1-1-1,-1-2 0,1 0 1,0-1-1,23-4 1,7-2-1424</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0:32.976"/>
    </inkml:context>
    <inkml:brush xml:id="br0">
      <inkml:brushProperty name="width" value="0.05" units="cm"/>
      <inkml:brushProperty name="height" value="0.05" units="cm"/>
      <inkml:brushProperty name="color" value="#004F8B"/>
    </inkml:brush>
  </inkml:definitions>
  <inkml:trace contextRef="#ctx0" brushRef="#br0">66 78 4129,'-6'-39'3967,"3"28"-2282,-2 15-5410,0 4 3263,0 0 0,1 1 0,-1 0 0,2 0 0,-1 0 0,1 0 0,0 0 1,-2 20-1,-7 89 1039,9-87-500,5 18-449,0-31 2879,-1 1 6139,0-24-8310,0 0 0,0 0 1,0-1-1,1 1 1,0 0-1,0 0 0,4-7 1,2-3-245,9-24-641,1 1 0,37-55 0,-47 80 358,1 2 0,0-1-1,0 1 1,1 0-1,1 1 1,0 1-1,0-1 1,1 2 0,0 0-1,1 0 1,13-6-1,-23 13 118,-1 0 0,1 0 0,-1 0 0,1 0 0,0 0 0,-1 1 0,1-1 0,0 1-1,-1 0 1,1-1 0,0 1 0,-1 1 0,1-1 0,0 0 0,0 1 0,-1-1 0,1 1 0,-1 0 0,1 0 0,-1 0-1,1 0 1,-1 0 0,1 1 0,-1-1 0,0 1 0,0 0 0,0-1 0,0 1 0,0 0 0,0 0 0,0 0-1,-1 0 1,1 1 0,-1-1 0,1 0 0,-1 1 0,0-1 0,2 5 0,2 10-387,0-1 1,0 1 0,-2 0-1,4 31 1,-7-40 475,3 11 70,0 1-1,-2-1 0,-1 0 0,0 0 0,-1 1 1,-1-1-1,-7 29 0,6-39 355,3 0-43</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0:33.987"/>
    </inkml:context>
    <inkml:brush xml:id="br0">
      <inkml:brushProperty name="width" value="0.05" units="cm"/>
      <inkml:brushProperty name="height" value="0.05" units="cm"/>
      <inkml:brushProperty name="color" value="#004F8B"/>
    </inkml:brush>
  </inkml:definitions>
  <inkml:trace contextRef="#ctx0" brushRef="#br0">18 53 4681,'0'0'1928,"-17"18"1965,34-69 879,-16 38-3730,-1 6-5626</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0:34.355"/>
    </inkml:context>
    <inkml:brush xml:id="br0">
      <inkml:brushProperty name="width" value="0.05" units="cm"/>
      <inkml:brushProperty name="height" value="0.05" units="cm"/>
      <inkml:brushProperty name="color" value="#004F8B"/>
    </inkml:brush>
  </inkml:definitions>
  <inkml:trace contextRef="#ctx0" brushRef="#br0">0 10 2032,'10'-3'12764,"-4"1"-9715,-6-3-5819</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0:35.311"/>
    </inkml:context>
    <inkml:brush xml:id="br0">
      <inkml:brushProperty name="width" value="0.05" units="cm"/>
      <inkml:brushProperty name="height" value="0.05" units="cm"/>
      <inkml:brushProperty name="color" value="#004F8B"/>
    </inkml:brush>
  </inkml:definitions>
  <inkml:trace contextRef="#ctx0" brushRef="#br0">28 120 5377,'0'0'5311,"-11"64"-10381,3-5 5059,1 62 1,6-71 4124,0-5 3921,2-77-7818,1 1-1,12-60 0,-11 77-425,0 0 0,1 0 1,1 1-1,0 0 0,1 0 0,1 0 1,0 0-1,0 1 0,11-13 0,-15 22 119,-1 0-1,1 0 0,-1 0 1,1 1-1,0-1 0,0 1 0,0 0 1,0 0-1,1 0 0,-1 0 1,1 1-1,-1-1 0,1 1 1,-1 0-1,1 0 0,7-1 0,-8 2 13,0 1 0,0-1 0,1 1 0,-1 0 0,0 0 0,0 0 0,0 0 0,0 0 0,0 1 0,0-1 0,-1 1 0,1 0 0,0 0 0,-1 0-1,1 0 1,-1 1 0,0-1 0,0 0 0,3 5 0,6 8-41,0 1 1,-1 0-1,-1 0 0,0 1 1,7 20-1,-13-29 118,0 0 0,-1 0-1,0 0 1,0 0 0,-1 0 0,0 0 0,0 1 0,-1-1 0,0 0-1,-1 1 1,1-1 0,-2 0 0,1 0 0,-3 9 0,4-16 45,0-1 1,0 1 0,0-1-1,0 1 1,-1-1 0,1 1 0,0-1-1,0 1 1,0-1 0,0 1-1,0-1 1,-1 1 0,1-1 0,0 0-1,0 1 1,-1-1 0,1 1-1,0-1 1,-1 1 0,1-1-1,0 0 1,-1 1 0,1-1 0,-1 0-1,1 0 1,-1 1 0,1-1-1,0 0 1,-1 0 0,1 1 0,-1-1-1,1 0 1,-1 0 0,1 0-1,-1 0 1,1 0 0,-1 0-1,0 0 1,1 0 0,-1 0 0,1 0-1,-1 0 1,1 0 0,-1 0-1,1 0 1,-1-1 0,1 1-1,-1 0 1,1 0 0,0 0 0,-1-1-1,1 1 1,-1 0 0,1-1-1,0 1 1,-1 0 0,1-1 0,-1 1-1,1-1 1,-1 0 0,-14-25 948,13 18-1050,1 0 0,-1 1-1,1-1 1,0 0 0,1-1-1,0 1 1,0 0-1,1 0 1,0 0 0,1 1-1,-1-1 1,5-12-1,-4 13-13,3-8-71,0 0 1,1 0-1,0 1 1,1 0 0,1 0-1,1 0 1,0 1-1,0 0 1,1 1-1,1 0 1,0 1-1,0 0 1,1 1-1,1 0 1,0 1-1,0 0 1,1 1-1,-1 0 1,2 1-1,-1 1 1,1 0-1,0 1 1,1 1-1,-1 1 1,1 0-1,-1 0 1,1 2-1,0 0 1,0 1-1,0 0 1,17 3-1,-28-2 93,0 0 0,0 0 0,0 1-1,0-1 1,0 1 0,-1 0 0,1 1 0,-1-1-1,1 1 1,-1 0 0,0 0 0,0 0 0,0 0-1,0 1 1,-1-1 0,1 1 0,-1 0 0,0 0-1,0 1 1,0-1 0,-1 1 0,0-1 0,1 1-1,-2 0 1,1 0 0,0 0 0,-1 0 0,0 0-1,0 8 1,1 13 56,-1 0 1,-1 0-1,-1 0 0,-8 42 0,5-41 372,2-9-1190</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0:35.958"/>
    </inkml:context>
    <inkml:brush xml:id="br0">
      <inkml:brushProperty name="width" value="0.05" units="cm"/>
      <inkml:brushProperty name="height" value="0.05" units="cm"/>
      <inkml:brushProperty name="color" value="#004F8B"/>
    </inkml:brush>
  </inkml:definitions>
  <inkml:trace contextRef="#ctx0" brushRef="#br0">459 33 5121,'-10'-5'136,"0"0"-1,0 0 1,-1 2-1,1-1 1,-1 1 0,0 1-1,0 0 1,0 0-1,0 1 1,-1 1 0,1 0-1,-12 1 1,-3 2-368,0 0-1,1 2 1,-1 1 0,-26 10 0,42-12 185,1 0 1,-1 1 0,1 0 0,0 0 0,1 1 0,0 0 0,-1 1 0,2-1 0,-1 2 0,1-1 0,0 1 0,1 0 0,0 0 0,0 1 0,-6 11-1,9-13 99,0 0-1,0 0 0,0 0 1,1 0-1,0 0 0,0 1 0,1-1 1,0 1-1,1-1 0,-1 1 0,1-1 1,1 1-1,-1-1 0,1 1 0,1-1 1,-1 0-1,1 1 0,1-1 1,-1 0-1,1 0 0,6 11 0,-6-14 102,0 0 0,0 0 0,0 0 0,0-1 0,0 1 0,1-1 0,0 0 0,0 1 0,-1-2 0,2 1 0,-1 0 0,0-1 0,1 0 0,7 3 0,-5-3-44,0-1 1,1 1-1,-1-1 0,1-1 1,-1 1-1,1-1 1,0 0-1,13-3 1,-7 0-59,-1 0-1,1-1 1,-1 0 0,0-1-1,0-1 1,-1 0-1,0-1 1,0 0 0,21-17-1,-23 14 114,0 1-1,-1-1 0,-1-1 0,0 0 1,0 0-1,9-19 0,29-77 1010,-22 44-292,-23 61-515,-2 9-5714,-34 232 4260,33-208 1557,5-19-578</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0:36.419"/>
    </inkml:context>
    <inkml:brush xml:id="br0">
      <inkml:brushProperty name="width" value="0.05" units="cm"/>
      <inkml:brushProperty name="height" value="0.05" units="cm"/>
      <inkml:brushProperty name="color" value="#004F8B"/>
    </inkml:brush>
  </inkml:definitions>
  <inkml:trace contextRef="#ctx0" brushRef="#br0">293 1 3369,'-6'-1'-27,"0"1"1,0 0-1,0 1 1,0-1 0,-1 1-1,1 0 1,0 1-1,0-1 1,1 1-1,-1 0 1,0 1-1,1 0 1,-1 0 0,1 0-1,0 0 1,0 1-1,0 0 1,0 0-1,0 0 1,1 0 0,0 1-1,0 0 1,0 0-1,1 0 1,0 0-1,0 0 1,0 1-1,0 0 1,1-1 0,0 1-1,0 0 1,1 0-1,-2 11 1,3-13 231,0 1 0,1-1 0,-1 0 0,1 1 0,0-1 0,0 1 0,1-1 0,-1 0 0,1 0 0,0 0 0,0 0 0,0 0 0,1 0 0,-1-1 0,7 7 0,4 4 292,2 0 0,22 17 0,11 11-492,-40-34 62,-3-3-130,0 1 1,0-1 0,-1 1-1,0 0 1,0 0 0,5 9 0,-9-13 54,1-1 0,-1 1 0,0-1 0,1 1 0,-1-1 0,0 1 1,0-1-1,0 1 0,0-1 0,0 1 0,0-1 0,-1 0 0,1 1 0,0-1 1,-1 1-1,1-1 0,-1 1 0,0-1 0,1 0 0,-1 1 0,0-1 0,0 0 1,0 0-1,0 0 0,0 0 0,0 0 0,0 0 0,0 0 0,0 0 0,-1 0 1,1 0-1,0 0 0,0-1 0,-1 1 0,1 0 0,-1-1 0,-1 1 0,-10 4 85,0 0 1,0-1-1,0-1 0,0 0 0,0-1 0,-20 2 0,-80-6 165,40 0 358,70 2-809</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0:37.071"/>
    </inkml:context>
    <inkml:brush xml:id="br0">
      <inkml:brushProperty name="width" value="0.05" units="cm"/>
      <inkml:brushProperty name="height" value="0.05" units="cm"/>
      <inkml:brushProperty name="color" value="#004F8B"/>
    </inkml:brush>
  </inkml:definitions>
  <inkml:trace contextRef="#ctx0" brushRef="#br0">287 2 3601,'0'0'400,"-16"-1"-574,2 0 124,0 2-1,0 0 0,0 1 0,0 0 0,0 1 1,1 0-1,-1 1 0,1 1 0,0 0 0,-14 8 1,23-11 8,1 0 1,-1 1-1,0-1 1,1 1 0,-1 0-1,1 0 1,0 0-1,0 1 1,0-1 0,0 1-1,-3 6 1,5-9 83,1 0 0,0 1 0,-1-1 1,1 0-1,0 0 0,-1 0 0,1 0 0,0 0 1,0 1-1,0-1 0,0 0 0,0 0 0,0 0 1,1 0-1,-1 0 0,0 1 0,1-1 0,-1 0 1,1 1-1,0 0 93,0-1-1,1 1 1,-1-1 0,1 1 0,-1-1-1,1 1 1,-1-1 0,1 0 0,0 0-1,-1 0 1,1 0 0,0 0 0,0 0-1,3 0 1,50 17 1583,-37-13-1491,0 1-1,0 0 0,-1 2 0,25 13 0,-37-18-243,-1 0-1,1 1 0,-1 0 0,1 0 0,-1 0 0,0 0 0,0 1 0,-1 0 0,0 0 0,1 0 0,-2 0 0,1 0 0,0 0 0,-1 1 0,0-1 1,-1 1-1,1 0 0,1 10 0,-3-11 21,1-1-1,-1 1 1,0 0 0,0-1 0,0 1 0,-1-1-1,0 1 1,0-1 0,0 1 0,0-1 0,-1 0 0,0 1-1,1-1 1,-2 0 0,-2 5 0,1-4 32,-1 1 1,1-1-1,-1-1 1,0 1-1,0-1 1,-1 0-1,1 0 1,-1 0-1,-9 3 1,-3 1 36,-1-1 1,1-1-1,-2-1 0,1 0 1,0-2-1,-21 2 1,20-4 566,0-1 0,-30-4 0,48 4 512,3-5 1084,2 1-2309,-1 0-1,1 0 0,0 1 1,0-1-1,0 1 0,0-1 1,1 1-1,-1 0 0,1 0 1,0 1-1,0-1 0,0 1 1,0 0-1,0 0 0,6-2 0,31-15-2620</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0:38.959"/>
    </inkml:context>
    <inkml:brush xml:id="br0">
      <inkml:brushProperty name="width" value="0.05" units="cm"/>
      <inkml:brushProperty name="height" value="0.05" units="cm"/>
      <inkml:brushProperty name="color" value="#004F8B"/>
    </inkml:brush>
  </inkml:definitions>
  <inkml:trace contextRef="#ctx0" brushRef="#br0">224 19 3345,'-2'-11'3628,"-7"4"-5110,-4 8-1605,4 1 3861,2 2-942,1 0 1,0 0-1,0 0 0,0 1 0,0 0 1,1 0-1,0 0 0,0 1 0,0 0 1,0 0-1,-3 7 0,2-5 134,-9 15 218,1 0 1,0 1-1,2 1 1,1 0-1,1 1 1,1 0-1,1 0 1,1 1-1,2 0 1,1 0-1,1 0 1,1 1-1,1-1 1,4 38-1,-2-57 75,0 0 1,0 0-1,1 0 0,0 0 1,0 0-1,1-1 0,0 1 1,1-1-1,7 13 0,-9-17-18,1 0 0,0 0 0,0 0 1,0 0-1,0 0 0,0-1 0,0 1 0,1-1 0,-1 0 0,1 0 0,0 0 0,0-1 0,-1 1 0,1-1 0,0 0 0,0 0 0,0 0 0,0-1 0,1 1 0,6-1 0,35-5-1074,-23 1-1789</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0:39.307"/>
    </inkml:context>
    <inkml:brush xml:id="br0">
      <inkml:brushProperty name="width" value="0.05" units="cm"/>
      <inkml:brushProperty name="height" value="0.05" units="cm"/>
      <inkml:brushProperty name="color" value="#004F8B"/>
    </inkml:brush>
  </inkml:definitions>
  <inkml:trace contextRef="#ctx0" brushRef="#br0">23 0 3785,'0'0'-560,"-6"32"-1001,3-11 1905,2 7 185,-1 2-105,1 5 64,1 0-32,0 4-56,-2 1-176,1-5-40,-1 1 64,-1-8 248,3-1 144,0-9-392,-2-3-712</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0:39.936"/>
    </inkml:context>
    <inkml:brush xml:id="br0">
      <inkml:brushProperty name="width" value="0.05" units="cm"/>
      <inkml:brushProperty name="height" value="0.05" units="cm"/>
      <inkml:brushProperty name="color" value="#004F8B"/>
    </inkml:brush>
  </inkml:definitions>
  <inkml:trace contextRef="#ctx0" brushRef="#br0">1 84 3993,'0'-3'320,"-1"1"-1,1-1 1,0 0 0,0 0 0,1 0-1,-1 1 1,0-1 0,1 0-1,0 0 1,0 1 0,0-1 0,0 0-1,0 1 1,0-1 0,3-3 0,-3 5 669,3 0-943,-1 1-1,0 1 0,1-1 1,-1 0-1,1 1 1,-1 0-1,0 0 1,1 0-1,-1 0 0,0 0 1,0 1-1,0 0 1,0-1-1,0 1 1,0 0-1,3 3 0,1 2-163,-1 1-1,0 0 0,-1 0 1,9 16-1,3 8 161,-11-19 100,0-1 1,0-1-1,1 1 0,1-1 0,0 0 0,0-1 0,20 19 0,-26-28-15,-1 1 0,1-1 0,1 0 0,-1 0 0,0 0 0,0-1 0,0 1 0,0 0 0,1-1 0,-1 1 0,0-1 0,0 0 1,1 0-1,-1 0 0,0 0 0,1 0 0,-1 0 0,0-1 0,0 1 0,1-1 0,-1 0 0,0 1 0,0-1 0,0 0 0,0 0 0,0-1 0,0 1 0,0 0 1,0-1-1,-1 1 0,1-1 0,0 1 0,2-4 0,6-7 149,-1 0 1,0-1-1,-1 0 0,8-16 1,-2 4-190,-6 11-112,0 0 1,2 0-1,-1 1 0,2 0 1,0 1-1,0 0 0,1 1 1,0 0-1,16-10 0,-26 20 9,-1 0-497,3 7-3060,1 6 3464,-1-1 1,0 1-1,-1-1 0,0 1 1,-1 0-1,1 18 0,-3 82 143,-2-75 102,5 56 0,-2-86-140,-1-4-73,0-1 0,0 1 0,0-1 0,1 0 0,-1 1 0,1-1 0,-1 0 0,1 0-1,0 1 1,0-1 0,0 0 0,0 0 0,0 0 0,0 0 0,1 0 0,1 2-1,7 1-1638</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0:40.278"/>
    </inkml:context>
    <inkml:brush xml:id="br0">
      <inkml:brushProperty name="width" value="0.05" units="cm"/>
      <inkml:brushProperty name="height" value="0.05" units="cm"/>
      <inkml:brushProperty name="color" value="#004F8B"/>
    </inkml:brush>
  </inkml:definitions>
  <inkml:trace contextRef="#ctx0" brushRef="#br0">139 1 5905,'0'0'-17,"0"6"-1891,6 117 2868,-5 1 0,-19 154 0,16-265-808,0 0-1,0 0 0,-1 0 1,-1-1-1,0 0 1,-1 0-1,0 0 1,-1 0-1,0-1 1,-1 1-1,0-2 0,-1 1 1,0-1-1,-1 0 1,0-1-1,0 0 1,-20 15-1,27-23-568</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0:40.960"/>
    </inkml:context>
    <inkml:brush xml:id="br0">
      <inkml:brushProperty name="width" value="0.05" units="cm"/>
      <inkml:brushProperty name="height" value="0.05" units="cm"/>
      <inkml:brushProperty name="color" value="#004F8B"/>
    </inkml:brush>
  </inkml:definitions>
  <inkml:trace contextRef="#ctx0" brushRef="#br0">21 43 1272,'0'0'422,"-20"0"10455,26 0-10802,-1 0 1,1 0 0,0-1 0,0 1-1,0-2 1,-1 1 0,11-4 0,9-2 4,24-3-518,0 3-1,89-2 0,-124 9-1612</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0:41.262"/>
    </inkml:context>
    <inkml:brush xml:id="br0">
      <inkml:brushProperty name="width" value="0.05" units="cm"/>
      <inkml:brushProperty name="height" value="0.05" units="cm"/>
      <inkml:brushProperty name="color" value="#004F8B"/>
    </inkml:brush>
  </inkml:definitions>
  <inkml:trace contextRef="#ctx0" brushRef="#br0">1 43 904,'3'0'7090,"-2"0"-5778,45 8-152,-28-10-368,2-2-183,4-1-265,1-1-72,3 0-136,3-3-104,8 1-888,10-2-953</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0:42.016"/>
    </inkml:context>
    <inkml:brush xml:id="br0">
      <inkml:brushProperty name="width" value="0.05" units="cm"/>
      <inkml:brushProperty name="height" value="0.05" units="cm"/>
      <inkml:brushProperty name="color" value="#004F8B"/>
    </inkml:brush>
  </inkml:definitions>
  <inkml:trace contextRef="#ctx0" brushRef="#br0">7 60 6369,'-1'-3'6890,"11"-8"-6645,-4 6-200,0 1 1,0 0-1,1 0 0,0 0 0,0 1 1,0 0-1,0 0 0,1 0 0,-1 1 1,1 1-1,-1-1 0,13 0 0,0-1-110,1 2 1,-1 0-1,0 1 0,1 1 0,-1 1 0,0 0 0,0 2 0,20 6 0,-40-10 31,1 0-1,0 0 0,0 1 0,0-1 1,0 0-1,0 1 0,-1-1 1,1 1-1,0-1 0,0 1 1,-1-1-1,1 1 0,0 0 1,-1-1-1,1 1 0,-1 0 0,1 0 1,-1-1-1,1 1 0,-1 0 1,1 0-1,-1 0 0,0-1 1,0 1-1,1 0 0,-1 0 1,0 2-1,0-2 0,0 1 1,-1 0-1,1 0 1,-1-1-1,0 1 1,1 0-1,-1-1 1,0 1-1,0-1 1,0 1-1,0-1 1,0 1 0,-2 1-1,-2 3 7,-1-1 0,-1 1 0,1-1 0,-1 0 0,-9 5 1,-50 20 350,-72 23 1,102-40-29,34-12 103,9-6-844,4 1 400,0 0-1,0 1 1,0 0-1,0 0 1,0 1-1,1 0 1,-1 1-1,0 1 1,1 0-1,-1 0 0,1 1 1,-1 0-1,15 5 1,-17-5-26,-1 1 1,1 1 0,0 0-1,-1 0 1,0 1 0,0 0-1,0 0 1,0 1 0,-1 0-1,0 0 1,0 1 0,0-1-1,0 2 1,-1-1 0,0 1-1,-1 0 1,1 0 0,5 12-1,-9-16 80,0 1-1,-1-1 0,0 1 1,1-1-1,-1 1 0,0 0 1,-1 0-1,1-1 0,-1 1 1,0 0-1,0 0 0,0 0 1,0 0-1,-1-1 0,1 1 1,-1 0-1,0 0 0,0-1 1,-1 1-1,1-1 0,-1 1 1,1-1-1,-1 1 0,0-1 0,-1 0 1,1 0-1,0 0 0,-1 0 1,0 0-1,0-1 0,1 1 1,-1-1-1,-1 0 0,-5 3 1,-9 6 154,-2-1 1,1-1 0,-1 0-1,-37 9 1,52-17-135,-10 4 103,1-1 0,0 0 1,-1-2-1,0 1 0,0-2 0,0 0 0,0-1 1,0 0-1,-16-3 0,30 3-141,0 0 0,0-1 0,0 1 0,0 0 0,1-1 0,-1 1 0,0-1-1,0 1 1,0-1 0,1 1 0,-1-1 0,0 0 0,1 1 0,-1-1 0,1 0 0,-1 1 0,1-1 0,-1 0-1,1 0 1,-1 1 0,1-1 0,-1 0 0,1 0 0,0 0 0,0 0 0,0 1 0,-1-1 0,1 0-1,0-1 1,-1-12-1845</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0:42.544"/>
    </inkml:context>
    <inkml:brush xml:id="br0">
      <inkml:brushProperty name="width" value="0.05" units="cm"/>
      <inkml:brushProperty name="height" value="0.05" units="cm"/>
      <inkml:brushProperty name="color" value="#004F8B"/>
    </inkml:brush>
  </inkml:definitions>
  <inkml:trace contextRef="#ctx0" brushRef="#br0">95 72 5537,'0'0'530,"-5"5"-1640,-4 6 1014,1 0 1,0 1-1,1 0 1,0 0-1,1 0 1,0 1-1,1 0 0,0 0 1,1 1-1,-3 20 1,2-4 448,1 0 1,2 1 0,2 57 0,0-84-148,0-1-1,1 1 1,-1 0-1,1 0 1,0-1-1,-1 1 1,2 0-1,-1-1 1,0 1-1,1-1 1,0 1 0,-1-1-1,1 0 1,1 0-1,2 4 1,-3-6-51,0 0 1,0 1 0,0-1-1,1 0 1,-1 0 0,0 0 0,1 0-1,-1-1 1,1 1 0,-1-1-1,1 1 1,-1-1 0,1 0 0,0 0-1,-1 0 1,1 0 0,-1 0-1,1-1 1,-1 1 0,1-1 0,-1 0-1,1 0 1,3-1 0,21-10 93,0-1 0,0-1 1,-2-1-1,1-1 1,-2-1-1,0-1 0,-2-2 1,34-35-1,-45 43-108,-1-1-1,0 0 1,-1-1 0,0 0-1,10-26 1,-15 32-119,-1-1 0,0 0 0,0 0-1,-1 0 1,0 0 0,-1 0 0,0 0 0,-1 0-1,0-1 1,0 1 0,-2-14 0,1 20-110,0 0 0,0 0 0,0 0 1,-1 0-1,1 0 0,-1 0 1,1 0-1,-1 1 0,0-1 0,0 1 1,0-1-1,0 1 0,-1 0 0,1-1 1,-1 1-1,1 0 0,-1 1 0,0-1 1,0 0-1,0 1 0,0 0 1,0-1-1,-5 0 0,-6-2-315,0 2 0,0 0 0,0 0 0,-15 1 0,23 1 332,-24-2-604,-1 2 0,-61 7 0,85-6 603,-1 0 1,1 1-1,0 0 0,0 0 1,0 0-1,0 1 0,0 0 1,0 1-1,1-1 0,0 1 0,-1 1 1,1-1-1,1 1 0,-1 0 1,1 0-1,0 0 0,0 1 0,-5 8 1,2 1-69</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0:42.862"/>
    </inkml:context>
    <inkml:brush xml:id="br0">
      <inkml:brushProperty name="width" value="0.05" units="cm"/>
      <inkml:brushProperty name="height" value="0.05" units="cm"/>
      <inkml:brushProperty name="color" value="#004F8B"/>
    </inkml:brush>
  </inkml:definitions>
  <inkml:trace contextRef="#ctx0" brushRef="#br0">0 15 392,'2'0'13011,"0"-1"-11891,-1-1-296,1 1-120,-1-1-351,1-1-217,-1 0-561,1 0-431</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0:43.407"/>
    </inkml:context>
    <inkml:brush xml:id="br0">
      <inkml:brushProperty name="width" value="0.05" units="cm"/>
      <inkml:brushProperty name="height" value="0.05" units="cm"/>
      <inkml:brushProperty name="color" value="#004F8B"/>
    </inkml:brush>
  </inkml:definitions>
  <inkml:trace contextRef="#ctx0" brushRef="#br0">191 54 3217,'-14'3'1483,"1"4"-1501,-1 0 0,1 1 0,1 1 1,-1 0-1,2 0 0,-1 1 0,1 1 0,-11 13 1,16-15 61,-1 0 0,1 0 0,1 0-1,0 1 1,0-1 0,1 1 0,0 0 0,1 1 0,0-1 0,1 1 0,-2 15 0,3-21 119,1 0 0,0 0-1,0 0 1,0 0 0,0 0-1,1 0 1,0 0 0,0 0-1,0 0 1,1 0 0,0-1-1,-1 1 1,2 0 0,-1-1-1,0 0 1,1 1 0,0-1-1,0 0 1,0-1 0,1 1-1,-1 0 1,1-1 0,0 0-1,0 0 1,0 0 0,7 4-1,-2-3 29,-1 0-1,1 0 0,0-1 0,0 0 0,0-1 1,0 0-1,0 0 0,1-1 0,-1 0 0,0-1 1,1 0-1,-1-1 0,1 1 0,-1-2 1,0 1-1,0-1 0,0-1 0,0 0 0,0 0 1,0-1-1,-1 0 0,1 0 0,-1-1 0,0 0 1,-1 0-1,1-1 0,-1 0 0,0-1 0,-1 1 1,1-1-1,-1-1 0,-1 1 0,1-1 1,4-10-1,-1 2-103,0-2-1,-2 1 1,0-1 0,-1 0 0,0-1 0,-2 1 0,0-1-1,-2 0 1,2-35 0,-5 49-212,1 1-1,-1 0 1,0-1 0,-1 1 0,1 0-1,-1 0 1,1 0 0,-1 0 0,-1 0-1,1 0 1,0 0 0,-1 1 0,0-1-1,0 1 1,0 0 0,0 0 0,0 0-1,-1 0 1,0 0 0,1 1 0,-1-1-1,0 1 1,0 0 0,0 1-1,0-1 1,0 1 0,-1-1 0,1 1-1,-7 0 1,-5-2-163,-1 1-1,1 1 0,-1 0 0,0 1 1,1 1-1,-27 5 0,5 1-459</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0:44.739"/>
    </inkml:context>
    <inkml:brush xml:id="br0">
      <inkml:brushProperty name="width" value="0.05" units="cm"/>
      <inkml:brushProperty name="height" value="0.05" units="cm"/>
      <inkml:brushProperty name="color" value="#004F8B"/>
    </inkml:brush>
  </inkml:definitions>
  <inkml:trace contextRef="#ctx0" brushRef="#br0">65 0 1008,'-8'20'102,"-5"10"104,1 0 0,2 1 0,1 1-1,-4 41 6352,20-75-4838,9-7-2452,-14 7 1384,255-192-246,-256 193 59,-5 3-4149,-14 5 3274,0 1-1,1 2 1,1-1 0,-17 14-1,23-16 313,0 1-1,0 0 1,1 1-1,0 0 1,0 1-1,1 0 1,-10 15-1,16-22 138,0 1 0,1-1 0,-1 1 0,1 0 0,0-1-1,0 1 1,0 0 0,-1 6 0,2-9 53,0 1 0,0-1 0,1 0 1,-1 1-1,0-1 0,1 1 0,-1-1 0,0 0 0,1 0 1,0 1-1,-1-1 0,1 0 0,0 0 0,0 0 0,-1 0 1,1 1-1,0-1 0,0-1 0,0 1 0,1 0 0,-1 0 0,0 0 1,0 0-1,0-1 0,0 1 0,2 0 0,15 6 394,0 0 0,0-1 0,0-1-1,1-1 1,0-1 0,25 1 0,115-3-1221,-109-3 196,0-2-1,0-3 1,55-14-1,-86 16 643,0 0 0,0-2 1,0 0-1,-1-1 0,0-1 0,-1-1 0,0 0 0,-1-1 0,0-1 1,0-1-1,13-14 0,-28 26-55,-1 1 0,1-1 0,0 1 0,-1-1 0,1 0 0,0 0 0,-1 1 0,1-1 0,-1 0 0,1 0 0,-1 0 0,1 0 0,-1 1 0,0-1 0,1 0 0,-1 0 0,0 0 0,0 0 0,0 0 0,1 0 0,-1 0 0,0 0 0,0 0 0,-1 0 0,1 0 0,0 0 0,0 0-1,0 0 1,-1 1 0,1-1 0,0 0 0,-1 0 0,1 0 0,-1-1 0,-2 0-117,1 0-1,0 0 1,-1 0-1,1 1 1,-1-1-1,1 1 1,-1 0-1,-4-2 0,2 1-92,0 1-1,0 0 0,0 0 0,0 0 0,0 0 1,0 1-1,-1 0 0,1 0 0,0 1 0,0-1 0,-7 3 1,-54 17-58,56-16 208,-13 4-30,0 2 0,-27 15 0,45-22 52,1-1 1,0 0-1,-1 1 0,1 0 1,1 0-1,-1 0 0,0 1 1,1-1-1,0 1 0,0 0 1,0 0-1,0 0 0,0 0 1,1 0-1,0 1 0,0-1 1,0 1-1,-2 9 0,4-12 58,0 0-1,0 0 0,1 0 1,-1 0-1,1 0 0,-1 0 0,1 0 1,0 0-1,0 0 0,-1 0 1,1 0-1,1-1 0,-1 1 0,0 0 1,0-1-1,1 1 0,-1-1 1,1 1-1,-1-1 0,1 0 0,0 1 1,-1-1-1,1 0 0,0 0 1,0 0-1,0-1 0,3 2 1,5 2 273,0-1 1,0 0 0,20 4 0,-16-5-251,-1-1 0,1 0 0,0 0 0,-1-1 0,1-1 0,0-1 0,-1 1 0,15-5 0,-19 3 57,0 0 1,0-1-1,-1 0 1,1 0 0,-1-1-1,0 0 1,0 0-1,-1-1 1,1 0 0,-1 0-1,-1-1 1,10-10-1,-15 15 385,-3 71-5731,-6 35 4021,0 49 1417,7-64-234,-6 143 296,4-197-83,-2 0 0,-2-1 0,0 1 0,-19 48 0,22-75-179,0 0 1,0-1-1,0 0 0,-1 0 0,0 0 1,0 0-1,-1-1 0,0 0 0,0 0 1,0-1-1,-1 1 0,0-1 1,0-1-1,0 1 0,-1-1 0,1-1 1,-1 1-1,0-1 0,0-1 0,0 1 1,-1-1-1,-13 1 0,1 0 107,-1-2-1,0 0 0,1-2 1,-1 0-1,0-1 0,1-1 1,-38-11-1,49 11 71,0 0 0,0-1 0,0-1 0,1 1 0,-1-2 0,1 1 0,0-1 0,0-1 0,1 1 1,0-1-1,0-1 0,1 0 0,0 0 0,0 0 0,-9-17 0,9 13 66,1 0 0,1-1 0,0 1 0,1-1 0,0-1 0,1 1 1,0 0-1,2-1 0,-1 1 0,1-1 0,1 0 0,2-13 0,-1 16-217,1 0 0,1 0 1,-1 0-1,2 0 0,-1 1 0,2-1 1,-1 1-1,1 0 0,1 1 0,0-1 1,0 1-1,1 0 0,0 1 0,1 0 0,0 0 1,0 0-1,11-7 0,16-10-312,1 2 0,1 1-1,46-20 1,-15 9-374,44-29-1045,0 0-565</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0:45.665"/>
    </inkml:context>
    <inkml:brush xml:id="br0">
      <inkml:brushProperty name="width" value="0.05" units="cm"/>
      <inkml:brushProperty name="height" value="0.05" units="cm"/>
      <inkml:brushProperty name="color" value="#004F8B"/>
    </inkml:brush>
  </inkml:definitions>
  <inkml:trace contextRef="#ctx0" brushRef="#br0">120 34 1416,'0'0'1129,"-20"-28"7110,20 28-8325,0 0-1,0 0 1,0-1 0,0 1 0,0 0 0,0 0 0,0-1 0,0 1-1,0 0 1,-1 0 0,1-1 0,0 1 0,0 0 0,0 0 0,0 0-1,-1-1 1,1 1 0,0 0 0,0 0 0,0 0 0,-1 0 0,1-1 0,0 1-1,0 0 1,-1 0 0,1 0 0,0 0 0,0 0 0,-1 0 0,1 0-1,0 0 1,-1 0 0,1 0 0,0 0 0,0 0 0,-1 0 0,1 0 0,0 0-1,0 0 1,-1 0 0,1 0 0,0 0 0,0 0 0,-1 0 0,1 1-1,0-1 1,0 0 0,-1 0 0,1 0 0,0 0 0,0 0 0,0 1-1,-1-1 1,1 0 0,0 0 0,0 1 0,-13 9-736,9-4 709,1 0 1,0 1 0,0 0-1,0 0 1,1 0 0,-2 14-1,-4 9 497,-2-4-137,1 1 1,2-1-1,1 2 0,1-1 0,1 1 1,-1 37-1,7-46 86</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0:48.579"/>
    </inkml:context>
    <inkml:brush xml:id="br0">
      <inkml:brushProperty name="width" value="0.05" units="cm"/>
      <inkml:brushProperty name="height" value="0.05" units="cm"/>
      <inkml:brushProperty name="color" value="#004F8B"/>
    </inkml:brush>
  </inkml:definitions>
  <inkml:trace contextRef="#ctx0" brushRef="#br0">85 29 1952,'0'0'638,"-2"7"-865,-8 26 142,2 0 0,1 1 0,1-1-1,-1 53 1,1-13 340,-1-3 24,3-22-6,-2-1 0,-16 62 10182,23-113-9607,2-29-456,12-90-625,-1-177 0,-17 272 270,2 22-21,0 0 0,0 1 0,1-1 1,0 0-1,0 0 0,2-9 0,-2 14 8,0-2 200,0 1 0,0 0 0,0-1 0,0 1-1,0-1 1,0 1 0,1 0 0,0-1 0,-1 1-1,3-5 1,5 3-276,1-1-1,-1 1 0,1 1 0,0 0 1,0 0-1,1 1 0,-1 0 0,18-2 1,84 2-643,-75 3 583,168 2 60,-195-3-819,-1 1-1052</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0:49.006"/>
    </inkml:context>
    <inkml:brush xml:id="br0">
      <inkml:brushProperty name="width" value="0.05" units="cm"/>
      <inkml:brushProperty name="height" value="0.05" units="cm"/>
      <inkml:brushProperty name="color" value="#004F8B"/>
    </inkml:brush>
  </inkml:definitions>
  <inkml:trace contextRef="#ctx0" brushRef="#br0">0 19 3001,'0'0'3438,"10"2"-1661,23 2-1247,-1-2 0,1 0-1,0-3 1,0 0 0,0-2-1,35-8 1,-30 1-351,-29 8-840</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0:51.067"/>
    </inkml:context>
    <inkml:brush xml:id="br0">
      <inkml:brushProperty name="width" value="0.05" units="cm"/>
      <inkml:brushProperty name="height" value="0.05" units="cm"/>
      <inkml:brushProperty name="color" value="#004F8B"/>
    </inkml:brush>
  </inkml:definitions>
  <inkml:trace contextRef="#ctx0" brushRef="#br0">145 55 1296,'0'0'386,"-18"-6"1686,7 2-1939,6 2 31,1 0 0,-1 1 0,0-1 0,1 1 0,-1 0 0,0 1 0,0-1 1,1 1-1,-6 0 0,-25-2 317,26 1-89,-4 2-17,7-3 3042,42-3-3286,0 1 0,57 2 0,-19 0 0,11 0 3,-30 2 75,95-14 0,-143 12-1523</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0:51.413"/>
    </inkml:context>
    <inkml:brush xml:id="br0">
      <inkml:brushProperty name="width" value="0.05" units="cm"/>
      <inkml:brushProperty name="height" value="0.05" units="cm"/>
      <inkml:brushProperty name="color" value="#004F8B"/>
    </inkml:brush>
  </inkml:definitions>
  <inkml:trace contextRef="#ctx0" brushRef="#br0">1 0 2144,'0'0'5884,"11"3"-5849,0 2-70,1 0 1,-1 1-1,0 1 1,-1-1-1,16 13 1,-23-16-14,1-1 1,-1 1 0,0 0 0,0 0 0,0 0-1,0 1 1,-1-1 0,1 1 0,-1-1 0,0 1-1,0 0 1,0 0 0,-1 0 0,1 0 0,-1 0-1,0 0 1,0 0 0,0 0 0,-1 1 0,1-1-1,-1 0 1,0 0 0,-1 6 0,-2-4 49,0 0 1,0 0-1,-1 0 1,1-1-1,-1 1 1,-1-1-1,1 0 1,-1 0 0,0 0-1,0-1 1,0 1-1,-6 2 1,9-5-14,-17 13-701</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0:51.987"/>
    </inkml:context>
    <inkml:brush xml:id="br0">
      <inkml:brushProperty name="width" value="0.05" units="cm"/>
      <inkml:brushProperty name="height" value="0.05" units="cm"/>
      <inkml:brushProperty name="color" value="#004F8B"/>
    </inkml:brush>
  </inkml:definitions>
  <inkml:trace contextRef="#ctx0" brushRef="#br0">12 49 2377,'-7'-1'4686,"7"1"-4616,0 0 0,0 0 1,-1 0-1,1 0 0,0 0 0,0 0 0,0 0 0,0 0 0,0 0 0,0 0 0,0 0 0,-1 0 0,1 0 0,0 0 0,0 0 0,0 0 0,0 0 0,0 0 0,0 0 0,0 0 1,-1 0-1,1 0 0,0 0 0,0 0 0,0 0 0,0 0 0,0 0 0,0 0 0,-1-1 210,1 1-210,0 0 0,0 0 0,0 0 0,0 0 0,0 0 1,0 0-1,0 0 0,0 0 0,0-1 0,0 1 0,0 0 0,0 0 0,0 0 0,0 0 0,0 0 0,0 0 0,0 0 0,0-1 0,0 1 0,0 0 0,0 0 0,0 0 0,0 0 1,0 0-1,0 0 0,0 0 0,0 0 0,0-1 0,0 1 0,0 0 0,0 0 0,0 0 0,1 0 70,-1 0-70,11-5 12,0 1 1,0 0-1,1 1 0,-1 0 0,1 1 0,0 0 0,0 1 0,14 1 1,8-3 57,18-4 114,-27 2-1350,39 0-1</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0:52.222"/>
    </inkml:context>
    <inkml:brush xml:id="br0">
      <inkml:brushProperty name="width" value="0.05" units="cm"/>
      <inkml:brushProperty name="height" value="0.05" units="cm"/>
      <inkml:brushProperty name="color" value="#004F8B"/>
    </inkml:brush>
  </inkml:definitions>
  <inkml:trace contextRef="#ctx0" brushRef="#br0">1 0 960,'0'10'72,"3"-1"7346,36 9-5754,-21-18-576,0-2-295,7-2-385,2-1-152,10-1-440,4 2-408,12 2-1609</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0:52.996"/>
    </inkml:context>
    <inkml:brush xml:id="br0">
      <inkml:brushProperty name="width" value="0.05" units="cm"/>
      <inkml:brushProperty name="height" value="0.05" units="cm"/>
      <inkml:brushProperty name="color" value="#004F8B"/>
    </inkml:brush>
  </inkml:definitions>
  <inkml:trace contextRef="#ctx0" brushRef="#br0">11 80 3281,'-1'-2'-476,"1"2"621,0 0 0,0 0-1,-1-1 1,1 1 0,0 0 0,0 0-1,0-1 1,0 1 0,0 0 0,0-1-1,0 1 1,-1 0 0,1-1 0,0 1-1,0 0 1,0 0 0,0-1-1,0 1 1,0 0 0,0-1 0,1 1-1,-1 0 1,0-1 0,0 1 0,0 0-1,0 0 1,0-1 0,0 1 0,1 0-1,-1 0 1,0-1 0,0 1 0,0 0-1,0 0 1,1-1 0,-1 1 0,0 0-1,0 0 1,1 0 0,-1 0 0,0-1-1,0 1 1,1 0 0,-1 0 0,0 0-1,1 0 1,-1 0 0,7-5-39,0 0 0,-1 1 0,1 0 1,1 0-1,-1 0 0,1 1 0,-1 0 1,1 1-1,12-3 0,85-9 850,-53 9-350,-38 3-500,46-5 490,-56 7-666,-1 0-1,1 0 0,-1 0 1,1 1-1,-1-1 0,0 1 1,1-1-1,-1 1 1,0 0-1,1 1 0,-1-1 1,0 1-1,5 2 1,-7-3 14,0 1 0,0-1 0,0 1 0,0 0 0,0-1 0,0 1 0,0 0 0,0-1 0,-1 1 0,1 0 0,-1 0 0,1 0 0,-1-1 0,0 1 0,0 0 1,0 0-1,0 0 0,0 0 0,0 0 0,0 0 0,-1-1 0,1 1 0,-1 0 0,1 0 0,-1 0 0,1-1 0,-1 1 0,0 0 0,0-1 0,0 1 0,0-1 0,0 1 1,-3 1-1,-2 6 47,-1-1 1,0 0 0,0 0 0,-13 10 0,-8 1-184,0 0 1,0-2 0,-2-2 0,0-1 0,-43 15 0,70-28 551,8-2-127,18-6-116,0 2 1,0 1-1,0 1 1,45 0-1,-61 3-140,0 0 1,-1 1-1,1 0 1,-1 1-1,1-1 0,-1 1 1,0 0-1,1 1 0,-1-1 1,0 1-1,0 1 1,-1-1-1,1 1 0,-1 0 1,0 0-1,0 0 0,0 1 1,0 0-1,-1 0 1,0 0-1,0 1 0,5 8 1,-5-7-85,-1 1 1,1-1 0,-2 0-1,1 1 1,-1 0 0,0-1-1,-1 1 1,0 0 0,0 0-1,-1 15 1,0-19 114,-1 0 1,1 0-1,-1 0 0,0 0 0,0 0 1,-1 0-1,1 0 0,-1 0 1,0-1-1,0 1 0,0-1 1,0 1-1,-1-1 0,1 0 0,-1 0 1,0 0-1,0 0 0,0 0 1,0-1-1,0 1 0,-1-1 1,-6 3-1,-6 2 105,0-1 0,0-1 0,0-1 0,0 0 0,-26 2 0,-87 1 266,88-6-239,20 1-55,15-1-60,0-1 0,0 1 0,-1-1 0,1 0 0,0-1 1,0 1-1,-11-4 0,10-1-940</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0:53.548"/>
    </inkml:context>
    <inkml:brush xml:id="br0">
      <inkml:brushProperty name="width" value="0.05" units="cm"/>
      <inkml:brushProperty name="height" value="0.05" units="cm"/>
      <inkml:brushProperty name="color" value="#004F8B"/>
    </inkml:brush>
  </inkml:definitions>
  <inkml:trace contextRef="#ctx0" brushRef="#br0">150 76 5945,'0'0'18,"-8"5"-1572,-2 2 1365,0 1-1,1 0 1,0 0-1,0 1 1,1 0-1,0 1 1,0 0-1,1 0 1,0 1 0,1-1-1,0 1 1,1 1-1,0-1 1,-3 14-1,1 1 485,1 0-1,1 0 0,1 1 0,1-1 1,2 51-1,1-74-107,0 0 0,0 1 0,0-1 0,1 1 0,0-1 1,-1 0-1,1 0 0,0 1 0,1-1 0,-1 0 0,0 0 0,1 0 0,0 0 1,0 0-1,0 0 0,0-1 0,0 1 0,0-1 0,1 1 0,-1-1 1,6 4-1,-3-4 137,1 1 0,-1-1 1,0-1-1,1 1 1,-1-1-1,1 0 0,0 0 1,-1 0-1,1-1 0,0 0 1,0 0-1,8-1 0,3-1-48,-1 0 0,0-1 0,0-1 0,0-1-1,0 0 1,24-12 0,-32 13-220,0 0-1,-1-1 1,1 0-1,-1-1 1,0 0-1,-1 0 1,0 0-1,0-1 1,0 0-1,-1 0 1,1-1-1,-2 1 1,1-1-1,3-9 1,-1-1-48,-1 0 1,-1-1-1,0 0 1,-1 0-1,1-24 0,-4 30-127,0-1-1,-1 1 0,-1 0 1,0-1-1,-1 1 0,0 0 0,-1-1 1,-7-17-1,7 24 5,-1 1-1,1 0 1,-2 1-1,1-1 1,0 1 0,-1 0-1,0 0 1,-1 0 0,1 0-1,-1 1 1,1 0 0,-1 1-1,-1-1 1,1 1 0,0 0-1,-1 0 1,-7-1 0,-11-4-192,-1 1-1,1 2 1,-31-3 0,55 8 283,-48-3-401,46 3 281,-1 0 0,1 0 0,0 1 0,0-1 0,0 1-1,0 0 1,0 0 0,0 0 0,0 0 0,0 1 0,0-1 0,-4 3 0,-2 6-1631</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0:53.878"/>
    </inkml:context>
    <inkml:brush xml:id="br0">
      <inkml:brushProperty name="width" value="0.05" units="cm"/>
      <inkml:brushProperty name="height" value="0.05" units="cm"/>
      <inkml:brushProperty name="color" value="#004F8B"/>
    </inkml:brush>
  </inkml:definitions>
  <inkml:trace contextRef="#ctx0" brushRef="#br0">19 5 1840,'-19'3'11163,"21"-5"-10603,-1 1-272,1-1-216,-1 1-672,1-1-640</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0:54.450"/>
    </inkml:context>
    <inkml:brush xml:id="br0">
      <inkml:brushProperty name="width" value="0.05" units="cm"/>
      <inkml:brushProperty name="height" value="0.05" units="cm"/>
      <inkml:brushProperty name="color" value="#004F8B"/>
    </inkml:brush>
  </inkml:definitions>
  <inkml:trace contextRef="#ctx0" brushRef="#br0">74 26 4505,'0'0'1426,"-6"6"-2179,-2 6 554,0 0-1,1 1 1,0-1 0,1 1-1,1 0 1,0 1-1,0 0 1,2-1-1,-1 1 1,0 16-1,1-10 439,2 0 1,0 0-1,1 0 0,1 0 1,1 0-1,1 0 0,5 21 0,-7-37 25,0 0 0,1 0 0,-1 0 0,1 0 0,0 0 0,0-1 0,0 1-1,0 0 1,0-1 0,1 0 0,0 1 0,0-1 0,0 0 0,0-1 0,0 1 0,0 0-1,1-1 1,-1 0 0,5 2 0,-3-2-9,1 0-1,-1-1 1,0 1 0,1-1 0,0-1-1,-1 1 1,1-1 0,-1 0-1,1 0 1,-1-1 0,1 0 0,10-2-1,-4-1-16,0 0-1,0 0 0,0-2 1,-1 1-1,0-1 0,0-1 1,0 0-1,-1 0 0,0-1 1,0-1-1,16-18 0,-14 11-168,-1 0-1,0-1 1,-1-1-1,-1 1 1,-1-2-1,0 1 1,-1-1-1,-1 0 1,-1 0-1,3-31 1,-7 46-168,-1 0 0,0 0 0,-1 0 1,1 0-1,-1 0 0,0 0 0,1 0 0,-2 1 0,1-1 0,0 0 0,-1 1 1,0-1-1,0 1 0,0-1 0,0 1 0,0 0 0,-6-6 0,3 5-95,0 0-1,-1-1 1,1 2-1,-1-1 0,0 1 1,0 0-1,-1 0 1,1 0-1,-11-2 1,-2 1-122,0 1 1,0 0 0,0 1 0,0 2 0,-1-1 0,-27 5 0,39-3 136,0 1 0,1-1-1,-1 1 1,0 1 0,-10 4-1,-2 5-1540</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0:54.768"/>
    </inkml:context>
    <inkml:brush xml:id="br0">
      <inkml:brushProperty name="width" value="0.05" units="cm"/>
      <inkml:brushProperty name="height" value="0.05" units="cm"/>
      <inkml:brushProperty name="color" value="#004F8B"/>
    </inkml:brush>
  </inkml:definitions>
  <inkml:trace contextRef="#ctx0" brushRef="#br0">52 0 6953,'0'0'2161,"-7"22"-5626,3-3 2025,-3 15 952,2 2 56,-1 7 296,0 4 176,2 0 296,-1-5 144,2-2 296,0-5 112,1-6-1000</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0:55.278"/>
    </inkml:context>
    <inkml:brush xml:id="br0">
      <inkml:brushProperty name="width" value="0.05" units="cm"/>
      <inkml:brushProperty name="height" value="0.05" units="cm"/>
      <inkml:brushProperty name="color" value="#004F8B"/>
    </inkml:brush>
  </inkml:definitions>
  <inkml:trace contextRef="#ctx0" brushRef="#br0">1 137 5273,'3'-5'5880,"8"3"-4171,7 4-2603,-12 0 763,0 1 0,-1-1 0,1 1 0,-1 0 0,1 1 0,-1-1 0,0 1 0,7 7 0,36 39-337,-43-44 445,82 104 68,-47-57 372,50 49 0,-88-99-198,2 1 1,-1-1-1,0 0 0,1 0 0,-1-1 1,1 1-1,0-1 0,0 0 0,0 0 1,0 0-1,0 0 0,0-1 0,0 0 1,9 2-1,-12-3 249,5-8 1332,-2 1-1597,1-5-46,0 0-1,-1 0 1,0 0-1,-1 0 1,0-1 0,2-24-1,-3-52 302,0 3-228,18-117 0,-17 192-1584,-2 1-1104</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0:58.628"/>
    </inkml:context>
    <inkml:brush xml:id="br0">
      <inkml:brushProperty name="width" value="0.05" units="cm"/>
      <inkml:brushProperty name="height" value="0.05" units="cm"/>
      <inkml:brushProperty name="color" value="#004F8B"/>
    </inkml:brush>
  </inkml:definitions>
  <inkml:trace contextRef="#ctx0" brushRef="#br0">248 128 3865,'0'-2'4411,"-3"-16"-4159,-8-15-304,8 24-155,0 4-76,-6-3 69,-23-23-76,28 28-8,-4-4-501,-1 6 621,0-2 77,6 2 13,0-1 0,0 1 1,-1 0-1,1 1 0,0-1 0,0 0 0,-1 1 1,-4 0-1,-7 8-619,-22 14 638,27-17 0,9-3-116,-5 8-215,-2-2 264,5-5 58,0 0 0,1 0 0,-1 0-1,1 0 1,-1 1 0,1-1 0,0 1 0,1 0-1,-1-1 1,-1 6 0,-1 1 110,1 0-1,0 0 1,0 0 0,1 1-1,0-1 1,0 12-1,2-20 115,0 0 0,0 0-1,0 0 1,0 1 0,0-1-1,0 0 1,1 0 0,-1 0-1,1 0 1,-1 0 0,1 1-1,0-1 1,0 0-1,0-1 1,0 1 0,0 0-1,0 0 1,1 0 0,-1-1-1,1 1 1,-1 0 0,1-1-1,-1 0 1,1 1 0,0-1-1,0 0 1,0 0 0,0 0-1,0 0 1,0 0 0,0 0-1,0-1 1,0 1-1,0-1 1,0 1 0,0-1-1,1 0 1,-1 0 0,0 0-1,0 0 1,4-1 0,2 0 66,-1 0 0,1-1 1,-1 0-1,1 0 0,-1-1 0,0 0 1,0 0-1,0 0 0,-1-1 1,1-1-1,-1 1 0,0-1 1,0 0-1,0 0 0,-1 0 1,9-12-1,-7 9-103,-2 1 1,1-1-1,-1-1 1,0 1-1,-1-1 0,0 0 1,0 0-1,-1 0 1,0 0-1,-1-1 0,0 1 1,0-1-1,-1-10 1,-1 18 56,1 34-8164,-1-14 8193,0 0 0,2 0 0,4 23 0,-1-27-151</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0:59.135"/>
    </inkml:context>
    <inkml:brush xml:id="br0">
      <inkml:brushProperty name="width" value="0.05" units="cm"/>
      <inkml:brushProperty name="height" value="0.05" units="cm"/>
      <inkml:brushProperty name="color" value="#004F8B"/>
    </inkml:brush>
  </inkml:definitions>
  <inkml:trace contextRef="#ctx0" brushRef="#br0">44 12 3737,'0'0'1581,"-1"5"-3838,-32 205 2551,25-154 7520,7-67-7397,0-1-1,2 0 1,-1 1-1,3-13 1,0 7-814,0 1 0,1 0 0,1 0 1,11-23-1,-13 32 304,0 0 1,1 0 0,0 1-1,0-1 1,1 1-1,0 0 1,0 0 0,0 1-1,1 0 1,0-1-1,0 2 1,0-1 0,1 1-1,-1 0 1,1 0-1,0 1 1,0 0 0,1 0-1,-1 0 1,0 1-1,1 1 1,0-1 0,-1 1-1,1 0 1,0 1-1,-1 0 1,1 0 0,0 0-1,0 1 1,-1 1-1,1-1 1,-1 1 0,1 0-1,-1 1 1,0 0-1,0 0 1,0 0 0,13 9-1,-13-7 101,0 0 0,-1 1-1,1-1 1,-1 1 0,0 0 0,-1 1-1,0-1 1,0 1 0,0 0-1,-1 1 1,0-1 0,4 11-1,-6-13 4,-1 0 0,0 1-1,0-1 1,0 0 0,-1 0-1,0 1 1,0-1 0,0 1-1,-1-1 1,1 0 0,-1 1-1,0-1 1,-1 0 0,1 0-1,-1 0 1,0 0 0,-1 0-1,1 0 1,-1-1 0,-4 7-1,-4 2 217,1-1-224</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0:59.865"/>
    </inkml:context>
    <inkml:brush xml:id="br0">
      <inkml:brushProperty name="width" value="0.05" units="cm"/>
      <inkml:brushProperty name="height" value="0.05" units="cm"/>
      <inkml:brushProperty name="color" value="#004F8B"/>
    </inkml:brush>
  </inkml:definitions>
  <inkml:trace contextRef="#ctx0" brushRef="#br0">371 333 5049,'-5'-2'301,"1"-1"-304,0 1-1,0 0 1,-1 0 0,1 0 0,-1 1-1,0-1 1,1 1 0,-1 0 0,0 0-1,0 1 1,1 0 0,-8 0 0,-7 3-84,0 0 0,1 2 0,-1 0 0,1 1 0,0 1 1,0 1-1,0 0 0,1 1 0,1 1 0,0 1 0,0 0 0,1 1 1,0 1-1,-18 21 0,30-31 110,1-1 1,-1 1 0,1 0-1,0 0 1,1 0 0,-1 0-1,0 0 1,1 1-1,0-1 1,-1 0 0,1 1-1,1-1 1,-1 1 0,0-1-1,1 1 1,0-1-1,0 1 1,0-1 0,0 1-1,0 0 1,1-1-1,0 1 1,1 3 0,-1-4 132,1 1 0,1 0 0,-1-1 0,0 0 0,1 1 0,0-1 0,0 0 0,0-1 1,0 1-1,0 0 0,0-1 0,1 0 0,-1 1 0,1-1 0,0-1 0,0 1 0,0-1 0,-1 1 1,7 0-1,1 1 42,0-1 1,0 0-1,0-1 1,0-1-1,0 1 1,0-2 0,0 1-1,0-2 1,0 1-1,0-1 1,17-6-1,-19 5-177,-1-1 0,0 1 0,-1-1 0,1-1 0,-1 1 0,1-1-1,-1-1 1,-1 1 0,1-1 0,-1 0 0,0-1 0,0 1 0,-1-1 0,0 0-1,6-11 1,-1-5 70,0 0 0,-1 0 0,-2-1 0,5-27 0,13-103-50,-14 77 2,-11 74-51,7-55 177,-7 53-158,1-1 1,-2 1-1,1 0 0,0 0 0,-1 0 1,0 0-1,0 0 0,-4-10 1,5 14-436,-9 8-4844,3-1 4982,0-1 0,1 1 0,0 0 0,0 0 0,1 0 0,0 1 0,0-1 0,0 1-1,1 0 1,0 0 0,0 1 0,-2 10 0,-2 13 509,0-1 0,-1 33 0,2-3 391,2 1-1,4-1 1,8 79 0,-7-133-583,0 6 248,1-1 1,0 0 0,1 1 0,5 13 0,-7-22-112,0-1 0,0 1-1,1 0 1,0 0 0,-1-1 0,1 1 0,0-1 0,0 1 0,0-1 0,1 0 0,-1 0 0,1 0 0,-1 0 0,1 0 0,-1-1 0,1 1 0,0-1 0,0 0 0,0 0 0,6 2 0,5-1-8,0 0 0,1-1 0,26-1 0,-28 0-257,62-3-750</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1:00.585"/>
    </inkml:context>
    <inkml:brush xml:id="br0">
      <inkml:brushProperty name="width" value="0.05" units="cm"/>
      <inkml:brushProperty name="height" value="0.05" units="cm"/>
      <inkml:brushProperty name="color" value="#004F8B"/>
    </inkml:brush>
  </inkml:definitions>
  <inkml:trace contextRef="#ctx0" brushRef="#br0">205 234 4913,'-33'-26'2214,"31"24"-1625,-8 5-3692,2 0 2949,-1 0-1,1 2 1,0-1 0,0 1-1,1 0 1,0 0 0,0 1-1,0 0 1,0 0 0,1 1-1,0-1 1,-6 10 0,5-5 317,0 1 0,1-1 0,0 1 0,1 1 0,0-1 0,1 1 1,-5 25-1,6-22 65,1 0 1,1 1 0,1-1 0,0 1-1,1-1 1,0 1 0,2-1 0,0 0-1,0 0 1,2 0 0,0 0 0,1-1-1,0 0 1,12 21 0,-15-32-36,0 0-1,0 1 1,1-1 0,-1-1 0,1 1 0,0 0-1,0-1 1,0 0 0,0 0 0,1 0 0,-1 0-1,1-1 1,0 0 0,0 0 0,7 2 0,-5-2 24,1-1 1,0 0 0,0 0 0,-1-1 0,1 0 0,0 0-1,0-1 1,-1 0 0,14-3 0,-9 0-13,0 0 1,0-1-1,0 0 1,0 0 0,-1-1-1,0-1 1,0 0-1,-1 0 1,0-1-1,0-1 1,-1 0-1,13-14 1,6-21 184,-2 0 1,-1-2-1,23-64 0,-37 86-324,-7 14-154,0 0-1,0 0 1,-1 0-1,0 0 1,-1 0 0,0-1-1,-1 1 1,0-1-1,0 1 1,-1-1-1,-1 1 1,0-1 0,0 1-1,-1-1 1,0 1-1,-1 0 1,0 0 0,-1 0-1,0 0 1,0 0-1,-1 1 1,0 0 0,-13-16-1,12 16-173,0 0 0,-1 1 0,-1-1 1,1 2-1,-1-1 0,0 1 0,-1 0 0,0 1 0,-11-7 0,15 11 103,-1 0 0,1 0-1,-1 0 1,1 1 0,-1 0-1,1 0 1,-1 0 0,0 1-1,1 0 1,-1 0 0,0 0-1,0 0 1,1 1 0,-1 0-1,1 1 1,-1-1 0,1 1 0,-1 0-1,-6 3 1,-21 14-338,0 1 0,2 1-1,0 1 1,-52 51 0,74-65 429,1 0 1,0 1-1,0 0 0,1 0 1,-9 16-1,14-23 119,1-1-1,0 1 1,1 0-1,-1 0 1,0 0-1,0 0 1,1 0 0,-1 0-1,1 0 1,-1 0-1,1 0 1,0 0-1,0 0 1,0 0 0,0 0-1,0 0 1,1 0-1,-1 0 1,1 0-1,-1 0 1,1 0-1,-1-1 1,1 1 0,0 0-1,0 0 1,0 0-1,0-1 1,0 1-1,1 0 1,-1-1-1,0 1 1,1-1 0,-1 0-1,1 1 1,0-1-1,-1 0 1,1 0-1,0 0 1,0 0 0,2 1-1,10 4 424,1-1 0,-1 0 0,1-1 0,-1-1 0,1 0 0,17 1-1,94-1 1128,-88-4-1300,123-6-1048,-103 4-890</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1:01.089"/>
    </inkml:context>
    <inkml:brush xml:id="br0">
      <inkml:brushProperty name="width" value="0.05" units="cm"/>
      <inkml:brushProperty name="height" value="0.05" units="cm"/>
      <inkml:brushProperty name="color" value="#004F8B"/>
    </inkml:brush>
  </inkml:definitions>
  <inkml:trace contextRef="#ctx0" brushRef="#br0">1 11 4137,'0'0'10177,"7"0"-9345,213-10-1418,-182 10-579</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1:01.315"/>
    </inkml:context>
    <inkml:brush xml:id="br0">
      <inkml:brushProperty name="width" value="0.05" units="cm"/>
      <inkml:brushProperty name="height" value="0.05" units="cm"/>
      <inkml:brushProperty name="color" value="#004F8B"/>
    </inkml:brush>
  </inkml:definitions>
  <inkml:trace contextRef="#ctx0" brushRef="#br0">1 8 3033,'0'0'8297,"1"0"-7568,36 3-201,-2-6-416,7 0-280,19-1-1457</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1:02.006"/>
    </inkml:context>
    <inkml:brush xml:id="br0">
      <inkml:brushProperty name="width" value="0.05" units="cm"/>
      <inkml:brushProperty name="height" value="0.05" units="cm"/>
      <inkml:brushProperty name="color" value="#004F8B"/>
    </inkml:brush>
  </inkml:definitions>
  <inkml:trace contextRef="#ctx0" brushRef="#br0">90 33 5593,'0'0'2647,"6"-4"-814,7-1-1604,-1 0 0,1 1 0,0 0 1,0 1-1,1 1 0,-1 0 0,20 0 0,-6 1 114,1 2-1,50 7 0,-75-8-409,-1 1 0,1-1 0,-1 1 0,1-1 0,-1 1 0,1 0 0,-1 0 0,0 0 0,0 1 0,1-1 0,-1 1 0,0-1 0,2 3 0,-3-3 24,-1-1 1,1 1-1,-1-1 0,0 1 1,0-1-1,1 1 1,-1 0-1,0-1 0,0 1 1,0-1-1,0 1 0,1 0 1,-1-1-1,0 1 0,0 0 1,0-1-1,0 1 1,0-1-1,-1 1 0,1 0 1,0 0-1,-1 1 0,0-1-1,0 1 1,0-1-1,0 0 1,0 1-1,0-1 1,0 0-1,0 0 1,0 1 0,-1-1-1,-1 1 1,-18 11 26,-1-2 1,0 0 0,0-2 0,-1 0-1,0-1 1,-37 7 0,4 0 382,54-15-392,5 0-250,52 2 340,-39-2-142,0 0 0,0 1 1,0 1-1,1 0 1,-2 1-1,1 1 0,28 10 1,-38-12 12,0 1-1,0 0 1,0 1 0,0-1 0,-1 1-1,1 0 1,-1 1 0,0-1 0,-1 1-1,7 7 1,-10-10 39,0 0 0,0 0 0,0 1 0,0-1 1,0 1-1,-1-1 0,1 1 0,-1-1 0,1 1 0,-1-1 0,0 1 0,0-1 0,0 1 0,0-1 0,0 1 0,-1-1 0,1 1 0,-1-1 0,0 1 0,0-1 1,0 1-1,0-1 0,0 0 0,0 0 0,0 1 0,-1-1 0,1 0 0,-1 0 0,0 0 0,-2 2 0,-5 5 38,0-1 1,-1 0-1,1-1 1,-1 0-1,-1 0 0,0-1 1,1-1-1,-2 1 0,1-2 1,-21 7-1,6-5 116,0 0 1,0-1-1,0-2 0,-27 0 1,33-2-46,6 0-54,1-1 0,-27-3 0,25-1-262</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1:02.537"/>
    </inkml:context>
    <inkml:brush xml:id="br0">
      <inkml:brushProperty name="width" value="0.05" units="cm"/>
      <inkml:brushProperty name="height" value="0.05" units="cm"/>
      <inkml:brushProperty name="color" value="#004F8B"/>
    </inkml:brush>
  </inkml:definitions>
  <inkml:trace contextRef="#ctx0" brushRef="#br0">212 13 2633,'0'0'-329,"-18"8"-59,-49 26-328,61-31 657,0 0 0,1 0-1,0 1 1,0 0 0,0 0 0,0 1-1,1 0 1,0-1 0,-5 7 0,-26 47 83,32-52 25,-3 4 272,1 1-1,0 0 1,1 1-1,0-1 0,1 1 1,0-1-1,1 1 1,1 0-1,-1 0 0,2 21 1,0-28-114,1 0 0,-1 0 0,1 0 0,0-1 1,0 1-1,1 0 0,0-1 0,-1 1 0,1-1 0,1 0 1,-1 0-1,1 1 0,0-1 0,-1-1 0,2 1 0,-1 0 1,0-1-1,1 0 0,0 0 0,-1 0 0,1 0 0,0 0 1,1-1-1,-1 0 0,0 0 0,1 0 0,-1 0 1,1-1-1,6 2 0,1-1-87,0-1 0,1 0 0,-1-1 1,1 0-1,-1-1 0,0 0 0,1-1 0,-1 0 1,0-1-1,0-1 0,-1 0 0,1 0 0,-1-1 1,0-1-1,0 0 0,0 0 0,-1-1 0,13-11 1,-13 11-71,0-2 0,-1 0 0,0 0 0,0 0 0,-1-1 0,0 0 0,-1-1 0,0 0 0,-1 0 0,0-1 0,-1 1 0,0-1 0,-1 0 0,0-1 0,-1 1 0,0-1 1,1-19-1,-4 27-136,0 1 1,-1-1-1,1 1 1,-1-1 0,0 1-1,0-1 1,-1 1 0,1 0-1,-1 0 1,0 0-1,0 0 1,0 0 0,-1 0-1,1 0 1,-1 1-1,0-1 1,0 1 0,0 0-1,-1 0 1,1 0 0,-1 0-1,0 1 1,1 0-1,-1-1 1,0 1 0,0 0-1,-6-1 1,-11-5-356,-1 2-1,1 0 1,-2 2 0,-25-3 0,39 5 431,-34-2-654,0 0-501</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1:02.724"/>
    </inkml:context>
    <inkml:brush xml:id="br0">
      <inkml:brushProperty name="width" value="0.05" units="cm"/>
      <inkml:brushProperty name="height" value="0.05" units="cm"/>
      <inkml:brushProperty name="color" value="#004F8B"/>
    </inkml:brush>
  </inkml:definitions>
  <inkml:trace contextRef="#ctx0" brushRef="#br0">0 1 2064,'0'0'-336</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1:02.917"/>
    </inkml:context>
    <inkml:brush xml:id="br0">
      <inkml:brushProperty name="width" value="0.05" units="cm"/>
      <inkml:brushProperty name="height" value="0.05" units="cm"/>
      <inkml:brushProperty name="color" value="#004F8B"/>
    </inkml:brush>
  </inkml:definitions>
  <inkml:trace contextRef="#ctx0" brushRef="#br0">0 154 1944,'8'15'601,"3"0"895,2-1-72,8-7 0,2-4-191,3-3-377,0-3 56,-6-6 240,-1-3 209,-5-8 223,-3 1-96,-5-7-383,-3 1-313,-5-2-664,-4 1-408,-7 5-713,-6 6-175,-10 10-840</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1:04.637"/>
    </inkml:context>
    <inkml:brush xml:id="br0">
      <inkml:brushProperty name="width" value="0.05" units="cm"/>
      <inkml:brushProperty name="height" value="0.05" units="cm"/>
      <inkml:brushProperty name="color" value="#004F8B"/>
    </inkml:brush>
  </inkml:definitions>
  <inkml:trace contextRef="#ctx0" brushRef="#br0">359 138 4169,'1'-1'6239,"-3"-14"-4574,1 6-1516,1 7-91,0-1 0,0 0 0,-1 0 0,1 1 0,-1-1 0,1 0 0,-1 1 0,0-1 0,0 1 0,0-1 0,0 1 0,-2-3 0,0 1-87,1 0-1,-1-1 1,-1 1-1,1 1 0,-1-1 1,1 0-1,-6-3 1,-15-14-476,12 15-533,5 3 823,0 1-1,1-1 1,-1 2 0,0-1-1,0 1 1,-1 0 0,1 0-1,0 1 1,0 0 0,0 0-1,-1 0 1,1 1 0,0 0-1,0 1 1,0 0 0,0 0-1,1 0 1,-12 6 0,8-1-9,0 0 0,0 0 0,1 1 0,0 0 0,0 1 0,1-1 0,0 2 0,0-1 0,1 1 0,0 1 0,1-1 0,1 1 0,-1 0 0,-5 17 0,9-19 343,-1-1 1,1 0 0,0 1-1,0-1 1,1 1 0,0 0-1,1-1 1,0 1-1,1 0 1,-1-1 0,1 1-1,1-1 1,0 1-1,0-1 1,1 1 0,0-1-1,0 0 1,1 0 0,0-1-1,0 1 1,6 7-1,-7-12 45,-1 0 0,1 0 0,0-1 0,-1 1 0,1-1 0,0 1 0,0-1 0,1 0 0,-1 0 0,0-1 0,1 1 0,-1-1 0,1 1 0,0-1 0,-1 0 0,8 1-1,-5-2 11,0 0-1,0 0 0,0-1 1,0 0-1,0 0 0,-1 0 0,1-1 1,0 1-1,-1-1 0,6-3 0,2-2 87,0 0 0,-1-1-1,0 0 1,-1-1-1,0-1 1,0 1 0,-1-2-1,11-12 1,-13 14-100,-1-1 0,0-1 1,0 1-1,-1-1 0,-1 0 0,1 0 1,-2-1-1,0 0 0,0 1 0,-1-1 0,0-1 1,0-13-1,-18 53-9474,-4 26 9489,16-40-68,1 1 1,1-1 0,1 25-1,0-33-27,1-1-1,0 1 0,-1 0 0,1-1 0,1 1 0,-1-1 0,1 1 0,-1-1 1,1 0-1,1 0 0,-1 0 0,0 0 0,1 0 0,6 6 0,7 4-1598</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1:04.925"/>
    </inkml:context>
    <inkml:brush xml:id="br0">
      <inkml:brushProperty name="width" value="0.05" units="cm"/>
      <inkml:brushProperty name="height" value="0.05" units="cm"/>
      <inkml:brushProperty name="color" value="#004F8B"/>
    </inkml:brush>
  </inkml:definitions>
  <inkml:trace contextRef="#ctx0" brushRef="#br0">0 0 7258,'0'0'1122,"4"3"-1130,15 12 164,0 0-1,-2 2 0,0 0 0,-1 1 0,17 25 0,41 44 1132,-63-78-1831,-2-4-524</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1:05.158"/>
    </inkml:context>
    <inkml:brush xml:id="br0">
      <inkml:brushProperty name="width" value="0.05" units="cm"/>
      <inkml:brushProperty name="height" value="0.05" units="cm"/>
      <inkml:brushProperty name="color" value="#004F8B"/>
    </inkml:brush>
  </inkml:definitions>
  <inkml:trace contextRef="#ctx0" brushRef="#br0">239 1 2905,'0'0'1272,"-2"0"-2448,1 1 760,-34 22-49,17-3 449,-2 1 224,-1 6-248,0 1 104,-1 2 33,0 3 23,0-2 152,1 1 120,4-8 376,1-4-32</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1:05.523"/>
    </inkml:context>
    <inkml:brush xml:id="br0">
      <inkml:brushProperty name="width" value="0.05" units="cm"/>
      <inkml:brushProperty name="height" value="0.05" units="cm"/>
      <inkml:brushProperty name="color" value="#004F8B"/>
    </inkml:brush>
  </inkml:definitions>
  <inkml:trace contextRef="#ctx0" brushRef="#br0">0 12 5921,'0'0'8650,"6"0"-8307,34-6-1061,77 0 1,-75 6-1208</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1:05.775"/>
    </inkml:context>
    <inkml:brush xml:id="br0">
      <inkml:brushProperty name="width" value="0.05" units="cm"/>
      <inkml:brushProperty name="height" value="0.05" units="cm"/>
      <inkml:brushProperty name="color" value="#004F8B"/>
    </inkml:brush>
  </inkml:definitions>
  <inkml:trace contextRef="#ctx0" brushRef="#br0">22 2 1528,'-12'3'712,"3"2"6730,10-5-6650,33 10-88,-1-14-240,12 1-327,19-3-1154,15 0-1087</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1:06.265"/>
    </inkml:context>
    <inkml:brush xml:id="br0">
      <inkml:brushProperty name="width" value="0.05" units="cm"/>
      <inkml:brushProperty name="height" value="0.05" units="cm"/>
      <inkml:brushProperty name="color" value="#004F8B"/>
    </inkml:brush>
  </inkml:definitions>
  <inkml:trace contextRef="#ctx0" brushRef="#br0">1 51 3913,'-1'-3'8028,"11"-9"-7602,-6 8-406,1 1 0,-1-1 1,0 1-1,1 0 0,0 0 0,0 1 1,0 0-1,0-1 0,0 1 1,0 1-1,1-1 0,-1 1 0,9-1 1,8 2-196,1 0 1,-1 1-1,1 2 0,-1 0 1,0 2-1,0 0 1,0 1-1,0 1 1,30 16-1,-50-23 136,0 1-1,0 0 1,0 0 0,0 0 0,0 1-1,0-1 1,0 0 0,0 1-1,-1-1 1,1 1 0,0 0 0,-1-1-1,0 1 1,1 0 0,-1 0-1,0 0 1,0 0 0,0 0 0,0 0-1,0 0 1,0 0 0,-1 1-1,1 2 1,-1-3 14,0 1-1,-1-1 1,0 0 0,1 0-1,-1 1 1,0-1 0,0 0-1,0 0 1,-1 0 0,1 0-1,0 0 1,-1 0 0,1 0-1,-1-1 1,0 1 0,0 0-1,1-1 1,-1 0 0,0 1-1,0-1 1,0 0 0,-3 1-1,-88 44-117,65-34-288,0 1 1,1 2-1,-34 24 1,53-33 440,1 0 1,-1 1 0,1 0-1,0 1 1,1 0 0,0 0-1,0 0 1,1 0 0,0 1-1,0 0 1,1 0 0,0 1-1,1-1 1,-4 15 0,1 3-892</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1:06.423"/>
    </inkml:context>
    <inkml:brush xml:id="br0">
      <inkml:brushProperty name="width" value="0.05" units="cm"/>
      <inkml:brushProperty name="height" value="0.05" units="cm"/>
      <inkml:brushProperty name="color" value="#004F8B"/>
    </inkml:brush>
  </inkml:definitions>
  <inkml:trace contextRef="#ctx0" brushRef="#br0">1 1 9810,'0'0'7330</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1:10.956"/>
    </inkml:context>
    <inkml:brush xml:id="br0">
      <inkml:brushProperty name="width" value="0.05" units="cm"/>
      <inkml:brushProperty name="height" value="0.05" units="cm"/>
      <inkml:brushProperty name="color" value="#004F8B"/>
    </inkml:brush>
  </inkml:definitions>
  <inkml:trace contextRef="#ctx0" brushRef="#br0">252 178 2969,'0'0'628,"-2"-4"3292,1 2-4022,0 0 1,0 1-1,-1-1 1,1 1-1,-1-1 1,1 1-1,-1-1 1,0 1-1,1 0 1,-3-1-1,-31-19-534,34 21 607,1-1 1,-1 1-1,0-1 1,1 1-1,-1 0 1,0-1-1,1 1 1,-1 0-1,0 0 1,1-1-1,-1 1 1,0 0-1,1 0 1,-1 0-1,0 0 1,0 0-1,1 0 1,-1 0-1,0 0 1,-1 0-1,-19 4-322,0 1-1,-30 11 1,44-14 328,0 1 0,-1 0 0,1 1 0,0 0 0,1 0 1,-1 0-1,1 1 0,0 0 0,0 0 0,-9 10 0,15-14 51,-1-1 0,1 1 0,-1 0 0,1-1 0,-1 1 0,1-1 0,0 1 0,-1 0 0,1-1 0,0 1 0,0 0 0,-1-1 0,1 1 0,0 0 0,0 0 0,0-1 0,0 1 0,0 0 0,0-1 0,0 1 0,0 0 0,0 0 0,0-1 0,0 1 0,1 0 0,-1-1 0,0 1 0,0 0 0,1-1 0,0 2 0,0-1 77,1 1 1,-1-1-1,0 0 1,1 0-1,0 0 1,-1 0-1,1-1 1,0 1-1,-1 0 1,1-1-1,3 1 1,4 1 368,0 0 0,1-1-1,15-1 1,-3-1-200,0-2-1,0-1 1,31-8 0,-44 9-217,0 0 1,0 0-1,-1-1 1,1 0-1,-1 0 1,0-1-1,0 0 1,-1 0-1,1-1 1,12-13-1,-17 15 24,-1 0-1,0 0 0,0 0 0,0 0 0,0 0 1,-1-1-1,1 1 0,-1 0 0,-1-1 0,1 1 0,0-1 1,-1 1-1,0-1 0,0 1 0,0-1 0,-1 1 1,1-1-1,-1 1 0,0-1 0,-1 1 0,1-1 1,-4-6-1,4 10-491,-14-5-2682,8 5 2943,1 0-1,-1 0 1,1 1 0,-1 0-1,1 0 1,-1 0-1,1 1 1,-1 0-1,1 0 1,-1 1-1,1 0 1,0 0 0,0 0-1,0 1 1,-8 4-1,1 2-118,0-1 0,1 2-1,0 0 1,-18 19 0,27-26 268,1 1 0,-1-1 0,1 0 0,0 1 0,0-1 0,0 1 0,0 0 0,1 0 0,0-1 0,-2 8 0,3-9 80,0 0 0,0 0 0,0 1 0,0-1 1,0 0-1,0 1 0,1-1 0,-1 0 0,1 0 1,0 0-1,0 0 0,0 1 0,0-1 0,0 0 0,0 0 1,0-1-1,1 1 0,-1 0 0,1 0 0,1 1 1,0 0 114,0-1 1,1 0 0,-1-1-1,0 1 1,1-1 0,-1 1-1,1-1 1,-1 0 0,1 0 0,0-1-1,-1 1 1,1-1 0,0 1-1,3-1 1,53-4 1435,-60 4-1625,7-1 182,0 0-1,-1-1 0,1 0 1,-1 0-1,0 0 0,0-1 1,0 0-1,0 0 0,0 0 1,0-1-1,-1 0 0,0 0 1,0 0-1,0-1 0,0 0 1,-1 0-1,1 0 0,-1 0 1,5-11-1,-6 11-190,-1 0-1,1 0 1,-1 0-1,-1 0 1,1 0-1,-1 0 1,0-1-1,0 1 1,-1 0-1,1-1 1,-1 1 0,0 0-1,-1-1 1,1 1-1,-1-1 1,0 1-1,-1 0 1,1 0-1,-1 0 1,0 0-1,0 0 1,-1 0 0,1 0-1,-7-8 1,7 10-169,-1 1 1,0 0 0,1-1-1,-1 1 1,0 0 0,0 0-1,0 1 1,0-1 0,0 1-1,0-1 1,-1 1 0,1 0-1,0 0 1,-1 1 0,1-1-1,0 1 1,-1-1 0,1 1-1,-1 0 1,1 0 0,-1 1 0,1-1-1,-1 1 1,1 0 0,0-1-1,-5 3 1,-10 3-312,1 0 1,-1 2-1,-22 13 0,38-20 460,-9 5-107,1 0 1,0 2-1,0-1 1,1 1-1,0 0 1,0 1-1,-13 18 1,19-23 134,0 0 1,1 0 0,-1 0 0,1 0-1,0 1 1,1-1 0,-1 1 0,1 0-1,0-1 1,-1 7 0,2-8 51,0 0 0,0 0 1,0 0-1,1 0 0,-1 0 0,1 0 0,0 0 1,0 0-1,0 0 0,0 0 0,0 0 0,1-1 1,-1 1-1,1 0 0,0-1 0,0 1 0,3 2 1,-2-2 135,0-1 0,1 1 0,-1-1 1,1 0-1,0 0 0,0-1 0,0 1 1,0-1-1,0 1 0,0-1 0,0-1 1,0 1-1,0-1 0,0 1 1,5-1-1,65-4 1360,-71 3-1494,10 0 191,-1-1 0,1-1 0,0 0 0,-1-1 0,0 0 0,0-1 0,0 0 0,0-1 0,17-12 0,-24 15-180,-1 0 0,-1 0 0,1-1 0,0 1 0,-1-1 0,0 0 0,0 0 0,0 0 0,0 0 0,-1-1 0,0 1 0,0-1-1,0 1 1,0-1 0,-1 0 0,1 0 0,-1 0 0,-1 0 0,1 0 0,-1 0 0,1 0 0,-1 0 0,-1 0 0,1 0 0,-1 0 0,0 0 0,-3-9 0,4 11-219,-1 1 1,0-1-1,0 0 0,0 0 1,0 0-1,0 1 0,-1-1 1,1 1-1,-1-1 0,0 1 1,0-1-1,0 1 0,0 0 1,0 0-1,0 0 0,0 0 1,-1 0-1,1 1 0,-1-1 1,0 1-1,1-1 0,-1 1 1,0 0-1,-3-1 0,0 1-158,0 1 0,-1 0 0,1 0-1,0 0 1,0 1 0,0 0 0,0 0-1,0 1 1,0-1 0,-11 6 0,3-1 55,1 0 0,-1 2-1,1-1 1,0 2 0,-17 14 0,24-19 231,0 1-1,1 0 1,0 0 0,0 1-1,0 0 1,1 0-1,0 0 1,0 0-1,0 0 1,1 1 0,0 0-1,0-1 1,-2 11-1,5-15 85,0 0-1,-1 0 1,1 0 0,0 0-1,0 0 1,1 0-1,-1 0 1,0 0-1,1 0 1,-1 0 0,1 0-1,-1 0 1,1 0-1,0-1 1,0 1-1,0 0 1,0 0 0,0-1-1,0 1 1,1 0-1,-1-1 1,0 1-1,1-1 1,-1 0 0,1 0-1,0 1 1,-1-1-1,1 0 1,0 0-1,0 0 1,0-1 0,0 1-1,-1 0 1,1-1-1,0 1 1,0-1-1,0 0 1,3 1 0,7 0 394,1 0 0,-1 0 0,1-1 0,19-3 1,-19 2-226,-1-1 0,0 0 0,0-1 1,-1-1-1,1 1 0,0-2 0,-1 0 1,18-11-1,-25 14-142,0-1 1,0 0-1,-1 0 0,1 0 0,-1 0 1,0 0-1,1-1 0,-2 0 0,1 0 1,0 1-1,-1-2 0,0 1 0,0 0 1,0 0-1,0-1 0,-1 1 1,1-1-1,-1 1 0,-1-1 0,1 0 1,0 1-1,-1-1 0,0 0 0,0 1 1,-2-8-1,2 10-208,0 0 0,-1 0-1,1-1 1,-1 1 0,1 0 0,-1 0 0,0 0-1,0 0 1,0 0 0,0 0 0,-1 0 0,1 0 0,0 0-1,-1 0 1,0 1 0,1-1 0,-1 1 0,0-1-1,-2-1 1,0 1-104,1 1-1,-1-1 1,1 1-1,-1 0 0,0 0 1,1 0-1,-1 1 1,0 0-1,1-1 1,-9 2-1,-1 0-201,-1 1 0,1 1 0,-1 0 0,1 1 1,-17 7-1,16-5 269,0 1 1,1 0 0,0 1 0,0 1-1,0-1 1,-16 17 0,25-22 165,1 0 1,0 1-1,-1-1 1,1 1-1,0 0 1,1-1-1,-1 1 1,1 1-1,0-1 1,0 0 0,0 0-1,0 1 1,1-1-1,0 1 1,0 0-1,0-1 1,0 1-1,1 0 1,-1-1-1,1 1 1,1 0-1,-1 0 1,1-1-1,0 1 1,1 4-1,-1-6 81,1-1 1,-1 1-1,1-1 0,0 0 0,0 1 1,-1-1-1,2 0 0,-1 0 0,0 0 1,0-1-1,1 1 0,-1 0 0,1-1 1,-1 0-1,1 1 0,-1-1 0,1 0 1,0-1-1,0 1 0,0 0 0,-1-1 1,1 1-1,0-1 0,0 0 0,0 0 1,0 0-1,3-1 0,6 1 265,1-2 0,0 1 0,-1-1 0,24-8-1,-29 8-189,0-1-1,1 0 0,-1-1 0,0 1 0,0-1 1,-1-1-1,1 1 0,-1-1 0,0 0 0,0-1 0,8-9 1,-11 10-101,0 0 0,0 1 0,0-1 0,-1 0 0,1 0 0,-1-1 0,-1 1 0,1 0 0,-1-1 0,0 1 0,0-1 0,0 1 0,-1-1 0,0 1 0,0-1 0,-1 1 0,-1-10 0,2 13-200,-1-1 0,1 1-1,-1-1 1,0 1 0,0-1 0,0 1-1,0 0 1,0-1 0,0 1 0,-1 0-1,1 0 1,-1 0 0,1 0 0,-1 0-1,0 0 1,0 0 0,0 1 0,0-1-1,0 1 1,-4-3 0,2 3-76,0-1 0,-1 1 0,1 0-1,-1 0 1,1 0 0,-1 1 0,1-1 0,-1 1 0,1 0-1,-9 2 1,-2 0-173,0 2-1,0 0 0,0 0 1,1 2-1,-27 12 0,30-11 270,0 0 0,0 0-1,0 1 1,1 0 0,1 1 0,-14 15 0,19-20 120,1 0 0,-1 0 0,1 1 0,1-1 1,-1 1-1,0 0 0,1 0 0,0 0 0,0 0 0,1 0 1,-1 0-1,1 1 0,0-1 0,1 0 0,-1 1 0,1-1 1,0 1-1,1 6 0,-1-10 63,1-1 1,-1 1-1,0-1 1,1 1-1,0-1 0,-1 1 1,1-1-1,0 0 1,0 1-1,0-1 1,-1 0-1,1 0 0,1 0 1,-1 1-1,0-1 1,0 0-1,0 0 1,1-1-1,-1 1 0,0 0 1,3 1-1,0-1 92,-1 0-1,1 0 0,0 0 1,0 0-1,0-1 1,0 0-1,0 1 0,6-2 1,4-1 300,1 0 0,-1-1 0,24-8 0,-28 8-254,0-1 0,0 0 0,0-1 1,-1 0-1,0 0 0,0-1 0,0 0 1,9-9-1,-15 12-156,0 0-1,0 0 1,0 0 0,-1-1 0,0 1 0,1-1-1,-1 1 1,-1-1 0,1 0 0,0 1-1,-1-1 1,0 0 0,0 0 0,0 0 0,0 0-1,-1 0 1,0-1 0,0 1 0,0 0-1,0 0 1,0 0 0,-1 0 0,0 0 0,-2-7-1,3 10-187,-1-1-1,1 1 0,-1-1 0,0 1 0,0-1 1,0 1-1,0-1 0,0 1 0,0 0 0,0 0 1,0 0-1,0-1 0,-1 1 0,1 0 0,-1 0 1,1 1-1,0-1 0,-1 0 0,1 0 1,-1 1-1,-2-2 0,-1 1-120,0 1 0,0-1-1,0 1 1,0-1 0,0 1 0,0 1 0,-7 0-1,-4 2-194,0 1-1,1 0 0,-27 12 1,38-14 426,-1 0-1,1 0 1,0 1 0,0-1-1,0 1 1,0 0 0,0 0-1,0 0 1,1 1 0,0-1-1,0 1 1,0 0 0,0 0 0,0 0-1,1 0 1,-1 1 0,1-1-1,0 1 1,1-1 0,-1 1-1,-1 8 1,3-12 65,0-1 0,0 1 0,0-1 0,0 1 0,0-1 0,0 1 0,0-1 1,0 1-1,1-1 0,-1 0 0,0 1 0,0-1 0,0 1 0,0-1 0,1 1 0,-1-1 0,0 0 0,0 1 0,1-1 0,-1 0 0,0 1 0,1-1 0,-1 0 0,0 1 0,1-1 1,-1 0-1,1 0 0,-1 1 0,0-1 0,1 0 0,0 1 0,20 0 1013,22-9 268,-42 7-1273,5 0 58,7-3 271,1 0 0,-1-1 0,19-8 0,-29 11-304,-1 1 0,1-1 0,-1 0-1,1 1 1,-1-1 0,0 0 0,0 0 0,0-1-1,0 1 1,2-3 0,-4 4-50,1 0 0,0-1 1,-1 1-1,0 0 0,1-1 1,-1 1-1,0 0 0,1-1 0,-1 1 1,0 0-1,0-1 0,0 1 0,0 0 1,-1-1-1,1 1 0,0-1 0,0 1 1,-1 0-1,1 0 0,-1-1 1,1 1-1,-2-2 0,0 1-165,1 0-1,-1 0 1,0 0 0,0 1-1,0-1 1,0 0-1,0 1 1,0 0 0,-1-1-1,1 1 1,0 0-1,-1 0 1,1 0 0,-1 1-1,1-1 1,-1 0-1,1 1 1,-1 0 0,1 0-1,-1 0 1,-3 0-1,-5 0-242,0 0-1,0 1 1,-17 4-1,2 3 1,3 1-400</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1:14.940"/>
    </inkml:context>
    <inkml:brush xml:id="br0">
      <inkml:brushProperty name="width" value="0.05" units="cm"/>
      <inkml:brushProperty name="height" value="0.05" units="cm"/>
      <inkml:brushProperty name="color" value="#004F8B"/>
    </inkml:brush>
  </inkml:definitions>
  <inkml:trace contextRef="#ctx0" brushRef="#br0">0 398 928,'143'-10'3992,"-36"0"-3903,361-12 462,-361 19-341,330-15 1142,-297 9-1124,394-37 1968,-238 17-1483,-84 10-600,178-7 178,-303 22-272,-70 3 2,-8 1 48,1 0 0,-1-1 1,1 0-1,15-5 2160,-31-5-3334,-2 2 934,0 0-1,-1 1 1,0 0 0,0 1-1,-1 0 1,1 0 0,-2 1 0,-12-6-1,17 9 125,-51-24-253,-2 3-1,-115-30 1,173 53 352,29 8 291,-1 0-1,0 2 1,33 14-1,18 7-350,-6-7 23,-28-10-76,78 34 0,-120-46-182,-5 7-1541,-1-1 1689,0 0 0,-1-1 0,0 0 1,0 1-1,-1-2 0,0 1 0,0-1 0,0 0 0,-1 0 1,0 0-1,0-1 0,-9 4 0,-21 10-60,-44 15 0,60-25 114,-6 2 42,-123 52 308,149-62-167,1 0-194,-2 0-96</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1:15.840"/>
    </inkml:context>
    <inkml:brush xml:id="br0">
      <inkml:brushProperty name="width" value="0.05" units="cm"/>
      <inkml:brushProperty name="height" value="0.05" units="cm"/>
      <inkml:brushProperty name="color" value="#004F8B"/>
    </inkml:brush>
  </inkml:definitions>
  <inkml:trace contextRef="#ctx0" brushRef="#br0">116 122 11202,'0'0'24,"-10"22"-4706,4-4 4045,0 1 1,0 0-1,2 1 1,-2 22 0,-8 31 503,-7 13 553,-10 93 0,28-133 9990,12-244-8310,-4 142-2210,-2 0 0,-2 0 0,-10-77 0,2 96 110,4 23-3,0 0 0,1 0 0,1 0 1,0 0-1,2-24 0,-1 37-13,396 4-1104,-388-3 812,0 1 1,0 0 0,-1 1-1,1-1 1,0 2-1,0-1 1,9 5 0,4 2-2338</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1:16.202"/>
    </inkml:context>
    <inkml:brush xml:id="br0">
      <inkml:brushProperty name="width" value="0.05" units="cm"/>
      <inkml:brushProperty name="height" value="0.05" units="cm"/>
      <inkml:brushProperty name="color" value="#004F8B"/>
    </inkml:brush>
  </inkml:definitions>
  <inkml:trace contextRef="#ctx0" brushRef="#br0">0 25 7770,'2'0'816,"-1"0"-112,1 0-224,34 0-48,-11-2-152,5 1-24,5-2-16,1 0-24,-1 0-88,-1-1-40,-2 1-48,1 2-16,-1-2-512,0 1-768</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1:16.895"/>
    </inkml:context>
    <inkml:brush xml:id="br0">
      <inkml:brushProperty name="width" value="0.05" units="cm"/>
      <inkml:brushProperty name="height" value="0.05" units="cm"/>
      <inkml:brushProperty name="color" value="#004F8B"/>
    </inkml:brush>
  </inkml:definitions>
  <inkml:trace contextRef="#ctx0" brushRef="#br0">23 67 4305,'0'0'483,"-23"-16"5295,42 4-4834,-9 10-956,0 0-1,0 0 1,0 1-1,0 1 0,16 0 1,6 0-6,128-2 87,-26 1 494,167-23 1,-290 22-524,-7 1-338,1 0 1,-1 1-1,1-1 0,-1 1 0,1 0 1,6 1-1,-1 2-2485</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1:17.349"/>
    </inkml:context>
    <inkml:brush xml:id="br0">
      <inkml:brushProperty name="width" value="0.05" units="cm"/>
      <inkml:brushProperty name="height" value="0.05" units="cm"/>
      <inkml:brushProperty name="color" value="#004F8B"/>
    </inkml:brush>
  </inkml:definitions>
  <inkml:trace contextRef="#ctx0" brushRef="#br0">1 0 1824,'0'0'801,"6"10"518,6-1-1031,0-1 1,0 0-1,1 0 1,0-1 0,0-1-1,21 7 1,-11-4-200,41 23 1,-64-32-102,1 0 1,0 1-1,0-1 0,-1 1 1,1-1-1,0 1 1,-1-1-1,1 1 1,-1-1-1,1 1 1,0 0-1,-1-1 0,1 1 1,-1 0-1,0-1 1,1 1-1,-1 0 1,1 0-1,-1-1 1,0 1-1,0 0 1,0 0-1,1 0 0,-1 0 1,0-1-1,0 1 1,0 0-1,0 0 1,0 0-1,-1 1 1,1 0 0,-1 0 1,0-1 0,0 1 0,-1 0 0,1 0 0,0-1 0,-1 1-1,1 0 1,-1-1 0,1 1 0,-4 1 0,-5 4-44,0-1 0,-1 0 1,-11 5-1,-14 4-1033</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1:42.897"/>
    </inkml:context>
    <inkml:brush xml:id="br0">
      <inkml:brushProperty name="width" value="0.1" units="cm"/>
      <inkml:brushProperty name="height" value="0.1" units="cm"/>
      <inkml:brushProperty name="color" value="#E71224"/>
    </inkml:brush>
  </inkml:definitions>
  <inkml:trace contextRef="#ctx0" brushRef="#br0">280 92 944,'-18'-10'373,"1"-1"-1,-2 2 0,1 0 1,-34-9-1,-80-13 673,109 28 2820,39 9-3004,27 9-656,273 92-1120,-270-90-855</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1:35.988"/>
    </inkml:context>
    <inkml:brush xml:id="br0">
      <inkml:brushProperty name="width" value="0.1" units="cm"/>
      <inkml:brushProperty name="height" value="0.1" units="cm"/>
      <inkml:brushProperty name="color" value="#E71224"/>
    </inkml:brush>
  </inkml:definitions>
  <inkml:trace contextRef="#ctx0" brushRef="#br0">13 1 696,'-13'0'3061,"34"12"-2250,46 12-197,-25-15-462,-1 1-1,1 3 0,-2 1 0,0 2 0,-1 1 1,0 3-1,51 34 0,-10 8 14,-60-44-112,2-1 0,0-1 0,1-1 0,0-1 0,40 18 0,210 55 466,-83-29 255,50 0-384,-42-13-122,-145-26-220,-2 1 1,61 34-1,-60-27 4,98 34-1,-94-44-35,-1 2 0,-1 2 1,0 3-1,63 38 0,-86-43-6,0-2-1,1-1 0,67 23 1,107 16 145,-199-54-149,207 69 206,-198-64-193,100 41 732,-112-46-582</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1:36.775"/>
    </inkml:context>
    <inkml:brush xml:id="br0">
      <inkml:brushProperty name="width" value="0.1" units="cm"/>
      <inkml:brushProperty name="height" value="0.1" units="cm"/>
      <inkml:brushProperty name="color" value="#E71224"/>
    </inkml:brush>
  </inkml:definitions>
  <inkml:trace contextRef="#ctx0" brushRef="#br0">392 62 3449,'0'-6'677,"-12"-42"5192,9 40-6682,8 12 493,20 25 532,4 6 68,155 168-259,-183-202-92,0 0 0,0 0-1,0 1 1,-1-1 0,1 0-1,0 0 1,-1 0 0,1 1 0,-1-1-1,1 0 1,-1 1 0,1-1-1,-1 1 1,0-1 0,0 1-1,0 1 1,0-3 24,-15 4-99,6-1 115,6-2 9,0 0 1,0 0-1,-1 0 0,1 0 1,0-1-1,0 1 0,-1-1 0,1 0 1,0 0-1,-6-1 0,-69 1-270,0 4 0,0 3 0,-100 22 0,155-24 324,1-1 54,-1 2-1,1 0 1,-38 17 0,59-23 333</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1:38.057"/>
    </inkml:context>
    <inkml:brush xml:id="br0">
      <inkml:brushProperty name="width" value="0.1" units="cm"/>
      <inkml:brushProperty name="height" value="0.1" units="cm"/>
      <inkml:brushProperty name="color" value="#E71224"/>
    </inkml:brush>
  </inkml:definitions>
  <inkml:trace contextRef="#ctx0" brushRef="#br0">62 156 6241,'-13'75'-2346,"-4"-3"3561,4 2-1,-6 133 3020,20-214-3115,27-376 558,-23 228-2621,-6 133 902,14 19 1,29-3 139,0 1 0,1 3 0,70 4 0,-23 0 176,101-5 309,-190 3-1068</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1:38.639"/>
    </inkml:context>
    <inkml:brush xml:id="br0">
      <inkml:brushProperty name="width" value="0.1" units="cm"/>
      <inkml:brushProperty name="height" value="0.1" units="cm"/>
      <inkml:brushProperty name="color" value="#E71224"/>
    </inkml:brush>
  </inkml:definitions>
  <inkml:trace contextRef="#ctx0" brushRef="#br0">0 1 2417,'0'0'2975,"9"2"-601,31 5-1705,1-1 1,0-2 0,0-2-1,57-4 1,18 1 344,-96 3-862,10-1-2762</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1:41.601"/>
    </inkml:context>
    <inkml:brush xml:id="br0">
      <inkml:brushProperty name="width" value="0.1" units="cm"/>
      <inkml:brushProperty name="height" value="0.1" units="cm"/>
      <inkml:brushProperty name="color" value="#E71224"/>
    </inkml:brush>
  </inkml:definitions>
  <inkml:trace contextRef="#ctx0" brushRef="#br0">0 2 2393,'5'0'8905,"-3"0"-8272,-2-1-898</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1:43.434"/>
    </inkml:context>
    <inkml:brush xml:id="br0">
      <inkml:brushProperty name="width" value="0.1" units="cm"/>
      <inkml:brushProperty name="height" value="0.1" units="cm"/>
      <inkml:brushProperty name="color" value="#E71224"/>
    </inkml:brush>
  </inkml:definitions>
  <inkml:trace contextRef="#ctx0" brushRef="#br0">0 0 1160,'0'0'6463,"3"2"-5972,55 35-111,2-2 1,2-3-1,110 41 0,-28-14-2313,-84-31 200</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1:43.809"/>
    </inkml:context>
    <inkml:brush xml:id="br0">
      <inkml:brushProperty name="width" value="0.1" units="cm"/>
      <inkml:brushProperty name="height" value="0.1" units="cm"/>
      <inkml:brushProperty name="color" value="#E71224"/>
    </inkml:brush>
  </inkml:definitions>
  <inkml:trace contextRef="#ctx0" brushRef="#br0">1 0 2024,'3'0'5354,"32"9"-4578,-6-4-120,7 2-88,7 3-256,-2 0-88,1 2-120,-2 0-128,-2 4-568,0 0-552</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1:53.918"/>
    </inkml:context>
    <inkml:brush xml:id="br0">
      <inkml:brushProperty name="width" value="0.1" units="cm"/>
      <inkml:brushProperty name="height" value="0.1" units="cm"/>
      <inkml:brushProperty name="color" value="#E71224"/>
    </inkml:brush>
  </inkml:definitions>
  <inkml:trace contextRef="#ctx0" brushRef="#br0">1 2 320,'0'0'3366,"9"1"-1642,254-3-1051,-233 2-1667</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1:54.523"/>
    </inkml:context>
    <inkml:brush xml:id="br0">
      <inkml:brushProperty name="width" value="0.1" units="cm"/>
      <inkml:brushProperty name="height" value="0.1" units="cm"/>
      <inkml:brushProperty name="color" value="#E71224"/>
    </inkml:brush>
  </inkml:definitions>
  <inkml:trace contextRef="#ctx0" brushRef="#br0">1 11 1728,'1'0'2185,"1"0"-1665,37-1-48,-17-1-160,2-1-80,8 3-72,6-1-64,7-1-32,2 1-8,3 1-72,1 0-176,0 0-864</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1:55.497"/>
    </inkml:context>
    <inkml:brush xml:id="br0">
      <inkml:brushProperty name="width" value="0.1" units="cm"/>
      <inkml:brushProperty name="height" value="0.1" units="cm"/>
      <inkml:brushProperty name="color" value="#E71224"/>
    </inkml:brush>
  </inkml:definitions>
  <inkml:trace contextRef="#ctx0" brushRef="#br0">0 11 3129,'0'0'1256,"2"0"-728,34-6-320,-13 5 32,1 1 32,4-2-8,2 1-80,3 1-56,10 0-56,5 0-16,10 0-64,1 0-176,2 0-920</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1:55.944"/>
    </inkml:context>
    <inkml:brush xml:id="br0">
      <inkml:brushProperty name="width" value="0.1" units="cm"/>
      <inkml:brushProperty name="height" value="0.1" units="cm"/>
      <inkml:brushProperty name="color" value="#E71224"/>
    </inkml:brush>
  </inkml:definitions>
  <inkml:trace contextRef="#ctx0" brushRef="#br0">1 11 6409,'1'0'480,"1"0"-311,1 0-105,50-5 0,-34 4 16,7-1-8,5 1-8,5 1-8,2-2-32,5 2-56,2 0-168,1 2-601,-1-1-463</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1:56.888"/>
    </inkml:context>
    <inkml:brush xml:id="br0">
      <inkml:brushProperty name="width" value="0.1" units="cm"/>
      <inkml:brushProperty name="height" value="0.1" units="cm"/>
      <inkml:brushProperty name="color" value="#E71224"/>
    </inkml:brush>
  </inkml:definitions>
  <inkml:trace contextRef="#ctx0" brushRef="#br0">139 0 4553,'0'0'1674,"16"9"-105,30 15-1207,-1 0 69,-36-20-698,-4-1-1356,-12 4 840,2-4 1047,-18 15-404,-88 71-1066,-3 30 3954</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1:57.358"/>
    </inkml:context>
    <inkml:brush xml:id="br0">
      <inkml:brushProperty name="width" value="0.1" units="cm"/>
      <inkml:brushProperty name="height" value="0.1" units="cm"/>
      <inkml:brushProperty name="color" value="#E71224"/>
    </inkml:brush>
  </inkml:definitions>
  <inkml:trace contextRef="#ctx0" brushRef="#br0">1 1 4585,'0'0'3954,"10"1"-4805,132 38-324,-136-37-97</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1:59.726"/>
    </inkml:context>
    <inkml:brush xml:id="br0">
      <inkml:brushProperty name="width" value="0.1" units="cm"/>
      <inkml:brushProperty name="height" value="0.1" units="cm"/>
      <inkml:brushProperty name="color" value="#E71224"/>
    </inkml:brush>
  </inkml:definitions>
  <inkml:trace contextRef="#ctx0" brushRef="#br0">51 0 776,'-18'23'400,"1"-3"312,2 1 161</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2:13.436"/>
    </inkml:context>
    <inkml:brush xml:id="br0">
      <inkml:brushProperty name="width" value="0.05" units="cm"/>
      <inkml:brushProperty name="height" value="0.05" units="cm"/>
      <inkml:brushProperty name="color" value="#E71224"/>
    </inkml:brush>
  </inkml:definitions>
  <inkml:trace contextRef="#ctx0" brushRef="#br0">1 17 6993,'0'0'5868,"12"0"-5474,203-15-2460,-186 14 159</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2:13.732"/>
    </inkml:context>
    <inkml:brush xml:id="br0">
      <inkml:brushProperty name="width" value="0.05" units="cm"/>
      <inkml:brushProperty name="height" value="0.05" units="cm"/>
      <inkml:brushProperty name="color" value="#E71224"/>
    </inkml:brush>
  </inkml:definitions>
  <inkml:trace contextRef="#ctx0" brushRef="#br0">1 1 4329,'0'0'5129,"22"7"-4329,1-7-72,12 0-560,8 0-456,17-1-760,6 1-600</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2:14.452"/>
    </inkml:context>
    <inkml:brush xml:id="br0">
      <inkml:brushProperty name="width" value="0.05" units="cm"/>
      <inkml:brushProperty name="height" value="0.05" units="cm"/>
      <inkml:brushProperty name="color" value="#E71224"/>
    </inkml:brush>
  </inkml:definitions>
  <inkml:trace contextRef="#ctx0" brushRef="#br0">90 205 8202,'0'0'-208,"-12"19"-4008,3-4 3645,1 1 0,0 1 1,1-1-1,-8 31 0,4-4 1215,-8 54 0,19-95-249,1-42 11082,3-22-8639,1-31-3874,-11-153 1723,6 245-683,10-5-179,4 0 84,1 2 0,0-1-1,0 2 1,0 0 0,30-2-1,89 3-160,-87 2-5,-3 1-1792,-22 1-357</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2:14.777"/>
    </inkml:context>
    <inkml:brush xml:id="br0">
      <inkml:brushProperty name="width" value="0.05" units="cm"/>
      <inkml:brushProperty name="height" value="0.05" units="cm"/>
      <inkml:brushProperty name="color" value="#E71224"/>
    </inkml:brush>
  </inkml:definitions>
  <inkml:trace contextRef="#ctx0" brushRef="#br0">0 25 8306,'0'0'1152,"2"0"-184,-1 0-88,1 0-95,45-6-209,-27 3-56,-2 0-248,2 0-88,1 0-152,0 0-192,5 1-952,1 1-841</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2:15.355"/>
    </inkml:context>
    <inkml:brush xml:id="br0">
      <inkml:brushProperty name="width" value="0.05" units="cm"/>
      <inkml:brushProperty name="height" value="0.05" units="cm"/>
      <inkml:brushProperty name="color" value="#E71224"/>
    </inkml:brush>
  </inkml:definitions>
  <inkml:trace contextRef="#ctx0" brushRef="#br0">260 53 6161,'0'0'206,"-2"-8"1017,-12-4-1793,-18-13 278,27 21 53,5 4 224,0 0 1,0-1-1,0 1 1,0 0-1,-1 0 1,1 0-1,0-1 1,0 1-1,0 0 1,-1 0-1,1 0 0,0-1 1,0 1-1,-1 0 1,1 0-1,0 0 1,0 0-1,-1 0 1,1-1-1,0 1 1,-1 0-1,1 0 1,0 0-1,-1 0 1,1 0-1,0 0 1,0 0-1,-1 0 1,1 0-1,0 0 1,-1 0-1,1 1 0,-9 1-153,2-1 44,1 0-1,-1 1 0,1 0 1,-1 0-1,1 0 1,0 1-1,0 0 0,0 0 1,0 0-1,1 1 1,-1 0-1,1 0 0,-6 5 1,0 4 52,1 0 0,0 1 1,1 0-1,0 0 0,1 1 1,1 0-1,0 0 0,1 1 1,1 0-1,0 0 0,1 0 0,1 0 1,0 1-1,1 0 0,1-1 1,2 30-1,0-42 243,0 1 1,0-1-1,0 0 1,0 1-1,1-1 1,0 0-1,0 0 1,0 0-1,0 0 1,0 0-1,1-1 0,0 1 1,0-1-1,0 1 1,0-1-1,0 0 1,1 0-1,-1-1 1,1 1-1,0-1 1,0 1-1,0-1 0,0 0 1,4 1-1,4 0 122,0 0-1,0 0 0,0-1 1,0-1-1,1 0 1,-1-1-1,20-1 0,-1-2-1921</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2:15.789"/>
    </inkml:context>
    <inkml:brush xml:id="br0">
      <inkml:brushProperty name="width" value="0.05" units="cm"/>
      <inkml:brushProperty name="height" value="0.05" units="cm"/>
      <inkml:brushProperty name="color" value="#E71224"/>
    </inkml:brush>
  </inkml:definitions>
  <inkml:trace contextRef="#ctx0" brushRef="#br0">95 70 8194,'0'0'86,"-8"6"-4190,-1 3 3777,0 0 0,1 1 0,1 0 0,0 0 1,0 1-1,1-1 0,-10 24 0,13-25 499,0 0 0,0 0 0,0 0-1,1 0 1,1 0 0,0 0 0,0 1-1,0-1 1,1 0 0,1 1 0,0-1-1,2 12 1,-3-19 12,1 0 0,0 0 0,-1 0 0,1 0 0,0 0 0,0 0 0,0 0 0,0-1 0,1 1 0,-1 0 0,0 0 0,1-1 0,-1 1 0,1-1 0,0 1 0,-1-1 0,1 0 0,0 0 0,0 0 0,0 0 0,3 2 0,-1-2 26,1 0 0,-1-1 0,0 1 0,1-1 0,-1 0 0,0 0 0,0 0 0,1 0 0,-1-1 0,6-1 0,2-2 3,0 1 1,-1-2-1,1 1 0,-1-2 1,0 1-1,18-15 0,-19 12-155,-1-2 0,-1 1-1,1-1 1,-2-1 0,1 1-1,-1-1 1,-1-1 0,0 1-1,-1-1 1,0 0 0,-1 0-1,0 0 1,-1-1 0,0 0-1,-1 1 1,0-1 0,-1 0-1,-1 0 1,-2-23 0,2 34-146,0 0 0,-1 0 0,1 0 0,-1 0 0,0 0 0,1 1 0,-1-1 0,0 0 0,0 0 0,0 1 1,0-1-1,-1 1 0,1-1 0,0 1 0,-1-1 0,1 1 0,-1 0 0,1-1 0,-1 1 0,-3-1 0,1 0-186,0 0-1,-1 0 0,0 1 1,1 0-1,-1 0 0,0 0 1,-6 0-1,-20 0-1591</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2:16.418"/>
    </inkml:context>
    <inkml:brush xml:id="br0">
      <inkml:brushProperty name="width" value="0.05" units="cm"/>
      <inkml:brushProperty name="height" value="0.05" units="cm"/>
      <inkml:brushProperty name="color" value="#E71224"/>
    </inkml:brush>
  </inkml:definitions>
  <inkml:trace contextRef="#ctx0" brushRef="#br0">271 10 8618,'0'-1'-455,"-10"-2"-1275,9 2 1610,-10-1-94,1 1 0,0 0 0,0 0-1,-1 1 1,1 1 0,0 0-1,-1 0 1,1 1 0,0 0 0,0 0-1,-16 7 1,-36 24-557,58-30 805,0 0 1,0 0 0,0 0-1,0 1 1,0-1-1,1 1 1,0 0 0,-1 0-1,1 0 1,1 1-1,-4 4 1,6-8 689,7 7 2119,5-3-2298,0 0-1,1 0 0,23 5 0,-20-7-565,-1 1-1,26 12 1,-36-14-68,0 1 1,0 0-1,0 1 0,0-1 1,0 1-1,-1 0 1,1 0-1,-1 1 1,0-1-1,0 1 1,3 6-1,-4-7 5,0 1-1,-1-1 1,0 0 0,0 1-1,0 0 1,0-1 0,-1 1-1,0 0 1,0 0 0,0 0-1,0 0 1,-1 0 0,0 0-1,0 5 1,-1-7 73,0-1-1,0 1 0,1-1 1,-1 1-1,-1-1 1,1 1-1,0-1 0,-1 0 1,1 0-1,-1 0 1,0 0-1,1 0 0,-1 0 1,0 0-1,0 0 1,0-1-1,-1 1 0,1-1 1,0 0-1,-1 1 1,1-1-1,0 0 0,-1 0 1,0-1-1,1 1 1,-1 0-1,-4 0 0,-21 2 122,0 0 0,0-2 0,0-1 0,-30-4 0,39 2-1072</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2:17.194"/>
    </inkml:context>
    <inkml:brush xml:id="br0">
      <inkml:brushProperty name="width" value="0.05" units="cm"/>
      <inkml:brushProperty name="height" value="0.05" units="cm"/>
      <inkml:brushProperty name="color" value="#E71224"/>
    </inkml:brush>
  </inkml:definitions>
  <inkml:trace contextRef="#ctx0" brushRef="#br0">1 39 7234,'0'-2'851,"11"-6"-94,6 2-734,1 1 1,0 0-1,1 1 1,-1 1-1,1 0 0,28 1 1,-34 2-71,11-1 89,40 4 0,-59-2-122,1-1-1,-1 1 0,0 0 1,0 1-1,0-1 0,-1 1 1,1 0-1,0 0 1,-1 0-1,1 1 0,-1 0 1,0 0-1,1 0 0,3 4 1,-6-5 16,-1 1-1,0-1 1,1 1 0,-1-1 0,0 1 0,0 0 0,0-1 0,-1 1-1,1 0 1,0-1 0,-1 1 0,0 0 0,0 0 0,0 0-1,0-1 1,0 1 0,-1 0 0,1 0 0,-1 0 0,1-1 0,-1 1-1,0 0 1,0-1 0,-1 1 0,1-1 0,0 1 0,-1-1 0,1 0-1,-5 4 1,-1 4 71,0-2-1,0 1 0,-1-1 0,-1-1 0,-17 14 1,12-12 161,1-1 1,-1-1 0,0 0 0,-1-1-1,0 0 1,0-1 0,0-1 0,-1 0-1,1-2 1,-31 3 0,52-15-228,-1 6 65,1-1-1,-1 1 1,1 1-1,0-1 0,0 1 1,0 0-1,1 0 1,-1 1-1,1 0 0,0 0 1,-1 0-1,1 1 1,0 0-1,0 0 0,0 1 1,0 0-1,0 0 1,0 1-1,12 2 0,-11 0-101,0 0 0,0 1 0,0 0 0,-1 0 0,0 1 0,0 0 0,0 0 0,0 0 0,-1 1-1,0 0 1,0 1 0,0-1 0,-1 1 0,0 0 0,0 1 0,-1-1 0,0 1 0,5 14 0,-8-20 39,0 0 1,-1 0 0,1 0-1,-1 0 1,0 0 0,1 0 0,-1 0-1,0 0 1,0 0 0,0 0-1,-1 0 1,1 1 0,0-1-1,-1 0 1,0 0 0,1 0 0,-1 0-1,0 0 1,0-1 0,-2 4-1,1-2 57,-1 0 0,1-1 0,-1 1 0,0-1 0,0 1 0,0-1 0,0 0 0,0 0 0,-1-1 0,-6 3 0,-6 2 270,-1-2 0,0 0-1,-34 3 1,42-6-221,-16 2-89,-1-1-851</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2:17.454"/>
    </inkml:context>
    <inkml:brush xml:id="br0">
      <inkml:brushProperty name="width" value="0.05" units="cm"/>
      <inkml:brushProperty name="height" value="0.05" units="cm"/>
      <inkml:brushProperty name="color" value="#E71224"/>
    </inkml:brush>
  </inkml:definitions>
  <inkml:trace contextRef="#ctx0" brushRef="#br0">4 0 5385,'0'0'-1224,"-3"3"-1393</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2:17.730"/>
    </inkml:context>
    <inkml:brush xml:id="br0">
      <inkml:brushProperty name="width" value="0.05" units="cm"/>
      <inkml:brushProperty name="height" value="0.05" units="cm"/>
      <inkml:brushProperty name="color" value="#E71224"/>
    </inkml:brush>
  </inkml:definitions>
  <inkml:trace contextRef="#ctx0" brushRef="#br0">0 420 4361,'6'3'430,"-1"1"-1,1-1 1,0-1 0,0 1-1,0-1 1,0 0 0,10 2 0,-8-3-346,-1 0 0,1-1 0,-1 0 0,1 0 0,0-1 0,-1 0 0,1 0 0,-1-1 0,13-4 0,-9 2-60,0-1 1,-1 0-1,1-1 1,-1 0-1,-1-1 1,1 0-1,-1-1 1,0 1-1,-1-2 1,0 1-1,7-10 1,0-2 290,-2 1 0,0-2 0,-1 1 0,10-28 0,-19 41-287,0 0 1,-1 0 0,1-1-1,-2 1 1,1-1 0,-1 0 0,0 0-1,0 1 1,-1-1 0,0 0-1,-1 0 1,0 0 0,0 1 0,0-1-1,-1 0 1,-6-14 0,5 18-165,0-1 1,0 1-1,-1 0 0,0 0 1,1 0-1,-2 0 1,1 1-1,0 0 1,-1 0-1,1 0 0,-1 0 1,0 1-1,0-1 1,0 1-1,0 1 1,0-1-1,-10-1 1,10 1 34,-39-10-1016</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2:18.092"/>
    </inkml:context>
    <inkml:brush xml:id="br0">
      <inkml:brushProperty name="width" value="0.05" units="cm"/>
      <inkml:brushProperty name="height" value="0.05" units="cm"/>
      <inkml:brushProperty name="color" value="#E71224"/>
    </inkml:brush>
  </inkml:definitions>
  <inkml:trace contextRef="#ctx0" brushRef="#br0">7 81 12067,'12'-13'1544,"-1"1"-232,-1-1-224,-7 0-575,2 1-449,-8 3-953,-12 2-319,-14 5-1200</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2:19.126"/>
    </inkml:context>
    <inkml:brush xml:id="br0">
      <inkml:brushProperty name="width" value="0.05" units="cm"/>
      <inkml:brushProperty name="height" value="0.05" units="cm"/>
      <inkml:brushProperty name="color" value="#E71224"/>
    </inkml:brush>
  </inkml:definitions>
  <inkml:trace contextRef="#ctx0" brushRef="#br0">328 13 2056,'-1'0'-72,"-2"0"48,-47-10 16,29 8-48,4 2-32,-7 0 256,5 0-72,-2 8-192,-3 4-40,3 7-432,-7 6 72,7 7 288,4-2 120,0 3 200,2-2 120,0-1 288,1-2 104</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2:20.421"/>
    </inkml:context>
    <inkml:brush xml:id="br0">
      <inkml:brushProperty name="width" value="0.05" units="cm"/>
      <inkml:brushProperty name="height" value="0.05" units="cm"/>
      <inkml:brushProperty name="color" value="#E71224"/>
    </inkml:brush>
  </inkml:definitions>
  <inkml:trace contextRef="#ctx0" brushRef="#br0">13 17 456,'-10'-6'11772,"10"2"-8367,-2-2-5360,7 18 1596,0 0 0,-1 1 0,0-1 0,-1 1 1,3 25-1,0 71 586,-1-8 448,3-68-1841,-4-20-901</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2:20.907"/>
    </inkml:context>
    <inkml:brush xml:id="br0">
      <inkml:brushProperty name="width" value="0.05" units="cm"/>
      <inkml:brushProperty name="height" value="0.05" units="cm"/>
      <inkml:brushProperty name="color" value="#E71224"/>
    </inkml:brush>
  </inkml:definitions>
  <inkml:trace contextRef="#ctx0" brushRef="#br0">11 1 2913,'0'0'8946,"-1"16"-12941,-6 73 4225,5 0-1,8 93 0,-2-156-1892</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2:21.361"/>
    </inkml:context>
    <inkml:brush xml:id="br0">
      <inkml:brushProperty name="width" value="0.05" units="cm"/>
      <inkml:brushProperty name="height" value="0.05" units="cm"/>
      <inkml:brushProperty name="color" value="#E71224"/>
    </inkml:brush>
  </inkml:definitions>
  <inkml:trace contextRef="#ctx0" brushRef="#br0">12 0 3201,'0'0'6818,"-1"17"-8186,-6 51 1529,3 0 0,8 115 0,-2-162-1989</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2:21.852"/>
    </inkml:context>
    <inkml:brush xml:id="br0">
      <inkml:brushProperty name="width" value="0.05" units="cm"/>
      <inkml:brushProperty name="height" value="0.05" units="cm"/>
      <inkml:brushProperty name="color" value="#E71224"/>
    </inkml:brush>
  </inkml:definitions>
  <inkml:trace contextRef="#ctx0" brushRef="#br0">12 0 1584,'0'0'4057,"-1"16"-4649,-8 164 1952,9-152-1388,-1 14 611,2-1 0,9 55 0,-8-84-1864</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2:22.635"/>
    </inkml:context>
    <inkml:brush xml:id="br0">
      <inkml:brushProperty name="width" value="0.05" units="cm"/>
      <inkml:brushProperty name="height" value="0.05" units="cm"/>
      <inkml:brushProperty name="color" value="#E71224"/>
    </inkml:brush>
  </inkml:definitions>
  <inkml:trace contextRef="#ctx0" brushRef="#br0">0 22 3473,'0'0'7257,"8"6"-7299,101 108-299,-68-68 353,58 52 1,-31-42 421,-54-58 7289,-1-3-7539,0 0 0,-1-1-1,0-1 1,0 0 0,-1 0-1,0-1 1,0-1 0,-1 0 0,14-15-1,84-109-987,-58 67-861,-6 12-869</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2:33.896"/>
    </inkml:context>
    <inkml:brush xml:id="br0">
      <inkml:brushProperty name="width" value="0.05" units="cm"/>
      <inkml:brushProperty name="height" value="0.05" units="cm"/>
      <inkml:brushProperty name="color" value="#E71224"/>
    </inkml:brush>
  </inkml:definitions>
  <inkml:trace contextRef="#ctx0" brushRef="#br0">102 189 1072,'-36'71'1111,"26"-54"-973,1 1 1,0-1-1,1 2 1,1-1 0,1 1-1,1 0 1,-4 24-1,6 21 9096,8-71-7037,8-15-2121,-2-1 1,0 0-1,-1-1 0,-1 0 1,-1 0-1,-2-1 1,0 0-1,-2 0 1,3-42-1,-18-52 273,11 118-238,0-1 44,1-1-1,-1 0 1,1 1-1,-1-1 1,1 1-1,0-1 1,0 1 0,0-1-1,3-3 1,-1 3-168,0-1 1,0 0-1,1 0 1,-1 1-1,1 0 1,0 0-1,0 0 1,8-4-1,-2 1-9,-6 4 8,0 0 1,0 0-1,0 0 0,1 0 1,-1 1-1,1 0 0,-1 0 1,1 0-1,-1 0 0,1 1 0,-1 0 1,9 0-1,3 0-27,143 4-190,-103-1-255,69-4 0,-106-1-686</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2:34.246"/>
    </inkml:context>
    <inkml:brush xml:id="br0">
      <inkml:brushProperty name="width" value="0.05" units="cm"/>
      <inkml:brushProperty name="height" value="0.05" units="cm"/>
      <inkml:brushProperty name="color" value="#E71224"/>
    </inkml:brush>
  </inkml:definitions>
  <inkml:trace contextRef="#ctx0" brushRef="#br0">0 17 4329,'0'0'4404,"16"0"306,200-11-3601,-179 8-1998,-8 1-1332</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2:35.035"/>
    </inkml:context>
    <inkml:brush xml:id="br0">
      <inkml:brushProperty name="width" value="0.05" units="cm"/>
      <inkml:brushProperty name="height" value="0.05" units="cm"/>
      <inkml:brushProperty name="color" value="#E71224"/>
    </inkml:brush>
  </inkml:definitions>
  <inkml:trace contextRef="#ctx0" brushRef="#br0">459 3 9626,'0'0'935,"-6"-2"-2539,-9 1 1392,1 1 1,0 0 0,-1 1-1,1 1 1,0 0 0,-1 1-1,-25 9 1,3-3-47,17-4 144,2-2 27,1 1 0,-1 1-1,1 0 1,0 2-1,0 0 1,-22 12 0,37-17-111,-2 2 2014,15 2 560,13-1-1964,0-1 0,41 2 1,-46-6-413,-1 1 0,1 1 1,-1 1-1,1 0 1,-1 1-1,0 2 0,0-1 1,22 12-1,-37-15-21,0 0 0,0 0-1,-1 0 1,1 1 0,0 0 0,-1-1 0,0 1-1,1 0 1,-1 0 0,0 0 0,-1 0-1,1 0 1,0 1 0,-1-1 0,0 1 0,0-1-1,0 1 1,0-1 0,0 1 0,-1-1-1,0 1 1,0 0 0,0 4 0,0-4 2,0 1 0,-1-1 0,0 1 0,0-1-1,0 1 1,0-1 0,-1 1 0,0-1 0,0 0 0,0 0 0,0 0 0,-1 0 0,1 0 0,-1 0 0,0-1 0,0 1 0,-7 4 0,-3 1 42,0 0-1,-1-2 1,0 1 0,-1-2-1,0 0 1,0 0 0,-24 4 0,10-4 116,0-1 1,-1-2-1,-34-1 1,57-1-48,-1-2-1,0 1 1,1-1-1,-1 0 1,1 0 0,-1-1-1,1 0 1,0-1-1,0 1 1,0-1-1,0-1 1,0 1 0,0-1-1,-8-8 1,8 3-732,5-2-1337</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2:35.338"/>
    </inkml:context>
    <inkml:brush xml:id="br0">
      <inkml:brushProperty name="width" value="0.05" units="cm"/>
      <inkml:brushProperty name="height" value="0.05" units="cm"/>
      <inkml:brushProperty name="color" value="#E71224"/>
    </inkml:brush>
  </inkml:definitions>
  <inkml:trace contextRef="#ctx0" brushRef="#br0">6 1 4153,'-4'18'440,"4"-1"-160,-1 0-16,1-2 144,0-5 136,1 1-392,3-3-1488</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2:35.476"/>
    </inkml:context>
    <inkml:brush xml:id="br0">
      <inkml:brushProperty name="width" value="0.05" units="cm"/>
      <inkml:brushProperty name="height" value="0.05" units="cm"/>
      <inkml:brushProperty name="color" value="#E71224"/>
    </inkml:brush>
  </inkml:definitions>
  <inkml:trace contextRef="#ctx0" brushRef="#br0">1 0 10490,'0'0'-232</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2:36.061"/>
    </inkml:context>
    <inkml:brush xml:id="br0">
      <inkml:brushProperty name="width" value="0.05" units="cm"/>
      <inkml:brushProperty name="height" value="0.05" units="cm"/>
      <inkml:brushProperty name="color" value="#E71224"/>
    </inkml:brush>
  </inkml:definitions>
  <inkml:trace contextRef="#ctx0" brushRef="#br0">55 29 2953,'-12'29'186,"2"1"-1,1 0 1,-8 47 0,13-40 3140,3-1 3402,0-45-6553,1-1 1,0 0-1,1 1 1,0-1 0,1 0-1,0 1 1,0 0-1,1-1 1,0 1 0,0 0-1,7-11 1,-1 8-458,0 1 0,0 0 0,1 0 0,1 1 0,0 0 0,0 1 0,1 0 0,0 1 0,0 0 0,1 1 0,0 0 0,0 1 0,1 1 0,0 0 0,0 1 0,0 0 0,28-3 0,-38 7 215,-1 0 0,0 1 0,1-1 1,-1 1-1,0-1 0,1 1 0,-1 0 0,0 0 0,0 1 1,0-1-1,0 1 0,0-1 0,0 1 0,-1 0 0,1 0 1,0 0-1,-1 0 0,0 1 0,1-1 0,-1 1 0,0-1 0,0 1 1,0 0-1,-1 0 0,1 0 0,-1 0 0,1 0 0,-1 0 1,1 5-1,3 8-47,-1 0 1,0 1-1,-1-1 1,0 27-1,-3-39 208,0-1 0,0 1 0,0 0 1,-1-1-1,1 1 0,-1 0 0,-2 5 0,1-4-149</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2:36.802"/>
    </inkml:context>
    <inkml:brush xml:id="br0">
      <inkml:brushProperty name="width" value="0.05" units="cm"/>
      <inkml:brushProperty name="height" value="0.05" units="cm"/>
      <inkml:brushProperty name="color" value="#E71224"/>
    </inkml:brush>
  </inkml:definitions>
  <inkml:trace contextRef="#ctx0" brushRef="#br0">340 0 8738,'4'1'94,"0"0"1,0 1-1,-1-1 0,1 1 1,-1 0-1,1 0 1,-1 0-1,0 0 0,1 0 1,-1 1-1,0-1 1,-1 1-1,1 0 0,4 5 1,-6-6-126,-1-1 0,1 1 0,0 0 0,-1-1 0,1 1 0,-1 0 0,0 0 0,1-1 0,-1 1 0,0 0 0,0 0 0,0-1 0,0 1 0,0 0 0,-1 0 0,1 0 0,-1-1 0,1 1 0,-1 0 0,1-1 0,-1 1 0,0 0 0,0-1 0,0 1 0,0-1 0,0 1 0,0-1 0,0 0 0,0 1 1,-1-1-1,1 0 0,-1 0 0,-1 2 0,-12 7-13,-1 0 0,0-1 1,0 0-1,-1-1 0,0-1 0,0-1 1,-19 5-1,8-3 256,-41 20 3561,76-29-3062,6-1-780,1 0 0,-1 1 0,1 0 0,-1 1-1,1 1 1,0 0 0,-1 1 0,26 7 0,-31-7-1,-1 1 0,0 0 0,1 1-1,-1 0 1,0 0 0,-1 0 0,1 1-1,-1 0 1,0 0 0,0 1 0,0-1-1,-1 1 1,0 0 0,0 1 0,-1-1 0,1 1-1,3 9 1,-7-14 61,0 0-1,0 0 0,0 0 1,0 0-1,-1 1 0,1-1 1,-1 0-1,1 0 0,-1 0 1,0 1-1,0-1 1,0 0-1,0 0 0,0 1 1,-1-1-1,1 0 0,-1 0 1,1 0-1,-1 0 0,0 0 1,0 0-1,-1 2 1,0 0 5,-1-1 1,1 0 0,-1 0-1,0-1 1,0 1 0,0 0 0,0-1-1,-1 0 1,1 0 0,-1 0-1,-5 2 1,-9 2 29,0 0 0,0-1 0,-38 5 0,-16-1-428,-91 1 1,151-10-1422</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2:37.380"/>
    </inkml:context>
    <inkml:brush xml:id="br0">
      <inkml:brushProperty name="width" value="0.05" units="cm"/>
      <inkml:brushProperty name="height" value="0.05" units="cm"/>
      <inkml:brushProperty name="color" value="#E71224"/>
    </inkml:brush>
  </inkml:definitions>
  <inkml:trace contextRef="#ctx0" brushRef="#br0">257 18 4473,'-13'1'-33,"0"1"0,0 0 0,0 1 0,0 1 1,0 0-1,1 1 0,0 0 0,0 1 0,0 0 0,1 1 0,-1 0 0,2 1 1,-1 0-1,1 0 0,0 2 0,1-1 0,0 1 0,1 0 0,-11 17 0,16-21 141,-1 1 0,1-1 0,1 1 0,-1 0-1,1 0 1,1 0 0,-1 0 0,0 8 0,2-11 63,0 1-1,1 0 1,-1 0 0,1-1 0,0 1 0,1 0 0,-1-1 0,1 1 0,0-1 0,0 1 0,0-1 0,0 0 0,4 5 0,0-2 76,0 0-1,0-1 1,0 0 0,1 0 0,0-1-1,0 1 1,1-2 0,-1 1-1,1-1 1,0 0 0,0 0 0,1-1-1,-1-1 1,1 1 0,-1-1 0,1 0-1,0-1 1,0 0 0,-1-1 0,19 0-1,-15-1-96,1 0-1,0 0 0,0-1 1,0-1-1,-1 0 0,0-1 1,1 0-1,-1-1 0,-1 0 1,1-1-1,-1-1 0,0 1 1,19-17-1,-20 13 48,0 0 0,-1-1 0,0 0 0,-1-1 0,0 0 0,7-15-1,-11 19-189,0-1 0,-1 1-1,0 0 1,-1-1-1,0 0 1,0 1 0,-1-1-1,0 0 1,0 0-1,-2-18 1,1 23-125,-1 1 0,0-1 0,0 0 0,0 0 0,0 1 0,-1-1 0,1 1 0,-1-1 0,0 1 0,0-1 0,0 1 0,-1 0 0,1 0 0,-1 0 0,-4-4 0,1 3-66,1 0-1,-1 1 1,0 0-1,1-1 0,-2 2 1,1-1-1,0 1 1,-10-2-1,-2 0-240,-1 1 0,0 1 0,0 1 0,0 1 0,-27 3 0,1 2-1368</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2:37.719"/>
    </inkml:context>
    <inkml:brush xml:id="br0">
      <inkml:brushProperty name="width" value="0.05" units="cm"/>
      <inkml:brushProperty name="height" value="0.05" units="cm"/>
      <inkml:brushProperty name="color" value="#E71224"/>
    </inkml:brush>
  </inkml:definitions>
  <inkml:trace contextRef="#ctx0" brushRef="#br0">61 1 3585,'-9'8'-258,"1"1"0,0 0 1,1 1-1,-11 18 0,16-26 326,1 0-1,0 0 0,0 1 0,0-1 0,0 0 0,0 1 0,0-1 0,1 1 0,-1-1 0,1 1 0,0-1 0,-1 1 0,1-1 0,0 1 0,1-1 0,-1 1 0,0-1 0,1 1 0,-1-1 0,1 0 1,0 1-1,0-1 0,0 0 0,0 1 0,0-1 0,0 0 0,1 0 0,2 4 0,-2-4 232,1 0 0,-1 0 0,1-1 1,0 1-1,-1 0 0,1-1 0,0 0 0,0 0 0,0 0 1,0 0-1,0 0 0,0 0 0,0-1 0,0 0 1,0 1-1,0-1 0,0 0 0,0-1 0,1 1 0,-1 0 1,0-1-1,0 0 0,0 0 0,0 1 0,0-2 0,-1 1 1,1 0-1,0-1 0,0 1 0,-1-1 0,1 0 1,-1 0-1,1 0 0,-1 0 0,0 0 0,0-1 0,0 1 1,0-1-1,0 1 0,-1-1 0,1 0 0,-1 1 0,0-1 1,2-5-1,-1 1 23,0 0 0,0 0 0,-1 0 0,0-13 0,0 18-403,-1 0 1,0 0-1,0 0 0,-1-1 1,1 1-1,0 0 1,-1 0-1,1 0 0,-1 0 1,0 0-1,1-1 1,-1 1-1,0 1 0,0-1 1,-1 0-1,1 0 1,0 0-1,-4-3 0,-17-5-2938</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2:40.402"/>
    </inkml:context>
    <inkml:brush xml:id="br0">
      <inkml:brushProperty name="width" value="0.05" units="cm"/>
      <inkml:brushProperty name="height" value="0.05" units="cm"/>
      <inkml:brushProperty name="color" value="#E71224"/>
    </inkml:brush>
  </inkml:definitions>
  <inkml:trace contextRef="#ctx0" brushRef="#br0">0 5 1088,'0'0'88,"0"-1"-72,0-1-128,0 1-144</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2:42.882"/>
    </inkml:context>
    <inkml:brush xml:id="br0">
      <inkml:brushProperty name="width" value="0.05" units="cm"/>
      <inkml:brushProperty name="height" value="0.05" units="cm"/>
      <inkml:brushProperty name="color" value="#E71224"/>
    </inkml:brush>
  </inkml:definitions>
  <inkml:trace contextRef="#ctx0" brushRef="#br0">1 1 1824,'0'0'8360,"16"0"-4457,1 0-4155,8 7 183,0 1-1,24 13 1,-9-2 3,-1 1 1,-1 3-1,57 45 0,-27-11-47,-43-33 121,2-2-1,0-1 1,1-1 0,0-1 0,57 27 0,14-9 32,-43-16-39,0 1 0,81 47-1,-69-22 10,83 71 0,-87-64 3,95 60 1,499 250 157,-604-335-136,0 3 1,-3 2-1,55 47 1,-57-42-2,1-2-1,2-2 1,60 29 0,179 66 125,-128-58-38,-30-16-84,58 26 29,-152-62-44,-1 1 0,62 46 0,95 76 50,-154-117-59,1-1-1,90 37 1,-43-26 4,-2 4 0,121 75-1,-180-97 63,1-1 0,0-2-1,38 14 2312,-71-82-3930,3 45 1467,-1-1 0,0 1 0,0 0 0,-1 0 0,0 0 0,-1 0 0,0 1 0,0-1 0,0 1 0,-1 0 0,0 0 0,-9-8 0,-15-25-153,25 33 7,0 0 0,0 1 1,0-1-1,-1 1 0,0 0 0,0 0 0,-1 1 0,0 0 0,-6-6 1,11 11-349,-1 10-1450,3 1 2076,0 0 0,1-1 0,1 1 0,0-1 0,0 0 0,1 0 0,0 0 0,1 0 0,9 13 0,2 1 322,1-1 0,2-1 0,34 34-1,-40-44-164,-12-11-145,1 4 133,-2-4-239,0 0 1,1-1-1,-1 1 0,0 0 1,0-1-1,1 1 0,-1 0 1,0-1-1,0 1 0,0 0 1,0-1-1,0 1 0,0 0 0,0-1 1,0 1-1,0 0 0,0 0 1,-1-1-1,1 1 0,0 0 1,0-1-1,-1 1 0,1-1 1,0 1-1,-1 0 0,1-1 0,0 1 1,-1-1-1,0 2 0,-17 6 22,-1 0 0,0-1 0,0-1 0,0 0 0,-1-2 0,-23 3 0,1 1 15,-20 4 20,-95 23 195,122-22-1280,25-7-1144</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2:44.037"/>
    </inkml:context>
    <inkml:brush xml:id="br0">
      <inkml:brushProperty name="width" value="0.05" units="cm"/>
      <inkml:brushProperty name="height" value="0.05" units="cm"/>
      <inkml:brushProperty name="color" value="#E71224"/>
    </inkml:brush>
  </inkml:definitions>
  <inkml:trace contextRef="#ctx0" brushRef="#br0">103 79 3417,'0'0'5284,"-30"274"-9507,11-77 5051,10-162 6959,9-41-5313,3-49-2218,-3 0-1,-11-84 0,4 52-251,4 49-38,1-5-60,-10-48 0,6 77-70,0-5 268,16 14-2,5 0-74,0 1 1,0 0-1,0 1 1,27-2-1,73 2 134,-39 2-43,89-7-1917</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2:44.439"/>
    </inkml:context>
    <inkml:brush xml:id="br0">
      <inkml:brushProperty name="width" value="0.05" units="cm"/>
      <inkml:brushProperty name="height" value="0.05" units="cm"/>
      <inkml:brushProperty name="color" value="#E71224"/>
    </inkml:brush>
  </inkml:definitions>
  <inkml:trace contextRef="#ctx0" brushRef="#br0">0 59 5073,'0'0'5657,"7"0"-4266,29 0-656,0-1 0,-1-2 0,1-2 0,64-16 0,24-4-876,-100 22-799,-3 3-964</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2:46.038"/>
    </inkml:context>
    <inkml:brush xml:id="br0">
      <inkml:brushProperty name="width" value="0.05" units="cm"/>
      <inkml:brushProperty name="height" value="0.05" units="cm"/>
      <inkml:brushProperty name="color" value="#E71224"/>
    </inkml:brush>
  </inkml:definitions>
  <inkml:trace contextRef="#ctx0" brushRef="#br0">9 1 4177,'0'0'7349,"1"13"-8665,3 42 1250,-3-1 0,-2 0 0,-9 59 0,6-86-1150</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2:46.491"/>
    </inkml:context>
    <inkml:brush xml:id="br0">
      <inkml:brushProperty name="width" value="0.05" units="cm"/>
      <inkml:brushProperty name="height" value="0.05" units="cm"/>
      <inkml:brushProperty name="color" value="#E71224"/>
    </inkml:brush>
  </inkml:definitions>
  <inkml:trace contextRef="#ctx0" brushRef="#br0">1 0 8714,'0'0'1360,"1"16"-3731,38 317 3309,-37-307-2770</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2:46.944"/>
    </inkml:context>
    <inkml:brush xml:id="br0">
      <inkml:brushProperty name="width" value="0.05" units="cm"/>
      <inkml:brushProperty name="height" value="0.05" units="cm"/>
      <inkml:brushProperty name="color" value="#E71224"/>
    </inkml:brush>
  </inkml:definitions>
  <inkml:trace contextRef="#ctx0" brushRef="#br0">0 0 5705,'2'15'-160,"14"120"731,9 58 555,-21-168-2159</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2:47.453"/>
    </inkml:context>
    <inkml:brush xml:id="br0">
      <inkml:brushProperty name="width" value="0.05" units="cm"/>
      <inkml:brushProperty name="height" value="0.05" units="cm"/>
      <inkml:brushProperty name="color" value="#E71224"/>
    </inkml:brush>
  </inkml:definitions>
  <inkml:trace contextRef="#ctx0" brushRef="#br0">1 0 4041,'-1'57'898,"3"-1"0,2 1-1,12 55 1,-10-57-1491,-6-40-1365</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2:47.696"/>
    </inkml:context>
    <inkml:brush xml:id="br0">
      <inkml:brushProperty name="width" value="0.05" units="cm"/>
      <inkml:brushProperty name="height" value="0.05" units="cm"/>
      <inkml:brushProperty name="color" value="#E71224"/>
    </inkml:brush>
  </inkml:definitions>
  <inkml:trace contextRef="#ctx0" brushRef="#br0">1 1 4001,'0'0'1824</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2:49.820"/>
    </inkml:context>
    <inkml:brush xml:id="br0">
      <inkml:brushProperty name="width" value="0.05" units="cm"/>
      <inkml:brushProperty name="height" value="0.05" units="cm"/>
      <inkml:brushProperty name="color" value="#E71224"/>
    </inkml:brush>
  </inkml:definitions>
  <inkml:trace contextRef="#ctx0" brushRef="#br0">35 12 4025,'-8'-9'1209,"8"9"-1170,0-1 0,0 1 0,0 0 0,0 0 0,-1 0 0,1 0 0,0 0 0,0 0 0,0 0-1,0 0 1,0-1 0,0 1 0,-1 0 0,1 0 0,0 0 0,0 0 0,0 0 0,0 0 0,0 0 0,0 0 0,-1 0 0,1 0 0,0 0 0,0 0 0,0 0 0,0 0 0,-1 0 0,1 0 0,0 0 0,0 0 0,0 0 0,0 0 0,0 0-1,-1 0 1,1 0 0,0 0 0,0 0 0,0 0 0,0 1 0,0-1 0,0 0 0,-1 0 0,1 0 0,0 0 0,0 0 0,0 0 0,0 0 0,0 1 0,0-1 0,0 0 0,0 0 0,0 0 0,0 0 0,0 0 0,0 1 0,-1-1 0,1 0 0,0 0-1,0 0 1,0 0 0,0 0 0,0 1 0,11 32 137,0 0 1,2 0-1,1-1 0,31 49 0,-41-73-174,42 56 321,-13-19 144,-6-18-21,-14-15-191,-12-11-139,10 7 735,-11-7-737,1 0-1,0 0 0,-1 0 0,1 0 0,0 0 1,0-1-1,0 1 0,-1 0 0,1-1 0,0 1 0,0 0 1,0-1-1,0 1 0,0-1 0,1 1 0,-1-1 1,2 1-1,-2-1 316,1 0 0,-1 0 1,0-1-1,0 1 0,1 0 0,-1 0 1,0-1-1,0 1 0,0-1 1,0 1-1,1-1 0,-1 0 0,1 0 1,14-20-934,-12 14 994,101-124-62,5-9-540,-83 94-88,-26 45 122,-7 11-7023,-20 35 6837,7-23 324,-1-2 0,-1 0-1,-1-1 1,0-1 0,-1-2 0,-1 0 0,-1-1 0,-43 18 0,10-10 466,56-22-331,-26-2 3250,-4-3-3169,24 3-32,-11-20 747,-21-24-1318,3 16-139,24 20 428,-3-4 77,-2-2-73,18 14 28,0 1 0,0 0 1,0-1-1,0 1 0,0 0 0,0-1 1,0 1-1,0 0 0,0-1 1,0 1-1,0 0 0,0-1 0,0 1 1,0 0-1,0-1 0,1 1 1,-1 0-1,0-1 0,0 1 0,0 0 1,0 0-1,1-1 0,-1 1 1,0 0-1,0-1 0,0 1 0,1 0 1,-1 0-1,0 0 0,1-1 1,-1 1-1,0 0 0,0 0 0,1 0 1,-1 0-1,0-1 0,1 1 1,-1 0-1,0 0 0,1 0 0,-1 0 1,0 0-1,1 0 0,9-3 26,0 1-1,1 0 1,-1 1 0,0 0-1,17 1 1,15-2 33,70-8-73,49-6-294,-55 0-2771,-93 14 1053</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2:50.723"/>
    </inkml:context>
    <inkml:brush xml:id="br0">
      <inkml:brushProperty name="width" value="0.05" units="cm"/>
      <inkml:brushProperty name="height" value="0.05" units="cm"/>
      <inkml:brushProperty name="color" value="#E71224"/>
    </inkml:brush>
  </inkml:definitions>
  <inkml:trace contextRef="#ctx0" brushRef="#br0">76 169 9458,'0'0'423,"-18"134"-8658,-16 98 19708,32-240-6693,-5-54-4300,0-47-242,-1-177 42,9 282-323,0 1-1,0 0 1,0 0-1,0 0 1,1 0-1,-1 0 0,1 0 1,0 0-1,0 0 1,0 0-1,0 1 1,0-1-1,1 1 0,-1 0 1,1 0-1,-1 0 1,1 0-1,0 0 1,0 0-1,0 1 0,0-1 1,3 0-1,1-2 164,-6 3-127,0 0 0,1 1 1,-1-1-1,0 0 0,1 0 1,-1 1-1,1-1 1,-1 1-1,1-1 0,-1 1 1,1 0-1,0-1 1,-1 1-1,1 0 0,-1 0 1,1 0-1,0 0 1,-1 0-1,3 1 0,3 0-14,64-3-1035,118 12 0,-154-6-778</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2:51.005"/>
    </inkml:context>
    <inkml:brush xml:id="br0">
      <inkml:brushProperty name="width" value="0.05" units="cm"/>
      <inkml:brushProperty name="height" value="0.05" units="cm"/>
      <inkml:brushProperty name="color" value="#E71224"/>
    </inkml:brush>
  </inkml:definitions>
  <inkml:trace contextRef="#ctx0" brushRef="#br0">1 9 10554,'0'0'2129,"1"0"-1265,1 0-112,-1 0-360,42-4-152,-21 2-192,4-1-176,9 3-624,0 0-488,9 3-1689</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2:52.863"/>
    </inkml:context>
    <inkml:brush xml:id="br0">
      <inkml:brushProperty name="width" value="0.05" units="cm"/>
      <inkml:brushProperty name="height" value="0.05" units="cm"/>
      <inkml:brushProperty name="color" value="#E71224"/>
    </inkml:brush>
  </inkml:definitions>
  <inkml:trace contextRef="#ctx0" brushRef="#br0">2 6 1288,'-1'-3'5649,"13"0"-4054,204 8 539,9-2-3517,-164-3-50</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2:53.323"/>
    </inkml:context>
    <inkml:brush xml:id="br0">
      <inkml:brushProperty name="width" value="0.05" units="cm"/>
      <inkml:brushProperty name="height" value="0.05" units="cm"/>
      <inkml:brushProperty name="color" value="#E71224"/>
    </inkml:brush>
  </inkml:definitions>
  <inkml:trace contextRef="#ctx0" brushRef="#br0">0 42 3201,'0'0'9163,"16"-1"-6578,608-40-2826,-464 45-3265,-80-2 650</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2:53.742"/>
    </inkml:context>
    <inkml:brush xml:id="br0">
      <inkml:brushProperty name="width" value="0.05" units="cm"/>
      <inkml:brushProperty name="height" value="0.05" units="cm"/>
      <inkml:brushProperty name="color" value="#E71224"/>
    </inkml:brush>
  </inkml:definitions>
  <inkml:trace contextRef="#ctx0" brushRef="#br0">1 23 4233,'0'0'9174,"7"0"-7910,143-10-43,82-3-1211,74 13-4490,-234 0 1156</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2:54.083"/>
    </inkml:context>
    <inkml:brush xml:id="br0">
      <inkml:brushProperty name="width" value="0.05" units="cm"/>
      <inkml:brushProperty name="height" value="0.05" units="cm"/>
      <inkml:brushProperty name="color" value="#E71224"/>
    </inkml:brush>
  </inkml:definitions>
  <inkml:trace contextRef="#ctx0" brushRef="#br0">0 19 7850,'50'-7'1232,"-27"5"-248,3 0-80,4 1-192,4 1-159,-1-3-137,1 3-64,2-3-56,-1 3-48,0 0-112,-2 0-64,2 1-336,-3 2-336,5-1-897,-2-1-495</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2:55.038"/>
    </inkml:context>
    <inkml:brush xml:id="br0">
      <inkml:brushProperty name="width" value="0.05" units="cm"/>
      <inkml:brushProperty name="height" value="0.05" units="cm"/>
      <inkml:brushProperty name="color" value="#E71224"/>
    </inkml:brush>
  </inkml:definitions>
  <inkml:trace contextRef="#ctx0" brushRef="#br0">14 0 5865,'-14'0'8380,"39"3"-7911,64 16 231,-40-10-502,0 2 0,76 27 1,-125-37-258,1-1 0,0 0 0,-1 0 0,1 1 0,-1-1 0,1 0 0,-1 1 0,1-1 0,-1 1 0,1-1 0,-1 1 0,1-1 0,-1 1 0,0-1 1,1 1-1,-1-1 0,0 1 0,0-1 0,1 1 0,-1 0 0,0-1 0,0 1 0,0-1 0,1 1 0,-1 0 0,0-1 0,0 1 0,0-1 0,0 1 0,0 0 0,0-1 0,-1 1 0,1 0 1,-9 21 22,6-16-66,-14 25 43,-1 0 1,-1-2-1,-1-1 0,-2 0 1,-25 25-1,27-34 56,0 0 1,-25 16-1,21-17 62,-24 24-1,47-41 560</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2:58.200"/>
    </inkml:context>
    <inkml:brush xml:id="br0">
      <inkml:brushProperty name="width" value="0.05" units="cm"/>
      <inkml:brushProperty name="height" value="0.05" units="cm"/>
      <inkml:brushProperty name="color" value="#E71224"/>
    </inkml:brush>
  </inkml:definitions>
  <inkml:trace contextRef="#ctx0" brushRef="#br0">34 329 2593,'0'-9'7091,"2"17"-11342,-1 3 3941,0 1 0,-1-1 0,0 0 0,-1 0 0,-1 1 0,-2 10 0,-2 17 360,-1 49 10603,6-99-8524,-9-265-2041,6 119-165,2 108-26,2 48 85,0 1 8,0-1 0,0 1 0,0-1 0,0 1 0,-1-1 0,1 1 0,1-1 1,-1 1-1,0 0 0,0-1 0,0 1 0,0-1 0,0 1 0,0-1 0,0 1 0,1-1 0,-1 1 1,0 0-1,0-1 0,1 1 0,-1 0 0,0-1 0,0 1 0,1 0 0,-1-1 0,0 1 0,1 0 1,-1-1-1,1 1 0,-1 0 0,0 0 0,1 0 0,-1-1 0,1 1 0,-1 0 0,0 0 1,1 0-1,-1 0 0,1 0 0,-1 0 0,1 0 0,-1 0 0,1 0 0,0 0 0,34-10 80,1 1 0,0 2 0,0 2 0,56-2-1,-64 7-1343,47 6-1,-44 0-1598</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2:58.524"/>
    </inkml:context>
    <inkml:brush xml:id="br0">
      <inkml:brushProperty name="width" value="0.05" units="cm"/>
      <inkml:brushProperty name="height" value="0.05" units="cm"/>
      <inkml:brushProperty name="color" value="#E71224"/>
    </inkml:brush>
  </inkml:definitions>
  <inkml:trace contextRef="#ctx0" brushRef="#br0">0 25 3745,'0'0'6721,"2"0"-5849,37-2-159,-18-1-129,8-1-248,3-1-112,6 1-360,3-1-376,5 4-1849</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3:36.943"/>
    </inkml:context>
    <inkml:brush xml:id="br0">
      <inkml:brushProperty name="width" value="0.05" units="cm"/>
      <inkml:brushProperty name="height" value="0.05" units="cm"/>
      <inkml:brushProperty name="color" value="#004F8B"/>
    </inkml:brush>
  </inkml:definitions>
  <inkml:trace contextRef="#ctx0" brushRef="#br0">0 132 3593,'8'-25'8723,"12"-7"-8869,-17 28 776,-1 2-564,0-1-1,0 1 1,0 0 0,0 0-1,0 0 1,0 0 0,0 0 0,1 1-1,-1-1 1,1 1 0,-1-1-1,1 1 1,0 0 0,-1 0-1,1 0 1,4 0 0,2-2 139,35-8 58,0 1 0,1 2 1,0 3-1,1 1 1,54 3-1,-91 1-264,-4 0-30,1 0 0,0 0 1,-1 0-1,1 1 0,-1-1 1,1 2-1,9 2 0,-13-3-214,-2 6 61,0 1 0,0 0 1,0 0-1,-1 0 0,0-1 0,-1 1 1,1-1-1,-1 1 0,-1-1 0,0 1 0,0-1 1,0 0-1,-1 0 0,-8 12 0,2-9 193,0 0-1,0-1 1,-1 0-1,0 0 1,0-1-1,-1 0 1,0-1-1,0-1 1,-1 0-1,0 0 1,0-2-1,0 1 1,-1-2-1,1 0 1,-1 0-1,0-1 1,0-1-1,0 0 1,0-1 0,-18-2-1,17-4 49,18-3-219,19-5-41,-12 11 226,0 0-1,1 1 1,-1 1 0,1-1 0,-1 1-1,1 1 1,0 0 0,16 3 0,-24-3-20,5 1-38,-1 0 0,0 1 0,0-1 0,0 1 0,-1 1 0,1-1 0,0 1 0,-1 0 0,0 1 0,0 0 0,0 0 0,0 0 0,6 6 0,-10-8-6,0 0 0,0 0 0,0 0 0,0 1 0,0-1 0,-1 0 0,1 1 0,-1-1 0,0 1-1,0-1 1,0 1 0,0-1 0,0 1 0,0 0 0,-1 0 0,1-1 0,-1 1 0,0 0 0,0 0 0,0 0 0,0-1 0,0 1 0,-1 0-1,1 0 1,-1-1 0,0 1 0,0 0 0,0-1 0,0 1 0,0 0 0,-1-1 0,1 0 0,-1 1 0,1-1 0,-4 4 0,-1 0 60,-1-1 0,1 1 0,-1-1 0,0 0 0,0 0 0,-1-1 0,1 0 0,-1 0 0,0-1 0,0 0 0,0 0 0,0-1 0,-12 2 0,-10 0 187,1 0 0,-45-2 0,68-2-179,-1 1 83,0-1 0,0 0 0,0-1 0,0 0 0,-12-3 0,18 3-528</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3:37.655"/>
    </inkml:context>
    <inkml:brush xml:id="br0">
      <inkml:brushProperty name="width" value="0.05" units="cm"/>
      <inkml:brushProperty name="height" value="0.05" units="cm"/>
      <inkml:brushProperty name="color" value="#004F8B"/>
    </inkml:brush>
  </inkml:definitions>
  <inkml:trace contextRef="#ctx0" brushRef="#br0">131 116 2465,'0'0'1587,"-15"9"-4412,15-9 2828,-7 6-87,0 0-1,1 0 1,0 0 0,0 1 0,1 0 0,-1 0-1,-6 13 1,10-16-93,-2 4 351,0 1-1,0-1 1,1 1 0,0 0-1,0 1 1,-1 12 0,4-20 4,-1 0 0,2 1 0,-1-1 0,0 1 1,1-1-1,-1 1 0,1-1 0,-1 0 0,1 1 1,0-1-1,0 0 0,0 0 0,1 1 0,-1-1 1,0 0-1,1 0 0,-1 0 0,1-1 0,0 1 1,-1 0-1,1-1 0,0 1 0,0-1 0,0 1 1,1-1-1,-1 0 0,0 0 0,0 0 0,1 0 1,2 0-1,4 3 76,1-1 0,0 0 0,-1-1 0,1 0 0,0-1 0,0 0-1,0 0 1,0-1 0,1 0 0,-1-1 0,0-1 0,0 1 0,-1-1 0,1-1 0,0 0 0,-1 0 0,1-1 0,14-8 0,-20 10-199,-1-1-1,1 0 1,-1 1-1,0-1 1,0 0 0,0 0-1,0-1 1,0 1-1,-1-1 1,1 1 0,-1-1-1,0 0 1,0 0 0,-1 0-1,1 0 1,-1 0-1,2-8 1,-3 5-94,1 1-1,-1 0 1,-1-1 0,1 1-1,-1-1 1,0 1 0,-1 0 0,0 0-1,0 0 1,0 0 0,-3-6-1,-2-2-243,-1 1-1,-1-1 1,1 2-1,-2 0 1,0 0 0,0 0-1,-1 1 1,-1 1-1,-14-11 1,19 17 95,0-1 0,-1 2 1,0-1-1,1 1 0,-1 0 1,0 1-1,-1 0 0,1 0 1,0 0-1,-1 1 0,-14 1 0,19-1 147,1 2 0,-1-1 0,1 0 0,-1 1 0,1-1-1,-1 1 1,1 0 0,-1 0 0,1 0 0,-1 1 0,1-1-1,0 1 1,0 0 0,0 0 0,0 0 0,0 0 0,0 1-1,1-1 1,-1 1 0,1-1 0,0 1 0,-1 0 0,1 0-1,0 0 1,1 0 0,-1 1 0,1-1 0,-1 0-1,-1 6 1,0 13-491</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3:38.084"/>
    </inkml:context>
    <inkml:brush xml:id="br0">
      <inkml:brushProperty name="width" value="0.05" units="cm"/>
      <inkml:brushProperty name="height" value="0.05" units="cm"/>
      <inkml:brushProperty name="color" value="#004F8B"/>
    </inkml:brush>
  </inkml:definitions>
  <inkml:trace contextRef="#ctx0" brushRef="#br0">1 160 5505,'0'0'4897,"1"-1"-3721,20-29-255,-12 12-337,-2-1-64,-1 0-168,-1-2-152,-5 3-384,-2 5-192,-5 0-424,-4 5-913</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3:39.660"/>
    </inkml:context>
    <inkml:brush xml:id="br0">
      <inkml:brushProperty name="width" value="0.05" units="cm"/>
      <inkml:brushProperty name="height" value="0.05" units="cm"/>
      <inkml:brushProperty name="color" value="#004F8B"/>
    </inkml:brush>
  </inkml:definitions>
  <inkml:trace contextRef="#ctx0" brushRef="#br0">36 1 1888,'0'0'9744,"1"12"-14861,2 31 5043,17 141-270,-17-171 437,-2 1-1,0-1 1,-1 1-1,0-1 0,-1 1 1,-4 21-1,3-29-29,0-1 0,-1 0-1,0 0 1,0 0 0,0 0 0,-1 0-1,1 0 1,-1-1 0,-5 5 0,-11 14 643,17-20-1006</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3:40.653"/>
    </inkml:context>
    <inkml:brush xml:id="br0">
      <inkml:brushProperty name="width" value="0.05" units="cm"/>
      <inkml:brushProperty name="height" value="0.05" units="cm"/>
      <inkml:brushProperty name="color" value="#004F8B"/>
    </inkml:brush>
  </inkml:definitions>
  <inkml:trace contextRef="#ctx0" brushRef="#br0">28 99 2192,'0'0'1865,"-1"-9"4133,4-13-4140,6-9-1954,-9 31 93,0-1-1,0 1 0,0-1 0,0 1 1,0-1-1,0 1 0,1 0 1,-1-1-1,0 1 0,0-1 1,0 1-1,0 0 0,1-1 1,-1 1-1,0 0 0,1-1 1,-1 1-1,0 0 0,0 0 0,1-1 1,-1 1-1,0 0 0,1 0 1,-1-1-1,1 1 0,-1 0 1,0 0-1,1 0 0,0 0 2,17-7 56,0 2 0,1 0 1,25-3-1,-36 7-48,-1 0 1,1 1 0,0 0 0,0 0-1,-1 1 1,1 0 0,0 0-1,-1 1 1,1-1 0,-1 2 0,13 5-1,-19-8-45,0 1-1,0 0 1,-1-1-1,1 1 0,-1 0 1,1-1-1,-1 1 1,1 0-1,-1 0 0,1 0 1,-1-1-1,0 1 1,1 0-1,-1 0 1,0 0-1,0 0 0,1 0 1,-1 0-1,0 0 1,0 0-1,0 0 1,0-1-1,0 1 0,-1 0 1,1 0-1,0 0 1,0 0-1,-1 0 1,1 0-1,0 0 0,-1-1 1,1 1-1,-1 0 1,1 0-1,-1 0 0,0 0 1,-20 28-403,6-15 505,0 0 0,0-2 0,-1 0 0,-1 0 0,0-2-1,-1 0 1,1-1 0,-27 9 0,43-18 958,8-4-1757,2 0 701,0 1-1,1 0 1,-1 0-1,1 1 1,-1 0-1,1 1 1,0 0-1,0 0 1,-1 1-1,1 0 1,0 1-1,0 0 1,-1 0-1,1 1 1,-1 1-1,1 0 1,-1 0-1,15 7 1,-22-9 4,-1 0 1,1 0 0,-1 0-1,1 0 1,-1 0 0,0 1-1,0-1 1,0 0 0,1 0-1,-1 1 1,0-1 0,0 1-1,-1-1 1,1 1 0,0-1-1,0 1 1,-1 0 0,1-1-1,-1 1 1,0 0 0,1 0-1,-1-1 1,0 1 0,0 0-1,0-1 1,0 1 0,0 0-1,-1 0 1,1-1 0,0 1-1,-1 0 1,1-1 0,-1 1-1,0 0 1,1-1 0,-1 1-1,0-1 1,-2 3 0,1 0 34,-1 0 0,0 0 0,0 0 0,-1-1 0,1 1 0,-1-1 0,0 0 0,0 1 0,0-2 0,0 1 0,0 0 0,-6 2 0,-12 1 161,0-1 1,0-1 0,0 0 0,-1-2 0,1 0 0,-1-2 0,-39-4 0,60 4-134</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3:41.217"/>
    </inkml:context>
    <inkml:brush xml:id="br0">
      <inkml:brushProperty name="width" value="0.05" units="cm"/>
      <inkml:brushProperty name="height" value="0.05" units="cm"/>
      <inkml:brushProperty name="color" value="#004F8B"/>
    </inkml:brush>
  </inkml:definitions>
  <inkml:trace contextRef="#ctx0" brushRef="#br0">2 144 272,'-1'4'188,"1"0"0,0 0 0,0-1 0,0 1 0,0 0 0,0 0 0,1 0 0,0-1 0,0 1 1,0 0-1,0-1 0,0 1 0,1-1 0,0 1 0,-1-1 0,1 0 0,0 1 0,1-1 0,-1 0 0,6 5 0,-3-5 140,-1 1 1,1-1-1,0-1 0,0 1 1,0-1-1,1 1 0,-1-2 1,1 1-1,-1 0 1,1-1-1,-1 0 0,1-1 1,8 1-1,-5-1-68,0 0 0,-1 0 0,1-1 0,-1 0 0,1-1 0,-1 0 0,1 0 0,-1-1 0,0 0 0,0 0 0,0-1 0,0 0 0,9-7 0,-13 8-200,-1 0 1,1 0-1,-1-1 0,1 1 0,-1-1 0,0 0 0,-1 0 0,1 0 0,-1 0 1,1 0-1,-1-1 0,-1 1 0,1-1 0,0 1 0,-1-1 0,0 0 0,0 0 1,-1 1-1,1-1 0,-1 0 0,0 0 0,0 0 0,-1 0 0,0 1 1,-1-7-1,1 6-183,-1 0 0,0 0 0,0 0 0,-1 0 1,1 1-1,-1-1 0,0 1 0,0 0 0,0 0 0,-1 0 1,1 0-1,-1 1 0,0-1 0,0 1 0,0 0 0,-1 0 1,1 0-1,-1 1 0,0-1 0,1 1 0,-10-2 1,4 0-59,-1 1 0,0 1 0,1 0 0,-1 0 0,0 1 1,0 1-1,0-1 0,0 2 0,-15 1 0,24-1 82,1-1-1,-1 0 0,0 1 0,1-1 0,-1 1 0,0-1 1,1 1-1,-1 0 0,1-1 0,-1 1 0,1 0 1,-3 2-1,-2 5-1561</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3:41.621"/>
    </inkml:context>
    <inkml:brush xml:id="br0">
      <inkml:brushProperty name="width" value="0.05" units="cm"/>
      <inkml:brushProperty name="height" value="0.05" units="cm"/>
      <inkml:brushProperty name="color" value="#004F8B"/>
    </inkml:brush>
  </inkml:definitions>
  <inkml:trace contextRef="#ctx0" brushRef="#br0">91 48 2593,'-2'-1'-60,"-1"0"0,1 0 0,-1 0 1,1 1-1,-1-1 0,1 1 0,-1 0 1,1-1-1,-1 1 0,1 0 0,-1 1 1,1-1-1,-1 0 0,1 1 0,-1-1 1,1 1-1,0 0 0,-1 0 0,1 0 1,0 0-1,-1 0 0,1 0 0,0 1 1,-3 2-1,2-1 118,0 1 0,0 0 0,1 0 0,-1 0 0,1 1 0,0-1 0,0 1 0,0-1 0,1 1 0,-1-1 0,0 10 7654,6-18-4438,0-4-3107,0 0 0,0-1 0,0 1-1,-1-1 1,0 0 0,-1 0 0,0 0 0,0-1 0,-1 1 0,0-16 0</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3:43.397"/>
    </inkml:context>
    <inkml:brush xml:id="br0">
      <inkml:brushProperty name="width" value="0.05" units="cm"/>
      <inkml:brushProperty name="height" value="0.05" units="cm"/>
      <inkml:brushProperty name="color" value="#004F8B"/>
    </inkml:brush>
  </inkml:definitions>
  <inkml:trace contextRef="#ctx0" brushRef="#br0">1 121 3129,'42'-46'6454,"-9"14"-6168,-16 8 4428,-16 22-4715,0 1 0,0-1 1,0 0-1,0 1 0,0-1 1,0 1-1,0-1 1,1 1-1,-1 0 0,1 0 1,1-2-1,-2 3-48,0 0 1,0 1-1,-1-1 0,1 0 1,0 0-1,0 1 0,0-1 1,0 0-1,-1 1 0,1-1 1,0 1-1,0-1 0,-1 1 1,1-1-1,0 1 0,-1 0 1,1-1-1,0 1 0,-1 0 1,1-1-1,-1 1 0,1 0 0,-1 0 1,0-1-1,1 1 0,-1 0 1,0 0-1,1 0 0,-1 1 1,18 33 9,-16-31 26,1 1-1,-1-1 1,0 0-1,-1 1 1,1-1 0,-1 1-1,0 0 1,1 5-1,0 2 6,15 42-40,-1 4 57,-14-54-3,-1 0 0,0 0 0,0 0 0,0 0 0,-1 0 0,1 0 0,-1 1 0,-1 6 0,0 10 11,1-7-15,1-10 0,-1 0 0,0 0 0,-1 0 1,1 0-1,-1 0 0,0 0 0,0 0 0,-2 5 0,-16 39-15,-4 3-10,21-45 25,-1 0-1,0 0 1,-1 0-1,1 0 1,-6 5-1,-8 16 5,8-13 19,-19 31-1,31-49-23,-4 7 3,-2 3 8,0 0 0,-1 0 0,1-1-1,-1 1 1,-5 4 0,0 1-3,4-3 9,4-7 1,0 1 0,0-1 0,0 1 1,0-1-1,0 0 0,0 1 0,0-1 0,0 0 1,-1 0-1,1 0 0,-1 0 0,-2 2 0,-3 2-974</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3:44.439"/>
    </inkml:context>
    <inkml:brush xml:id="br0">
      <inkml:brushProperty name="width" value="0.05" units="cm"/>
      <inkml:brushProperty name="height" value="0.05" units="cm"/>
      <inkml:brushProperty name="color" value="#004F8B"/>
    </inkml:brush>
  </inkml:definitions>
  <inkml:trace contextRef="#ctx0" brushRef="#br0">14 64 4505,'0'0'3037,"0"-6"902,0 5-3922,0 0 0,1 0 0,-1 0-1,1 0 1,-1 1 0,1-1 0,-1 0 0,1 0 0,0 0-1,-1 0 1,1 0 0,0 1 0,0-1 0,0 0 0,1 0 0,5-4-18,1 0 1,0 1 0,0-1 0,0 2-1,0-1 1,1 1 0,-1 1 0,1-1-1,0 1 1,16-1 0,1 1 71,0 0 0,0 2 0,0 1 1,-1 1-1,1 1 0,-1 1 0,27 8 0,-50-12-124,0 1 0,0-1 0,0 1 0,0 0 0,0 0-1,0 0 1,0 0 0,0 0 0,-1 1 0,1-1 0,0 0-1,-1 1 1,1-1 0,-1 1 0,1 0 0,-1-1 0,0 1 0,0 0-1,1 3 1,-1-4-3,-1 1-1,0 0 0,1 0 1,-1 0-1,0 0 0,0 0 1,-1 0-1,1-1 0,0 1 1,-1 0-1,1 0 0,-1 0 1,1 0-1,-1-1 0,0 1 1,0 0-1,-1 2 0,-3 2 13,0 1 0,0-1-1,-1 0 1,0 0 0,0 0-1,0-1 1,0 0 0,-12 6-1,1-2 219,0-1 1,-1 0-1,-24 6 0,39-13 91,12-3 1370,2-2-1695,1 0 0,1 1-1,-1 1 1,0 0 0,0 1 0,24 0 0,-32 1-14,0 1 0,0-1 0,0 1-1,-1 0 1,1 0 0,0 0 0,0 0 0,-1 1 0,1 0 0,-1-1 0,0 1 0,1 0 0,-1 1 0,0-1 0,0 1 0,0-1 0,-1 1 0,1 0-1,0 0 1,-1 0 0,0 0 0,0 0 0,0 1 0,0-1 0,-1 1 0,1-1 0,1 8 0,-1-6 47,-1 0 0,0 0 0,0 1-1,0-1 1,-1 0 0,0 1 0,0-1 0,0 0 0,0 1 0,-1-1 0,0 0 0,0 0 0,-1 0 0,1 0 0,-1 0 0,0 0-1,-1 0 1,1 0 0,-1 0 0,0-1 0,-4 5 0,2-2 50,-1-2 0,-1 1 0,1-1 0,-1 0 0,1 0 0,-1-1 0,-1 0 0,1 0 1,-1-1-1,1 0 0,-1 0 0,-15 3 0,-9 0 51,1-1 0,-49 1 0,64-5 48,1-1 1,-1-1 0,1-1 0,-1 0 0,1-1-1,0-1 1,-18-6 0,31 9 9,-17-10 1135</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3:45.177"/>
    </inkml:context>
    <inkml:brush xml:id="br0">
      <inkml:brushProperty name="width" value="0.05" units="cm"/>
      <inkml:brushProperty name="height" value="0.05" units="cm"/>
      <inkml:brushProperty name="color" value="#004F8B"/>
    </inkml:brush>
  </inkml:definitions>
  <inkml:trace contextRef="#ctx0" brushRef="#br0">151 73 4497,'0'0'715,"-14"-3"-1870,5 0 1173,-22-2 168,20 10-369,-21 8-242,25-10-130,2 0 191,0 8 296,0-3 90,0 0-1,1 0 1,0 1 0,0-1-1,1 1 1,0 0 0,1 0 0,0 0-1,0 0 1,-1 17 0,3-14 252,1-1 1,0 0 0,0 0 0,1 0 0,1 0-1,0 0 1,0 0 0,1 0 0,7 14 0,-8-21-68,0 1 0,-1-1 0,1 0 0,1 0 0,-1 0 0,1 0 0,-1 0 0,1-1 0,0 0 0,0 0 0,1 0 0,-1 0 0,1 0 0,-1-1 0,1 0 0,0 0 0,0 0 0,0-1 0,0 0 0,0 0 0,0 0 0,8 0 0,-2 0 53,-1-2 0,0 1 0,1-1 0,-1-1 0,0 0 0,0 0-1,0-1 1,0 0 0,0-1 0,-1 0 0,11-6 0,-9 2-88,0 1 1,0-2-1,-1 1 1,0-1-1,0-1 0,-1 0 1,-1 0-1,10-14 1,-11 13-139,0 0 1,0-1-1,-1 1 1,0-1-1,-1-1 1,-1 1-1,6-24 1,-9 31-127,-1 1 0,1 0 0,-1 0 0,0 0 0,0-1 0,0 1 0,-1 0 0,0 0 0,1 0 0,-2-1 0,1 1 0,0 0 0,-1 0 0,1 1-1,-1-1 1,0 0 0,-1 0 0,1 1 0,-1 0 0,1-1 0,-1 1 0,0 0 0,0 0 0,0 0 0,-1 1 0,1-1 0,-1 1 0,-3-2 0,-11-5-282,1 2 0,-1 1-1,0 0 1,0 1 0,-1 1 0,0 0 0,0 2 0,0 0-1,0 1 1,0 1 0,-21 2 0,38-2 335,0 0 0,0 1-1,0-1 1,0 0 0,0 0 0,0 1 0,0-1 0,0 1 0,1 0 0,-1 0 0,0-1 0,0 1 0,1 0 0,-1 0-1,0 1 1,1-1 0,-1 0 0,1 0 0,-1 1 0,1-1 0,0 1 0,0-1 0,0 1 0,0 0 0,0 0-1,0-1 1,0 1 0,-1 3 0,0 7-1292</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3:45.685"/>
    </inkml:context>
    <inkml:brush xml:id="br0">
      <inkml:brushProperty name="width" value="0.05" units="cm"/>
      <inkml:brushProperty name="height" value="0.05" units="cm"/>
      <inkml:brushProperty name="color" value="#004F8B"/>
    </inkml:brush>
  </inkml:definitions>
  <inkml:trace contextRef="#ctx0" brushRef="#br0">0 69 4233,'3'0'4657,"-1"0"-3401,1 0-128,47-10 945,-48 8-1113,-1 1-200,1-2-112,15-46-456,-17 47-936,0 1-280</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3:59.619"/>
    </inkml:context>
    <inkml:brush xml:id="br0">
      <inkml:brushProperty name="width" value="0.05" units="cm"/>
      <inkml:brushProperty name="height" value="0.05" units="cm"/>
      <inkml:brushProperty name="color" value="#004F8B"/>
    </inkml:brush>
  </inkml:definitions>
  <inkml:trace contextRef="#ctx0" brushRef="#br0">1 28 920,'0'0'7607,"0"-21"-905,0 14-7913,4 26-4670,-1 0 5323,-1 1 0,-1-1 0,-2 33-1,1 0 258,6 151 966,-6-202-357,0 3 580</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00.429"/>
    </inkml:context>
    <inkml:brush xml:id="br0">
      <inkml:brushProperty name="width" value="0.05" units="cm"/>
      <inkml:brushProperty name="height" value="0.05" units="cm"/>
      <inkml:brushProperty name="color" value="#004F8B"/>
    </inkml:brush>
  </inkml:definitions>
  <inkml:trace contextRef="#ctx0" brushRef="#br0">76 224 4553,'-24'-52'4798,"24"50"-3685,1 1-872,-1-1 1,0 0-1,1 0 1,-1 0-1,0 0 1,0 0-1,0 0 1,0 0-1,0 1 1,0-1-1,-1 0 1,1 0-1,-1-2 1,0 2-256,1 0 1,-1 0 0,1 1 0,0-1-1,0 0 1,0 0 0,0 0-1,0 0 1,0 0 0,0 0 0,0 0-1,1 1 1,-1-1 0,1 0-1,0 0 1,-1 0 0,1 1 0,1-3-1,1-2-46,0 1-1,0-1 1,0 0 0,1 1-1,-1 0 1,1 0-1,1 0 1,-1 0 0,1 1-1,0 0 1,0 0-1,0 0 1,0 0 0,1 1-1,-1 0 1,10-4-1,-2 2-54,1 1-1,-1 0 1,1 1-1,0 0 1,0 1-1,0 0 1,1 2-1,-1 0 1,0 0-1,15 3 1,-24-2 2,1 0 1,-1 0-1,0 0 1,1 1-1,-1 0 0,0 0 1,0 0-1,0 1 1,0-1-1,-1 1 0,1 1 1,-1-1-1,0 0 1,0 1-1,0 0 0,0 0 1,0 0-1,-1 1 1,0-1-1,0 1 0,0 0 1,-1 0-1,1-1 1,-1 2-1,0-1 0,-1 0 1,1 0-1,0 9 1,-1-7 105,0-1 1,-1 1 0,0-1 0,0 1-1,0 0 1,-1-1 0,0 1 0,-1-1-1,1 1 1,-1-1 0,0 0 0,-1 0-1,-5 11 1,1-7 40,1-1 0,-1 0 0,0 0 0,-1-1 0,0 0 0,0 0 0,-14 9 0,-9 3 220,0-2-1,-2-1 1,-64 25 0,11-11 234,85-30-362,6-6-1923,3 1 1763,1 0 0,-1 0 0,1 0 0,0 1 0,0 0 0,1 1-1,-1 0 1,0 1 0,1 0 0,-1 0 0,1 1 0,11 1 0,19 1 509,61 13-1,-87-13-509,0 1-1,0 1 1,14 5-1,-25-8-8,0 0 1,0 0-1,0 1 1,0-1-1,-1 1 1,1 0-1,0 0 1,-1 0-1,1 0 0,-1 0 1,0 1-1,0-1 1,0 1-1,0-1 1,0 1-1,0 0 1,-1 0-1,1-1 0,1 7 1,-3-7 46,0 0 0,0-1 0,0 1 0,0 0 0,0 0-1,-1-1 1,1 1 0,-1 0 0,1-1 0,-1 1 0,0 0 0,1-1 0,-1 1 0,0-1 0,0 1 0,0-1 0,0 1-1,0-1 1,-1 0 0,1 0 0,0 1 0,-1-1 0,1 0 0,-1 0 0,1 0 0,-1-1 0,-2 2 0,-47 20 372,50-22-369,-72 20 239,0-4 0,-126 13 0,180-27-740</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01.197"/>
    </inkml:context>
    <inkml:brush xml:id="br0">
      <inkml:brushProperty name="width" value="0.05" units="cm"/>
      <inkml:brushProperty name="height" value="0.05" units="cm"/>
      <inkml:brushProperty name="color" value="#004F8B"/>
    </inkml:brush>
  </inkml:definitions>
  <inkml:trace contextRef="#ctx0" brushRef="#br0">245 0 3361,'0'0'1520,"-1"1"-1630,0-1 1,0 0-1,-1 1 0,1 0 1,0-1-1,0 1 0,0 0 0,0-1 1,0 1-1,0 0 0,0 0 1,0 0-1,0 0 0,0 0 0,0 0 1,1 0-1,-1 1 0,-1 1 1,-28 35-330,24-30 239,3-2 124,5 3 189,-2 37 605,0-46-468,12 11 2265,-9-10-2424,2 3 98,1-1 0,0 1-1,0-2 1,0 1-1,0 0 1,1-1 0,-1 0-1,1-1 1,-1 1 0,1-1-1,0-1 1,0 1-1,-1-1 1,1 0 0,0-1-1,-1 0 1,9-1 0,-6 0 47,0-1 0,-1 0 0,1-1 0,-1 1 0,1-2 0,-1 1 0,0-1 0,14-11 0,-18 12-69,-1 1 0,1-1-1,-1 0 1,0 1 0,0-1 0,0-1 0,0 1 0,-1 0 0,0-1 0,0 1 0,0-1 0,0 0 0,-1 0 0,0 1 0,0-1 0,0 0 0,0-9 0,-1 12 143,-8 10-6766,2 9 4830,-1 21 2279,6-35-1088,-5 58 359,3 96-1,1-26 222,1-81-57,1-24 53,-1 0-1,-1 0 0,-1 0 1,-10 37-1,12-57-62,-1 0 0,0 0 1,-1 0-1,0 0 0,0-1 0,0 1 0,0-1 0,-1 0 1,0 0-1,0 0 0,0-1 0,-1 1 0,1-1 0,-1 0 1,0 0-1,-1-1 0,1 1 0,0-1 0,-1 0 0,0-1 1,0 1-1,0-1 0,-10 2 0,1-1 224,-1-1-1,1-1 1,-1 0 0,0-1 0,1 0-1,-1-2 1,-25-4 0,32 4 10,0 0 0,0-1 1,0 0-1,0 0 0,1-1 0,-1 0 1,1 0-1,0-1 0,0 0 0,1-1 1,0 0-1,0 0 0,0 0 0,-7-9 1,12 12-263,0 0 0,1 1 0,-1-1 0,1 0 1,0 0-1,0 0 0,0 0 0,0 0 0,0 0 1,1 0-1,-1 0 0,1 0 0,0-1 0,0 1 0,0 0 1,0 0-1,1 0 0,-1 0 0,1 0 0,0-1 1,0 1-1,0 0 0,0 1 0,3-6 0,3-4-246,0 1-1,1 0 1,0 0-1,13-13 0,-15 18 83,23-25-1005,1 2 1,2 0 0,1 2-1,1 2 1,49-28-1,-3 10-1942</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02.102"/>
    </inkml:context>
    <inkml:brush xml:id="br0">
      <inkml:brushProperty name="width" value="0.05" units="cm"/>
      <inkml:brushProperty name="height" value="0.05" units="cm"/>
      <inkml:brushProperty name="color" value="#004F8B"/>
    </inkml:brush>
  </inkml:definitions>
  <inkml:trace contextRef="#ctx0" brushRef="#br0">0 242 2929,'6'-43'3409,"0"14"1054,-7 65-10759,6 20 4399,0-6 1923,-4 13 456,-1-26 924,6 39 2534,-6-80-3477,-13-95 594,8 68-353,1-1 1,1 0 0,2-45-1,6 53-10,-5 22-652,6 8-3761,35 41 1758,-15-17 2037,32 29 0,-26-29 491,0-3-1,3 0 1,0-3-1,41 22 6058,-75-54-3870,1-50-2252,-6-73 0,-1-12-572,6 118 12,-2 4-269,2 0 1,5-37-1,-5 58 312,-1-1-144,0 0 1,0 0 0,0 1-1,0-1 1,0 0-1,0 0 1,1 1-1,-1-1 1,0 0-1,1 0 1,-1 1 0,1-1-1,-1 0 1,0 1-1,1-1 1,0 0-1,-1 1 1,1-1-1,-1 1 1,1-1 0,0 1-1,0-1 1,10 0-3104</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03.533"/>
    </inkml:context>
    <inkml:brush xml:id="br0">
      <inkml:brushProperty name="width" value="0.05" units="cm"/>
      <inkml:brushProperty name="height" value="0.05" units="cm"/>
      <inkml:brushProperty name="color" value="#004F8B"/>
    </inkml:brush>
  </inkml:definitions>
  <inkml:trace contextRef="#ctx0" brushRef="#br0">65 453 1896,'1'2'300,"0"0"0,0 0-1,0-1 1,0 1-1,0 0 1,0-1-1,0 1 1,1-1-1,-1 0 1,1 1-1,-1-1 1,1 0 0,0 0-1,-1 0 1,1 0-1,0 0 1,-1 0-1,1 0 1,0-1-1,0 1 1,0-1 0,0 1-1,0-1 1,3 1-1,-1-2-14,0 1-1,0-1 1,0 0 0,0 0-1,0 0 1,0 0-1,-1-1 1,1 1 0,0-1-1,-1 0 1,7-4-1,-5 2-167,0 0 0,0 0 0,0 0 0,0 0 0,-1-1-1,1 0 1,-1 0 0,0 0 0,-1 0 0,1-1 0,-1 1-1,0-1 1,-1 0 0,1 0 0,2-11 0,-5 16-207,0-1 1,0 0-1,0 1 1,0-1 0,0 1-1,0-1 1,0 0-1,0 1 1,-1-1-1,1 1 1,-1-1 0,1 1-1,-1-1 1,0 1-1,1-1 1,-1 1-1,0-1 1,0 1 0,0 0-1,0 0 1,0-1-1,0 1 1,-1 0-1,1 0 1,0 0-1,0 0 1,-1 0 0,1 1-1,-1-1 1,1 0-1,-1 1 1,1-1-1,-1 1 1,1-1 0,-1 1-1,0 0 1,1-1-1,-1 1 1,1 0-1,-1 0 1,0 0 0,1 1-1,-1-1 1,-2 1-1,-3 0-228,0 0-1,-1 1 0,1 0 1,0 0-1,1 0 1,-1 1-1,0 0 0,-10 8 1,6-3 106,0 0 0,0 1 0,1 1 0,0 0 0,1 0 1,-10 14-1,17-20 249,-1 0 0,1-1 1,0 1-1,0 0 0,0 0 1,0 1-1,1-1 0,-1 0 1,1 1-1,0-1 0,1 0 1,-1 1-1,1-1 0,0 1 1,0-1-1,0 1 0,1-1 1,-1 1-1,1-1 1,0 0-1,0 1 0,1-1 1,2 7-1,-1-8 55,0 1-1,0-1 1,0 1 0,0-1 0,0 0-1,1 0 1,-1 0 0,1-1 0,0 1-1,0-1 1,0 0 0,0 0-1,0-1 1,1 1 0,-1-1 0,0 0-1,1 0 1,-1 0 0,1 0 0,-1-1-1,1 0 1,6 0 0,8-1-749,-1 0-1,0-1 1,1-1 0,20-6 0,-29 6 307,0 0 1,0-1 0,0 0 0,-1-1 0,17-10 0,113-78-978,-107 71 1952,-26-36 6906,-14 69-14513,0 13 6201,8-24 732,-4 16-109,-11 56-413,14-66 678,1 1-1,-1 0 1,1 0 0,0 0 0,1 0-1,-1 0 1,2-1 0,1 10 5945,21-23-2285,10-16-2899,-22 14-626,23-16-106,-20 13-210,1 0 1,0 1 0,1 1-1,0 1 1,0 0 0,1 1 0,30-9-1,-47 17-157,0 0 0,-1 0 0,1 0 0,0 0 0,0 0 0,-1 0-1,1 0 1,0 0 0,-1 1 0,1-1 0,0 0 0,0 0 0,-1 0 0,1 1-1,0-1 1,-1 1 0,1-1 0,-1 0 0,1 1 0,0 0 0,9 14-828,-1 14 1925,-8-28-1229,2 10 873,0-7 676,7 2-11,-6-3-1060,-1-1-12,0 0-1,-1 0 0,1 0 1,0-1-1,0 1 0,0-1 0,1 1 1,-1-1-1,0 0 0,0 0 1,1-1-1,-1 1 0,0-1 0,1 1 1,-1-1-1,0 0 0,1 0 1,-1-1-1,1 1 0,3-2 0,0 0-98,1-2 0,-1 1 0,0-1 0,0 0 0,0 0 0,-1-1-1,0 0 1,0 0 0,0-1 0,0 1 0,-1-1 0,6-9 0,-9 13-71,-1 0 0,1-1 0,-1 1 0,0-1 1,0 1-1,0-1 0,0 1 0,-1-1 0,1 0 0,-1 1 1,1-1-1,-1 0 0,0 0 0,0 1 0,0-1 0,-1-3 1,0 3-49,0 0 0,0 1 0,-1-1 0,1 0 0,0 1 0,-1-1 0,0 1 0,0-1 1,0 1-1,0 0 0,0-1 0,0 1 0,-1 0 0,1 1 0,-1-1 0,1 0 0,-6-1 0,3 0-111,0 2-1,0-1 0,0 0 0,0 1 0,0 0 0,-1 0 0,1 1 0,0 0 1,-1 0-1,1 0 0,0 0 0,0 1 0,-1 0 0,1 0 0,-9 3 0,13-4-90,5 10 796,-2-8-394,0 0 0,0 0-1,0 0 1,0 0 0,0 0 0,0-1 0,0 1 0,1-1 0,-1 0 0,1 0 0,4 2 0,0-1 114,0-1 0,1 0 0,-1-1 1,13 1-1,24-2-85,-1-2 1,0-1-1,-1-3 1,1-1-1,80-27 1,-116 32-38,-1 0 0,0 0-1,0 0 1,-1 0 0,1-1 0,-1 0 0,1 0 0,-1-1 0,-1 0 0,1 0 0,-1 0 0,1 0 0,-1 0 0,4-10-1,-3 4 102,0 0 0,-1-1 0,-1 0 0,0 0 0,0 0 0,1-23 0,-2 15-34,-1-1 1,0 1 0,-2 0-1,-4-34 1,5 52-504,-4 4-1757,3-1 1960,-1-1-1,1 1 0,0 1 0,-1-1 0,1 0 0,0 0 0,0 0 0,-1 1 0,1-1 1,0 0-1,0 1 0,1-1 0,-1 1 0,0-1 0,0 1 0,1 0 0,-1-1 0,1 1 1,-1 0-1,1 3 0,-2 0-204,-16 55-947,2 0 0,-9 82 0,7 36 4043,17-155-2522</inkml:trace>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04.708"/>
    </inkml:context>
    <inkml:brush xml:id="br0">
      <inkml:brushProperty name="width" value="0.05" units="cm"/>
      <inkml:brushProperty name="height" value="0.05" units="cm"/>
      <inkml:brushProperty name="color" value="#004F8B"/>
    </inkml:brush>
  </inkml:definitions>
  <inkml:trace contextRef="#ctx0" brushRef="#br0">1 122 5057,'0'0'1108,"4"-3"269,3-1-1173,1 0 1,0 1 0,0 0-1,1 0 1,-1 0-1,1 1 1,13-1 0,69-2-23,-55 4 132,224 2 941,-257-1-1381,-9 10-3408,-12 6 3713,7-7-546,0 1-1,0 0 1,-14 20 0,23-28 433,0-1 0,1 2 0,-1-1 0,1 0 1,0 0-1,0 0 0,-1 1 0,1-1 1,1 0-1,-1 1 0,0-1 0,1 1 1,-1-1-1,1 1 0,0-1 0,0 1 1,0 0-1,0-1 0,0 1 0,0-1 0,1 1 1,-1-1-1,1 1 0,0-1 0,0 1 1,0-1-1,0 0 0,2 4 0,-1-4 223,0 1 0,1-1-1,-1 0 1,1 0 0,0 0 0,0 0-1,0 0 1,0 0 0,0-1-1,0 0 1,0 1 0,0-1-1,1 0 1,-1-1 0,6 2 0,56 1 830,-50-3-842,29 0-11,-1-2 0,48-8 0,-79 8-285,-1 0 0,1-1 0,-1 0 0,1-1 0,-1 0 0,0-1 0,-1 0 0,1-1 0,-1 0 0,0 0 0,0-1 0,16-16 0,-24 21-22,1-1 1,-1 1-1,0-1 1,0 0-1,0 0 0,0 0 1,-1 0-1,1 0 0,-1 0 1,0 0-1,0-1 0,0 1 1,0 0-1,0-1 1,-1 1-1,1-1 0,-1 1 1,0-1-1,0 1 0,-1 0 1,1-1-1,-1-3 1,-1 3-89,0 0 0,1 1 1,-1-1-1,0 0 0,-1 1 0,1 0 1,-1 0-1,1 0 0,-1 0 1,0 0-1,0 0 0,0 1 1,-1-1-1,1 1 0,0 0 1,-1 0-1,0 0 0,-6-2 1,-7-1-195,0 0 1,0 0 0,-1 2-1,0 0 1,0 1-1,-32 1 1,-1 4-246,-56 9 0,93-10 437,8-2 58,0 0-1,0 1 0,0 0 1,0 0-1,0 1 0,0 0 1,0 0-1,1 0 0,-1 0 1,1 1-1,0 0 0,-8 6 1,12-9 87,1 1 0,-1 0 0,1-1-1,-1 1 1,1 0 0,-1-1 0,1 1 0,0 0 0,-1 0 0,1-1 0,0 1 0,0 0 0,0 0 0,0 0 0,0-1 0,0 1 0,0 0-1,0 0 1,0 0 0,0-1 0,0 1 0,0 0 0,0 0 0,1 0 0,-1-1 0,0 1 0,1 0 0,-1 0 0,0-1 0,1 1 0,-1 0 0,1-1-1,-1 1 1,1-1 0,-1 1 0,1 0 0,0-1 0,-1 1 0,1-1 0,0 0 0,-1 1 0,2 0 0,3 2 222,0 0 0,0-1 0,0 1 1,0-1-1,8 2 0,15 3 358,0-2 0,1 0 0,37 0-1,90-5 70,-126 0-529,166-13 246,-163 9-79,-1-2-1,0-2 1,58-20 0,-84 25-123,0 0 0,0 0 0,-1 0 1,0-1-1,1 1 0,-1-1 1,6-6-1,-10 8-175,0 1 0,1 0-1,-1 0 1,0-1 0,0 1 0,0-1-1,0 1 1,0-1 0,0 1 0,-1-1 0,1 0-1,0 1 1,-1-1 0,0 0 0,1 0-1,-1 1 1,0-1 0,0 0 0,0 0-1,0 1 1,0-1 0,0 0 0,0 0 0,-1 0-1,1 1 1,0-1 0,-1 0 0,0 1-1,-1-4 1,2 4-642,-24 5-5794,0 10 6895,18-9-1057,2-3 533,1 1 1,0 0 0,0-1-1,0 1 1,1 1 0,-1-1-1,1 0 1,-1 1 0,1-1-1,0 1 1,0-1 0,1 1-1,-3 7 1,1 3-62,0-1 1,-2 22-1,3-21 75,-2 85 6673,6-105-4450,3-6-2326,0 0 0,1 0 0,1 0 0,0 1 0,1 0 0,0 0 0,0 1 0,1 0 0,1 0 0,-1 1 0,2 0 0,-1 1 0,1 0 0,0 1 0,15-7 0,-10 6-41,0 2 0,1 0-1,0 0 1,0 2 0,1 0 0,-1 1 0,1 1 0,-1 1 0,23 0 0,-33 2 116,0-1 1,0 1-1,0 1 1,0-1 0,0 1-1,0 1 1,-1-1-1,1 1 1,-1 0-1,1 1 1,6 4 0,-9-4-48,1 0 1,-1 0-1,-1 0 1,1 0 0,0 1-1,-1-1 1,0 1 0,0 0-1,-1 0 1,1 0 0,-1 0-1,0 1 1,0-1 0,-1 1-1,2 10 1,-2-13 138,-1 1 1,0-1-1,1 0 0,-1 1 0,0-1 1,-1 0-1,1 1 0,-1-1 0,1 0 1,-1 0-1,0 1 0,0-1 0,0 0 1,-1 0-1,1 0 0,-1 0 0,0 0 1,0-1-1,0 1 0,-2 2 0,-2 1-1859</inkml:trace>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04.943"/>
    </inkml:context>
    <inkml:brush xml:id="br0">
      <inkml:brushProperty name="width" value="0.05" units="cm"/>
      <inkml:brushProperty name="height" value="0.05" units="cm"/>
      <inkml:brushProperty name="color" value="#004F8B"/>
    </inkml:brush>
  </inkml:definitions>
  <inkml:trace contextRef="#ctx0" brushRef="#br0">48 1 248,'-24'47'0,"24"-45"32,0-1 24,-2 2 280,-18 45 208,20-47 464,-2 1-591</inkml:trace>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05.468"/>
    </inkml:context>
    <inkml:brush xml:id="br0">
      <inkml:brushProperty name="width" value="0.05" units="cm"/>
      <inkml:brushProperty name="height" value="0.05" units="cm"/>
      <inkml:brushProperty name="color" value="#004F8B"/>
    </inkml:brush>
  </inkml:definitions>
  <inkml:trace contextRef="#ctx0" brushRef="#br0">188 11 6537,'-3'-2'95,"0"1"0,-1-1 0,1 1 0,0 0 0,-1 0 0,1 0 0,-1 1 0,1-1 0,-1 1 0,0 0 0,-3 0 0,-4 0-102,5 0-38,-1 1 1,0-1 0,0 1 0,1 0-1,-1 1 1,0 0 0,1 0-1,-1 0 1,1 1 0,0 0 0,0 0-1,0 0 1,0 1 0,-6 6-1,10-9 218,4 4 733,0-2-781,1 1 0,-1-1-1,1 0 1,-1 0-1,1 0 1,0 0-1,0-1 1,0 1 0,1-1-1,-1 0 1,0 0-1,7 3 1,55 21 491,-22-9-598,-34-14-207,0 2 1,0-1-1,0 2 0,-1-1 0,0 1 0,13 12 1,-20-17 136,1 0 0,-1 1 0,0 0 0,0-1 0,0 1 0,0 0 0,0 0 0,0-1 0,0 1 0,0 0 0,-1 0 0,1 0 0,-1 0 0,0 0 0,1 0 0,-1 3 0,-1-3 52,1 0 0,-1 1 0,1-1 0,-1 0 0,0 0 0,0 1 0,0-1 0,0 0 0,-1 0 0,1 0 0,-1 0 0,1-1 0,-1 1 1,1 0-1,-1-1 0,0 1 0,-2 1 0,-8 5 53,0 0 0,0-1 0,0 0 0,-1-1-1,0-1 1,0 0 0,-17 4 0,-98 11 8205,132-28-6884,4-5-1821,-2 8 250,1 0 0,0 0 0,0 1 0,0 0 0,16-7 0,-17 8-72,42-17-1987</inkml:trace>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06.297"/>
    </inkml:context>
    <inkml:brush xml:id="br0">
      <inkml:brushProperty name="width" value="0.05" units="cm"/>
      <inkml:brushProperty name="height" value="0.05" units="cm"/>
      <inkml:brushProperty name="color" value="#004F8B"/>
    </inkml:brush>
  </inkml:definitions>
  <inkml:trace contextRef="#ctx0" brushRef="#br0">59 146 6025,'-2'-6'837,"-1"0"-27,1 1 0,-1-1 0,2 0 0,-1 0 0,0 1 0,0-8 0,2 10-733,0 1 1,1 0-1,-1 0 0,0-1 1,1 1-1,-1 0 0,1-1 0,0 1 1,0 0-1,0 0 0,0 0 0,0 0 1,0 0-1,1 0 0,-1 0 1,1 0-1,-1 1 0,1-1 0,3-2 1,4-3-148,1 1 1,0 1 0,0 0 0,0 0 0,0 1 0,1 0-1,0 1 1,-1 0 0,1 1 0,0 0 0,1 1-1,-1 0 1,0 1 0,0 0 0,0 0 0,22 5-1,-28-4-48,-1 0 0,1 1 0,-1-1 0,1 1 0,-1 0 0,0 0-1,0 1 1,0-1 0,0 1 0,0 0 0,-1 0 0,1 0-1,-1 0 1,0 1 0,0 0 0,0-1 0,0 1 0,0 0 0,-1 0-1,0 1 1,0-1 0,0 0 0,0 1 0,-1-1 0,0 1 0,0-1-1,0 1 1,0 0 0,-1 0 0,0 7 0,0-4 111,-1-1 1,0 1 0,0-1-1,-1 0 1,0 1 0,0-1-1,-1 0 1,0 0 0,0 0-1,-1-1 1,1 1-1,-2-1 1,1 0 0,-1 0-1,1 0 1,-2-1 0,1 1-1,-11 7 1,-9 2 46,0 0 0,-1-2 0,-55 18 0,47-18 28,-56 28-1,88-40 732,7 0-417,20 2-107,0-1 0,0-2-1,0 0 1,0-2 0,44-8 0,-24 4-506,26-4-588,-2-2-372</inkml:trace>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06.797"/>
    </inkml:context>
    <inkml:brush xml:id="br0">
      <inkml:brushProperty name="width" value="0.05" units="cm"/>
      <inkml:brushProperty name="height" value="0.05" units="cm"/>
      <inkml:brushProperty name="color" value="#004F8B"/>
    </inkml:brush>
  </inkml:definitions>
  <inkml:trace contextRef="#ctx0" brushRef="#br0">83 35 3609,'-2'1'-20,"-1"0"1,0 0 0,0 0 0,0 0-1,1 1 1,-1-1 0,0 1-1,1-1 1,0 1 0,-1 0 0,1 0-1,0 0 1,0 0 0,0 0-1,0 1 1,0-1 0,0 1-1,1-1 1,-1 1 0,1 0 0,0-1-1,-1 4 1,-3 9-407,0-1-1,2 1 1,-3 18 0,1-7 374,2-7 39,-2 38-1,5-23 8266,8-62-4685,0 7-3229,-4 7-371,1 0 0,0 0 1,1 0-1,0 1 0,1 0 0,1 0 1,0 0-1,0 1 0,1 0 1,15-14-1,-15 17-80,0 0 0,1 1 1,0 1-1,0-1 0,0 2 0,1-1 1,0 1-1,0 1 0,1 0 0,-1 1 0,1 0 1,23-4-1,-31 7 15,0 1 0,0 0 0,1 0 0,-1 0 0,0 0 0,0 1 0,0-1 0,0 1-1,0 0 1,0 1 0,0-1 0,0 1 0,-1-1 0,1 1 0,6 5 0,-5-3-149,0 0-1,0 1 0,0 0 1,-1 0-1,0 0 1,0 0-1,0 1 0,-1-1 1,4 9-1,-1-1 55,-1 1 0,-1-1 0,0 1 0,0 0 0,-2 0 0,0 1-1,0-1 1,-2 25 0,-4-3 1056,3-27-2062</inkml:trace>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07.411"/>
    </inkml:context>
    <inkml:brush xml:id="br0">
      <inkml:brushProperty name="width" value="0.05" units="cm"/>
      <inkml:brushProperty name="height" value="0.05" units="cm"/>
      <inkml:brushProperty name="color" value="#004F8B"/>
    </inkml:brush>
  </inkml:definitions>
  <inkml:trace contextRef="#ctx0" brushRef="#br0">493 275 8530,'-1'-4'122,"0"1"1,-1-1-1,0 1 1,0-1 0,0 1-1,0 0 1,0 0-1,-1 0 1,1 0-1,-1 0 1,0 0-1,0 1 1,0 0 0,0-1-1,-6-2 1,2 1-217,0 2 0,0-1 0,0 1 0,0 0 0,0 0 0,-1 1 0,-12-1 0,-6 2-378,0 1-1,1 1 1,-44 10 0,49-8 371,1 1 0,0 1 0,0 0 0,1 1 0,0 1 0,-28 18 0,40-23 82,1 0 0,0 1 0,0 0 0,0 0-1,0 0 1,1 1 0,0-1 0,0 1 0,0 0 0,0 0-1,1 1 1,0-1 0,0 1 0,0 0 0,1-1 0,0 1-1,0 0 1,0 1 0,1-1 0,0 0 0,0 0 0,0 0-1,1 1 1,1 11 0,-1-15 104,1-1 1,-1 0-1,1 0 0,-1 0 1,1 0-1,0 0 0,0 0 1,0-1-1,0 1 0,0 0 1,0 0-1,1-1 1,-1 1-1,1-1 0,-1 1 1,1-1-1,-1 1 0,3 0 1,0 1 129,0-1 1,0 0-1,1 0 1,-1-1-1,1 1 1,-1-1-1,9 1 1,4 0 268,1-1 1,-1-1-1,23-2 1,-40 2-485,16-1 123,0-1 1,0 0-1,-1-2 0,1 1 1,-1-2-1,20-8 1,-26 8-54,0 1 0,-1-2 0,0 1 0,0-1 0,0 0 1,-1-1-1,0 0 0,0 0 0,-1 0 0,0-1 0,9-14 1,-4 2 33,-1-1 1,0 0 0,-2 0 0,0-1 0,6-31 0,-7 13-145,-1 0 1,1-48-1,-8 61-204,1 25-38,-5 5-4309,-1 2 4404,0 0-1,1 1 1,0 0-1,0 0 1,0 0 0,1 1-1,0-1 1,0 1-1,1 0 1,0 0-1,0 1 1,0-1-1,1 0 1,0 1 0,1 0-1,-1 9 1,-3 22 206,1 74 1,4-101-61,0 12 109,-1 7 271,2-1 0,1 0-1,7 35 1,-4-43 381</inkml:trace>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08.107"/>
    </inkml:context>
    <inkml:brush xml:id="br0">
      <inkml:brushProperty name="width" value="0.05" units="cm"/>
      <inkml:brushProperty name="height" value="0.05" units="cm"/>
      <inkml:brushProperty name="color" value="#004F8B"/>
    </inkml:brush>
  </inkml:definitions>
  <inkml:trace contextRef="#ctx0" brushRef="#br0">79 73 5185,'11'-72'8169,"-11"71"-8231,-6 23-8702,-43 232 6702,20-86 2430,28-165-89,-4 28-484,8-13 4821,9-14-5,14-1-4075,-1 0 1,0-2 0,36-2-1,86-12-239,-86 6-180,102-13-3084,-130 15 761</inkml:trace>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08.673"/>
    </inkml:context>
    <inkml:brush xml:id="br0">
      <inkml:brushProperty name="width" value="0.05" units="cm"/>
      <inkml:brushProperty name="height" value="0.05" units="cm"/>
      <inkml:brushProperty name="color" value="#004F8B"/>
    </inkml:brush>
  </inkml:definitions>
  <inkml:trace contextRef="#ctx0" brushRef="#br0">439 85 5305,'-7'-8'392,"0"1"1,-1 0-1,0 0 0,0 1 1,0 0-1,-1 0 0,0 1 1,0 0-1,-1 1 0,-17-6 1,17 7-477,-1 0 1,0 1 0,0 0-1,0 1 1,-1 1 0,1 0-1,0 0 1,0 1 0,0 0-1,0 1 1,0 1-1,0-1 1,0 2 0,1-1-1,-1 1 1,1 1 0,0 0-1,1 1 1,-1 0 0,1 0-1,0 1 1,0 0 0,1 0-1,0 1 1,-8 10 0,9-8 23,0-1 1,1 1 0,0 0-1,1 1 1,0-1 0,0 1-1,1 0 1,-4 18 0,7-26 165,1-1 1,-1 1 0,1 0-1,-1 0 1,1 0-1,0 0 1,0-1 0,1 1-1,-1 0 1,0 0 0,1 0-1,0-1 1,-1 1 0,1 0-1,0 0 1,1-1-1,-1 1 1,0-1 0,1 1-1,-1-1 1,1 0 0,0 0-1,0 1 1,0-1 0,0 0-1,0-1 1,0 1-1,1 0 1,-1-1 0,0 1-1,1-1 1,-1 0 0,1 1-1,0-1 1,-1-1 0,1 1-1,0 0 1,0-1-1,0 1 1,3-1 0,2 1 29,0 0 1,0 0-1,0-1 1,-1 0-1,1-1 1,0 0-1,0 0 1,0-1-1,0 0 1,-1 0-1,1-1 1,-1 0-1,0 0 1,1 0-1,-1-1 1,-1 0-1,1-1 1,7-6-1,-4 2 48,-1-1-1,0 0 0,0 0 0,-1-1 1,-1 0-1,1-1 0,-2 0 0,0 0 1,9-24-1,19-78 212,-33 111-513,-9 25-7867,3-9 7323,-9 26-194,6-20 886,1 0 0,-5 25 0,11-39 34,0-1 0,0 0 0,1 1 1,0-1-1,0 0 0,0 1 0,0-1 1,1 0-1,-1 0 0,1 1 0,0-1 0,0 0 1,1 0-1,-1 0 0,1 0 0,3 5 1,11 9-826</inkml:trace>
</inkml:ink>
</file>

<file path=ppt/ink/ink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09.345"/>
    </inkml:context>
    <inkml:brush xml:id="br0">
      <inkml:brushProperty name="width" value="0.05" units="cm"/>
      <inkml:brushProperty name="height" value="0.05" units="cm"/>
      <inkml:brushProperty name="color" value="#004F8B"/>
    </inkml:brush>
  </inkml:definitions>
  <inkml:trace contextRef="#ctx0" brushRef="#br0">97 133 3449,'-8'3'225,"4"0"-334,0 0 0,0 1 0,0-1 0,1 1 0,-1 0 0,1 0 0,0 0 0,0 0 0,0 0 0,0 1 0,1-1 0,0 1 0,0 0 0,0 0 0,-1 6 0,-6 16-177,2-8 291,1-1 0,1 1-1,1 0 1,1 1 0,0-1-1,1 0 1,1 28 0,2-45 259,-1 1 0,1-1 1,-1 0-1,1 0 0,0 1 1,-1-1-1,1 0 0,0 0 1,1 0-1,-1 0 0,0 0 1,1 0-1,-1-1 0,1 1 1,-1 0-1,1-1 0,0 1 1,-1-1-1,1 1 0,3 0 1,-1 0 54,1 0 1,-1 0 0,1-1-1,0 1 1,-1-1 0,1 0-1,0-1 1,0 1 0,5-1-1,10-1 132,-1-1 0,0 0 0,32-9 0,-32 6-330,0 0-1,-1-1 0,0-1 0,0-1 1,-1-1-1,28-17 0,-37 19 20,0 1-1,0-1 1,0 0-1,-1-1 1,0 0-1,-1 0 1,1 0-1,-2-1 1,1 0-1,-1 0 1,-1-1 0,1 1-1,4-20 1,3-32 720,-12 59-807,-4 22-8105,2-6 7889,0 0 0,1 0 0,0 0 1,1 1-1,3 16 0,-3-26 270,1 0 0,0 0 0,0 0 0,0 0-1,1 0 1,0-1 0,0 1 0,0 0 0,0-1 0,1 1 0,0-1 0,0 0 0,0 0-1,0 0 1,1 0 0,-1-1 0,1 1 0,0-1 0,0 0 0,1 0 0,5 3 0,2-1 154,0-1 1,0 0 0,0-1-1,0-1 1,0 0-1,1 0 1,-1-1 0,1-1-1,-1 0 1,1 0 0,-1-2-1,1 1 1,-1-2-1,0 0 1,19-6 0,-17 4-206,-1-1-1,-1 1 1,1-2 0,-1 0 0,0 0 0,-1-1 0,0-1-1,0 0 1,-1 0 0,0-1 0,0 0 0,-1-1 0,13-20-1,-13 16-109,-1-2-1,-1 1 1,0-1-1,7-26 1,-12 33-40,0 0 0,0 1 0,-1-1 0,0 0 1,-1 0-1,0 0 0,0 0 0,-1 1 0,-4-19 0,4 26-7,0-1-1,0 0 1,0 0-1,0 1 0,-1-1 1,1 1-1,-1-1 1,0 1-1,0 0 0,1-1 1,-1 1-1,-1 0 0,1 0 1,0 0-1,0 1 1,-1-1-1,1 1 0,-1-1 1,0 1-1,1 0 1,-5-2-1,0 2-149,1-1 0,-1 1-1,0 0 1,0 0 0,0 1 0,0 0 0,-12 2 0,-15 3-916</inkml:trace>
</inkml:ink>
</file>

<file path=ppt/ink/ink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09.592"/>
    </inkml:context>
    <inkml:brush xml:id="br0">
      <inkml:brushProperty name="width" value="0.05" units="cm"/>
      <inkml:brushProperty name="height" value="0.05" units="cm"/>
      <inkml:brushProperty name="color" value="#004F8B"/>
    </inkml:brush>
  </inkml:definitions>
  <inkml:trace contextRef="#ctx0" brushRef="#br0">48 0 4009,'2'27'416,"1"0"424,-3-1-128,0-2-288,-3 1-56,-2 0-31,-4 0 7,-6 5 120,-6 3 160</inkml:trace>
</inkml:ink>
</file>

<file path=ppt/ink/ink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11.218"/>
    </inkml:context>
    <inkml:brush xml:id="br0">
      <inkml:brushProperty name="width" value="0.05" units="cm"/>
      <inkml:brushProperty name="height" value="0.05" units="cm"/>
      <inkml:brushProperty name="color" value="#004F8B"/>
    </inkml:brush>
  </inkml:definitions>
  <inkml:trace contextRef="#ctx0" brushRef="#br0">0 14 728,'0'0'2346,"7"1"-564,41 4-732,0-3 0,0-1 1,71-9-1,-36 3-476,-39 3-363,154-6 847</inkml:trace>
</inkml:ink>
</file>

<file path=ppt/ink/ink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12.075"/>
    </inkml:context>
    <inkml:brush xml:id="br0">
      <inkml:brushProperty name="width" value="0.05" units="cm"/>
      <inkml:brushProperty name="height" value="0.05" units="cm"/>
      <inkml:brushProperty name="color" value="#004F8B"/>
    </inkml:brush>
  </inkml:definitions>
  <inkml:trace contextRef="#ctx0" brushRef="#br0">9 6 4121,'0'0'2380,"14"-2"513,6 0-2552,0 1 0,0 1 0,0 0 0,-1 2 0,31 5 0,-19-1-287,-1 2 0,-1 1 0,1 1-1,-1 2 1,-1 1 0,44 26 0,-70-38-82,-1 1 1,1-1-1,0 1 0,0-1 1,-1 1-1,1 0 0,-1 0 0,1-1 1,-1 1-1,0 0 0,0 0 0,0 1 1,0-1-1,0 0 0,0 0 0,0 0 1,-1 1-1,1-1 0,-1 0 0,0 0 1,0 1-1,1-1 0,-2 0 0,1 1 1,0-1-1,0 0 0,-1 1 1,1-1-1,-1 0 0,0 0 0,1 1 1,-1-1-1,0 0 0,-2 2 0,-4 8 5,0 0 0,-2-1 0,1 0-1,-17 16 1,10-11 65,-13 11-18,-1-1 1,-1-2 0,0-1 0,-2-1 0,-49 24-1,-13 10-40,55-27-51,38-28 75,0-1 14,1 0-1,0 0 1,0 1-1,0-1 1,0 0-1,0 0 1,0 0-1,0 1 1,0-1-1,0 0 1,0 0-1,0 0 1,0 1-1,0-1 1,0 0 0,0 0-1,0 0 1,0 1-1,0-1 1,0 0-1,0 0 1,0 0-1,0 1 1,0-1-1,0 0 1,0 0-1,0 0 1,1 1-1,-1-1 1,0 0-1,0 0 1,0 0 0,0 0-1,0 0 1,1 1-1,-1-1 1,0 0-1,0 0 1,0 0-1,1 0 1,-1 0-1,0 0 1,0 0-1,0 0 1,1 0-1,-1 0 1,0 1 0,7 1 73,-1 0 1,0 0-1,1-1 1,0 0-1,-1 0 1,1 0-1,0-1 1,7 0-1,64-8 241,-36 4-266,424-30 1230,-464 34-633,0 0-1587</inkml:trace>
</inkml:ink>
</file>

<file path=ppt/ink/ink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12.473"/>
    </inkml:context>
    <inkml:brush xml:id="br0">
      <inkml:brushProperty name="width" value="0.05" units="cm"/>
      <inkml:brushProperty name="height" value="0.05" units="cm"/>
      <inkml:brushProperty name="color" value="#004F8B"/>
    </inkml:brush>
  </inkml:definitions>
  <inkml:trace contextRef="#ctx0" brushRef="#br0">67 0 5097,'0'0'902,"-1"6"-3299,-28 206 1417,13-113 4637,-5 157 1086</inkml:trace>
</inkml:ink>
</file>

<file path=ppt/ink/ink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12.775"/>
    </inkml:context>
    <inkml:brush xml:id="br0">
      <inkml:brushProperty name="width" value="0.05" units="cm"/>
      <inkml:brushProperty name="height" value="0.05" units="cm"/>
      <inkml:brushProperty name="color" value="#004F8B"/>
    </inkml:brush>
  </inkml:definitions>
  <inkml:trace contextRef="#ctx0" brushRef="#br0">2 56 4393,'-1'-12'8180,"1"11"-7998,1 0 0,0 0 0,-1 0 0,1 0 0,0 0 0,0 0 0,-1 1 0,1-1 0,0 0 0,0 0 0,0 1 0,0-1 0,2-1 0,30-8-969,56-1 884,0 4 0,91 4-1,-161 5-1333,-1 0-892</inkml:trace>
</inkml:ink>
</file>

<file path=ppt/ink/ink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13.068"/>
    </inkml:context>
    <inkml:brush xml:id="br0">
      <inkml:brushProperty name="width" value="0.05" units="cm"/>
      <inkml:brushProperty name="height" value="0.05" units="cm"/>
      <inkml:brushProperty name="color" value="#004F8B"/>
    </inkml:brush>
  </inkml:definitions>
  <inkml:trace contextRef="#ctx0" brushRef="#br0">1 47 3825,'1'0'5705,"1"0"-4561,-1 0-120,45 0-151,-28 0-81,4-3-152,2-3-120,4-1-216,3 1-80,2-2-128,1 2-48,1 0-760,-4 2-768</inkml:trace>
</inkml:ink>
</file>

<file path=ppt/ink/ink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13.856"/>
    </inkml:context>
    <inkml:brush xml:id="br0">
      <inkml:brushProperty name="width" value="0.05" units="cm"/>
      <inkml:brushProperty name="height" value="0.05" units="cm"/>
      <inkml:brushProperty name="color" value="#004F8B"/>
    </inkml:brush>
  </inkml:definitions>
  <inkml:trace contextRef="#ctx0" brushRef="#br0">0 0 4329,'0'0'8166,"8"3"-8821,9 9 549,-1 1 1,-1 1-1,0 0 0,14 17 1,33 30 190,9 2 525,-70-62-316,1-1-574</inkml:trace>
</inkml:ink>
</file>

<file path=ppt/ink/ink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14.157"/>
    </inkml:context>
    <inkml:brush xml:id="br0">
      <inkml:brushProperty name="width" value="0.05" units="cm"/>
      <inkml:brushProperty name="height" value="0.05" units="cm"/>
      <inkml:brushProperty name="color" value="#004F8B"/>
    </inkml:brush>
  </inkml:definitions>
  <inkml:trace contextRef="#ctx0" brushRef="#br0">437 0 4601,'-5'7'-744,"-55"68"1852,-125 119-1,24-28 729,145-149-1159,7-4-356</inkml:trace>
</inkml:ink>
</file>

<file path=ppt/ink/ink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14.815"/>
    </inkml:context>
    <inkml:brush xml:id="br0">
      <inkml:brushProperty name="width" value="0.05" units="cm"/>
      <inkml:brushProperty name="height" value="0.05" units="cm"/>
      <inkml:brushProperty name="color" value="#004F8B"/>
    </inkml:brush>
  </inkml:definitions>
  <inkml:trace contextRef="#ctx0" brushRef="#br0">10 45 3673,'-9'-1'9324,"313"-40"-7959,-266 38-3618,-23 5-510</inkml:trace>
</inkml:ink>
</file>

<file path=ppt/ink/ink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15.080"/>
    </inkml:context>
    <inkml:brush xml:id="br0">
      <inkml:brushProperty name="width" value="0.05" units="cm"/>
      <inkml:brushProperty name="height" value="0.05" units="cm"/>
      <inkml:brushProperty name="color" value="#004F8B"/>
    </inkml:brush>
  </inkml:definitions>
  <inkml:trace contextRef="#ctx0" brushRef="#br0">13 19 2593,'-7'3'664,"1"0"3088,27 0-2735,-3-2 71,16-1-96,1 0-224,13-3-376,2-1-144,6-1-144,3-1-152,8 0-1072,6 2-1304</inkml:trace>
</inkml:ink>
</file>

<file path=ppt/ink/ink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15.874"/>
    </inkml:context>
    <inkml:brush xml:id="br0">
      <inkml:brushProperty name="width" value="0.05" units="cm"/>
      <inkml:brushProperty name="height" value="0.05" units="cm"/>
      <inkml:brushProperty name="color" value="#004F8B"/>
    </inkml:brush>
  </inkml:definitions>
  <inkml:trace contextRef="#ctx0" brushRef="#br0">28 80 2545,'0'0'1384,"0"7"-2799,-28 365 4417,32-385 6015,6-12-6318,19-56-3334,-22 59 648,0-7-282,2 1-1,1 0 1,23-43-1,-30 65 164,0 0 0,0 0 0,1 1 0,0 0 0,0-1 0,0 2 0,1-1 0,0 0 0,0 1 0,0 0 0,0 0 0,1 0 0,-1 1 0,1 0 0,0 0 0,0 0 0,0 1 0,1 0 0,-1 0 0,0 1 0,1-1 0,8 1-1,-9 1 6,0 1-1,0 0 0,0 0 0,0 1 0,0 0 1,0 0-1,0 0 0,0 1 0,-1-1 0,0 1 0,1 1 1,-1-1-1,0 1 0,-1 0 0,1 0 0,-1 0 0,5 7 1,4 3 7,-2 0 1,0 1-1,-1 0 1,12 25-1,-15-29 148,-2 1-1,0 0 1,0 0-1,-1 0 1,0 1 0,-1-1-1,-1 1 1,0 0-1,0 17 1,-2-29 18,0-1-1,0 0 1,0 0-1,0 0 1,0 1 0,0-1-1,0 0 1,0 0-1,0 1 1,0-1-1,0 0 1,0 0-1,0 0 1,-1 1 0,1-1-1,0 0 1,0 0-1,0 0 1,0 0-1,0 1 1,-1-1 0,1 0-1,0 0 1,0 0-1,0 0 1,-1 0-1,1 0 1,0 0 0,0 1-1,0-1 1,-1 0-1,1 0 1,0 0-1,0 0 1,-1 0 0,1 0-1,0 0 1,0 0-1,-1 0 1,1 0-1,0 0 1,0 0 0,0-1-1,-1 1 1,1 0-1,0 0 1,0 0-1,0 0 1,-1 0 0,1 0-1,0 0 1,0-1-1,0 1 1,-1 0-1,1 0 1,0 0 0,0 0-1,0-1 1,0 1-1,0 0 1,0 0-1,-1 0 1,1-1 0,-11-10 175,9 7-174,0 0 0,0 0 0,0 0 0,0-1 0,0 1 1,1-1-1,0 1 0,0-1 0,0 0 0,1 1 0,-1-1 0,1 0 1,1-6-1,0 1-159,0-1 1,1 0 0,0 0 0,6-15-1,-3 13-67,0 1-1,1 0 1,1 1-1,0 0 0,0 0 1,1 0-1,1 1 1,0 0-1,0 1 1,1 0-1,0 0 1,0 1-1,16-9 1,-9 7 19,0 1 0,0 0 0,1 2 0,0 0 0,0 1 1,1 1-1,0 0 0,30-2 0,-39 6 115,0 1-1,0 0 1,0 1 0,-1 0-1,1 0 1,0 1-1,-1 1 1,1-1 0,-1 1-1,0 1 1,0 0-1,0 0 1,-1 1 0,1 0-1,-1 1 1,0-1-1,-1 2 1,1-1 0,10 13-1,-13-14 41,-1 1 0,1 0 0,-1 0-1,0 1 1,-1-1 0,0 1 0,0 0-1,0 0 1,-1 0 0,0 0 0,0 1-1,0-1 1,-1 0 0,-1 1 0,1-1 0,-1 1-1,0-1 1,-1 1 0,0-1 0,0 1-1,0-1 1,-1 0 0,0 0 0,-1 0-1,-5 12 1,-5 11-1152,11-18-768</inkml:trace>
</inkml:ink>
</file>

<file path=ppt/ink/ink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16.622"/>
    </inkml:context>
    <inkml:brush xml:id="br0">
      <inkml:brushProperty name="width" value="0.05" units="cm"/>
      <inkml:brushProperty name="height" value="0.05" units="cm"/>
      <inkml:brushProperty name="color" value="#004F8B"/>
    </inkml:brush>
  </inkml:definitions>
  <inkml:trace contextRef="#ctx0" brushRef="#br0">426 75 4289,'-16'-9'1023,"0"1"0,-1 0 1,-21-6-1,13 7-1014,0 1-1,-1 0 1,0 3 0,0 0 0,0 1-1,-40 3 1,62-1-66,-1 1 0,1-1 0,0 1 0,-1 0 0,1 1 0,0-1 0,0 1 0,0-1 0,0 1 0,0 1 0,1-1 0,-1 0 0,1 1 0,-1 0-1,-2 3 1,1-1-26,0 1 0,1-1-1,0 1 1,0 0 0,1 0-1,0 1 1,0-1 0,-4 12-1,3-3 144,1 0 0,0 1 0,1-1 0,0 1-1,1 0 1,1-1 0,4 30 0,-4-40 84,1 0-1,0 1 1,1-1 0,-1-1 0,1 1 0,0 0-1,0 0 1,0-1 0,1 1 0,0-1-1,0 1 1,0-1 0,0 0 0,1 0 0,-1-1-1,1 1 1,0-1 0,0 0 0,0 0 0,1 0-1,-1 0 1,1-1 0,-1 0 0,1 0-1,0 0 1,0 0 0,0-1 0,0 0 0,0 0-1,0 0 1,0-1 0,1 1 0,-1-1-1,0-1 1,0 1 0,0-1 0,0 0 0,0 0-1,0 0 1,0 0 0,0-1 0,6-3 0,-1 0-73,0 0 1,-1 0 0,0-1 0,1-1 0,-2 1 0,1-1 0,-1-1 0,0 0 0,-1 0 0,0 0 0,0-1 0,-1 0 0,0-1 0,-1 1 0,1-1 0,4-15 0,1-6-144,-1 0 0,-1-1 0,-2 0 0,4-41 1,-11 73-69,0 0 1,0-1-1,0 1 1,0 0-1,0 0 1,0 0-1,0-1 1,0 1 0,0 0-1,0 0 1,0-1-1,0 1 1,0 0-1,0 0 1,0-1-1,0 1 1,0 0-1,0 0 1,0 0-1,0-1 1,0 1 0,0 0-1,-1 0 1,1 0-1,0-1 1,0 1-1,0 0 1,0 0-1,0 0 1,-1 0-1,1 0 1,0-1-1,0 1 1,0 0 0,-1 0-1,1 0 1,0 0-1,-10 3-1230,-6 9 864,11-4 325,0-1 0,0 1 1,0 0-1,1 1 0,1-1 1,-1 1-1,1-1 0,1 1 1,-3 11-1,1-4 188,-2 6 247,0-1 0,1 1-1,2 0 1,0 0-1,1 1 1,2-1-1,3 43 1,-2-61-153,0-1 1,0 1-1,1-1 1,-1 1-1,1-1 1,0 0-1,0 1 1,0-1-1,0 0 0,0 0 1,1-1-1,-1 1 1,1 0-1,0-1 1,0 0-1,0 0 1,0 0-1,0 0 1,0 0-1,1 0 0,-1-1 1,0 1-1,1-1 1,-1 0-1,1 0 1,4 0-1,33 8-669</inkml:trace>
</inkml:ink>
</file>

<file path=ppt/ink/ink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16.935"/>
    </inkml:context>
    <inkml:brush xml:id="br0">
      <inkml:brushProperty name="width" value="0.05" units="cm"/>
      <inkml:brushProperty name="height" value="0.05" units="cm"/>
      <inkml:brushProperty name="color" value="#004F8B"/>
    </inkml:brush>
  </inkml:definitions>
  <inkml:trace contextRef="#ctx0" brushRef="#br0">0 1 4217,'0'0'4127,"3"7"-4855,14 39 757,-4-12 431,0-1-1,35 59 0,-42-82-251,0-1 0,1 0 0,1 0-1,-1-1 1,1 0 0,1 0 0,0-1-1,0 0 1,0 0 0,1-1 0,-1 0-1,2-1 1,16 7 0,-12-7-362,1-1-1,28 4 1,-4-3-1297</inkml:trace>
</inkml:ink>
</file>

<file path=ppt/ink/ink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17.104"/>
    </inkml:context>
    <inkml:brush xml:id="br0">
      <inkml:brushProperty name="width" value="0.05" units="cm"/>
      <inkml:brushProperty name="height" value="0.05" units="cm"/>
      <inkml:brushProperty name="color" value="#004F8B"/>
    </inkml:brush>
  </inkml:definitions>
  <inkml:trace contextRef="#ctx0" brushRef="#br0">384 5 3241,'-6'-3'480,"-3"2"568,-8 5-720,-9 6-176,-13 17-112,-5 11 0,-14 19 128,2 5 56,-8 5 248,-1-4 168</inkml:trace>
</inkml:ink>
</file>

<file path=ppt/ink/ink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21.311"/>
    </inkml:context>
    <inkml:brush xml:id="br0">
      <inkml:brushProperty name="width" value="0.05" units="cm"/>
      <inkml:brushProperty name="height" value="0.05" units="cm"/>
      <inkml:brushProperty name="color" value="#004F8B"/>
    </inkml:brush>
  </inkml:definitions>
  <inkml:trace contextRef="#ctx0" brushRef="#br0">0 287 2136,'4'-21'1845,"0"-1"-1,1 0 0,9-22 0,-8 27-710,-1 0 0,0-1-1,-1 0 1,-1 1 0,1-24-1,-4 40-890,7 49-8539,-7 27 7951,0-44 120,20 469 724,-17-481 8285,-2-38-6951,-3-40-2098,-51-301 406,46 322-133,6 31-5,-4-15-16,1-1 0,0 0-1,2 0 1,1 0 0,1 0 0,5-33 0,-5 54-18,0 1 153,0 1-179,0-1 0,-1 1 0,1-1-1,0 1 1,0 0 0,0-1 0,0 1 0,0-1 0,0 1-1,0 0 1,0-1 0,1 1 0,-1-1 0,0 1 0,0 0-1,0-1 1,0 1 0,0-1 0,1 1 0,-1 0 0,0-1-1,0 1 1,1 0 0,-1 0 0,0-1 0,1 1 0,-1 0-1,0-1 1,0 1 0,1 0 0,-1 0 0,1 0-1,-1-1 1,0 1 0,1 0 0,-1 0 0,0 0 0,1 0-1,-1 0 1,1 0 0,-1 0 0,0 0 0,1 0 0,-1 0-1,1 0 1,-1 0 0,1 0 0,0 0 0,55-7 96,75 0 0,-16 2 29,175-7-454</inkml:trace>
</inkml:ink>
</file>

<file path=ppt/ink/ink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21.907"/>
    </inkml:context>
    <inkml:brush xml:id="br0">
      <inkml:brushProperty name="width" value="0.05" units="cm"/>
      <inkml:brushProperty name="height" value="0.05" units="cm"/>
      <inkml:brushProperty name="color" value="#004F8B"/>
    </inkml:brush>
  </inkml:definitions>
  <inkml:trace contextRef="#ctx0" brushRef="#br0">1 39 1256,'0'0'7621,"9"0"-6760,215-12 29,-144 5-568,0-1 88,102-4 3596</inkml:trace>
</inkml:ink>
</file>

<file path=ppt/ink/ink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22.888"/>
    </inkml:context>
    <inkml:brush xml:id="br0">
      <inkml:brushProperty name="width" value="0.05" units="cm"/>
      <inkml:brushProperty name="height" value="0.05" units="cm"/>
      <inkml:brushProperty name="color" value="#004F8B"/>
    </inkml:brush>
  </inkml:definitions>
  <inkml:trace contextRef="#ctx0" brushRef="#br0">16 11 2168,'-15'1'6491,"60"4"-5929,0-1 1,0-3-1,68-6 0,-33 2-274,130-11 643</inkml:trace>
</inkml:ink>
</file>

<file path=ppt/ink/ink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23.304"/>
    </inkml:context>
    <inkml:brush xml:id="br0">
      <inkml:brushProperty name="width" value="0.05" units="cm"/>
      <inkml:brushProperty name="height" value="0.05" units="cm"/>
      <inkml:brushProperty name="color" value="#004F8B"/>
    </inkml:brush>
  </inkml:definitions>
  <inkml:trace contextRef="#ctx0" brushRef="#br0">1 1 1920,'7'6'6412,"22"8"-5162,38 16-1481,-65-29 222,1-1-1,-1 1 0,0 0 0,0 0 0,0 0 0,0 0 1,0 0-1,0 1 0,0-1 0,-1 1 0,1-1 1,0 1-1,-1 0 0,1-1 0,-1 1 0,0 0 1,1 0-1,-1 0 0,0 0 0,0 0 0,0 0 1,-1 1-1,2 3 0,-2-3-7,-1 0 0,1 0 0,-1 0 0,0 0 0,0 0 0,0-1 0,0 1 0,0 0 0,-1 0 0,1-1 0,-1 1 0,0-1 0,0 1 0,0-1 0,0 0 0,0 0 0,-5 4 0,-73 59 448,59-47-766</inkml:trace>
</inkml:ink>
</file>

<file path=ppt/ink/ink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24.106"/>
    </inkml:context>
    <inkml:brush xml:id="br0">
      <inkml:brushProperty name="width" value="0.05" units="cm"/>
      <inkml:brushProperty name="height" value="0.05" units="cm"/>
      <inkml:brushProperty name="color" value="#004F8B"/>
    </inkml:brush>
  </inkml:definitions>
  <inkml:trace contextRef="#ctx0" brushRef="#br0">29 2 2176,'-28'4'4750,"28"-4"-4688,0 0 0,0 0-1,0 0 1,0 1-1,0-1 1,0 0 0,0 0-1,0 1 1,0-1-1,0 0 1,0 0 0,0 0-1,0 1 1,0-1-1,0 0 1,0 0-1,0 0 1,0 1 0,0-1-1,0 0 1,0 0-1,0 0 1,0 1 0,0-1-1,1 0 1,-1 0-1,0 0 1,0 0 0,0 1-1,0-1 1,0 0-1,1 0 1,-1 0-1,0 0 1,0 0 0,0 1-1,0-1 1,1 0-1,-1 0 1,0 0 0,0 0-1,0 0 1,1 0-1,-1 0 1,0 0 0,0 0-1,1 0 1,-1 0-1,0 0 1,0 0-1,1 0 1,5 2 271,1 1-1,-1-1 1,1-1 0,0 0 0,11 1-1,310-10 1379,-222 3-1471,-42 0-209,20 0 3063,-83 5-4252</inkml:trace>
</inkml:ink>
</file>

<file path=ppt/ink/ink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24.494"/>
    </inkml:context>
    <inkml:brush xml:id="br0">
      <inkml:brushProperty name="width" value="0.05" units="cm"/>
      <inkml:brushProperty name="height" value="0.05" units="cm"/>
      <inkml:brushProperty name="color" value="#004F8B"/>
    </inkml:brush>
  </inkml:definitions>
  <inkml:trace contextRef="#ctx0" brushRef="#br0">73 1 7009,'0'0'3405,"-20"147"-12167,-18 177 13813,34-267-3888,-7 138 869,11-194-1725</inkml:trace>
</inkml:ink>
</file>

<file path=ppt/ink/ink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27.853"/>
    </inkml:context>
    <inkml:brush xml:id="br0">
      <inkml:brushProperty name="width" value="0.05" units="cm"/>
      <inkml:brushProperty name="height" value="0.05" units="cm"/>
      <inkml:brushProperty name="color" value="#E71224"/>
    </inkml:brush>
  </inkml:definitions>
  <inkml:trace contextRef="#ctx0" brushRef="#br0">0 1 17230,'174'1279'0,"-200"-2277"0,-122 717 0</inkml:trace>
</inkml:ink>
</file>

<file path=ppt/ink/ink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29.111"/>
    </inkml:context>
    <inkml:brush xml:id="br0">
      <inkml:brushProperty name="width" value="0.05" units="cm"/>
      <inkml:brushProperty name="height" value="0.05" units="cm"/>
      <inkml:brushProperty name="color" value="#E71224"/>
    </inkml:brush>
  </inkml:definitions>
  <inkml:trace contextRef="#ctx0" brushRef="#br0">27 64 3809,'-6'-8'6771,"5"7"-6636,0 0-1,1 0 0,-1 1 1,0-1-1,0 0 0,0 1 1,0-1-1,0 1 0,0-1 0,0 1 1,0-1-1,0 1 0,0 0 1,0-1-1,0 1 0,0 0 1,0 0-1,-2 0 1019,6-2-1090,11-2 17,0 0 1,-1 2 0,1-1 0,0 2-1,1 0 1,16 1 0,14-2 134,61-8 183,180-7 397</inkml:trace>
</inkml:ink>
</file>

<file path=ppt/ink/ink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29.679"/>
    </inkml:context>
    <inkml:brush xml:id="br0">
      <inkml:brushProperty name="width" value="0.05" units="cm"/>
      <inkml:brushProperty name="height" value="0.05" units="cm"/>
      <inkml:brushProperty name="color" value="#E71224"/>
    </inkml:brush>
  </inkml:definitions>
  <inkml:trace contextRef="#ctx0" brushRef="#br0">1 27 2673,'0'0'8941,"5"0"-7816,164-10 880,-51 1-1306,20 2 566,-136 6-1000,4 1-1068</inkml:trace>
</inkml:ink>
</file>

<file path=ppt/ink/ink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31.456"/>
    </inkml:context>
    <inkml:brush xml:id="br0">
      <inkml:brushProperty name="width" value="0.05" units="cm"/>
      <inkml:brushProperty name="height" value="0.05" units="cm"/>
      <inkml:brushProperty name="color" value="#E71224"/>
    </inkml:brush>
  </inkml:definitions>
  <inkml:trace contextRef="#ctx0" brushRef="#br0">343 273 2361,'0'0'5427,"12"-25"256,1-9-5251,-10 26 150,-2 4-192,-2-7-260,3 1-88,-1 7-34,-1-1 1,1 1 0,-1 0-1,0-1 1,0 1 0,0-1 0,0 1-1,-1 0 1,1-1 0,-1 1 0,-1-6-1,-1 0-179,-1 0 1,1 0-1,-1 1 0,-1-1 1,0 1-1,0 0 0,0 0 0,-1 0 1,0 1-1,-1 0 0,-14-12 0,18 16-11,0 1-1,-1-1 1,1 1-1,-1-1 0,0 1 1,0 0-1,0 1 1,0-1-1,0 1 1,0-1-1,-1 1 1,1 1-1,0-1 0,-1 0 1,1 1-1,-1 0 1,1 0-1,0 1 1,-1-1-1,1 1 1,0 0-1,0 0 0,-1 0 1,1 0-1,0 1 1,0 0-1,0 0 1,0 0-1,1 0 0,-5 4 1,-5 4-366,0 0 1,1 2-1,0-1 0,1 2 1,1-1-1,-1 2 0,2-1 1,0 1-1,-7 17 0,7-11 468,0 0 1,2 1-1,1 0 0,1 1 0,0 0 0,-2 31 0,5-18 442,0-1 0,6 55-1,-2-76 85,-1-1 0,2 1-1,-1-1 1,2 0 0,0 0-1,0 0 1,1 0 0,1-1 0,-1 0-1,12 15 1,-13-21-231,1-1 1,-1 0-1,1-1 0,0 1 1,0-1-1,1 0 1,-1 0-1,1 0 0,-1-1 1,1 0-1,0 0 1,0 0-1,0-1 0,0 0 1,0 0-1,0 0 0,0-1 1,0 0-1,0 0 1,9-2-1,6 0 177,-1-1-1,0-1 1,0-1 0,34-14-1,-35 10-819,-1-1-1,0 0 0,0-2 1,16-13-1,-6 3-2734</inkml:trace>
</inkml:ink>
</file>

<file path=ppt/ink/ink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31.957"/>
    </inkml:context>
    <inkml:brush xml:id="br0">
      <inkml:brushProperty name="width" value="0.05" units="cm"/>
      <inkml:brushProperty name="height" value="0.05" units="cm"/>
      <inkml:brushProperty name="color" value="#E71224"/>
    </inkml:brush>
  </inkml:definitions>
  <inkml:trace contextRef="#ctx0" brushRef="#br0">59 51 2897,'0'0'1916,"-2"-1"-2336,-6 9-1286,1 3 1498,1 1 0,0 0-1,1 0 1,0 1 0,1 0-1,1 0 1,0 0 0,-2 26-1,2-8 780,1 1 0,4 36 0,-2-59-218,1-1 0,1 1 0,-1 0 0,1-1 0,1 1 0,-1-1 0,1 0 0,1 0 0,0 0 0,0 0 0,0-1 0,1 0 0,6 7 0,-9-11-127,1 0 0,0-1 0,0 1 1,0-1-1,1 0 0,-1 0 0,0 0 0,1 0 0,-1 0 0,1-1 1,0 0-1,-1 0 0,1 0 0,0 0 0,0 0 0,5-1 0,-3 0 44,0 0 0,1-1 0,-1 0-1,1 0 1,-1 0 0,0-1 0,0 0-1,0-1 1,8-3 0,-4 1 45,0-1 1,0-1 0,0 1-1,-1-2 1,0 1-1,0-1 1,-1-1-1,0 0 1,-1 0-1,11-16 1,-11 10-129,0 0 0,-1 0 0,0-1 0,-1 0 0,-1 0 0,-1 0 0,0 0 0,1-28-1,-4 36-266,1-1-1,-2 1 1,1 0-1,-1 0 0,0 0 1,0 0-1,-1 0 1,0 0-1,-1 0 0,0 0 1,0 1-1,-1-1 1,0 1-1,0 0 0,0 0 1,-1 0-1,0 1 1,0 0-1,-8-8 0,7 10-174,0 0 1,0 1-1,-1 0 0,1 0 0,-1 0 0,1 0 0,-1 1 0,0 0 0,0 1 0,0-1 0,-9 1 0,3 0-87,1 1-1,-1 0 1,0 1 0,0 1 0,-16 3-1,2 3-732</inkml:trace>
</inkml:ink>
</file>

<file path=ppt/ink/ink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32.528"/>
    </inkml:context>
    <inkml:brush xml:id="br0">
      <inkml:brushProperty name="width" value="0.05" units="cm"/>
      <inkml:brushProperty name="height" value="0.05" units="cm"/>
      <inkml:brushProperty name="color" value="#E71224"/>
    </inkml:brush>
  </inkml:definitions>
  <inkml:trace contextRef="#ctx0" brushRef="#br0">397 8 6521,'-12'-3'-19,"0"1"0,0 0-1,-1 1 1,1 1 0,0 0 0,0 1-1,-1 0 1,1 1 0,0 0-1,0 1 1,0 0 0,0 1-1,1 0 1,-1 1 0,1 0 0,0 1-1,1 0 1,-14 11 0,23-16 80,0-1 1,-1 1 0,1 0-1,0 0 1,1 0 0,-1 0 0,0 0-1,0 0 1,0 0 0,0 0-1,1 0 1,-1 0 0,0 0-1,1 1 1,-1-1 0,1 0 0,0 0-1,-1 1 1,1 0 0,0-1-7,0 0 0,1 0 0,-1 0 0,0-1 1,1 1-1,-1 0 0,1 0 0,-1-1 1,0 1-1,1 0 0,0-1 0,-1 1 0,1-1 1,-1 1-1,1 0 0,0-1 0,0 0 0,-1 1 1,1-1-1,0 1 0,0-1 0,0 1 1,8 2 277,1-1 0,-1 1 1,0-2-1,12 2 1,-9-1-288,146 31 96,-142-28-303,1 0-1,-2 1 1,1 1 0,-1 0 0,0 1 0,0 1 0,18 14 0,-31-21 155,0-1 1,0 1 0,0 0 0,0 0-1,0 0 1,0 0 0,0 0-1,-1 0 1,1 0 0,-1 0 0,0 1-1,1-1 1,-1 1 0,0-1-1,-1 1 1,1-1 0,0 1 0,-1 0-1,1-1 1,-1 1 0,0 0-1,0-1 1,0 1 0,0 0 0,0-1-1,-1 1 1,1 0 0,-1-1-1,0 1 1,0-1 0,0 1 0,0-1-1,-2 5 1,-2-1 55,1-1-1,-1 1 1,0-1 0,0 0 0,0 0 0,-1 0-1,0-1 1,0 0 0,0 0 0,0 0-1,-12 4 1,-24 7 167,0-3-1,-1-1 1,0-2 0,0-2-1,-1-2 1,-75-1-1,112-4-119,-39-2 128,44 2-80,-1 0 0,1-1 0,-1 1 0,0-1-1,1 1 1,-1-1 0,1 0 0,-1 0 0,1 0 0,0-1 0,-1 1-1,1 0 1,-3-3 0,5 3-134,-1 0 0,1 1 0,-1-1 0,1 0-1,0 0 1,-1 0 0,1 0 0,0 1 0,0-1 0,0 0-1,0 0 1,0 0 0,0 0 0,0 0 0,0 0-1,0 1 1,0-1 0,0 0 0,0 0 0,1 0 0,-1 0-1,0 1 1,1-1 0,0-1 0,10-19-1603</inkml:trace>
</inkml:ink>
</file>

<file path=ppt/ink/ink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33.194"/>
    </inkml:context>
    <inkml:brush xml:id="br0">
      <inkml:brushProperty name="width" value="0.05" units="cm"/>
      <inkml:brushProperty name="height" value="0.05" units="cm"/>
      <inkml:brushProperty name="color" value="#E71224"/>
    </inkml:brush>
  </inkml:definitions>
  <inkml:trace contextRef="#ctx0" brushRef="#br0">38 84 5657,'0'-3'331,"0"0"1,0 0-1,0 1 0,1-1 0,0 0 1,-1 0-1,1 0 0,0 1 0,0-1 1,1 1-1,-1-1 0,0 1 0,1-1 1,0 1-1,-1 0 0,1-1 0,0 1 0,0 0 1,3-2-1,0 1-171,0-1 1,0 1-1,0 0 1,1 1-1,-1 0 1,1-1-1,0 2 1,0-1-1,6-1 1,-2 2-194,1-1 1,0 1-1,0 1 1,0 0-1,0 0 1,0 1-1,-1 1 1,1 0 0,0 0-1,13 5 1,-19-5-28,0 1 1,0-1 0,-1 1 0,1 0 0,-1 0 0,1 0 0,-1 1 0,0 0-1,-1 0 1,1 0 0,-1 0 0,1 0 0,-1 0 0,0 1 0,-1 0 0,1 0-1,-1-1 1,3 10 0,-5-11 21,1 1 1,-1-1-1,1 0 0,-1 1 1,0-1-1,-1 1 0,1-1 0,-1 1 1,1-1-1,-1 0 0,0 0 0,0 1 1,0-1-1,-1 0 0,1 0 1,-1 0-1,0 0 0,0 0 0,0 0 1,0-1-1,0 1 0,0-1 0,-1 1 1,1-1-1,-1 0 0,0 0 1,0 0-1,0 0 0,-6 2 0,-18 9 82,0-2 0,-1-1 1,-1-1-1,-36 6 0,3-1 290,71-18-166,1 0 0,0 1 0,0 0 0,0 1 0,16-3 0,-10 6-290,0 1 0,0 0 0,0 1 1,-1 0-1,1 1 0,-1 1 0,0 1 0,0 0 0,0 1 0,-1 1 0,0 0 0,21 17 0,-32-24 112,-1 1-1,0 0 1,1-1 0,-1 1 0,0 0-1,0 0 1,0 0 0,-1 1 0,1-1-1,0 0 1,-1 1 0,0-1 0,1 1-1,-1-1 1,0 1 0,0 0 0,0-1-1,-1 1 1,1 0 0,-1 0 0,1-1-1,-1 6 1,-1-5-4,0 0 0,0 1-1,-1-1 1,1 0 0,-1-1-1,1 1 1,-1 0 0,0 0 0,0-1-1,0 1 1,0-1 0,-1 0-1,1 1 1,-1-1 0,1 0-1,-1 0 1,0-1 0,0 1 0,-5 2-1,-41 18 202,0-1-1,-2-3 0,-68 16 1,76-28-66,31-5-284</inkml:trace>
</inkml:ink>
</file>

<file path=ppt/ink/ink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33.720"/>
    </inkml:context>
    <inkml:brush xml:id="br0">
      <inkml:brushProperty name="width" value="0.05" units="cm"/>
      <inkml:brushProperty name="height" value="0.05" units="cm"/>
      <inkml:brushProperty name="color" value="#E71224"/>
    </inkml:brush>
  </inkml:definitions>
  <inkml:trace contextRef="#ctx0" brushRef="#br0">118 82 7146,'0'0'102,"-3"6"-2244,-66 137-1074,59-119 3378,1-1 0,2 2 0,0-1-1,-5 39 1,12-51 357,-1 0-1,2 1 1,0-1 0,0 0-1,1 0 1,1 0 0,0 0-1,0 0 1,2 0-1,-1-1 1,1 0 0,12 20-1,-14-27-347,-1 0-1,1 0 0,0 0 0,0 0 0,1 0 1,-1 0-1,1-1 0,0 0 0,0 0 0,0 0 1,0 0-1,1 0 0,-1-1 0,1 0 1,-1 0-1,1 0 0,0 0 0,0-1 0,0 0 1,0 0-1,0 0 0,0-1 0,0 0 0,0 0 1,0 0-1,0 0 0,0-1 0,0 0 1,0 0-1,0 0 0,0 0 0,-1-1 0,6-2 1,3-2 110,0-1 0,0-1 1,-1 0-1,1 0 0,-2-1 0,1-1 1,-1 0-1,-1 0 0,0-1 1,0 0-1,-1-1 0,-1 0 1,13-24-1,-16 26-275,-1 1-1,0-1 1,-1 0-1,0 0 1,-1 0-1,0-1 1,0 1 0,-1 0-1,0-1 1,-1 1-1,0-1 1,-1 1 0,0-1-1,-1 1 1,0 0-1,-1-1 1,0 1-1,0 0 1,-1 1 0,-6-12-1,-3-2-394,-1 1 0,0 1 0,-2 0 0,-32-32-1,39 43 156,-1 1 0,0 0 0,0 1-1,-1 0 1,0 1 0,-1 0 0,1 1-1,-1 0 1,-1 1 0,1 0-1,-14-3 1,20 7 103,0 0 1,0 1-1,0-1 0,0 1 0,0 1 0,0-1 1,0 1-1,0 0 0,0 0 0,0 1 0,1-1 1,-8 4-1,-6 4-1078</inkml:trace>
</inkml:ink>
</file>

<file path=ppt/ink/ink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34.087"/>
    </inkml:context>
    <inkml:brush xml:id="br0">
      <inkml:brushProperty name="width" value="0.05" units="cm"/>
      <inkml:brushProperty name="height" value="0.05" units="cm"/>
      <inkml:brushProperty name="color" value="#E71224"/>
    </inkml:brush>
  </inkml:definitions>
  <inkml:trace contextRef="#ctx0" brushRef="#br0">92 35 5105,'-3'-1'-19,"-1"1"0,1 0 0,-1 0-1,1 0 1,-1 0 0,1 1 0,-1 0 0,1-1-1,-1 1 1,1 0 0,0 1 0,0-1 0,-1 0 0,1 1-1,0 0 1,0 0 0,1 0 0,-1 0 0,0 0-1,1 1 1,-1-1 0,1 1 0,-1-1 0,1 1 0,0 0-1,1 0 1,-1 0 0,0 0 0,1 0 0,-1 1-1,1-1 1,0 0 0,0 1 0,1-1 0,-1 0 0,1 1-1,-1-1 1,1 1 0,0-1 0,0 1 0,1-1-1,-1 1 1,1-1 0,0 1 0,0-1 0,2 7 0,-1-8 199,-1 1 1,1-1 0,0 0-1,0 0 1,0 0 0,0 0 0,0 0-1,0 0 1,1 0 0,-1-1-1,1 1 1,-1-1 0,1 0-1,-1 0 1,1 0 0,0 0 0,0 0-1,-1 0 1,1-1 0,0 1-1,0-1 1,0 0 0,0 0 0,0 0-1,-1 0 1,1-1 0,0 1-1,0-1 1,3 0 0,0-1 387,0 0 1,0 0 0,0 0-1,0-1 1,0 1 0,0-1-1,-1-1 1,0 1 0,1-1 0,-1 0-1,9-9 1,-11 8-263,0 1 0,0 0 1,-1-1-1,1 0 0,-1 0 0,0 0 1,0 0-1,-1 0 0,1 0 0,-1 0 1,0 0-1,-1-1 0,1-5 0,-1 9-351,0 0-1,0 0 0,0 0 0,0-1 0,-1 1 0,1 0 0,-1 0 0,1 0 0,-1 0 1,0 0-1,0 0 0,0 0 0,0 0 0,0 0 0,0 0 0,-1 0 0,1 1 0,0-1 0,-1 0 1,1 1-1,-1-1 0,0 1 0,0 0 0,1 0 0,-1-1 0,0 1 0,0 0 0,0 0 1,0 1-1,0-1 0,0 0 0,-1 1 0,-2-1 0,-24-1-2190</inkml:trace>
</inkml:ink>
</file>

<file path=ppt/ink/ink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36.779"/>
    </inkml:context>
    <inkml:brush xml:id="br0">
      <inkml:brushProperty name="width" value="0.05" units="cm"/>
      <inkml:brushProperty name="height" value="0.05" units="cm"/>
      <inkml:brushProperty name="color" value="#004F8B"/>
    </inkml:brush>
  </inkml:definitions>
  <inkml:trace contextRef="#ctx0" brushRef="#br0">138 106 1664,'0'0'2705,"0"-1"-2608,0 0 1,0 0-1,-1 0 1,1 0-1,0 0 0,0 0 1,-1 0-1,1 0 1,0 0-1,-1 0 0,1 0 1,-1 0-1,1 0 1,-1 0-1,0 0 0,1 1 1,-1-1-1,0 0 1,0 0-1,1 1 1,-1-1-1,0 0 0,-2 0 1,-27-23-14,24 20 55,0 0 64,-5 3-125,8 0 153,-38-11-177,39 12 384,0-1 1,0 1-1,0 0 1,0-1 0,-1 1-1,1 0 1,0 1-1,0-1 1,0 0-1,-4 2 1,15-5-409,-1 1-1,1 0 1,0 0-1,0 1 1,0 0-1,0 1 1,10 0-1,14-1 59,197-25 2138,-229 26-2163</inkml:trace>
</inkml:ink>
</file>

<file path=ppt/ink/ink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37.265"/>
    </inkml:context>
    <inkml:brush xml:id="br0">
      <inkml:brushProperty name="width" value="0.05" units="cm"/>
      <inkml:brushProperty name="height" value="0.05" units="cm"/>
      <inkml:brushProperty name="color" value="#004F8B"/>
    </inkml:brush>
  </inkml:definitions>
  <inkml:trace contextRef="#ctx0" brushRef="#br0">1 55 2649,'0'0'8783,"8"0"-8210,151-20-49,-56 4-425,-59 11-29,114-9-105,-149 14-1074</inkml:trace>
</inkml:ink>
</file>

<file path=ppt/ink/ink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38.266"/>
    </inkml:context>
    <inkml:brush xml:id="br0">
      <inkml:brushProperty name="width" value="0.05" units="cm"/>
      <inkml:brushProperty name="height" value="0.05" units="cm"/>
      <inkml:brushProperty name="color" value="#004F8B"/>
    </inkml:brush>
  </inkml:definitions>
  <inkml:trace contextRef="#ctx0" brushRef="#br0">17 57 7890,'-3'-8'-817,"0"10"-70,0 21-887,0 42-252,3-60 2054,-4 307 12274,4-315-10731,4-34-1194,1 1-1,2 0 0,1 1 0,15-41 0,-19 63-564,1 1-1,1-1 0,0 1 1,0 1-1,1-1 1,1 1-1,0 0 0,0 1 1,1 0-1,1 0 1,-1 1-1,1 0 0,1 1 1,19-12-1,-27 18 93,1 1-1,-1 0 1,0 0 0,1 0-1,-1 0 1,0 0-1,1 1 1,-1-1 0,1 1-1,-1 0 1,1 0-1,-1 1 1,1-1 0,-1 1-1,1 0 1,-1-1-1,0 2 1,1-1 0,-1 0-1,0 1 1,0-1-1,0 1 1,0 0 0,0 0-1,0 0 1,-1 0-1,5 5 1,6 6-109,0 1 1,-2 1-1,0 0 0,10 16 0,-10-13 146,1 0 41,0 0 0,10 26 0,-19-38 43,-1 1-1,0-1 1,0 0-1,0 1 1,-1 0 0,0-1-1,0 1 1,0 0 0,-1 0-1,0 0 1,-2 8 0,2-15 86,0 1 0,1-1 0,-1 0 0,0 0 0,0 1 0,0-1 0,-1 0 0,1 0 0,0 0 0,0 1 0,0-1 0,0 0 0,0 0 0,0 0 0,0 1 0,0-1 1,0 0-1,0 0 0,-1 0 0,1 1 0,0-1 0,0 0 0,0 0 0,0 0 0,0 0 0,-1 0 0,1 1 0,0-1 0,0 0 0,0 0 0,-1 0 0,1 0 0,0 0 0,0 0 1,0 0-1,-1 0 0,1 0 0,0 0 0,0 0 0,-1 0 0,1 0 0,0 0 0,0 0 0,-1 0 0,-8-8 1263,-4-12-1257,11 16-109,0-1 0,1 0 0,0 1 0,0-1 0,0 0 1,1 0-1,-1 1 0,1-1 0,0 0 0,1 0 0,1-8 1,1-1-192,0 1 0,10-24 0,-6 20-95,1 1 1,0 0-1,1 0 1,1 0-1,1 1 1,21-23 0,-26 32 160,0-1 1,1 1 0,0 1 0,0-1 0,0 1 0,1 0-1,0 1 1,0 0 0,0 0 0,0 1 0,1-1 0,-1 2-1,1 0 1,0 0 0,15-2 0,-21 4 53,0 0 1,0 1-1,1-1 1,-1 1-1,0-1 0,0 1 1,0 0-1,0 0 1,0 0-1,0 0 1,0 1-1,0-1 0,0 1 1,0 0-1,4 4 1,-3-2-75,1 1 0,-1 0 0,0 0 0,-1 0 0,1 0 0,-1 1 0,4 8 0,1 6-55,-1 0 1,-1 0-1,6 37 1,-11-47 228,-1 1 0,0 0 0,0-1 0,-1 1 0,-1-1 0,1 1 0,-2-1 0,1 0 1,-2 0-1,-4 12 0,-3 12 314,10-33-368,1-1 0,0 1 0,0 0 0,0-1 0,-1 1 1,1 0-1,0-1 0,0 1 0,0 0 0,0 0 0,0-1 1,1 1-1,-1 0 0,0-1 0,0 1 0,0 0 1,1-1-1,-1 1 0,0 0 0,1-1 0,-1 1 0,0 0 1,1-1-1,-1 1 0,1 0 0,11 9-994</inkml:trace>
</inkml:ink>
</file>

<file path=ppt/ink/ink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39.111"/>
    </inkml:context>
    <inkml:brush xml:id="br0">
      <inkml:brushProperty name="width" value="0.05" units="cm"/>
      <inkml:brushProperty name="height" value="0.05" units="cm"/>
      <inkml:brushProperty name="color" value="#004F8B"/>
    </inkml:brush>
  </inkml:definitions>
  <inkml:trace contextRef="#ctx0" brushRef="#br0">477 93 5121,'-17'-20'6965,"-19"-14"-7179,33 32 166,0-1 0,0 1 1,0 0-1,0 0 0,0 0 0,-1 0 1,1 1-1,-1-1 0,1 1 0,-1 0 1,1 0-1,-1 0 0,-4 0 0,-7-2-225,-3-1 6,0 1 0,0 0-1,0 2 1,0 0 0,0 0-1,-34 5 1,44-2 226,0-1 1,1 1-1,0 0 0,-1 1 1,1 0-1,0 0 0,0 0 1,0 1-1,1 0 0,-1 1 0,1-1 1,0 1-1,0 0 0,1 1 1,0-1-1,0 1 0,0 0 0,-6 11 1,-1 3-62,2 0 1,0 0-1,2 1 1,0 1-1,1-1 0,-4 24 1,10-36 167,0-1 0,0 1 0,1 0-1,0 0 1,0 0 0,1-1 0,0 1 0,3 10 0,-2-14 57,0 0-1,0 0 1,0 0 0,0 0 0,1-1-1,0 1 1,0-1 0,0 0-1,1 0 1,-1 0 0,1 0 0,0 0-1,0-1 1,8 5 0,-6-5 137,0 0 0,0 0 0,1-1-1,-1 0 1,1-1 0,0 1 0,-1-1 0,1 0 0,0-1 0,0 0 0,0 0 0,-1 0 0,1-1 0,10-2 0,3-1 307,-1-1 0,0-1 0,32-14 1,-42 16-410,-1-1 0,1 0 0,-1 0 0,0-1 0,0 0 0,-1-1 0,1 0 0,-2 0 0,1 0 0,-1-1 0,0 0 0,0 0 0,-1-1 0,0 1-1,-1-1 1,0 0 0,4-12 0,-1-4-769,-1 1 0,-2-2 0,0 1 0,-1 0 0,-2-40 0,-2 82-3239,-4 10 2255,0 1 963,-3 35 308,-8 93 261,16-152 110,0 1 1,0-1-1,0 1 1,1-1 0,0 1-1,0-1 1,0 1-1,0-1 1,1 0-1,-1 0 1,1 1-1,0-1 1,0 0-1,1-1 1,-1 1-1,1 0 1,0-1-1,0 1 1,0-1-1,0 0 1,8 5-1,15 8 116</inkml:trace>
</inkml:ink>
</file>

<file path=ppt/ink/ink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39.379"/>
    </inkml:context>
    <inkml:brush xml:id="br0">
      <inkml:brushProperty name="width" value="0.05" units="cm"/>
      <inkml:brushProperty name="height" value="0.05" units="cm"/>
      <inkml:brushProperty name="color" value="#004F8B"/>
    </inkml:brush>
  </inkml:definitions>
  <inkml:trace contextRef="#ctx0" brushRef="#br0">1 0 5513,'0'0'-192,"11"21"-224,3-2 432,4 2 312,7 4 144,0-3 24,2 1 0,-1-3-23,1-2-169,-2 0-16,-3-3 16,-1-2 8,-2 0 120,2-2 128,-3-2 48,-1-2-360,1-1-1776</inkml:trace>
</inkml:ink>
</file>

<file path=ppt/ink/ink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39.587"/>
    </inkml:context>
    <inkml:brush xml:id="br0">
      <inkml:brushProperty name="width" value="0.05" units="cm"/>
      <inkml:brushProperty name="height" value="0.05" units="cm"/>
      <inkml:brushProperty name="color" value="#004F8B"/>
    </inkml:brush>
  </inkml:definitions>
  <inkml:trace contextRef="#ctx0" brushRef="#br0">424 4 5649,'-7'-3'304,"-6"6"-112,-4 4-360,-9 14 128,-7 4-96,-17 9 152,-8 6 184,-15 5-56,1 5 232,-2 12-144</inkml:trace>
</inkml:ink>
</file>

<file path=ppt/ink/ink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50.276"/>
    </inkml:context>
    <inkml:brush xml:id="br0">
      <inkml:brushProperty name="width" value="0.05" units="cm"/>
      <inkml:brushProperty name="height" value="0.05" units="cm"/>
    </inkml:brush>
  </inkml:definitions>
  <inkml:trace contextRef="#ctx0" brushRef="#br0">76 253 4561,'-2'-2'639,"0"9"-569,-3 21-1015,-1 38-913,-14 223 1606,18-264 4847,0-49 4590,2 5-7090,-1 2-4426,-24-213 2647,14-15-301,11 244-38,1-7-129,-1 7 96,0 0-1,0 1 1,0-1-1,0 0 1,0 0 0,0 1-1,0-1 1,0 0 0,0 0-1,0 1 1,1-1 0,-1 0-1,0 0 1,1 1 0,-1-1-1,0 0 1,1 1 0,-1-1-1,1 1 1,-1-1 0,1 1-1,-1-1 1,1 1-1,-1-1 1,1 1 0,0-1-1,-1 1 1,1-1 0,1 1-1,5-7-22,0 1 0,1 0 0,-1 1 0,2 0-1,-1 0 1,0 1 0,1 0 0,0 1-1,16-5 1,57-10 441,147-12-1,-219 29-2563</inkml:trace>
</inkml:ink>
</file>

<file path=ppt/ink/ink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50.734"/>
    </inkml:context>
    <inkml:brush xml:id="br0">
      <inkml:brushProperty name="width" value="0.05" units="cm"/>
      <inkml:brushProperty name="height" value="0.05" units="cm"/>
    </inkml:brush>
  </inkml:definitions>
  <inkml:trace contextRef="#ctx0" brushRef="#br0">1 37 2072,'0'0'6579,"10"0"-5917,342-35 2105,-341 33-3946</inkml:trace>
</inkml:ink>
</file>

<file path=ppt/ink/ink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52.269"/>
    </inkml:context>
    <inkml:brush xml:id="br0">
      <inkml:brushProperty name="width" value="0.05" units="cm"/>
      <inkml:brushProperty name="height" value="0.05" units="cm"/>
    </inkml:brush>
  </inkml:definitions>
  <inkml:trace contextRef="#ctx0" brushRef="#br0">64 82 2585,'-14'-8'703,"10"6"-360,-1-1 0,1 1 1,0 0-1,-1 0 0,0 0 0,1 0 0,-1 1 0,-8-1 5372,17 1-5396,204-20 906,-53 8-347,-106 8-517,-24 3-883,46-9 0,-62 9-1291</inkml:trace>
</inkml:ink>
</file>

<file path=ppt/ink/ink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52.610"/>
    </inkml:context>
    <inkml:brush xml:id="br0">
      <inkml:brushProperty name="width" value="0.05" units="cm"/>
      <inkml:brushProperty name="height" value="0.05" units="cm"/>
    </inkml:brush>
  </inkml:definitions>
  <inkml:trace contextRef="#ctx0" brushRef="#br0">47 1 4673,'0'0'5620,"-5"8"-8849,3-2 2824,-1 0 0,1-1 0,1 1 0,-1 0-1,1 0 1,-1 10 0,0 52-578,1-38 692,-11 140-360,-1 51 1745,13-218-935,0 0 1,0 1-1,1-1 1,-1 0-1,1 0 1,-1 0 0,1-1-1,0 1 1,1 0-1,1 3 1,3 5-879</inkml:trace>
</inkml:ink>
</file>

<file path=ppt/ink/ink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53.355"/>
    </inkml:context>
    <inkml:brush xml:id="br0">
      <inkml:brushProperty name="width" value="0.05" units="cm"/>
      <inkml:brushProperty name="height" value="0.05" units="cm"/>
    </inkml:brush>
  </inkml:definitions>
  <inkml:trace contextRef="#ctx0" brushRef="#br0">62 176 8034,'-11'140'-2263,"-14"128"2631,21-239 10718,4-33-9550,-20-391-263,18 310-1223,2-9-87,0 92-11,0 2 146,0-2-1264,9-3-189,19-1 1265,0 1 1,0 2 0,0 0-1,44 2 1,-4 0 196,109-6-605,-160 7-589</inkml:trace>
</inkml:ink>
</file>

<file path=ppt/ink/ink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53.660"/>
    </inkml:context>
    <inkml:brush xml:id="br0">
      <inkml:brushProperty name="width" value="0.05" units="cm"/>
      <inkml:brushProperty name="height" value="0.05" units="cm"/>
    </inkml:brush>
  </inkml:definitions>
  <inkml:trace contextRef="#ctx0" brushRef="#br0">0 42 3433,'0'0'6425,"2"0"-5273,33 4-79,-11-4-217,2-4-144,5-1-256,2 1-128,1-3-152,5-1-104,11-1-512,9 0-496</inkml:trace>
</inkml:ink>
</file>

<file path=ppt/ink/ink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54.485"/>
    </inkml:context>
    <inkml:brush xml:id="br0">
      <inkml:brushProperty name="width" value="0.05" units="cm"/>
      <inkml:brushProperty name="height" value="0.05" units="cm"/>
    </inkml:brush>
  </inkml:definitions>
  <inkml:trace contextRef="#ctx0" brushRef="#br0">240 6 6905,'-2'-2'-89,"-11"0"1538,10 1-2002,-2 1 334,-1 0 0,1 0-1,0 0 1,0 1-1,0-1 1,0 1 0,0 0-1,0 1 1,0-1 0,0 1-1,0 0 1,0 0-1,1 1 1,-1 0 0,1-1-1,0 1 1,-6 5-1,-2 4 72,1 1 0,0-1 0,1 2 0,1-1 0,0 2 0,0-1 0,2 1 0,0 0 0,0 1 0,-6 27 0,6-17 334,1 1 1,2 0 0,0 0 0,2 1 0,2 47-1,0-69 15,1 0-1,0 0 0,0-1 0,0 1 1,0 0-1,1-1 0,0 1 0,0-1 1,1 1-1,0-1 0,-1 0 0,2 0 1,-1 0-1,1-1 0,-1 1 0,9 7 1,-6-7 97,1-1 0,-1 0 0,1 0 1,0-1-1,0 0 0,0 0 0,0 0 1,1-1-1,-1 0 0,1-1 0,-1 0 1,14 1-1,3-1-562,0 0 1,0-2-1,0-1 0,0-1 1,0-1-1,42-12 0,-57 13 249,0 0-1,0 0 0,0-2 1,0 1-1,-1-1 1,1 0-1,-1 0 0,-1-1 1,1 0-1,-1-1 1,0 0-1,0 0 0,-1 0 1,0-1-1,0 0 1,-1 0-1,0 0 0,0-1 1,5-14-1,-5 5 572,0 1-1,-2-1 1,0 0 0,0 0-1,-2-1 1,0 1 0,-2 0-1,0-1 1,0 1-1,-7-24 1,8 41-568,-3 2-2377,0 1 1933,0 0-1,0 1 1,0-1-1,0 0 1,1 1-1,-1 0 1,1-1-1,-3 5 1,-16 33-712,14-18 1192,-9 41 1,13-48 16,0 0 1,1 0-1,1 0 1,1 0-1,0 1 1,3 17-1,-3-28 73,1 0-1,0 0 1,0-1-1,1 1 1,-1-1-1,1 1 1,0-1-1,0 0 1,1 1-1,-1-1 1,1 0-1,0-1 0,0 1 1,0 0-1,0-1 1,1 0-1,0 0 1,-1 0-1,1 0 1,0 0-1,0-1 1,1 0-1,5 3 1,1-1 298,1-1-1,-1-1 1,1 1 0,-1-2 0,1 0-1,0 0 1,-1-1 0,1 0 0,0-1 0,18-4-1,-23 4-240,0-1-1,1 0 1,-1 0-1,-1-1 0,1 0 1,0 0-1,-1-1 1,1 0-1,-1 0 0,0 0 1,0-1-1,-1 0 0,0 0 1,1 0-1,-2-1 1,1 1-1,0-1 0,3-7 1,0-5-181,-1 0 0,0 0 1,-1 0-1,-1-1 0,-1 0 0,-1 0 1,-1-1-1,0 1 0,-1-1 0,-1 1 1,-1 0-1,-7-38 0,7 53-186,0 0 0,0 0 0,-1 0 0,0 0 0,0 0 0,0 0 0,-1 0 0,1 1 0,-1-1 0,0 1-1,1-1 1,-2 1 0,1 0 0,0 0 0,-8-4 0,6 4-18,-1 0-1,0 1 0,0 0 0,1 0 1,-2 0-1,1 1 0,0 0 0,0 0 1,0 0-1,-8 1 0,-2 1-41,0 0 1,0 1-1,0 1 0,0 0 1,1 2-1,-1 0 0,-25 12 1,12-3-652</inkml:trace>
</inkml:ink>
</file>

<file path=ppt/ink/ink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54.984"/>
    </inkml:context>
    <inkml:brush xml:id="br0">
      <inkml:brushProperty name="width" value="0.05" units="cm"/>
      <inkml:brushProperty name="height" value="0.05" units="cm"/>
    </inkml:brush>
  </inkml:definitions>
  <inkml:trace contextRef="#ctx0" brushRef="#br0">323 1 3313,'-17'-1'-69,"0"1"1,0 1 0,0 0 0,0 1-1,0 0 1,0 2 0,1 0 0,-1 1-1,1 0 1,-29 16 0,43-20 673,6 4 2417,7 2-2209,0-1-1,0 0 1,1-1-1,16 5 1,-13-5-656,0 1 0,0 1 1,15 9-1,-18-8-275,0 1-1,-1 0 1,-1 1 0,1 0 0,14 20-1,-20-24 49,-1 0 0,0 0 0,0 1-1,0 0 1,-1-1 0,0 1 0,0 1-1,0-1 1,-1 0 0,0 1 0,-1-1-1,1 12 1,-2-17 55,0 1 0,0 0 0,-1 0 1,1-1-1,-1 1 0,1-1 0,-1 1 0,0 0 0,0-1 0,-1 1 0,1-1 1,0 0-1,-1 1 0,1-1 0,-1 0 0,0 0 0,-2 2 0,0 0 41,-1 0 1,0-1-1,0 0 0,0 0 0,0 0 0,0-1 0,-10 4 0,-7 0 146,0-1 0,0-1 0,-28 2 0,41-6-152,-15 3 351,1-1-1,-1-1 1,0-1-1,-45-7 1,68 7-360,0 0-1,0 0 1,0 0 0,0 0 0,0 0 0,1 0 0,-1-1-1,0 1 1,0 0 0,0-1 0,0 1 0,0-1-1,0 1 1,1-1 0,-1 0 0,0 1 0,0-1 0,1 0-1,-1 1 1,0-1 0,1 0 0,-1 0 0,1 1-1,-1-1 1,1 0 0,-1 0 0,1 0 0,0 0 0,-1 0-1,1 0 1,0 0 0,0 0 0,0 1 0,0-1-1,0 0 1,0 0 0,0 0 0,0 0 0,0 0 0,0 0-1,0 0 1,1 0 0,-1 0 0,1-2 0,9-19-2888</inkml:trace>
</inkml:ink>
</file>

<file path=ppt/ink/ink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55.590"/>
    </inkml:context>
    <inkml:brush xml:id="br0">
      <inkml:brushProperty name="width" value="0.05" units="cm"/>
      <inkml:brushProperty name="height" value="0.05" units="cm"/>
    </inkml:brush>
  </inkml:definitions>
  <inkml:trace contextRef="#ctx0" brushRef="#br0">41 67 7050,'0'-2'204,"1"0"1,-1 1 0,1-1 0,-1 1 0,1-1 0,0 1-1,0-1 1,0 1 0,0-1 0,0 1 0,0 0 0,0 0 0,0-1-1,0 1 1,0 0 0,1 0 0,-1 0 0,0 0 0,1 0 0,-1 1-1,1-1 1,-1 0 0,1 1 0,0-1 0,1 0 0,46-11-59,-42 10 72,20-4-137,58-9 698,-79 15-820,0-1 0,0 1 0,0 0 0,0 1 0,0-1-1,0 1 1,0 0 0,0 1 0,0-1 0,-1 1 0,8 4 0,-11-6-14,-1 1 0,1 0-1,-1 0 1,0 1 0,1-1 0,-1 0 0,0 0 0,0 1 0,0-1 0,0 1-1,0-1 1,0 1 0,0-1 0,0 1 0,-1-1 0,1 1 0,0 0 0,-1 0 0,0-1-1,1 1 1,-1 0 0,0-1 0,0 1 0,0 0 0,0 0 0,0 0 0,0-1-1,-1 1 1,1 0 0,-1-1 0,1 1 0,-1 0 0,1-1 0,-1 1 0,0 0-1,0-1 1,0 1 0,-1 0 0,-2 5-32,0 0 0,-1-1 0,0 0-1,0 0 1,-1 0 0,1-1 0,-8 6 0,-5 1 161,-1 0 1,0-2-1,-1-1 1,0 0-1,0-1 1,-1-1-1,-32 6 1,87-21 2225,-20 3-2250,0 2-1,0 0 0,0 0 1,0 1-1,0 1 0,1 1 1,21 1-1,-27 1-124,1 1-1,-1-1 1,0 2 0,0-1 0,0 2 0,0-1-1,-1 1 1,1 0 0,-1 1 0,-1 0-1,14 12 1,-16-13 33,0 0-1,-1 0 1,0 0 0,0 0-1,0 1 1,-1-1-1,0 1 1,0 0 0,0 0-1,-1 0 1,0 1-1,0-1 1,0 0 0,-1 1-1,0 0 1,0-1-1,-1 1 1,0 10 0,-1-12 25,-1 0 0,1 0 1,-1 0-1,0 0 1,0-1-1,0 1 0,-1-1 1,0 1-1,1-1 1,-2 0-1,1 0 0,0 0 1,-1 0-1,0-1 1,0 1-1,0-1 0,0 0 1,0 0-1,-6 2 1,-7 4 71,1-1 1,-2-1-1,1 0 0,-19 4 1,1-2 98,-1-2 1,0-1-1,0-1 1,-41-1-1,52-7-99,12-4-579</inkml:trace>
</inkml:ink>
</file>

<file path=ppt/ink/ink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56.013"/>
    </inkml:context>
    <inkml:brush xml:id="br0">
      <inkml:brushProperty name="width" value="0.05" units="cm"/>
      <inkml:brushProperty name="height" value="0.05" units="cm"/>
    </inkml:brush>
  </inkml:definitions>
  <inkml:trace contextRef="#ctx0" brushRef="#br0">103 33 6809,'0'0'1051,"-6"7"-4411,-4 4 3071,1 2 0,0-1 1,1 1-1,0 0 0,1 1 1,1 0-1,0 0 0,0 0 0,-3 18 1,3-7 560,1-1 0,2 1 0,0 0 1,1 0-1,2 28 0,0-48 49,1-1 0,-1 0 0,1 0 0,-1 0 0,1 0 0,1 1 0,-1-1 0,0-1 0,1 1 0,0 0 0,0 0 0,0 0 0,0-1 0,1 1 0,-1-1 0,1 0 0,0 0 0,5 4 0,-3-4-10,0 0 1,0 0-1,0 0 0,0-1 0,1 0 1,-1 0-1,1 0 0,-1-1 1,1 0-1,0 0 0,-1 0 0,8-1 1,1 0-40,0-1 1,0-1-1,0 0 1,0 0 0,0-2-1,-1 0 1,1 0-1,-1-1 1,0-1 0,17-10-1,-19 8-240,0 0 0,-1-1 0,0 0 0,-1-1-1,0 0 1,0-1 0,-1 0 0,0 0 0,-1-1 0,-1 1-1,1-2 1,-2 1 0,0-1 0,0 0 0,-1 0 0,-1 0 0,0 0-1,-1-1 1,-1 1 0,0-1 0,0 1 0,-2-1 0,1 1-1,-5-24 1,3 32-169,1 1 0,0 0 0,-1-1 1,0 1-1,0 0 0,0 0 0,-1 0 0,1 1 0,-1-1 0,0 0 0,0 1 0,0 0 0,-1-1 0,1 1 0,-1 1 0,-6-5 0,2 2-146,-1 1-1,-1 0 1,1 0-1,0 1 0,-1 0 1,-14-1-1,-25-4-931</inkml:trace>
</inkml:ink>
</file>

<file path=ppt/ink/ink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56.326"/>
    </inkml:context>
    <inkml:brush xml:id="br0">
      <inkml:brushProperty name="width" value="0.05" units="cm"/>
      <inkml:brushProperty name="height" value="0.05" units="cm"/>
    </inkml:brush>
  </inkml:definitions>
  <inkml:trace contextRef="#ctx0" brushRef="#br0">2 48 2176,'-2'6'-416,"14"40"1329,-14-48 375,10 8 1152,1-4-23,3-1-25,1-4-183,-1-3-241,1-4-303,-3-2-177,-1-1-344,-1-2-208,-5 1-536,-2 1-271,-1 3-818,-4-1-1015</inkml:trace>
</inkml:ink>
</file>

<file path=ppt/ink/ink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57.767"/>
    </inkml:context>
    <inkml:brush xml:id="br0">
      <inkml:brushProperty name="width" value="0.05" units="cm"/>
      <inkml:brushProperty name="height" value="0.05" units="cm"/>
    </inkml:brush>
  </inkml:definitions>
  <inkml:trace contextRef="#ctx0" brushRef="#br0">1 368 3025,'47'5'2489,"70"-3"0,131-22-1510,-122 7-588,633-40 1394,-248 20-903,-446 28-805,756-66 655,484-20 15,-65 65-383,-599 10-61,-438 12-115,531-34 2138,-722 36-2131,-3 1-470,-1 0-2674</inkml:trace>
</inkml:ink>
</file>

<file path=ppt/ink/ink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58.911"/>
    </inkml:context>
    <inkml:brush xml:id="br0">
      <inkml:brushProperty name="width" value="0.05" units="cm"/>
      <inkml:brushProperty name="height" value="0.05" units="cm"/>
    </inkml:brush>
  </inkml:definitions>
  <inkml:trace contextRef="#ctx0" brushRef="#br0">24 83 5817,'-1'-26'3638,"-1"43"-6158,-1 25-1338,1-21 4925,-14 242 7692,17-267-7007,6-22-1103,2-14-500,2 1 1,26-62 0,-31 89-281,0 0 0,0 1 0,1 0 0,1 0 0,0 0 0,1 1 0,0 1 0,0-1 0,1 1 0,0 1 0,0 0 0,17-10 0,-18 13 27,0 1 0,0 0 0,0 0 1,0 1-1,0 0 0,1 1 0,-1 0 0,1 0 1,0 1-1,-1 1 0,1-1 0,0 1 1,0 1-1,14 2 0,-17-1 23,-1 0-1,1 0 1,-1 0-1,0 1 1,0 0 0,0 0-1,0 0 1,-1 1-1,1 0 1,-1 0 0,0 1-1,0-1 1,-1 1-1,1 0 1,-1 0 0,0 0-1,0 1 1,-1 0 0,1 0-1,-1 0 1,-1 0-1,3 7 1,-2-5 64,-1 1 1,-1 0-1,0-1 0,0 1 1,0 0-1,-1 0 0,-1-1 1,-1 13-1,0 22 4172,1-54-4036,2 0 0,0 0 0,0 0 0,1 0 0,0 0 1,0 1-1,2-1 0,-1 1 0,1 0 0,1 0 0,5-11 0,-3 11-202,-1 1 0,2-1 0,-1 1 0,1 0-1,0 1 1,1 0 0,0 0 0,0 1 0,1 0 0,0 1-1,0 0 1,16-7 0,-21 11 15,-1 0 1,1 1-1,0-1 1,1 1-1,-1 0 0,0 0 1,0 0-1,0 1 1,1 0-1,-1 0 1,0 0-1,0 1 0,1-1 1,-1 1-1,0 0 1,0 1-1,0 0 1,0-1-1,0 1 0,0 1 1,-1-1-1,1 1 1,-1 0-1,0 0 1,1 0-1,-1 1 0,-1-1 1,1 1-1,5 7 1,-1-1 55,-1-1 1,0 1-1,-1 1 1,0-1-1,0 1 1,-1 0-1,-1 1 1,0-1-1,-1 1 1,0 0-1,0 0 1,-1 0-1,-1 0 1,0 0-1,-1 0 0,0 0 1,-1 0-1,0 0 1,-1 0-1,0 0 1,-6 17-1,-3 4-542</inkml:trace>
</inkml:ink>
</file>

<file path=ppt/ink/ink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59.517"/>
    </inkml:context>
    <inkml:brush xml:id="br0">
      <inkml:brushProperty name="width" value="0.05" units="cm"/>
      <inkml:brushProperty name="height" value="0.05" units="cm"/>
    </inkml:brush>
  </inkml:definitions>
  <inkml:trace contextRef="#ctx0" brushRef="#br0">0 56 5185,'0'0'8717,"5"-2"-8377,26-6-62,0 2 1,0 1-1,34-2 1,2 0-62,-40 3-246,23-4-190,0 3 1,1 2 0,52 3 0,-82 3-2194</inkml:trace>
</inkml:ink>
</file>

<file path=ppt/ink/ink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4:59.763"/>
    </inkml:context>
    <inkml:brush xml:id="br0">
      <inkml:brushProperty name="width" value="0.05" units="cm"/>
      <inkml:brushProperty name="height" value="0.05" units="cm"/>
    </inkml:brush>
  </inkml:definitions>
  <inkml:trace contextRef="#ctx0" brushRef="#br0">0 45 3697,'0'0'6769,"26"2"-5545,-1-4-55,21-1-337,11-1-216,19-5-360,7 0-184,6 3-560,4-1-464,12 1-1953</inkml:trace>
</inkml:ink>
</file>

<file path=ppt/ink/ink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00.521"/>
    </inkml:context>
    <inkml:brush xml:id="br0">
      <inkml:brushProperty name="width" value="0.05" units="cm"/>
      <inkml:brushProperty name="height" value="0.05" units="cm"/>
    </inkml:brush>
  </inkml:definitions>
  <inkml:trace contextRef="#ctx0" brushRef="#br0">374 182 7274,'-4'-12'348,"0"1"0,-1-1 0,0 1 0,-1 1 1,0-1-1,0 1 0,-1 0 0,-1 0 0,0 1 1,0 0-1,-1 0 0,-15-11 0,19 16-441,1 1-1,-1 0 0,0 0 1,0 0-1,0 1 0,0 0 0,0 0 1,-1 0-1,1 1 0,0-1 1,-1 1-1,0 1 0,1-1 1,-1 1-1,1 0 0,-1 0 1,0 0-1,1 1 0,-1 0 1,1 0-1,-1 1 0,1-1 1,0 1-1,0 0 0,-1 1 1,1-1-1,1 1 0,-1 0 1,-5 4-1,-1 4 2,0 0 1,1 0-1,1 1 1,0 0-1,0 0 1,1 1-1,1 1 1,0-1-1,1 1 0,0 0 1,2 0-1,-1 1 1,-2 18-1,6-29 125,1-1 0,-1 1 0,1 0 0,0 0 0,0-1 0,0 1-1,0 0 1,1 0 0,-1-1 0,1 1 0,0 0 0,0-1 0,1 1 0,-1-1-1,1 0 1,-1 1 0,1-1 0,0 0 0,4 5 0,-2-4 126,0 0 1,1-1-1,0 1 1,-1-1-1,1 0 1,0 0-1,1-1 1,-1 0-1,0 1 1,1-2-1,8 3 1,5-1 334,0 0 0,0-1 0,1-1 0,-1-1 1,0-1-1,31-5 0,-43 5-406,-1 0-1,1-1 1,0 0-1,-1 0 1,1 0 0,-1-1-1,0 0 1,0 0-1,0-1 1,0 0 0,0 0-1,-1 0 1,0-1-1,0 1 1,5-7 0,-4 3 35,-1-1 0,0 1 1,0-1-1,0-1 0,-2 1 1,1-1-1,-1 0 0,0 1 1,2-17-1,0 1-338,-2 0-1,0 0 1,-2-1 0,0 1-1,-5-34 1,4 58-352,-6 7-4006,5-4 4250,-1 0 1,1 0-1,0-1 1,0 1 0,-1 4-1,1-4-57,-7 15-711,1 0 0,-10 35 0,-8 86 571,23-129 690,1 0 0,1 0 0,-1 0-1,1 1 1,1-1 0,0 0 0,3 16 0,-2-21 2,-1 0 1,1 0 0,0-1 0,0 1-1,0 0 1,0-1 0,1 1 0,-1-1-1,1 0 1,0 0 0,0 0 0,0 0 0,1 0-1,-1-1 1,1 1 0,-1-1 0,1 0-1,7 3 1,19 7 74</inkml:trace>
</inkml:ink>
</file>

<file path=ppt/ink/ink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00.805"/>
    </inkml:context>
    <inkml:brush xml:id="br0">
      <inkml:brushProperty name="width" value="0.05" units="cm"/>
      <inkml:brushProperty name="height" value="0.05" units="cm"/>
    </inkml:brush>
  </inkml:definitions>
  <inkml:trace contextRef="#ctx0" brushRef="#br0">1 1 5537,'0'0'3280,"3"3"-2931,67 61 533,51 44 571,-103-93-1412,1-2 0,0-1 0,1 0-1,42 18 1,-46-25-1624</inkml:trace>
</inkml:ink>
</file>

<file path=ppt/ink/ink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01.041"/>
    </inkml:context>
    <inkml:brush xml:id="br0">
      <inkml:brushProperty name="width" value="0.05" units="cm"/>
      <inkml:brushProperty name="height" value="0.05" units="cm"/>
    </inkml:brush>
  </inkml:definitions>
  <inkml:trace contextRef="#ctx0" brushRef="#br0">362 1 3817,'0'0'2152,"-2"0"-1880,1 0-952,-32 19-400,14 5-248,-6 6 383,-6 5 625,-2-1 248,-2 5 208,-1 1 128,-5 1 289,-4 5 247,-15 9-504</inkml:trace>
</inkml:ink>
</file>

<file path=ppt/ink/ink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06.399"/>
    </inkml:context>
    <inkml:brush xml:id="br0">
      <inkml:brushProperty name="width" value="0.05" units="cm"/>
      <inkml:brushProperty name="height" value="0.05" units="cm"/>
      <inkml:brushProperty name="color" value="#004F8B"/>
    </inkml:brush>
  </inkml:definitions>
  <inkml:trace contextRef="#ctx0" brushRef="#br0">298 166 5849,'0'0'9374,"2"0"-8187,5-12-673,-3 6-447,-3 4-50,1 0 1,-1 0 0,1-1 0,-1 1-1,0 0 1,0-1 0,0 1-1,-1-1 1,1 1 0,-1-1 0,1 1-1,-1-4 1,-4-7-225,3 12 230,-3-9-261,0 0 1,0 0-1,-1 1 1,-11-17-1,14 23 88,-1 0 0,1 1 0,-1-1 0,1 1 0,-1-1 0,0 1 0,0 0 0,0 0 0,0 0 0,0 0 0,-1 1 0,1-1 0,0 1 0,-1 0 0,1 0 0,-1 0 0,1 0 0,-1 1 0,0 0 0,-6-1 0,4 2 20,0 0 1,0 1 0,1-1-1,-1 1 1,0 0 0,1 0-1,0 1 1,0 0 0,-1 0-1,1 0 1,1 0 0,-1 1-1,1 0 1,-1 0 0,1 0-1,0 0 1,-3 5 0,-9 12-358,1 1 0,-18 35 0,20-34 59,6-11 396,1 1 1,1 0-1,0 0 0,0 0 1,2 0-1,-1 1 1,2-1-1,0 1 0,-1 21 1,3-27 72,0-1 0,1 0 0,-1 0 1,1 0-1,1 0 0,-1 0 0,1 0 0,1-1 1,-1 1-1,1 0 0,0-1 0,0 0 1,1 0-1,0 0 0,0 0 0,1 0 0,-1-1 1,1 0-1,0 0 0,9 7 0,-11-11 88,0 1 0,0 0 0,0-1 0,0 0 1,0 0-1,0 0 0,0 0 0,0 0 0,0 0 0,1-1 0,-1 1 0,0-1 0,0 0 0,1 0 0,4-1 0,-1 0 96,0-1 0,-1 0 0,1 0-1,0-1 1,-1 1 0,12-8 0,-2 0 168,-1-1-1,-1 0 1,0-1 0,22-24 0,-23 19-213,0 0 0,-1-1 0,-2-1 0,0 0 0,0 0 0,-2 0 0,0-1 0,-2-1 0,0 1 0,-1-1 0,2-27 0,-6 47-252,-15 19-8616,9-4 8373,0 1 0,1 0 1,0 0-1,1 0 1,1 0-1,-1 28 0,2-22 237,0-8 253,0-1-1,1 1 1,1-1-1,0 0 1,4 18-1,-3-24-104,-1 0-1,1 0 1,0-1 0,1 0-1,-1 1 1,1-1 0,0 0-1,1 0 1,-1 0-1,1-1 1,0 1 0,0-1-1,9 7 1,13 4-555</inkml:trace>
</inkml:ink>
</file>

<file path=ppt/ink/ink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06.669"/>
    </inkml:context>
    <inkml:brush xml:id="br0">
      <inkml:brushProperty name="width" value="0.05" units="cm"/>
      <inkml:brushProperty name="height" value="0.05" units="cm"/>
      <inkml:brushProperty name="color" value="#004F8B"/>
    </inkml:brush>
  </inkml:definitions>
  <inkml:trace contextRef="#ctx0" brushRef="#br0">1 1 6953,'0'0'4568,"4"3"-7367,86 97 1891,-12-12 1665,-53-61-715,39 37 921,-58-59-875,0 0 0,0 0 0,0-1 0,1 0 0,0 0 0,0-1 0,0 0 0,14 5 0,0-6-1190</inkml:trace>
</inkml:ink>
</file>

<file path=ppt/ink/ink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06.936"/>
    </inkml:context>
    <inkml:brush xml:id="br0">
      <inkml:brushProperty name="width" value="0.05" units="cm"/>
      <inkml:brushProperty name="height" value="0.05" units="cm"/>
      <inkml:brushProperty name="color" value="#004F8B"/>
    </inkml:brush>
  </inkml:definitions>
  <inkml:trace contextRef="#ctx0" brushRef="#br0">441 1 4713,'0'0'548,"-13"3"944,-8 6-1754,2 1 0,0 1 0,0 1 0,1 0 0,-30 28 0,18-12 223,2 2 0,1 2 0,1 0 0,1 2 0,-33 62-1,-12 18 1498,51-84-1573</inkml:trace>
</inkml:ink>
</file>

<file path=ppt/ink/ink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07.370"/>
    </inkml:context>
    <inkml:brush xml:id="br0">
      <inkml:brushProperty name="width" value="0.05" units="cm"/>
      <inkml:brushProperty name="height" value="0.05" units="cm"/>
      <inkml:brushProperty name="color" value="#004F8B"/>
    </inkml:brush>
  </inkml:definitions>
  <inkml:trace contextRef="#ctx0" brushRef="#br0">1 81 7594,'0'0'7857,"5"-2"-7618,52-17 57,85-17 1,-74 20-511,-47 12-708,-3 1-582</inkml:trace>
</inkml:ink>
</file>

<file path=ppt/ink/ink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07.613"/>
    </inkml:context>
    <inkml:brush xml:id="br0">
      <inkml:brushProperty name="width" value="0.05" units="cm"/>
      <inkml:brushProperty name="height" value="0.05" units="cm"/>
      <inkml:brushProperty name="color" value="#004F8B"/>
    </inkml:brush>
  </inkml:definitions>
  <inkml:trace contextRef="#ctx0" brushRef="#br0">8 31 1664,'-7'5'12219,"47"-1"-11003,-15-10-536,8 0-208,5-1-560,4 0-400,2 1-1280,5-2-1025</inkml:trace>
</inkml:ink>
</file>

<file path=ppt/ink/ink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08.475"/>
    </inkml:context>
    <inkml:brush xml:id="br0">
      <inkml:brushProperty name="width" value="0.05" units="cm"/>
      <inkml:brushProperty name="height" value="0.05" units="cm"/>
      <inkml:brushProperty name="color" value="#004F8B"/>
    </inkml:brush>
  </inkml:definitions>
  <inkml:trace contextRef="#ctx0" brushRef="#br0">2 96 4921,'-1'-3'7758,"5"-13"-5351,-2 12-2449,1 0 1,0 0 0,0 0-1,0 0 1,1 0-1,-1 0 1,1 1 0,0-1-1,0 1 1,0 0-1,0 1 1,1-1 0,-1 1-1,1 0 1,0 0-1,0 0 1,-1 0 0,1 1-1,9-1 1,9-4-117,1 2 1,0 0 0,1 2 0,-1 1 0,0 0-1,0 2 1,1 1 0,29 6 0,-53-8 54,-1 1 0,1-1-1,-1 0 1,1 0 0,-1 0 0,1 1 0,-1-1 0,1 0 0,-1 1 0,1-1 0,-1 0 0,1 1-1,-1-1 1,1 0 0,-1 1 0,0-1 0,1 1 0,-1-1 0,0 1 0,1-1 0,-1 1 0,0-1-1,0 1 1,1-1 0,-1 1 0,0 0 0,0-1 0,0 1 0,0-1 0,0 1 0,0-1 0,0 1-1,0 0 1,-5 19-250,4-18 271,-6 10 35,1-1 0,-2 0 1,1 0-1,-1-1 0,-1 0 0,0 0 0,-13 10 1,6-4 32,-160 143 4048,182-163-3136,4-5-846,0 1 0,1 1 1,1 0-1,-1 0 1,1 1-1,0 1 0,1 0 1,25-7-1,-30 10-142,0 1-1,0 0 0,1 0 1,-1 1-1,1 0 0,-1 1 1,0 0-1,1 0 0,-1 1 1,0 0-1,0 0 0,0 0 1,0 2-1,0-1 0,-1 1 1,9 5-1,-9-5-49,-1 1 1,1-1-1,-1 1 1,-1 1-1,1-1 1,-1 1-1,0 0 0,0 0 1,-1 0-1,5 8 1,-8-11 113,1 0 0,-1-1-1,0 1 1,0 0 0,-1 0 0,1 0 0,0 0 0,-1 0 0,0 0 0,0 0 0,0 0 0,0 0 0,0 0 0,0 0 0,-1 0 0,0 0 0,1-1 0,-1 1-1,0 0 1,0 0 0,-1 0 0,1-1 0,-1 1 0,1-1 0,-1 1 0,0-1 0,0 1 0,-4 3 0,-4 2 45,0 1 1,-1-1-1,0-1 1,0 0-1,0-1 1,-1 0-1,0-1 1,-15 5-1,-10 2 323,-57 9 1,39-17 809,53-4-742</inkml:trace>
</inkml:ink>
</file>

<file path=ppt/ink/ink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08.688"/>
    </inkml:context>
    <inkml:brush xml:id="br0">
      <inkml:brushProperty name="width" value="0.05" units="cm"/>
      <inkml:brushProperty name="height" value="0.05" units="cm"/>
      <inkml:brushProperty name="color" value="#004F8B"/>
    </inkml:brush>
  </inkml:definitions>
  <inkml:trace contextRef="#ctx0" brushRef="#br0">48 0 5889,'0'0'808,"-12"26"-4248,3-4 2479,0 6 57,0 10 376,0 5 112</inkml:trace>
</inkml:ink>
</file>

<file path=ppt/ink/ink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08.989"/>
    </inkml:context>
    <inkml:brush xml:id="br0">
      <inkml:brushProperty name="width" value="0.05" units="cm"/>
      <inkml:brushProperty name="height" value="0.05" units="cm"/>
      <inkml:brushProperty name="color" value="#004F8B"/>
    </inkml:brush>
  </inkml:definitions>
  <inkml:trace contextRef="#ctx0" brushRef="#br0">0 440 448,'12'39'855,"-10"-34"-256,1 0 0,0 0 0,0 0 0,0 0 0,0 0 0,1-1 0,0 0-1,4 5 1,-5-7-275,-1 0 0,1 0-1,0 0 1,0 0-1,0-1 1,0 1-1,0-1 1,0 0 0,1 0-1,-1 0 1,0 0-1,1 0 1,-1-1 0,0 0-1,1 1 1,-1-1-1,1-1 1,-1 1 0,0 0-1,1-1 1,-1 0-1,0 1 1,1-1 0,-1-1-1,0 1 1,0 0-1,3-3 1,5-2-102,-1-1-1,0 0 1,0-1-1,0 0 1,-1-1-1,-1 0 1,0 0-1,0-1 1,0 0-1,-1 0 1,-1-1 0,0 0-1,0 0 1,-1 0-1,-1-1 1,0 0-1,0 1 1,-1-1-1,2-23 1,-2 21-291,-2-1 0,0 1 0,-1-1 1,0 0-1,-1 0 0,0 1 0,-2-1 0,1 1 0,-2 0 1,0 0-1,-1 0 0,0 0 0,-1 0 0,0 1 0,-1 0 1,-14-18-1,17 26-187,0 0 0,0 1 0,-1 0 0,1-1 1,-1 2-1,0-1 0,0 0 0,0 1 0,-1 0 1,1 0-1,-1 1 0,0 0 0,0-1 0,1 2 1,-1-1-1,-1 1 0,1 0 0,0 0 0,0 1 0,0 0 1,-12 1-1,-4 5-2113</inkml:trace>
</inkml:ink>
</file>

<file path=ppt/ink/ink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09.226"/>
    </inkml:context>
    <inkml:brush xml:id="br0">
      <inkml:brushProperty name="width" value="0.05" units="cm"/>
      <inkml:brushProperty name="height" value="0.05" units="cm"/>
      <inkml:brushProperty name="color" value="#004F8B"/>
    </inkml:brush>
  </inkml:definitions>
  <inkml:trace contextRef="#ctx0" brushRef="#br0">0 0 1104,'0'0'-232</inkml:trace>
</inkml:ink>
</file>

<file path=ppt/ink/ink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09.382"/>
    </inkml:context>
    <inkml:brush xml:id="br0">
      <inkml:brushProperty name="width" value="0.05" units="cm"/>
      <inkml:brushProperty name="height" value="0.05" units="cm"/>
      <inkml:brushProperty name="color" value="#004F8B"/>
    </inkml:brush>
  </inkml:definitions>
  <inkml:trace contextRef="#ctx0" brushRef="#br0">0 144 1280,'6'4'944,"3"-1"1369,0-3 304,-1-6 111,0-6-327,1-2-729,-1-4-280,-4 0-368,1-3-207,-4 4-385,1-1-184,-2 3-696,0 3-512</inkml:trace>
</inkml:ink>
</file>

<file path=ppt/ink/ink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09.926"/>
    </inkml:context>
    <inkml:brush xml:id="br0">
      <inkml:brushProperty name="width" value="0.05" units="cm"/>
      <inkml:brushProperty name="height" value="0.05" units="cm"/>
      <inkml:brushProperty name="color" value="#004F8B"/>
    </inkml:brush>
  </inkml:definitions>
  <inkml:trace contextRef="#ctx0" brushRef="#br0">67 141 9370,'0'0'265,"-2"5"-4163,-33 71 81,29-60 3835,1-1 0,0 2 0,1-1-1,1 0 1,-2 30 0,4-27 255,1 0-1,1 0 1,0 0 0,1 0-1,2 0 1,5 18 0,-8-31 11,1 0-1,1 0 1,-1 0 0,1-1-1,0 1 1,0-1 0,1 0-1,0 0 1,0 0 0,0 0 0,0-1-1,1 1 1,0-1 0,0 0-1,0-1 1,0 1 0,0-1-1,1 0 1,0 0 0,-1-1 0,1 1-1,6 0 1,1 0-11,-1 0 1,0-2-1,1 1 1,-1-2-1,1 0 1,-1 0-1,1-1 1,-1 0-1,1-1 1,-1-1-1,16-5 1,-20 5-135,1 0 0,-1-1 0,0 0 1,0 0-1,0-1 0,-1 0 0,0 0 1,0-1-1,0 0 0,-1 0 1,1-1-1,-2 1 0,1-1 0,-1-1 1,0 1-1,6-13 0,-2-1 189,-1 1 1,-2-1-1,0 0 0,-1-1 0,-1 0 1,-1 1-1,0-42 0,-3 46-323,-1 0-1,0 1 1,-1-1-1,-1 0 1,-1 1-1,0-1 0,-2 1 1,1 0-1,-2 1 1,-14-27-1,17 37-165,0-1-1,0 1 0,0 0 0,-1 0 1,0 1-1,0-1 0,0 1 0,0 0 0,-1 1 1,1-1-1,-1 1 0,0 0 0,0 0 1,0 1-1,0 0 0,-1 0 0,1 0 1,-1 1-1,-7-1 0,2 1-113,-1 1 1,0 0-1,0 1 1,1 1-1,-1 0 1,1 0-1,-1 2 0,-23 8 1,-10 8-1675</inkml:trace>
</inkml:ink>
</file>

<file path=ppt/ink/ink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10.719"/>
    </inkml:context>
    <inkml:brush xml:id="br0">
      <inkml:brushProperty name="width" value="0.05" units="cm"/>
      <inkml:brushProperty name="height" value="0.05" units="cm"/>
      <inkml:brushProperty name="color" value="#004F8B"/>
    </inkml:brush>
  </inkml:definitions>
  <inkml:trace contextRef="#ctx0" brushRef="#br0">140 135 8858,'-1'-1'-49,"0"0"0,0 0 0,0 1 1,0-1-1,0 1 0,0-1 0,0 0 0,0 1 0,0 0 1,0-1-1,0 1 0,-1 0 0,1-1 0,0 1 1,0 0-1,0 0 0,-1 0 0,1 0 0,0 0 0,0 0 1,0 1-1,0-1 0,-1 0 0,1 1 0,0-1 0,0 0 1,0 1-1,0-1 0,0 1 0,0 0 0,0-1 0,0 1 1,0 0-1,0 0 0,0-1 0,1 1 0,-1 0 1,0 0-1,0 0 0,0 2 0,-5 4-355,1 0-1,0 1 1,1-1 0,-6 13-1,-2 8 424,1 0 1,1 2-1,1-1 0,2 1 0,1 0 0,1 1 0,2-1 0,0 42 0,6-51 1616,-2-21-1552,-1 0-1,0 0 1,0 0 0,0 0-1,0 1 1,0-1 0,0 0-1,0 0 1,0 0 0,0 0-1,0 0 1,0 0 0,1 1 0,-1-1-1,0 0 1,0 0 0,0 0-1,0 0 1,0 0 0,1 0-1,-1 0 1,0 0 0,0 0-1,0 0 1,0 0 0,0 0-1,1 0 1,-1 0 0,0 0-1,0 0 1,0 0 0,0 0-1,1 0 1,-1 0 0,0 0-1,0 0 1,0 0 0,0 0-1,0 0 1,1 0 0,-1 0-1,0 0 1,0 0 0,0 0-1,0 0 1,0 0 0,0-1 0,1 1-1,-1 0 1,0 0 0,8-17 3735,-4-1-4667,7-79 1781,-7 41-27,3 0 0,3 0 0,17-54 0,-27 109-841,3 1-772,1 1 437,-1-1 0,0 1 0,0 0 0,0 0 0,0 0 0,0 1 0,0-1-1,0 1 1,-1 0 0,1-1 0,0 1 0,-1 1 0,1-1 0,2 4 0,36 44 15,-30-34 43,49 66 78,46 58 221,-26-46 6347,-68-152-3592,-4-66-2080,13-149-1724,-21 267 530,1 1 0,0-1 0,0 1 0,1-1 0,0 1 0,4-9 0,5-2-3412</inkml:trace>
</inkml:ink>
</file>

<file path=ppt/ink/ink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11.030"/>
    </inkml:context>
    <inkml:brush xml:id="br0">
      <inkml:brushProperty name="width" value="0.05" units="cm"/>
      <inkml:brushProperty name="height" value="0.05" units="cm"/>
      <inkml:brushProperty name="color" value="#004F8B"/>
    </inkml:brush>
  </inkml:definitions>
  <inkml:trace contextRef="#ctx0" brushRef="#br0">187 1 8162,'0'0'4910,"1"4"-5547,8 50 40,-3 0 0,-2 0 0,-6 101 0,-25 118 867,12-150-95,10-72-156,-26 167 638,25-189-531,-2-1-1,-1 0 1,-1-1-1,-1 0 1,-25 44-1,-11-3-1444</inkml:trace>
</inkml:ink>
</file>

<file path=ppt/ink/ink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11.852"/>
    </inkml:context>
    <inkml:brush xml:id="br0">
      <inkml:brushProperty name="width" value="0.05" units="cm"/>
      <inkml:brushProperty name="height" value="0.05" units="cm"/>
      <inkml:brushProperty name="color" value="#004F8B"/>
    </inkml:brush>
  </inkml:definitions>
  <inkml:trace contextRef="#ctx0" brushRef="#br0">295 11 8746,'0'0'-11,"0"0"0,0-1 1,0 1-1,1 0 0,-1-1 0,0 1 1,0 0-1,0-1 0,0 1 0,0 0 1,0-1-1,0 1 0,0 0 0,0 0 1,0-1-1,0 1 0,-1 0 0,1-1 1,0 1-1,0 0 0,0-1 1,0 1-1,0 0 0,-1-1 0,1 1 1,0 0-1,0 0 0,0-1 0,-1 1 1,1 0-1,0 0 0,0 0 0,-1-1 1,1 1-1,0 0 0,0 0 0,-1 0 1,1 0-1,0 0 0,-1 0 0,1-1 1,0 1-1,-1 0 0,1 0 0,-1 0 1,-16 14-1444,-25 41-970,29-37 2928,-13 15-255,1 1 0,2 1-1,1 1 1,2 1 0,1 1-1,3 0 1,0 2 0,-15 66-1,25-78-184,1 0 0,2 1 0,1 0 0,1-1 0,1 1 0,1 0 0,2 0 0,1-1 0,2 0 0,11 38 0,-6-31 199,66 173 831,-66-182-399,2-1-1,1 0 1,0-1 0,2-1 0,33 38 0,-45-57-626,0 0 0,0 0 1,0-1-1,1 1 0,-1-1 1,1 0-1,0 0 0,0 0 1,0-1-1,0 0 0,1 0 1,-1 0-1,1-1 0,9 2 1,-1-1-1581</inkml:trace>
</inkml:ink>
</file>

<file path=ppt/ink/ink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12.813"/>
    </inkml:context>
    <inkml:brush xml:id="br0">
      <inkml:brushProperty name="width" value="0.05" units="cm"/>
      <inkml:brushProperty name="height" value="0.05" units="cm"/>
      <inkml:brushProperty name="color" value="#004F8B"/>
    </inkml:brush>
  </inkml:definitions>
  <inkml:trace contextRef="#ctx0" brushRef="#br0">17 1 2489,'0'0'697,"-11"-1"3107,6 4-613,13 0-2849,1 0 0,0 0 1,-1-1-1,1 0 0,0 0 1,0-1-1,10 0 0,75-2 254,-42-1-420,179-8-746</inkml:trace>
</inkml:ink>
</file>

<file path=ppt/ink/ink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13.218"/>
    </inkml:context>
    <inkml:brush xml:id="br0">
      <inkml:brushProperty name="width" value="0.05" units="cm"/>
      <inkml:brushProperty name="height" value="0.05" units="cm"/>
      <inkml:brushProperty name="color" value="#004F8B"/>
    </inkml:brush>
  </inkml:definitions>
  <inkml:trace contextRef="#ctx0" brushRef="#br0">97 64 4769,'-11'-37'3956,"2"10"-1448,5 29-2761,0 17-1533,-9 54 817,-10 64 1506,-8 172 0,31-291 554,0 0 580,-1-5 2660,4-17-5849,13-12-2146</inkml:trace>
</inkml:ink>
</file>

<file path=ppt/ink/ink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13.805"/>
    </inkml:context>
    <inkml:brush xml:id="br0">
      <inkml:brushProperty name="width" value="0.05" units="cm"/>
      <inkml:brushProperty name="height" value="0.05" units="cm"/>
      <inkml:brushProperty name="color" value="#004F8B"/>
    </inkml:brush>
  </inkml:definitions>
  <inkml:trace contextRef="#ctx0" brushRef="#br0">191 1 6801,'-22'53'-4740,"-34"70"4111,27-63 2872,-20 67-1,41-101-2040,0 1 0,2 0 0,2 1 0,0-1 0,0 35 1,4-35-36,1 50 536,-1-72-562,1-1 0,0 1 0,-1-1 1,2 0-1,-1 1 0,0-1 0,1 0 1,0 0-1,0 0 0,0 0 0,0 0 0,1-1 1,4 7-1,-5-9-122,0 1 0,0-1 0,-1 0 0,1 0-1,0 0 1,0 0 0,0 0 0,0 0 0,1 0 0,-1-1 0,0 1 0,0-1 0,0 1 0,4-1 0,22 1-1238</inkml:trace>
</inkml:ink>
</file>

<file path=ppt/ink/ink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14.473"/>
    </inkml:context>
    <inkml:brush xml:id="br0">
      <inkml:brushProperty name="width" value="0.05" units="cm"/>
      <inkml:brushProperty name="height" value="0.05" units="cm"/>
      <inkml:brushProperty name="color" value="#004F8B"/>
    </inkml:brush>
  </inkml:definitions>
  <inkml:trace contextRef="#ctx0" brushRef="#br0">4 84 7994,'-1'-7'928,"0"4"-405,0-1 1,1 1-1,0-1 1,-1 1-1,1-1 1,0 1-1,1-1 1,0-3-1,0 5-515,0 0-1,0 0 0,0 0 0,0 1 1,0-1-1,1 0 0,-1 1 0,1-1 0,-1 1 1,1 0-1,-1-1 0,1 1 0,0 0 1,0 0-1,0 0 0,3-1 0,0-1-72,1 1-1,-1 0 0,1 0 1,0 0-1,0 1 1,0-1-1,0 2 0,-1-1 1,1 1-1,0-1 1,1 2-1,-1-1 0,-1 1 1,1 0-1,0 0 1,0 0-1,11 5 0,-14-4 4,1-1-1,0 2 0,-1-1 0,1 0 0,-1 1 1,0-1-1,0 1 0,0 0 0,0 0 0,-1 0 1,1 1-1,-1-1 0,1 1 0,-1-1 0,0 1 1,-1 0-1,1-1 0,-1 1 0,1 0 0,-1 0 0,-1 0 1,1 1-1,0-1 0,-1 0 0,0 0 0,0 7 1,-1-5 72,0 0 0,0 0 0,0 0 0,-1-1 0,0 1 1,0 0-1,-1-1 0,1 1 0,-1-1 0,0 0 0,-1 0 0,1 0 1,-1-1-1,0 1 0,0-1 0,-1 0 0,-7 7 0,-3-1 257,1 0 0,-1-1-1,-1-1 1,-28 12 1116,49-22-1359,3-1-152,1-1-1,-1 1 1,0 1-1,1 0 1,0 0-1,-1 0 1,1 1-1,0 1 1,0-1-1,0 1 1,0 1-1,10 1 1,-14-1 59,0 1 1,0-1-1,0 1 1,0 0-1,0 0 1,0 0-1,0 1 1,-1-1-1,1 1 1,-1 0-1,0 1 1,0-1-1,0 1 1,0 0-1,-1 0 1,0 0-1,1 0 1,-1 0-1,-1 1 1,1 0-1,-1-1 1,4 9-1,-5-9 75,-1 1 0,1-1 0,0 0 0,-1 0 0,0 1 0,0-1 0,0 0 0,-1 1 0,1-1 0,-1 0 0,0 0 0,0 0-1,-1 1 1,1-1 0,-1 0 0,0-1 0,0 1 0,0 0 0,0-1 0,-1 1 0,1-1 0,-1 1 0,0-1 0,0 0 0,0 0 0,-4 2 0,-2 2 130,0 0 0,0 0 0,0-1 0,-1-1 0,0 1 0,0-2 0,0 1 0,-22 5-1,29-9-73,-1 0 0,1-1-1,0 1 1,0-1-1,-1 0 1,1 0-1,0 0 1,-1 0-1,1-1 1,0 1-1,-1-1 1,1 0-1,0 0 1,-4-1-1,-5-9-343</inkml:trace>
</inkml:ink>
</file>

<file path=ppt/ink/ink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14.635"/>
    </inkml:context>
    <inkml:brush xml:id="br0">
      <inkml:brushProperty name="width" value="0.05" units="cm"/>
      <inkml:brushProperty name="height" value="0.05" units="cm"/>
      <inkml:brushProperty name="color" value="#004F8B"/>
    </inkml:brush>
  </inkml:definitions>
  <inkml:trace contextRef="#ctx0" brushRef="#br0">40 1 7490,'0'0'-248,"-18"31"-4457,9-6 3320,-4 9 897</inkml:trace>
</inkml:ink>
</file>

<file path=ppt/ink/ink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14.967"/>
    </inkml:context>
    <inkml:brush xml:id="br0">
      <inkml:brushProperty name="width" value="0.05" units="cm"/>
      <inkml:brushProperty name="height" value="0.05" units="cm"/>
      <inkml:brushProperty name="color" value="#004F8B"/>
    </inkml:brush>
  </inkml:definitions>
  <inkml:trace contextRef="#ctx0" brushRef="#br0">1 383 168,'0'9'529,"0"0"-1,1 0 1,0 0 0,0 0-1,1 0 1,0 0 0,1 0-1,0 0 1,0-1 0,7 12-1,-8-17-277,0 0-1,1 0 1,-1 0-1,0 0 0,1-1 1,0 1-1,-1-1 1,1 1-1,0-1 1,1 0-1,-1 0 0,0-1 1,0 1-1,1-1 1,-1 0-1,1 1 0,-1-2 1,1 1-1,-1 0 1,1-1-1,0 1 1,-1-1-1,1 0 0,0 0 1,-1-1-1,1 1 1,0-1-1,6-1 0,-3 0 16,0 0-1,1-1 1,-1 1-1,0-1 0,0-1 1,0 1-1,-1-1 0,1-1 1,-1 1-1,0-1 0,0 0 1,0 0-1,-1-1 0,6-7 1,-5 4-34,0 0 0,0-1 0,-1 0 1,0-1-1,-1 1 0,0-1 0,-1 0 1,4-20-1,-4 5-155,0-1 0,-2 0 0,-1 0 0,-2 1 0,0-1 0,-2 0 0,-9-35 0,11 54-284,0 0-1,0 0 0,-1 1 1,0-1-1,-1 1 0,1 0 1,-1 0-1,-8-11 1,9 16 57,1 0 0,0 0 0,-1 0 0,1 0 0,-1 0 1,0 0-1,0 1 0,0-1 0,0 1 0,0 0 0,0 0 1,0 0-1,0 0 0,0 0 0,0 1 0,-1 0 0,1-1 1,0 1-1,0 0 0,-1 1 0,1-1 0,0 0 0,0 1 1,-3 1-1,-31 9-1239,1 7-322</inkml:trace>
</inkml:ink>
</file>

<file path=ppt/ink/ink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15.327"/>
    </inkml:context>
    <inkml:brush xml:id="br0">
      <inkml:brushProperty name="width" value="0.05" units="cm"/>
      <inkml:brushProperty name="height" value="0.05" units="cm"/>
      <inkml:brushProperty name="color" value="#004F8B"/>
    </inkml:brush>
  </inkml:definitions>
  <inkml:trace contextRef="#ctx0" brushRef="#br0">0 106 7066,'23'-8'1088,"-3"1"1192,0-4-223,-7-3-193,-4 0-192,-2 0-535,-4-1-321,-1 3-512,-1 2-200</inkml:trace>
</inkml:ink>
</file>

<file path=ppt/ink/ink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15.843"/>
    </inkml:context>
    <inkml:brush xml:id="br0">
      <inkml:brushProperty name="width" value="0.05" units="cm"/>
      <inkml:brushProperty name="height" value="0.05" units="cm"/>
      <inkml:brushProperty name="color" value="#004F8B"/>
    </inkml:brush>
  </inkml:definitions>
  <inkml:trace contextRef="#ctx0" brushRef="#br0">130 72 5521,'0'0'416,"-10"5"-3276,4 0 2663,1-1 1,0 1 0,1 0-1,-1 0 1,1 0 0,0 0-1,0 1 1,1 0 0,-1 0-1,1 0 1,1 0-1,-4 10 1,-13 55-36,-16 88 216,32-145 192,0-1 0,1 1-1,0 18 1,2-26 35,1 0 1,-1 0-1,2 0 0,-1-1 0,3 8 0,-1-4 148,-2-5-92,0 0 1,1-1-1,0 1 1,-1 0 0,1-1-1,0 1 1,1-1-1,-1 0 1,1 0 0,-1 0-1,1 0 1,0 0 0,0 0-1,0-1 1,1 1-1,2 1 1,0-1 58,0-1 1,-1 0-1,1 0 1,0 0-1,0-1 1,0 1-1,0-2 1,0 1-1,11 0 1,-1-2 122,1-1 0,0-1 1,-1 0-1,1-1 0,-1 0 1,28-13-1,-34 12-237,1 0-1,-1-1 0,0-1 1,-1 0-1,0 0 0,0 0 1,0-1-1,-1-1 0,0 0 1,-1 0-1,0 0 1,0-1-1,-1 0 0,0 0 1,-1 0-1,0-1 0,-1 0 1,5-15-1,-3 3-93,-2 1 1,0-1-1,-1 0 1,-1-1-1,-1 1 0,-2 0 1,0 0-1,-6-31 0,6 46-234,0 1 0,-1-1 1,0 1-1,-1 0 0,0 0 0,0 0 0,0 0 0,-1 0 0,0 1 0,-7-10 0,7 12-79,0 0 1,0 0-1,-1 0 0,1 1 1,-1-1-1,0 1 0,0 0 1,0 1-1,0-1 0,-1 1 0,1 0 1,-1 0-1,1 1 0,-11-2 1,-1 1-200,0 1-1,-1 1 1,1 0 0,-1 1 0,1 1 0,-33 8 0,2 5-935</inkml:trace>
</inkml:ink>
</file>

<file path=ppt/ink/ink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16.155"/>
    </inkml:context>
    <inkml:brush xml:id="br0">
      <inkml:brushProperty name="width" value="0.05" units="cm"/>
      <inkml:brushProperty name="height" value="0.05" units="cm"/>
      <inkml:brushProperty name="color" value="#004F8B"/>
    </inkml:brush>
  </inkml:definitions>
  <inkml:trace contextRef="#ctx0" brushRef="#br0">88 1 8810,'0'0'-512,"-7"25"-2641,-1 3 1489,-5 6 511,1 18 617,2-2 240,1 4 296,3-2 72,-1-11 144,2-2 96,1-10 241,1-5 175,0-5 360,3-3-136</inkml:trace>
</inkml:ink>
</file>

<file path=ppt/ink/ink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16.710"/>
    </inkml:context>
    <inkml:brush xml:id="br0">
      <inkml:brushProperty name="width" value="0.05" units="cm"/>
      <inkml:brushProperty name="height" value="0.05" units="cm"/>
      <inkml:brushProperty name="color" value="#004F8B"/>
    </inkml:brush>
  </inkml:definitions>
  <inkml:trace contextRef="#ctx0" brushRef="#br0">1 173 7578,'0'-1'219,"0"0"0,-1 0 1,1 0-1,0 0 0,0-1 1,0 1-1,0 0 1,1 0-1,-1 0 0,0 0 1,0 0-1,1 0 0,-1-1 1,0 1-1,1 0 0,-1 0 1,1 0-1,0 0 1,-1 0-1,1 0 0,0 1 1,0-1-1,1-1 0,-1 2-215,0 0-1,0 0 1,0 0-1,0 0 1,-1 0-1,1 0 1,0 0-1,0 1 1,0-1-1,0 0 1,0 1-1,0-1 0,0 1 1,0-1-1,0 1 1,-1-1-1,1 1 1,0 0-1,0-1 1,0 2-1,8 6-366,-2 1 1,1 0-1,7 12 0,45 74 156,30 44 548,-72-116-131,1 0 0,0-2 0,38 34 1,-52-50-187,12 10 1015,-17-15-877,1 1-1,-1-1 0,0 0 0,1 0 0,-1 0 0,1 1 0,-1-1 0,1 0 0,-1 0 0,0 0 0,1 0 0,-1 0 0,1 0 0,-1 0 0,1 0 0,-1 0 0,1 0 1,-1 0-1,1 0 0,-1 0 0,1 0 0,-1 0 0,0-1 0,1 1 0,-1 0 0,1 0 0,-1 0 0,1-1 0,-1 1 0,0 0 0,1-1 0,-1 1 0,0 0 1,1-1-1,-1 1 0,0 0 0,0-1 0,1 1 0,-1 0 0,0-1 0,1 0 0,3-9-112,0-1 0,-1 1 0,0-1 0,0 0 0,-1 0-1,-1 0 1,1-17 0,-4-90 279,-1 65-278,-1-29-55,1 39-34,2 0 0,1 0 0,7-43 0,-7 84-282</inkml:trace>
</inkml:ink>
</file>

<file path=ppt/ink/ink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17.954"/>
    </inkml:context>
    <inkml:brush xml:id="br0">
      <inkml:brushProperty name="width" value="0.05" units="cm"/>
      <inkml:brushProperty name="height" value="0.05" units="cm"/>
      <inkml:brushProperty name="color" value="#004F8B"/>
    </inkml:brush>
  </inkml:definitions>
  <inkml:trace contextRef="#ctx0" brushRef="#br0">221 24 4209,'0'0'4480,"4"-10"3415,7-2-9352,-10 12 1372,1-1 0,-1 1 0,1 0 0,-1 0 0,1 0 0,-1 0 0,1 0 0,-1 0 1,1 0-1,0 0 0,-1 1 0,0-1 0,1 1 0,-1-1 0,1 1 0,-1-1 0,1 1 0,-1 0 0,0 0 0,0 0 0,1 0 0,-1 0 0,2 2 0,25 35-915,-23-31 1032,8 17-54,0 1 1,-2 0 0,-1 0-1,-1 1 1,-1 0-1,-2 1 1,0 0-1,-2 0 1,-1 0 0,-1 0-1,-1 0 1,-1 1-1,-5 32 1,3-47 31,-1-1 1,0 1 0,0 0-1,-1-1 1,-1 1-1,0-1 1,-1-1 0,0 1-1,-1-1 1,0 0-1,0 0 1,-1-1-1,-12 12 1,-11 7 126,-1-1 1,-62 41-1,5-4 112,75-54-185,-26 24 3988</inkml:trace>
</inkml:ink>
</file>

<file path=ppt/ink/ink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19.082"/>
    </inkml:context>
    <inkml:brush xml:id="br0">
      <inkml:brushProperty name="width" value="0.05" units="cm"/>
      <inkml:brushProperty name="height" value="0.05" units="cm"/>
      <inkml:brushProperty name="color" value="#004F8B"/>
    </inkml:brush>
  </inkml:definitions>
  <inkml:trace contextRef="#ctx0" brushRef="#br0">228 232 8674,'21'-54'4865,"-17"46"-4447,0 0 0,-1-1 0,0 0 0,0 0 0,-1 0 0,0 0 1,1-10-1,-3 15-295,-1-47 989,0 49-1166,1-1 0,-1 0 0,1 0 0,-1 1 0,0-1 0,0 1 0,0-1 0,-1 1 0,1 0 0,-1-1 0,1 1 0,-1 0 1,0 0-1,1 0 0,-5-4 0,5 6-622,-14 1-4231,4 1 4584,1 1 0,-1 0 0,0 1 0,1 0 0,0 0 0,0 2-1,0-1 1,1 1 0,0 0 0,-9 8 0,9-5 281,-1 0-1,2 0 1,0 1 0,0 1-1,0-1 1,2 1 0,-1 0-1,1 0 1,1 1 0,0 0-1,-5 20 1,3-3 83,1 1 0,1-1 0,0 58 0,4-79 35,2 0 1,-1 0-1,1 0 0,0 1 0,1-1 1,-1-1-1,2 1 0,5 14 0,-6-17 16,1-1-1,-1 1 1,1-1-1,0 0 0,0 0 1,1-1-1,-1 1 1,1-1-1,0 0 1,0 1-1,0-2 0,0 1 1,0 0-1,1-1 1,-1 0-1,6 2 0,9 2-115,0 0-1,1-2 1,-1 0-1,1-1 1,0-1-1,0-1 1,39-2-1,-50 0-97,-1 0 0,1 0-1,0-1 1,-1 0 0,1 0-1,-1-1 1,1 0-1,-1-1 1,0 1 0,0-2-1,-1 1 1,1-1 0,-1 0-1,0-1 1,0 1-1,-1-1 1,0-1 0,0 1-1,0-1 1,6-11 0,-3 0 679,0-1 0,-1 0 0,7-28 0,-11 34 247,-2 0 0,1 0 0,-1-1 0,-1 1 0,-1 0 0,0-17 0,-1 27-329,-8 16-5740,2-3 4833,2-1 1,-1 1-1,2 0 0,-1 0 1,1 1-1,-4 17 1,-14 83 568,21-109-91,0 6 37,0 0-1,0 1 0,1-1 1,1 16-1,-1-22 48,0-1-1,0 1 1,1-1 0,-1 0-1,0 1 1,1-1 0,-1 1-1,1-1 1,0 0 0,-1 1-1,1-1 1,0 0 0,0 0-1,0 0 1,0 0-1,0 1 1,0-1 0,0 0-1,0-1 1,0 1 0,0 0-1,1 0 1,-1 0 0,0-1-1,0 1 1,1-1 0,-1 1-1,1-1 1,-1 1-1,0-1 1,1 0 0,-1 0-1,1 0 1,-1 0 0,4 0-1,5-1 125,0-1-1,0 0 1,0-1-1,0 0 1,0 0-1,-1-1 1,1 0-1,-1-1 1,0 0-1,0 0 1,-1-1-1,0-1 1,0 1-1,0-1 1,-1 0-1,0-1 1,0 0-1,-1 0 1,0 0-1,6-11 0,-5 7-229,-1 0-1,0 1 0,0-2 1,-1 1-1,-1-1 0,0 0 1,-1 1-1,0-2 0,-1 1 0,-1 0 1,0 0-1,-1-1 0,0 1 1,-1 0-1,-3-16 0,4 26-164,-1 0 0,0-1 0,0 1 0,0 0 0,-1 0 0,1 0-1,-1 0 1,0 0 0,0 0 0,0 1 0,0-1 0,0 0 0,0 1 0,-1 0 0,1-1-1,-1 1 1,0 0 0,0 0 0,0 1 0,0-1 0,-6-2 0,2 2-239,-1 0 0,1 0 0,-1 1 1,1 0-1,-1 1 0,0-1 0,1 2 0,-13 0 1,-14 6-2478</inkml:trace>
</inkml:ink>
</file>

<file path=ppt/ink/ink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19.585"/>
    </inkml:context>
    <inkml:brush xml:id="br0">
      <inkml:brushProperty name="width" value="0.05" units="cm"/>
      <inkml:brushProperty name="height" value="0.05" units="cm"/>
      <inkml:brushProperty name="color" value="#004F8B"/>
    </inkml:brush>
  </inkml:definitions>
  <inkml:trace contextRef="#ctx0" brushRef="#br0">310 11 6009,'-11'-3'-252,"-1"0"-1,1 1 1,-1 1-1,1 0 1,-1 0-1,0 1 1,1 1-1,-1 0 1,1 1-1,-1 0 1,1 0-1,0 1 1,-1 1-1,2 0 0,-1 1 1,0-1-1,1 2 1,0 0-1,-10 7 1,19-12 355,0 0 0,0 0 0,0 0 0,0 0 0,0-1 0,0 1-1,0 0 1,0 1 0,1-1 0,-1 0 0,0 0 0,1 0 0,-1 0 0,1 1 0,-1-1 0,1 0 0,0 0 0,-1 1 0,1-1 0,0 0 0,0 1 0,0-1 0,0 0 0,0 1-1,0-1 1,0 0 0,1 0 0,-1 1 0,0-1 0,1 0 0,-1 0 0,1 1 0,-1-1 0,1 0 0,0 0 0,-1 0 0,1 0 0,0 0 0,1 2 0,6 5 237,-1 0-1,1-1 1,0 0 0,11 7 0,-1 0-281,65 64-32,-72-66-142,-1 0 1,0 1-1,0 0 1,14 28-1,-23-39 100,-1-1 1,1 1-1,0 0 0,-1 0 0,0 0 0,1 0 0,-1 0 0,0 0 0,0 0 1,0-1-1,0 1 0,0 0 0,0 0 0,-1 0 0,1 0 0,-1 0 0,1 0 1,-1 0-1,0-1 0,1 1 0,-1 0 0,0 0 0,0-1 0,-1 1 0,1-1 0,0 1 1,0-1-1,-1 1 0,1-1 0,-1 0 0,1 0 0,-1 0 0,1 0 0,-1 0 1,0 0-1,0 0 0,-3 1 0,-5 2 140,0 0 0,-1 0 0,1-1 0,-1 0-1,-13 1 1,-61 3 846,76-7-843,1-1 1,-1 1 0,1-1-1,-1 0 1,1-1-1,-1 0 1,-14-6-1,8-2-1550</inkml:trace>
</inkml:ink>
</file>

<file path=ppt/ink/ink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20.214"/>
    </inkml:context>
    <inkml:brush xml:id="br0">
      <inkml:brushProperty name="width" value="0.05" units="cm"/>
      <inkml:brushProperty name="height" value="0.05" units="cm"/>
      <inkml:brushProperty name="color" value="#004F8B"/>
    </inkml:brush>
  </inkml:definitions>
  <inkml:trace contextRef="#ctx0" brushRef="#br0">13 18 9762,'13'-2'269,"10"-3"-40,1 1 0,40-2 0,-58 6-317,-1 0 1,1 0 0,-1 0 0,1 1 0,-1 0 0,1 0-1,-1 1 1,0-1 0,0 1 0,0 0 0,0 0 0,0 1-1,0 0 1,0-1 0,-1 2 0,1-1 0,6 7 0,-9-8 16,0 1 0,0-1 1,0 1-1,0 0 0,-1-1 0,1 1 1,-1 0-1,0 0 0,0 0 1,0 0-1,0 0 0,-1 0 1,1 0-1,-1 0 0,1 0 1,-1 1-1,0-1 0,-1 6 0,-1-3 46,1-1 0,-1 0 0,0 1-1,0-1 1,-1 0 0,1 0-1,-1 0 1,0 0 0,-8 8 0,2-3 107,0 0-1,-1-1 1,-1 0 0,1-1 0,-1 0 0,-1-1 0,1 0 0,-16 6 0,-22 2 3197,54-23-2828,-1 4-470,0 0-1,0-1 1,1 2 0,-1-1-1,1 0 1,-1 1 0,1 0-1,0 0 1,1 0 0,-1 1-1,9-4 1,-10 5-29,0 0 0,0 0 0,0 0 0,0 1 0,0-1 0,0 1-1,1 0 1,-1 0 0,0 1 0,0-1 0,0 1 0,0 0 0,0 0 0,0 0 0,0 1 0,0-1 0,0 1 0,-1 0-1,5 3 1,-1 0-76,0 1 0,0 0 0,-1 0 0,0 0-1,0 1 1,0 0 0,-1 1 0,0-1 0,-1 1-1,1 0 1,-1 0 0,-1 0 0,0 1 0,0-1-1,3 17 1,-5-20 120,0 0-1,-1 0 1,1 1 0,-1-1-1,0 0 1,0 1-1,-1-1 1,0 0-1,0 0 1,0 0 0,0 1-1,-1-1 1,0 0-1,0-1 1,0 1-1,-1 0 1,0-1-1,0 1 1,0-1 0,0 0-1,-1 0 1,1 0-1,-1 0 1,0-1-1,0 1 1,0-1 0,-8 4-1,-8 3 141,-2 0 0,1-2 0,-1 0 0,0-2 0,-1 0 0,0-1 0,0-2 0,-26 2 0,32-5-881</inkml:trace>
</inkml:ink>
</file>

<file path=ppt/ink/ink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20.698"/>
    </inkml:context>
    <inkml:brush xml:id="br0">
      <inkml:brushProperty name="width" value="0.05" units="cm"/>
      <inkml:brushProperty name="height" value="0.05" units="cm"/>
      <inkml:brushProperty name="color" value="#004F8B"/>
    </inkml:brush>
  </inkml:definitions>
  <inkml:trace contextRef="#ctx0" brushRef="#br0">185 42 7522,'0'0'2723,"-8"7"-8532,-11 12 5245,1 1 0,1 1 0,1 1 0,1 0 0,-19 38 0,25-41 762,0 1 1,1 0-1,1 0 1,0 1-1,2 0 0,1 0 1,-4 36-1,8-54 49,0 0 0,0-1 0,0 1 0,0 0 0,0 0 0,1-1 0,-1 1 1,1 0-1,-1-1 0,1 1 0,0-1 0,0 1 0,0-1 0,1 1 0,-1-1 0,1 0 0,2 4 0,-1-4 12,0 0-1,0 0 1,-1 0 0,1-1 0,0 1 0,1-1-1,-1 0 1,0 0 0,0 0 0,0-1 0,1 1-1,-1-1 1,7 0 0,2 1-73,1-1 0,-1 0-1,1-2 1,0 1 0,-1-1 0,0-1 0,1 0-1,-1-1 1,0 0 0,-1-1 0,1-1 0,-1 1 0,0-2-1,0 0 1,-1 0 0,0 0 0,0-2 0,-1 1-1,0-1 1,0 0 0,-1-1 0,0 0 0,-1 0 0,0-1-1,-1 0 1,9-21 0,-8 14-102,-2-1 0,0 0 0,-1-1 0,0 1 0,-2-1 0,-1 0 0,0 0 0,-1 1 0,-4-24 0,4 40-200,-1 0 0,0-1 0,0 1 1,0 0-1,0 0 0,0 0 0,-1 0 0,1 1 0,-1-1 0,0 0 0,0 0 0,0 1 0,0 0 1,0-1-1,-1 1 0,1 0 0,-1 0 0,1 0 0,-6-3 0,0 2-241,0 0 0,0 0 0,-1 0-1,1 1 1,-1 0 0,-9 0 0,-29-3-2293</inkml:trace>
</inkml:ink>
</file>

<file path=ppt/ink/ink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21.026"/>
    </inkml:context>
    <inkml:brush xml:id="br0">
      <inkml:brushProperty name="width" value="0.05" units="cm"/>
      <inkml:brushProperty name="height" value="0.05" units="cm"/>
      <inkml:brushProperty name="color" value="#004F8B"/>
    </inkml:brush>
  </inkml:definitions>
  <inkml:trace contextRef="#ctx0" brushRef="#br0">1 0 10722,'0'0'-1312,"0"8"-1909,10 53 1461,-9-55 2053,1 0 0,-1-1 0,1 1 0,1 0 0,-1-1 1,1 0-1,0 0 0,0 0 0,9 8 8193,-11-13-8354,-1-1 0,1 1 0,0 0 0,-1-1-1,1 1 1,-1-1 0,1 1 0,0-1 0,-1 1 0,1-1 0,-1 1 0,0-1 0,1 0-1,-1 1 1,1-1 0,-1 0 0,0 1 0,1-1 0,-1 0 0,0 0 0,0-1 0,17-35-162,-13 25-2037</inkml:trace>
</inkml:ink>
</file>

<file path=ppt/ink/ink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23.090"/>
    </inkml:context>
    <inkml:brush xml:id="br0">
      <inkml:brushProperty name="width" value="0.05" units="cm"/>
      <inkml:brushProperty name="height" value="0.05" units="cm"/>
      <inkml:brushProperty name="color" value="#004F8B"/>
    </inkml:brush>
  </inkml:definitions>
  <inkml:trace contextRef="#ctx0" brushRef="#br0">53 801 920,'-7'2'115,"1"0"-1,-1 0 0,1 0 1,-12 7-1,13-7-234,2 1 3101,10 2-195,10-4-2547,-1 0-1,1-1 1,0-1 0,-1-1 0,1 0 0,25-7-1,20-2 86,846-76 775,414-1 509,-760 46-1016,557-18-185,-405 25 92,1037-36 30,-1451 61-451,1581-132 814,-449 5-28,-1174 119 1143,360-72 0,-595 85-1521,35-14 0,-56 18-478,1 1-1716</inkml:trace>
</inkml:ink>
</file>

<file path=ppt/ink/ink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27.577"/>
    </inkml:context>
    <inkml:brush xml:id="br0">
      <inkml:brushProperty name="width" value="0.05" units="cm"/>
      <inkml:brushProperty name="height" value="0.05" units="cm"/>
      <inkml:brushProperty name="color" value="#004F8B"/>
    </inkml:brush>
  </inkml:definitions>
  <inkml:trace contextRef="#ctx0" brushRef="#br0">0 186 4225,'0'0'8771,"6"-9"-7121,6-6-1675,1 0 0,1 1 0,0 0 0,1 1 0,1 0 0,0 2 0,1 0 0,0 0 0,0 2 0,1 0 0,0 1 0,1 1 0,0 1 1,0 0-1,0 1 0,34-3 0,-50 7-135,1 1 1,-1 0-1,0 0 1,0 0-1,0 0 1,1 0-1,-1 1 1,0-1-1,0 1 1,0 0-1,0 0 1,0 0-1,0 0 1,0 1-1,0-1 1,0 1-1,-1 0 1,1 0-1,-1 0 1,1 0-1,-1 0 1,0 0-1,0 1 1,3 3-1,-2-1-61,0 1 0,-1 0-1,0 0 1,0 0 0,0 0 0,-1 0-1,0 0 1,0 0 0,0 1-1,-1-1 1,-1 11 0,1-4 249,-2-1 0,0 0 0,0 0-1,-1 0 1,-1 0 0,0 0 0,0-1 0,-1 1 0,-1-1-1,0 0 1,0-1 0,-1 0 0,0 0 0,-11 12 0,1-6 236,0 0-1,-1 0 1,-1-2 0,0 0 0,-1-1 0,-33 15 4935,53-29-3888,11-11-2124,20-16 581,-24 21-360,-4 6 36,5 3 86,0-2 266,0 1 1,0 1 0,-1 0-1,1 0 1,0 0-1,-1 1 1,0 0-1,0 0 1,0 1-1,7 4 1,-5-1 183,0 0 1,-1 1-1,0 0 0,0 0 0,-1 0 1,0 1-1,-1 0 0,7 12 0,-11-18 44,-1 0 0,0 0 1,1 0-1,-1 0 0,0 0 0,-1 0 0,1 0 0,0 0 0,-1 0 0,0 0 0,0 0 0,0 1 0,0-1 1,0 0-1,0 0 0,-1 0 0,0 0 0,1 0 0,-1 0 0,-1 0 0,1 0 0,0 0 0,-1 0 1,1 0-1,-1 0 0,0-1 0,0 1 0,0-1 0,0 0 0,0 1 0,0-1 0,-1 0 0,-3 3 1,-4 1 81,0-1 0,0 0 0,0 0 0,0-1 0,-1 0 0,0-1 1,1 0-1,-1-1 0,-1 0 0,1 0 0,-13-1 0,9 0 77,0-2-1,0 1 0,0-2 0,1 0 0,-1-1 1,0 0-1,1-1 0,-15-6 0,27 9-180,0 0-1,-1 0 0,1 0 1,0 0-1,-1-1 0,1 1 0,0 0 1,0-1-1,0 0 0,0 1 0,1-1 1,-1 0-1,0 0 0,1 0 1,-1 0-1,1 0 0,0 0 0,0-1 1,-1 1-1,2 0 0,-3-5 0,3-10-2242</inkml:trace>
</inkml:ink>
</file>

<file path=ppt/ink/ink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27.783"/>
    </inkml:context>
    <inkml:brush xml:id="br0">
      <inkml:brushProperty name="width" value="0.05" units="cm"/>
      <inkml:brushProperty name="height" value="0.05" units="cm"/>
      <inkml:brushProperty name="color" value="#004F8B"/>
    </inkml:brush>
  </inkml:definitions>
  <inkml:trace contextRef="#ctx0" brushRef="#br0">10 0 5209,'0'0'-432,"-10"30"-3017</inkml:trace>
</inkml:ink>
</file>

<file path=ppt/ink/ink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28.137"/>
    </inkml:context>
    <inkml:brush xml:id="br0">
      <inkml:brushProperty name="width" value="0.05" units="cm"/>
      <inkml:brushProperty name="height" value="0.05" units="cm"/>
      <inkml:brushProperty name="color" value="#004F8B"/>
    </inkml:brush>
  </inkml:definitions>
  <inkml:trace contextRef="#ctx0" brushRef="#br0">1 381 872,'0'7'370,"0"-1"-1,0 0 1,1 1-1,0-1 1,0 0-1,1 0 1,0 1-1,0-1 1,0-1-1,0 1 1,1 0-1,4 5 1,-5-9-129,-1 1 0,1-1 0,0 0 0,0-1 0,1 1 1,-1 0-1,0-1 0,1 1 0,-1-1 0,1 1 0,-1-1 0,1 0 0,-1 0 1,1 0-1,0-1 0,0 1 0,-1-1 0,1 1 0,0-1 0,0 0 0,0 0 0,-1 0 1,1-1-1,0 1 0,0 0 0,0-1 0,-1 0 0,1 0 0,3-1 0,1-1 4,0 1 0,0-1 0,0 0 0,0-1 0,-1 0 0,0 0 0,1-1 0,-1 1 0,-1-1 0,1 0-1,-1-1 1,0 1 0,0-1 0,-1 0 0,1-1 0,-1 1 0,5-13 0,-3 5-99,-2 0 1,0-1 0,-1 1-1,0-1 1,-1 0-1,0 0 1,-2 1 0,0-19-1,-1 11-128,-1-1-1,0 1 0,-9-30 1,9 44-156,0-1 1,-1 1-1,-1 0 1,1 0-1,-1 0 1,-1 0-1,1 0 1,-1 1-1,-1 0 1,1 0-1,-11-10 1,14 15-55,-1 0 0,0 1-1,0-1 1,1 0 0,-1 1 0,0 0-1,0-1 1,-1 1 0,1 0 0,0 1-1,0-1 1,-1 0 0,1 1 0,0 0 0,0 0-1,-1 0 1,1 0 0,0 0 0,-1 1-1,-5 1 1,5-1 47,0 1 1,-1 0-1,1-1 0,0 1 0,0 1 1,0-1-1,1 1 0,-1-1 0,0 1 1,1 0-1,0 0 0,0 1 0,0-1 1,-4 6-1,-6 15-966</inkml:trace>
</inkml:ink>
</file>

<file path=ppt/ink/ink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28.484"/>
    </inkml:context>
    <inkml:brush xml:id="br0">
      <inkml:brushProperty name="width" value="0.05" units="cm"/>
      <inkml:brushProperty name="height" value="0.05" units="cm"/>
      <inkml:brushProperty name="color" value="#004F8B"/>
    </inkml:brush>
  </inkml:definitions>
  <inkml:trace contextRef="#ctx0" brushRef="#br0">0 132 2937,'6'0'1176,"0"0"1632,0 0-159,0-5-248,3-6-265,0-4-616,-1-2-279,0-4-257,-2 3-120,-3 0-304,0 4-160,-3 5-320,0 7-496,0 1-256</inkml:trace>
</inkml:ink>
</file>

<file path=ppt/ink/ink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28.976"/>
    </inkml:context>
    <inkml:brush xml:id="br0">
      <inkml:brushProperty name="width" value="0.05" units="cm"/>
      <inkml:brushProperty name="height" value="0.05" units="cm"/>
      <inkml:brushProperty name="color" value="#004F8B"/>
    </inkml:brush>
  </inkml:definitions>
  <inkml:trace contextRef="#ctx0" brushRef="#br0">93 28 11739,'0'0'1037,"-15"26"-5732,4-4 3897,0 1 1,2 0-1,-8 28 0,9-21 878,1 0 0,1 1 1,2 0-1,1-1 0,2 56 1,1-80 137,0-1 1,1 0-1,0 1 0,0-1 1,1 0-1,-1 0 1,1 0-1,0 0 0,0 0 1,1-1-1,-1 1 0,1 0 1,7 7-1,-7-9 58,0 0 0,1 0 0,0 0 0,-1-1 0,1 0 0,0 1 0,0-1 0,0-1 0,1 1 0,-1-1 0,0 1 0,1-1 0,-1 0 0,1-1 0,-1 1 0,7-1 0,1 0 58,0 0 0,0 0 0,0-1 0,0-1 0,0 0 0,0-1 0,-1 0 0,1 0 0,-1-2 0,11-4 0,-15 5-189,-1 0 1,0-1-1,0 1 0,0-1 1,-1 0-1,0 0 0,0-1 1,0 0-1,0 0 0,-1 0 1,0 0-1,0 0 0,-1-1 1,0 0-1,0 0 0,0 0 0,2-11 1,0-9-84,0 0 1,-2 0-1,-1 0 0,-1-1 1,-1 1-1,-1 0 1,-2 0-1,-7-34 0,9 56-207,0 0-1,0 0 1,-1 1-1,1-1 1,-1 0-1,0 1 1,0-1-1,-1 1 1,1 0-1,-1 0 1,0 0-1,0 0 1,0 0-1,-1 1 1,1-1-1,-1 1 1,0 0-1,0 0 1,0 0-1,0 1 1,-1-1-1,1 1 1,0 0 0,-1 0-1,0 1 1,0-1-1,1 1 1,-1 0-1,0 1 1,0-1-1,-9 1 1,-5 0-330,0 2 1,0 0 0,0 1-1,1 1 1,-29 9 0,3 3-1379</inkml:trace>
</inkml:ink>
</file>

<file path=ppt/ink/ink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30.337"/>
    </inkml:context>
    <inkml:brush xml:id="br0">
      <inkml:brushProperty name="width" value="0.05" units="cm"/>
      <inkml:brushProperty name="height" value="0.05" units="cm"/>
      <inkml:brushProperty name="color" value="#004F8B"/>
    </inkml:brush>
  </inkml:definitions>
  <inkml:trace contextRef="#ctx0" brushRef="#br0">99 0 8906,'0'0'340,"-2"8"-4676,-21 77 2675,-18 122 0,8-32 14669,36-178-11066,12-18-1597,-1-1 1,0 0-1,-2 0 0,-1-2 1,11-30-1,-10 22-373,2 1-1,27-46 1,-40 76 19,-11 9-6421,-1-1 6389,-3 10-82,1 0 0,0 1 0,2 1 0,0 0 0,1 1 0,1-1 0,0 2 0,2-1-1,-8 35 1,14-50 170,-1-1 0,2 0 0,-1 1 0,0-1 0,1 1 0,0-1 0,0 1 0,0-1 0,0 1 0,1-1 0,0 1 0,0-1 0,2 5 0,-1-6 31,-1 0-1,1-1 1,0 1-1,1-1 1,-1 0-1,0 0 0,1 0 1,-1 0-1,1 0 1,0-1-1,-1 1 1,1-1-1,0 1 1,0-1-1,0 0 1,0 0-1,0-1 1,0 1-1,6 0 0,30 5-45,1-2-1,-1-2 0,56-3 1,118-22-1710,-185 20 1443,0-2 1,-1-1-1,0-1 0,0-1 0,-1-2 0,44-22 0,-60 27 389,0-2 0,0 1-1,-1-1 1,0-1 0,0 1-1,-1-2 1,0 1-1,0-1 1,-1 0 0,0-1-1,-1 1 1,0-1-1,-1-1 1,1 1 0,-2-1-1,0 0 1,0 0-1,3-19 1,-6 27-93,-1 1 0,1-1 0,-1 1 0,1-1 0,-1 1 0,0-1 0,0 1 0,0-1 0,0 0 0,-1 1 0,1-1 0,-1 1 0,1-1 0,-1 1 0,0-1 0,0 1 0,0 0 0,0-1 0,-1 1 0,1 0 0,-1 0 0,1 0 0,-1 0 0,0 0 0,-2-2 0,0 2-220,0 0 0,0 0 1,0 1-1,0-1 0,0 1 1,0 0-1,0 0 0,0 1 0,0-1 1,-1 1-1,1 0 0,0 0 1,0 0-1,-8 2 0,-1 1-20,0 0 0,0 1 0,0 0 0,0 1 0,1 1 0,0 0 0,0 0 0,0 1-1,1 1 1,-20 16 0,23-17 192,0 1-1,0-1 0,1 1 0,0 1 0,0 0 1,1-1-1,0 2 0,1-1 0,0 1 0,0 0 1,1 0-1,0 0 0,-4 21 0,8-28 42,-1 0-1,1 0 0,-1 0 0,1 1 1,0-1-1,0 0 0,0 0 1,1 0-1,-1 1 0,1-1 1,0 0-1,0 0 0,0 0 1,0 0-1,0 0 0,1 0 1,0 0-1,-1-1 0,1 1 1,0 0-1,0-1 0,0 0 1,1 1-1,-1-1 0,0 0 1,1 0-1,0 0 0,-1 0 1,1-1-1,0 1 0,0-1 1,0 0-1,0 1 0,0-1 1,0-1-1,0 1 0,0 0 1,1-1-1,2 1 0,3-1 87,-1 1-1,0-1 0,1-1 0,-1 1 1,1-1-1,-1-1 0,0 0 1,0 0-1,0 0 0,0-1 0,0-1 1,0 1-1,-1-1 0,9-6 0,-6 1 283,-2 0-1,1 0 1,-1-1 0,-1 0-1,0-1 1,0 0-1,-1 0 1,0 0-1,-1-1 1,6-17-1,-8 19-127,4 62-3951,-16 169 3003,-1 7 756,8-98 186,-18 133 0,19-255-280,0 0 1,-1 0-1,0 0 0,0 0 0,0 0 0,-1 0 1,0-1-1,-1 1 0,0-1 0,0 0 1,-6 8-1,7-12 19,-1 0 1,1 0 0,-1 0-1,0 0 1,0 0-1,0-1 1,0 0-1,-1 1 1,1-2-1,0 1 1,-1 0-1,1-1 1,-1 0-1,0 0 1,0 0-1,1-1 1,-1 0-1,0 0 1,-6 0-1,-13-3 157,0-1 0,0 0 0,0-2-1,1-1 1,0-1 0,0-1 0,1-1-1,0 0 1,1-2 0,0-1 0,1 0-1,-26-23 1,37 27-60,1 1-1,1-1 1,-1 0 0,2-1-1,-1 0 1,1 0 0,1 0-1,-1-1 1,2 0 0,0 0-1,0 0 1,1 0 0,0-1-1,1 1 1,0-1 0,1 0-1,1-23 1,0 24-93,1 0 0,1 0 0,-1-1 1,2 1-1,0 0 0,0 1 0,1-1 0,0 0 0,1 1 1,0 0-1,1 0 0,0 1 0,0-1 0,1 1 0,0 1 0,1-1 1,0 1-1,15-12 0,7 0-256,1 2-1,1 1 1,0 1-1,51-17 1,146-35-2266,-196 60 1984,77-19-1405,3 3-390</inkml:trace>
</inkml:ink>
</file>

<file path=ppt/ink/ink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30.704"/>
    </inkml:context>
    <inkml:brush xml:id="br0">
      <inkml:brushProperty name="width" value="0.05" units="cm"/>
      <inkml:brushProperty name="height" value="0.05" units="cm"/>
      <inkml:brushProperty name="color" value="#004F8B"/>
    </inkml:brush>
  </inkml:definitions>
  <inkml:trace contextRef="#ctx0" brushRef="#br0">325 30 6889,'7'-29'7734,"0"33"-8707,-2 5 852,0 0 1,0-1 0,0 2 0,-1-1 0,-1 0 0,1 1 0,-2 0 0,1 0 0,1 16 0,4 98 540,-8-122-422,0 62 197,-2 0 0,-13 71 0,7-92-92,-1 0-1,-3-1 0,-1-1 0,-21 46 0,0-10 29,-45 93 226,65-145-332,-1 0-1,-1-1 1,-1-1 0,-28 31 0,-28 9-765</inkml:trace>
</inkml:ink>
</file>

<file path=ppt/ink/ink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31.294"/>
    </inkml:context>
    <inkml:brush xml:id="br0">
      <inkml:brushProperty name="width" value="0.05" units="cm"/>
      <inkml:brushProperty name="height" value="0.05" units="cm"/>
      <inkml:brushProperty name="color" value="#004F8B"/>
    </inkml:brush>
  </inkml:definitions>
  <inkml:trace contextRef="#ctx0" brushRef="#br0">442 22 5969,'-1'-5'620,"1"4"-534,0 1 1,0-1-1,0 0 0,0 1 0,-1-1 1,1 0-1,0 1 0,0-1 0,0 0 1,0 1-1,-1-1 0,1 1 0,0-1 1,-1 0-1,1 1 0,0-1 0,-1 1 1,1-1-1,-1 1 0,1-1 0,-1 1 1,1-1-1,-1 1 0,1 0 1,-1-1-1,1 1 0,-1 0 0,0-1 1,1 1-1,-1 0 0,1 0 0,-1-1 1,0 1-1,1 0 0,-1 0 0,0 0 1,1 0-1,-1 0 0,0 0 0,1 0 1,-1 0-1,0 0 0,1 0 0,-1 1 1,0-1-1,-7 6-396,1 0-1,0 1 1,0 0-1,0 0 1,1 0 0,-6 10-1,-33 57-536,33-51 870,-206 331 3534,204-329-3371,1 0 0,1 1 0,2 1-1,0-1 1,2 2 0,1-1 0,-5 46 0,10-59-135,1 0 1,0 0-1,1 0 0,1 0 1,0 0-1,1 0 0,0 0 1,1-1-1,1 1 0,0-1 1,1 0-1,0 0 0,1 0 1,0-1-1,1 0 1,1 0-1,13 16 0,33 21-2009</inkml:trace>
</inkml:ink>
</file>

<file path=ppt/ink/ink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33.473"/>
    </inkml:context>
    <inkml:brush xml:id="br0">
      <inkml:brushProperty name="width" value="0.05" units="cm"/>
      <inkml:brushProperty name="height" value="0.05" units="cm"/>
      <inkml:brushProperty name="color" value="#004F8B"/>
    </inkml:brush>
  </inkml:definitions>
  <inkml:trace contextRef="#ctx0" brushRef="#br0">521 107 6145,'-2'0'665,"-1"0"0,1-1-1,0 1 1,0-1 0,0 1-1,0-1 1,0 0 0,0 0-1,0 0 1,-3-2 0,-29-25-1051,25 19 911,-3 1-561,-1 1 1,1 0-1,-1 0 0,-1 1 0,1 1 1,-1 0-1,0 1 0,0 1 0,0 0 0,0 1 1,-19-1-1,24 3-71,0-1 0,0 2 0,-1-1 0,1 1-1,0 1 1,0-1 0,0 2 0,0-1 0,0 1 0,1 0 0,-1 1 0,1 0 0,0 1 0,-11 7 0,9-4-4,0 0 0,1 1 1,1 0-1,0 1 0,0-1 0,1 1 1,0 1-1,0 0 0,-9 21 1,9-13 115,0 1 0,1 0 0,0 0 0,2 0 0,1 1 1,0 0-1,1 0 0,2 0 0,0-1 0,1 1 1,1 0-1,7 33 0,-7-48 62,-1 0-1,1 0 1,0 1 0,0-1-1,1 0 1,0-1 0,0 1-1,0 0 1,1-1 0,0 0-1,0 0 1,0 0 0,0 0-1,1-1 1,0 1 0,0-1-1,0 0 1,0-1 0,1 1 0,0-1-1,-1 0 1,1-1 0,0 1-1,0-1 1,1-1 0,-1 1-1,0-1 1,1 0 0,-1 0-1,1 0 1,-1-1 0,0 0-1,1-1 1,12-2 0,-5 1-9,-1 0 0,0-2 0,1 0 1,-1 0-1,-1-1 0,1-1 0,-1 0 1,0 0-1,0-1 0,-1-1 0,1 0 1,-2-1-1,1 0 0,-2 0 0,1-1 0,-1 0 1,0-1-1,-1 0 0,-1-1 0,10-17 1,-5 3 241,-1 0 1,-2 0 0,0-1 0,-2 0 0,-1-1 0,-1 1 0,-1-1 0,-2 0-1,0-29 1,-2 41 6,-1 0 1,-4-28-1,5 42-356,-7 9-2732,3-2 2484,1 0 1,-1 0 0,1 0 0,0 1-1,1 0 1,-1-1 0,1 1 0,-2 7 0,-12 61 143,7-7 286,2 2 0,4 76 1,3-138-151,0 0 0,0 0 1,1 1-1,0-1 1,0 0-1,1 0 0,-1 0 1,2 0-1,-1-1 1,1 1-1,0 0 0,5 7 1,10 7-2453</inkml:trace>
</inkml:ink>
</file>

<file path=ppt/ink/ink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33.766"/>
    </inkml:context>
    <inkml:brush xml:id="br0">
      <inkml:brushProperty name="width" value="0.05" units="cm"/>
      <inkml:brushProperty name="height" value="0.05" units="cm"/>
      <inkml:brushProperty name="color" value="#004F8B"/>
    </inkml:brush>
  </inkml:definitions>
  <inkml:trace contextRef="#ctx0" brushRef="#br0">1 0 10338,'0'0'863,"3"8"-1472,7 14 286,13 25 75,30 48-1,-43-79 283,1-1-1,0-1 1,1 0-1,1-1 0,0 0 1,1-1-1,16 12 0,-3-6-33,1-1-1,0-1 0,1-2 0,1-1 1,1-1-1,41 11 0,-53-20-1719</inkml:trace>
</inkml:ink>
</file>

<file path=ppt/ink/ink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33.995"/>
    </inkml:context>
    <inkml:brush xml:id="br0">
      <inkml:brushProperty name="width" value="0.05" units="cm"/>
      <inkml:brushProperty name="height" value="0.05" units="cm"/>
      <inkml:brushProperty name="color" value="#004F8B"/>
    </inkml:brush>
  </inkml:definitions>
  <inkml:trace contextRef="#ctx0" brushRef="#br0">656 154 2849,'0'-1'11,"-1"-13"750,0-1 0,-1 1 1,-1-1-1,0 1 0,-1 0 0,0 0 1,-10-19-1,13 31-724,0 1 0,0 0-1,0-1 1,0 1 0,0 0 0,0 0 0,0 0-1,0 0 1,0 0 0,-1 0 0,1 0 0,0 0 0,-1 0-1,1 1 1,-1-1 0,1 0 0,-1 1 0,1-1-1,-1 1 1,1 0 0,-1-1 0,1 1 0,-1 0 0,1 0-1,-1 0 1,0 0 0,1 1 0,-1-1 0,1 0-1,-1 0 1,1 1 0,-1-1 0,-2 2 0,-5 2-108,1 1-1,-1 0 1,1 0 0,-12 9 0,13-8 116,-325 251 468,279-218-256,-58 56 0,93-78-1125</inkml:trace>
</inkml:ink>
</file>

<file path=ppt/ink/ink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34.346"/>
    </inkml:context>
    <inkml:brush xml:id="br0">
      <inkml:brushProperty name="width" value="0.05" units="cm"/>
      <inkml:brushProperty name="height" value="0.05" units="cm"/>
      <inkml:brushProperty name="color" value="#004F8B"/>
    </inkml:brush>
  </inkml:definitions>
  <inkml:trace contextRef="#ctx0" brushRef="#br0">1 45 7794,'0'0'6397,"3"-2"-6084,6-1-326,0 0 0,0 0 0,1 1 0,-1 0 0,1 1 0,-1 0 0,20 1-1,0-1 29,98-11 233,71-3-1571,-174 15-1118</inkml:trace>
</inkml:ink>
</file>

<file path=ppt/ink/ink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34.549"/>
    </inkml:context>
    <inkml:brush xml:id="br0">
      <inkml:brushProperty name="width" value="0.05" units="cm"/>
      <inkml:brushProperty name="height" value="0.05" units="cm"/>
      <inkml:brushProperty name="color" value="#004F8B"/>
    </inkml:brush>
  </inkml:definitions>
  <inkml:trace contextRef="#ctx0" brushRef="#br0">0 8 7274,'0'0'1984,"0"2"-936,26 17-104,-4-16 73,13-3-89,8-3-104,9-6-360,1 0-272,-1-1-1696</inkml:trace>
</inkml:ink>
</file>

<file path=ppt/ink/ink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43.243"/>
    </inkml:context>
    <inkml:brush xml:id="br0">
      <inkml:brushProperty name="width" value="0.05" units="cm"/>
      <inkml:brushProperty name="height" value="0.05" units="cm"/>
      <inkml:brushProperty name="color" value="#004F8B"/>
    </inkml:brush>
  </inkml:definitions>
  <inkml:trace contextRef="#ctx0" brushRef="#br0">1 141 4009,'0'-6'8253,"0"6"-8054,0-1 0,-1 0 1,1 0-1,1 0 1,-1 0-1,0 0 1,0 1-1,0-1 1,0 0-1,1 0 1,-1 0-1,0 0 1,1 1-1,-1-1 1,0 0-1,2-1 1,2-1-187,1-1 1,-1 1 0,1 0-1,0 0 1,0 1 0,1-1-1,-1 1 1,9-2 0,54-12 38,-35 9-17,56-17 5,-35 9-29,100-15 0,-153 30-524,7-1 1356,-5 20-10697</inkml:trace>
</inkml:ink>
</file>

<file path=ppt/ink/ink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43.826"/>
    </inkml:context>
    <inkml:brush xml:id="br0">
      <inkml:brushProperty name="width" value="0.05" units="cm"/>
      <inkml:brushProperty name="height" value="0.05" units="cm"/>
      <inkml:brushProperty name="color" value="#004F8B"/>
    </inkml:brush>
  </inkml:definitions>
  <inkml:trace contextRef="#ctx0" brushRef="#br0">138 5 2304,'-6'-2'575,"-9"-1"466,3 14 2451,-7 16-3705,2 2 0,-17 38 0,27-52 721,1 0 1,1 0-1,1 1 0,0-1 0,1 1 0,0 0 0,0 22 0,13-40 1893,-9 2-2389,50-16 97,75-13 1,-110 26-267,0 1 0,0 1 0,0 0 0,0 1 0,0 1 0,0 1 0,0 0 0,0 1 0,26 8 0,-35-8 78,-1 1-1,1-1 1,-1 1-1,0 0 1,-1 1 0,1-1-1,-1 1 1,1 0 0,-1 1-1,-1-1 1,1 1-1,-1 0 1,0 0 0,-1 0-1,1 1 1,-1-1 0,0 1-1,-1 0 1,0 0-1,0 0 1,0 0 0,-1 0-1,0 0 1,0 1 0,-1-1-1,0 0 1,-1 13-1,0-12 92,1 0 0,-2 0-1,1 1 1,-1-1 0,0 0-1,0 0 1,-1 0 0,0-1-1,-1 1 1,0-1 0,0 1-1,0-1 1,-1-1 0,0 1-1,0 0 1,-1-1 0,0 0-1,0-1 1,0 1 0,-1-1-1,0 0 1,0-1-1,0 0 1,-9 4 0,-4-2 120,-1-1 1,0 0-1,-1-2 1,1-1-1,-1 0 1,0-2-1,1 0 1,-1-1-1,1-1 1,-29-7-1,46 8-261,-1-1 0,0 1-1,1-1 1,-1 0 0,1 0-1,-1 0 1,1-1 0,-6-4-1,-3-6-1450</inkml:trace>
</inkml:ink>
</file>

<file path=ppt/ink/ink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44.204"/>
    </inkml:context>
    <inkml:brush xml:id="br0">
      <inkml:brushProperty name="width" value="0.05" units="cm"/>
      <inkml:brushProperty name="height" value="0.05" units="cm"/>
      <inkml:brushProperty name="color" value="#004F8B"/>
    </inkml:brush>
  </inkml:definitions>
  <inkml:trace contextRef="#ctx0" brushRef="#br0">1 1 2176,'2'1'117,"0"1"-1,-1-1 0,1 1 0,0 0 0,-1 0 0,1 0 0,-1 0 0,1 0 0,-1 0 0,0 0 0,0 0 0,0 0 0,0 1 0,-1-1 0,1 0 0,0 1 1,-1-1-1,1 3 0,2 22 9789,-9-35-12647</inkml:trace>
</inkml:ink>
</file>

<file path=ppt/ink/ink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44.883"/>
    </inkml:context>
    <inkml:brush xml:id="br0">
      <inkml:brushProperty name="width" value="0.05" units="cm"/>
      <inkml:brushProperty name="height" value="0.05" units="cm"/>
      <inkml:brushProperty name="color" value="#004F8B"/>
    </inkml:brush>
  </inkml:definitions>
  <inkml:trace contextRef="#ctx0" brushRef="#br0">468 26 7170,'0'-1'118,"-1"0"1,1-1-1,-1 1 1,1 0-1,-1-1 1,0 1-1,1 0 1,-1 0-1,0 0 1,0-1-1,0 1 1,0 0-1,0 0 1,0 0-1,0 0 1,0 1-1,0-1 1,-1 0-1,1 0 1,0 1-1,-1-1 1,1 1-1,0-1 1,-1 1-1,1 0 1,0-1-1,-1 1 1,1 0 0,-1 0-1,-2 0 1,0 0-137,0 1 0,-1 0 0,1 0 0,0 0 0,0 0 1,0 1-1,0-1 0,0 1 0,0 0 0,-5 4 1,-49 37-209,3 3 1,-73 77-1,110-104 160,4-5 72,2 0 1,0 1-1,1 0 0,1 1 1,0 0-1,1 0 1,0 1-1,2 1 0,-11 33 1,15-38 77,0 0 0,0 0 1,2 0-1,0 0 0,0 1 1,1-1-1,1 1 0,0-1 0,1 0 1,0 0-1,1 0 0,0 0 1,1 0-1,10 21 0,-11-29 30,1 0 0,-1 0 1,1-1-1,0 1 0,1-1 0,-1 0 0,1 0 0,-1 0 0,1 0 1,1-1-1,-1 0 0,0 0 0,1 0 0,-1-1 0,1 0 0,0 0 1,0 0-1,0-1 0,0 0 0,0 0 0,0 0 0,8-1 1,6 1 202,0-2 0,1 0 0,-1-1 0,0-1 0,30-9 0,-43 10-185,0 0 0,0-1 0,0 0 0,-1 0 0,1 0 0,-1-1-1,1 0 1,-1 0 0,-1-1 0,1 1 0,-1-1 0,1-1 0,8-10 0,-9 7-17,0 1 0,-1-1-1,0 1 1,0-1 0,-1-1-1,0 1 1,0 0-1,-1-1 1,-1 1 0,1-13-1,0 12-130,-2 0 0,0 0 0,0 0-1,0 0 1,-2 0 0,-3-18 0,4 26-90,0-1 1,1 1 0,-1 0 0,-1-1-1,1 1 1,0 0 0,-1-1-1,1 1 1,-1 0 0,1 0 0,-1 0-1,0 1 1,0-1 0,0 0 0,0 1-1,0-1 1,-1 1 0,1-1 0,0 1-1,-1 0 1,1 0 0,0 0 0,-1 1-1,1-1 1,-1 0 0,0 1 0,1 0-1,-1-1 1,1 1 0,-1 0 0,-3 1-1,-14 2-77,1 0-1,0 2 0,0 0 0,0 1 0,1 1 1,0 1-1,0 0 0,1 1 0,0 1 0,1 1 1,0 0-1,0 1 0,1 1 0,1 0 0,-20 24 1,30-31 85,-1 0 1,1 0 0,0 0-1,1 0 1,-1 0 0,1 1-1,0 0 1,1-1-1,0 1 1,0 0 0,0 0-1,1 0 1,0 9 0,3 0-2033</inkml:trace>
</inkml:ink>
</file>

<file path=ppt/ink/ink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45.319"/>
    </inkml:context>
    <inkml:brush xml:id="br0">
      <inkml:brushProperty name="width" value="0.05" units="cm"/>
      <inkml:brushProperty name="height" value="0.05" units="cm"/>
      <inkml:brushProperty name="color" value="#004F8B"/>
    </inkml:brush>
  </inkml:definitions>
  <inkml:trace contextRef="#ctx0" brushRef="#br0">118 29 6329,'0'0'1761,"-11"2"-906,6 0-936,0 0 1,0 0 0,1 1-1,-1-1 1,1 1-1,0 1 1,-1-1 0,2 0-1,-1 1 1,0 0 0,1 0-1,-1 0 1,1 0 0,0 1-1,0-1 1,1 1 0,0 0-1,0 0 1,-3 8 0,-2 7 105,1 0 0,1 1 0,0-1 1,2 1-1,-2 41 0,4-49 108,1 0 0,1-1-1,0 1 1,1 0-1,1-1 1,-1 1 0,2-1-1,0 0 1,0 0-1,1-1 1,7 13 0,-9-20 48,0 1 0,0-1 1,1 0-1,0-1 1,-1 1-1,1-1 1,0 1-1,1-1 0,-1 0 1,0-1-1,1 1 1,0-1-1,-1 0 1,9 3-1,-5-3 59,0-1 1,0 1-1,0-1 1,0-1-1,0 0 1,1 0-1,-1 0 1,14-3-1,-10 0-19,0 0 0,0 0 0,-1-1 0,1-1 0,-1 0 0,0 0 0,0-1 0,-1-1 0,0 1 0,0-2 1,0 1-1,11-14 0,-12 10 15,-1 0 1,-1-1 0,0-1-1,0 1 1,-1-1 0,-1 0 0,0 0-1,-1-1 1,0 0 0,3-27-1,-5 32-244,-1-1 1,0 1-1,-1-1 0,0 1 0,-1-1 0,0 1 0,0-1 0,-1 1 0,0-1 1,-1 1-1,0 0 0,0 0 0,-1 1 0,0-1 0,-1 1 0,0-1 0,-7-7 0,7 10-183,-1 1 0,0 0-1,0 0 1,0 1-1,-1 0 1,0 0-1,0 0 1,0 1 0,0 0-1,0 1 1,-1-1-1,-8 0 1,-54-13-2339</inkml:trace>
</inkml:ink>
</file>

<file path=ppt/ink/ink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46.171"/>
    </inkml:context>
    <inkml:brush xml:id="br0">
      <inkml:brushProperty name="width" value="0.05" units="cm"/>
      <inkml:brushProperty name="height" value="0.05" units="cm"/>
      <inkml:brushProperty name="color" value="#004F8B"/>
    </inkml:brush>
  </inkml:definitions>
  <inkml:trace contextRef="#ctx0" brushRef="#br0">1 108 1872,'12'-15'1404,"0"1"-1,27-24 0,-7 8 4021,-31 34-8014,10 35 2917,9 8 914,-19-43-578,-1-4-593,0 1 0,0-1-1,0 0 1,0 1 0,0-1 0,0 0-1,0 1 1,1-1 0,-1 1-1,0-1 1,0 0 0,0 1-1,0-1 1,0 0 0,0 1-1,1-1 1,-1 0 0,0 0 0,0 1-1,0-1 1,1 0 0,-1 0-1,0 1 1,0-1 0,1 0-1,-1 0 1,0 1 0,1-1-1,-1 0 1,0 0 0,1 0-1,-1 0 1,0 0 0,1 0 0,-1 1-1,0-1 1,1 0 0,-1 0-1,0 0 1,1 0 0,-1 0-1,0 0 1,1 0 0,-1 0-1,1-1 1,-1 1 0,1 0 0,8-1 698,27-3 10,-29 3 13,-2-2-174,-1-5-339,15-24 44,-15 25-145,-2 2 28,-4-4-187,0-31-641,2 39 432,-2-2-1828,-12 4 196,9 0 1762,0 0-1,0 0 1,0 0 0,0 1 0,0 0-1,0 0 1,1 0 0,-1 0-1,1 1 1,-1 0 0,1 0-1,0 0 1,0 0 0,1 1 0,-1-1-1,0 1 1,1 0 0,0 0-1,0 0 1,0 1 0,1-1 0,-3 6-1,5-8 417,-4 8 3921</inkml:trace>
</inkml:ink>
</file>

<file path=ppt/ink/ink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47.517"/>
    </inkml:context>
    <inkml:brush xml:id="br0">
      <inkml:brushProperty name="width" value="0.05" units="cm"/>
      <inkml:brushProperty name="height" value="0.05" units="cm"/>
      <inkml:brushProperty name="color" value="#004F8B"/>
    </inkml:brush>
  </inkml:definitions>
  <inkml:trace contextRef="#ctx0" brushRef="#br0">37 194 5161,'-3'0'648,"0"10"-527,-4 30-827,-6 52-28,9-21-16,1-20 3177,-1-21 8027,11-62-9909,1 1-1,1 0 1,26-56 0,-27 71-724,0 0 1,1 0-1,1 1 1,1 0-1,0 1 1,0 0-1,2 1 1,23-20-1,-33 30 64,0 1 0,0 0 0,0 0 0,1 0 1,-1 0-1,1 0 0,-1 1 0,1-1 0,0 1 0,-1 0 0,1 0 0,0 1 0,5-1 1,-7 1-46,1 1 1,0-1-1,-1 1 0,1-1 1,-1 1-1,1 0 1,-1 0-1,0 0 1,1 0-1,-1 1 1,0-1-1,0 1 1,0-1-1,0 1 1,0 0-1,0 0 1,0 0-1,-1 0 1,1 0-1,2 4 1,5 7 35,-1 1 0,0 0 0,-1 0 0,0 1-1,-1 0 1,-1 0 0,-1 1 0,0-1 0,-1 1 0,3 27 4424,-7-48-3272,-1-1-960,2 0 0,-1 0 0,1 0 0,-1 0 0,2 0 0,-1 0 0,1 0 0,0 0 0,0 0-1,0 0 1,1 0 0,0 0 0,0 1 0,1-1 0,3-5 0,0 2-171,0 0 1,0 1-1,1-1 0,0 2 0,1-1 0,0 1 1,0 0-1,12-7 0,-3 4-34,0 0-1,0 1 1,1 1 0,0 0 0,0 2-1,1 0 1,0 1 0,0 1 0,27-3-1,-40 7 47,0-1 0,0 1 0,0 1 0,0-1 0,0 1 0,0 0 0,0 0 0,0 1 1,0-1-1,-1 1 0,1 1 0,8 4 0,-11-5-26,0 0 1,-1 1-1,1-1 1,-1 1-1,1-1 1,-1 1-1,0 0 1,0 0-1,-1 0 1,1 0-1,-1 0 1,1 0-1,-1 0 1,0 1-1,0-1 1,0 0-1,0 1 1,-1-1-1,0 1 1,1-1 0,-1 1-1,-1-1 1,1 5-1,-8 43-265,5-32 351,0 1 1,0 21-1,3-36 140,0 0 0,1 0 1,-1 0-1,1 0 0,0 0 1,0-1-1,1 1 0,-1 0 1,1-1-1,0 1 0,0-1 1,1 0-1,3 6 0,-4-8-18,0 0 0,0 0 1,0 0-1,0-1 0,0 1 0,0-1 0,0 0 0,1 1 0,-1-1 0,0 0 0,1 0 1,-1-1-1,1 1 0,-1 0 0,1-1 0,0 0 0,-1 1 0,1-1 0,-1 0 0,1 0 1,0-1-1,-1 1 0,1 0 0,-1-1 0,1 0 0,-1 1 0,1-1 0,-1 0 0,1 0 1,2-3-1,9-3-238,0-1 0,-1 0 0,21-19-1,-31 25 77,287-228-6209,-279 222 6241,3-1 331,-2-1 0,1 0 0,-2-1 0,1 0 0,-1 0 0,-1-1-1,0-1 1,8-14 0,-17 25 754,-2 3-1226,-1 0 0,0 0 0,1 0-1,0 0 1,-1 0 0,1 0 0,-1 0 0,1 0 0,0 0 0,0 1 0,0-1 0,-1 2-1,-2 1-150,-18 26 97,0 0 1,2 1-1,1 1 0,2 1 0,1 1 1,-20 62-1,-8 61 19,28-94 298,-27 69 0,17-80 2473,26-51-2519</inkml:trace>
</inkml:ink>
</file>

<file path=ppt/ink/ink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47.909"/>
    </inkml:context>
    <inkml:brush xml:id="br0">
      <inkml:brushProperty name="width" value="0.05" units="cm"/>
      <inkml:brushProperty name="height" value="0.05" units="cm"/>
      <inkml:brushProperty name="color" value="#004F8B"/>
    </inkml:brush>
  </inkml:definitions>
  <inkml:trace contextRef="#ctx0" brushRef="#br0">362 4 6545,'-24'-2'2942,"20"2"-2858,0-1-1,-1 1 1,1 0 0,0 0 0,0 0-1,-1 1 1,1-1 0,0 1-1,0 0 1,0 0 0,0 1-1,0-1 1,0 1 0,0 0 0,-4 2-1,3 0-95,0-1-1,0 1 1,0 0-1,0 0 1,1 1-1,-1-1 1,1 1-1,0 0 1,1 0-1,-1 1 0,1-1 1,-5 11-1,7-12 40,0-1-1,1 1 1,-1 0-1,1 0 1,-1 0-1,1 0 0,0 0 1,1 0-1,-1-1 1,1 1-1,-1 0 1,1 0-1,1 0 1,-1-1-1,0 1 0,1 0 1,0-1-1,-1 1 1,1-1-1,1 0 1,3 6-1,7 6 36,6 9-61,29 48-1,-44-63-33,1-1-1,-1 2 1,-1-1 0,1 0-1,-2 1 1,1 0-1,-1 0 1,-1-1 0,1 18-1,-2-25 3,0 1 0,0-1 0,0 0 0,-1 0 0,1 0 0,-1 1-1,0-1 1,1 0 0,-1 0 0,0 0 0,0 0 0,0 0 0,-1 0-1,1-1 1,0 1 0,-1 0 0,1 0 0,-3 1 0,0 0-2,0 0 1,-1 0-1,1-1 1,-1 1-1,1-1 1,-1 0-1,-9 2 1,-5 0 67,0 0 0,0-2 0,-24 0 1,41-2-27,-11 1 134,0-1 0,0 0 0,0-1 1,0 0-1,0-1 0,1-1 0,-1 0 0,1-1 0,-1 0 1,-14-8-1,11-2-541</inkml:trace>
</inkml:ink>
</file>

<file path=ppt/ink/ink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48.331"/>
    </inkml:context>
    <inkml:brush xml:id="br0">
      <inkml:brushProperty name="width" value="0.05" units="cm"/>
      <inkml:brushProperty name="height" value="0.05" units="cm"/>
      <inkml:brushProperty name="color" value="#004F8B"/>
    </inkml:brush>
  </inkml:definitions>
  <inkml:trace contextRef="#ctx0" brushRef="#br0">1 40 9106,'10'-6'251,"1"1"0,0 0 0,0 0-1,0 1 1,0 1 0,1 0 0,0 0 0,0 1 0,17-1 0,-12 3-186,1 0-1,-1 1 1,0 0 0,0 2 0,32 8 0,-46-11-156,0 1-1,-1 0 1,1 0 0,-1 0-1,1 0 1,-1 0 0,1 0 0,-1 1-1,1-1 1,-1 1 0,0 0-1,0-1 1,0 1 0,0 0 0,0 0-1,0 1 1,-1-1 0,1 0-1,-1 0 1,1 1 0,-1-1-1,0 1 1,0-1 0,0 1 0,0 0-1,1 5 1,-2-4-86,-1 1 1,1-1-1,-1 1 1,0-1-1,0 1 1,0-1-1,0 1 1,-1-1-1,0 0 1,0 0-1,0 0 1,0 0-1,-1 0 1,0 0-1,-5 6 1,-6 4 87,-1-1 1,0 0-1,-1-1 0,0-1 1,-1-1-1,-22 11 1,-28 18 1616,65-37-868,10 5 3304,11-2-3754,-16-4 249,21 2-153,-1-1-1,1-1 0,0-1 1,40-5-1,-13 2-1206,20-1-1063</inkml:trace>
</inkml:ink>
</file>

<file path=ppt/ink/ink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49.270"/>
    </inkml:context>
    <inkml:brush xml:id="br0">
      <inkml:brushProperty name="width" value="0.05" units="cm"/>
      <inkml:brushProperty name="height" value="0.05" units="cm"/>
      <inkml:brushProperty name="color" value="#004F8B"/>
    </inkml:brush>
  </inkml:definitions>
  <inkml:trace contextRef="#ctx0" brushRef="#br0">40 22 4353,'0'-20'1663,"0"18"-1870,0 5-460,1 33-3124,-1-9 4644,-20 546 2076,0-153-3379,19-279 652,18 141 1,-9-213-71,-2 1 553,31 132-1,-28-169-50,-6-25-1920</inkml:trace>
</inkml:ink>
</file>

<file path=ppt/ink/ink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50.455"/>
    </inkml:context>
    <inkml:brush xml:id="br0">
      <inkml:brushProperty name="width" value="0.05" units="cm"/>
      <inkml:brushProperty name="height" value="0.05" units="cm"/>
      <inkml:brushProperty name="color" value="#004F8B"/>
    </inkml:brush>
  </inkml:definitions>
  <inkml:trace contextRef="#ctx0" brushRef="#br0">0 183 4113,'39'15'3037,"120"0"878,84-13-2894,-120-2-676,777 1 651,412 6-460,42 9-204,-1339-16-328,1335 0-57,606-37 343,-768-21-7,-1184 58-282,724-72 517,-644 53-336,-75 17-439,0-1 0,-1-1 0,0 1 0,1-1 0,-1-1 0,0 1 0,9-9 0,-2-1-1709</inkml:trace>
</inkml:ink>
</file>

<file path=ppt/ink/ink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51.186"/>
    </inkml:context>
    <inkml:brush xml:id="br0">
      <inkml:brushProperty name="width" value="0.05" units="cm"/>
      <inkml:brushProperty name="height" value="0.05" units="cm"/>
      <inkml:brushProperty name="color" value="#004F8B"/>
    </inkml:brush>
  </inkml:definitions>
  <inkml:trace contextRef="#ctx0" brushRef="#br0">101 15 2393,'1'-14'3620,"3"29"-4017,0 34-1661,-3 195-139,-13 508 2454,-37-415-343,14-134 2256,21-66 3895,13-117-5430,1-11-1147</inkml:trace>
</inkml:ink>
</file>

<file path=ppt/ink/ink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5:53.354"/>
    </inkml:context>
    <inkml:brush xml:id="br0">
      <inkml:brushProperty name="width" value="0.05" units="cm"/>
      <inkml:brushProperty name="height" value="0.05" units="cm"/>
      <inkml:brushProperty name="color" value="#004F8B"/>
    </inkml:brush>
  </inkml:definitions>
  <inkml:trace contextRef="#ctx0" brushRef="#br0">1 89 1584,'152'-4'5463,"77"-11"-2936,21 0-1592,490-3 691,-736 18-1616,1599-18 601,-989 6-95,289 5-297,0 15-85,-611-9-76,80 1 166,629 3 447,138 12 317,-711-15-595,99 2 101,-60 4 1385,-443-5-3009,-12 2-717</inkml:trace>
</inkml:ink>
</file>

<file path=ppt/ink/ink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6:13.114"/>
    </inkml:context>
    <inkml:brush xml:id="br0">
      <inkml:brushProperty name="width" value="0.05" units="cm"/>
      <inkml:brushProperty name="height" value="0.05" units="cm"/>
    </inkml:brush>
  </inkml:definitions>
  <inkml:trace contextRef="#ctx0" brushRef="#br0">245 34 3153,'0'0'3234,"-1"-5"-1195,0 4-2101,1 0 0,-1 0 0,0 0 0,1 0 0,-1 0 0,0 0 0,0 0 0,0 0 0,1 1 0,-1-1 0,0 0 0,0 1 0,0-1 0,0 1 0,0-1 0,0 1 0,-2-1 0,-6-4-39,6 4 47,0-1 0,0 1 0,0 0 0,0 0 0,0 0 0,0 0 0,0 0 0,-1 1 0,1 0 0,0-1 0,-1 1 0,-3 1 0,-94 6 215,37 6-234,57-11 5553,13-1-4235,14 2-975,0-2 0,0-1 0,0 0 0,0-2 0,32-5 0,42-3 67,24 6 613,-117 4-300,-15 1-3704,-112 14 3993,198-17-532,7-1-3167,-56 4 609</inkml:trace>
</inkml:ink>
</file>

<file path=ppt/ink/ink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6:13.941"/>
    </inkml:context>
    <inkml:brush xml:id="br0">
      <inkml:brushProperty name="width" value="0.05" units="cm"/>
      <inkml:brushProperty name="height" value="0.05" units="cm"/>
    </inkml:brush>
  </inkml:definitions>
  <inkml:trace contextRef="#ctx0" brushRef="#br0">73 67 4297,'0'0'5036,"-19"-2"-6059,7-1 1124,-7-2-223,-4 4 5345,31 0-4475,328-43 1954,-335 43-2614,-35 3-2882,-35 7 1969,-12 0 898,178-21 3074,67-5-6460,-122 16 1113</inkml:trace>
</inkml:ink>
</file>

<file path=ppt/ink/ink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6:14.848"/>
    </inkml:context>
    <inkml:brush xml:id="br0">
      <inkml:brushProperty name="width" value="0.05" units="cm"/>
      <inkml:brushProperty name="height" value="0.05" units="cm"/>
    </inkml:brush>
  </inkml:definitions>
  <inkml:trace contextRef="#ctx0" brushRef="#br0">116 8 528,'-14'0'1855,"-88"3"5952,106-2-4693,16 1-1498,35-3-1693,-54 1 81,143-12 847,-143 12-835,-5 0-3327,-58 12 2636,33-5 470,-1-2 0,-49 3 1867,206-27-82,-115 18-1557,163-5-3170,-117 7 617</inkml:trace>
</inkml:ink>
</file>

<file path=ppt/ink/ink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6:15.325"/>
    </inkml:context>
    <inkml:brush xml:id="br0">
      <inkml:brushProperty name="width" value="0.05" units="cm"/>
      <inkml:brushProperty name="height" value="0.05" units="cm"/>
    </inkml:brush>
  </inkml:definitions>
  <inkml:trace contextRef="#ctx0" brushRef="#br0">126 34 2336,'-30'-4'444,"26"3"-359,0 0 0,0 0 0,0 1 0,0-1 0,-1 1 1,1 0-1,0 0 0,-5 1 0,-4 0 240,-5 0-191,-5 0 7429,26-1-6858,16 0-354,0-1-1,-1-1 0,34-7 0,11-2-1047,-21 7-525,7 1-1043</inkml:trace>
</inkml:ink>
</file>

<file path=ppt/ink/ink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6:15.795"/>
    </inkml:context>
    <inkml:brush xml:id="br0">
      <inkml:brushProperty name="width" value="0.05" units="cm"/>
      <inkml:brushProperty name="height" value="0.05" units="cm"/>
    </inkml:brush>
  </inkml:definitions>
  <inkml:trace contextRef="#ctx0" brushRef="#br0">1 10 1264,'1'0'6666,"33"3"-5522,1-3-304,18-3-224,11 0-304,7 0-520,-2 0-336,1 3-1176</inkml:trace>
</inkml:ink>
</file>

<file path=ppt/ink/ink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6:19.926"/>
    </inkml:context>
    <inkml:brush xml:id="br0">
      <inkml:brushProperty name="width" value="0.05" units="cm"/>
      <inkml:brushProperty name="height" value="0.05" units="cm"/>
    </inkml:brush>
  </inkml:definitions>
  <inkml:trace contextRef="#ctx0" brushRef="#br0">330 58 2160,'0'0'8504,"-2"-9"-5631,-3-9-3579,2 16 511,1-1 1,-1 1-1,1 0 0,-1 0 1,0 0-1,0 0 1,0 0-1,0 1 0,-1-1 1,1 1-1,-5-1 1,-3-2-24,8 3 52,-7-2-433,3 6 479,-77 32-957,40-9 547,33-18 482,-5 4-416,4 3 412,-19 16 60,26-26 34,-3 5 64,4 2-90,-9 19-8,-4 16 134,14-34-123,0-5 72,3-4 46,1 7-45,6 79 529,-7-87-588,1 0 0,-1 0-1,1 0 1,0 1 0,0-1-1,0 0 1,1 0-1,-1 0 1,1-1 0,3 6-1,-4-7-26,-1 0 1,1 0-1,0 1 0,0-1 1,-1 0-1,1 1 0,0-1 0,-1 1 1,0-1-1,1 0 0,-1 1 1,0-1-1,0 1 0,0-1 0,0 1 1,0 2-1,11 16 939,7 12-723,-14-25 309,11 8 2001,-14-14-2817</inkml:trace>
</inkml:ink>
</file>

<file path=ppt/ink/ink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9T17:46:24.275"/>
    </inkml:context>
    <inkml:brush xml:id="br0">
      <inkml:brushProperty name="width" value="0.05" units="cm"/>
      <inkml:brushProperty name="height" value="0.05" units="cm"/>
      <inkml:brushProperty name="color" value="#E71224"/>
    </inkml:brush>
  </inkml:definitions>
  <inkml:trace contextRef="#ctx0" brushRef="#br0">3 164 2721,'0'-4'5816,"0"-18"-3449,-3-62 1627,17 250-4049,-10-132 151,16-196 679,-16 71-2114,-3 106 1108,3 37 158,-1 1 1,-3 0-1,-2 0 1,-12 71 0,9-137 3205,-2-11-3034,-4-39 0,10-31 29,1 93-141,0-2-1230,6 11 8,-2 6 1261,0 1 0,-1-1 1,0 1-1,-1 0 0,-1 0 0,0 0 0,-1 0 1,-2 18-1,-1 24 31,3-56-191</inkml:trace>
</inkml:ink>
</file>

<file path=ppt/ink/ink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9T17:46:37.115"/>
    </inkml:context>
    <inkml:brush xml:id="br0">
      <inkml:brushProperty name="width" value="0.035" units="cm"/>
      <inkml:brushProperty name="height" value="0.035" units="cm"/>
      <inkml:brushProperty name="color" value="#004F8B"/>
    </inkml:brush>
  </inkml:definitions>
  <inkml:trace contextRef="#ctx0" brushRef="#br0">1 110 3273,'0'0'5850,"12"-22"-5362,34-18-434,-40 34 90,1 1-1,0 0 1,0 0 0,0 1 0,1 0 0,12-5 0,-9 4-80,-3 1-34,-5 4-79,-1 0-1,1 1 1,-1-1-1,1 1 0,-1 0 1,0-1-1,1 1 1,-1 0-1,0 1 0,4 1 1,29 14-7,-27-12 17,11 26 623,-16 31-401,-9-48-130,-9 20-19,13-29 3,-1 1 1,1 0 0,-1-1-1,0 1 1,-1-1 0,1 0 0,-9 10-1,1-3-18,6-4 13,-13 19 192,11-18-120,6-8-99,-1 0 0,1 1-1,0-1 1,0 1 0,0 0 0,0-1-1,0 1 1,0 0 0,0 0 0,0-1-1,-1 5 1,20-8 575,84-15-164,-69 10-154,1 3-1,0 0 0,58 3 0,-71 1 3237,-21-5-3518</inkml:trace>
</inkml:ink>
</file>

<file path=ppt/ink/ink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9T17:47:09.588"/>
    </inkml:context>
    <inkml:brush xml:id="br0">
      <inkml:brushProperty name="width" value="0.05" units="cm"/>
      <inkml:brushProperty name="height" value="0.05" units="cm"/>
      <inkml:brushProperty name="color" value="#E71224"/>
    </inkml:brush>
  </inkml:definitions>
  <inkml:trace contextRef="#ctx0" brushRef="#br0">4 1 5281,'0'0'7961,"8"17"-8135,-5 5 264,0-1 0,0 44 0,11 89 3322,-14-170-3102,-1-94-142,1 87-157,-3-24 50,-2-14-448,5 74-2018,-16 193 2429,6-121 36,10-83-76</inkml:trace>
</inkml:ink>
</file>

<file path=ppt/ink/ink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9T17:47:11.423"/>
    </inkml:context>
    <inkml:brush xml:id="br0">
      <inkml:brushProperty name="width" value="0.05" units="cm"/>
      <inkml:brushProperty name="height" value="0.05" units="cm"/>
      <inkml:brushProperty name="color" value="#E71224"/>
    </inkml:brush>
  </inkml:definitions>
  <inkml:trace contextRef="#ctx0" brushRef="#br0">1 1 6169,'0'0'7165,"7"14"-6048,8 22-1117,10 27-407,-18-39 497,-6-19 51,1-12-69,2-19 136,2-50 0,-9 55 1651,3 21-1887,0 0 0,0 0 0,0 0 0,-1 0 0,1 0 0,0 0 0,0 0 1,0 0-1,0 0 0,-1 0 0,1 0 0,0 0 0,0 0 0,0 0 0,0 0 0,-1 0 0,1 0 0,0 0 0,0 0 0,0 0 1,0 0-1,-1 0 0,1 0 0,0 0 0,0 0 0,0 0 0,0 0 0,0 0 0,-1 0 0,1 0 0,0 1 0,0-1 0,0 0 0,0 0 1,0 0-1,0 0 0,-1 0 0,1 0 0,0 1 0,0-1 0,0 0 0,0 0 0,0 0 0,0 0 0,0 0 0,0 1 0,0-1 1,0 0-1,0 0 0,0 1 0,-17 39-1572,16-38 1926,-8 21-419,5-14-253,0 1 0,1-1 0,0 1 0,-3 20 0</inkml:trace>
</inkml:ink>
</file>

<file path=ppt/ink/ink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9T17:47:13.251"/>
    </inkml:context>
    <inkml:brush xml:id="br0">
      <inkml:brushProperty name="width" value="0.05" units="cm"/>
      <inkml:brushProperty name="height" value="0.05" units="cm"/>
      <inkml:brushProperty name="color" value="#E71224"/>
    </inkml:brush>
  </inkml:definitions>
  <inkml:trace contextRef="#ctx0" brushRef="#br0">2 20 4809,'0'0'9807,"0"17"-10249,-1 201 688,2-216 1184,1-6-603,6-17-399,6-36-399,2-79 220,-16 98-2833,2 53 2577,9 71-167,-5 9-4143,-4-75 1922</inkml:trace>
</inkml:ink>
</file>

<file path=ppt/ink/ink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9T17:47:15.293"/>
    </inkml:context>
    <inkml:brush xml:id="br0">
      <inkml:brushProperty name="width" value="0.05" units="cm"/>
      <inkml:brushProperty name="height" value="0.05" units="cm"/>
      <inkml:brushProperty name="color" value="#E71224"/>
    </inkml:brush>
  </inkml:definitions>
  <inkml:trace contextRef="#ctx0" brushRef="#br0">0 1 2401,'0'0'10991</inkml:trace>
</inkml:ink>
</file>

<file path=ppt/ink/ink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9T17:47:16.072"/>
    </inkml:context>
    <inkml:brush xml:id="br0">
      <inkml:brushProperty name="width" value="0.05" units="cm"/>
      <inkml:brushProperty name="height" value="0.05" units="cm"/>
      <inkml:brushProperty name="color" value="#E71224"/>
    </inkml:brush>
  </inkml:definitions>
  <inkml:trace contextRef="#ctx0" brushRef="#br0">1 3 3793,'0'-2'8438,"-1"7"-5380,2 159-2655,1-112-272,5 61 1387</inkml:trace>
</inkml:ink>
</file>

<file path=ppt/ink/ink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9T17:47:51.435"/>
    </inkml:context>
    <inkml:brush xml:id="br0">
      <inkml:brushProperty name="width" value="0.05" units="cm"/>
      <inkml:brushProperty name="height" value="0.05" units="cm"/>
    </inkml:brush>
  </inkml:definitions>
  <inkml:trace contextRef="#ctx0" brushRef="#br0">2 58 4761,'0'-13'8166,"0"-12"-5790,0 22-1211,-1-13-2179,3 30-958,12 164 2038,-10-45-22,-1 241 378,-6-337 299</inkml:trace>
</inkml:ink>
</file>

<file path=ppt/ink/ink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9T17:47:52.260"/>
    </inkml:context>
    <inkml:brush xml:id="br0">
      <inkml:brushProperty name="width" value="0.05" units="cm"/>
      <inkml:brushProperty name="height" value="0.05" units="cm"/>
    </inkml:brush>
  </inkml:definitions>
  <inkml:trace contextRef="#ctx0" brushRef="#br0">1 0 3617,'0'0'9624,"0"13"-10272,15 456 2291,-18-360-1402,0 52 129,5-145-1439</inkml:trace>
</inkml:ink>
</file>

<file path=ppt/ink/ink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9T17:47:53.102"/>
    </inkml:context>
    <inkml:brush xml:id="br0">
      <inkml:brushProperty name="width" value="0.05" units="cm"/>
      <inkml:brushProperty name="height" value="0.05" units="cm"/>
    </inkml:brush>
  </inkml:definitions>
  <inkml:trace contextRef="#ctx0" brushRef="#br0">17 107 4041,'-5'-7'7270,"-5"-7"-7593,9 12 1024,15-3 194,-5 1-825,5-1 157,0 0 1,0 0-1,1 1 1,21-2-1,-34 6-193,0 0 0,1 0 0,-1 0 0,1 0 0,-1-1 0,1 1 1,-1-1-1,1 1 0,-1-1 0,0 0 0,4-2 0,31-10 472,53-6-515,-48 12-2877,-25 3-475</inkml:trace>
</inkml:ink>
</file>

<file path=ppt/ink/ink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9T17:47:54.215"/>
    </inkml:context>
    <inkml:brush xml:id="br0">
      <inkml:brushProperty name="width" value="0.05" units="cm"/>
      <inkml:brushProperty name="height" value="0.05" units="cm"/>
    </inkml:brush>
  </inkml:definitions>
  <inkml:trace contextRef="#ctx0" brushRef="#br0">0 33 1704,'0'0'9238,"21"-2"-7521,2-4-1462,-5 1 59,0 1 1,33-3 0,-18 4-281,9-3-3,92 7-1433</inkml:trace>
</inkml:ink>
</file>

<file path=ppt/ink/ink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9T17:47:55.973"/>
    </inkml:context>
    <inkml:brush xml:id="br0">
      <inkml:brushProperty name="width" value="0.05" units="cm"/>
      <inkml:brushProperty name="height" value="0.05" units="cm"/>
    </inkml:brush>
  </inkml:definitions>
  <inkml:trace contextRef="#ctx0" brushRef="#br0">15 36 3289,'0'0'5609,"0"-19"618,-2 2-10138,1 19 3849,0-1 0,0 1-1,0 0 1,0-1 0,0 1-1,0 0 1,1 0 0,-1-1-1,1 1 1,-1 0-1,1 0 1,0 0 0,0 0-1,-1 0 1,2 2 0,0 39 85,1-27-71,-5 239 809,0-26-210,5-208-497,1-1 0,1 1 0,1-1 1,0 0-1,2-1 0,10 22 0,-17-40-48,1 0 102,-1 10-1132</inkml:trace>
</inkml:ink>
</file>

<file path=ppt/ink/ink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9T17:47:56.720"/>
    </inkml:context>
    <inkml:brush xml:id="br0">
      <inkml:brushProperty name="width" value="0.05" units="cm"/>
      <inkml:brushProperty name="height" value="0.05" units="cm"/>
    </inkml:brush>
  </inkml:definitions>
  <inkml:trace contextRef="#ctx0" brushRef="#br0">0 1 3337,'0'0'7501,"1"16"-6011,18 513-306,-19-526-1182,13 122 277,-7-84-680,1 55 1</inkml:trace>
</inkml:ink>
</file>

<file path=ppt/ink/ink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9T17:47:58.059"/>
    </inkml:context>
    <inkml:brush xml:id="br0">
      <inkml:brushProperty name="width" value="0.05" units="cm"/>
      <inkml:brushProperty name="height" value="0.05" units="cm"/>
    </inkml:brush>
  </inkml:definitions>
  <inkml:trace contextRef="#ctx0" brushRef="#br0">13 0 1552,'0'0'5980,"-13"24"299,20-22-5598,6-1-545,-1 0 0,1-1-1,0-1 1,-1 1 0,16-4-1,-8 1 113,1 1-1,20 1 1,44 8 53,32 1-3487</inkml:trace>
</inkml:ink>
</file>

<file path=ppt/ink/ink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9T17:47:59.376"/>
    </inkml:context>
    <inkml:brush xml:id="br0">
      <inkml:brushProperty name="width" value="0.05" units="cm"/>
      <inkml:brushProperty name="height" value="0.05" units="cm"/>
    </inkml:brush>
  </inkml:definitions>
  <inkml:trace contextRef="#ctx0" brushRef="#br0">1 48 3017,'0'0'2427,"9"-1"1838,104-18 898,-66 10-4237,1 1 1,60-1 0,-100 8-829,4 1-515,-7-1-3212</inkml:trace>
</inkml:ink>
</file>

<file path=ppt/ink/ink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9T17:47:57.427"/>
    </inkml:context>
    <inkml:brush xml:id="br0">
      <inkml:brushProperty name="width" value="0.05" units="cm"/>
      <inkml:brushProperty name="height" value="0.05" units="cm"/>
    </inkml:brush>
  </inkml:definitions>
  <inkml:trace contextRef="#ctx0" brushRef="#br0">1 116 2809,'0'-4'7241,"2"-7"-5072,2 7-2159,1 0 0,-1 1 0,1 0 0,0-1 0,0 2 0,0-1 0,0 1 0,10-4 0,53-14 428,-29 10-210,-8 0-50,-2 0 177,48-9 0,-54 20-2241</inkml:trace>
</inkml:ink>
</file>

<file path=ppt/ink/ink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9T17:47:58.689"/>
    </inkml:context>
    <inkml:brush xml:id="br0">
      <inkml:brushProperty name="width" value="0.05" units="cm"/>
      <inkml:brushProperty name="height" value="0.05" units="cm"/>
    </inkml:brush>
  </inkml:definitions>
  <inkml:trace contextRef="#ctx0" brushRef="#br0">73 1 2833,'0'0'4024,"-23"10"-3745,-11 5-268,26-12 16,2 0 583,5-2 543,8 0 1705,77-7-2546,163 12 1,-229-3-2083</inkml:trace>
</inkml:ink>
</file>

<file path=ppt/ink/ink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9T17:47:59.954"/>
    </inkml:context>
    <inkml:brush xml:id="br0">
      <inkml:brushProperty name="width" value="0.05" units="cm"/>
      <inkml:brushProperty name="height" value="0.05" units="cm"/>
    </inkml:brush>
  </inkml:definitions>
  <inkml:trace contextRef="#ctx0" brushRef="#br0">1 5 1840,'0'2'6497,"0"-1"-6375,0 0-1,0-1 0,0 1 1,0-1-1,0 1 0,1-1 0,-1 1 1,0-1-1,0 0 0,0 1 1,1-1-1,-1 1 0,0-1 1,1 1-1,-1-1 0,0 0 0,1 1 1,-1-1-1,0 0 0,1 1 1,-1-1-1,1 0 0,-1 1 0,1-1 1,-1 0-1,1 0 0,-1 0 1,1 1-1,-1-1 0,1 0 0,-1 0 1,1 0-1,-1 0 0,1 0 1,29 2 589,-1-2 0,1 0 0,56-10 0,-13 2-39,-19 5-2352</inkml:trace>
</inkml:ink>
</file>

<file path=ppt/ink/ink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9T17:48:01.342"/>
    </inkml:context>
    <inkml:brush xml:id="br0">
      <inkml:brushProperty name="width" value="0.05" units="cm"/>
      <inkml:brushProperty name="height" value="0.05" units="cm"/>
    </inkml:brush>
  </inkml:definitions>
  <inkml:trace contextRef="#ctx0" brushRef="#br0">15 92 5641,'0'0'8075,"0"6"-8735,38 434 205,-35-395 454,1-8 254,1-1 1,2 1-1,23 66 2086,-27-121 611,-2 14-2935,-1 0 0,0 0 1,1 0-1,-1 0 0,0 0 0,-1 0 1,1 0-1,-1 0 0,-2-7 0,-15-110 702,-7-42-361,4 68-795,-13-145 0,33 233 428,1-6 42,-1 12-25,1-1-1,-1 1 0,1-1 1,0 1-1,0-1 1,0 1-1,0-1 1,0 1-1,0-1 1,0 1-1,0-1 0,1 1 1,-1-1-1,1 1 1,-1-1-1,1 1 1,-1 0-1,1-1 1,0 1-1,0 0 0,-1 0 1,1-1-1,0 1 1,0 0-1,0 0 1,0 0-1,1 0 1,-1 0-1,0 0 0,0 0 1,1 1-1,-1-1 1,0 0-1,1 1 1,1-1-1,22-7-94,1 2-1,0 1 1,51-3 0,27 0 79,112-5 276,-207 14-379,1 0 0,-1 1 0,1 0 0,-1 0 0,0 1 0,0 0 0,9 5 0</inkml:trace>
</inkml:ink>
</file>

<file path=ppt/ink/ink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9T17:48:02.103"/>
    </inkml:context>
    <inkml:brush xml:id="br0">
      <inkml:brushProperty name="width" value="0.05" units="cm"/>
      <inkml:brushProperty name="height" value="0.05" units="cm"/>
    </inkml:brush>
  </inkml:definitions>
  <inkml:trace contextRef="#ctx0" brushRef="#br0">64 0 2593,'0'0'6813,"-15"23"-6793,-11 13-20,14-22 11,2-2 962,10-12-864,0 1-1,0-1 0,0 0 0,0 1 0,0-1 0,0 0 1,0 1-1,0-1 0,0 0 0,0 1 0,0-1 0,0 1 1,1-1-1,-1 0 0,0 0 0,0 1 0,0-1 0,0 0 1,1 1-1,-1-1 0,0 0 0,0 0 0,0 1 0,1-1 1,-1 0-1,0 0 0,1 1 0,-1-1 0,0 0 0,0 0 1,1 0-1,-1 0 0,0 1 0,1-1 0,0 0 0,4 2 29,0-1 0,0 1-1,0-1 1,1 0-1,-1 0 1,1-1 0,-1 1-1,0-1 1,1 0-1,-1-1 1,7-1 0,71-16 1113,-19 4-711,-14 5-234,-23 4-131,1 0 0,0 2 0,0 1 0,0 1 0,40 3-1,-61 0-2010</inkml:trace>
</inkml:ink>
</file>

<file path=ppt/ink/ink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9T17:48:11.878"/>
    </inkml:context>
    <inkml:brush xml:id="br0">
      <inkml:brushProperty name="width" value="0.035" units="cm"/>
      <inkml:brushProperty name="height" value="0.035" units="cm"/>
      <inkml:brushProperty name="color" value="#004F8B"/>
    </inkml:brush>
  </inkml:definitions>
  <inkml:trace contextRef="#ctx0" brushRef="#br0">3 99 2192,'-2'-15'9519,"1"-2"-6211,4 8-3353,3 21-494,0 14 346,-2 0-1,0 0 1,-1 0 0,-2 0-1,-2 36 1,0-22 1,-2 103-585,1-74 1462,1-1 3560,3-120-3809,-1-30-399,-8-209-64,8 218 57,-1 71 8,3-2-11,0 0 0,1 0 0,0 0-1,0 0 1,0 1 0,0-1 0,0 1-1,1 1 1,-1-1 0,1 0 0,0 1-1,0 0 1,0 0 0,9-2 0,17-5-101,37-4 0,-54 10 4,37-4-2642,-38 6 733</inkml:trace>
</inkml:ink>
</file>

<file path=ppt/ink/ink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9T17:48:12.377"/>
    </inkml:context>
    <inkml:brush xml:id="br0">
      <inkml:brushProperty name="width" value="0.035" units="cm"/>
      <inkml:brushProperty name="height" value="0.035" units="cm"/>
      <inkml:brushProperty name="color" value="#004F8B"/>
    </inkml:brush>
  </inkml:definitions>
  <inkml:trace contextRef="#ctx0" brushRef="#br0">0 31 3561,'0'0'8236,"7"-2"-7816,98-20-890,-82 15-899</inkml:trace>
</inkml:ink>
</file>

<file path=ppt/ink/ink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9T17:48:13.268"/>
    </inkml:context>
    <inkml:brush xml:id="br0">
      <inkml:brushProperty name="width" value="0.035" units="cm"/>
      <inkml:brushProperty name="height" value="0.035" units="cm"/>
      <inkml:brushProperty name="color" value="#004F8B"/>
    </inkml:brush>
  </inkml:definitions>
  <inkml:trace contextRef="#ctx0" brushRef="#br0">0 68 4625,'0'-2'6343,"9"-17"-4750,15-25-631,-22 43-1005,-1 1 0,1-1 0,-1 1 1,1 0-1,-1 0 0,1-1 0,-1 1 0,1 0 0,-1 0 1,1 0-1,-1 0 0,1 1 0,-1-1 0,1 0 0,-1 1 1,3 0-1,34 12-4,-32-11 11,3 3-40,-1 7 57,22 23-15,-26-30-50,0 4-101,-4 1 150,5 39 49,-10-37 77,-17 33 160,19-40-173,0 0-1,0 0 1,0 0 0,0 0 0,-1 0 0,-7 6 0,1 0-34,-23 34 283,33-45-434,-1 5 164,14 1 261,179 20-198,-171-22-514,0 1 0,28 12 0,-30-9-1049</inkml:trace>
</inkml:ink>
</file>

<file path=ppt/ink/ink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9T17:48:14.439"/>
    </inkml:context>
    <inkml:brush xml:id="br0">
      <inkml:brushProperty name="width" value="0.035" units="cm"/>
      <inkml:brushProperty name="height" value="0.035" units="cm"/>
      <inkml:brushProperty name="color" value="#004F8B"/>
    </inkml:brush>
  </inkml:definitions>
  <inkml:trace contextRef="#ctx0" brushRef="#br0">58 70 2393,'0'0'2108,"-8"0"3123,-22 0-4503,12-2 581,18 2-1301,0 0 0,0-1-1,0 1 1,-1 0 0,1 0 0,0 0-1,0 0 1,0 0 0,0-1 0,0 1-1,0 0 1,0 0 0,0 0-1,0 0 1,0 0 0,0-1 0,0 1-1,0 0 1,0 0 0,0 0-1,0 0 1,0-1 0,0 1 0,0 0-1,0 0 1,0 0 0,0 0 0,0 0-1,0-1 1,0 1 0,1 0-1,-1 0 1,0 0 0,0 0 0,0 0-1,0 0 1,0-1 0,0 1-1,0 0 1,1 0 0,-1 0 0,0 0-1,0 0 1,0 0 0,0 0 0,25-13-32,-11 9 42,0 0 0,0 1 0,1 1 0,24-1 0,15-2 116,37-8 192,172-1 0,-219 18-1479</inkml:trace>
</inkml:ink>
</file>

<file path=ppt/ink/ink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9T17:48:14.848"/>
    </inkml:context>
    <inkml:brush xml:id="br0">
      <inkml:brushProperty name="width" value="0.035" units="cm"/>
      <inkml:brushProperty name="height" value="0.035" units="cm"/>
      <inkml:brushProperty name="color" value="#004F8B"/>
    </inkml:brush>
  </inkml:definitions>
  <inkml:trace contextRef="#ctx0" brushRef="#br0">1 1 4217,'0'0'8635,"13"4"-10122,47 9 1735,-37-9-190,0 1-1,0 1 1,27 11 0,-49-16-27,0 1 43,-6 6 100,2-4-150,-19 21-447,-39 34 0,50-48-216,-12 10-1605</inkml:trace>
</inkml:ink>
</file>

<file path=ppt/ink/ink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9T17:48:17.868"/>
    </inkml:context>
    <inkml:brush xml:id="br0">
      <inkml:brushProperty name="width" value="0.05" units="cm"/>
      <inkml:brushProperty name="height" value="0.05" units="cm"/>
      <inkml:brushProperty name="color" value="#E71224"/>
    </inkml:brush>
  </inkml:definitions>
  <inkml:trace contextRef="#ctx0" brushRef="#br0">119 176 3257,'0'0'9602,"-1"8"-11589,-2 72 1337,3-43 720,-9 68 0,-10 49-59,20-111 3356,-37-236-2265,-6-35 396,35 196-1324,6 28-225,1 1 0,-1-1 0,1 0 0,0 1 0,0-1 0,0 1 0,0-1 0,1 0 0,-1 1 0,1-1 0,0 1 0,0-1 0,0 1 0,1 0 0,-1-1 0,1 1 0,0 0 0,2-4 0,1 2-60,0-1 0,0 1-1,0 0 1,1 0 0,0 0-1,8-4 1,-8 6 85,0 0 1,0 0-1,0 1 0,0 0 1,0 0-1,0 0 1,1 1-1,-1 0 0,0 0 1,11 1-1,8-2 32,18-4 76,22-3-3364,-54 6 490</inkml:trace>
</inkml:ink>
</file>

<file path=ppt/ink/ink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9T17:48:18.431"/>
    </inkml:context>
    <inkml:brush xml:id="br0">
      <inkml:brushProperty name="width" value="0.05" units="cm"/>
      <inkml:brushProperty name="height" value="0.05" units="cm"/>
      <inkml:brushProperty name="color" value="#E71224"/>
    </inkml:brush>
  </inkml:definitions>
  <inkml:trace contextRef="#ctx0" brushRef="#br0">0 64 2761,'0'0'6276,"17"-8"-4700,15-4-1718,-1 1 0,2 2 0,0 1 0,0 1 0,41-2 0,-67 9-1073</inkml:trace>
</inkml:ink>
</file>

<file path=ppt/ink/ink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9T17:48:18.974"/>
    </inkml:context>
    <inkml:brush xml:id="br0">
      <inkml:brushProperty name="width" value="0.05" units="cm"/>
      <inkml:brushProperty name="height" value="0.05" units="cm"/>
      <inkml:brushProperty name="color" value="#E71224"/>
    </inkml:brush>
  </inkml:definitions>
  <inkml:trace contextRef="#ctx0" brushRef="#br0">5 0 3529,'0'0'8324,"0"4"-8840,1 79 39,-3 110 737,-2-108-24,4-83-491</inkml:trace>
</inkml:ink>
</file>

<file path=ppt/ink/ink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9T17:48:19.956"/>
    </inkml:context>
    <inkml:brush xml:id="br0">
      <inkml:brushProperty name="width" value="0.05" units="cm"/>
      <inkml:brushProperty name="height" value="0.05" units="cm"/>
      <inkml:brushProperty name="color" value="#E71224"/>
    </inkml:brush>
  </inkml:definitions>
  <inkml:trace contextRef="#ctx0" brushRef="#br0">0 81 2288,'0'0'5184,"23"-2"-2239,169-34-1401,-11 10-1321,-54 13-195,-119 11-663,0 2 1,0-1-1,0 1 1,10 1-1</inkml:trace>
</inkml:ink>
</file>

<file path=ppt/ink/ink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9T17:48:20.736"/>
    </inkml:context>
    <inkml:brush xml:id="br0">
      <inkml:brushProperty name="width" value="0.05" units="cm"/>
      <inkml:brushProperty name="height" value="0.05" units="cm"/>
      <inkml:brushProperty name="color" value="#E71224"/>
    </inkml:brush>
  </inkml:definitions>
  <inkml:trace contextRef="#ctx0" brushRef="#br0">1 8 2112,'1'-7'9969,"4"9"-7304,5 3-4612,3 1 1956,-8-4-7,1 1 0,-1 0 1,1 0-1,-1 0 1,0 1-1,0 0 0,4 4 1,28 22 1,-23-19-117,-10-7 284,0-1 1,1 0-1,-1 1 0,0 0 0,-1 0 1,1 0-1,5 9 0,-9-12-201,1 0 26,-1 0 0,0 0 1,0 0-1,0-1 0,0 1 1,0 0-1,0 0 0,0 0 1,0 0-1,0 0 0,0 0 1,0 0-1,-1 0 0,1 0 1,0 0-1,-1 0 0,1 0 1,0 0-1,-2 1 0,-11 35 54,13-34-35,-2-1 0,1 1-1,0 0 1,0 0 0,-1-1 0,1 1 0,-1-1 0,0 1 0,0-1 0,0 0 0,0 0 0,0 1 0,-5 2 0,-4 4 64,-69 62-1481,68-60-524</inkml:trace>
</inkml:ink>
</file>

<file path=ppt/ink/ink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4:52:27.347"/>
    </inkml:context>
    <inkml:brush xml:id="br0">
      <inkml:brushProperty name="width" value="0.05" units="cm"/>
      <inkml:brushProperty name="height" value="0.05" units="cm"/>
      <inkml:brushProperty name="color" value="#E71224"/>
    </inkml:brush>
  </inkml:definitions>
  <inkml:trace contextRef="#ctx0" brushRef="#br0">67 74 4425,'0'0'9998,"-10"-15"-9296,-11-20-472,11 16 390,8 15-2592,-1 9 903,0 1 1741,1 4-698,-1-1 1,1 1-1,1 0 1,0-1 0,0 1-1,2 15 1,-2 6-8,-2 6 0,0-8 70,2 0 0,3 50 1,-1-52-32,-1-21-1,0-1 1,0 0 0,1 1 0,-1-1-1,1 0 1,0 1 0,3 8 0,-3-13 130</inkml:trace>
</inkml:ink>
</file>

<file path=ppt/ink/ink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4:52:27.828"/>
    </inkml:context>
    <inkml:brush xml:id="br0">
      <inkml:brushProperty name="width" value="0.05" units="cm"/>
      <inkml:brushProperty name="height" value="0.05" units="cm"/>
      <inkml:brushProperty name="color" value="#E71224"/>
    </inkml:brush>
  </inkml:definitions>
  <inkml:trace contextRef="#ctx0" brushRef="#br0">0 0 4105,'0'0'6665,"16"2"-3813,-14-2-3036,43 6 997,-20-4-3955,-22-2 1267</inkml:trace>
</inkml:ink>
</file>

<file path=ppt/ink/ink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4:52:28.320"/>
    </inkml:context>
    <inkml:brush xml:id="br0">
      <inkml:brushProperty name="width" value="0.05" units="cm"/>
      <inkml:brushProperty name="height" value="0.05" units="cm"/>
      <inkml:brushProperty name="color" value="#E71224"/>
    </inkml:brush>
  </inkml:definitions>
  <inkml:trace contextRef="#ctx0" brushRef="#br0">0 0 1816,'0'0'7199,"1"3"-5808,12 3-651,4 0-574,0-2-1,-1 0 0,1-1 1,20 2-1,-25-6-1140,31 0-37</inkml:trace>
</inkml:ink>
</file>

<file path=ppt/ink/ink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4:52:28.880"/>
    </inkml:context>
    <inkml:brush xml:id="br0">
      <inkml:brushProperty name="width" value="0.05" units="cm"/>
      <inkml:brushProperty name="height" value="0.05" units="cm"/>
      <inkml:brushProperty name="color" value="#E71224"/>
    </inkml:brush>
  </inkml:definitions>
  <inkml:trace contextRef="#ctx0" brushRef="#br0">16 1 9450,'0'0'2754,"0"11"-3017,-1 10 262,-1 39-31,-10 68 0,11-126 48</inkml:trace>
</inkml:ink>
</file>

<file path=ppt/ink/ink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4:52:29.310"/>
    </inkml:context>
    <inkml:brush xml:id="br0">
      <inkml:brushProperty name="width" value="0.05" units="cm"/>
      <inkml:brushProperty name="height" value="0.05" units="cm"/>
      <inkml:brushProperty name="color" value="#E71224"/>
    </inkml:brush>
  </inkml:definitions>
  <inkml:trace contextRef="#ctx0" brushRef="#br0">1 0 10762,'0'0'1685,"5"7"-1911,45 44 270,2-2 0,59 42 0,-106-87-1584</inkml:trace>
</inkml:ink>
</file>

<file path=ppt/ink/ink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4:52:29.628"/>
    </inkml:context>
    <inkml:brush xml:id="br0">
      <inkml:brushProperty name="width" value="0.05" units="cm"/>
      <inkml:brushProperty name="height" value="0.05" units="cm"/>
      <inkml:brushProperty name="color" value="#E71224"/>
    </inkml:brush>
  </inkml:definitions>
  <inkml:trace contextRef="#ctx0" brushRef="#br0">270 1 9554,'0'0'1404,"-5"6"-1009,-30 32-285,-1-1 1,-2-2-1,-46 34 1,31-31-1592,35-26-119</inkml:trace>
</inkml:ink>
</file>

<file path=ppt/ink/ink6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4:52:30.596"/>
    </inkml:context>
    <inkml:brush xml:id="br0">
      <inkml:brushProperty name="width" value="0.05" units="cm"/>
      <inkml:brushProperty name="height" value="0.05" units="cm"/>
      <inkml:brushProperty name="color" value="#E71224"/>
    </inkml:brush>
  </inkml:definitions>
  <inkml:trace contextRef="#ctx0" brushRef="#br0">44 0 2913,'0'0'2692,"-27"10"-2624,17-7 2509,3-1-185,13-1-597,151-14-346,-156 13-509,0 0-490</inkml:trace>
</inkml:ink>
</file>

<file path=ppt/ink/ink6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4:52:40.595"/>
    </inkml:context>
    <inkml:brush xml:id="br0">
      <inkml:brushProperty name="width" value="0.05" units="cm"/>
      <inkml:brushProperty name="height" value="0.05" units="cm"/>
      <inkml:brushProperty name="color" value="#E71224"/>
    </inkml:brush>
  </inkml:definitions>
  <inkml:trace contextRef="#ctx0" brushRef="#br0">0 1 3593,'0'0'11288,"0"9"-11941,4 197 311,5 111 260,-9-306 56,1 0-1,1 0 1,0 0-1,0 0 1,1 0-1,5 13 1,-7-23 9</inkml:trace>
</inkml:ink>
</file>

<file path=ppt/ink/ink6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4:52:41.139"/>
    </inkml:context>
    <inkml:brush xml:id="br0">
      <inkml:brushProperty name="width" value="0.05" units="cm"/>
      <inkml:brushProperty name="height" value="0.05" units="cm"/>
      <inkml:brushProperty name="color" value="#E71224"/>
    </inkml:brush>
  </inkml:definitions>
  <inkml:trace contextRef="#ctx0" brushRef="#br0">1 79 4985,'0'0'7043,"16"-8"-6814,17-10-201,-15 10-17,1 1-1,0 0 0,0 2 1,1 0-1,36-3 0,-6-1 174,-17 6-1870</inkml:trace>
</inkml:ink>
</file>

<file path=ppt/ink/ink6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4:52:50.820"/>
    </inkml:context>
    <inkml:brush xml:id="br0">
      <inkml:brushProperty name="width" value="0.05" units="cm"/>
      <inkml:brushProperty name="height" value="0.05" units="cm"/>
      <inkml:brushProperty name="color" value="#E71224"/>
    </inkml:brush>
  </inkml:definitions>
  <inkml:trace contextRef="#ctx0" brushRef="#br0">17 10 1096,'0'0'6048,"-16"7"-993,81-15-4422,-2 0-597,-53 8-2352,-7 0-362</inkml:trace>
</inkml:ink>
</file>

<file path=ppt/ink/ink6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4:52:51.572"/>
    </inkml:context>
    <inkml:brush xml:id="br0">
      <inkml:brushProperty name="width" value="0.05" units="cm"/>
      <inkml:brushProperty name="height" value="0.05" units="cm"/>
      <inkml:brushProperty name="color" value="#E71224"/>
    </inkml:brush>
  </inkml:definitions>
  <inkml:trace contextRef="#ctx0" brushRef="#br0">0 1 4241,'0'0'9467,"7"21"-9165,-3 0-252,0 1 1,0 41 0,-2-26 210,-1-19-1234,-1 3-4130</inkml:trace>
</inkml:ink>
</file>

<file path=ppt/ink/ink6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4:52:52.147"/>
    </inkml:context>
    <inkml:brush xml:id="br0">
      <inkml:brushProperty name="width" value="0.05" units="cm"/>
      <inkml:brushProperty name="height" value="0.05" units="cm"/>
      <inkml:brushProperty name="color" value="#E71224"/>
    </inkml:brush>
  </inkml:definitions>
  <inkml:trace contextRef="#ctx0" brushRef="#br0">0 0 1176,'0'0'1104,"4"8"4022,5 7-4472,92 95 496,-85-90-2410,-16-19-89</inkml:trace>
</inkml:ink>
</file>

<file path=ppt/ink/ink6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4:52:52.804"/>
    </inkml:context>
    <inkml:brush xml:id="br0">
      <inkml:brushProperty name="width" value="0.05" units="cm"/>
      <inkml:brushProperty name="height" value="0.05" units="cm"/>
      <inkml:brushProperty name="color" value="#E71224"/>
    </inkml:brush>
  </inkml:definitions>
  <inkml:trace contextRef="#ctx0" brushRef="#br0">106 1 4105,'0'0'10579,"-2"18"-10325,2-8-222,0-6-14,0-1 0,-1 1 0,1-1 0,-1 1 0,0-1 0,1 0 0,-2 1 0,1-1 0,-2 4 0,-18 41 3,-3 6-3,6-6 8,14-35-31,-9 45-78,10-46-123,0 1 1,1 0-1,1 0 0,0 26 0,1-24 162,-5 42-3244</inkml:trace>
</inkml:ink>
</file>

<file path=ppt/ink/ink6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4:52:53.619"/>
    </inkml:context>
    <inkml:brush xml:id="br0">
      <inkml:brushProperty name="width" value="0.05" units="cm"/>
      <inkml:brushProperty name="height" value="0.05" units="cm"/>
      <inkml:brushProperty name="color" value="#E71224"/>
    </inkml:brush>
  </inkml:definitions>
  <inkml:trace contextRef="#ctx0" brushRef="#br0">1 14 2016,'0'0'10752,"6"-1"-11549,16-4 911,0 2 1,0 1 0,0 0-1,1 2 1,-1 0 0,27 5-1,-37-5-2590</inkml:trace>
</inkml:ink>
</file>

<file path=ppt/ink/ink6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4:52:54.080"/>
    </inkml:context>
    <inkml:brush xml:id="br0">
      <inkml:brushProperty name="width" value="0.05" units="cm"/>
      <inkml:brushProperty name="height" value="0.05" units="cm"/>
      <inkml:brushProperty name="color" value="#E71224"/>
    </inkml:brush>
  </inkml:definitions>
  <inkml:trace contextRef="#ctx0" brushRef="#br0">1 3 2889,'2'1'13115,"16"-2"-12517,28-2-2586</inkml:trace>
</inkml:ink>
</file>

<file path=ppt/ink/ink6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4:52:57.152"/>
    </inkml:context>
    <inkml:brush xml:id="br0">
      <inkml:brushProperty name="width" value="0.05" units="cm"/>
      <inkml:brushProperty name="height" value="0.05" units="cm"/>
      <inkml:brushProperty name="color" value="#E71224"/>
    </inkml:brush>
  </inkml:definitions>
  <inkml:trace contextRef="#ctx0" brushRef="#br0">8 1 2425,'0'0'11182,"-1"11"-11451,1-7-75,-5 44 1237,3 0-6464</inkml:trace>
</inkml:ink>
</file>

<file path=ppt/ink/ink6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4:52:57.853"/>
    </inkml:context>
    <inkml:brush xml:id="br0">
      <inkml:brushProperty name="width" value="0.05" units="cm"/>
      <inkml:brushProperty name="height" value="0.05" units="cm"/>
      <inkml:brushProperty name="color" value="#E71224"/>
    </inkml:brush>
  </inkml:definitions>
  <inkml:trace contextRef="#ctx0" brushRef="#br0">1 1 4073,'0'0'3275,"19"15"-258,10 8-2808,110 81 1030,-134-101-1302,-1-2-45,-1 1 0,0-1 0,0 1 0,0 0 0,0 0 0,-1 0 0,1 1 0,-1-1 0,5 5 0</inkml:trace>
</inkml:ink>
</file>

<file path=ppt/ink/ink6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4:52:58.267"/>
    </inkml:context>
    <inkml:brush xml:id="br0">
      <inkml:brushProperty name="width" value="0.05" units="cm"/>
      <inkml:brushProperty name="height" value="0.05" units="cm"/>
      <inkml:brushProperty name="color" value="#E71224"/>
    </inkml:brush>
  </inkml:definitions>
  <inkml:trace contextRef="#ctx0" brushRef="#br0">197 0 3977,'0'0'9823,"-1"4"-9777,-64 101-46,43-72-5,-32 62-1,49-84-608,-1 0 0,0 0 1,0-1-1,-15 17 0,11-15-902</inkml:trace>
</inkml:ink>
</file>

<file path=ppt/ink/ink6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4:52:58.823"/>
    </inkml:context>
    <inkml:brush xml:id="br0">
      <inkml:brushProperty name="width" value="0.05" units="cm"/>
      <inkml:brushProperty name="height" value="0.05" units="cm"/>
      <inkml:brushProperty name="color" value="#E71224"/>
    </inkml:brush>
  </inkml:definitions>
  <inkml:trace contextRef="#ctx0" brushRef="#br0">1 1 3337,'0'0'8594</inkml:trace>
</inkml:ink>
</file>

<file path=ppt/ink/ink6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4:52:59.429"/>
    </inkml:context>
    <inkml:brush xml:id="br0">
      <inkml:brushProperty name="width" value="0.05" units="cm"/>
      <inkml:brushProperty name="height" value="0.05" units="cm"/>
      <inkml:brushProperty name="color" value="#E71224"/>
    </inkml:brush>
  </inkml:definitions>
  <inkml:trace contextRef="#ctx0" brushRef="#br0">1 0 1928,'0'0'13397,"2"16"-13120,0-4-262,4 32 75,-5 139-137,-1-116-3206</inkml:trace>
</inkml:ink>
</file>

<file path=ppt/ink/ink6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4:53:02.782"/>
    </inkml:context>
    <inkml:brush xml:id="br0">
      <inkml:brushProperty name="width" value="0.05" units="cm"/>
      <inkml:brushProperty name="height" value="0.05" units="cm"/>
      <inkml:brushProperty name="color" value="#E71224"/>
    </inkml:brush>
  </inkml:definitions>
  <inkml:trace contextRef="#ctx0" brushRef="#br0">66 1 3817,'0'0'1403,"-13"15"1301,-1 0 6805,7 3-9073,2-1-445,-1 0 0,2 1 0,1 0 0,-3 24 0,2 134 258,3-175-367,-1 4 200</inkml:trace>
</inkml:ink>
</file>

<file path=ppt/ink/ink6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4:53:03.341"/>
    </inkml:context>
    <inkml:brush xml:id="br0">
      <inkml:brushProperty name="width" value="0.05" units="cm"/>
      <inkml:brushProperty name="height" value="0.05" units="cm"/>
      <inkml:brushProperty name="color" value="#E71224"/>
    </inkml:brush>
  </inkml:definitions>
  <inkml:trace contextRef="#ctx0" brushRef="#br0">1 0 5601,'0'0'9270,"7"9"-9218,15 16 133,-4-3 136,1-1 0,28 25 0,-46-45-103,9 5-2033</inkml:trace>
</inkml:ink>
</file>

<file path=ppt/ink/ink6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5T14:53:04.199"/>
    </inkml:context>
    <inkml:brush xml:id="br0">
      <inkml:brushProperty name="width" value="0.05" units="cm"/>
      <inkml:brushProperty name="height" value="0.05" units="cm"/>
      <inkml:brushProperty name="color" value="#E71224"/>
    </inkml:brush>
  </inkml:definitions>
  <inkml:trace contextRef="#ctx0" brushRef="#br0">100 1 13051,'0'0'1944,"-2"14"-2775,1-4 852,0-6-7,1-1 0,-1 1 0,0 0 0,1-1 1,-1 1-1,-1-1 0,-2 7 0,-41 62-46,8-21 188,36-48 291,0 0-1,1-1 1,-1 1 0,1 0 0,-1-1 0,1 1-1,0 0 1,0 4 0,6 37 99,-5-39-406,2 11 91,-1 0 0,10 26 0,-2-2-162,-7-32-82,-3 0-3216</inkml:trace>
</inkml:ink>
</file>

<file path=ppt/ink/ink617.xml><?xml version="1.0" encoding="utf-8"?>
<inkml:ink xmlns:inkml="http://www.w3.org/2003/InkML">
  <inkml:definitions>
    <inkml:context xml:id="ctx0">
      <inkml:inkSource xml:id="inkSrc0">
        <inkml:traceFormat>
          <inkml:channel name="X" type="integer" max="27446" units="cm"/>
          <inkml:channel name="Y" type="integer" max="18298" units="cm"/>
          <inkml:channel name="F" type="integer" max="4095" units="dev"/>
          <inkml:channel name="T" type="integer" max="2.14748E9" units="dev"/>
        </inkml:traceFormat>
        <inkml:channelProperties>
          <inkml:channelProperty channel="X" name="resolution" value="1000.21869" units="1/cm"/>
          <inkml:channelProperty channel="Y" name="resolution" value="1000.43738" units="1/cm"/>
          <inkml:channelProperty channel="F" name="resolution" value="0" units="1/dev"/>
          <inkml:channelProperty channel="T" name="resolution" value="1" units="1/dev"/>
        </inkml:channelProperties>
      </inkml:inkSource>
      <inkml:timestamp xml:id="ts0" timeString="2026-09-29T16:26:30.462"/>
    </inkml:context>
    <inkml:brush xml:id="br0">
      <inkml:brushProperty name="width" value="0.05292" units="cm"/>
      <inkml:brushProperty name="height" value="0.05292" units="cm"/>
      <inkml:brushProperty name="color" value="#FF0000"/>
    </inkml:brush>
  </inkml:definitions>
  <inkml:trace contextRef="#ctx0" brushRef="#br0">4984 575 1764 0,'0'0'90'0,"0"0"-42"0,0 0-16 0,0 0-52 0,0 0-25 0,0 0-24 16,-5 32 0-16,10 24 36 15,1 10 31-15,1 20 20 16,0 3 3-16,-2-1-30 15,-1-12-36-15,1 7-10 16,0 7 7-16,4 16 22 16,0 13 20-16,0 20 12 15,3-1 1-15,-1-5-4 16,1-1 6-16,2 1 3 16,-5 15-3-16,5 22 0 15,0 5-5-15,-5-2-1 16,-2-10 0-16,0 5-2 15,-3 10 3-15,-1 17-2 0,-1 1-2 16,0-9 2-16,-4-8-1 16,0 17 0-16,2 4 1 15,-5 3-1-15,7-2 2 16,1-15 1-16,1 5 0 16,5 16-1-1,-2 1-1-15,9-12 2 0,5-1 1 0,2 8 1 16,7 4 2-16,5 3-5 15,-5-14 0-15,4 4-1 16,-4 0-2-16,5 8 1 16,-3-1 1-16,0-16 0 15,1 7 1-15,-1 14-3 16,-4 4 2-16,-3-8-1 16,3-3 0-16,-5 4 3 15,-3 8-3-15,-1-5 1 16,-5-7 1-16,0-24-1 15,-3 1 2-15,-4 0 0 16,0-14 2-16,-3-29 4 16,-4-22 4-16,-4-36 8 15,-1-10 3-15,-2-32 8 16,3-6-34-16,4-33-96 16,0 0-34-16</inkml:trace>
  <inkml:trace contextRef="#ctx0" brushRef="#br0" timeOffset="885.13">2054 3587 1296 0,'0'0'52'0,"0"0"-68"0,0 0-22 0,0 0-3 0,35-11 8 0,9 11 36 15,13 0 12-15,38 0-6 16,18 0-4 0,29-12 5-16,8 3 6 0,7-7 10 15,9 5 8-15,41-1 3 16,12-6-1-16,26 1-3 15,13-1-3-15,23 0 0 16,2-3-1-16,33 2-1 16,18 1-2-16,-20 9-6 15,18-7-5-15,20 7-3 16,-17-1 0-16,43 1 0 16,-10 4-2-16,-10 1-3 15,31 4-2-15,-34 0-3 16,16 0-1-16,14 4 3 15,-30 1 0-15,41 4 1 16,-18 3-1-16,0-1 1 16,14 1 0-16,-35 2 7 15,28-1 4-15,-16 4 6 0,-3 1 5 16,26-9-3-16,-25 5 0 16,20-7-4-1,-4-2-3-15,-24 1-1 0,17-3-2 16,-28-1-2-1,-3 5-3-15,17-12-2 0,-27 5 0 0,-1 0-3 16,0-2 0-16,-44 0-1 16,-11 2-2-16,-9 9 1 15,-24 5-1-15,-22-3 1 16,-12 5 0-16,-57-4-101 16,-22 2-181-16</inkml:trace>
  <inkml:trace contextRef="#ctx0" brushRef="#br0" timeOffset="2203.42">3147 4350 274 0,'-12'0'114'0,"-2"0"86"0,14 0-31 0,0 0-22 0,-2 0-33 15,0 0-10-15,-1 0-11 16,1 0 2-16,0 0-11 16,-1 0-9-16,1 0-28 15,0 0-15-15,0 0-25 16,-1 0-9-16,1 0-18 15,0 0-8-15,-1 0-6 16,1 0 1-16,0 0 11 16,-1 0 7-16,1 0 6 15,0 0 2-15,-1 0 5 16,1 0 2-16,0 0 7 16,0 0 3-16,-1 0 3 0,1 0-1 15,0 0 0 1,-1 0-1-16,1 0-2 0,0 0 0 15,-1 0 0-15,3 0 3 16,0 0 10-16,0 0 4 16,0 0 5-16,0 0 1 15,0 0-6-15,0 0-3 16,0 0-5-16,0 0-2 0,0 0-5 16,0 0 0-16,0 0-4 15,0 0-2-15,0 0-2 16,0 0 0-16,0 0-1 15,0 0-1-15,0 0 0 16,0 0 0-16,0 0 0 16,0 0 1-16,0 0 5 15,0 0 1-15,0 0 6 16,0 0 2-16,0 0 4 16,0 0 2-16,0 0 1 15,0 0 0-15,0 0-2 16,0 0-1-16,0 0-2 15,0 0-2-15,0 0 0 16,0 0-2-16,0 0 0 16,0 0 1-16,0 0-1 15,0 0 1-15,0 0-1 16,0 0 0-16,0 0-3 0,0 0-2 16,0 0-5-1,0 0-2-15,0 0-4 0,0 0-4 16,0 0-8-16,0 0-2 15,0 0-13-15,0 0-19 16,0 0-157-16,0 0-114 16</inkml:trace>
  <inkml:trace contextRef="#ctx0" brushRef="#br0" timeOffset="2872.51">3232 4375 594 0,'0'0'142'0,"0"0"145"15,0 0-111-15,0 0-21 0,0 0-30 0,0 0-18 0,0 0-48 16,0 0-21-16,0 0-33 16,0 0-13-16,0 0-62 15,0 0-86-15,-9 39 12 16,9 3 11-16,-3 29 65 15,-4 17 91-15,7 8 0 16,0-1 2-16,0-8-8 0,0-11-3 16,7-4-3-16,0-1-1 15,0-9 1-15,0-4-1 16,-7-12-2-16,2-7-2 16,-2-14 7-16,0-6 15 15,0-19 73 1,0 0 34-16,0 0 56 0,0 0 19 0,0-5-45 15,3-43-33 1,-3-10-66-16,-3-9-34 0,-1-22-28 16,-1 6-3-16,5 2 1 15,0 0 1-15,0 5-2 16,9-2-1-16,-4 0 0 16,-3 2-3-16,1 11-3 15,-6 8 0-15,3 15-2 16,5 6-1-16,-3 1 0 15,1 12 1-15,-3 2 5 16,0 21 3-16,0-2 2 16,0 0 0-16,0-1-2 15,0 1-2-15,0 0-1 16,0-1-1-16,0 1-1 16,0 0 0-16,0 2-7 15,0-3-7-15,2 1-15 16,46-25-5-16,-6 20 0 0,4 2 5 15,21 3 9-15,4 2 6 16,1 0 7-16,-6 4 3 16,-8 6-4-16,-3-6-31 15,-11 5-74-15,0 3-50 16,-3 6-137 0,1 5-161-16</inkml:trace>
  <inkml:trace contextRef="#ctx0" brushRef="#br0" timeOffset="3172.71">3368 5041 1125 0,'0'0'134'0,"0"0"96"0,0 0-54 0,0 0-86 15,0 0-17-15,0 0-22 16,2 0-8-16,0 0-27 16,1 0 0-16,-1 0-14 0,74 0 1 15,-21-3-40-15,10-4-47 16,6-2-95-1,1 0-51-15,-8-3-100 0,-4-1-67 16</inkml:trace>
  <inkml:trace contextRef="#ctx0" brushRef="#br0" timeOffset="3406.36">4041 4856 751 0,'0'0'171'0,"0"0"152"0,0 0-117 15,0 0-32-15,0 0-61 16,0 0-33-16,0 0-67 15,0 0-8-15,0 0-92 16,0 0-35-16,0 3 27 16,0 57-7-16,0-17 89 15,0 10 40-15,-2 3 8 16,-1-1 6-16,-4 2-4 16,3 3-2-16,-1 0-2 15,3-2 2-15,2-1-64 16,0-4-120-16</inkml:trace>
  <inkml:trace contextRef="#ctx0" brushRef="#br0" timeOffset="4258.81">2103 6607 654 0,'0'0'82'0,"0"0"-8"0,0 0-38 0,0 0-35 15,0 0 1-15,0 0 15 0,36 20 36 16,-8-10 20 0,23-3 19-16,13-5-2 0,40-2-13 15,18-2-6-15,30-5-15 16,10-3-8-16,27-1-7 16,27-8-6-1,38 3-12-15,15-2-2 0,52-10-6 16,-1 3 1-16,31-3-2 15,36-4 2-15,-12 11 0 16,38-6-1-16,9 6 0 16,11 3 0-16,19-10-1 15,4 12-1-15,17-3-3 16,-8 3-2-16,17 5 0 16,6-3 0-16,1 2 0 15,9 3 0-15,-7-7 1 16,-3 5-1-16,-6 1-1 15,-14-1-1-15,-14 2 1 0,-32-1 1 16,-3-1 2-16,-38 2 3 16,-33-1 1-16,-12 1-1 15,-73 0-1 1,-21 4-2-16,-60-4-3 0,-28 5-2 16,-43-1-51-16,-12 0-135 15</inkml:trace>
  <inkml:trace contextRef="#ctx0" brushRef="#br0" timeOffset="4859.31">2951 7862 1027 0,'0'0'141'0,"0"0"108"0,0 0-53 0,0 0-93 0,0 0-36 15,0 0-51-15,0 0-24 16,0 0-78-16,0 0-78 0,0 2 8 16,-7 58 7-16,5 16 67 15,2 28 80-15,-3 32 8 16,3 13 17-16,0-13 13 15,-4-9 4-15,4-30-2 16,0-19-5-16,0-21-6 16,2-6-2-16,0-26 12 15,-2-6-29-15,0-19-230 16</inkml:trace>
  <inkml:trace contextRef="#ctx0" brushRef="#br0" timeOffset="5127">2753 7680 1818 0,'36'-14'23'0,"-3"5"-2"15,17-5-3-15,10-2-15 16,9 2-1 0,7-4-1-16,19 8-1 0,4 4-1 0,7 3-46 31,-2 6-36-31,-10 10-135 0,-11 4-118 0</inkml:trace>
  <inkml:trace contextRef="#ctx0" brushRef="#br0" timeOffset="5327.26">2859 8385 1592 0,'76'-10'74'0,"16"-3"-44"16,7-4-19-16,32-1-182 16,10-7-256-16</inkml:trace>
  <inkml:trace contextRef="#ctx0" brushRef="#br0" timeOffset="5862.53">3882 8562 767 0,'-16'0'117'0,"16"0"115"16,-3 0-22-16,3 0-54 16,0 0-14-16,0 0-25 15,21-41-13-15,11 13-18 16,10-2-4-16,11 2-19 15,14 1-7-15,43 8-17 16,24-1-10-16,23 8-19 16,-10 7-9-16,-38 5-8 15,-10 12-4-15,-32 13-14 16,-8 3-22-16,-22 11-19 16,-30 5 2-16,-27 6 12 15,-13 8 24-15,-24 2 24 16,-15 0 2-16,-41 4 3 0,-16 8 0 15,-25-1 3-15,6 5-2 16,26 0-4-16,-7 2-1 16,21 3-5-16,-1 6 0 15,6-6 3-15,20-5 2 16,20-16 8-16,13-12 5 16,34-15 9-16,18-10 8 15,37-10 40-15,23-6 14 0,42-2 14 16,14-7-4-16,36-14-41 15,19-1-20-15,23-8-23 16,7 0-7-16,-10-3-5 16,-13 3-2-16,-12-1-16 15,1-1-30-15,-13 1-130 16,-11-3-136-16</inkml:trace>
  <inkml:trace contextRef="#ctx0" brushRef="#br0" timeOffset="6796.81">11953 317 2156 0,'0'0'106'0,"0"0"-64"0,0 0-31 0,0 0-90 0,0 0-71 0,0 2-71 16,2 51 16-16,-2 19 96 16,0 22 83-16,-2 31 85 15,2 1-8-15,2-1-40 16,-2-8-20-16,10 5-18 16,-1 19 4-16,5 29 15 15,2 19 5-15,7 9 5 16,-2 5 5-16,4 22 5 15,0 8 4-15,-2 13 2 16,-6 10 3-16,-4 13-4 16,-3-1-4-16,-8 17 0 15,-2 12-1-15,-5-9-3 0,-6 7-1 16,-1 20 2-16,5 1 0 16,-6-5-1-16,-4 9 0 15,-3 2-4 1,-6-11 0-16,10 21 3 0,0-7 1 15,9-28 1-15,5 0-2 16,4-5 2-16,5-13 2 16,7-14 2-1,0-10 2-15,0-24 2 0,2-10-1 0,0-28-1 16,-7-22-1-16,0-51 2 16,0-19 0-16,-9-25 9 15,3-14-31-15,-6-27-65 16,-1-12-60-16,4-23 56 15</inkml:trace>
  <inkml:trace contextRef="#ctx0" brushRef="#br0" timeOffset="7332.34">7302 1888 1900 0,'0'0'143'0,"0"-7"-21"0,0 2-11 0,0 1-36 0,5-68-15 0,-5 72-24 16,0 0-11-16,0 0-25 15,0 0-27-15,0 0-144 16,0 0-26-16,41 44 15 16,3 9 22-16,25 21 139 15,5 6 26-15,-7-4 1 16,-7 0 1-16,-7-11 3 15,-7-1 1-15,-7-6 8 16,0-5 1-16,-11-14-20 16,-3-11-52-16,-4-10-305 15</inkml:trace>
  <inkml:trace contextRef="#ctx0" brushRef="#br0" timeOffset="7549.02">7853 1690 1639 0,'-23'50'-60'0,"-2"1"-3"16,-15 32 24-16,-10 18 31 15,-8 10 22-15,-6 11 1 0,-19 23 12 16,-7 9-24-16,-12 8-179 15</inkml:trace>
  <inkml:trace contextRef="#ctx0" brushRef="#br0" timeOffset="8234.44">13956 1307 1507 0,'0'0'103'0,"0"0"-115"0,0 0-88 0,0 5-14 0,32 43 3 15,3 10 55-15,-1 4 60 16,15 14 9-16,2 0 1 15,-3-7-1-15,3 3 2 16,-10-15 10 0,-4-11 2-16,-7-7 12 0,-2-4-3 0,-3-10-83 15,-2-4-75-15</inkml:trace>
  <inkml:trace contextRef="#ctx0" brushRef="#br0" timeOffset="8467.94">14707 1448 1293 0,'-18'28'-52'0,"-5"25"2"16,-5 18 17-16,-9 26 52 15,-4 13 19-15,2 1 5 16,-5 4-3-16,-4 0-9 15,1 2-1-15,4-1-7 16,-1-1 1-16,18-9 4 16,10-12-11-16,12-27-117 0,15-7-122 15</inkml:trace>
  <inkml:trace contextRef="#ctx0" brushRef="#br0" timeOffset="8720.34">15187 2185 763 0,'0'0'191'0,"0"0"209"15,0 0-142-15,0 0-88 16,0 0-59-16,2 0-70 15,42-12-21-15,7 1-37 16,11-3-68-16,25-2-190 16,10-3-213-16</inkml:trace>
  <inkml:trace contextRef="#ctx0" brushRef="#br0" timeOffset="8968.86">16261 1879 1115 0,'-30'2'16'15,"-7"14"-17"-15,-2-2 0 16,-3 20-6-16,-1 3-1 16,-1 16 8-16,2 7-3 0,8 5 5 15,1-3-4-15,22 2-6 16,9-2 0-16,11-9 5 15,12-2 10-15,11-16 13 16,7-3 12-16,19-16 13 16,13-11-32-16</inkml:trace>
  <inkml:trace contextRef="#ctx0" brushRef="#br0" timeOffset="9370.06">16830 2042 381 0,'-16'5'57'0,"-9"6"72"0,-1 5-22 15,1 3-58 1,4 4 1-16,5 9-35 0,2 5-6 16,10 11 1-1,4 3-6-15,16 4-2 0,7-2 2 16,18-11 4-16,15-6 3 16,6-15 12-16,5-9 11 0,4-19 24 15,-9-14 19-15,-2-9 50 16,-7-14 5-16,-18-2 20 15,-5 5-7-15,-19-12-44 16,-8 5-25-16,-13-15-78 16,-13-1-35-16,-27-1-133 15,-10 3-17-15,-37 14-70 16,-9 16 2-16</inkml:trace>
  <inkml:trace contextRef="#ctx0" brushRef="#br0" timeOffset="10004.84">17607 1911 687 0,'-7'60'-10'0,"0"4"12"0,0-2 17 0,0-6 25 0,-2-6 5 0,0-11 16 16,2-11-7-16,5-12 9 16,2-16 27-16,0 0 59 15,0 0 16-15,0 0 26 16,0 0-31-16,6-25-66 15,11-12-23-15,3-16-55 16,10-7 4-16,7 0-6 16,2 5 5-16,19 9 3 15,0 11-6-15,8 17-14 16,-1 4-13-16,-1 14-31 16,-1 14-12-16,-3 18-9 15,0 10 5-15,-12 13 19 16,-13-2 11-16,-10-5 8 15,-11-2 3-15,-7-6 7 16,-7-6 4-16,-5-16 11 16,5-18 6-16,0 0 11 0,0 0 9 15,0 0 37-15,0 0 0 16,0 0 5-16,9-36-10 16,5-4-33-16,2-8 3 15,5 0-2 1,2 4 0-16,0 16-10 0,-2 5-11 15,-5 16-39-15,-2 7-35 16,0 12-28-16,-1 11-3 0,1 16 5 16,0 3 17-16,-5 4 20 15,-6-5 4-15,-3-2 4 16,0-4-15-16,0-12-99 16,2-5-125-16</inkml:trace>
  <inkml:trace contextRef="#ctx0" brushRef="#br0" timeOffset="10288.51">19165 1100 1656 0,'-2'30'-136'0,"2"28"5"0,4 20 35 0,-2 56 81 0,3 15 14 16,-3 17 18-16,1 0 1 15,-3-12 0-15,2 0-1 16,-7 24 10-16,-2-5 1 16,-4-3 2-1,2-11-4-15,-5-46-16 0,0-10-20 0,5-22-75 16,-3-10-116-16</inkml:trace>
  <inkml:trace contextRef="#ctx0" brushRef="#br0" timeOffset="10522.42">19319 2268 1052 0,'33'-51'86'0,"3"10"53"16,4 11-58-16,1 16-66 15,3 9-14-15,4 19-16 16,8 14-8-16,4 29-31 16,-5 22-10-16,-25 17-17 15,-21 13 1-15,-37 1 37 16,-20-9 29-16,-33-13 41 16,-11-5 8-16,-25-9-17 15,-19-1-127-15</inkml:trace>
  <inkml:trace contextRef="#ctx0" brushRef="#br0" timeOffset="11223.41">14843 5999 581 0,'0'0'44'0,"26"0"108"0,20 0-39 0,46 0 1 0,26 4 31 0,34 1-32 16,11 0 5-16,42-1-11 15,24 5-7-15,26 3-18 16,8-3-16-16,35 5-23 16,-6-5-11-16,3 3-12 15,16 1-1-15,-23-1-4 16,-6 4 1-16,1-7 5 16,1-2 1-16,-31 0 6 15,-11-7 2-15,-23-2 4 16,-21-5 1-16,-9-7 3 15,-11-2-2-15,-31-2-9 16,-22-1-6-16,-45 1-11 16,-13-3-30-16,-23 3-116 0,-5-8-137 15</inkml:trace>
  <inkml:trace contextRef="#ctx0" brushRef="#br0" timeOffset="11812.83">20479 331 1680 0,'0'0'-169'0,"-10"67"-20"0,6 23 29 0,1 50 142 0,3 17 14 16,5 11 14-16,0 4 0 16,2 40-2-1,-3 14 1-15,-2 18-1 0,1 14-3 16,-3 21 9-16,-3 4 2 16,-6 28 16-16,-2 23 0 15,-1-9-2-15,-4 18-2 0,-2 30-8 16,-3-14 3-16,2 44 4 15,1-2 10 1,4 16 13-16,7 0-4 0,5-14-8 16,0 7-10-16,4-35-18 15,3 7 1-15,-3-20 1 16,0-24-1-16,-2-6 0 16,3-21 0-16,-3-46 1 15,-5-16 0-15,-2-49 4 16,0-23 3-16,0-27 15 15,0-17-43-15,0-52-146 16,0-23-172-16</inkml:trace>
  <inkml:trace contextRef="#ctx0" brushRef="#br0" timeOffset="12193.14">18049 3053 960 0,'0'0'178'0,"0"0"164"0,30-4-195 0,30-1-40 0,55 5-35 16,35 0-4-16,106 7-14 15,30 4-15-15,71 8-51 16,33 1-101-16</inkml:trace>
  <inkml:trace contextRef="#ctx0" brushRef="#br0" timeOffset="13146.27">6442 10628 275 0,'0'0'61'0,"0"0"52"0,0 0-74 0,0 0-1 0,0 0-21 16,0 0-1-16,0 0-16 16,0 0-20-16</inkml:trace>
  <inkml:trace contextRef="#ctx0" brushRef="#br0" timeOffset="14130.43">2070 11298 814 0,'0'0'4'0,"0"0"-4"0,0 0-24 0,0 0-31 0,0 0-5 16,0 5-4-16,28 29 43 15,-5-15 46-15,23 6 32 16,14 0 11-16,41 5 15 16,22-5-5-16,36-2 7 15,11-2-2-15,31-5-17 16,36 0-5-16,33-6 5 16,20-1-7-16,58-7 2 15,-4 0 0-15,52 1-23 16,14-1-3-16,14 0-9 15,21-2-3-15,21-4 2 16,11-3-3-16,30-7-1 16,7 0-1-16,30-2-7 15,0-2 0-15,23-5 0 16,25 0 1-16,5 2 9 0,44-2 2 16,13 2 1-16,-8 7-2 15,24-2-9-15,-4 7-5 16,-4 9-4-16,13-2-2 15,-2 4 0-15,-32 5 0 16,2 2 1-16,-16 5-1 0,-44-3 2 16,21 6-3-16,-67-1 1 15,-5-2-1-15,-62 4 0 16,-41-4 1-16,-42 2-1 16,-60-2-5-16,-50-10-150 15</inkml:trace>
  <inkml:trace contextRef="#ctx0" brushRef="#br0" timeOffset="15116.53">5673 4465 543 0,'0'0'116'0,"0"0"114"0,0 0-58 0,0 0-46 0,0 0-32 0,0 0-60 15,0 0-32-15,0 0-93 16,0 0-43-16,0 0-1 16,-7 48 10-16,4 5 66 15,-1 9 37-15,2 14 9 16,-1-7 7-16,3 1 11 15,-2-1 3-15,2-7 11 16,0-2 1-16,0-14 4 16,0-5 1-16,5-18 3 15,-3-2 6-15,-2-21 42 16,0 0 37-16,0 0 78 16,0 0 21-16,0 0-1 15,0 0-39-15,2-48-93 0,-6-1-33 16,-1-13-58-1,0-9-5-15,-2-10 8 0,-2-2 6 16,-2-9 10 0,4 2 5-16,0 3 10 0,2 8 0 15,5 24 2-15,-2 7 2 16,2 11-4-16,9 7-2 0,-4 7-5 31,4 5-4-31,-2 1-10 0,0 8-4 0,2 2-22 16,7 3-14-16,7-1-16 15,9 3-1-15,19 4 15 16,7 3 15-16,18 4 18 16,14 2 5-16,18-1-11 15,12 1-19-15,7-6-79 16,-5 4-67-16</inkml:trace>
  <inkml:trace contextRef="#ctx0" brushRef="#br0" timeOffset="15384.28">5820 4849 931 0,'0'0'185'0,"0"0"191"0,0 0-108 0,0 0-98 0,0 0-32 16,0 0-57-16,0 0-27 15,0 0-46-15,0 0-12 16,2 0-10-16,47-2-43 0,-15 4-63 16,10 3-61-16,9 0-229 62</inkml:trace>
  <inkml:trace contextRef="#ctx0" brushRef="#br0" timeOffset="15716.88">6514 4845 664 0,'0'0'178'15,"0"0"170"-15,0 0-165 16,0 0-63-16,0 0-88 15,0 0-43-15,0 0-91 16,0 2 10-16,2 47 30 16,-2-15 30-16,-2 14 83 15,-5 1 2-15,7 1 8 0,-2 1 4 16,2 0-7 0,2 2-7-16,0 0-13 15,5 0-6-15,-2-7-7 0,-3 0-1 16,5-5 1-16,-7-6-2 15,0-3-1-15,0-9 1 16,0-2 3 0,0-3 4-16,0-11-50 0,0-7-74 0</inkml:trace>
  <inkml:trace contextRef="#ctx0" brushRef="#br0" timeOffset="16739.79">6910 4978 842 0,'0'0'150'0,"0"0"139"0,0 0-59 0,0 0-96 16,0 0-40-16,0 0-97 0,0 0-6 16,3 5-17-1,38 30 6-15,-11-3 43 0,2-5-9 16,5 3 6-16,0-2 0 15,2 2 4-15,5 0 0 16,-7 2-4-16,-5-6-2 16,-4 1-7-16,-10-4-2 15,-2-4 5-15,-4-3-31 16,-5-7-103-16,0 0-88 16</inkml:trace>
  <inkml:trace contextRef="#ctx0" brushRef="#br0" timeOffset="17002.98">7353 4896 975 0,'0'0'118'16,"0"0"96"-16,0 0-117 15,0 0-43-15,0 0-52 16,0 0-7-16,-21 34-13 15,3-6 4-15,-10 27 19 16,-9 9 2-16,-4 19 15 16,-3 10 7-16,-5 15 10 15,1-2 5-15,0 0-1 16,6-7-2-16,3-21-14 16,4-7-52-16</inkml:trace>
  <inkml:trace contextRef="#ctx0" brushRef="#br0" timeOffset="18389.8">7609 4575 403 0,'0'0'114'0,"0"0"101"0,0 0-23 0,0 0-31 16,0 0-22-16,0 0-5 16,0 0-17-16,0 0-40 15,0 0-22-15,0 0-37 16,0 0-4-16,0 0-7 15,2 0 8-15,0 0 7 16,63 0 1-16,-26-4-1 16,7-1-4-16,7 5-8 15,2 0-3-15,-2 5-2 16,-2-1 0-16,-2 1 1 16,-3-5-5-16,-3 0-70 0,1 5-73 15</inkml:trace>
  <inkml:trace contextRef="#ctx0" brushRef="#br0" timeOffset="18607.59">7876 4838 389 0,'0'0'91'0,"2"0"122"15,1 0-10-15,-1 0-3 16,3 0-42-16,82 16-81 16,-55-14-27-16,12 1-29 15,12-3-40-15,24-5-159 16</inkml:trace>
  <inkml:trace contextRef="#ctx0" brushRef="#br0" timeOffset="19313.18">8726 4437 972 0,'0'0'85'0,"0"0"57"15,0 0-53-15,0 0-122 16,0 0-46-16,0 3-25 15,5 61 1-15,0-11 67 16,-3 14 33-16,3 4 7 16,-1-4 4-16,1-9-3 15,-3-10 1-15,3-7-2 16,-3-6 0-16,0-12 3 16,1-2 2-16,-3-21 26 15,0 0 27-15,0 0 64 16,0 0 34-16,0 0 49 0,0 0 10 15,0 0-5 1,0 0-29-16,0-5-71 0,-10-39-37 16,1-9-61-16,0-4-10 15,0-15-6-15,0-8-5 16,-1-8-9-16,-1-8-11 16,6 10 4-16,1 10 6 15,4 14 8-15,0 18 9 0,0 5-3 16,2 7-3-16,3 9-2 15,-1 7 1-15,-4 16 3 16,0 0-2-16,0 0-10 16,0-2-10-16,2 2-15 15,1-3-4-15,1 3 4 16,75-14 8-16,-49 19 16 16,0 0 6-16,0 2 7 15,2-3 3-15,0-2 4 16,3 1 2-16,-3-3-6 15,5 0-27-15,2 0-146 16,7-3-161-16</inkml:trace>
  <inkml:trace contextRef="#ctx0" brushRef="#br0" timeOffset="19525.36">8784 4829 664 0,'0'0'162'0,"0"0"108"0,2 0-25 0,1 0-48 0,1 0-84 16,75-5-40-1,-40-4-68-15,14 4-60 0,25-8-287 16</inkml:trace>
  <inkml:trace contextRef="#ctx0" brushRef="#br0" timeOffset="19760.77">9448 4716 799 0,'0'0'76'0,"0"0"14"16,0 0-49-16,0 2-60 15,-2 42 1-15,6-9 39 16,1 4 3-16,4 7 11 16,-11-3 1-16,2 4-4 15,-5 3-1-15,-4-4 0 0,4-2 0 16,-2-3 4-16,0-4 1 16,-2-4-74-16,0-3-108 15</inkml:trace>
  <inkml:trace contextRef="#ctx0" brushRef="#br0" timeOffset="20110.32">9925 3933 330 0,'-16'11'75'15,"-3"10"94"-15,3 16-75 16,7 14-19-16,2 9-16 15,5 9-28-15,2 18 10 16,4 1 3-16,1 11-6 16,0-3-5-16,4-10-3 15,2-10 6-15,3-17-4 0,5-8-33 16,13-19-250 31</inkml:trace>
  <inkml:trace contextRef="#ctx0" brushRef="#br0" timeOffset="20494.27">10377 4423 631 0,'0'0'138'0,"0"0"137"0,0 0-206 16,0 0-53-16,-3 3-28 15,-29 57 2-15,16-17 22 16,7 8 4-16,0 7-9 15,6-5 1-15,6-7 4 16,1-3 3-16,12-3-1 16,0-11-2-16,8-1-1 15,1-12-1-15,0-4-3 16,3-8 3-16,-3-4 24 16,1-7 8-16,1-9-1 15,-1-7-3-15,1-9-26 16,-4-2 10-16,-7-6 11 15,-4-3 7-15,-7-8 41 0,-5-4-2 16,-7-8-18-16,-7-1-10 16,-7 6-92-16,-9 10-25 15,-4 18-50-15,-10 9-30 16,-2 19-63-16,-7 2-147 16</inkml:trace>
  <inkml:trace contextRef="#ctx0" brushRef="#br0" timeOffset="20879.03">10810 4262 550 0,'-35'16'88'0,"5"-4"82"0,10 2-36 0,6-3-52 16,7 1-23-16,7-12-43 15,0 0-16-15,0 4-10 16,0-4 2-16,2 5 24 16,37 57 9-16,-9-39 5 0,3 2-3 15,1 1-18-15,3 4-3 16,0 4 3-16,-2 5 2 15,-10-2 1-15,-4 2-3 16,-12 1-14-16,-7-8-4 16,-16 2-6-1,-6-4 3-15,-17 3 14 0,-5-4 2 16,-4-1-53-16,0-7-51 0</inkml:trace>
  <inkml:trace contextRef="#ctx0" brushRef="#br0" timeOffset="21346.42">11082 4048 750 0,'0'0'169'0,"0"0"147"15,0 0-123-15,0 0-121 16,2 0-45-16,37 5-31 16,-9 4-1-16,10 5 3 15,-4 6 2-15,4 3-18 16,-8 7-5-16,-7-2-21 0,-4 7-8 16,-12-1 7-16,-6 3 3 15,-13-3 15 1,-13 6 7-16,-16-4 12 0,-5-1 4 15,-6 2 6-15,1-12 2 16,10-2-4 0,9-7-1-16,30-16-17 0,0 0-20 0,0 0-28 15,19 14 9-15,15-9 35 16,1-1 28-16,18 3 38 16,-5 0-9-16,-4 7-19 15,0 7-9-15,-17-1-5 16,-8 8-3-16,-8 2-1 15,-6 2 1-15,-14 10 4 16,-5-10 4-16,-18 3 5 16,-10 1-1-16,-9-6-27 15,1-2-25-15,4-3-151 16</inkml:trace>
  <inkml:trace contextRef="#ctx0" brushRef="#br0" timeOffset="21719.97">11504 4398 974 0,'0'0'114'0,"0"0"51"0,0 0-109 0,0 5-102 0,-5 29-12 16,-2 10 24-16,0 9 34 15,-4 14 16-15,-3-7 4 16,0-3 0-16,0-6-1 16,7-10-5-16,3-6-5 0,6-12-6 15,5-5-3-15,0-8 9 16,7-4 23-16,2-3 29 16,0-3 14-16,7-9 13 15,5-5-13-15,-1-16-29 16,3-2-15-16,-4-17-27 15,-6-1-8-15,-3-15-5 16,-4-4-10-16,-10-9-3 16,-3-5 11-16,-14 7-126 15,-7 4-35-15</inkml:trace>
  <inkml:trace contextRef="#ctx0" brushRef="#br0" timeOffset="22064.75">11709 3809 471 0,'0'0'75'0,"0"0"81"16,-32 29-91-16,15-6-10 0,6 7-27 15,4-2-4-15,9-5-25 16,3-2-3-16,13-3 19 16,3-6 10-16,2-5 47 15,0-5 25-15,-4-7 40 16,-3-2 35-16,-5-2 45 16,-1-5 13-16,-8-2-4 15,-2-2-38-15,0-1-88 16,-9-6-68-16,-7 7-163 15,-10-5-123-15</inkml:trace>
  <inkml:trace contextRef="#ctx0" brushRef="#br0" timeOffset="25288.31">13403 4481 600 0,'0'0'-127'0,"-2"-2"351"0,-1-1-212 0,1 1 148 16,0-3 154-16,-3 1-219 16,-62-72-90-16,67 76 80 15,0 0-16-15,-2 0-27 16,2-5 82-16,-2 3-105 16,2 0 1-16,0-1-5 15,0 3-10-15,0 0-43 16,0 0-64-16,0 0-55 0,-17 44 6 15,17 18 38-15,-2 12 58 16,2 11 56 0,2-4 6-16,-4-10 2 0,2-6-1 15,-2-8-6 1,0-6-8-16,2-12-16 0,0-11-3 16,0-28 24-16,0 0 36 15,0 0 112-15,0 0 57 16,0 0 51-16,0 0-3 15,0 0-72-15,-3-21-50 0,3-23-76 16,-2-11-28-16,-3-19-29 16,1-9-3-16,1-16-1 15,3 0-1-15,0 5-5 16,0 9 0-16,3 20 2 16,1 12 2-16,3 21 0 15,0-3-2-15,0 12-2 16,2 5 0-16,1 0 8 15,1 4 1-15,-2 5 4 16,0 2 0-16,3-3-4 16,0 6-4-16,6-5-7 15,0 2-4-15,8 2-5 16,4 0-1-16,4 3 0 16,8 2 4-16,4 2-35 15,2 3-14-15,3 7-74 0,0-3-58 16</inkml:trace>
  <inkml:trace contextRef="#ctx0" brushRef="#br0" timeOffset="25539.01">13557 4863 502 0,'0'0'165'0,"0"0"182"0,0 0-103 0,0 0-81 16,0 0-45-16,3 0-64 16,-1 0-24-16,58-16-39 15,-32 12-33-15,6 1-127 16,5-1-132-16</inkml:trace>
  <inkml:trace contextRef="#ctx0" brushRef="#br0" timeOffset="25789.76">13928 4780 751 0,'0'0'144'0,"0"0"126"0,0 0-93 16,0 0-136-16,0 0-72 15,0 0-163-15,0 0 57 16,0 3 49-16,7 47 43 16,-4-20 139-16,-3 0-48 15,-3 2-5-15,1 3-5 0,0 2-3 16,2-3-7-16,-5-1-10 16,3-3 2-16,2-3 7 15,0-6 1 1,2-3-134-16,7 1-185 0</inkml:trace>
  <inkml:trace contextRef="#ctx0" brushRef="#br0" timeOffset="26013.53">14242 4886 602 0,'0'0'99'0,"0"0"63"16,0 0-130-16,2 33-65 16,3-6-6-16,4 10 41 0,5 0 1 15,0-3 3-15,4-4 14 16,3 3 31-16,0-10 8 16,6-3-32-16,3-1-62 15</inkml:trace>
  <inkml:trace contextRef="#ctx0" brushRef="#br0" timeOffset="26257.53">14675 4877 799 0,'0'0'169'0,"0"0"143"0,0 0-166 16,0 0-66-16,0 0-105 15,0 5-13-15,-18 38-4 16,4-1 4-16,-7 25 50 15,0 16 8-15,-2 13 1 16,3 15 4-16,-1 13-8 16,-2 1-2-16,7-13-1 15,0-8-2-15,6-26 7 16,3-8 0-16,7-27 2 16,3-4-20-16,11-18-199 15</inkml:trace>
  <inkml:trace contextRef="#ctx0" brushRef="#br0" timeOffset="26641.09">14984 4601 715 0,'0'0'176'0,"0"0"159"16,0 0-134-16,0 0-34 0,0 0-66 16,0 0-28-16,2 0-23 15,47-5-8-15,-8 1-16 16,8-3-3-16,8-3-14 16,1 1 1-16,-5 5-93 15,-5 4-77-15</inkml:trace>
  <inkml:trace contextRef="#ctx0" brushRef="#br0" timeOffset="26841.76">15138 4829 723 0,'0'0'117'0,"0"0"94"15,0 0-47 1,0 0-46-16,0 0-18 0,3 0-16 15,40 9 0-15,-13-4-20 16,0-1-22-16,10-2-31 16,3 1-50-16,8-3-230 15</inkml:trace>
  <inkml:trace contextRef="#ctx0" brushRef="#br0" timeOffset="28296.81">16065 4723 375 0,'0'0'87'0,"0"0"93"0,0 0-32 0,0 0-41 0,0 0-21 0,0 0-36 16,0 0-25-16,0 0-61 16,0 0-36-16,-2 0-17 15,-1 0 8-15,-43 7 42 16,16 2 23-16,-4 0 11 16,-1-4 17-16,1-1 12 15,-1 1 9-15,7-5 37 16,8 5 8-16,20-5 50 15,0 0 22-15,0 0 3 16,0 0-34-16,0 0-65 16,2 0-21-16,49-10-38 15,-10 1 8-15,21-2 10 16,1 1-4-16,-4 4 7 16,-10 1 4-16,-12 0 2 15,-12 3 0-15,-13 0 4 16,-12 2 6-16,0 0 4 0,0 0-4 15,0 0-20-15,0 0-18 16,0 0-18-16,0 0-4 16,0 0-6-16,-3 0 12 15,1 0 7-15,-53-12 4 16,20 8 16-16,1-6 3 0,4 8 13 31,11-3 12-31,19 5 19 0,0 0 10 0,0 0 7 16,0 0-12-1,0 0-54-15,0 0-27 0,2 0-49 16,1 0-4-16,-1 0 31 16,69 7 13-16,-31-2 30 15,1 0 5-15,-2-5 1 16,-2 4 0-16,-5-4 1 16,-2 0-1-16,-16 0 4 15,-14 0 2-15,0 0 7 16,0 0-2-16,0 0-38 15,0 0-64-15</inkml:trace>
  <inkml:trace contextRef="#ctx0" brushRef="#br0" timeOffset="29030.08">16637 4364 1100 0,'0'0'199'0,"0"0"169"0,0 0-156 0,0 0-47 0,0 0-80 16,0 0-33-16,0 0-104 15,0 0-88-15,-7 25-75 16,7 14-3-16,2 26 66 16,-2 8 80-16,2 15 76 15,-2-8 11-15,3-4-3 16,-1-4-6-16,0-15-4 15,3-4-1-15,-1-7 9 16,3-9 1-16,-2-14 3 16,-5-23 8-16,0 5 44 15,0-5 36-15,0 0 53 0,0 0 27 16,0 0 9-16,0 0-32 16,7-26-45-16,-10-10-33 15,1-22-57-15,-2-6-11 16,-3-15-17-16,0 1-6 15,0-10-3-15,0 3 1 16,2 9 1-16,1 3-2 16,-3 6-23-16,2 9 1 0,3 17 3 15,2 4 5-15,0 16 21 16,0 5-1-16,0 16-2 16,0 0 0-16,0 0-2 15,0 0-7-15,0 0-23 16,0 0-9-16,2 0-3 15,37-11 5-15,-6 15 26 16,8 1 10-16,19-1 19 16,2-1 7-16,10-3 13 15,-5 0 6-15,-3-3 1 16,-2-1 0-16,-9-1-5 16,-4 1-6-16,-12-3-7 15,-7 2-22-15,-10 0-126 16,-1 5-150-16</inkml:trace>
  <inkml:trace contextRef="#ctx0" brushRef="#br0" timeOffset="29406.73">16627 4787 872 0,'0'0'146'0,"0"0"134"0,0 0-61 0,3 0-76 16,-1 0-14-16,46-9-26 15,-13 2-12-15,6 3-31 16,10-6-15-16,7 6-21 16,-3-5-7-16,-2 6-9 15,-5 1 1-15,-13 2-1 16,-10 0-1-16,-9 0 0 16,-16 0-12-16,0 0-34 15,3 0-27-15,-1 0-137 16,0 0-106-16</inkml:trace>
  <inkml:trace contextRef="#ctx0" brushRef="#br0" timeOffset="31535.58">17409 4983 574 0,'0'0'134'0,"0"0"154"0,0 0-62 0,0 0-59 0,0 0-22 0,0 0-52 15,0 0-25-15,0 0-38 16,0 0-22-16,0 0-52 16,0 0-42-16,0 0-54 15,-3 32 9-15,6 3 49 16,-1 2 41-16,0 6 63 15,-2 1 5-15,0-2 0 16,0-8 0-16,0-6-3 16,0-3-4-16,0-25-7 15,0 0 1-15,0 2 18 16,0-2 16-16,0 0 37 16,0 0 20-16,0 0 0 0,0 0 0 15,0 0-6 1,0 0-17-16,0-2-16 0,9-46-18 15,-6 9-34-15,-3-3-6 16,2 8-3-16,-2 1 2 16,0 10 3-16,0 3 1 15,0 10 0-15,0 10-4 16,0 0-5-16,0 0-5 0,0 0-25 16,0 0-17-16,0 0-70 15,0 0-34-15,0 0 10 16,-2 30 20-16,4 7 83 15,0 0 38-15,-2 7 21 16,3 7 5-16,-3-1-2 16,2-1-1-16,0 4-7 15,1-7-4-15,-1-3-5 16,0-4 2-16,0-9 3 16,-2-7 0-16,3-4 6 15,-3-19 0-15,0 2-49 16,0 0-80-16</inkml:trace>
  <inkml:trace contextRef="#ctx0" brushRef="#br0" timeOffset="32003.5">18118 4117 1045 0,'0'0'122'0,"0"0"86"0,0 0-31 0,0 0-73 0,0 0-63 0,-2 0-56 15,-37-16-28-15,4 16-45 16,3 0 22-16,-19 16 4 16,-2 5 11-16,-2 11 16 15,-5 10 5-15,7 6 11 16,9 14-14-16,14 19-15 15,7 9-1-15,14 11 28 16,9-4 28-16,7-19 25 0,5-7-1 16,8-20-32-16,6-7-12 15,6-10 11-15,5-2 9 16,20-11 12-16,1-5-14 16,18-9-171-16</inkml:trace>
  <inkml:trace contextRef="#ctx0" brushRef="#br0" timeOffset="32371.01">18372 4679 743 0,'0'0'116'0,"0"0"85"16,0 0-81-16,0 0-105 16,0 0-26-16,-2 2-10 15,-33 49 6-15,24-16 24 16,1-3 4-16,-1 7 6 15,2 5 3-15,2-1 3 16,4 4 10-16,6-8 6 16,4-5 0-16,11-8-12 15,1-8-12-15,1-9 3 16,1-4 3-16,0-5 18 16,-1-7 12-16,1-5 12 15,0-4 7-15,-3-2 3 16,-1-10-6-16,-6-2-20 0,1-4-13 15,-5-3-24-15,-5-2-6 16,-2-5-7-16,-5-2-8 16,-6-5-24-16,-1 1-13 15,-4 8-32-15,0 10-27 16,0 13-53-16,0 13-41 16,2 8-100-16</inkml:trace>
  <inkml:trace contextRef="#ctx0" brushRef="#br0" timeOffset="33223.17">17985 5015 685 0,'0'0'86'0,"0"0"94"0,0 0-43 0,0 0-28 16,0 0 6-16,0 0-5 16,0 0-4-16,0 0-18 15,0 0-13-15,0 0-34 16,0 0-11-16,0 0-26 0,0 0-14 16,0 0-17-16,2 0-6 15,0 0 1-15,54 23 10 16,-33-2 16-16,0-3 3 15,-7 3 4-15,-2 2 1 16,-7-4-3 0,0 1-3-16,-5 3-3 0,-4-4 0 15,-3 2 3 1,-7-3 3-16,-4 0 8 0,0 1 3 0,-7-3 2 16,-2 0 3-16,-10-4 3 15,5-5 2-15,-9-3 7 16,5-2 1-16,-1-2 4 15,0 0 2-15,15-2 2 16,-3-2-9-16,13-3-22 16,10 7-17-16,0 0-34 15,0-3-70-15</inkml:trace>
  <inkml:trace contextRef="#ctx0" brushRef="#br0" timeOffset="33591.39">18393 4785 150 0,'0'0'-4'0</inkml:trace>
  <inkml:trace contextRef="#ctx0" brushRef="#br0" timeOffset="33874.04">18425 4797 212 0,'0'0'99'0,"0"0"82"15,0 0-1-15,0 0 7 16,0 0 10-16,0 0-11 16,0 0-30-16,0 0-29 15,0 0-77-15,0 0-37 16,0 0-85-16,0 0-9 16,9 39 17-16,-6-2 19 15,3 6 60-15,1 8 7 0,0 2-2 16,0 0 5-16,0-2 9 15,0-1 3-15,0-8 4 16,0 1-5-16,-3-13-1 16,-1-4 4-16,-3-26 9 15,0 0-19-15,0 0-56 16,0 0-24-16</inkml:trace>
  <inkml:trace contextRef="#ctx0" brushRef="#br0" timeOffset="34014.72">18639 4488 1100 0,'0'0'192'15,"0"0"146"-15,0 0-180 16,0 0-80-16,0 0-107 16,0 0-18-16,0 0-185 15,-2 2-164-15</inkml:trace>
  <inkml:trace contextRef="#ctx0" brushRef="#br0" timeOffset="34508.18">18649 4815 722 0,'0'0'78'0,"0"0"-7"15,0 0-73-15,0 0-48 16,11 58-9-16,-4-22 69 16,-5 6-1-16,5-1-5 15,-2-2 4-15,-5-4 1 16,0-7 3-16,0-10 14 16,0-9 8-16,0-9 42 15,0 0 33-15,0 0 49 16,0 0 24-16,0 0-28 15,0 0-35-15,16-53-63 16,-4 12-32-16,4-10-6 16,2 0 3-16,5 3 5 15,-7 4-2-15,17 10-13 0,-4 2-5 16,1 13-6-16,0 3 0 16,-4 9-14-16,-3 5-14 15,4 6-29-15,3 10-6 16,7 12 4-16,0 6 10 15,-2 7 25-15,-12 0 7 16,-7 3 16-16,-7-1 7 16,-7 0 10-16,-2 3 2 0,-6-9 5 15,-4-3 1-15,1-7 4 16,0-4 3-16,9-5-65 16,0-16-84-16</inkml:trace>
  <inkml:trace contextRef="#ctx0" brushRef="#br0" timeOffset="35093.37">19195 4598 829 0,'0'-32'59'0,"9"-2"38"0,0-5 32 0,10 2-34 0,-1 2 2 16,5 12-12-1,0 2-2-15,-2 10 4 0,-3 4-2 16,1 7-24-16,-3 0-16 15,0 9-32-15,3 3-13 16,-1 11-21 0,0 7-4-16,-1 6-2 0,-1 8 1 0,-9-2-4 15,-3-1-4 1,-6 1-1-16,-5-8 2 0,-7-2 19 16,-2-2 10-16,0-7 12 15,2-9 4-15,3-5 5 16,11-9 3-16,0 0 0 15,0 0 4-15,0 0-7 16,0 0-8-16,0 0-20 16,0 0-12-16,0 0-4 15,2 0 4-15,53 17 18 16,-27-4 3-16,2 3 0 16,-5 7-6-16,-4 5-8 15,-7 2 1-15,-7 7 5 16,-5 2 5-16,-11 0 8 15,-5 3 2-15,-9-3 2 0,-5 0 1 16,-4-2-10 0,0-7-23-16,2-3-103 0,2-10-122 15</inkml:trace>
  <inkml:trace contextRef="#ctx0" brushRef="#br0" timeOffset="35427.55">19866 4677 340 0,'0'0'94'0,"-35"30"86"0,12 2-76 0,-2 9-17 0,-3 12-38 15,0 0-4-15,3 5-13 16,0-5 2-16,8 0-6 15,6 0-4-15,11-19-7 16,2-1-2-16,10-13 8 16,2-6 17-16,4-9 54 15,7-3 19-15,12-13 8 16,12-6-18-16,-1-10-41 16,-7-5-11-16,-4-5-5 0,-7 0 0 15,-9-7-19-15,-9-2-18 16,-10-12-80-16,-14-6-56 15,-13-21-253-15</inkml:trace>
  <inkml:trace contextRef="#ctx0" brushRef="#br0" timeOffset="35694.87">19978 3997 884 0,'0'0'74'0,"0"0"63"0,0 0-156 15,0 0-33-15,0 3-28 16,-4 54 6-16,18-18 64 16,11-4 10-16,19 4 46 15,11-4 16-15,5-10 36 16,-7-9 19-16,-16-11 42 16,-12-5 30-16,-25 0 56 15,0 0-4-15,0-3-35 16,-7-50-64-16,-20 17-142 15,-19-4-53-15,-33 6-163 16,-20 4-101-16</inkml:trace>
  <inkml:trace contextRef="#ctx0" brushRef="#br0" timeOffset="37498.51">6482 8242 1280 0,'2'-14'85'0,"0"-2"130"0,1 2-141 0,-1 7 89 16,-2 7-34-16,0 0-59 15,0 0-31-15,0 0-89 0,0 0-70 16,-14 26-55-16,7 22 1 16,3 37 53-16,-1 16 62 15,5 10 37-15,2-7-1 16,3-17-4-16,-1-11-8 15,1-11 16-15,4-8 6 16,-2-15 12-16,5-10 8 16,-5-16 19-16,-7-16 19 15,0 0 53-15,0 0 30 0,0 0 47 16,0 0-2-16,11-35-52 16,-11-4-34-16,7-21-60 15,0-4-14 1,-9-12-4-16,-3-9 1 0,-11-17 3 15,-9-10 3-15,-1 3 16 16,3 6 5-16,0 24 8 16,7 15-5-16,0 20-8 15,0 10-3-15,11 8-14 16,5 12-2-16,2 8-11 16,-2 6-4-16,0 0-12 15,0 0-9-15,0 0-27 16,3 0-12-16,50-17-10 15,-14 17 3-15,16 0 21 16,5 0 15-16,7 5 17 16,0 0 5-16,0 4 7 0,2 2-11 15,-7 1-19 1,0 4-31-16,-4-2-80 0,-5 2-69 16</inkml:trace>
  <inkml:trace contextRef="#ctx0" brushRef="#br0" timeOffset="37733">6664 8762 977 0,'20'-4'150'0,"4"-1"102"0,-4 5-39 0,-4-4-127 0,1 4-31 0,-8 0-69 15,5 4-49-15,11 1-227 16</inkml:trace>
  <inkml:trace contextRef="#ctx0" brushRef="#br0" timeOffset="39169.11">7081 9027 326 0,'0'0'99'16,"0"0"107"-16,0 0-23 0,0 0-27 16,0 0-8-16,0 0-22 15,0 0-10-15,0 0-29 16,0 0-13-16,0 0-13 16,0 0-4-16,0 0-12 15,0 0-6-15,0 0-5 16,0 0-6-16,0 0-6 15,0 0-4-15,0 0-11 16,0 0-1-16,0 0 1 16,0 0 2-16,0 0 6 15,0 0 1-15,0 0 5 16,0 0-1-16,0 0-2 16,0 0-3-16,2 0-6 15,0 0-1-15,1 0-2 0,-1-2-2 16,0 0 2-16,1-1-2 15,1 1-1-15,1 0 0 16,66-35-3-16,-71 37 0 16,3 0 0-16,-1 0 2 15,3 0 1-15,78-26 2 16,-83 26-2 0,2 0-1-16,0 0-2 0,3 0 0 0,-1 0 0 15,72-4-1-15,-73 4 1 16,-1 0 1-16,0 0 0 15,3 0 2-15,0 0 11 16,-1 0 3-16,72-5 1 16,-76 5-1-16,0 0-11 15,3 0-3-15,-1 0-2 16,0 0 0-16,0 0-1 16,3 0 0-16,0 0-2 15,71 9 0-15,-76-9 1 16,2 0-1-16,0 3 0 15,3-1 0-15,73 33-3 16,-78-35-1-16,3 0-2 16,-1 4-3-16,0-4-4 15,3 5 0-15,62 73-1 16,-67-76 2-16,0 1 5 16,16 64-1-16,-16-40 1 0,0 1 1 15,0 4-1-15,-5 5 1 16,-2-3 1-16,-2 8 1 15,-7-3 4-15,0-2 2 16,-3-3 2-16,-4 6 1 16,-4-8 1-16,-1-2-1 15,-7 4-1-15,1-1-2 16,-3-3-1-16,-4-3 1 0,1 1-1 16,-1-1 1-1,6 1-3-15,10-3-2 0,2 1-7 16,-5-8-4-16,17-2-3 15,4 3-2-15,4-10 2 16,3-9 1-16,0 0 8 16,0 0 6-16,0 0 14 15,0 0 11-15,0 0 19 16,0 0 6-16,0 0 6 16,3 0-3-16,-1 0-14 15,0 0-7-15,1 0-6 16,-1 0 0-16,0 0 4 15,-2 0 0-15,0 0-7 16,0 0-3-16,0 0-9 16,0 0-2-16,0 0-4 15,3 0-1-15,-1 0 0 0,0 0 0 16,1 0-1-16,-1 0-1 16,0 0-1-1,3 0 0-15,73-9-1 0,-78 9-1 16,2 0-2-16,1 0 0 15,75-19 0 1,-41 17 1-16,-2 0 4 0,-1-1-1 0,-2 1 0 16,-2 2 1-1,-2-2-2-15,-3 2 0 0,3 2 0 16,-7 0 0-16,6 3 2 16,-1-3 2-16,-1 1 0 15,-2-3 1-15,-9 2 0 16,-14-2 1-16,0 0 0 15,2 0 4-15,-2 0 9 16,0 0 6-16,0 0 16 16,0 0 5-16,0 0 0 15,0 0 4-15,0 0 1 16,0 0-3-16,0-2-3 16,19-44-9-16,-15 13-15 15,-1-6-7-15,1-5-17 16,1-4-18-16,-1-5-72 15,3 5-64-15</inkml:trace>
  <inkml:trace contextRef="#ctx0" brushRef="#br0" timeOffset="39676.94">8040 9179 927 0,'0'-9'145'0,"0"-5"141"0,0 14-46 0,0 0-47 0,0 0-44 15,0 0-82-15,0 0-44 16,2 0-54-16,33 5-10 16,-1 25 3-16,10 7 17 15,18 11 19-15,3 14 2 16,-3-4 5-16,2 8 0 16,-11-8 1-16,-6-10 0 15,-11-4 3-15,-10-12-1 0,-8-6 2 16,-6-10-20-16,-5-5-92 15,-7-11-88-15</inkml:trace>
  <inkml:trace contextRef="#ctx0" brushRef="#br0" timeOffset="39904.72">8669 9214 1179 0,'0'0'127'0,"0"0"63"15,0 0-60-15,0 0-161 16,0 4-42-16,-14 54-11 16,0-10 5-16,-9 24 75 15,-4 6 16-15,-15 0 9 16,-6-4 2-16,-19-3 0 16,-5-4 0-16,-4-9-2 15,3-5-2-15,13-12-25 0,4-2-56 16</inkml:trace>
  <inkml:trace contextRef="#ctx0" brushRef="#br0" timeOffset="40338.33">8618 8044 262 0,'0'0'109'0,"0"0"76"0,0 0-9 15,0 0 7-15,0 0-25 0,0 0-4 16,2 0 7-16,40 14-3 16,-7-17-13-16,8-4-10 15,13 3-21-15,8-1-12 16,10-4-22-16,4 0-15 15,8 2-32-15,-6 2-12 16,-8 3-12-16,-12 0-3 16,-17 2-38-16,-13 0-78 15,0 2-327-15</inkml:trace>
  <inkml:trace contextRef="#ctx0" brushRef="#br0" timeOffset="40564">8768 8364 602 0,'0'0'130'0,"0"0"89"16,0 0 5-16,2 0-50 16,1 0-10-16,-1 0 2 15,58 16-20-15,-30-16-56 16,7 5-27-16,18-5-41 15,14-5-35-15,44-9-150 16,14 0-117-16</inkml:trace>
  <inkml:trace contextRef="#ctx0" brushRef="#br0" timeOffset="41323.75">10084 7883 546 0,'0'0'98'0,"0"0"70"15,0 0-40-15,0 0-88 16,0 0-30-16,0 2-36 16,0 0-6-16,-18 65 8 15,13-21 6-15,5 25 19 16,7 17 3-16,2 22 4 15,12 6 1-15,-5-1-3 0,0-14 2 16,-2-20-4-16,-5-5 0 16,3-14 1-16,-1-5 1 15,3-8 5-15,-5-8-1 16,-2-15 7-16,-5-10 6 16,-2-16 42-16,0 0 34 15,0 0 96-15,0 0 30 0,0 0 19 16,0 0-32-16,-6-39-100 15,-6 4-40-15,-2-27-72 16,-4-5-6-16,-10-25-14 16,0-14-2-16,-2-23 4 15,-2-9 4-15,2 4 8 16,3 10-1-16,4 27 9 16,6 12 6-16,8 21 9 15,0-1 4-15,7 12 0 16,-1 5-3-16,3 11-5 15,7 7 2-15,0 11-2 16,-2 1 0-16,-5 18-5 16,0 0-7-16,2 0-11 15,42-7-4-15,-10 7 2 16,17 12 4-16,16 1 8 16,9 1 1-16,19 5 3 0,-6-5 3 15,4-1 11-15,-6-3 2 16,-20 1-1-16,-7-6-3 15,-16-1-10 1,-7 1-37-16,-7-5-162 0,-3 7-202 16</inkml:trace>
  <inkml:trace contextRef="#ctx0" brushRef="#br0" timeOffset="41560.28">10179 8302 960 0,'13'2'159'0,"10"-2"118"0,21-2-59 0,5-3-54 0,24-9-63 15,8-4-40-15,0-5-155 16,6-2-155-16</inkml:trace>
  <inkml:trace contextRef="#ctx0" brushRef="#br0" timeOffset="42075.42">10971 8663 537 0,'-30'10'114'15,"10"-1"132"-15,20-9-2 16,0 0-13 0,0 0 5-16,0 0-38 0,0 0-27 0,2 0-76 31,37-16-21-31,-4 2-24 0,6 0-12 0,8 0-15 16,-3-4-6-16,11 9-13 15,1 2-5-15,-3 7-8 16,5 4-25-16,-16 10-20 15,-7 2-9-15,-7 7-10 16,-9 7 15-16,-1 0 11 16,-6 2 8-16,-5 7 5 15,-6 3 6-15,-6 6-4 16,-6 5 3-16,-16 0 6 16,-5 5 8-16,-16 9 13 15,-10 9 3-15,-13 0 8 16,-2 0-3-16,-3-7 1 15,7-7-1-15,16-14-6 0,5-4-2 16,21-12-4-16,16-13-4 16,9-19 0-1,0 0 8-15,2 0 33 0,42 13 30 16,14-13 32-16,11-6 2 16,27-6-9-16,6 3-21 15,6-14-23-15,-6 9-8 16,-8 0-16-16,-9 3-6 15,-15 6-5-15,-6 0-1 0,-18 5-6 16,-4 5-55-16,-17 4-293 16</inkml:trace>
  <inkml:trace contextRef="#ctx0" brushRef="#br0" timeOffset="42860.04">14099 7896 726 0,'0'0'75'0,"0"0"45"0,-2 0-88 0,-1 0-66 15,-40 33-13-15,26 6 6 16,1 5 14-16,5 36 36 16,4 10 8-16,5 27 10 15,2 10 0-15,0-5-11 16,2-7 0-16,-2-20 5 0,-2-12 11 15,2-17 29 1,-3-10 7-16,1-22 9 0,-3-8-3 16,5-26 27-16,0 0 48 15,0 0 84-15,0 0 21 16,0 0-25-16,-7-35-56 16,7-23-101-16,0-13-35 0,-9-26-32 15,5-6-5-15,-10-24-7 16,-2-11 0-16,2 4 2 15,-2 3-4-15,9 37 4 16,7 11 3-16,4 27 0 16,8 13 4-16,4 6 0 15,-7 11 1-15,5 10 1 16,2 5 3-16,-4 4-1 16,-1 0 1-16,-11 7-7 15,3 0-1-15,-1 0-7 16,69-7-1-16,-18 7 4 15,7 2 0-15,19 3 4 16,1-3 0-16,-4 3 1 16,0 0-1-16,-6 4 20 15,-4 0-49-15,-8 2-47 16,-7-1-52-16,-10-3-211 0</inkml:trace>
  <inkml:trace contextRef="#ctx0" brushRef="#br0" timeOffset="43112.02">14159 8541 1163 0,'9'0'136'0,"5"0"107"0,4-2-26 0,1-5-62 0,-3 5-35 0,14-1-54 16,0 3-32-16,9 0-39 15,7 0-34-15,5 5-134 16,9-3-108-16</inkml:trace>
  <inkml:trace contextRef="#ctx0" brushRef="#br0" timeOffset="43795.77">14760 8970 1084 0,'0'0'172'0,"0"0"136"0,0 0-132 15,0 0-36-15,0-3-48 16,3 1-4-16,-1 0-21 16,0-1-9-16,1 1-15 15,61-44-9-15,-34 39-11 16,2-2-3-16,8 2-7 15,1 2-3-15,7 3-5 16,5 0-3-16,0 4-3 16,-2 3-3-16,-2 4-14 15,-13 0-3-15,-3 3-12 16,-6 1-12-16,-6 4-9 16,-7-1-10-16,-7 4-5 15,-7 1 8-15,-7 7 16 16,-2 4 11-16,-19 12 23 15,-11 4 8-15,-14 5 7 16,-12 2 3-16,-1 10-1 0,-1-3-1 16,-7 0-2-16,7 0 2 15,0-13-1-15,10-3-1 16,13-5 1-16,5-4-3 16,16-9-1-1,2-3-3-15,12-11-14 0,9-14-15 16,0 0-19-16,0 0 11 15,2 0 36-15,39 16 25 0,-8-16 44 16,6 0-2 0,16-2-14-16,10-3-8 0,11 1-19 15,2 4-5-15,-4 0-6 16,-7 0-2-16,-14 4-1 16,-12 1 0-16,-15-3-2 15,-26-2-8-15,2 0-43 16,0 0-45-16,1 2-207 15</inkml:trace>
  <inkml:trace contextRef="#ctx0" brushRef="#br0" timeOffset="44081.93">15602 9124 825 0,'0'0'174'0,"0"0"160"0,0 0-212 0,2 2-43 16,33 37-40-16,-15-13 12 16,10 22-6-16,0 7-12 15,5 5-15-15,-1-5-1 16,1 3 0-16,4-5 2 0,-4-12-25 15,6 1-43-15,1-14-149 16,4-10-114-16</inkml:trace>
  <inkml:trace contextRef="#ctx0" brushRef="#br0" timeOffset="44331.51">16369 9103 1236 0,'0'-9'163'15,"0"9"101"-15,0 0-85 16,0 0-69-16,0 0-116 16,-11 23-23-16,-3 39-18 15,-2 28 21-15,-7 37 71 16,-5 2 18-16,-4-5 7 0,2-9-5 16,0-4-5-16,0-5-7 15,4 6-18 1,6 1-5-16,6-7-11 0,5-11-3 15,9-29-4-15,2-17-1 16,5-26-94-16,9-12-111 16</inkml:trace>
  <inkml:trace contextRef="#ctx0" brushRef="#br0" timeOffset="44634.95">16823 8663 1369 0,'0'0'177'0,"0"0"135"16,0 0-43-16,0 0-104 15,3 0-35-15,-1 0-48 16,0 0-20-16,3 0-20 16,71-14-8-16,-35 10-14 15,5-3-3-15,12-2-6 0,7 4-3 16,4-4-2-16,0 2-31 16,-5 2-135-1,3-1-107-15</inkml:trace>
  <inkml:trace contextRef="#ctx0" brushRef="#br0" timeOffset="44818.25">17010 8887 567 0,'0'16'85'0,"7"7"80"15,2-5 19-15,21 8-26 16,7 1-6-16,18-8-23 15,7 1-29-15,12-10-50 16,11-6-72-16</inkml:trace>
  <inkml:trace contextRef="#ctx0" brushRef="#br0" timeOffset="45165.71">18517 8237 1115 0,'-18'-16'130'0,"-1"-2"68"0,3 6-20 16,0 12-113-1,0 7-43-15,2 23-56 0,-4 16-10 16,-1 32 8-16,-4 17 8 16,0 8 28-1,2 6 5-15,8-10 7 0,3-7-1 16,15-12-9-16,11-10-2 15,14-13 0-15,12-11 7 16,17-20 42-16,13-17 18 0,32-30 42 16,11-25 18-16,19-21 46 15,-1-7 32-15,-24-11 16 16,-22-2 0-16,-45-10-61 16,-24-16-45-16,-53-27-87 15,-43-3-63-15,-109 23-195 16,-55 53-101-16</inkml:trace>
  <inkml:trace contextRef="#ctx0" brushRef="#br0" timeOffset="48356.98">9552 3857 521 0,'-3'-19'120'0,"-6"-4"150"0,0 3-42 0,0 1-58 15,-1 3-14-15,-1 2-65 0,-5-6-23 16,-3 1-44-16,-4 1-13 16,-4-1-17-16,-3 8-9 15,-14-3-10-15,-7 0 4 16,-9 5 10-16,0-7 5 0,-7 9 9 15,3 2-1 1,11 5 14-16,2 5-3 0,14 2-1 16,3 0 2-16,6-3-12 15,3 1-1-15,6 4-7 16,1 3-4-16,6-5-6 16,1 0-8-16,4 6-12 15,-2 10 0-15,-3 7-3 16,1 5 7-16,-5 6 17 15,2-2 11-15,2 3 10 16,1 2 3-16,4-1-3 16,0 3-5-16,5 3-3 15,-5 4-3-15,4 7 3 16,1 4 0-16,0 5 7 16,-1 5 8-16,3 0 5 15,-2-1 0-15,2-1-4 16,2-5-5-16,5-8-2 0,-2-1 0 15,4-10-1-15,0 1-2 16,5-1 2-16,2 0 0 16,3 1 1-1,-3-3 0-15,5 2-3 0,-5-4 0 16,0 2 0-16,2 2 0 16,-4-4 2-16,0 5-2 15,0-1-1-15,-3-2 0 16,1 5-2-16,-1-3 1 0,1 3-1 15,-1-8 0-15,1-1 0 16,-1-1 0 0,3 1 0-16,-2-5-1 0,-1 2 1 15,1 0 0-15,-1 0 0 16,-1-2-1-16,1 2 0 16,-2 0 0-16,5 5 0 15,-2 7 0-15,2 2-1 16,-3 9 0-16,-2 9 2 15,-2 1 1-15,0-1 2 16,-2 0 0-16,-3-2-1 16,0-2 0-16,1 0 0 15,-3-9 1-15,2-5-2 16,5 4 0-16,-7-4 0 0,7 0 1 16,-3 5 4-16,-4 4 4 15,10 9 7-15,-8 3 1 16,9 9-4-1,1 0-5-15,-1-3-6 0,1-4-2 16,-5-7 0-16,2-6-1 16,3-6 0-1,-1 5 0-15,8 1 1 0,-10 3-1 16,-2 6 0-16,4 6 0 16,1 17 0-16,6 1 0 0,5 12 0 15,-2-4 1-15,7-9 0 16,-1-10 1-16,1-5 0 15,2-1 1-15,-5-6-1 16,-2 6 1-16,5 13 0 16,0-2-1-16,-3 11 1 15,3 0 0-15,-1-11-1 16,-1-7 0-16,1-12 1 16,3-2-1-16,-4-6 1 15,1-6-2-15,-1 3 0 16,-3 0-1-16,2 9 1 15,-2 5-1-15,3 11 1 16,-3-2 0-16,4 7 0 16,-1-7 0-16,4-5 1 0,-1 0-2 15,4-16 1-15,1-4-1 16,-1-10 1-16,6 1 3 16,0-3 2-16,-4 4 2 15,11-3 0-15,-5-4 1 16,5-1 1-1,5-3 2-15,-7 5 3 0,-1-8 1 16,-8-1 2-16,0-12 0 16,-5-7 0-16,2-2 1 0,-4-14 9 15,-5 0 3-15,2-16 10 16,0 0 6-16,3-10-3 16,4-6-3-16,10-2-14 15,1-10-8-15,15-4-12 16,2-1-2-16,14-4-3 15,2 3 0-15,2-8-3 16,-2 5 0-16,-7-5 1 16,-4-4 0-16,-10-9 4 15,-2-10 0-15,-4-13-2 16,1-5-2-16,-4-5-1 16,-2 7 0-16,0 8 4 15,-2 6 0-15,-1 0 3 16,3 7 1-16,-5-7 2 15,-4 0 4-15,-3-14 8 16,-5-4 3-16,-6-10 5 0,0 1-1 16,-7 13-3-16,0 7-2 15,-7 10-5-15,4-3-4 16,-11 2-2-16,-7-9-3 16,-2-11 1-16,-5-14 1 15,0-10-2-15,3 1 1 16,-1 14-3-16,1-1-1 0,4 7-1 31,-2 1-1-31,4-15-2 0,3-8-1 0,-3-17-3 16,5 0 0-1,7 12-1-15,-2 6 0 0,6 10 2 16,-2 0 0-16,1-14 3 16,-1-4 0-16,0-6 1 15,-2 1 1-15,0 18 3 16,0 10 2-16,0 4 7 15,-3 0 4-15,1-9 8 16,2-10 0-16,-10 1-2 16,6 9-2-16,-3 11-4 15,-3 12 1-15,8 12 4 16,-7 1-1-16,-5 8 1 16,2-7-2-16,-13-3-5 15,2-4-2-15,-10-5-8 16,-4 2-3-16,-2 3-5 15,2 7 0-15,-2 7-1 0,0 8 0 16,-3 1-1-16,-2 5-1 16,-4-1-1-16,-8-6 0 15,-8-3 0 1,-8-2 1-16,-11-14-2 0,-9-5 0 16,-19-6 4-1,-11-3 1-15,-10 12 2 0,3 9 0 0,5 14-3 16,6 13-2-1,3 17-22-15,-14 11-14 0,-37 26-47 16,-17 13-7-16,-15 38-72 16,-5 24-46-16,-25 68-146 62</inkml:trace>
  <inkml:trace contextRef="#ctx0" brushRef="#br0" timeOffset="49214.35">6544 12116 915 0,'0'0'111'0,"0"0"81"0,0 0 46 0,0 0-62 15,0 0-18-15,0 0-50 16,0 0-15-16,0 0-30 16,0 0-14-16,0 0-31 15,0 0-18-15,0 0-31 16,0 0 8-16,46-12 7 16,-5 7 8-16,24 3 24 15,6-7-5-15,12 0 15 16,5-1 9-16,6-3 11 15,6 1 3-15,-6 3-11 16,-13 0-9-16,-21 4-15 16,-14 0-1-16,-19 5-137 0,-4 0-114 15</inkml:trace>
  <inkml:trace contextRef="#ctx0" brushRef="#br0" timeOffset="49826.33">6572 12334 1143 0,'0'0'180'16,"0"0"135"-16,0 0-140 15,0 0-64-15,0 0-63 16,0 0-16-16,0 0-23 15,0 0-8-15,0 0-37 16,0 0-48-16,0 0-61 16,2 0 3-16,42 42 45 15,-14-15 52-15,13 8 67 16,6-5 6-16,1 2-4 16,1-7-2-16,-2 8-1 15,-3-6-4-15,-7-1-6 16,-5 1-5-16,-11-4-5 15,-4 3-2-15,-12-1-4 0,-3 3 2 16,-8-1 3-16,-10 3 6 16,-11-4 10-16,-8 1-1 15,-8-4 0 1,-5 3-2-16,-10 1-6 0,-6 3-2 16,-5 2 3-16,-2-6-4 0,7 6-1 15,7-9 1-15,6 2-8 16,12-9 1-16,14-6-1 15,23-10 3-15,0 0 13 16,0 0-3-16,0 0-9 16,0 0-5-16,0 0 22 15,35 16 26-15,4-9 61 16,10 2 23-16,6-5-16 16,3 1-14-16,4-5-46 15,-2 0-18-15,0 0-19 16,-3 0-4-16,-8-5-5 15,-6 5-2-15,-8 5-29 16,-7 0-57-16,4-5-208 16</inkml:trace>
  <inkml:trace contextRef="#ctx0" brushRef="#br0" timeOffset="50494.21">7655 12482 709 0,'0'0'126'0,"0"0"114"0,0 0-143 0,0 0-133 0,0 2-14 0,0 39 1 16,4-8 18-16,1 8 43 16,-3 3-3-16,3 7 0 15,-3-1-3-15,1 3 8 16,-1 0 4-16,0-9 4 16,0 0 7-16,1-7 4 15,4-1-4-15,-3-6 3 16,1-11-1-16,-5-19 20 15,0 0 25-15,0 0 69 16,0 0 40-16,0 0 61 16,0 0-2-16,0 0-32 15,4-28-42-15,-4-16-85 0,0-9-26 16,0-18-46-16,0-5-3 16,-2-2-5-16,-2-3-1 15,1-4-1-15,1 2-2 16,2 7-1-16,0-2-2 15,5 22-1-15,-3 3 1 16,2 21-2-16,1 7-2 16,-5 25-5-16,0-5-3 0,0 5-5 15,0-4 0-15,0 4-7 16,0 0-4 0,0 0-4-16,0-5-1 0,2 3 7 15,1-1 6-15,-1 1 13 16,72-26 8-16,-44 15 7 15,7 1 3-15,2-6 0 16,9 4-2-16,12 0-2 16,0 0-1-16,9 3 4 15,-4 2-29-15,-8 6-119 16,-6 3-96-16</inkml:trace>
  <inkml:trace contextRef="#ctx0" brushRef="#br0" timeOffset="50761.66">7705 12744 786 0,'0'0'143'0,"0"0"171"0,3 0-100 0,45 0-7 0,-16 0-28 16,3 0-38-16,-5-4-66 16,2 4-29-16,-6 0-26 15,-6 0-7-15,6 0-9 16,-6 4-16-16,10 1-126 16,10-3-143-16</inkml:trace>
  <inkml:trace contextRef="#ctx0" brushRef="#br0" timeOffset="51099.51">8399 12714 1195 0,'0'0'167'0,"0"0"113"15,0 0-147-15,0 0-64 16,0 0-88-16,3 0-9 16,31 35-9-1,-4-8 11-15,2 10 24 0,3 5 3 16,-1 2 3-16,-4 4 0 0,-2 7 2 15,-5-2 4-15,-2 5 4 16,-5-5 1-16,-4-10 10 16,1-6-25-16,-1-7-92 15,-1 0-80-15</inkml:trace>
  <inkml:trace contextRef="#ctx0" brushRef="#br0" timeOffset="51380.28">8761 12809 1019 0,'0'0'171'0,"0"0"129"16,0 0-62-16,0 0-129 16,0 0-37-16,0 0-49 15,-2 0-28-15,-33 16-21 16,17 14-1-16,-8 23 6 0,-4 14 18 15,-4 20 10-15,-5 12 10 16,-7 2 14-16,-7-4 1 16,-3-16-1-16,10-10-7 15,5-22-3 1,8-3 2-16,15-21-86 0,6-7-105 0</inkml:trace>
  <inkml:trace contextRef="#ctx0" brushRef="#br0" timeOffset="51830.47">9328 12364 456 0,'-9'0'112'0,"9"0"124"0,0 0-31 0,-2 0-30 0,2 0-12 16,0 0-24-16,0 0-15 15,0 0-42-15,0 0-18 16,0 0-41-16,0 0-14 0,0 0-2 16,0 0 12-16,34 7 40 15,1-7 17-15,6 5 9 16,5-5-8-16,3-5-29 15,-1-2-16-15,-2 3-21 16,3-6 5-16,-10 10-92 16,-5 0-96-16</inkml:trace>
  <inkml:trace contextRef="#ctx0" brushRef="#br0" timeOffset="52064.82">9275 12698 628 0,'0'0'139'0,"0"0"110"0,0 0-41 16,2 0-49-16,1 0 9 16,43 0 8-1,-16 2-13-15,9-2-66 0,5 3-35 16,-3-6-36-16,1 1-13 15,8-2-93 1,6 1-143-16</inkml:trace>
  <inkml:trace contextRef="#ctx0" brushRef="#br0" timeOffset="52882.84">10218 12274 792 0,'0'0'182'0,"0"0"183"0,0 0-83 0,0 0-95 0,0 0-42 0,0 0-64 16,0 0-27-16,0 0-57 15,0 0-41-15,0 3-159 16,0-1 16-16,-5 76 24 15,5-20 31-15,0 18 151 16,2-5-14-16,-2-4 1 16,-2-2 1-16,2-8-2 15,0-6-2-15,0-14-3 16,5-7-3-16,-3-19 7 16,-2-11 15-16,0 0 62 15,0 0 38-15,0 0 62 0,0 0 16 16,0 0-32-16,0-2-37 15,7-58-61 1,-9 16-32-16,-5-9-22 0,7 0-2 16,-10-9-3-16,-6-2 0 15,7-1-3-15,2 1-1 16,-4 4 1-16,11 9 0 16,-7 5-1-16,-5 7 0 15,12 16-2-15,-2-5-2 16,9 19-5-16,-3-3-5 0,6 3-9 15,1 0-6-15,12-2-8 16,7 6 0-16,16-4 3 16,5 2 3-16,14 0 8 15,-3 7 3-15,-2-5 21 16,-5 5-46-16,-7 5-62 16,-6-5-71-16,2 4-335 15</inkml:trace>
  <inkml:trace contextRef="#ctx0" brushRef="#br0" timeOffset="53116.7">10384 12611 822 0,'0'0'104'0,"0"0"81"0,0 0-50 0,0 0-66 16,0 0 17-16,2 0-10 0,51-7-6 15,-9 2-25-15,6-2-81 0,15-2-282 16</inkml:trace>
  <inkml:trace contextRef="#ctx0" brushRef="#br0" timeOffset="53600.5">10865 12659 764 0,'-16'0'135'0,"2"2"157"16,14-2-42-16,0 0-22 16,0 0-21-16,0 0-72 15,0 0-31-15,0 0-69 16,0 0-14-16,0 0-13 15,3 0-6-15,-1 0-8 16,3 0-10-16,80-16-8 16,-53 19-3-16,17 6 3 0,4 7-22 15,-5 2-27 1,-4 8-4-16,-17 6-28 0,-13-2 16 16,-14 4 17-16,-11 3 3 15,-15-2 23-15,-11 6 9 16,-9 3 16-16,-7-5 6 15,0 5 10-15,5 2 3 16,4-9 5-16,7 4 7 16,7-13 12-16,5-3 5 0,11-11 7 15,14-14 12-15,0 0 3 16,0 0 9-16,0 0 26 16,2 0 9-16,56 2 15 15,-16-4-4-15,13-5-23 16,9 0-22-16,6 0-28 15,1-2-9-15,-11 4-12 16,-14 5-5-16,-16 0-2 16,-12 0 6-16,-6 0-99 15,-12 0-91-15,0 0-380 16</inkml:trace>
  <inkml:trace contextRef="#ctx0" brushRef="#br0" timeOffset="54051.81">11568 12572 689 0,'0'0'152'0,"0"0"155"0,0 0-72 0,0 0-106 16,0 0-53-16,0 0-50 16,35 0-15-16,6 0 11 15,8 0 19-15,11 0 1 16,7 2 6-16,6 2 1 16,1 1-7-16,0-3-9 15,-7 1-5-15,-14-1-21 16,-10 0-36-16,-6-2-185 0,-11-4-271 15</inkml:trace>
  <inkml:trace contextRef="#ctx0" brushRef="#br0" timeOffset="54319.05">11914 12251 1168 0,'0'0'177'0,"0"0"145"15,0 0-81-15,0 0-121 16,0 0-40-16,0 0-78 16,0 0-55-16,0 0-51 15,-2 51-5-15,-5-5 28 16,0 9 39-16,0 8 36 16,2 1 5-16,1-9 4 15,-1-2 2-15,1-4 5 16,-1-1 1-16,5-11 7 15,2-3 1-15,5-11-15 16,-2-2-51-16,13-12-205 16</inkml:trace>
  <inkml:trace contextRef="#ctx0" brushRef="#br0" timeOffset="54804.37">12412 12274 839 0,'0'0'155'0,"0"0"127"16,0 0-261-16,0 0-31 15,-7 49-60-15,7-1-1 0,0 19 93 16,2 0-22-16,3 0 8 16,4-8-1-16,-4 1 3 15,2 0 3-15,-3-9 4 16,-1-12 2-16,1-11 8 15,-2-10 6-15,-2-18 45 16,0 0 24-16,0 0 76 16,0 0 27-16,0 0-20 15,14-32-23-15,-9-12-81 16,-1-7-30-16,-4-18-29 16,0-2-3-16,-6-21-4 15,-1-3-4-15,2-11-4 16,-2 0 1-16,3 12 8 15,1 11 6-15,1 28 9 16,2 11-1-16,2 19-2 16,1 6-7-16,1 3-10 0,-4 16-4 15,0 0-11-15,2-2-6 16,1 2-9-16,-1-2-1 16,3 2-1-16,75-17 1 15,-38 27 19-15,2 1-47 16,6 10-41-16,6 0-35 15,-3-1-131-15,0 6-47 16</inkml:trace>
  <inkml:trace contextRef="#ctx0" brushRef="#br0" timeOffset="55020.15">12449 12558 443 0,'0'0'111'0,"0"0"100"0,2 0 3 0,0 4-4 0,56 12-22 16,-30-16-37-16,8 0-69 15,13-6-79-15,9 1-223 16</inkml:trace>
  <inkml:trace contextRef="#ctx0" brushRef="#br0" timeOffset="55271.59">13251 12562 628 0,'-14'5'99'16,"2"4"84"-16,3 5-62 15,2 16-71-15,0 4-8 0,-2 8-4 16,0 6 4-16,-3 1 10 16,1-1-2-1,-1 5-11-15,-4-2-3 0,7 2-6 16,0-5 0-16,-3-4 8 16,8-7-9-16,-3-12-91 15,4-2-116-15</inkml:trace>
  <inkml:trace contextRef="#ctx0" brushRef="#br0" timeOffset="55471.43">13168 12132 1833 0,'-2'-12'110'16,"-5"3"29"-16,7 9-76 16,0 0-140-16,0 0-59 15</inkml:trace>
  <inkml:trace contextRef="#ctx0" brushRef="#br0" timeOffset="55855.78">13622 12295 766 0,'-2'-30'137'0,"-1"0"174"16,-1-2-102-16,1 2-72 16,1 7-10-16,0 0-55 15,-1 9-9-15,3 14-12 16,0 0-9-16,0 0-22 16,0 0-18-16,0 0-80 0,0 0 0 15,-25 28-4-15,11 18 10 16,-2 23 57-1,2 12-9-15,5-5 4 0,2-3 4 16,3-11 9 0,4-4 7-16,6-10 11 0,8-2 8 15,12-6-57-15,6-8-70 16</inkml:trace>
  <inkml:trace contextRef="#ctx0" brushRef="#br0" timeOffset="56194.84">14074 12438 574 0,'-7'-12'161'0,"7"12"167"15,0 0-166-15,-3 0-117 16,1 0-39-16,-46 42-14 16,27-10 9-16,2 12 8 15,-1-3 6-15,6 5-9 16,7 0 1-16,7-6-1 15,5-4 4-15,11-8 12 16,4-3 6-16,13-15 22 16,4-3 14-16,11-10 15 0,5-8 1 15,2-10-7 1,1-7 0-16,-15-6 0 0,-9-1 1 16,-13-2 9-1,-8 3-9-15,-6-8-12 0,-7-1-20 16,-17-8-50-16,-11-4-39 15,-9 6-71-15,-12 8-26 16,-11 25-112-16,2 16-40 16</inkml:trace>
  <inkml:trace contextRef="#ctx0" brushRef="#br0" timeOffset="56628.55">14583 12433 800 0,'0'0'152'0,"0"0"143"0,-2 0-117 0,-1 0-106 0,1 0-37 16,-3 5-38-16,-73 27-7 15,62-11-3 1,4 2-8-16,5 0-18 0,7 2-4 16,10 1 11-16,6 1 10 15,18 6 22-15,10 1 3 16,5 1 1-16,4-1 0 15,-7 3 3-15,-5-9 0 0,-13-1-40 16,-7-1-20-16,-19-6-15 16,-11 3 1-16,-21 0 48 15,-12 0 18-15,-18 3 8 16,-7-6-17-16,1-1-117 16,-1-1-148-16</inkml:trace>
  <inkml:trace contextRef="#ctx0" brushRef="#br0" timeOffset="57092.07">15148 11987 1415 0,'0'0'213'0,"0"0"168"16,0 0-161-1,0 0-56-15,0 0-88 16,0 0-30-16,0 0-62 0,0 0-14 16,2 0-9-16,46 0-3 15,-15 18-11-15,1 7-32 16,1 19-43-16,-3 4-17 16,-16 8-12-16,-4-1 17 15,-19-2 30-15,-12 2 25 0,-20-6 44 16,-2-6 23-16,-15-10 27 15,3-8 4-15,3-7 0 16,8-6 0-16,24-5 11 16,18-7-7-16,0 0-39 15,0 0 13-15,46 2-10 16,2-2 6-16,19 5 43 16,7 2-13-16,-12 9-6 15,-4 0-1-15,-12 11-6 16,-9 1-11-16,-19 4-19 15,-11 3-4-15,-21 4 3 16,-9-2 12-16,-18 2 25 16,-8-7 6-16,-11-2-30 15,3-2-57-15</inkml:trace>
  <inkml:trace contextRef="#ctx0" brushRef="#br0" timeOffset="57409.07">16194 12106 870 0,'-32'39'47'0,"-12"19"27"0,-2 9-33 0,-7 18-13 0,7 3 7 16,7-3 3-16,9-7-7 0,11-2-3 15,17-9-6-15,20-19 3 16,12-4 7-16,23-16 9 16,7-5 16-16,19-19 28 15,1-4 6-15,-1-18 19 16,-8-5 12-16,-25-7 31 16,-9 2 18-16,-21-9 9 15,-9 3-26-15,-14-15-94 16,-14-8-91-16,-34-33-308 15</inkml:trace>
  <inkml:trace contextRef="#ctx0" brushRef="#br0" timeOffset="58695.81">12115 9776 707 0,'-12'2'88'0,"12"-2"82"0,0 0-29 0,-2 0-79 0,2 2-35 0,0 1-53 16,2 45-1-16,30-18 26 16,7 2 19-16,19 7 18 15,4-4-2-15,10 6-6 16,-3-2-8-16,-2 7-13 16,-3 3-4-16,3 8-2 15,0 1-1-15,11 9 2 16,5-5 1-16,9 0-3 15,8-4 2-15,3-5 12 16,-1-3 6-16,-6-8 10 16,-3-3 18-16,-8-7 20 15,-4-2-1-15,-1-7-4 16,3 0-17-16,7-7-28 16,0 3-2-16,7-10 2 15,-7 0 1-15,-5 0 0 16,0-2-2-16,-11-2-4 15,2-3-2-15,0 1-3 0,-2 1-2 16,9 1-1-16,7 4-3 16,11-4 0-16,8 4-2 15,6 2-2-15,-2-2 1 16,-17 5-3 0,-3 5 1-16,-20-3-1 0,-3 7 0 0,-6 2 2 15,5 5 0-15,0 7 2 16,5 4-1-16,7 3 1 15,-3 2 1-15,7 7-1 16,-2-2 1-16,-4 2 0 16,-3 2-1-16,-5-7 2 15,-2-1-1-15,-6-1 3 16,1-5 4-16,-11-2 5 16,0-4 1-16,-2 2 0 15,-3 2-2-15,12 2-5 16,-2 3 0-16,-5 4-2 15,0 1-1-15,-12 4 2 16,1 7 0-16,-12 9 1 16,-5-3 3-16,-4 13 2 15,-7 1 1-15,2 6 4 16,-5-6-1-16,-4 3 0 0,3 2-3 16,-6 3-2-16,3 9-1 15,-2 20 0-15,-1 10 1 16,1 15 4-16,-1 1 13 15,-1-9 26-15,-3-8 5 16,0 1 7-16,0 9-2 16,0 14-1-16,2 2 3 15,-2-7 3 1,2-7-4-16,1-23-16 0,-1-7-5 0,7-6-7 16,-4-1-5-16,4-9-7 15,0-7-4 1,1-9-5-16,-4-16-2 0,1-18-2 15,0-8-8-15,-4-18-82 16,-3-16-107-16</inkml:trace>
  <inkml:trace contextRef="#ctx0" brushRef="#br0" timeOffset="59915">18409 12314 981 0,'0'0'119'0,"0"0"94"0,0 0-38 0,0 0-60 0,0 0-18 15,0 0-13 1,0 0-1-16,0 0 2 0,0 0-4 15,0 0-26-15,0 0-18 16,2 0-24-16,35 4-7 16,7-4 1-16,16-4 2 15,32 4 1-15,12-10-1 16,13 8-2 0,1 0 0-16,-26-3 1 0,-16 5 1 0,-30-4 1 15,-14 4 0-15,-11-3-3 16,-7 1-90-16,2 0-412 15</inkml:trace>
  <inkml:trace contextRef="#ctx0" brushRef="#br0" timeOffset="60415.84">18384 12238 1197 0,'-14'2'133'0,"14"-2"97"16,0 0-32-16,0 0-117 16,0 0-35-16,0 0-55 15,0 2-17-15,30 35 12 16,-3-14 21-16,15 12 17 16,6-1-3-16,5 5-8 0,9-2-6 15,3 0-2 1,-3-5-2-16,5 0 0 0,-9 3-2 15,-5-3-2-15,-7-2-5 16,-16 2-6 0,-5-2-6-16,-20 3-10 0,-5 6-1 0,-28-2 10 15,-11 2 6-15,-23 5 15 16,-8-3 7-16,-3 3-1 16,1 0 0-16,5-3-1 15,5 3-2-15,5-5 1 16,6-2 0-16,7-3-1 15,7-6 2-15,14-3-2 16,5-13-3-16,18-12-2 16,0 0-11-16,0 0 12 15,2 0 10-15,44 11 23 16,-7-8 21-16,19-6 6 16,6-4-3-16,15-4-17 15,6-3-12-15,14 0-8 16,3 0-62-16,8 1-275 15</inkml:trace>
  <inkml:trace contextRef="#ctx0" brushRef="#br0" timeOffset="60900.96">19598 12634 809 0,'0'0'-1'0,"-2"39"-6"0,2-7-15 0,-2 16 31 0,4 8 24 0,-2 4 6 16,0 4-7-16,0 3-4 16,-2 4-3-16,-1-6 13 15,1-10 9-15,0-18 20 16,-1-16 16-16,3-21 53 15,0 0 29-15,0 0 33 16,0 0 14-16,0-3-45 16,-11-57-34-16,4-6-54 15,-2-13-35-15,-3-10-18 16,-2 1-5-16,0-6 6 16,1 6 6-16,1-9 22 15,1 3 7-15,1 11 4 16,8 7-7-16,2 21-28 15,7 16-9-15,2 18-17 0,5 12-3 16,4-1-4 0,-1-1-3-16,10 4 2 0,3-2-1 15,14 2 2-15,9 0-1 16,12 5 1 0,4-3 25-16,7 5-99 0,-5 0-67 15,8 5-173-15,-1 4-240 16</inkml:trace>
  <inkml:trace contextRef="#ctx0" brushRef="#br0" timeOffset="61135.08">19557 12827 772 0,'0'0'130'0,"0"0"139"0,2 0-37 0,0 0-34 16,61 5-5-16,-17-5-46 15,11-5-30-15,19-4-59 16,12 0-28-16,6-3-108 16,3-2-70-16,-14-2-262 15</inkml:trace>
  <inkml:trace contextRef="#ctx0" brushRef="#br0" timeOffset="61602.35">20308 12724 912 0,'0'0'127'16,"0"0"85"-16,0 0-84 16,0 0-112-16,0 2-16 15,23 51 1-15,-7-23 26 16,5 7 31-16,2-3-3 0,0 3-9 15,0-7 0-15,2-2-6 16,1-3-4-16,4-9-9 16,-3-4-9-16,8-12-32 15,-3-5-89-15,-2-9-5 16,0-2 1-16,-7-7 46 16,0 0 102-16,-7-2 51 15,-2 2 26-15,-9 0 23 16,-3 6 6-16,3-3 10 15,-3 6-1-15,-2 14-12 16,0 0-11-16,0-2-56 16,0 2-34-16,0 0-80 15,0 0-34-15,-23 32-7 16,9 12 10-16,-7 45 57 0,1 17 25 16,4 23 26-16,-1 0 9 15,4-7 4 1,1-4-1-16,1-8-16 0,-3-4-8 15,2-2-10-15,3 0-6 16,4-10 0-16,1-11-3 16,1-14 0-16,3-9-19 15,3-16-143-15,1-8-161 16</inkml:trace>
  <inkml:trace contextRef="#ctx0" brushRef="#br0" timeOffset="62103.39">21477 12611 869 0,'0'0'164'0,"0"0"128"0,0 0-92 16,0-5-22-16,0 3-44 0,0-1-18 0,0 1-28 15,0 0-10-15,0 0-23 16,0 2-6-16,2 0-8 16,0-3-5-16,63-17-2 15,-26 15-2-15,18 0-4 16,3 1 1-16,0 4-7 15,0-5-4-15,-16 5-5 16,-5 0-3-16,-6 0-3 16,-6 0-20-16,-1 0-112 15,-1 0-85-15</inkml:trace>
  <inkml:trace contextRef="#ctx0" brushRef="#br0" timeOffset="62319.8">21557 12896 551 0,'0'0'118'0,"0"0"96"16,0 0 29-16,3 0-20 16,-1 3 22-16,69 24-2 15,-34-25-94-15,5 1-33 16,4 1-68-16,9-1-23 15,7-1-19 1,12-2-79-16</inkml:trace>
  <inkml:trace contextRef="#ctx0" brushRef="#br0" timeOffset="63055.2">22889 12869 374 0,'-18'4'118'0,"18"-4"129"0,-2 0-11 0,2 0-67 0,0 0-14 15,25 12-2-15,21-12-28 0,26 0 20 16,11-3 8-16,9-3-20 16,-2-1-12-16,-14 2-44 15,-7-4-24-15,-19 4-34 16,-10 5-6-16,-17-4-49 15,-3 1-75-15,-8-1-384 16</inkml:trace>
  <inkml:trace contextRef="#ctx0" brushRef="#br0" timeOffset="63623.06">23901 11993 1194 0,'0'0'173'0,"0"0"121"0,0 0-97 16,0 0-184-16,0 0-143 15,-9 37-39-15,9 16-3 16,0 42 54-16,0 18 113 15,-2 9 20 1,2-3 9-16,-10-13-4 0,1 0 0 16,-2-21-7-16,1-6-1 0,8-22 5 31,2-8 4-31,2-22 30 0,-2-22 27 0,0-5 65 16,0 0 29-16,0 0 22 15,0 0-4-15,19-55-70 16,-8-1-35-16,-1-29-56 15,-3-7-24-15,-7-16-9 16,-3-14-2-16,-6-21 2 16,-2-4 1-16,-6 6 5 15,4 17 5-15,-1 27 3 16,-2 16 2-16,9 24 3 16,0 2-3-16,7 20-3 15,7 7-2-15,4 12-5 16,8 2-2-16,6 5-2 15,3 0-3-15,11 4 1 16,7 1 3-16,9 1 1 0,3 3 1 16,4 5 0-16,0 2 0 15,-4 0-31-15,0 2-13 16,-1 7-115-16,3-2-77 16,7 7-236-16</inkml:trace>
  <inkml:trace contextRef="#ctx0" brushRef="#br0" timeOffset="63890.91">23993 12433 1034 0,'0'0'166'0,"0"0"138"0,0 0-86 0,0 0-29 0,3 0-33 16,-1 0-20-16,0 0-54 15,3 0-27-15,73-20-34 16,-50 20-13-16,11 4-25 16,7-6-44-16,16 2-163 15,12 2-167-15</inkml:trace>
  <inkml:trace contextRef="#ctx0" brushRef="#br0" timeOffset="64191.04">25058 12447 1026 0,'0'0'180'0,"0"0"155"16,0 0-93-1,0 0-140-15,0 0-65 0,0 0-98 16,-14 37-14-16,10 2 6 16,-5 10 30-16,2 8 59 15,-3 8 19-15,1-1 15 16,2-2 0-16,0-4 4 16,3-3-3-16,1-4-6 15,1-3-5-15,0-11-12 16,0-2 2-16,2-19-5 15,0-16-39-15,0 0-202 16,0 0-132-16</inkml:trace>
  <inkml:trace contextRef="#ctx0" brushRef="#br0" timeOffset="64926.08">25816 11613 532 0,'-16'-13'94'0,"-2"1"130"0,-21 3-195 0,-7 4-36 0,-12 10-15 16,-7 6 7-16,1 12 35 16,6 3 25-16,10 11 0 15,9 2-6-15,13 5-18 16,8 4-18-16,18 3 5 15,5-3 10-15,20 5 29 16,14-2 18-16,19 2 27 16,15 4 0-16,22 1-22 15,4-1-15-15,0 5-28 16,-11-6-7-16,-21-3-1 0,-14-5 2 16,-26-2-2-16,-4-7-11 15,-18 0-31-15,-7 3-12 16,-15-10-10-16,-6 3 13 15,-11-10 27 1,-10-2 12-16,-11-9 17 0,-5-3 1 16,11-8 25-16,10-3 19 0,21-7 35 15,6-5 26-15,17-8-41 16,11-6-28-16,25-11-46 16,19-4-33-16,14-7 9 15,5 4 7-15,-13 7 25 16,-3 0 24-16,-17 16 48 15,-9 3 12-15,-10 11-8 16,-1 7-18-16,-3 16-52 16,2 12-16-16,3 20-19 15,-3 10-4-15,0 8 4 16,-4 6 0-16,-9-5 2 16,-3-1 4-16,-9-3 2 15,-7-10 2-15,2-10 1 16,-2-13-28-16,5-11-139 15,2-19-109-15</inkml:trace>
  <inkml:trace contextRef="#ctx0" brushRef="#br0" timeOffset="65076.18">26326 12083 1313 0,'0'0'192'0,"0"0"120"0,0-4-91 0,0 4-152 16,0-5-64-16,0 5-101 0,0 0-80 0,0 0-330 16</inkml:trace>
  <inkml:trace contextRef="#ctx0" brushRef="#br0" timeOffset="65529.4">26480 12208 730 0,'0'0'159'15,"0"0"112"-15,0 0-111 16,0 0-55-16,0 0-97 16,0 0-22-16,0 62 0 15,3-18 8-15,6 18 39 16,0 9 9-16,0-2-1 16,5 0 7-16,0-9 1 15,0-7 3-15,-3-11 7 16,-2-10-3-16,-4-11 1 0,2-8 9 15,-7-13 39-15,0 0 28 16,0 0-3-16,2 0-8 16,1 0-48-16,33-57-36 15,-8 8-19-15,-3-6-12 16,17-12-5-16,2-2 1 16,4-2 4-16,-2 9 3 0,0 13 1 15,-2 6 3-15,-5 24 2 16,-4 5-2-16,-3 14-6 15,-2 10-4-15,0 3-7 16,-2 8 0-16,-5 11 2 16,0-2 1-16,-9 7-7 15,-3 7-1-15,-9-7-9 16,-4 4-4-16,-5 1-7 16,-4-8-22-16,1-6-102 15,1-10-105-15</inkml:trace>
  <inkml:trace contextRef="#ctx0" brushRef="#br0" timeOffset="66094.92">27504 11802 1223 0,'0'0'195'0,"0"0"134"0,0 0-80 0,2-2-124 0,46-21-46 15,-13 14-39-15,4 2 3 16,9 2-16-16,-1 3-3 16,3 7-2-16,1 1-4 0,-7 11-24 15,-3 3-18-15,-13 13-29 16,-3 3-22-16,-11 10-19 15,-9 5 1-15,-12 7 20 16,-9 4 21-16,-17-5 36 16,-10-4 14-16,-4-4 13 15,1-10 5-15,5-7 5 16,9-13 4-16,13-12 24 16,19-7 16-16,0 0 21 15,0 0 4-15,0 0-24 16,0 0-16-16,2-3-29 15,49-20-9-15,-14 14-4 16,0 7 1-16,7 9 5 16,4-3-4-16,-9 17-10 15,3 4-5-15,-10 14-10 0,-4 1-6 16,-10 3-6 0,-4 3-5-16,-9-2 1 0,-5 4 6 15,-7-4 8 1,-5-2 5-16,-6-3 7 0,-5-7 5 15,-10-4 9-15,-1-8 4 16,-1-6-38 0,1-7-47-16,6-7-132 0,3-11-187 0</inkml:trace>
  <inkml:trace contextRef="#ctx0" brushRef="#br0" timeOffset="66512.72">28442 11871 924 0,'0'0'185'0,"0"0"156"0,-3 0-158 0,-41 30-122 0,19-11-46 0,2 15-14 16,0 10 2-16,5 23 3 15,-3 9 4-15,5 18 0 16,2-2 1-16,7-6 6 15,2-13 1-15,8-15 3 16,8-10 2-16,10-16 12 16,2-4 6-16,9-12 13 0,1-2 10 15,13-14 7-15,7-5 5 16,7-15 4-16,4-3-7 16,-2-19-25-16,-2-4-17 15,-11-9-38-15,-8-12-2 16,-16-7 7-16,-13-11 3 0,-19-7-3 15,-18-2-24-15,-33 6-18 16,-6 12-6-16,-29 25 2 16,6 15 10-16,-1 20-4 15,10 9 1-15,27 7-22 16,12 7-28-16,39-7-158 16,0 0-129-16</inkml:trace>
  <inkml:trace contextRef="#ctx0" brushRef="#br0" timeOffset="66813.83">29168 11551 1055 0,'-14'-20'125'0,"-7"8"77"16,3 5-68-16,-3 7-79 15,-2 5-36-15,4 11-31 16,1 2-15-16,4 5-8 15,7 7 6-15,5-9 17 0,4-3 9 16,12-4 23-16,9-5 23 16,9-4 30-16,8-5 15 15,-4-9 57-15,-3-5 37 16,-15 0 59-16,-9 0 12 16,-9-2-33-16,-4 0-55 0,-12-7-100 31,-7 0-45-31,-24 5-79 0,-13 11-39 0,-41 32-183 31,-33 21-108-31</inkml:trace>
  <inkml:trace contextRef="#ctx0" brushRef="#br0" timeOffset="73963.11">5617 15100 315 0,'-20'3'79'0,"1"-3"93"0,3 0-34 0,2 0-19 0,0-5 0 0,14 5-1 16,0 0-6-16,0 0-26 15,0 0-17-15,0 0-34 16,0 0-10-16,0 0-12 15,0 0-2-15,0 0 18 16,0 0 1-16,0 0-25 16,0 0-9-16,0 0-28 15,3 0 4-15,57 14 38 16,-10-14 20-16,29 4 12 16,8-4-3-16,17-4-13 15,18-8-3-15,23-2 1 0,14 1 1 16,-2-6 1-16,-12 3-2 15,-34 5-8 1,-14-1-1-16,-33 3-6 0,-8 4 3 16,-26 5-54-16,-10 5-122 15</inkml:trace>
  <inkml:trace contextRef="#ctx0" brushRef="#br0" timeOffset="74580.45">5426 14944 131 0,'0'0'45'0,"2"4"41"0,42 31 37 0,-18-12 14 15,3 0-15-15,8 11-13 16,3-6 1-16,6 11-2 16,4 0-2-16,6-2-10 0,4 7-13 15,2-5-21-15,0 0-11 16,0 3-17-16,0-8-7 15,3 5-9 1,-5-6 0-16,-12-1-3 0,-6 2-1 16,-21-8-5-16,-5 1-4 15,-12 6 4-15,-4-3 1 16,-18 0 7-16,-7 2 8 0,-17 2 12 16,-11 3 4-16,-14 7 15 15,-9 4-6-15,-11 10-14 16,-1 4-15-16,5 0-33 15,2-9-7-15,10 2-5 16,6-8 6-16,17-11 12 16,13-10-3-16,35-26-21 15,0 0-3-15,23 16 24 16,24-16 17-16,22 0 43 16,14 0 11-16,25-9-2 15,19-1 17-15,32-1-20 16,11-1-7-16,-6 8-24 15,-14 4-26-15,-44 0 0 16,-21 4-1-16,-30 6-74 16,-13 3-72-16</inkml:trace>
  <inkml:trace contextRef="#ctx0" brushRef="#br0" timeOffset="75600.06">1010 14974 1485 0,'-2'0'201'0,"-1"0"-21"0,1 0-30 0,2 0-21 0,0-3-64 16,0 1-26-16,0 0-39 16,12-70-23-16,20 45-28 15,7-6-14-15,16 13-12 16,5-1-7-16,10 16-7 16,3 8-6-16,-4 15-30 15,-6 12-14-15,-20 21 10 16,-15 6 20-16,-28 26 52 0,-14 12 38 15,-36 11 31-15,-13-3 3 16,-15-6-3 0,-5-12 0-16,7-11-3 0,5-12 1 15,11-11 0-15,9-5-2 16,21-14-5-16,11-9-1 16,15-12 0-16,4-11 8 0,0 0 42 15,39 19 18-15,5-14 20 16,9-1 6-1,21-4-20-15,9 0-10 0,13-4-17 16,-3-1-11-16,-4 0-16 16,-15 5-7-16,-14-4-59 15,-2-3-110-15</inkml:trace>
  <inkml:trace contextRef="#ctx0" brushRef="#br0" timeOffset="76034.34">1819 14782 1363 0,'7'37'-82'0,"0"25"82"0,-5 5 11 0,-2 7-2 0,0 2-7 16,-2-14-2-16,0-11 0 16,-3-30 26-16,5-21 31 15,0 0 73-15,0 0 35 16,0 0 48-16,0 0-27 0,9-63-76 16,3 6-41-16,6-26-73 15,8-2-3-15,-1 6-4 16,5 13 2-16,0 17-8 15,-3 12-7-15,1 14-29 16,-3 9-27-16,3 19-31 16,2 9-1-16,2 16 30 15,5 11 29-15,-7 8 42 16,-4 4 6-16,-6 13 5 16,-8 6-1-16,-5-1 5 15,0 3 2-15,-5-10-114 16,7-8-103-16</inkml:trace>
  <inkml:trace contextRef="#ctx0" brushRef="#br0" timeOffset="76535.39">3034 14681 976 0,'-14'-5'159'15,"-9"1"205"-15,-5-1-247 16,-9 3-71-16,-2 7-15 16,-2 11-21-16,-5 7-11 15,-7 9-16-15,2 7-8 0,5 14-14 16,4 0-8-16,26 0-8 16,11 5 8-16,24-8 7 15,9-4 16-15,15-9 31 16,6-11 17-16,8-24 29 15,8-11 2-15,-1-33-31 16,3-18-30-16,-4-18-83 16,-8-10-17-16,-14-6 28 15,-11 7 30-15,-16-13 100 16,-7-1 34-16,-14-12 40 16,-7-4 18-16,-4 6 40 15,2 15 19-15,0 33-18 16,6 24-23-16,10 39-98 0,0 0-106 15,-9 21-113 1,11 37-12-16,3 41 26 0,0 25 69 16,6 16 76-16,1-6 9 15,-5-10 23 1,0-2 5-16,-7 10 7 0,-3 8-1 16,-8 8-23-16,-3-3-1 15,-11-7-94 1,-3-11-131-16</inkml:trace>
  <inkml:trace contextRef="#ctx0" brushRef="#br0" timeOffset="77270.23">1063 16779 1745 0,'0'0'134'0,"0"0"-9"0,0 0-42 16,0 0-25-16,0 0-69 0,0 0-59 15,0 0-55-15,0 37 1 16,2 23 32 0,1 18 44-16,1 14 52 0,1 5 5 0,0-19 8 15,1-9 3-15,1-16 0 16,0-13 1-16,3-20 12 15,-1-6 8-15,-9-14 31 16,0 0 9-16,2 0 41 16,0 0 5-16,1-2-17 15,29-58-10-15,-16 2-53 16,2-6-15-16,1-10-19 16,2 0-2-16,-3 17-5 15,-4-1-5-15,2 24 4 16,-9 15-4-16,-7 19-32 15,0 0-23-15,2 0-44 16,47 35-4-16,-12 16 26 16,4 6 25-16,14 21 37 15,-4 3 4-15,9-3 8 16,2-2 0-16,-4-13 3 0,-5-11 4 16,-7-15 8-16,-9-7 6 15,-7-16 13-15,-9-5 8 16,-12-9 73-16,-9 0 29 15,0 0 28-15,0-2-1 16,11-72-75-16,-8 26-34 16,-3-33-42-16,0-8-8 0,-3-17-7 31,1 2-1-31,0 10-8 0,-1 13-8 0,3 23-31 16,-2 10-26-16,2 16-81 15,0 6-86-15</inkml:trace>
  <inkml:trace contextRef="#ctx0" brushRef="#br0" timeOffset="78005.45">1075 16682 1503 0,'0'0'168'0,"0"0"-42"0,0 0-18 0,0 0-41 15,0 0-36-15,0 0-119 16,0 3-17-16,13 59-10 15,-6-11 18-15,5 29 93 0,-1 17 6 16,-1 13 3-16,-3 6-2 16,-5-13 1-16,-2-6 6 15,4-16 10-15,1-8 9 16,4-15 10-16,3-10 1 16,2-13 2-1,2-5 4-15,2-10 9 0,3-6 5 16,7-2 4-16,-1-5-4 15,15-3-11-15,4-4-6 0,14-2-9 16,7-3-6-16,9-6-6 16,0 2-5-16,0-5-8 15,-9 0-3-15,-3 5-1 16,-6-3-28-16,-5 1-147 16,4 4-130-16</inkml:trace>
  <inkml:trace contextRef="#ctx0" brushRef="#br0" timeOffset="78526.1">2146 16938 1624 0,'-2'0'0'0,"0"2"-1"0,-60 33-5 0,38-14-8 15,-3 20 4-15,-5 3 6 16,4 13 10-16,-2 10 2 16,9 0-5-1,10 2-3-15,4-4 6 0,7-6 4 0,11-12 13 16,3-4 4-16,5-17 4 15,4-1-1-15,2-9 2 16,0-7 5-16,-2-9 8 16,-2-4 4-16,2-22-12 15,0-1-10-15,-4-12-1 16,-6-5 2-16,-3-2 35 16,-6-3 19-16,-1-6 20 15,-3 2 5-15,0 7-1 16,0 5-2-16,-3 15-19 15,3 26-16-15,0 0-49 16,0 0-49-16,-2 21-90 16,2 16-2-16,5 32 18 15,-3 12 32-15,-2 8 74 16,4 3 3-16,-4-13 4 0,3-3-13 16,4-14-74-1,2-7-44-15,12-20-199 16,11-12-222-16</inkml:trace>
  <inkml:trace contextRef="#ctx0" brushRef="#br0" timeOffset="78991.03">2656 16975 1797 0,'0'0'-11'0,"-5"23"-118"0,3 25-23 0,4 33 34 0,7 16 81 0,3-5 42 16,6-5 6-16,1-15-2 16,-3-10 2-16,0-21 5 15,0-11 3-15,-9-16 42 16,-7-14 32-16,0 0 65 16,2 0 26-16,1-5-8 15,36-38-17-15,-23 6-49 16,2 2-25-16,1-6-36 15,-1 6-13-15,-6 12-20 16,2 7-10-16,-5 12-28 16,2 8-27-16,15 15-26 15,4 11 1-15,16 11 25 16,7 3 23-16,4-5 25 0,1-9 1 16,0-14 2-1,-5-5 7-15,-7-11 36 0,-7-4 30 16,-14-17 52-16,-4-2 18 15,-7-11-11-15,-10-8-23 16,1-11-49 0,-5-4-21-16,-14-24-33 0,-4-7-16 0,-21-20-37 15,-1 7-18 1,-8 13-47-16,7 12-56 0,6 19-315 16</inkml:trace>
  <inkml:trace contextRef="#ctx0" brushRef="#br0" timeOffset="79842.03">7468 15273 1201 0,'-2'-9'148'0,"2"9"139"0,0 0-56 0,0 0-56 0,0 0-32 16,0 0-114-16,0 0-44 15,7 64-41-15,4-4-9 16,5 28 41-16,5 4 23 0,-7-2 8 16,0-8 1-16,-3 4 5 15,-4 4 6-15,2-8 12 16,-2-1 0-16,3-14-2 15,-4-14-4-15,1-26-6 16,0-6-43-16,0-12-182 16,2-9-113-16</inkml:trace>
  <inkml:trace contextRef="#ctx0" brushRef="#br0" timeOffset="80128.73">7593 15503 1140 0,'-5'-14'145'0,"0"5"127"16,-2-7-59-16,7 16-55 15,0 0-16-15,0-2-26 16,0 0-18-16,0-1-25 16,0 1-14-16,0 0-23 0,0-1-10 15,0 1-12-15,0 0-5 16,37-26-3-16,-7 19-1 15,16 2-4 1,3-5-1-16,11 3-2 0,7 2 1 16,-5 3-21-16,0-1-8 15,-7 5-56-15,-6 0-41 0,-8 0-66 16,-13 5-53-16,-3-3-275 16</inkml:trace>
  <inkml:trace contextRef="#ctx0" brushRef="#br0" timeOffset="80360.61">7673 15745 811 0,'0'0'113'0,"0"0"103"16,0 0-41-16,0 0-54 15,0 0-1-15,3 0-11 16,-1 0-9-16,58 14-25 16,-26-9-25-16,10-1-31 15,5 1-39-15,15-5-168 16,12 0-207-16</inkml:trace>
  <inkml:trace contextRef="#ctx0" brushRef="#br0" timeOffset="80598.52">8653 15720 826 0,'0'0'196'16,"0"0"180"-16,0 0-222 16,0 0-82-16,0 4-63 15,25 31-14-15,-4 4 27 16,6 7 19-16,3 12-12 15,3 4-6-15,-3-5 0 16,0 6-1-16,0-10-1 16,-3-5-29-16,3-13-170 15,-2-12-124-15</inkml:trace>
  <inkml:trace contextRef="#ctx0" brushRef="#br0" timeOffset="80827.36">9100 15711 1101 0,'0'0'104'0,"0"0"62"0,-19 32-71 15,8 18-60 1,-5 22-3-16,-10 31 10 0,3 20 8 16,-13 17-2-16,-4 1 7 15,1-13 4 1,-2-8-6-16,1-14-9 0,6-2-4 15,9-12-10-15,6-9-3 0,10-21-11 16,7-16-37-16,8-25-192 16</inkml:trace>
  <inkml:trace contextRef="#ctx0" brushRef="#br0" timeOffset="81128.89">9784 15745 1088 0,'0'0'187'15,"0"0"137"-15,0 0-122 0,0-2-45 16,33-42-71-16,-3 23-20 16,18 1-32-16,12-1-12 15,34 2-14 1,15 1-1-16,13 2-64 0,5 2-58 16,-12 5-232-16</inkml:trace>
  <inkml:trace contextRef="#ctx0" brushRef="#br0" timeOffset="81345.75">9897 15950 518 0,'5'14'162'15,"6"-3"159"-15,15 8-71 16,13-1 20-16,21-4-49 15,7 0-40-15,23-14-74 16,2 0-30-16,14-14-50 16,2-11-47-16,7-5-128 15,10-5-102-15</inkml:trace>
  <inkml:trace contextRef="#ctx0" brushRef="#br0" timeOffset="82047">11725 15397 929 0,'-14'-25'166'16,"0"4"151"-16,3 3-54 0,11 18-82 15,0 0-43 1,0 0-89-16,0 0-77 0,0 0-99 16,-7 44-5-16,7 11 24 15,0 7 52-15,0 14 66 16,0-2 1-16,-2-3-2 15,-1-4 1-15,1-9-1 16,0-6 0-16,-1-10 0 16,3-12-1-16,0-30 26 15,0 2 33-15,0-2 64 16,0 0 25-16,0 0 34 16,0 0-30-16,0-60-66 15,0 10-26-15,7-19-58 16,3-3-2-16,6-4 9 15,2-2 2-15,5 6 0 16,3 6-1-16,-1 17-6 16,3 15-1-16,-8 18-9 15,1 6-10-15,7 15-32 0,2 11-12 16,9 23-20 0,2 5 8-16,3 14 27 0,-2-1 12 15,-8 1 20-15,-4-5 1 16,-9-3-1-1,-10-1 0-15,-6-5 2 0,-5-12 1 16,-5-7 4-16,-4-6 2 0,9-19 0 31,0 0 9-31,0 0 22 0,0 0 11 0,0-3 27 16,-16-50-11-16,18 3-22 16,8-10-11-16,8-21-26 15,12-2-3-15,16 3-8 16,5 8-6-16,9 22-8 15,-3 3-2-15,-11 27-7 16,-4 8-19-16,-10 17-24 16,0 20-3-16,1 17 7 15,4 13 20-15,-3 9 31 16,3-1 9-16,0 1 16 16,2-2 7-16,-4-2 4 15,-3-5 1-15,-7-9-22 16,3 1-45-16,-7-15-185 15,2-2-212-15</inkml:trace>
  <inkml:trace contextRef="#ctx0" brushRef="#br0" timeOffset="82648.75">13673 15328 947 0,'0'0'220'0,"0"0"191"0,0 0-187 15,-3 0-52-15,1-2-92 0,0 0-23 0,-3-1-38 16,-71-52-16-16,74 55-15 16,-44-16-7-16,18 16-2 15,-4-9 5-15,-5 13 6 16,0 8 1-16,-7 6-3 15,-2 5-6-15,2 14-21 16,3 0-12-16,6 14-17 16,10 2 1-16,13 0 22 15,12-3 16-15,14-1 29 16,7-1 9-16,9-9 9 16,7-7 5-16,4-11 14 15,5-2 11-15,3-15 20 16,-6-4 0-16,-1-9 2 15,-5-5 4-15,-7-11 0 0,-3-3 4 16,-6-11-9 0,-2-2-11-16,-6-8-17 0,-1-8-8 15,-5-1 8-15,-2-4 3 16,-1 4 10-16,-2 10 6 16,1 9-8-16,-3 16-7 15,0 23-21-15,0 0-20 0,0 0-42 16,0 0-17-1,7 48-10-15,2 0 11 0,2 24 32 16,1 4 14-16,-3-2 8 16,-2-1 1-16,0-4 0 15,-2-2 1-15,-1-9 0 16,3-1 1-16,0-8-28 16,0-8-21-16,4-11-66 15,8-5-71-15,11-15-134 16,11-6-119-16</inkml:trace>
  <inkml:trace contextRef="#ctx0" brushRef="#br0" timeOffset="82882.86">14159 15777 790 0,'2'-34'178'0,"-2"15"170"0,0 6-49 0,0 13-86 0,0 0-30 0,0-5-55 0,0 5-35 0,0 0-81 0,0 0-25 16,30 5-20-1,-5 18 10-15,15 11 57 0,1 1 11 16,1 6 11-16,-3 3-1 16,-7-10-26-16,0 3-6 15,-4-2-9-15,-5-8-16 0,-4-6-70 16,-3-5-52-16,-5-9-144 16,5-2-121-16</inkml:trace>
  <inkml:trace contextRef="#ctx0" brushRef="#br0" timeOffset="83066.19">14594 15554 1597 0,'-2'-16'201'0,"2"16"132"16,0 0-87-16,0 0-163 16,0 0-70-16,-34 57-43 15,1 22-6-15,-24 59 23 16,-12 35 27-16,-47 32 4 15,-24 9 1-15,-47 11-82 16,-25 22-356-16</inkml:trace>
  <inkml:trace contextRef="#ctx0" brushRef="#br0" timeOffset="85755.69">10347 13592 537 0,'0'0'141'0,"0"0"110"0,0 0-92 0,0 0-44 0,0 0-103 15,0 0-52-15,0 0-24 16,27 16 0-16,6 2 29 15,15 5 26-15,5 7 4 16,5-2 3-16,4 2 4 16,0 0 15-16,10-3 16 15,6 1 10-15,14-3 25 16,5-2-3-16,11-6 3 16,-2-1-7-16,-7-3-21 0,-4-1-8 15,-12-3-13 1,0-4-3-16,-2-3-2 0,2 0 1 15,18-2-3-15,10 0-2 16,20-2-5-16,5 0-2 16,0-7-2-16,-7 4-1 15,-9-4 0-15,2 4 0 16,9 1 0-16,10-1 0 0,9 5 0 16,-10-2 2-16,-18-3 0 15,-9 3 0 1,-18-3 15-16,6-2 3 0,3 3 3 15,9-6 1-15,11-3-9 16,-1-1-2-16,-8 2-1 16,-5-2-1-16,-10-4-5 15,-4 2-1-15,13 0 0 16,4 0-3-16,11 0 1 16,3-3 1-16,-7 1-1 15,-10-1 1-15,-8-1-1 16,-1-3 1-16,5-3-1 15,16-1 1-15,14-6 0 16,-2 3 1-16,-7-9 2 16,-17-2 2-16,-29 6 5 15,-12-4 16-15,-23 2 13 0,-9 5 5 16,-16 2-14-16,-7 7-38 16,-10 7-175-16</inkml:trace>
  <inkml:trace contextRef="#ctx0" brushRef="#br0" timeOffset="86540.42">8775 15929 470 0,'0'0'104'0,"0"0"124"0,0 0-78 0,0-2-42 16,0 0-8-16,-2-1-7 15,-1 1 3-15,1 0 14 16,0 0 3-16,-1-1-2 15,1 1-16-15,0 0-48 16,2-1-29-16,0 3-78 0,0-4-18 16,18-10 0-16,14 39 12 15,12 21 52 1,7 3 14-16,9 17 8 0,2 1 3 16,3 2 3-16,4 0 4 15,0 0 11-15,-9-4 7 16,7-3 7-16,-14-9 2 15,-3-2-7-15,-1-3-5 16,-12-6-3-16,-3-1-2 0,-6-11-1 16,-5-2 3-16,-9-8 3 15,-3-10 6-15,-11-10 9 16,0 0 4-16,0 0 3 16,0 0-1-16,0 0-9 15,0 0-3-15,0 0-96 16,3 0-79-16</inkml:trace>
  <inkml:trace contextRef="#ctx0" brushRef="#br0" timeOffset="88520.26">15834 13288 433 0,'40'-28'90'0,"8"3"81"0,-2 4-24 0,5 0-47 15,4 5-20-15,-4 5-10 16,-5-8-5-16,2 5-3 15,-11 1 3-15,0-3-6 16,2 2-4-16,-4-5 3 0,-1 3 9 16,-4-2 17-1,-2-1 13-15,-10 3 29 0,-1 2 6 16,-6-4 8-16,-2 0-8 16,-4-1-34-1,0 3-20-15,-1-7-39 0,-2 0-12 16,1-2-14-1,-3-3-4-15,0-2-4 0,-3-5-3 0,1-1-6 16,-5-4-5-16,-4-3-11 16,-5-1-2-16,-3-4-2 15,-4 2 0-15,-5-3 2 16,-6-8-1-16,-8 1 5 16,-4 3 0-16,-11 0 4 15,-8 0 3-15,-20 3-3 16,-7 4 0-16,-5-3-1 15,2 10-4-15,6 7 2 16,6 0-1-16,2 2 4 16,-9 2 3-16,-7 7 3 15,-23-4-16-15,-18 4 4 16,-7 5 3-16,2-5 3 16,12 5 18-16,8 0 1 15,1 2-1-15,-11-2-1 16,-13 2 1-16,-6 1-2 0,5-1-1 15,8 0-1-15,10 2-3 16,3 6 1-16,-17-1-1 16,-16-3 2-16,-5 6 1 15,7-1 0-15,10-6 1 16,18 6 0-16,-5-2 0 16,-4 3 11-16,-10-3 5 15,8 0 0-15,13 0 1 0,19 2-11 16,15 1-3-16,10-1-2 15,-2 5-1-15,9 0 0 16,-2 0 0-16,-3 0 0 16,0 0 0-16,-4 5-1 15,7-5 0-15,4 4-4 16,3 3-1-16,4 2 0 16,0 3 0-16,2 4 2 15,-4-2 2-15,-7-5 0 16,-7 5 1-16,-4-5 0 15,-3 7 0-15,0-7-2 16,7 5 4-16,11 0-2 16,10 0 1-16,18 2-3 15,10-2-12-15,9 9-21 16,6 2-8-16,8 12-5 0,-1 7 5 16,10 11 23-16,-3 12 7 15,5 18 9-15,5 12 4 16,-3 6 1-16,0 8 1 15,-2-12 0-15,3-5-2 16,-3-8-5-16,7-1-3 16,2-5-2-16,7 8-1 15,14 9 7-15,9 9 1 16,23 6 3-16,10-1 6 0,25-17-22 16,-3-11-30-16,3-16-103 15,0-7-82-15</inkml:trace>
  <inkml:trace contextRef="#ctx0" brushRef="#br0" timeOffset="89480.19">10361 13502 299 0,'0'0'46'0,"0"0"36"0,0 0-71 0,0 0-9 0,0 5 16 15,0-1 46-15,-3 1 0 16,-27 73 12-16,30-78 5 15,-2 2 15 1,-53 47 6-16,18-35 5 0,-12-1-11 0,-13 3 27 16,-12-2-5-1,-9 0-36-15,1-2 8 0,-13 1-53 16,-11 1-13-16,-25-2-3 16,-19 2-12-16,-16 4 8 15,-2 0 9-15,6-1 3 16,8-1 7-16,-7 0-11 15,-10-2-1-15,-11-1 5 16,2 1-4-16,21-2-1 16,2 2-5-16,3-5-8 15,-7 2-3-15,-5-1-1 16,9 3 0-16,23 1-6 16,7-2 0-16,10 11 0 15,-10 0 0-15,-18 11 8 16,-5 3-7-16,10 7-10 15,8-3 5-15,17 12-12 16,11 5 1-16,-9 6 11 0,-9 3-9 16,-7 0 10-16,-7 0 3 15,16 4 2-15,14-4 4 16,21 11-1-16,16 3 1 16,11 11-6-16,10 12 0 15,13 2-4-15,8-1 0 16,13-5 3-16,5 1-1 0,9-11 3 15,11 4 2-15,10 1 2 16,2 1 0-16,9 15-1 16,3 6-2-16,6 5-3 15,5-2-3-15,7-7 1 16,5-12 7-16,11 1-39 16,12-6-1-16,13-1 0 15,5-3-8-15,10 2 45 16,-10-2 2-16,-5-2 0 15,1-9 1-15,-5-14 0 16,2-14 2-16,16-14 4 16,14-7 4-16,21-11 4 15,2-12 3-15,1-4 2 16,-10-1-3-16,4-13-7 16,12 0-2-16,21-7-5 15,2-1 1-15,-20 6 0 0,-19-3-2 16,-46 0-1-16,-17 5 0 15,-29 2 7-15,-16 3 6 16,-28 4-3-16,0 0-11 16,0 0-51-1,0 0-26-15,0 0-65 0,0 0-52 16,0 0-176-16</inkml:trace>
  <inkml:trace contextRef="#ctx0" brushRef="#br0" timeOffset="89850.81">7786 17046 402 0,'-7'7'102'0,"-2"5"93"15,2-1-69-15,2 15-42 0,5 4-7 0,7 13 12 16,10 10 4-16,8 9-5 15,7 1-11-15,10-4-17 16,4 1-6-16,2-9-13 16,5 0-1-16,7-8 2 15,-2-1-4-15,2-5-5 0,-7 0-4 16,-10-10-12 0,-3-1-3-16,-10 1-1 0,-7-8 0 15,-14 1 2-15,-7-1-1 16,-9-3-1-1,-11 2 2-15,-17 10 7 0,-2-3 4 16,-13 8-2-16,-1-1-4 16,5 2-40-16,-3 1-37 15,10-1-96-15,2 8-86 0</inkml:trace>
  <inkml:trace contextRef="#ctx0" brushRef="#br0" timeOffset="90269.19">10015 17756 1169 0,'0'0'155'0,"0"0"124"0,0 0-126 0,0 0-38 15,0 0-44-15,2 0-14 16,0 0-17-16,51-10-13 16,1 1-22-16,15 0-7 15,25 2-12-15,-2 2 0 0,1 3 10 16,-6 2 1-16,-18 0-14 16,0 2-29-1,-16 3-111-15,-2 0-98 0</inkml:trace>
  <inkml:trace contextRef="#ctx0" brushRef="#br0" timeOffset="90467.66">10342 18048 1121 0,'0'0'138'0,"0"0"96"15,0 0-54-15,0 0-77 16,2 0-21-16,40 7-17 15,-14-5-4-15,13 5-12 16,7-7-11-16,15-2-21 0,6-7-8 16,18-10-98-16,17-8-82 15,46-3-341-15</inkml:trace>
  <inkml:trace contextRef="#ctx0" brushRef="#br0" timeOffset="91201.01">11822 17583 893 0,'0'0'128'0,"0"0"92"15,0 0-72-15,0 0-119 16,0 0-39-16,0 39-32 15,0-7 3-15,0 19 33 16,4 9 15-16,1 14 13 16,-5-5 1-16,5 4 1 15,-5-1-1-15,-3-24 5 16,3-4 2-16,0-21 21 16,-2-9 20-16,2-14 52 15,0 0 17-15,0 0 12 16,0 0 4-16,14-53-48 15,0-3-25-15,9-24-39 0,7-10-29 16,7 0-11-16,2 14 1 16,7 14-2-16,2 14-1 15,-11 13-4 1,2 12-6-16,-18 14-15 0,-7 4-17 16,2 5-33-16,-9 9-11 15,9 10 1-15,3 11 18 0,-6 9 42 16,3 7 21-16,-4 12 17 15,2-5 3-15,-3 4-2 16,3 1-5-16,7-10-3 16,0-9-2-16,6-6-6 15,3-13-2-15,0-8 0 16,3-5 4-16,1-14 16 16,1-2 1-16,4-24-4 15,-2-4-3-15,-3-16 3 16,3-2 2-16,-7 7 9 15,-5 2 1-15,-6 14-6 16,-5 11-1-16,-5 7-4 16,-2 9-4-16,-7 5-13 15,0 0-8-15,0 0-16 16,0 0-7-16,0 0-15 16,0 3 4-16,21 38 23 0,-14-9 14 15,-3 17 22-15,1 8 2 16,-5 3-9-16,2 5 0 15,5-15-39-15,4-4-40 16,10-9-93-16,16-14-49 16,41-20-210 31</inkml:trace>
  <inkml:trace contextRef="#ctx0" brushRef="#br0" timeOffset="91752.37">14108 17700 1093 0,'0'-11'175'0,"-4"2"140"0,-6-7-68 0,-17 2-131 0,-10 0-42 0,-16 0-51 16,-3-2-14-16,6 11-9 15,-6 3-1-15,8 9-1 16,0 9 0-16,-3 2 1 16,0 8-3-16,7 11-1 15,5 6 2-15,14 6 3 16,6 1 2-16,13-1 2 15,6-1 1-15,13 1 7 16,6-10 5-16,11-9 10 16,0-7 4-16,7-10 6 15,2-8 0-15,-2-10 2 16,0-13 0-16,-5-7-5 0,-7 2 1 16,-6-10-3-16,-1 4-3 15,-6-6-6-15,-3-4-8 16,-2 2-7-16,4 0-3 15,-4 5 0-15,-2 7 0 16,-3 8 1-16,0-3 0 16,-2 20-1-1,0 0 0-15,0 0 3 0,0-3-1 0,0 3-1 16,0-2-1-16,0 2-10 16,0 0-9-1,0 0-37-15,0 0-24 0,3 0-18 16,20 25 14-16,-9 12 50 15,-10 7 29-15,10 18 25 16,0 0-3-16,-7 5-11 16,9 7-4-16,-5-7 0 15,-1-1-5-15,8-8-65 16,0-10-41-16,12-8-158 16,14-4-115-16</inkml:trace>
  <inkml:trace contextRef="#ctx0" brushRef="#br0" timeOffset="92019.82">14790 17786 1282 0,'0'0'145'0,"0"0"89"0,0 0-60 0,0 0-104 0,3 0-29 15,34 30-17-15,-14-1-6 16,16 15 9-16,5 9 7 0,4 9 1 16,-2-2-1-16,5-2-10 15,-10-3-4-15,-2-11-4 16,1-3 0-16,-8-13-15 16,-2-7-32-16,-2-8-154 15,-3-6-118-15</inkml:trace>
  <inkml:trace contextRef="#ctx0" brushRef="#br0" timeOffset="92186.79">15286 17885 1440 0,'0'0'132'0,"0"0"86"16,0 0-59-16,-30 43-96 15,9 20-17-15,-20 52-17 16,-15 23 6-16,-24 16 15 0,-12 3-2 15,-17 13-46-15,-8 21-83 16</inkml:trace>
</inkml:ink>
</file>

<file path=ppt/ink/ink6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6:54.531"/>
    </inkml:context>
    <inkml:brush xml:id="br0">
      <inkml:brushProperty name="width" value="0.05" units="cm"/>
      <inkml:brushProperty name="height" value="0.05" units="cm"/>
      <inkml:brushProperty name="color" value="#004F8B"/>
    </inkml:brush>
  </inkml:definitions>
  <inkml:trace contextRef="#ctx0" brushRef="#br0">18 26 1888,'0'0'9943,"1"-17"-5310,1 9-4738,-1 11-1880,-1 66 1979,-10 90 1,1-50 53,7 237 74,4-172-77,0-121-5,12 73 1,-8-71-17,-1 70 0,-25 262-8,16-341-11,3 60-1,2-92 1,30 340 30,-25-294 104,-6-59-87,2 12-963</inkml:trace>
</inkml:ink>
</file>

<file path=ppt/ink/ink6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6:55.465"/>
    </inkml:context>
    <inkml:brush xml:id="br0">
      <inkml:brushProperty name="width" value="0.05" units="cm"/>
      <inkml:brushProperty name="height" value="0.05" units="cm"/>
      <inkml:brushProperty name="color" value="#004F8B"/>
    </inkml:brush>
  </inkml:definitions>
  <inkml:trace contextRef="#ctx0" brushRef="#br0">1 23 2056,'0'0'397,"-1"-8"5759,2 5-4257,0 8 297,5 30-2021,3 0 0,0 0 0,3-1 0,0-1-1,2 0 1,2-1 0,26 41 0,-32-53-87,8 10 882,-9-27 1962,9-12-1912,-8 3-995,27-22 121,-7 0-96,0-2-1,-2-1 1,-2-2 0,37-56-1,4-29-210,-66 117 98,-1-5-1290</inkml:trace>
</inkml:ink>
</file>

<file path=ppt/ink/ink6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6:56.513"/>
    </inkml:context>
    <inkml:brush xml:id="br0">
      <inkml:brushProperty name="width" value="0.05" units="cm"/>
      <inkml:brushProperty name="height" value="0.05" units="cm"/>
      <inkml:brushProperty name="color" value="#004F8B"/>
    </inkml:brush>
  </inkml:definitions>
  <inkml:trace contextRef="#ctx0" brushRef="#br0">64 160 6849,'0'0'670,"-9"74"1262,-14 340 4774,22-425-6287,-12-222-422,5 46-54,4 151 49,-1-66 357,13 96-473,8-1 82,0 0-1,0 1 1,1 1 0,0 0 0,25-2-1,100-8-33,-62 8 19,60-6-2601</inkml:trace>
</inkml:ink>
</file>

<file path=ppt/ink/ink6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6:56.827"/>
    </inkml:context>
    <inkml:brush xml:id="br0">
      <inkml:brushProperty name="width" value="0.05" units="cm"/>
      <inkml:brushProperty name="height" value="0.05" units="cm"/>
      <inkml:brushProperty name="color" value="#004F8B"/>
    </inkml:brush>
  </inkml:definitions>
  <inkml:trace contextRef="#ctx0" brushRef="#br0">0 33 3569,'0'0'6041,"2"0"-5129,-1 0-184,1 0-63,47-10-281,-30 6-136,5-2-184,5 1-104,2 1-752,-1 1-721</inkml:trace>
</inkml:ink>
</file>

<file path=ppt/ink/ink6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6:57.723"/>
    </inkml:context>
    <inkml:brush xml:id="br0">
      <inkml:brushProperty name="width" value="0.05" units="cm"/>
      <inkml:brushProperty name="height" value="0.05" units="cm"/>
      <inkml:brushProperty name="color" value="#004F8B"/>
    </inkml:brush>
  </inkml:definitions>
  <inkml:trace contextRef="#ctx0" brushRef="#br0">298 30 7378,'-2'-2'163,"0"-1"1,-1 1-1,1-1 1,-1 1-1,0 0 0,0 0 1,0 0-1,0 0 1,0 1-1,0-1 1,0 1-1,-1 0 1,1 0-1,0 0 1,-1 0-1,1 0 1,-1 1-1,1 0 1,-1 0-1,1 0 1,-1 0-1,1 0 1,-1 1-1,1-1 1,0 1-1,-1 0 1,1 0-1,-4 2 1,-1 0-91,0 0-1,1 0 1,0 1 0,0 0 0,0 1 0,0-1 0,1 1 0,-1 1 0,1-1 0,0 1 0,-5 7-1,2 0 23,0 0 0,1 1 0,0 0 0,-10 27 0,16-37-89,1 1 1,-1 0 0,1 0-1,0 0 1,0 0-1,1 0 1,-1 0 0,1 0-1,0 0 1,1 0 0,-1 0-1,1 1 1,0-1-1,0-1 1,0 1 0,1 0-1,0 0 1,0 0 0,3 4-1,-4-7-15,0 0-1,1 0 0,-1 0 0,1-1 1,-1 1-1,1 0 0,0-1 0,0 1 1,-1-1-1,1 0 0,0 1 0,0-1 1,1 0-1,-1 0 0,0 0 1,0-1-1,0 1 0,1 0 0,-1-1 1,0 0-1,1 1 0,-1-1 0,0 0 1,1 0-1,-1 0 0,0-1 1,1 1-1,-1 0 0,0-1 0,0 0 1,1 1-1,-1-1 0,0 0 0,0 0 1,0 0-1,0-1 0,3-1 0,3-2 90,0-1-1,-1 0 0,1 0 0,-1-1 0,-1 0 0,1 0 1,-1 0-1,5-9 0,46-94 1360,-35 66-508,-22 43-679,1 7-1902,26 401 1154,-22-352 517,-1-23-1,-2 1-1,-1-1 0,-1 0 1,-2 1-1,-8 42 0,8-67 10,-1-1-1,0 0 1,0 0-1,0 0 1,-1 0-1,0-1 1,-1 1-1,0-1 1,1 0-1,-2 0 1,1-1-1,-1 0 1,0 0-1,0 0 1,0 0-1,-1-1 1,1 0-1,-1-1 1,0 1-1,0-1 1,-1-1-1,-9 3 1,11-3 59,0-1-1,0 1 1,0-1-1,0-1 1,0 1 0,0-1-1,0 0 1,-1-1 0,1 1-1,0-1 1,0 0-1,0-1 1,0 1 0,0-1-1,1-1 1,-1 1 0,1-1-1,-1 0 1,1 0 0,0 0-1,0-1 1,0 0-1,0 0 1,1 0 0,0 0-1,-1-1 1,2 0 0,-5-6-1,2 1 40,1-1-1,1 0 1,0 0 0,0 0-1,1 0 1,1-1 0,0 0-1,0 1 1,1-1 0,0 0-1,1 0 1,1 1 0,3-20-1,0 5-320,2 0-1,1 1 1,0 0 0,2 0-1,13-24 1,12-17-1053,46-66 0,-36 65-128</inkml:trace>
</inkml:ink>
</file>

<file path=ppt/ink/ink6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6:58.601"/>
    </inkml:context>
    <inkml:brush xml:id="br0">
      <inkml:brushProperty name="width" value="0.05" units="cm"/>
      <inkml:brushProperty name="height" value="0.05" units="cm"/>
      <inkml:brushProperty name="color" value="#004F8B"/>
    </inkml:brush>
  </inkml:definitions>
  <inkml:trace contextRef="#ctx0" brushRef="#br0">74 93 2184,'-17'-2'2990,"4"-2"-2717,-8-2-258,-2 6 4772,186-29-4343,-18 3-407,-78 17-14,-10 1 82,60 0 1,-115 8 338</inkml:trace>
</inkml:ink>
</file>

<file path=ppt/ink/ink6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6:58.939"/>
    </inkml:context>
    <inkml:brush xml:id="br0">
      <inkml:brushProperty name="width" value="0.05" units="cm"/>
      <inkml:brushProperty name="height" value="0.05" units="cm"/>
      <inkml:brushProperty name="color" value="#004F8B"/>
    </inkml:brush>
  </inkml:definitions>
  <inkml:trace contextRef="#ctx0" brushRef="#br0">1 0 2897,'0'0'4806,"4"4"-5443,116 105 1505,-119-108-1032,-4 9-591,-17 19 573</inkml:trace>
</inkml:ink>
</file>

<file path=ppt/ink/ink6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6:59.437"/>
    </inkml:context>
    <inkml:brush xml:id="br0">
      <inkml:brushProperty name="width" value="0.05" units="cm"/>
      <inkml:brushProperty name="height" value="0.05" units="cm"/>
      <inkml:brushProperty name="color" value="#004F8B"/>
    </inkml:brush>
  </inkml:definitions>
  <inkml:trace contextRef="#ctx0" brushRef="#br0">1 41 3873,'0'0'4251,"6"-1"-3789,220-38 1977,-213 39-3214</inkml:trace>
</inkml:ink>
</file>

<file path=ppt/ink/ink6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6:59.724"/>
    </inkml:context>
    <inkml:brush xml:id="br0">
      <inkml:brushProperty name="width" value="0.05" units="cm"/>
      <inkml:brushProperty name="height" value="0.05" units="cm"/>
      <inkml:brushProperty name="color" value="#004F8B"/>
    </inkml:brush>
  </inkml:definitions>
  <inkml:trace contextRef="#ctx0" brushRef="#br0">1 19 3201,'0'0'8057,"1"0"-7048,0 0-361,47 3-192,-29-4-128,2-2-48,1-1-128,6-1-112,2 1-424,1 1-432,13 1-1705</inkml:trace>
</inkml:ink>
</file>

<file path=ppt/ink/ink6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7:00.607"/>
    </inkml:context>
    <inkml:brush xml:id="br0">
      <inkml:brushProperty name="width" value="0.05" units="cm"/>
      <inkml:brushProperty name="height" value="0.05" units="cm"/>
      <inkml:brushProperty name="color" value="#004F8B"/>
    </inkml:brush>
  </inkml:definitions>
  <inkml:trace contextRef="#ctx0" brushRef="#br0">80 101 8506,'0'0'224,"-4"9"-2657,-11 21 2570,2 0 0,1 1 0,1 1 0,2 0 0,-7 42 5952,18-81-3629,2-8-2390,2-1 0,0 1 0,0 0 0,1 0 0,1 1 0,1 0 0,0 0 0,14-16 0,-15 21-208,1 0-1,-1 0 1,1 1-1,1 0 1,-1 1-1,1 0 1,1 1-1,-1-1 1,1 2-1,0 0 0,1 0 1,15-4-1,-24 9 67,1-1 0,-1 1 0,1-1 0,-1 1 0,1 0 0,-1 0 0,1 1 0,-1-1 0,1 1 0,-1 0 0,1 0 0,-1 0 0,0 0-1,1 0 1,-1 1 0,5 2 0,-3 0-28,0 0-1,0 0 1,0 0 0,-1 1-1,1 0 1,-1 0-1,0 0 1,5 10 0,-4-7 81,-1 0 0,0 1 1,0-1-1,-1 1 1,0 0-1,-1 0 1,0 0-1,0 1 1,-1-1-1,0 0 1,-1 1-1,0 14 3616,-1-29-3112,1-3-541,1 0 0,0-1 0,1 1 0,-1 0-1,1 0 1,1 0 0,0 0 0,0 0 0,0 1-1,1-1 1,0 1 0,1 0 0,8-11 0,5-5-369,1 1 0,38-35 0,-50 51 361,37-29-98,-41 33 159,-1 0-1,1 1 1,-1-1 0,1 1 0,0 0 0,-1 0 0,1 0 0,0 0 0,0 0-1,0 1 1,0-1 0,0 1 0,0 0 0,0 0 0,5 0 0,-6 1-14,0 0 1,0 0-1,0 0 1,0 1-1,0-1 1,0 1-1,0-1 1,0 1-1,-1-1 1,1 1-1,-1 0 1,1 0-1,-1 0 0,0 0 1,0 0-1,0 0 1,0 0-1,0 0 1,1 3-1,13 50-375,-11-39 326,-1-1 118,-1-1-1,-1 1 1,0-1-1,0 1 1,-2 0 0,0-1-1,0 1 1,-5 16-1,2-4 60,4-26-162,0 0-1,0 0 0,-1 0 1,1 1-1,0-1 0,0 0 1,0 0-1,1 1 0,-1-1 1,0 0-1,0 0 0,1 1 1,-1-1-1,0 0 0,1 0 1,0 0-1,-1 0 1,1 0-1,-1 0 0,1 0 1,0 0-1,0 0 0,0 0 1,-1 0-1,1 0 0,0 0 1,0-1-1,0 1 0,0 0 1,1-1-1,-1 1 0,0-1 1,0 1-1,0-1 0,0 0 1,3 1-1,17 1-2967</inkml:trace>
</inkml:ink>
</file>

<file path=ppt/ink/ink6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7:01.488"/>
    </inkml:context>
    <inkml:brush xml:id="br0">
      <inkml:brushProperty name="width" value="0.05" units="cm"/>
      <inkml:brushProperty name="height" value="0.05" units="cm"/>
      <inkml:brushProperty name="color" value="#004F8B"/>
    </inkml:brush>
  </inkml:definitions>
  <inkml:trace contextRef="#ctx0" brushRef="#br0">593 80 6857,'-1'-5'266,"0"1"0,-1 0-1,1 0 1,-1-1 0,0 1-1,0 0 1,0 1 0,0-1-1,-1 0 1,1 1 0,-1-1-1,0 1 1,0 0 0,0 0-1,-1 0 1,-5-4 0,5 4-190,-1 2 1,1-1-1,0 0 1,0 1-1,-1 0 1,1 0-1,0 0 1,-1 1-1,1-1 1,-1 1-1,1 0 1,-1 0-1,1 1 1,-6 0-1,1 1-75,1 1-1,-1 0 1,1 0-1,-1 0 1,1 1-1,0 0 1,1 1-1,-1-1 1,1 2-1,0-1 1,0 1-1,0 0 1,1 0-1,0 1 1,-9 13-1,10-13 5,1 0-1,1 0 0,-1 1 0,1-1 0,0 1 1,1 0-1,0 0 0,0 0 0,1 0 0,0 0 1,0 10-1,1-16 32,0 1-1,1 0 1,-1 0 0,1-1 0,-1 1-1,1 0 1,0-1 0,0 1-1,0-1 1,0 1 0,0-1 0,1 1-1,-1-1 1,1 0 0,-1 0-1,1 0 1,0 0 0,0 0 0,0 0-1,0 0 1,0 0 0,1-1 0,-1 1-1,0-1 1,1 0 0,-1 0-1,1 0 1,-1 0 0,1 0 0,0 0-1,-1-1 1,1 1 0,0-1-1,0 0 1,-1 0 0,5 0 0,-2 0 10,0 0 1,1-1 0,-1 1 0,1-1 0,-1-1-1,0 1 1,0-1 0,1 0 0,-1 0 0,-1 0-1,1-1 1,0 1 0,0-1 0,-1-1 0,0 1-1,0 0 1,5-5 0,4-7 256,1-1 0,-2 0 0,13-21-1,-15 21 17,-9 15 8,0 7-3014,3 37 2540,-1-1 0,-3 1 1,-6 60-1,0 7 154,6 29 62,-8 124 263,7-257-310,0 0 0,0 0 0,0 1 0,-1-1 0,1-1 0,-2 1 0,1 0 0,-1 0 0,1-1 0,-2 1 0,1-1 0,0 0 0,-1 0 0,0 0 0,-9 7 1,7-7 16,0-1 0,-1 1 0,1-2 0,-1 1 0,0-1 0,-1 0 0,1 0 0,0-1 0,-1 0 0,1-1 1,-10 2-1,-7-2 98,0 0 0,0-2 0,0-1 0,0-1 0,0-1 0,1-1 0,-25-8 0,29 7 125,1 0 1,0-1-1,0-1 1,-31-19-1,44 24-150,0 0-1,1-1 0,0 1 0,-1-1 0,1 0 1,1 0-1,-1 0 0,0 0 0,1-1 1,0 0-1,0 1 0,0-1 0,1 0 0,0-1 1,0 1-1,0 0 0,0 0 0,1-1 0,0 1 1,0-1-1,0-8 0,3-1-94,0 0 1,1 1-1,0-1 0,1 0 1,1 1-1,1 0 0,0 0 0,0 1 1,1 0-1,1 0 0,18-23 1,10-9-591,70-65 0,-104 108 555,50-48-1378,3 3 0,88-59 0,-92 74-1013</inkml:trace>
</inkml:ink>
</file>

<file path=ppt/ink/ink6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7:02.264"/>
    </inkml:context>
    <inkml:brush xml:id="br0">
      <inkml:brushProperty name="width" value="0.05" units="cm"/>
      <inkml:brushProperty name="height" value="0.05" units="cm"/>
      <inkml:brushProperty name="color" value="#004F8B"/>
    </inkml:brush>
  </inkml:definitions>
  <inkml:trace contextRef="#ctx0" brushRef="#br0">0 70 3641,'0'0'11465,"4"-2"-11142,19-3-256,0 0 0,0 2 0,0 0 1,1 1-1,33 3 0,-4-2-4,45 0-55,-33 2-116,0-4-1,100-16 1,-164 19-70,-1 0 1,1 0-1,0 0 0,0 0 0,-1 0 1,1 0-1,0 0 0,0 0 0,-1-1 1,1 1-1,0 0 0,-1-1 0,1 1 1,0 0-1,-1-1 0,1 1 0,-1-1 1,1 1-1,-1-1 0,1 1 0,-1-1 1,1 1-1,-1-1 0,1 0 1,-1 1-1,1-1 0,-1 0 0,0 1 1,0-1-1,1-1 0,-1-9 1470,0 7 99,0 4-1395,0 16 13,0-9-52,0-3-32,0 1 0,-1-1 1,1 0-1,-1 1 1,1-1-1,-1 0 0,-1 0 1,1 1-1,-1-1 0,1 0 1,-1 0-1,0 0 0,-5 6 1,-17 18-2448</inkml:trace>
</inkml:ink>
</file>

<file path=ppt/ink/ink6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6:47.509"/>
    </inkml:context>
    <inkml:brush xml:id="br0">
      <inkml:brushProperty name="width" value="0.05" units="cm"/>
      <inkml:brushProperty name="height" value="0.05" units="cm"/>
      <inkml:brushProperty name="color" value="#004F8B"/>
    </inkml:brush>
  </inkml:definitions>
  <inkml:trace contextRef="#ctx0" brushRef="#br0">332 104 3761,'0'0'315,"-1"-22"6014,-3-9-5754,3 23 330,1 7-881,0 0 0,-1 0 0,1 0 0,-1 0 0,1 0-1,-1 0 1,0 0 0,1 0 0,-1 1 0,0-1 0,0 0 0,0 0 0,1 1-1,-1-1 1,0 0 0,0 1 0,0-1 0,0 1 0,-2-1 0,-29-19-58,28 17 86,4 3-55,0 0 0,0-1 0,-1 1 1,1 0-1,0 0 0,0-1 0,-1 1 0,1 0 1,0 0-1,0-1 0,-1 1 0,1 0 0,0 0 1,-1 0-1,1 0 0,0 0 0,-1-1 0,1 1 0,0 0 1,-1 0-1,1 0 0,0 0 0,-1 0 0,1 0 1,0 0-1,-1 0 0,1 0 0,0 0 0,-1 0 0,1 0 1,0 1-1,-1-1 0,1 0 0,0 0 0,-1 0 1,1 0-1,0 0 0,-1 1 0,1-1 0,-8 5-92,-1-1 58,6-4 22,1 2-1,-1-1 0,0 0 0,0 0 0,1 1 1,-1-1-1,1 1 0,-1 0 0,-3 4 1,0 0 9,1 0 1,0 1 0,0 0-1,0 0 1,1 0 0,0 0-1,1 1 1,-1 0 0,2-1-1,-1 1 1,1 1 0,0-1-1,-1 12 1,3-20 0,0 1-1,0 0 1,0-1 0,0 1 0,0-1-1,0 1 1,0 0 0,1-1-1,-1 1 1,0-1 0,0 1 0,0-1-1,1 1 1,-1-1 0,0 1-1,1-1 1,-1 1 0,0-1 0,1 1-1,-1-1 1,1 0 0,-1 1 0,1-1-1,-1 1 1,1-1 0,0 1-1,0-1 19,1 0 0,0 0-1,-1 1 1,1-1-1,-1 0 1,1 0-1,-1-1 1,1 1 0,-1 0-1,1 0 1,-1-1-1,1 1 1,-1-1-1,1 1 1,1-2 0,30-12 60,-24 10 144,-9 4-206,1 0-1,-1 0 1,0 0 0,1 0 0,-1 0 0,0 0 0,1 0 0,-1 0 0,0 0 0,1-1 0,-1 1-1,0 0 1,0 0 0,1 0 0,-1-1 0,0 1 0,0 0 0,1-1 0,-1 1 0,0 0-1,0 0 1,1-1 0,-1 1 0,0 0 0,0-1 0,0 1 0,0 0 0,0-1 0,0 1 0,5-12 53,10-22-7,-14 32 11,-1 1-75,1 1-1,-1 0 1,0-1-1,1 1 1,-1 0-1,0-1 0,1 1 1,-1-1-1,0 1 1,0 0-1,1-1 1,-1 1-1,0-1 1,0 1-1,0-1 1,0 1-1,0-1 1,0 1-1,0-1 0,0 1 1,0-1-1,0 1 1,0-1-1,0 1 1,0-1-1,0 1 1,0-1-1,0 1 1,0 0-1,0-1 1,-1 1-1,1-1 1,0 1-1,0-1 0,-1 1 1,1 0-1,0-1 1,-1 1-1,1-1 1,0 1-1,-1 0 1,1 0-1,-1-1 1,1 1-1,-1-1 1,-6-5-80,-24-21-9,27 23 57,-3 0-1,2 4 35,-6-1 32,-1 0 1,1 1-1,-1 0 1,1 1-1,-1 0 1,1 1-1,-15 3 1,18-2 16,1 0 0,-1 1-1,1-1 1,-1 2 0,1-1 0,0 1-1,1 0 1,-9 8 0,12-11-35,0 0 0,1 1 0,0-1 0,-1 1 1,1 0-1,0 0 0,0 0 0,1 0 0,-1 0 0,1 0 0,-1 0 1,1 0-1,0 1 0,0-1 0,0 0 0,1 1 0,-1-1 0,1 1 1,0-1-1,0 1 0,0-1 0,1 7 0,0-7 10,1 0 0,-1 1 0,1-1-1,0 0 1,0 0 0,0 0 0,0 0 0,0 0 0,0-1-1,1 1 1,-1-1 0,1 1 0,0-1 0,0 0 0,0 0-1,0 0 1,0 0 0,0-1 0,1 1 0,-1-1 0,1 0-1,-1 0 1,1 0 0,-1-1 0,1 1 0,-1-1 0,1 1-1,4-2 1,1 2 45,1-2 0,-1 1-1,0-1 1,0-1 0,0 0 0,0 0-1,0 0 1,-1-1 0,1-1-1,8-4 1,-15 6-56,1 0 0,-1-1 0,0 1 0,0-1 0,1 0 0,-2 1 0,1-1 0,0 0-1,-1 0 1,1 0 0,-1-1 0,0 1 0,0 0 0,0 0 0,0-1 0,-1 1 0,1 0 0,-1-1 0,0 1 0,0-4 0,-15-4-467,10 8 460,-1-1 1,1 1-1,-1 0 1,0 1-1,0-1 0,0 1 1,0 1-1,0-1 1,0 1-1,0 0 1,-1 0-1,1 1 0,0-1 1,-1 2-1,1-1 1,-11 2-1,12 0 20,1-1 0,-1 1 0,1 0 0,0 0 0,0 0 0,0 1 0,0 0 0,0-1 0,0 1 1,1 0-1,-1 1 0,1-1 0,0 1 0,0-1 0,0 1 0,1 0 0,-1 0 0,1 0 0,0 1 0,-2 5 0,3-7-9,0-1-1,1 1 0,-1-1 1,1 1-1,0 0 1,0-1-1,0 1 1,0 0-1,0-1 1,1 1-1,-1-1 1,1 1-1,-1 0 1,1-1-1,0 1 0,0-1 1,0 0-1,1 1 1,-1-1-1,1 0 1,-1 0-1,1 0 1,-1 0-1,1 0 1,0 0-1,0 0 0,0 0 1,0-1-1,1 1 1,-1-1-1,0 0 1,0 1-1,1-1 1,-1 0-1,1-1 1,-1 1-1,4 0 1,-2 1 7,1-1 0,-1 0 0,1 0 0,-1-1 0,1 1 0,-1-1 0,1 0 0,0 0 0,-1-1 0,6 0 0,-8 0 1,0 1 1,0-1-1,0 1 0,0-1 0,0 0 0,0 0 1,0 0-1,0 0 0,-1 0 0,1 0 0,0-1 1,-1 1-1,1 0 0,-1-1 0,0 1 0,1-1 1,-1 0-1,0 1 0,0-1 0,0 0 1,0 0-1,0 0 0,0 0 0,0-3 0,14-44-84,-15 48 42,-15-10-470,-17-3 406,25 11 23,2 2 55,-5 2 34,-33 2 61,42-3-94,0 1 1,-1 0 0,1-1 0,0 1 0,-1 0 0,1 0 0,0 0 0,0 0 0,0 0 0,0 0 0,0 0 0,0 0 0,0 1-1,0-1 1,-1 3 0,1-3 10,-24 30-1,25-31-9,-1 1 0,0-1 1,1 1-1,-1-1 0,1 1 1,0-1-1,-1 1 0,1 0 1,-1-1-1,1 1 0,0-1 1,0 1-1,-1 0 0,1 0 1,0-1-1,0 1 0,0 0 1,0-1-1,-1 1 0,1 0 1,0 0-1,0-1 0,1 1 1,-1 0-1,0-1 0,0 1 1,0 0-1,0-1 0,1 1 1,-1 0-1,0-1 0,1 1 1,-1 0-1,0-1 0,1 1 0,-1 0 1,1-1-1,-1 1 0,1-1 1,-1 1-1,1-1 0,-1 0 1,1 1-1,0-1 0,-1 1 1,1-1-1,-1 0 0,1 1 1,0-1-1,0 0 0,3 3 9,29 21 2,-28-20 31,-5-3-31,0-1 0,0 0 0,1 0 0,-1 0 0,0 1 0,0-1 0,0 0 0,0 0 1,1 0-1,-1 1 0,0-1 0,0 0 0,1 0 0,-1 0 0,0 0 0,0 0 0,1 0 0,-1 0 0,0 1 1,0-1-1,1 0 0,-1 0 0,0 0 0,1 0 0,-1 0 0,0 0 0,0 0 0,1 0 0,-1 0 0,0 0 1,0-1-1,1 1 0,-1 0 0,1 0 0,7-3 52,24-6 21,-27 8-22,3-4 42,-2-6-86,15-20-9,-14 16-57,-17 8-422,5 4 426,-26-14-20,25 14 66,-1 2 64,-2 6-36,-25 9 0,29-12-40,-4 5-29,2 5 62,-15 20 6,17-24 4,6-7 107,-1 1-1,1-1 1,0 1 0,0-1 0,-1 0 0,1 0 0,0 1 0,0-1 0,0 0-1,1 0 1,-1 0 0,0 0 0,0 0 0,1-1 0,1 2 0,-2-2-903</inkml:trace>
</inkml:ink>
</file>

<file path=ppt/ink/ink6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6:49.005"/>
    </inkml:context>
    <inkml:brush xml:id="br0">
      <inkml:brushProperty name="width" value="0.05" units="cm"/>
      <inkml:brushProperty name="height" value="0.05" units="cm"/>
      <inkml:brushProperty name="color" value="#004F8B"/>
    </inkml:brush>
  </inkml:definitions>
  <inkml:trace contextRef="#ctx0" brushRef="#br0">89 24 2264,'-2'-1'7394,"1"1"-7363,-1 0 1,1 0 0,0 0-1,0 0 1,0 0-1,0 0 1,-1 0-1,1 1 1,0-1 0,0 0-1,0 1 1,0-1-1,0 0 1,0 1-1,0 0 1,0-1 0,-2 2-1,-28 17 31,31-19-54,-1 0 0,1 0 0,0 0 0,-1 0 0,1 0 0,-1 0 0,1 1 0,0-1 1,-1 0-1,1 0 0,-1 1 0,1-1 0,0 0 0,-1 0 0,1 1 0,0-1 1,-1 0-1,1 1 0,0-1 0,0 0 0,-1 1 0,1-1 0,0 0 0,0 1 0,0-1 1,0 1-1,-1-1 0,1 1 0,0-1 0,0 0 0,0 1 0,0-1 0,0 1 1,0-1-1,0 1 0,0-1 0,0 1 0,1 10 130,-2 23 5,1-34-147,0 1 0,0-1 0,0 0 0,-1 1 0,1-1 0,0 0 0,0 1 0,0-1 0,0 1 0,0-1 0,0 1 1,0-1-1,0 0 0,0 1 0,0-1 0,0 1 0,0-1 0,0 0 0,0 1 0,1-1 0,-1 1 0,0-1 0,0 0 0,0 1 0,0-1 0,1 0 0,-1 1 0,0-1 0,1 0 0,-1 1 0,0-1 0,0 0 0,1 1 0,-1-1 0,0 0 1,1 0-1,-1 0 0,1 1 0,0-1 0,8 5-103,23 14 57,-26-16 157,2-1 292,1-5-297,-3 1-82,-1 1 0,1-1-1,-1 0 1,0-1-1,1 1 1,5-5-1,-9 5-4,0 0 0,0 0 0,0 0 0,0 0-1,0 0 1,-1 0 0,1 0 0,0-1 0,-1 1 0,0-1-1,0 1 1,0-1 0,0 1 0,0-1 0,0 0 0,-1 1-1,1-1 1,0-5 0,0-4 42,-1 11-58,1 0 0,-1 0 0,0-1 0,1 1 0,-1 0 0,0-1-1,0 1 1,0 0 0,0-1 0,0 1 0,0 0 0,-1 0 0,1-1 0,0 1 0,-1 0 0,1-1-1,0 1 1,-1 0 0,0 0 0,1 0 0,-1 0 0,0 0 0,1-1 0,-1 1 0,0 0-1,0 1 1,0-1 0,0 0 0,0 0 0,0 0 0,0 1 0,0-1 0,-1 0 0,1 1 0,-2-2-1,-5-1-36,1 1-1,-1-1 1,1 1-1,-1 0 0,0 1 1,0 0-1,0 0 1,0 1-1,-9 0 0,14 0 49,1 0-1,-1 1 0,1-1 0,-1 0 0,1 1 0,-1-1 0,1 1 1,0 0-1,-1 0 0,1 0 0,0 0 0,0 0 0,-1 0 1,1 1-1,0-1 0,0 1 0,1-1 0,-1 1 0,0 0 0,0 0 1,1 0-1,-1 0 0,1 0 0,0 0 0,-1 0 0,1 0 1,0 1-1,0-1 0,1 0 0,-1 1 0,0-1 0,0 6 0,1-6 0,0 1 0,1 0 0,-1 0 0,1 0 0,-1 0 0,1 0 0,0-1-1,0 1 1,0 0 0,0-1 0,0 1 0,1-1 0,0 1 0,-1-1-1,1 1 1,0-1 0,0 0 0,0 0 0,0 0 0,0 0 0,0-1-1,1 1 1,-1 0 0,1-1 0,-1 0 0,1 1 0,5 0 0,3 3-40,0-2 0,0 0 1,0 0-1,0-1 0,19 2 0,-11-3 13,1-1-1,-1 0 0,0-1 0,0-2 0,24-4 0,-39 6 37,0 0 0,0-1 0,0 1 0,0-1 0,0 0 0,0 0 0,-1 0 0,1-1 0,0 1 0,-1-1 0,0 0 0,6-6-1,-7 6 1,-1 1 0,0-1-1,1 0 1,-1 0-1,0 1 1,0-1 0,-1 0-1,1 0 1,-1 0-1,1 0 1,-1 0-1,0 0 1,0 0 0,0 0-1,0 0 1,-1 0-1,1 0 1,-1 0 0,0 0-1,0 0 1,-1-3-1,0 4-9,1-1-1,-1 1 1,0 0-1,1-1 0,-1 1 1,0 0-1,-1 0 1,1 0-1,0 0 0,0 1 1,-1-1-1,1 1 1,-1-1-1,1 1 0,-1 0 1,0 0-1,0 0 1,1 0-1,-1 0 1,0 1-1,0-1 0,0 1 1,0 0-1,-4 0 1,-10-1-9,1 2 0,-31 3 0,47-4 2,-15 2 54,1 1-1,0 0 1,-24 9-1,33-10-146,0 0-1,0 1 1,0-1 0,0 1-1,0 1 1,1-1-1,-1 0 1,1 1 0,0 0-1,0 0 1,0 0 0,-4 8-1,5-6-1160,3 2-1034</inkml:trace>
</inkml:ink>
</file>

<file path=ppt/ink/ink6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6:49.776"/>
    </inkml:context>
    <inkml:brush xml:id="br0">
      <inkml:brushProperty name="width" value="0.05" units="cm"/>
      <inkml:brushProperty name="height" value="0.05" units="cm"/>
      <inkml:brushProperty name="color" value="#004F8B"/>
    </inkml:brush>
  </inkml:definitions>
  <inkml:trace contextRef="#ctx0" brushRef="#br0">110 71 4249,'0'0'2837,"-15"6"443,15-5-3306,7 7-2,-4-7 52,0 1 0,0-1 0,0 1 0,0-1 0,0 0 0,1 0 0,-1 0 1,0-1-1,1 1 0,-1-1 0,1 0 0,-1 0 0,0 0 0,1 0 1,-1 0-1,1-1 0,-1 0 0,0 1 0,1-1 0,-1-1 0,0 1 0,0 0 1,0-1-1,0 0 0,0 1 0,0-1 0,-1 0 0,1 0 0,0-1 1,2-2-1,-3 3-6,-1 0 1,1 1-1,0-1 0,-1 0 1,0 0-1,1 0 1,-1 0-1,0 0 0,0 0 1,0 0-1,-1 0 1,2-4-1,-2 5-11,0 0-1,0-1 1,0 1-1,0 0 1,0 0-1,0 0 1,0 0-1,0 0 1,-1 0-1,1 0 1,0-1-1,-1 1 1,1 0-1,-1 0 1,0 0-1,1 1 1,-1-1-1,0 0 1,0-1-1,-2 0 14,0 0-1,0 0 0,0 0 1,0 0-1,0 0 0,0 1 1,-1 0-1,1 0 0,-1 0 1,1 0-1,-1 0 0,1 1 1,-1-1-1,1 1 0,-5 0 1,-3 0 56,0 1 1,1 0 0,-1 1 0,1 0 0,-1 1 0,1 0-1,-11 5 1,17-7-50,1 1 0,-1-1-1,1 1 1,0 0 0,-1 0 0,1 0-1,0 1 1,0-1 0,0 1 0,1-1-1,-1 1 1,1 0 0,-1 0-1,1 0 1,0 0 0,0 1 0,0-1-1,1 1 1,-1-1 0,1 1 0,0-1-1,0 1 1,-1 4 0,2-6-20,0 0 1,0 0-1,0-1 1,0 1-1,0 0 1,1 0-1,-1-1 1,0 1-1,1 0 1,0-1-1,-1 1 1,1-1-1,0 1 1,0 0-1,0-1 1,0 0-1,0 1 1,0-1-1,0 0 1,1 1 0,-1-1-1,0 0 1,1 0-1,-1 0 1,1 0-1,-1 0 1,1 0-1,-1-1 1,1 1-1,0-1 1,-1 1-1,1-1 1,0 1-1,-1-1 1,1 0-1,0 0 1,0 0-1,-1 0 1,4 0-1,-2 0 61,-1 0 0,1 0 0,0 0-1,0-1 1,0 0 0,0 1 0,0-1 0,-1 0-1,1 0 1,0 0 0,-1-1 0,1 1-1,-1 0 1,1-1 0,-1 0 0,0 0 0,0 1-1,0-2 1,0 1 0,0 0 0,0 0 0,0 0-1,-1-1 1,3-3 0,8-41 22,-11 27-2438</inkml:trace>
</inkml:ink>
</file>

<file path=ppt/ink/ink6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7:03.466"/>
    </inkml:context>
    <inkml:brush xml:id="br0">
      <inkml:brushProperty name="width" value="0.05" units="cm"/>
      <inkml:brushProperty name="height" value="0.05" units="cm"/>
      <inkml:brushProperty name="color" value="#004F8B"/>
    </inkml:brush>
  </inkml:definitions>
  <inkml:trace contextRef="#ctx0" brushRef="#br0">1 14 1696,'0'0'7066,"0"-8"-5493,0 3-3532</inkml:trace>
</inkml:ink>
</file>

<file path=ppt/ink/ink6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7:19.353"/>
    </inkml:context>
    <inkml:brush xml:id="br0">
      <inkml:brushProperty name="width" value="0.05" units="cm"/>
      <inkml:brushProperty name="height" value="0.05" units="cm"/>
    </inkml:brush>
  </inkml:definitions>
  <inkml:trace contextRef="#ctx0" brushRef="#br0">19 10 3433,'-4'-9'14131,"2"25"-14178,-10 32 37,13-53 11,0 8-1,0 0 4,-1-5-3,1 6 1,0 46 15,0 6-8,10 251-34,-5 14-166,14 207 207,10-107 7,-2-176 21,-4-49 16,-2-26 20,-16-140-68,1 21 8,-6-37-15,1-1 1,0 1-1,6 21 1,-5-22 0,0 0 1,0 1-1,0 22 1,-2-26-3,0 0 0,1 0 0,5 17-1,2 15 7,10 121 53,-15-131-10,-2-25-33,0 0 0,-1 1 0,-1-1 1,1 1-1,-1-1 0,0 1 0,-1-1 0,-2 11 1,3-16-1,0 14 478,0-15-1387</inkml:trace>
</inkml:ink>
</file>

<file path=ppt/ink/ink6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7:21.515"/>
    </inkml:context>
    <inkml:brush xml:id="br0">
      <inkml:brushProperty name="width" value="0.05" units="cm"/>
      <inkml:brushProperty name="height" value="0.05" units="cm"/>
    </inkml:brush>
  </inkml:definitions>
  <inkml:trace contextRef="#ctx0" brushRef="#br0">356 653 3473,'0'0'8013,"10"-24"-2879,0-19-3938,9-86 0,-15 20-214,-4 46-714,-1-24 16,1 35 9,6-52 1,-5 63-1960,-16 59-3853,-153 181 5638,127-154-90,-68 82 89,104-120-78,-1-1-1,0 0 1,0 0 0,-12 8 0,-12 11-2222</inkml:trace>
</inkml:ink>
</file>

<file path=ppt/ink/ink6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7:22.266"/>
    </inkml:context>
    <inkml:brush xml:id="br0">
      <inkml:brushProperty name="width" value="0.05" units="cm"/>
      <inkml:brushProperty name="height" value="0.05" units="cm"/>
    </inkml:brush>
  </inkml:definitions>
  <inkml:trace contextRef="#ctx0" brushRef="#br0">1 1 4081,'0'0'9593,"12"10"-12634,108 126 3177,14 15 24,-108-122-158,-19-21 4,-1 0 0,1-1 0,0 0-1,1 0 1,-1 0 0,14 7 0,39 19 703,-39-25-3084</inkml:trace>
</inkml:ink>
</file>

<file path=ppt/ink/ink6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7:36.376"/>
    </inkml:context>
    <inkml:brush xml:id="br0">
      <inkml:brushProperty name="width" value="0.05" units="cm"/>
      <inkml:brushProperty name="height" value="0.05" units="cm"/>
      <inkml:brushProperty name="color" value="#E71224"/>
    </inkml:brush>
  </inkml:definitions>
  <inkml:trace contextRef="#ctx0" brushRef="#br0">263 158 2208,'2'-4'8105,"7"-16"-5282,4-11-2056,-9 24-58,3-16 3405,-2 11-4785,-2-2-3993,-4 20 1924,0-3 2682,1 0 0,0 0 0,0 0-1,0 0 1,1 0 0,0 3 0,1 20 42,-6 163-38,4-110 167,-11 95 1,6-81 44,5-70-73,-1-1 0,-1 1 0,-8 40 1,6-50 2690,5-21 3436,0-2-3873,0 2-4090,-5-355 2493,5 273-679,-2 24 18,13-93 0,-6 131 26,0-1-621,-5 9-6059,-10 23 5253,-18 11 1299,0 2 0,0 0 0,2 2 0,0 1 0,1 1 0,1 1 0,1 1-1,-22 27 1,38-39 24,1-1-1,0 1 0,-6 17 0,-3 5 40,13-31 31,1 2 688,9 1 760,11-1-1330,-1-2 0,0 0 0,1-1 0,27-3 0,86-18 85,-99 15-201,0 0 30,-6 1 173,1 1-1,44-1 2226,-79-6-2648,-2 0 51,-1 1 0,0 0 0,-1 1 0,0 0 1,-1 0-1,0 1 0,-20-11 0,9 7-84,0 1 0,0 2 0,-1 0-1,-42-10 1,64 19 128,-6 1-208,1 1 0,0-1 0,0 1 1,0 0-1,0 1 0,0-1 0,0 1 1,1 0-1,-1 1 0,1-1 0,0 1 1,-7 6-1,-7 7 400,-30 34-1,1 13 59,47-63-61,33-3 32,0-1 1,0-2 0,34-10-1,14-3-146,61-11 123,-139 29-116,-42 18-3874,3-4 3635,0-1 0,-2-2-1,-47 7 1,-31 10 233,103-27 3156,28-10-2587,30-13-721,103-22 343,-9 3 333,-138 40-545,1 1 0,-1 0 0,1 0 0,-1 0-1,0 0 1,1 0 0,-1 0 0,1-1 0,-1 1 0,0 0 0,1 0 0,-1 0 0,0-1-1,1 1 1,-1 0 0,0-1 0,0 1 0,1 0 0,-1 0 0,0-1 0,0 1-1,1-1 1,-1 1 0,0 0 0,0-1 0,0 1 0,0 0 0,0-1 0,0 1-1,0-1 1,1 1 0,-1 0 0,0-1 0,0 1 0,0-1 0,-1 1 0,1 0 0,0-1-1,0 1 1,0-1 0,0 1 0,0 0 0,0-1 0,0 1 0,-1-1 0,1 1-1,0 0 1,0-1 0,-1 1 0,1 0 0,0-1 0,0 1 0,-1 0 0,1 0 0,0-1-1,-1 1 1,-20-15-658,19 14 712,-6-4-237,0 1-1,0 0 1,-1 1-1,0 0 1,1 0-1,-19-2 1,-54-3-688,70 7 709,-71 4-1368,141 7 2436,50-17-205,-107 7-809,-8 2-3127,-37 13 2244,14-6 751,1 1 1,1 1 0,0 2-1,-38 23 4002,68-38-2759,216-132 2621,-210 129-3513,-5 3-59,0 0 0,-1-1 1,0 1-1,1-1 0,-1 1 0,6-7 0,-8 7-202,-12 5-7172,-3 8 7217,10-7-232,-19 15 281,1 0 0,1 2 0,1 0 0,1 1-1,1 2 1,1-1 0,-21 40 0,34-56 214,0 0 0,0 0 0,1 0 0,-1 0 0,2 1 0,-1-1 0,1 1 0,-2 15 3473,9-42-1747,20-55-1165,-17 55-756,-1 0 0,-1 0 0,5-31 0,-11 47-148,-27 11-6858,-1 9 5552,18-9 1612,1 0 0,-19 21 5279,30-30-5352,-1 1 0,1-1 0,-1 0 0,0 1 0,1-1 0,-1 0-1,0 0 1,0 0 0,1 0 0,-1 0 0,1-2 0,3-2 10,7-2-140,0 1 1,0 0 0,1 0 0,0 1-1,0 1 1,18-4 0,84-10-428,-97 15 460,-2 1-26,-2 0-24,0 0 0,-1 0 0,1 2-1,0-1 1,0 2 0,0 0 0,25 5 0,-37-5-36,1 0 0,-1 1 0,0-1 0,1 1-1,-1-1 1,0 1 0,0 0 0,0 0 0,0 0 0,0 0 0,0 0-1,-1 0 1,1 0 0,-1 0 0,1 1 0,-1-1 0,0 1-1,0-1 1,0 1 0,0-1 0,0 5 0,1 5-216,0 0-1,-1 1 1,-1 18-1,0-8 626,2-1-332</inkml:trace>
</inkml:ink>
</file>

<file path=ppt/ink/ink6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7:37.697"/>
    </inkml:context>
    <inkml:brush xml:id="br0">
      <inkml:brushProperty name="width" value="0.05" units="cm"/>
      <inkml:brushProperty name="height" value="0.05" units="cm"/>
      <inkml:brushProperty name="color" value="#E71224"/>
    </inkml:brush>
  </inkml:definitions>
  <inkml:trace contextRef="#ctx0" brushRef="#br0">388 156 7338,'0'0'8925,"0"-18"-6556,-1-19-2320,1 28-114,-1 5-190,-6-5 11,4 0 119,1 6 38,1 0 0,0 0-1,-1 0 1,1 0 0,-1 1-1,0-1 1,0 0 0,-4-4-1,0 2-127,0 1 0,0 0 0,0 0 0,0 1 0,0-1 0,-1 2 0,0-1 0,0 0 0,1 1 0,-1 1 0,0-1 0,-1 1 0,1 0 0,0 0 0,-9 1 0,3 0-101,0 1 0,0 0 0,0 1-1,0 0 1,0 1 0,0 0 0,-18 9 0,23-9 314,0 1-1,1 1 0,-1-1 1,1 1-1,0 1 1,1-1-1,-1 1 1,1 1-1,0-1 1,0 1-1,1 0 1,0 0-1,0 0 0,1 1 1,0 0-1,0 0 1,1 0-1,0 0 1,1 0-1,-1 1 1,1-1-1,1 1 1,0 0-1,0-1 0,1 1 1,0 0-1,0 0 1,1-1-1,0 1 1,1 0-1,0-1 1,0 1-1,0-1 1,1 0-1,1 0 0,0 0 1,0 0-1,0 0 1,1-1-1,0 0 1,0 0-1,1 0 1,8 7-1,-10-11 136,-1 0 0,1 0 0,0 0 1,0-1-1,0 0 0,0 0 0,0 0 0,1 0 0,-1-1 0,1 1 1,-1-1-1,1 0 0,-1-1 0,10 1 0,-6-1 5,-1-1-1,1 0 1,-1 0 0,0-1-1,1 1 1,-1-2 0,0 1-1,11-7 1,-5 3 56,-1-2 1,0 0 0,-1 0-1,1-1 1,-2 0 0,1-1-1,-1 0 1,-1-1 0,11-15-1,-5 3 172,-1-1 0,16-36 0,-29 58-301,2 15-7454,1 30 7538,-2-18-211,8 39-304,-4-40-1442</inkml:trace>
</inkml:ink>
</file>

<file path=ppt/ink/ink6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7:37.949"/>
    </inkml:context>
    <inkml:brush xml:id="br0">
      <inkml:brushProperty name="width" value="0.05" units="cm"/>
      <inkml:brushProperty name="height" value="0.05" units="cm"/>
      <inkml:brushProperty name="color" value="#E71224"/>
    </inkml:brush>
  </inkml:definitions>
  <inkml:trace contextRef="#ctx0" brushRef="#br0">0 1 7666,'0'0'824,"6"28"-4961,-1-6 3153,4 6 752,0 0 216,2 2 304,1-3 104,3-4 216,1 0 128,5-3 232,1-2 1,2-5-585,4-1-792</inkml:trace>
</inkml:ink>
</file>

<file path=ppt/ink/ink6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7:38.301"/>
    </inkml:context>
    <inkml:brush xml:id="br0">
      <inkml:brushProperty name="width" value="0.05" units="cm"/>
      <inkml:brushProperty name="height" value="0.05" units="cm"/>
      <inkml:brushProperty name="color" value="#E71224"/>
    </inkml:brush>
  </inkml:definitions>
  <inkml:trace contextRef="#ctx0" brushRef="#br0">316 4 8082,'0'0'31,"0"0"1,0 0-1,0 0 1,0-1-1,0 1 1,0 0-1,0 0 1,0 0-1,0 0 1,0 0-1,0 0 1,0-1 0,0 1-1,0 0 1,0 0-1,0 0 1,0 0-1,0 0 1,-1 0-1,1-1 1,0 1-1,0 0 1,0 0-1,0 0 1,0 0-1,0 0 1,0 0-1,0 0 1,-1 0-1,1 0 1,0 0-1,0 0 1,0 0-1,0-1 1,0 1 0,0 0-1,-1 0 1,1 0-1,0 0 1,0 0-1,0 0 1,0 0-1,0 0 1,-1 0-1,1 0 1,0 0-1,0 1 1,0-1-1,0 0 1,0 0-1,0 0 1,-1 0-1,1 0 1,0 0-1,0 0 1,-12 8-496,-11 18-1259,-86 182 227,38-65 1195,68-138 314,-19 35 328,1 0 0,-28 84 3787</inkml:trace>
</inkml:ink>
</file>

<file path=ppt/ink/ink6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7:38.716"/>
    </inkml:context>
    <inkml:brush xml:id="br0">
      <inkml:brushProperty name="width" value="0.05" units="cm"/>
      <inkml:brushProperty name="height" value="0.05" units="cm"/>
      <inkml:brushProperty name="color" value="#E71224"/>
    </inkml:brush>
  </inkml:definitions>
  <inkml:trace contextRef="#ctx0" brushRef="#br0">0 19 5561,'0'0'11621,"16"0"-10406,67-8-956,44-3-3441,-105 11 135</inkml:trace>
</inkml:ink>
</file>

<file path=ppt/ink/ink6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7:38.974"/>
    </inkml:context>
    <inkml:brush xml:id="br0">
      <inkml:brushProperty name="width" value="0.05" units="cm"/>
      <inkml:brushProperty name="height" value="0.05" units="cm"/>
      <inkml:brushProperty name="color" value="#E71224"/>
    </inkml:brush>
  </inkml:definitions>
  <inkml:trace contextRef="#ctx0" brushRef="#br0">0 15 3289,'0'0'9450,"2"0"-8706,30 0-112,-11 0-200,3-3-176,4 0-96,4-1-392,5 1-424,6 1-1504</inkml:trace>
</inkml:ink>
</file>

<file path=ppt/ink/ink6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7:39.628"/>
    </inkml:context>
    <inkml:brush xml:id="br0">
      <inkml:brushProperty name="width" value="0.05" units="cm"/>
      <inkml:brushProperty name="height" value="0.05" units="cm"/>
      <inkml:brushProperty name="color" value="#E71224"/>
    </inkml:brush>
  </inkml:definitions>
  <inkml:trace contextRef="#ctx0" brushRef="#br0">23 154 8754,'-1'-2'6604,"4"-16"-4448,6-17-1589,-7 29-99,0-1 225,6-3-492,-2 0-126,-4 5-1,1 1 0,0-1 0,-1 1 1,2 0-1,-1 0 0,6-5 1,12-2-777,11-4 370,-32 15 269,1-1 37,-1 1 1,0 0-1,0-1 0,1 1 0,-1 0 0,0-1 1,1 1-1,-1 0 0,1 0 0,-1-1 1,0 1-1,1 0 0,-1 0 0,1 0 0,-1 0 1,0-1-1,1 1 0,-1 0 0,1 0 0,-1 0 1,1 0-1,-1 0 0,1 0 0,-1 0 0,1 0 1,-1 0-1,0 1 0,1-1 0,-1 0 1,1 0-1,-1 0 0,0 0 0,1 1 0,-1-1 1,1 0-1,-1 0 0,0 1 0,1-1 0,-1 0 1,1 1-1,7 7-118,34 26-234,-34-20 2,8 17 242,-13-26-146,-3-4 259,0-1 0,0 0 0,1 0 0,-1 0 1,0 1-1,0-1 0,0 0 0,0 0 0,1 1 0,-1-1 0,0 0 0,0 1 0,0-1 0,0 0 0,0 0 0,0 1 0,0-1 0,0 0 0,0 1 0,0-1 0,0 0 0,0 1 0,0-1 1,0 0-1,0 1 0,0-1 0,0 0 0,0 0 0,0 1 0,0-1 0,0 0 0,0 1 0,-1-1 0,1 0 0,0 0 0,0 1 0,0-1 0,0 0 0,-1 0 0,-4 8-96,-4 4 22,-1 0 1,0-1-1,0 0 1,-22 17 0,12-12 110,1 0 1,1 1 0,-22 25 0,34-35-263,1 1 0,-1 0 0,1 0 0,1 0 0,-1 1 0,1-1 0,1 1 0,0 0 0,0 1 0,1-1 0,-3 18 0,5-7-2388</inkml:trace>
</inkml:ink>
</file>

<file path=ppt/ink/ink6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7:40.041"/>
    </inkml:context>
    <inkml:brush xml:id="br0">
      <inkml:brushProperty name="width" value="0.05" units="cm"/>
      <inkml:brushProperty name="height" value="0.05" units="cm"/>
      <inkml:brushProperty name="color" value="#E71224"/>
    </inkml:brush>
  </inkml:definitions>
  <inkml:trace contextRef="#ctx0" brushRef="#br0">2 34 7130,'0'0'1808,"-1"7"-3343,1-7 1715,0 0 1,0 1-1,0-1 1,0 0-1,0 1 0,0-1 1,0 0-1,1 0 1,-1 1-1,0-1 1,0 0-1,0 1 1,0-1-1,1 0 1,-1 0-1,0 1 1,0-1-1,1 0 1,-1 0-1,0 1 0,0-1 1,1 0-1,-1 0 1,0 0-1,0 0 1,1 0-1,-1 1 1,0-1-1,1 0 1,-1 0-1,0 0 1,1 0-1,-1 0 0,1 0 1,2 0 79,0 0 1,0 0 0,0 0-1,0 0 1,0-1-1,0 1 1,0-1-1,-1 0 1,1 0 0,0 0-1,0 0 1,0 0-1,-1-1 1,1 1-1,-1-1 1,1 0-1,-1 1 1,0-1 0,1 0-1,-1-1 1,0 1-1,-1 0 1,1-1-1,0 1 1,0-1 0,-1 1-1,0-1 1,2-3-1,-3 5 248,0-1-789</inkml:trace>
</inkml:ink>
</file>

<file path=ppt/ink/ink6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8:56.451"/>
    </inkml:context>
    <inkml:brush xml:id="br0">
      <inkml:brushProperty name="width" value="0.05" units="cm"/>
      <inkml:brushProperty name="height" value="0.05" units="cm"/>
    </inkml:brush>
  </inkml:definitions>
  <inkml:trace contextRef="#ctx0" brushRef="#br0">69 282 2353,'1'-16'7690,"3"4"-7208,-3 7 0,0 0 0,0 0 0,0 0 0,0 1 0,-1-1 0,0-9 0,-10 21-3301,7-1 2521,1 0 1,-1 0-1,1 0 1,1 0-1,-1 0 1,0 12-1,-2 7-28,-14 58 293,4 0 0,-4 93-1,21-243 7829,0-7-3999,3-310-3624,-6 383-171,6 0-904,266-54 1117,-27 1-52,-227 52-1994</inkml:trace>
</inkml:ink>
</file>

<file path=ppt/ink/ink6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8:57.065"/>
    </inkml:context>
    <inkml:brush xml:id="br0">
      <inkml:brushProperty name="width" value="0.05" units="cm"/>
      <inkml:brushProperty name="height" value="0.05" units="cm"/>
    </inkml:brush>
  </inkml:definitions>
  <inkml:trace contextRef="#ctx0" brushRef="#br0">21 43 5161,'0'0'7738,"-12"1"-7648,12-1-8,0 0-1,-1 0 1,1 0-1,0 1 1,0-1 0,0 0-1,-1 0 1,1 0-1,0 0 1,0 0-1,0 0 1,-1 0-1,1 0 1,0 0 0,0 0-1,0 0 1,-1 0-1,1 0 1,0 0-1,0 0 1,0 0-1,-1 0 1,1 0 0,0 0-1,0 0 1,0 0-1,-1 0 1,1 0-1,0-1 1,0 1-1,0 0 1,0 0-1,-1 0 1,1 0 0,0 0-1,0-1 1,0 1-1,0 0 1,0 0-1,-1 0 1,1 0-1,0-1 1,0 1 0,0 0-1,0 0 1,0-1-1,3-1-39,1 0 0,-1 0 0,1 0 0,0 0-1,-1 0 1,1 1 0,0 0 0,0 0 0,0 0-1,7-1 1,52-2 432,-32 3-86,33-7 873,-39 4-2067,41-2 0,-46 6-1656</inkml:trace>
</inkml:ink>
</file>

<file path=ppt/ink/ink6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8:57.801"/>
    </inkml:context>
    <inkml:brush xml:id="br0">
      <inkml:brushProperty name="width" value="0.05" units="cm"/>
      <inkml:brushProperty name="height" value="0.05" units="cm"/>
    </inkml:brush>
  </inkml:definitions>
  <inkml:trace contextRef="#ctx0" brushRef="#br0">41 17 5361,'0'0'8602,"-5"6"-13555,0 5 4898,-1 0-1,2 1 1,0-1 0,0 1 0,1 0-1,0 0 1,-1 21 0,3-28 169,0 1-1,1-1 1,0 1-1,0 0 1,0-1-1,1 1 1,0 0 0,0-1-1,0 1 1,1-1-1,-1 0 1,1 1 0,1-1-1,-1 0 1,1 0-1,0 0 1,0-1-1,0 1 1,8 7 0,-8-9-14,0-2 0,0 1 0,1 0 0,-1-1 1,0 1-1,1-1 0,-1 0 0,1 0 1,0 0-1,-1-1 0,1 1 0,-1-1 0,1 0 1,0 0-1,0 0 0,-1 0 0,1-1 0,-1 0 1,1 1-1,0-1 0,-1-1 0,1 1 0,-1 0 1,0-1-1,0 0 0,1 0 0,-1 0 0,0 0 1,3-3-1,3-2-131,0 0 0,0-1 0,-1 0 0,0-1 1,-1 0-1,0 0 0,0 0 0,6-12 0,-2-4 214,-1-1 0,-1 0-1,11-52 1,-19 76 276,-10 26-7528,3-5 6628,0-1 0,-4 36 0,8-44 643,1 1-1,0 0 1,1-1 0,0 1 0,1 0-1,0 0 1,1-1 0,5 21 0,-6-29-80,1 1 0,-1-1 1,0 1-1,1-1 1,0 0-1,-1 0 0,1 0 1,0 0-1,0 0 0,0 0 1,0 0-1,1 0 0,-1-1 1,0 1-1,1-1 0,-1 0 1,1 0-1,-1 0 1,1 0-1,5 1 0,0 0-307,1-1 0,-1 0 0,1-1 0,-1 0 0,14-1 0,18-4-1486</inkml:trace>
</inkml:ink>
</file>

<file path=ppt/ink/ink6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8:58.157"/>
    </inkml:context>
    <inkml:brush xml:id="br0">
      <inkml:brushProperty name="width" value="0.05" units="cm"/>
      <inkml:brushProperty name="height" value="0.05" units="cm"/>
    </inkml:brush>
  </inkml:definitions>
  <inkml:trace contextRef="#ctx0" brushRef="#br0">128 14 3361,'-1'0'140,"1"-1"0,0 0 0,0 1 1,0-1-1,-1 0 0,1 1 0,0-1 0,0 0 1,-1 1-1,1-1 0,-1 0 0,1 1 1,0-1-1,-1 1 0,1-1 0,-1 1 0,0-1 1,1 1-1,-1-1 0,1 1 0,-1 0 1,0-1-1,1 1 0,-1 0 0,0 0 0,1-1 1,-2 1-1,1 1-157,0-1 1,0 1-1,0 0 1,-1-1-1,1 1 0,0 0 1,0 0-1,0 0 1,0 0-1,1 0 1,-1 0-1,0 0 0,-1 2 1,-3 5-251,-1 1 1,1 1-1,1-1 0,0 1 1,0 0-1,-3 14 0,-11 67 323,15-70-96,-16 117 272,-2 148 0,18-102 3182</inkml:trace>
</inkml:ink>
</file>

<file path=ppt/ink/ink6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8:58.531"/>
    </inkml:context>
    <inkml:brush xml:id="br0">
      <inkml:brushProperty name="width" value="0.05" units="cm"/>
      <inkml:brushProperty name="height" value="0.05" units="cm"/>
    </inkml:brush>
  </inkml:definitions>
  <inkml:trace contextRef="#ctx0" brushRef="#br0">1 193 7330,'3'-10'374,"1"0"0,0 1 0,1-1 0,0 1 0,0 0 1,1 1-1,0-1 0,0 1 0,1 0 0,0 1 0,1-1 1,11-8-1,-4 6-246,0 0 0,0 0 0,1 1 0,1 1 1,0 1-1,21-7 0,-35 13-113,1 0 0,-1 1 0,0-1 0,1 1 0,-1-1 0,1 1 0,-1 0 0,0 0 0,1 1 0,-1-1 0,1 1 0,-1-1 0,0 1 0,1 0 0,-1 1 0,0-1 0,0 0 0,0 1 0,4 2 0,-3-1-112,0 0 0,0 1 1,0 0-1,0 0 0,-1 0 0,1 0 0,-1 1 1,0-1-1,0 1 0,-1 0 0,4 7 0,-4-5-42,1 0 0,-1 0 0,-1-1 0,1 1 0,-1 0-1,-1 0 1,1 1 0,-2 12 0,1-16 141,-1 1 0,1-1 0,-1 0-1,0 0 1,0 0 0,-1 0 0,1 0 0,-1 0 0,0-1 0,0 1 0,0 0-1,-1-1 1,1 0 0,-7 6 0,2-3 42,-1 0-1,1-1 1,-1 0-1,-1-1 1,1 1 0,-1-2-1,0 1 1,0-1 0,-16 3-1,-3-1-219,-55 2 0,50-6-703</inkml:trace>
</inkml:ink>
</file>

<file path=ppt/ink/ink6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8:59.105"/>
    </inkml:context>
    <inkml:brush xml:id="br0">
      <inkml:brushProperty name="width" value="0.05" units="cm"/>
      <inkml:brushProperty name="height" value="0.05" units="cm"/>
    </inkml:brush>
  </inkml:definitions>
  <inkml:trace contextRef="#ctx0" brushRef="#br0">5 36 1816,'-4'-1'15114,"63"-8"-14403,94-3 0,-97 10-386,10-3 259,2-1-53,-24 5-4088</inkml:trace>
</inkml:ink>
</file>

<file path=ppt/ink/ink6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8:59.576"/>
    </inkml:context>
    <inkml:brush xml:id="br0">
      <inkml:brushProperty name="width" value="0.05" units="cm"/>
      <inkml:brushProperty name="height" value="0.05" units="cm"/>
    </inkml:brush>
  </inkml:definitions>
  <inkml:trace contextRef="#ctx0" brushRef="#br0">1 42 3089,'0'0'11972,"9"-1"-10152,309-36 543,-299 34-3206</inkml:trace>
</inkml:ink>
</file>

<file path=ppt/ink/ink6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9:00.940"/>
    </inkml:context>
    <inkml:brush xml:id="br0">
      <inkml:brushProperty name="width" value="0.05" units="cm"/>
      <inkml:brushProperty name="height" value="0.05" units="cm"/>
    </inkml:brush>
  </inkml:definitions>
  <inkml:trace contextRef="#ctx0" brushRef="#br0">1 243 4961,'-1'-2'6307,"6"-16"-4592,-1 7-1492,0 0 1,1 1-1,1 0 1,0 0-1,0 1 1,1 0-1,0 0 1,0 0-1,1 1 1,0 0-1,12-9 1,9-3-112,50-26 0,-67 40-81,1 0-1,-1 1 0,1 1 0,1 0 1,-1 1-1,0 0 0,17-1 0,-27 4-115,0 0-1,0 0 1,0 0-1,0 0 1,0 1-1,0 0 1,-1-1-1,1 1 1,0 0-1,0 0 1,-1 1-1,1-1 1,0 1-1,-1-1 0,0 1 1,1 0-1,1 2 1,0 0-17,0 0-1,-1 0 1,1 1 0,-1 0 0,-1-1 0,1 1-1,-1 0 1,4 9 0,-3-3 15,0-1 0,0 1 0,-2 0 0,1 0-1,-1 0 1,-1 0 0,1 0 0,-4 19 0,2-24 44,-1 1 0,-1 0 1,1 0-1,-1-1 0,0 0 0,-1 1 0,1-1 0,-1 0 0,0-1 1,-1 1-1,1-1 0,-1 0 0,0 0 0,-1 0 0,1 0 1,-11 6-1,-9 3-18,0 0 0,-51 19 1,39-18 109,12-5-14,16-7-48,-1 1-1,1 0 0,0 0 1,0 1-1,0 0 0,0 1 1,1 0-1,0 0 0,0 1 1,1 0-1,-9 10 1,9-8 121,-4 4-117,9-3 4629,11-11-4301,92-13-366,144-1 1,-236 15 304,0-1-3360</inkml:trace>
</inkml:ink>
</file>

<file path=ppt/ink/ink6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9:01.340"/>
    </inkml:context>
    <inkml:brush xml:id="br0">
      <inkml:brushProperty name="width" value="0.05" units="cm"/>
      <inkml:brushProperty name="height" value="0.05" units="cm"/>
    </inkml:brush>
  </inkml:definitions>
  <inkml:trace contextRef="#ctx0" brushRef="#br0">2 76 6377,'-1'-2'6402,"8"-9"-4326,1 6-1997,1-1 0,0 2 0,0-1-1,0 2 1,0-1 0,0 1 0,1 0 0,-1 1 0,13-2-1,207-17 197,-129 18-2891,-79 3-132</inkml:trace>
</inkml:ink>
</file>

<file path=ppt/ink/ink6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9:01.917"/>
    </inkml:context>
    <inkml:brush xml:id="br0">
      <inkml:brushProperty name="width" value="0.05" units="cm"/>
      <inkml:brushProperty name="height" value="0.05" units="cm"/>
    </inkml:brush>
  </inkml:definitions>
  <inkml:trace contextRef="#ctx0" brushRef="#br0">120 0 3377,'0'0'41,"-2"6"-133,-6 10-499,0 1 0,-9 33-1,11-25 709,-1 0 0,-1-1 0,-1 0 0,-15 30 2279,33-50 1735,-9-4-4128,18 3 679,1 0 0,0-1 0,0-1 0,0-1 0,0-1 0,31-5 0,-27 3-744,0 1 0,0 1 0,-1 1 0,1 1 0,24 3 0,-43-3-52,1 0-1,-1 1 1,0-1-1,0 1 1,0 0 0,0 0-1,0 0 1,0 0-1,-1 0 1,1 1-1,0 0 1,-1 0 0,0 0-1,0 0 1,0 1-1,0-1 1,-1 1-1,4 5 1,-5-7 79,0 1-1,0-1 1,0 1-1,-1 0 1,1-1-1,-1 1 1,1 0 0,-1-1-1,0 1 1,0 0-1,0-1 1,-1 1-1,1 0 1,-1-1-1,1 1 1,-1 0 0,0-1-1,0 1 1,0-1-1,0 1 1,0-1-1,-1 0 1,1 1-1,-1-1 1,1 0 0,-1 0-1,0 0 1,0 0-1,0-1 1,-5 4-1,-4 3 48,0-1 0,-1 0 0,0-1-1,-1-1 1,1 0 0,-1 0 0,0-1 0,0-1-1,0 0 1,-26 1 0,6-1 89,-1-3-1,1 0 1,-41-7 0,66 7-21,0-2 1,1 1 0,-1-1 0,0 0 0,1 0 0,-13-6 0,10 1-697</inkml:trace>
</inkml:ink>
</file>

<file path=ppt/ink/ink6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9:02.278"/>
    </inkml:context>
    <inkml:brush xml:id="br0">
      <inkml:brushProperty name="width" value="0.05" units="cm"/>
      <inkml:brushProperty name="height" value="0.05" units="cm"/>
    </inkml:brush>
  </inkml:definitions>
  <inkml:trace contextRef="#ctx0" brushRef="#br0">5 36 3577,'-4'19'14374,"32"-66"-14321,-23 39-501</inkml:trace>
</inkml:ink>
</file>

<file path=ppt/ink/ink6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9:02.794"/>
    </inkml:context>
    <inkml:brush xml:id="br0">
      <inkml:brushProperty name="width" value="0.05" units="cm"/>
      <inkml:brushProperty name="height" value="0.05" units="cm"/>
    </inkml:brush>
  </inkml:definitions>
  <inkml:trace contextRef="#ctx0" brushRef="#br0">80 69 7578,'-1'7'-400,"-1"0"0,0 0 0,0 0 0,0 0 0,-1-1 0,0 1 0,-4 6 0,-5 12-409,2-3 456,2-2 308,0 0 0,-7 35 0,13-50 263,1 0 1,1 0 0,-1 0-1,1 0 1,0 1 0,0-1-1,0 0 1,1 0-1,0 0 1,0 0 0,0 0-1,0 0 1,1 0 0,0 0-1,0-1 1,4 8-1,-3-9 104,0 0 0,0 0 0,0-1 0,0 1 0,0 0 0,0-1 0,1 0 0,-1 0-1,1 0 1,0 0 0,-1-1 0,1 0 0,0 1 0,0-1 0,0 0 0,0-1 0,0 1-1,0-1 1,0 0 0,0 0 0,0 0 0,0 0 0,0-1 0,7-1 0,3-1-47,1-1 1,-1 0-1,0-1 1,-1-1 0,20-10-1,-23 11-168,-1-2 0,0 1 0,0-1-1,-1-1 1,1 0 0,-2 0 0,1 0 0,-1-1-1,-1 0 1,1-1 0,-1 1 0,-1-1 0,0 0-1,0 0 1,-1-1 0,4-17 0,-6 22-219,-1-1 1,0 1 0,0 0-1,-1 0 1,0-1 0,0 1-1,0 0 1,-1-1 0,0 1-1,0 0 1,0 0 0,-1 0-1,0 0 1,0 0 0,-1 0-1,1 0 1,-1 1-1,-1-1 1,1 1 0,-1 0-1,0 0 1,0 0 0,0 0-1,-1 1 1,1 0 0,-1 0-1,0 0 1,-1 0 0,1 1-1,-11-5 1,7 4-72,0 0 0,0 1 0,0 1 1,0-1-1,0 1 0,0 1 0,-1 0 1,1 0-1,-1 1 0,1 0 0,-1 1 0,1 0 1,0 0-1,-1 1 0,-15 5 0,-9 9-1352</inkml:trace>
</inkml:ink>
</file>

<file path=ppt/ink/ink6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9:03.081"/>
    </inkml:context>
    <inkml:brush xml:id="br0">
      <inkml:brushProperty name="width" value="0.05" units="cm"/>
      <inkml:brushProperty name="height" value="0.05" units="cm"/>
    </inkml:brush>
  </inkml:definitions>
  <inkml:trace contextRef="#ctx0" brushRef="#br0">69 1 1408,'-8'48'-600,"1"7"184,-1-3 288,0-3 64,0-8 200,-1-2 160,2-7 256,1-3 120,3-6 361,-2-3 135,5-9-1720</inkml:trace>
</inkml:ink>
</file>

<file path=ppt/ink/ink6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9:03.539"/>
    </inkml:context>
    <inkml:brush xml:id="br0">
      <inkml:brushProperty name="width" value="0.05" units="cm"/>
      <inkml:brushProperty name="height" value="0.05" units="cm"/>
    </inkml:brush>
  </inkml:definitions>
  <inkml:trace contextRef="#ctx0" brushRef="#br0">1 235 10298,'0'-1'27,"0"1"0,0-1 0,0 1 0,0-1 0,0 1-1,0 0 1,1-1 0,-1 1 0,0-1 0,0 1 0,1-1 0,-1 1-1,0 0 1,1-1 0,-1 1 0,0 0 0,1-1 0,-1 1 0,0 0-1,1-1 1,-1 1 0,1 0 0,-1 0 0,1 0 0,-1-1 0,0 1-1,1 0 1,-1 0 0,1 0 0,-1 0 0,1 0 0,-1 0 0,1 0-1,-1 0 1,1 0 0,-1 0 0,1 0 0,-1 0 0,1 0 0,-1 0 0,1 0-1,-1 1 1,1-1 0,-1 0 0,0 0 0,1 1 0,-1-1 0,1 0-1,-1 0 1,0 1 0,1-1 0,-1 0 0,0 1 0,1-1 0,-1 1-1,0-1 1,1 1 0,21 26-1050,9 27 42,62 82 0,-76-115 1448,1-1 0,0 0 0,2-1 0,0-1 0,1-1 0,32 20 0,-52-37-55,-1 1 0,1-1 0,0 1 0,0-1 0,0 0 0,0 1 0,0-1 0,0 0 0,0 0 0,0 0 0,0 0 0,0 0 0,0 0 0,0 0 0,0 0 0,0 0 0,1 0 0,13-11 1459,-11 7-1771,-1-1 1,0 0-1,0 1 1,0-1-1,2-7 1,15-47 249,-3 0-1,-2-1 0,11-90 1,0-2-732,-17 110-501,-3 8-1340</inkml:trace>
</inkml:ink>
</file>

<file path=ppt/ink/ink6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8:30.997"/>
    </inkml:context>
    <inkml:brush xml:id="br0">
      <inkml:brushProperty name="width" value="0.05" units="cm"/>
      <inkml:brushProperty name="height" value="0.05" units="cm"/>
      <inkml:brushProperty name="color" value="#004F8B"/>
    </inkml:brush>
  </inkml:definitions>
  <inkml:trace contextRef="#ctx0" brushRef="#br0">453 140 3625,'0'-2'10165,"-1"-18"-9211,1 11-911,0 7-30,0-1 0,0 0 0,0 0 0,-1 0 0,1 1-1,-1-1 1,1 0 0,-1 1 0,0-1 0,-2-4 0,-11-6-572,-21-19 264,34 30 267,-1 1 1,1-1-1,-1 1 0,1-1 1,-1 1-1,0 0 0,0 0 0,1-1 1,-1 1-1,0 1 0,0-1 1,0 0-1,0 0 0,0 1 1,-4-1-1,-3-1-42,3 0-13,1 0 1,-1 0 0,0 1 0,0 0 0,0 0 0,0 1-1,-1 0 1,1 0 0,0 0 0,0 1 0,0-1 0,0 1-1,0 1 1,0-1 0,0 1 0,1 0 0,-11 6-1,-2 2-330,1 1-1,1 1 0,-30 26 0,31-25 157,4-1 135,1 0-1,-1 0 1,2 1-1,-9 14 1,-3 5 39,15-23 76,0 0-1,1 1 0,0 0 0,0 0 0,1 0 1,1 0-1,0 1 0,0 0 0,1-1 1,1 1-1,-1 0 0,2 0 0,-1 0 0,2 0 1,-1 0-1,4 14 0,-3-17 94,1-1 0,0 0 1,0 0-1,1 0 0,0 0 0,0 0 1,0-1-1,1 1 0,0-1 0,1 0 0,-1 0 1,1 0-1,0-1 0,0 1 0,1-1 1,0-1-1,0 1 0,0-1 0,0 0 0,1 0 1,-1-1-1,1 0 0,0 0 0,12 3 0,-5-3 154,-1-1-1,1 0 0,0-1 0,0-1 0,0 0 0,0-1 0,0 0 0,-1-1 0,1-1 0,0 0 0,-1 0 0,0-2 0,22-10 0,-26 12-143,-1-2-1,0 1 0,0-1 1,0-1-1,-1 1 0,0-1 1,0 0-1,0-1 0,-1 0 0,0 0 1,0 0-1,-1-1 0,0 0 1,0 0-1,-1 0 0,0 0 1,0-1-1,-1 1 0,0-1 1,0 0-1,1-14 0,-4 22-152,0 0-1,0 0 1,0-1 0,0 1-1,0 0 1,0 0-1,0-1 1,-1 1-1,1 0 1,0 0 0,-1 0-1,1 0 1,-1-1-1,1 1 1,-1 0-1,0 0 1,1 0 0,-1 0-1,0 0 1,0 0-1,0 0 1,-1-1-1,0 1-76,-1-1-1,0 0 1,0 1-1,1 0 1,-1 0-1,0 0 1,0 0-1,0 0 1,-3 0-1,-6-1-213,0 1 1,-1 1-1,-17 1 0,5 2-10,-40 10 0,63-13 337,4 1 153,0 0 1,0-1 0,0 1-1,0-1 1,0 1-1,0-1 1,0 0-1,0 0 1,0 0 0,1 0-1,-1 0 1,2-1-1,44-5-38,-14 2-11,117-2-13,-150 6 39,0 0-159,-1-1 0,1 1-1,-1 0 1,1 0 0,0 0 0,-1 0-1,1 0 1,-1 0 0,1 0 0,-1 0 0,1 0-1,-1 0 1,1 0 0,-1 1 0,1-1 0,-1 0-1,1 0 1,-1 0 0,1 1 0,-1-1-1,1 0 1,-1 1 0,0-1 0,1 0 0,-1 1-1,1-1 1,-1 0 0,0 1 0,1-1-1,-1 1 1,0-1 0,0 1 0,1-1 0,-1 1-1,0-1 1,0 1 0,1 0 0,3 18-6,0 1 1,-1-1-1,-1 1 1,-1 21-1,-6 89-80,0-42 75,-5 44 290,10-131-113,0 4 2450</inkml:trace>
</inkml:ink>
</file>

<file path=ppt/ink/ink6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8:31.342"/>
    </inkml:context>
    <inkml:brush xml:id="br0">
      <inkml:brushProperty name="width" value="0.05" units="cm"/>
      <inkml:brushProperty name="height" value="0.05" units="cm"/>
      <inkml:brushProperty name="color" value="#004F8B"/>
    </inkml:brush>
  </inkml:definitions>
  <inkml:trace contextRef="#ctx0" brushRef="#br0">14 1 8050,'0'0'3782,"0"6"-8474,-6 135 2224,-1 11 4644,9-139-1706,2-8-1435</inkml:trace>
</inkml:ink>
</file>

<file path=ppt/ink/ink6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8:31.639"/>
    </inkml:context>
    <inkml:brush xml:id="br0">
      <inkml:brushProperty name="width" value="0.05" units="cm"/>
      <inkml:brushProperty name="height" value="0.05" units="cm"/>
      <inkml:brushProperty name="color" value="#004F8B"/>
    </inkml:brush>
  </inkml:definitions>
  <inkml:trace contextRef="#ctx0" brushRef="#br0">4 86 4289,'-1'0'93,"1"0"-1,0 0 1,0 0-1,0 0 1,-1 0-1,1 0 1,0 0 0,0 0-1,0 0 1,0-1-1,0 1 1,-1 0 0,1 0-1,0 0 1,0 0-1,0 0 1,0-1 0,0 1-1,0 0 1,-1 0-1,1 0 1,0-1-1,0 1 1,0 0 0,0 0-1,0 0 1,0-1-1,0 1 1,0 0 0,0 0-1,0 0 1,0-1-1,0 1 1,0 0 0,0 0-1,0 0 1,0-1-1,0 1 1,1 0 0,-1 0-1,0 0 1,0-1-1,0 1 1,0 0-1,0 0 1,0 0 0,0 0-1,1 0 1,-1-1-1,0 1 1,0 0 0,0 0-1,1 0 1,14-19 1592,-11 16-1447,-1 0 1,1-1-1,-1 0 1,0 1 0,0-1-1,-1 0 1,1-1-1,-1 1 1,0 0-1,0-1 1,0 0-1,1-4 1,-14 8-3906,-21 2 2213</inkml:trace>
</inkml:ink>
</file>

<file path=ppt/ink/ink6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8:33.161"/>
    </inkml:context>
    <inkml:brush xml:id="br0">
      <inkml:brushProperty name="width" value="0.05" units="cm"/>
      <inkml:brushProperty name="height" value="0.05" units="cm"/>
      <inkml:brushProperty name="color" value="#004F8B"/>
    </inkml:brush>
  </inkml:definitions>
  <inkml:trace contextRef="#ctx0" brushRef="#br0">1 57 7186,'0'0'3038,"0"8"-6327,8 106 1329,-6-61 2287,13 77 11261,-11-133-9163,6-8-2190,-2 0 1,0 0-1,0-1 1,11-23-1,16-24-508,-22 42-155,0 1 0,1 1 0,1 0 0,0 1 0,1 0 0,0 1 0,36-20 0,-35 24-316,0 0-1,1 2 0,0 0 1,0 1-1,1 1 1,0 0-1,0 2 1,34-3-1,-47 6 183,-5-1 545,-1 1-1,1 0 0,0 0 1,0 0-1,-1 0 1,1 0-1,0 0 1,-1 0-1,1 0 1,0 0-1,0 0 0,-1 0 1,1 0-1,0 0 1,-1 0-1,1 1 1,0-1-1,-1 0 1,1 1-1,0-1 1,0 1-1,-1 0-224,1 0-1,-1-1 1,0 1-1,1 0 1,-1 0 0,0 0-1,0 0 1,1 0-1,-1 0 1,0 0 0,0 0-1,0 0 1,0 0-1,0 0 1,0 0-1,-1 1 1,-1 14 204,-2 4 298,2-1 0,0 40 0,2-58-113,0 0 1,0 0 0,0-1 0,0 1 0,0 0-1,1 0 1,-1-1 0,0 1 0,1 0-1,-1-1 1,0 1 0,1 0 0,-1-1 0,1 1-1,-1 0 1,1-1 0,-1 1 0,1-1 0,0 1-1,-1-1 1,1 1 0,-1-1 0,1 1 0,0-1-1,0 0 1,-1 1 0,2-1 0,0 1 138,1-1 0,0 0 0,-1 1 0,1-1 0,-1 0 0,1 0-1,-1-1 1,5 0 0,3-1 208,-1-1-1,1 0 1,12-6-1,-16 6-361,0 0 0,-1-1 0,1 0 0,-1 0 0,0 0 0,0-1 0,-1 1 0,1-1 0,4-6 0,-7 7-79,0 1 1,1 0-1,-1-1 1,0 0-1,-1 0 1,1 1 0,-1-1-1,0 0 1,0 0-1,0 0 1,0 0 0,-1-1-1,1 1 1,-1 0-1,-1-7 1,1 10-137,0 0 0,-1 0-1,1 0 1,0 0 0,-1 1 0,1-1 0,-1 0-1,1 0 1,-1 1 0,1-1 0,-1 0 0,0 1 0,1-1-1,-1 1 1,0-1 0,1 1 0,-1-1 0,0 1 0,0-1-1,1 1 1,-1 0 0,0-1 0,0 1 0,0 0 0,0 0-1,0-1 1,1 1 0,-1 0 0,-2 0 0,-25 2-1073,24-2 1263,-1 1-217,1 0 0,-1 1 0,0-1 0,0 1 0,1 0 0,-1 0 0,1 1 0,-1-1 0,1 1 0,0 0 0,0 0 0,0 1 0,0-1 0,-3 5 0,-2 2-5,1 1 1,0 0-1,-11 20 1,6-7 92,-17 47 0,27-64 58,0 1 0,1 0 0,0 0-1,1 0 1,0 0 0,0 0 0,1 0 0,0 0 0,0 0 0,3 14 0,-2-18 25,1-1 0,-1 1 1,1-1-1,0 0 1,0 0-1,0 0 0,0 0 1,1 0-1,-1 0 0,1-1 1,0 1-1,-1-1 0,1 1 1,0-1-1,1 0 1,-1 0-1,0-1 0,1 1 1,-1-1-1,0 1 0,1-1 1,0 0-1,6 0 0,7 3 73,0-2 0,1 0 0,27-2 0,-22-1-771,-1 0 0,0-2 0,1 0 0,-1-2 0,-1 0 0,1-2 0,35-15 0,-47 17 401,0 0-1,-1 0 0,1-1 0,-1 0 0,0-1 0,-1 0 0,1-1 1,-1 1-1,-1-2 0,0 1 0,0-1 0,0 0 0,-1 0 0,-1-1 0,0 0 1,0 0-1,4-14 0,-4 8 753,-2 0-1,0 0 1,2-32 0,-5 39 18,0 1 0,0-1 0,-1 0 0,0 0 1,0 1-1,-1-1 0,0 1 0,-7-16 1,8 22 361,-12 15-5369,10-7 4270,0 0 0,1 0 0,-1 1 0,2-1 0,-1 1 0,1-1 0,0 1 0,0-1-1,1 8 1,-2 7 48,-11 210 10064,13-240-7043,-1-6-2739,1-1-1,0 0 1,1 1 0,1-1 0,0 1-1,6-19 1,-4 23-219,-1 1 0,2 0 0,-1 1 0,1-1 0,1 1 0,0 0 0,0 0 0,0 0 0,1 1 0,14-12-1,-13 12 10,1 1-1,0 0 0,0 1 0,1 0 0,0 1 0,0 0 0,0 0 0,1 1 0,0 0 0,0 1 0,0 0 0,12-1 0,-17 3 56,1 1 0,-1 0 0,0 0 1,1 0-1,-1 1 0,0 0 0,0 0 0,0 1 0,1-1 0,-1 1 0,-1 1 0,1-1 0,0 1 0,-1 0 0,1 0 0,-1 1 0,0 0 0,0-1 0,0 2 1,-1-1-1,1 1 0,6 9 0,-4-6-5,-2 1 1,1 0-1,-1 0 1,-1 1-1,0-1 1,0 1 0,0 0-1,-2 0 1,1 0-1,-1 1 1,1 12-1,-3-3 48,-1 0 1,0 0-1,-1-1 0,-10 39 0,12-57-14,0 0 0,0 0-1,-1-1 1,1 1 0,0 0-1,0 0 1,0 0 0,0-1-1,0 1 1,0 0 0,0 0-1,0 0 1,0-1 0,1 1-1,-1 0 1,0 0 0,1-1-1,-1 1 1,0 0 0,1 0-1,-1-1 1,1 1 0,-1 0-1,1-1 1,-1 1-1,1-1 1,-1 1 0,1-1-1,0 1 1,-1-1 0,1 1-1,0-1 1,-1 1 0,1-1-1,0 0 1,0 1 0,-1-1-1,1 0 1,0 0 0,0 0-1,0 0 1,-1 1 0,1-1-1,1 0 1,7 0-265,-1-1 0,1 1 0,15-4 0,-15 3-151,61-12-2829</inkml:trace>
</inkml:ink>
</file>

<file path=ppt/ink/ink6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8:33.690"/>
    </inkml:context>
    <inkml:brush xml:id="br0">
      <inkml:brushProperty name="width" value="0.05" units="cm"/>
      <inkml:brushProperty name="height" value="0.05" units="cm"/>
      <inkml:brushProperty name="color" value="#004F8B"/>
    </inkml:brush>
  </inkml:definitions>
  <inkml:trace contextRef="#ctx0" brushRef="#br0">0 19 5465,'0'0'11112,"1"-9"-8217,0-1-8569</inkml:trace>
</inkml:ink>
</file>

<file path=ppt/ink/ink6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8:34.030"/>
    </inkml:context>
    <inkml:brush xml:id="br0">
      <inkml:brushProperty name="width" value="0.05" units="cm"/>
      <inkml:brushProperty name="height" value="0.05" units="cm"/>
      <inkml:brushProperty name="color" value="#004F8B"/>
    </inkml:brush>
  </inkml:definitions>
  <inkml:trace contextRef="#ctx0" brushRef="#br0">0 46 1320,'6'9'12991,"-5"-9"-12858,-1 0 0,1 0 0,0-1 0,-1 1 0,1 0 0,-1-1 1,1 1-1,-1 0 0,1-1 0,-1 1 0,1 0 0,-1-1 0,1 1 0,-1-1 0,0 1 0,1-1 0,-1 1 0,0-1 0,1 0 0,-1 1 1,0-1-1,0 1 0,1-1 0,-1 0 0,0 1 0,0-1 0,0 1 0,0-1 0,0 0 0,0 1 0,0-2 0,8-29-374,-6 23-218</inkml:trace>
</inkml:ink>
</file>

<file path=ppt/ink/ink6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8:35.200"/>
    </inkml:context>
    <inkml:brush xml:id="br0">
      <inkml:brushProperty name="width" value="0.05" units="cm"/>
      <inkml:brushProperty name="height" value="0.05" units="cm"/>
      <inkml:brushProperty name="color" value="#004F8B"/>
    </inkml:brush>
  </inkml:definitions>
  <inkml:trace contextRef="#ctx0" brushRef="#br0">18 63 4761,'1'-12'2968,"-1"-4"691,-3 27-4746,-6 62 888,3 0 0,6 115 1,3-208 9535,16-78-8863,-14 75-668,0-1 1,2 1-1,1 0 0,17-36 0,-21 52 65,0 1-1,0-1 0,1 1 0,0 0 1,0 0-1,0 0 0,1 0 0,6-4 1,-8 7 31,0 1 1,0-1 0,0 1 0,0 0 0,1 0 0,-1 1-1,1-1 1,-1 1 0,1 0 0,-1 0 0,1 1 0,0-1-1,-1 1 1,9 0 0,-7 2 23,-1-1 0,0 0 1,1 1-1,-1 0 0,0 0 0,0 1 0,0-1 0,0 1 0,-1 0 1,1 0-1,-1 1 0,1-1 0,-1 1 0,0 0 0,-1 0 0,1 0 1,-1 1-1,0 0 0,0-1 0,5 11 0,-2-2 68,0 0-1,0 1 0,-2 0 0,1 0 1,-2 1-1,4 23 0,-7-31 21,1-2 6,0-1 0,-1 0 0,0 1 0,0-1 0,0 1 0,0-1 0,-1 1 0,-2 8 3142,2-17-2211,-1-3-928,1 0 0,-1-1 0,1 1 0,1 0 0,0-1 0,0 1 1,0 0-1,1 0 0,0-1 0,0 1 0,1 0 0,0 0 0,0 0 1,1 0-1,-1 0 0,2 1 0,-1-1 0,6-7 0,-3 4-207,1 0 0,0 1 0,1-1 0,0 1 0,0 1 0,1 0 0,0 0 0,0 0 0,1 1 0,19-10 0,-15 11 52,0 0 1,0 1-1,1 1 0,0 1 0,0 0 0,0 1 1,0 0-1,0 1 0,0 1 0,25 3 0,-35-3 78,1 1-1,0 1 1,0-1-1,-1 1 1,1 0 0,-1 1-1,1-1 1,-1 1-1,0 0 1,0 0-1,0 1 1,8 6-1,-10-6 40,0 0-1,0 0 1,0 1-1,0-1 1,-1 1-1,0-1 0,0 1 1,0 0-1,-1-1 1,1 1-1,-1 0 1,0 0-1,-1 0 1,1 0-1,-1 0 1,0 0-1,0 6 0,-8 41 210,5-43-598,1 0-1,1 0 1,0 1-1,0-1 1,1 1-1,1 13 1,3-4-2145</inkml:trace>
</inkml:ink>
</file>

<file path=ppt/ink/ink6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8:35.864"/>
    </inkml:context>
    <inkml:brush xml:id="br0">
      <inkml:brushProperty name="width" value="0.05" units="cm"/>
      <inkml:brushProperty name="height" value="0.05" units="cm"/>
      <inkml:brushProperty name="color" value="#004F8B"/>
    </inkml:brush>
  </inkml:definitions>
  <inkml:trace contextRef="#ctx0" brushRef="#br0">384 33 5553,'-3'-2'204,"1"-1"0,-1 1 0,0 0 0,1 0 0,-1 0-1,0 0 1,0 0 0,0 1 0,-1-1 0,1 1 0,0 0 0,-1 0 0,1 0 0,-6 0-1,-54-4-459,46 4 357,-2 0-20,0 0 0,0 2 0,1 0 0,-35 6 0,48-6-158,-1 1 0,0 0 0,1 0 1,-1 1-1,1 0 0,0 0 1,0 0-1,0 0 0,0 1 1,1-1-1,-1 1 0,1 1 1,0-1-1,0 0 0,0 1 1,1 0-1,0 0 0,0 0 1,-3 7-1,0 3 51,0-1 1,2 1-1,0 0 1,0 1-1,2-1 1,-2 17-1,3-21 152,1 0-1,0 0 1,0 0-1,1 0 1,1 0-1,0 0 1,0-1-1,1 1 1,6 14-1,-8-22 10,1 0 0,0 0 0,0 0 0,0 0 0,0 0 0,0-1 0,1 1 0,-1-1-1,1 1 1,-1-1 0,1 0 0,0 0 0,0 0 0,0 0 0,1-1 0,-1 1 0,0-1 0,0 0 0,1 0 0,-1 0 0,1 0 0,-1-1-1,1 1 1,-1-1 0,1 0 0,-1 0 0,1 0 0,-1-1 0,1 1 0,-1-1 0,1 0 0,3-1 0,2 0 159,0-1 0,0-1 1,-1 0-1,1 0 0,-1 0 0,0-1 1,0 0-1,0-1 0,-1 0 0,13-13 1,-1-5 51,-2 0 1,-1-2-1,-1 0 0,22-53 1,2-1-101,-37 96-7500,-2 80 6801,-6-34 440,3-40 157,0 0 0,2-1 0,1 1 1,2 26-1,-1-47-183,-1 1 0,0-1-1,1 1 1,-1-1 0,1 1 0,-1-1 0,1 1 0,-1-1 0,1 0 0,0 1 0,0-1 0,1 1 0,9 9-1107</inkml:trace>
</inkml:ink>
</file>

<file path=ppt/ink/ink6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8:36.357"/>
    </inkml:context>
    <inkml:brush xml:id="br0">
      <inkml:brushProperty name="width" value="0.05" units="cm"/>
      <inkml:brushProperty name="height" value="0.05" units="cm"/>
      <inkml:brushProperty name="color" value="#004F8B"/>
    </inkml:brush>
  </inkml:definitions>
  <inkml:trace contextRef="#ctx0" brushRef="#br0">137 0 4585,'-16'1'1476,"-17"2"-1524,33-3 49,-1 0-1,0 0 1,1 0-1,-1 0 1,0 0-1,1 0 1,-1 0-1,0 0 1,1 0-1,-1 0 1,1 0-1,-1 1 0,0-1 1,1 0-1,-1 0 1,1 1-1,-1-1 1,0 0-1,1 1 1,-1-1-1,1 1 1,-1-1-1,1 1 1,-1-1-1,1 1 1,0-1-1,-1 1 1,1-1-1,0 1 1,-1 0-1,1-1 1,0 1-1,0-1 1,0 1-1,-1 0 0,1-1 1,0 2-1,-2 6 73,-2 0-37,2-6-16,1 1 1,0 0 0,0-1 0,0 1-1,0 0 1,0 0 0,0 0 0,1-1 0,-1 1-1,1 5 1,1-3 41,-1-1 0,2 1-1,-1 0 1,0 0 0,1 0 0,0-1-1,0 1 1,1-1 0,-1 1 0,1-1-1,4 6 1,40 45 487,-40-48-516,3 4 40,-1-2-152,-1 0 0,0 0-1,0 1 1,12 21 0,-19-29 64,0 0 0,0 1 0,0-1-1,0 0 1,-1 0 0,1 0 0,-1 1 0,1-1 0,-1 0 0,0 0 0,0 1 0,0-1 0,0 0 0,0 0 0,0 1 0,-1-1 0,1 0 0,-1 0 0,1 1 0,-1-1 0,0 0 0,0 0 0,0 0 0,0 0 0,-1 0-1,1 0 1,0 0 0,-1-1 0,1 1 0,-1 0 0,0-1 0,1 1 0,-5 1 0,-1 2 113,-1-1 0,0 0 1,0 0-1,0-1 0,0 0 0,-1-1 0,1 0 0,-15 2 0,17-3 155,-1 0 0,1 0 0,-1-1-1,1 0 1,0-1 0,-1 1 0,1-1-1,0-1 1,0 1 0,-1-1 0,1 0-1,-8-4 1,13 5 509,1-1-736,0-1 0,0 1 1,0-1-1,1 1 0,-1 0 1,1-1-1,0 1 0,0 0 1,0-1-1,0 1 0,0 0 1,3-4-1,-2 2-143,19-17-2677</inkml:trace>
</inkml:ink>
</file>

<file path=ppt/ink/ink6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8:36.854"/>
    </inkml:context>
    <inkml:brush xml:id="br0">
      <inkml:brushProperty name="width" value="0.05" units="cm"/>
      <inkml:brushProperty name="height" value="0.05" units="cm"/>
      <inkml:brushProperty name="color" value="#004F8B"/>
    </inkml:brush>
  </inkml:definitions>
  <inkml:trace contextRef="#ctx0" brushRef="#br0">232 6 2112,'-8'-2'250,"0"1"-1,0 0 1,0 0-1,0 0 1,0 1-1,0 0 1,0 1-1,0 0 1,0 0-1,-13 4 1,18-4-237,1 0 0,0-1 0,-1 1 1,1 0-1,0 0 0,0 0 0,0 1 0,0-1 1,0 0-1,0 1 0,0-1 0,0 1 0,0 0 1,1 0-1,-1 0 0,1-1 0,-1 1 1,1 1-1,0-1 0,0 0 0,0 0 0,0 0 1,0 1-1,1-1 0,-1 0 0,0 1 0,1-1 1,0 0-1,0 1 0,-1-1 0,2 1 0,-1-1 1,0 1-1,0-1 0,1 0 0,-1 1 1,1-1-1,0 0 0,1 4 0,4 9 573,2 0 0,0 0 0,0-1 0,20 24 0,-16-22-304,-1 0 1,19 36-1,-27-46-261,0 0-1,-1 0 1,0 1-1,0-1 1,-1 0 0,1 1-1,-1-1 1,-1 1-1,1 7 1,-2-11-6,1-1 1,-1 1-1,1-1 0,-1 1 1,0-1-1,0 1 0,0-1 1,0 1-1,-1-1 0,1 0 0,-1 0 1,1 0-1,-1 1 0,0-1 1,0-1-1,0 1 0,0 0 1,0 0-1,0-1 0,0 1 1,0-1-1,-1 0 0,1 0 0,-1 0 1,-2 1-1,-16 4 305,1 0-1,-1-2 1,-1-1-1,1 0 1,0-1-1,-28-2 3603,52-3-2891,6-5-1357,1 1 1,1 0-1,-1 1 1,20-9 0,11-4-1833</inkml:trace>
</inkml:ink>
</file>

<file path=ppt/ink/ink6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8:37.418"/>
    </inkml:context>
    <inkml:brush xml:id="br0">
      <inkml:brushProperty name="width" value="0.05" units="cm"/>
      <inkml:brushProperty name="height" value="0.05" units="cm"/>
      <inkml:brushProperty name="color" value="#004F8B"/>
    </inkml:brush>
  </inkml:definitions>
  <inkml:trace contextRef="#ctx0" brushRef="#br0">224 1 4033,'0'0'677,"-13"2"933,5 2-1673,0 0 0,0 1 1,0 0-1,1 0 0,0 1 0,0 0 0,1 0 1,-1 0-1,1 1 0,-10 15 0,-3 4 56,2 1 0,0 0-1,-18 45 1,28-57 87,1 2 1,1-1-1,1 1 0,0-1 1,1 1-1,0 0 0,2 0 0,0 23 1,1-36 35,0 0 1,1 0 0,0-1 0,-1 1-1,1 0 1,1 0 0,-1-1-1,0 1 1,1-1 0,0 1-1,0-1 1,0 1 0,0-1 0,1 0-1,-1 0 1,1 0 0,3 2-1,-1 0 44,1-2-1,0 1 0,0-1 1,0 0-1,0 0 0,0 0 1,0-1-1,1 0 0,7 1 1,22 4-631</inkml:trace>
</inkml:ink>
</file>

<file path=ppt/ink/ink6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8:38.152"/>
    </inkml:context>
    <inkml:brush xml:id="br0">
      <inkml:brushProperty name="width" value="0.05" units="cm"/>
      <inkml:brushProperty name="height" value="0.05" units="cm"/>
      <inkml:brushProperty name="color" value="#004F8B"/>
    </inkml:brush>
  </inkml:definitions>
  <inkml:trace contextRef="#ctx0" brushRef="#br0">106 2 3457,'-2'-1'10,"0"1"1,0 0-1,0-1 0,-1 1 1,1 0-1,0 0 1,0 0-1,0 1 0,0-1 1,-1 0-1,1 1 1,0-1-1,0 1 0,0 0 1,0 0-1,0 0 1,0 0-1,0 0 0,1 0 1,-4 3-1,0-1-47,2-1-44,0 1 0,0-1 0,1 0-1,-1 1 1,1 0 0,0-1 0,0 1 0,0 0-1,0 0 1,0 0 0,1 1 0,-1-1 0,1 0 0,-1 5-1,-10 46 278,12-49-193,-5 24 344,2-1 0,1 1 0,3 53 1,0-102 7548,7-4-3381,22-30-2463,-19 39-2386,1 0 0,0 1 1,1 0-1,27-22 0,-24 25 76,0 0 0,1 1 0,29-13 0,-38 20 158,0 0 0,0 0 0,0 1 0,0 0 0,0 0 0,0 1 0,0 0 1,0 1-1,1 0 0,-1 0 0,11 2 0,-15-1 36,0 1 0,0 0 0,0-1 0,0 2 0,-1-1 0,1 0 0,-1 1 0,1 0 0,-1-1 0,0 1 0,0 1 0,0-1 0,0 0 0,-1 1 0,1-1 0,-1 1-1,0 0 1,0 0 0,0 0 0,-1 0 0,1 0 0,-1 0 0,1 7 0,2 5 37,-1 0 1,-1 1-1,-1-1 0,0 31 0,-4-29-248,-1-8 828,4-10-504,0 0 0,0 0 0,0 0 0,0 0 0,0 0 1,0 0-1,0 1 0,0-1 0,0 0 0,0 0 0,0 0 0,0 0 0,0 0 0,0 0 1,0 0-1,0 0 0,0 0 0,0 0 0,0 0 0,-1 0 0,1 0 0,0 0 0,0 0 1,0 0-1,0 0 0,0 0 0,0 0 0,0 1 0,0-1 0,0 0 0,0 0 0,0 0 1,-1 0-1,1 0 0,0 0 0,0 0 0,0 0 0,0-1 0,0 1 0,0 0 0,0 0 1,0 0-1,0 0 0,0 0 0,0 0 0,-1 0 0,1 0 0,0 0 0,0 0 0,0 0 1,0 0-1,0 0 0,0 0 0,0 0 0,0 0 0,0 0 0,0 0 0,0-1 1,0 1-1,0 0 0,0 0 0,0 0 0,0 0 0,0 0 0,-2-5-28,0-1 0,0 1 0,1-1 0,0 0 0,0 1 0,1-1 0,-1 0 0,1 0-1,1 1 1,-1-1 0,1 0 0,0 1 0,0-1 0,0 0 0,1 1 0,0 0 0,0-1 0,4-5 0,-3 3-175,1 0 0,1 0 0,0 0 0,0 1-1,0 0 1,1 0 0,0 0 0,0 1 0,1-1 0,0 2 0,11-9 0,-10 10 81,2-1 0,-1 1 0,0 1 0,1 0 0,0 0 0,0 1 0,-1 0 0,1 1 0,1 0 0,-1 0 0,0 1 0,0 1 0,0-1 0,0 2 0,0-1 0,0 1-1,-1 1 1,12 4 0,-14-5 45,-1 1 0,0 0 0,0 0 0,0 1-1,0 0 1,-1 0 0,1 0 0,-1 0-1,0 1 1,0 0 0,-1 0 0,1 1 0,-1-1-1,0 1 1,-1 0 0,1 0 0,-1 0 0,-1 0-1,1 0 1,-1 1 0,0 0 0,0-1-1,-1 1 1,0 0 0,0 0 0,0-1 0,-1 10-1,-1-5-123,0 0-1,-1 0 0,0-1 1,-1 1-1,0-1 0,0 1 0,-10 18 1</inkml:trace>
</inkml:ink>
</file>

<file path=ppt/ink/ink6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8:38.403"/>
    </inkml:context>
    <inkml:brush xml:id="br0">
      <inkml:brushProperty name="width" value="0.05" units="cm"/>
      <inkml:brushProperty name="height" value="0.05" units="cm"/>
      <inkml:brushProperty name="color" value="#004F8B"/>
    </inkml:brush>
  </inkml:definitions>
  <inkml:trace contextRef="#ctx0" brushRef="#br0">93 1 5697,'0'0'1745,"0"1"-1369,14 29 232,-10-12 40,1 7 192,-1 3-72,-3 6-120,-1 5-15,0 8-313,-2 6-56,-4 7 0,0 2 0,-6-2 40,0-3-16,-7-5-8,-5-5-384,-16 3-1968</inkml:trace>
</inkml:ink>
</file>

<file path=ppt/ink/ink6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9:15.045"/>
    </inkml:context>
    <inkml:brush xml:id="br0">
      <inkml:brushProperty name="width" value="0.1" units="cm"/>
      <inkml:brushProperty name="height" value="0.1" units="cm"/>
      <inkml:brushProperty name="color" value="#004F8B"/>
    </inkml:brush>
  </inkml:definitions>
  <inkml:trace contextRef="#ctx0" brushRef="#br0">113 11 1136,'0'0'1214,"-15"2"352,-75 15 723,83-15 885,10-1-3079,10 2 82,0-1 1,0-1-1,0 0 0,0-1 1,18-1-1,73-12 493,-58 6-364,104-11 571,-148 18-852</inkml:trace>
</inkml:ink>
</file>

<file path=ppt/ink/ink6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9:15.602"/>
    </inkml:context>
    <inkml:brush xml:id="br0">
      <inkml:brushProperty name="width" value="0.1" units="cm"/>
      <inkml:brushProperty name="height" value="0.1" units="cm"/>
      <inkml:brushProperty name="color" value="#004F8B"/>
    </inkml:brush>
  </inkml:definitions>
  <inkml:trace contextRef="#ctx0" brushRef="#br0">1 50 1896,'0'0'10044,"4"0"-10843,268-34 2270,-168 18-676,-102 16-764</inkml:trace>
</inkml:ink>
</file>

<file path=ppt/ink/ink6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9:16.411"/>
    </inkml:context>
    <inkml:brush xml:id="br0">
      <inkml:brushProperty name="width" value="0.1" units="cm"/>
      <inkml:brushProperty name="height" value="0.1" units="cm"/>
      <inkml:brushProperty name="color" value="#004F8B"/>
    </inkml:brush>
  </inkml:definitions>
  <inkml:trace contextRef="#ctx0" brushRef="#br0">69 125 5297,'-1'-3'446,"0"1"0,0-1 1,1 0-1,-1 0 0,1 0 0,0 0 0,0 0 1,0 0-1,0 0 0,0 0 0,1 0 0,-1 0 0,2-3 1,0 3-315,0 0 0,0 0 0,0 0 0,0 0 0,1 1 0,-1-1 0,1 1 0,-1 0 0,1-1 0,0 1 0,4-2 0,8-3-138,0-1 1,1 2-1,0 0 1,0 1-1,0 1 0,0 0 1,1 1-1,0 1 0,0 0 1,0 2-1,-1 0 0,21 2 1,-35-2-66,1 0 1,0 1-1,0-1 1,-1 1-1,1-1 1,0 1-1,-1 0 1,1 0-1,-1 0 1,1 0-1,-1 0 1,1 1-1,-1-1 1,0 1-1,0-1 0,1 1 1,-1 0-1,-1 0 1,1 0-1,0 0 1,0 0-1,-1 1 1,1-1-1,-1 0 1,0 1-1,1-1 1,-1 1-1,-1 0 1,1-1-1,0 1 1,0 0-1,-1-1 1,0 1-1,1 0 1,-1 0-1,0-1 1,-1 6-1,0 1 22,-1 0 1,-1 0-1,1 0 0,-1 0 1,-1 0-1,1 0 0,-1-1 1,-1 0-1,0 0 0,-6 8 0,-20 23 5,-2-2 0,-58 53 0,-86 53 188,164-131-176,13-12 66,-1 0 0,1 0 1,0 0-1,-1 1 1,1-1-1,0 0 0,-1 0 1,1 1-1,0-1 1,-1 0-1,1 1 0,0-1 1,-1 0-1,1 1 1,0-1-1,0 0 1,0 1-1,-1-1 0,1 1 1,0-1-1,0 0 1,0 1-1,0-1 0,0 1 1,0-1-1,0 1 1,0-1-1,0 0 0,0 1 1,0-1-1,0 2 1,18 0 119,1 0 1,0-2-1,0 0 1,-1 0-1,1-2 1,32-7-1,7 1-62,175-24 22,-218 31-1083</inkml:trace>
</inkml:ink>
</file>

<file path=ppt/ink/ink6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9:16.748"/>
    </inkml:context>
    <inkml:brush xml:id="br0">
      <inkml:brushProperty name="width" value="0.1" units="cm"/>
      <inkml:brushProperty name="height" value="0.1" units="cm"/>
      <inkml:brushProperty name="color" value="#004F8B"/>
    </inkml:brush>
  </inkml:definitions>
  <inkml:trace contextRef="#ctx0" brushRef="#br0">0 7 824,'6'7'7782,"9"-12"-3130,-8-3-6954</inkml:trace>
</inkml:ink>
</file>

<file path=ppt/ink/ink6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9:17.345"/>
    </inkml:context>
    <inkml:brush xml:id="br0">
      <inkml:brushProperty name="width" value="0.1" units="cm"/>
      <inkml:brushProperty name="height" value="0.1" units="cm"/>
      <inkml:brushProperty name="color" value="#004F8B"/>
    </inkml:brush>
  </inkml:definitions>
  <inkml:trace contextRef="#ctx0" brushRef="#br0">160 38 4521,'-17'0'2697,"12"1"-2732,0-1 0,0 0 1,0 1-1,0 0 0,0 0 0,0 0 1,0 1-1,0 0 0,1 0 1,-1 0-1,1 0 0,-1 1 1,1-1-1,0 1 0,0 1 1,0-1-1,1 0 0,-1 1 1,1 0-1,-1-1 0,-3 8 1,0 3 62,0 1 0,1 0 0,1 0-1,0 0 1,2 0 0,-1 1 0,2-1 0,0 1 0,1 0 0,0 0 0,1 0 0,1-1 0,1 1 0,0 0 0,1-1 0,1 1 0,0-1 0,1 0 0,1 0 0,0 0 0,16 26 0,-20-38 125,0 0 0,0-1 0,0 1 1,1-1-1,-1 1 0,1-1 1,-1 0-1,1 0 0,0 0 0,0 0 1,0 0-1,0-1 0,0 1 1,0-1-1,0 0 0,1 0 1,-1 0-1,0 0 0,1-1 0,-1 1 1,0-1-1,1 0 0,-1 0 1,1 0-1,-1 0 0,0-1 1,1 0-1,-1 1 0,0-1 0,1 0 1,-1-1-1,0 1 0,5-3 1,0-1 115,0 0 0,0 0 0,-1-1 0,0 1 0,0-2 0,0 1 0,-1-1 0,0 0 0,0 0 0,-1-1 0,7-13 0,-1-2-14,-1 0 0,-1-1 0,-1-1 0,5-26 0,-9 35-228,-2 1 0,0-1 0,-1 0 0,0 0 0,-2 0 0,0 0 0,-5-28 0,5 39-179,-1 0 1,0 0-1,0 0 0,0 1 0,0-1 1,-1 0-1,0 1 0,0 0 1,0-1-1,0 1 0,-1 1 0,0-1 1,0 0-1,0 1 0,0 0 1,0 0-1,0 0 0,-1 0 1,0 1-1,1 0 0,-1 0 0,0 0 1,0 0-1,0 1 0,-1 0 1,1 0-1,0 0 0,0 1 0,0 0 1,-1 0-1,1 0 0,0 0 1,0 1-1,-1 0 0,1 0 0,-7 3 1,-11 5-1475</inkml:trace>
</inkml:ink>
</file>

<file path=ppt/ink/ink6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9:17.904"/>
    </inkml:context>
    <inkml:brush xml:id="br0">
      <inkml:brushProperty name="width" value="0.1" units="cm"/>
      <inkml:brushProperty name="height" value="0.1" units="cm"/>
      <inkml:brushProperty name="color" value="#004F8B"/>
    </inkml:brush>
  </inkml:definitions>
  <inkml:trace contextRef="#ctx0" brushRef="#br0">113 120 5609,'0'0'2450,"-10"2"-2785,3 3 242,0-1 0,0 1 0,0 1 0,0 0-1,1-1 1,0 2 0,0-1 0,0 1-1,1 0 1,0 0 0,1 1 0,-1-1 0,2 1-1,-1 0 1,1 0 0,0 0 0,0 1 0,1-1-1,0 1 1,1-1 0,-1 15 0,1-12 206,1 0 1,-1 0 0,2 1-1,0-1 1,0 0-1,1 0 1,0 0-1,1 0 1,0 0-1,1-1 1,0 1 0,1-1-1,0 0 1,0 0-1,1-1 1,14 17-1,-16-22 64,-1-1-1,1 0 0,0 1 1,1-1-1,-1-1 0,0 1 1,1-1-1,0 0 1,0 0-1,-1 0 0,1 0 1,0-1-1,0 0 0,0 0 1,1 0-1,-1-1 0,0 0 1,0 0-1,0 0 0,0-1 1,0 1-1,7-3 1,-7 2 3,1-1 0,0 0 0,-1 0 0,1 0 1,-1-1-1,0 0 0,0 0 0,0 0 0,0-1 1,0 0-1,-1 0 0,0 0 0,1 0 1,-2-1-1,1 1 0,0-1 0,-1 0 0,5-10 1,2-8 251,-2-1 0,0-1 0,-2 1 0,6-44 0,-9 49-499,-2 0 1,0 0 0,-2 0-1,0 0 1,-1 0 0,0 1 0,-6-20-1,6 31-113,0 0 0,-1 0 0,1 1 1,-1-1-1,-1 0 0,1 1 0,-1 0 0,0 0 0,-1 0 0,1 0 0,-1 1 0,-9-8 0,10 10 28,0 1 1,-1-1-1,1 1 0,-1 0 0,1 0 0,-1 0 0,0 1 1,0 0-1,0 0 0,0 0 0,0 0 0,0 1 0,0 0 1,0 0-1,0 0 0,0 0 0,0 1 0,-10 2 0,5 0-88,0 1-1,-1-1 0,1 1 1,0 1-1,-18 11 0,-11 11-843</inkml:trace>
</inkml:ink>
</file>

<file path=ppt/ink/ink6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9:18.719"/>
    </inkml:context>
    <inkml:brush xml:id="br0">
      <inkml:brushProperty name="width" value="0.1" units="cm"/>
      <inkml:brushProperty name="height" value="0.1" units="cm"/>
      <inkml:brushProperty name="color" value="#004F8B"/>
    </inkml:brush>
  </inkml:definitions>
  <inkml:trace contextRef="#ctx0" brushRef="#br0">66 0 7226,'-3'6'326,"-3"15"-1139,-5 33-1246,9-43 2027,0-2-122,-31 183-1662,28-150 2465,1 1 1,5 63 7184,2-115-4149,17-59-2712,-15 52-1023,0 1-1,1-1 1,0 1 0,1 0-1,1 1 1,1-1 0,0 2-1,0-1 1,15-14 0,12-8-794,73-57 1,-107 91 822,-1 1-43,-11 25-5730,1-8 5488,-1 1-1,-1-2 0,0 1 0,-20 19 1,15-16 215,0 0 0,2 1 0,-14 24 0,27-42 127,0-1 1,0 1 0,0-1-1,1 1 1,-1 0 0,0 0 0,1-1-1,-1 1 1,1 0 0,0 0-1,0 0 1,0-1 0,0 1-1,0 0 1,0 0 0,0 0-1,0 0 1,1-1 0,-1 1-1,1 0 1,0 0 0,-1-1 0,2 3-1,0-2 124,0 1 1,0-1-1,1 1 0,-1-1 0,0 0 0,1 0 0,0 0 0,-1-1 1,1 1-1,0-1 0,0 1 0,4 0 0,9 4 462,1-2-1,0 0 1,32 2-1,-46-5-679,30 1-1185,53-2 0,-24-4-1002</inkml:trace>
</inkml:ink>
</file>

<file path=ppt/ink/ink6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9:19.455"/>
    </inkml:context>
    <inkml:brush xml:id="br0">
      <inkml:brushProperty name="width" value="0.1" units="cm"/>
      <inkml:brushProperty name="height" value="0.1" units="cm"/>
      <inkml:brushProperty name="color" value="#004F8B"/>
    </inkml:brush>
  </inkml:definitions>
  <inkml:trace contextRef="#ctx0" brushRef="#br0">578 53 5537,'0'-3'194,"0"1"0,-1-1 0,1 1 0,-1-1 0,0 1 0,0 0 0,0-1 0,0 1 0,0 0 0,0 0 1,0 0-1,-1 0 0,1 0 0,-1 0 0,0 0 0,1 1 0,-1-1 0,0 0 0,0 1 0,-4-3 0,2 3-199,1 0 1,-1 0 0,1 0-1,-1 0 1,1 1-1,-1-1 1,0 1-1,1 0 1,-1 0-1,1 0 1,-1 1 0,-6 1-1,-3 1-239,0 2 0,-1-1 0,2 2 0,-1 0 0,1 0 0,-15 10 0,18-10 178,1 1 0,-1-1 0,1 1 0,0 1 0,1-1 0,0 2 0,0-1 0,1 1-1,-7 11 1,11-17 128,1 0 0,0 0-1,0 0 1,0 0 0,0 0-1,0 0 1,1 0-1,-1 0 1,1 0 0,0 0-1,0 0 1,0 0-1,0 0 1,1 1 0,-1-1-1,1 0 1,0 0-1,0 0 1,0 0 0,0-1-1,0 1 1,1 0-1,-1 0 1,1-1 0,0 1-1,0-1 1,0 1-1,0-1 1,0 0 0,0 0-1,1 0 1,-1 0 0,1 0-1,-1 0 1,6 2-1,-1 0 103,-1-1-1,1 0 1,0 0-1,0 0 1,0-1-1,1 0 0,-1 0 1,0-1-1,1 0 1,-1 0-1,1-1 1,-1 0-1,1 0 0,10-3 1,-12 2-107,0 0 0,0 0 1,-1-1-1,1 0 0,-1 0 0,1 0 1,-1-1-1,0 0 0,1 0 0,-1 0 1,-1-1-1,1 0 0,-1 0 0,1 0 1,-1 0-1,0-1 0,-1 1 1,5-8-1,-7 11-150,-1-1-1,1 1 1,-1 0 0,1 0 0,-1-1-1,1 1 1,0 0 0,0 0 0,0 0 0,-1 0-1,1 0 1,0 0 0,0 0 0,0 0 0,0 1-1,2-2 1,-4 23-4213,0-1 4880,-20 372-946,12-188 500,8-169-49,-2 1-1,-1-1 1,-14 49 0,16-75-6,-1 1-1,0-1 0,-1 0 1,1 0-1,-2-1 0,0 1 1,0-1-1,0 0 0,-1 0 1,0 0-1,-1-1 0,1 0 1,-1-1-1,-1 1 0,1-1 1,-1-1-1,-14 8 0,5-5 112,0-2 0,0 0-1,-1-1 1,0-1 0,0-1-1,-1-1 1,1 0 0,0-1 0,-1-1-1,1 0 1,-1-2 0,1 0-1,0-1 1,0-1 0,-20-7 0,33 9 1,-1-1 0,1 0 0,-1 0 0,1-1 0,0 1 0,1-1 0,-1 0 0,1 0 1,-1-1-1,1 1 0,0-1 0,1 0 0,-4-6 0,2 2 52,1 0-1,0 1 1,1-2-1,0 1 1,0 0 0,1-1-1,-2-16 1,3 8-51,1 0 1,1-1 0,0 1-1,1 0 1,1 0 0,0 1-1,2-1 1,10-27 0,-7 28-177,0 0 0,2 0 0,0 1 0,1 0 0,1 1 0,21-23 0,92-73-532,-63 59 79,106-111-1907,-92 86-116,-8 14-1212</inkml:trace>
</inkml:ink>
</file>

<file path=ppt/ink/ink6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9:31.683"/>
    </inkml:context>
    <inkml:brush xml:id="br0">
      <inkml:brushProperty name="width" value="0.05" units="cm"/>
      <inkml:brushProperty name="height" value="0.05" units="cm"/>
    </inkml:brush>
  </inkml:definitions>
  <inkml:trace contextRef="#ctx0" brushRef="#br0">14 154 3881,'1'-13'741,"1"-7"6559,0 8-4493,-1 1-4985,8 27-1039,-7-2 2952,0 0 1,-1 0-1,0 0 0,-1 0 0,-2 16 1,1 14 185,7 390 9170,-7-442-7616,-29-445-744,24 315-895,6 138 109,10-9-453,3 2 442,0 1 0,1 0 1,-1 1-1,1 1 0,27-5 0,85-9-60,-80 13 90,185-19-26,-230 24 54</inkml:trace>
</inkml:ink>
</file>

<file path=ppt/ink/ink6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9:32.139"/>
    </inkml:context>
    <inkml:brush xml:id="br0">
      <inkml:brushProperty name="width" value="0.05" units="cm"/>
      <inkml:brushProperty name="height" value="0.05" units="cm"/>
    </inkml:brush>
  </inkml:definitions>
  <inkml:trace contextRef="#ctx0" brushRef="#br0">0 48 5225,'0'0'3289,"9"0"-2632,39-5 169,62-13 0,-66 9 119,1 2-1,57-1 0</inkml:trace>
</inkml:ink>
</file>

<file path=ppt/ink/ink6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9:32.909"/>
    </inkml:context>
    <inkml:brush xml:id="br0">
      <inkml:brushProperty name="width" value="0.05" units="cm"/>
      <inkml:brushProperty name="height" value="0.05" units="cm"/>
    </inkml:brush>
  </inkml:definitions>
  <inkml:trace contextRef="#ctx0" brushRef="#br0">63 50 4353,'-4'-14'2552,"3"10"-1999,-1 0-1,1 0 0,0 0 1,1 0-1,-1-1 0,0-6 1,-5 18-3455,0 4 2709,-1 1 1,2 1-1,-1-1 1,2 1 0,0 0-1,0 0 1,-2 22-1,5-27 277,0 1 1,0-1-1,1 0 0,0 0 0,0 1 0,1-1 0,0 0 0,1 0 0,0 0 0,0 0 0,0 0 0,1-1 0,1 1 0,6 11 0,-8-16 97,1 0 0,-1-1 0,1 0 0,0 1 0,0-1 0,0 0 0,0 0 0,0-1 0,0 1 0,1-1 0,-1 0 0,0 1 0,1-1 0,-1-1 0,1 1-1,-1 0 1,1-1 0,0 0 0,-1 0 0,1 0 0,-1 0 0,1-1 0,-1 1 0,1-1 0,-1 0 0,6-2 0,6-1 66,0-2-1,0 0 1,0 0-1,20-14 1,-24 14-215,-2-1 0,1 0 0,-1-1 0,0 0 1,0-1-1,-1 0 0,0 0 0,-1-1 1,0 1-1,0-2 0,-1 1 0,0-1 0,-1 0 1,-1 0-1,1 0 0,-2-1 0,0 0 1,3-19-1,-5 28 58,-9 8-6082,0 8 3957,-2 16 2041,9-24-626,-1 0 596,0 1 0,1-1 1,0 1-1,0 0 0,0-1 0,1 1 1,0 0-1,0 0 0,0-1 1,1 1-1,-1 0 0,2-1 1,-1 1-1,4 9 0,-3-11 179,0 0-1,0 0 1,1-1-1,-1 1 0,1-1 1,0 0-1,0 1 0,0-1 1,1-1-1,-1 1 1,1 0-1,-1-1 0,1 0 1,0 1-1,0-1 1,0-1-1,0 1 0,0-1 1,9 2-1,3 0 62,0-1 0,1 0 0,-1-1 0,29-3 0,1-2-1093</inkml:trace>
</inkml:ink>
</file>

<file path=ppt/ink/ink6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9:33.259"/>
    </inkml:context>
    <inkml:brush xml:id="br0">
      <inkml:brushProperty name="width" value="0.05" units="cm"/>
      <inkml:brushProperty name="height" value="0.05" units="cm"/>
    </inkml:brush>
  </inkml:definitions>
  <inkml:trace contextRef="#ctx0" brushRef="#br0">27 2 4529,'0'0'32,"0"0"0,0 0 1,0-1-1,0 1 0,0 0 0,-1 0 0,1 0 1,0 0-1,0 0 0,0 0 0,-1-1 0,1 1 1,0 0-1,0 0 0,0 0 0,-1 0 0,1 0 1,0 0-1,0 0 0,0 0 0,-1 0 0,1 0 0,0 0 1,0 0-1,-1 0 0,1 0 0,0 0 0,0 0 1,0 0-1,-1 1 0,1-1 0,0 0 0,0 0 1,0 0-1,0 0 0,-1 0 0,1 0 0,0 0 1,0 1-1,0-1 0,0 0 0,-1 0 0,1 0 1,0 0-1,0 1 0,0-1 0,0 0 0,0 0 1,0 0-1,0 1 0,0-1 0,0 0 0,0 0 1,0 1-1,0-1 0,0 0 0,0 0 0,0 0 1,0 1-1,0-1 0,0 0 0,-7 18-905,4-2 522,1-1 0,1 1 0,0 0 0,1 18 0,0 12-189,-5 213 356,30 263 1,-23-506 356,-2-8 185,0-1 0,1 1 1,0-1-1,1 1 0,-1-1 1,1 0-1,6 13 0,-5-15-1274</inkml:trace>
</inkml:ink>
</file>

<file path=ppt/ink/ink6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9:33.679"/>
    </inkml:context>
    <inkml:brush xml:id="br0">
      <inkml:brushProperty name="width" value="0.05" units="cm"/>
      <inkml:brushProperty name="height" value="0.05" units="cm"/>
    </inkml:brush>
  </inkml:definitions>
  <inkml:trace contextRef="#ctx0" brushRef="#br0">5 134 6129,'5'-8'464,"-1"1"0,2 0 0,-1 0-1,1 0 1,0 1 0,0 0 0,1 0 0,0 1-1,0 0 1,15-9 0,-4 5-52,0 0 1,1 1 0,31-9-1,-36 13-354,-1 1-1,0 1 0,1 0 1,0 1-1,-1 1 0,1 0 1,0 0-1,-1 2 0,15 2 1,-22-3-135,0 1 0,0-1 0,0 1 0,0 1 0,0-1 0,-1 1-1,1 0 1,-1 0 0,1 0 0,-1 1 0,0 0 0,-1 0 0,1 0 0,-1 1 0,1-1 0,-1 1 0,-1 0 0,1 1 0,-1-1 0,0 0 0,5 12 0,-8-15 64,1 1 1,-1-1 0,1 0-1,-1 1 1,0-1-1,0 0 1,0 1-1,0-1 1,-1 0 0,1 1-1,0-1 1,-1 0-1,0 1 1,0-1-1,1 0 1,-1 0 0,-1 0-1,1 0 1,0 0-1,0 0 1,-1 0-1,1 0 1,-1 0 0,1 0-1,-1-1 1,0 1-1,0-1 1,0 1-1,0-1 1,-2 1-1,-8 6 49,0-2 0,-1 0 0,-23 8 0,33-13-28,-37 13 189,0-3-1,-2-1 0,1-2 1,-1-2-1,-49 1 0,87-6-176,0-1-1,0 0 1,0 0-1,-1-1 1,1 1-1,0-1 1,-6-2-1,-2-3-884</inkml:trace>
</inkml:ink>
</file>

<file path=ppt/ink/ink6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9:34.326"/>
    </inkml:context>
    <inkml:brush xml:id="br0">
      <inkml:brushProperty name="width" value="0.05" units="cm"/>
      <inkml:brushProperty name="height" value="0.05" units="cm"/>
    </inkml:brush>
  </inkml:definitions>
  <inkml:trace contextRef="#ctx0" brushRef="#br0">31 47 2320,'-7'-1'5149,"-17"3"-158,25-2-4972,-1 1 1,1-1-1,0 1 0,0-1 1,-1 1-1,1-1 0,0 0 1,0 1-1,0-1 0,0 0 1,0 0-1,-1 1 0,1-1 1,0 0-1,0 0 1,0 0-1,0 0 0,0 0 1,0 0-1,0-1 0,-1 1 1,1 0-1,1-1 0,29-3 220,-30 4-219,96-16 935,114-14 1889,-203 30-3979</inkml:trace>
</inkml:ink>
</file>

<file path=ppt/ink/ink6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9:34.626"/>
    </inkml:context>
    <inkml:brush xml:id="br0">
      <inkml:brushProperty name="width" value="0.05" units="cm"/>
      <inkml:brushProperty name="height" value="0.05" units="cm"/>
    </inkml:brush>
  </inkml:definitions>
  <inkml:trace contextRef="#ctx0" brushRef="#br0">1 24 2328,'0'0'5410,"6"1"-3651,21 1-951,0 0 0,0-2 0,0-1 0,41-7 0,20-1-349,36 1-1319,-82 5-674</inkml:trace>
</inkml:ink>
</file>

<file path=ppt/ink/ink6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9:35.387"/>
    </inkml:context>
    <inkml:brush xml:id="br0">
      <inkml:brushProperty name="width" value="0.05" units="cm"/>
      <inkml:brushProperty name="height" value="0.05" units="cm"/>
    </inkml:brush>
  </inkml:definitions>
  <inkml:trace contextRef="#ctx0" brushRef="#br0">36 206 4537,'-1'-28'4146,"0"24"-3792,1 0-1,-1 0 1,1 0-1,0-1 0,0 1 1,1 0-1,-1 0 1,1-1-1,0 1 0,0 0 1,0 0-1,1 0 1,-1 0-1,1 0 0,0 1 1,0-1-1,5-6 1,2 1-312,-1 0 1,1 0 0,1 1 0,0 1 0,0 0 0,1 0 0,-1 1 0,1 0 0,1 0 0,-1 2 0,24-7 0,-29 8-193,1 1 0,0 1 0,0-1 0,0 1 0,0 1 1,1-1-1,-1 1 0,0 1 0,0-1 0,0 1 0,0 0 1,0 1-1,0-1 0,0 1 0,0 1 0,-1 0 0,1 0 0,-1 0 1,1 0-1,-1 1 0,0 0 0,5 5 0,-8-6 96,-1 0 0,1 0 0,-1 1 0,0-1 0,-1 0 0,1 1-1,0-1 1,-1 1 0,0 0 0,0-1 0,0 1 0,0 0 0,-1 0 0,1-1-1,-1 1 1,0 0 0,0 0 0,0 0 0,-1 0 0,1-1 0,-1 1 0,0 0 0,0 0-1,0-1 1,-3 5 0,-4 11 73,-1 0-1,-1 0 1,-18 25-1,8-14-45,4-4 46,-2-1 0,0-1 0,-2 0 0,-1-2 0,0 0 0,-2-2 0,0 0 0,-2-1 0,0-2 0,-1 0 0,-37 17 2080,102-28-1185,52-19-978,105-28 0,-167 34-2349</inkml:trace>
</inkml:ink>
</file>

<file path=ppt/ink/ink6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9:35.721"/>
    </inkml:context>
    <inkml:brush xml:id="br0">
      <inkml:brushProperty name="width" value="0.05" units="cm"/>
      <inkml:brushProperty name="height" value="0.05" units="cm"/>
    </inkml:brush>
  </inkml:definitions>
  <inkml:trace contextRef="#ctx0" brushRef="#br0">1 48 6945,'0'0'2337,"1"0"-1529,33-17-304,-11 11-168,0 0 40,0 2 121,-3 1-9,1 0-96,-2 0-48,2 0-128,0 2-56,-2-1-112,2 2-32,-4 0-632,-3 0-793</inkml:trace>
</inkml:ink>
</file>

<file path=ppt/ink/ink6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9:36.252"/>
    </inkml:context>
    <inkml:brush xml:id="br0">
      <inkml:brushProperty name="width" value="0.05" units="cm"/>
      <inkml:brushProperty name="height" value="0.05" units="cm"/>
    </inkml:brush>
  </inkml:definitions>
  <inkml:trace contextRef="#ctx0" brushRef="#br0">46 1 1712,'-7'19'14,"1"0"-1,1 1 1,-6 34-1,10-44 146,0-1 0,0 0 0,1 1 1,0-1-1,1 1 0,0-1 0,1 1 0,0-1 0,0 0 1,5 11-1,-6-18 92,0-1 0,0 0 0,0 0 1,0 0-1,0 0 0,0 0 0,1 0 1,-1 0-1,0 0 0,0-1 0,1 1 1,-1 0-1,1-1 0,-1 1 0,1-1 1,-1 1-1,1-1 0,-1 0 0,1 0 1,-1 1-1,1-1 0,-1 0 0,1-1 0,0 1 1,-1 0-1,1 0 0,-1-1 0,2 0 1,48-14 1660,-44 13-1796,5-3 29,4-1-146,0 0 1,0 1 0,1 1-1,0 0 1,27-2-1,-40 6-96,0 0 0,1 1 0,-1-1 0,0 1 0,0 0 0,0 0 0,0 0 0,1 0 0,-1 1 0,-1-1 0,1 1-1,0 0 1,0 1 0,-1-1 0,1 1 0,-1-1 0,0 1 0,0 0 0,0 0 0,0 0 0,0 1 0,-1-1 0,1 1 0,-1-1 0,0 1 0,0 0 0,2 8 0,-2-8 85,0 0 0,-1 1 0,0-1 1,0 1-1,0-1 0,0 1 0,-1-1 1,0 1-1,0 0 0,0-1 0,-1 1 1,1-1-1,-1 1 0,0-1 0,0 1 1,-1-1-1,1 1 0,-1-1 0,0 0 1,0 0-1,-1 0 0,1 0 0,-1 0 1,0-1-1,0 1 0,0-1 0,0 1 1,0-1-1,-1 0 0,0-1 0,1 1 1,-1-1-1,0 1 0,0-1 0,-5 2 1,-13 4 189,0-1 0,0-1 0,-1-1 0,-38 3 0,-90-3 657,148-5-1671</inkml:trace>
</inkml:ink>
</file>

<file path=ppt/ink/ink6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9:36.609"/>
    </inkml:context>
    <inkml:brush xml:id="br0">
      <inkml:brushProperty name="width" value="0.05" units="cm"/>
      <inkml:brushProperty name="height" value="0.05" units="cm"/>
    </inkml:brush>
  </inkml:definitions>
  <inkml:trace contextRef="#ctx0" brushRef="#br0">1 80 688,'1'2'430,"0"0"0,0 0 0,0-1 0,0 1 0,0 0 0,0-1 0,1 1 0,-1-1 1,0 0-1,1 1 0,0-1 0,-1 0 0,1 0 0,0 0 0,-1 0 0,1 0 0,0 0 0,0-1 0,0 1 0,0 0 0,0-1 0,0 0 0,0 1 0,0-1 0,0 0 0,3 0 0,20-10 399,-22 8-677,0 0 0,0-1 0,0 1 0,0-1 0,-1 0 0,1 0 0,-1 0 0,0 0 0,0 0 0,0 0 0,0-1 0,-1 1 0,1 0 0,-1-1 0,0 0 0,0 1 0,0-1 0,0 0 0,-1 1 0,1-1 0,-1 0 0,0 0 0,0 1 0,0-1 0,-1 0 0,-1-6 0,1 8-1801</inkml:trace>
</inkml:ink>
</file>

<file path=ppt/ink/ink6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9:37.121"/>
    </inkml:context>
    <inkml:brush xml:id="br0">
      <inkml:brushProperty name="width" value="0.05" units="cm"/>
      <inkml:brushProperty name="height" value="0.05" units="cm"/>
    </inkml:brush>
  </inkml:definitions>
  <inkml:trace contextRef="#ctx0" brushRef="#br0">61 0 5337,'0'0'2439,"-4"5"-3559,-3 5 948,1 0 0,0 0 0,0 1 0,1-1 0,0 1 0,1 0 0,1 1 0,-1-1 0,2 1 0,0 0 0,-2 17 0,2-3 332,2 0-1,0-1 0,1 1 1,8 39-1,-8-56 75,1-1 0,0 1 0,1-1 0,0 0 0,0 0 0,1 0 0,0-1 0,0 1 0,1-1 0,6 8 0,-8-11 15,1 0-1,1 0 1,-1-1 0,0 0-1,1 0 1,0 0-1,-1 0 1,1-1-1,1 1 1,-1-1-1,0 0 1,0-1 0,1 0-1,-1 1 1,1-2-1,-1 1 1,6 0-1,6-1 109,-1 0-1,0 0 1,1-2-1,-1 0 1,0-1 0,0 0-1,29-11 1,-37 11-232,0-1 0,0 0 1,0 0-1,-1-1 0,1 0 0,-1-1 1,0 1-1,-1-1 0,1-1 1,-1 1-1,-1-1 0,1 0 1,-1 0-1,0-1 0,-1 0 0,4-8 1,-1 0-2,-2 1-1,0-1 1,0 0 0,-2 0 0,0-1 0,0 1 0,-1-33 0,-2 43-218,0 0-1,-1 0 1,1 0 0,-1 0 0,0 0 0,-1 0-1,1 0 1,-1 0 0,-1 1 0,1-1-1,-1 1 1,0 0 0,0-1 0,0 1 0,-1 1-1,1-1 1,-1 0 0,-1 1 0,1 0 0,-1 0-1,1 0 1,-1 0 0,0 1 0,-11-5-1,2 2-143,0 1 0,-1 1 0,0 1 0,0 0 0,0 1 0,-19-1 0,3 3-511,1 1 1,-34 5-1,-5 6-1560</inkml:trace>
</inkml:ink>
</file>

<file path=ppt/ink/ink6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9:37.827"/>
    </inkml:context>
    <inkml:brush xml:id="br0">
      <inkml:brushProperty name="width" value="0.05" units="cm"/>
      <inkml:brushProperty name="height" value="0.05" units="cm"/>
    </inkml:brush>
  </inkml:definitions>
  <inkml:trace contextRef="#ctx0" brushRef="#br0">48 1 4433,'0'0'3173,"-4"17"-3627,-15 127-2736,-3 74 3039,21-209 213,0 8 577,0-1 0,3 32 1,3-32-550</inkml:trace>
</inkml:ink>
</file>

<file path=ppt/ink/ink6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9:38.380"/>
    </inkml:context>
    <inkml:brush xml:id="br0">
      <inkml:brushProperty name="width" value="0.05" units="cm"/>
      <inkml:brushProperty name="height" value="0.05" units="cm"/>
    </inkml:brush>
  </inkml:definitions>
  <inkml:trace contextRef="#ctx0" brushRef="#br0">1 95 8610,'0'0'4117,"11"-4"-2007,-4 2-2147,1 1 0,-1 1 0,1 0 0,-1 0 1,1 0-1,-1 1 0,1 0 0,-1 0 1,0 1-1,0-1 0,1 2 0,-1-1 1,11 7-1,-6-2-19,0 0 0,-1 0 0,0 1 1,0 1-1,-1 0 0,0 0 0,12 16 1,4 8-9,23 40 1,-35-49 104,1-1 0,2 0 0,0-1 1,37 35-1,-50-53-17,32 22 277,-35-26-147,1 0 234,-1-1-1,1 0 1,-1-1 0,1 1 0,-1 0-1,0 0 1,0-1 0,1 1 0,-1-1 0,0 1-1,0-1 1,0 1 0,1-3 0,7-30 1710,-7-44-2295,-2 45 762,-2-182-157,2 204-529,1 0 0,1 0 0,0 0 0,0 0 0,7-18 0,-5 20-862</inkml:trace>
</inkml:ink>
</file>

<file path=ppt/ink/ink6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9:49.526"/>
    </inkml:context>
    <inkml:brush xml:id="br0">
      <inkml:brushProperty name="width" value="0.05" units="cm"/>
      <inkml:brushProperty name="height" value="0.05" units="cm"/>
      <inkml:brushProperty name="color" value="#004F8B"/>
    </inkml:brush>
  </inkml:definitions>
  <inkml:trace contextRef="#ctx0" brushRef="#br0">89 170 3105,'0'-10'997,"0"-15"8399,0 10-10545,-23 104-6622,-7 38 7131,6 65 12408,24-199-10601,-12-233-702,13 84-271,-2 151-201,1 0 0,1 1-1,-1-1 1,1 0 0,0 0 0,0 0 0,0 0 0,1 1 0,0-1 0,0 1 0,0-1 0,3-4-1,-3 6-20,1 0-1,-1 1 0,0-1 0,1 1 0,0 0 1,-1 0-1,1 0 0,0 0 0,0 0 0,0 1 0,1-1 1,-1 1-1,0 0 0,0 0 0,7-2 0,44-7-90,1 2 0,-1 2 0,1 3 0,67 4 1,-101 5-3809,-15-1 592</inkml:trace>
</inkml:ink>
</file>

<file path=ppt/ink/ink6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9:49.823"/>
    </inkml:context>
    <inkml:brush xml:id="br0">
      <inkml:brushProperty name="width" value="0.05" units="cm"/>
      <inkml:brushProperty name="height" value="0.05" units="cm"/>
      <inkml:brushProperty name="color" value="#004F8B"/>
    </inkml:brush>
  </inkml:definitions>
  <inkml:trace contextRef="#ctx0" brushRef="#br0">0 8 5313,'0'0'5097,"2"0"-4297,30 1-47,-11-2-225,1-1-128,5 1-216,2-2-72,7 3-504,2-2-216,11 2-1025,3 0-687</inkml:trace>
</inkml:ink>
</file>

<file path=ppt/ink/ink6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9:50.703"/>
    </inkml:context>
    <inkml:brush xml:id="br0">
      <inkml:brushProperty name="width" value="0.05" units="cm"/>
      <inkml:brushProperty name="height" value="0.05" units="cm"/>
      <inkml:brushProperty name="color" value="#004F8B"/>
    </inkml:brush>
  </inkml:definitions>
  <inkml:trace contextRef="#ctx0" brushRef="#br0">591 25 5081,'-16'-5'374,"0"0"0,-1 1 0,1 0 0,-1 2 0,1 0 0,-1 0 0,0 2 0,-22 2 0,16 0-478,0 1 1,1 1-1,0 2 1,0 0-1,-36 15 1,53-19 18,0 1 1,0 0 0,0 0-1,1 0 1,-1 1-1,1-1 1,0 1 0,0 0-1,0 0 1,0 1-1,0-1 1,1 1 0,0 0-1,0 0 1,1 0 0,-1 0-1,-3 11 1,5-11 151,0-1 1,0 1 0,1-1 0,-1 1-1,1 0 1,0-1 0,0 1 0,1-1-1,-1 1 1,1-1 0,0 1-1,0-1 1,0 1 0,1-1 0,0 0-1,0 0 1,0 1 0,0-1-1,0-1 1,1 1 0,0 0 0,6 6-1,-5-7 80,-1 0 0,1 0-1,1-1 1,-1 0 0,0 1 0,1-2-1,-1 1 1,1 0 0,-1-1-1,1 0 1,0 0 0,-1 0-1,1-1 1,0 1 0,0-1-1,0 0 1,-1-1 0,1 1 0,0-1-1,0 0 1,-1 0 0,1 0-1,7-4 1,4-1 63,0 0-1,0-2 1,-1 0-1,0-1 1,18-13 0,-13 5 373,-1 0 1,-1-2-1,20-26 1,-36 44 416,-8 22-9553,-3 44 8277,2 0-1,3 68 0,0-19 256,4-105 21,-2 27 78,-1 0-1,-8 39 1,8-63-24,-1 0-1,0 1 1,-1-1 0,0-1 0,-1 1-1,0-1 1,-1 0 0,0 0-1,-12 14 1,7-11 146,-1 0 0,-1-1-1,0 0 1,0-1 0,-1-1 0,-26 15 0,36-23-64,-1 0 1,0-1-1,0 1 1,0-1-1,0 0 1,0-1-1,-1 0 1,1 0-1,0 0 1,-1 0-1,1-1 1,0 0-1,-1-1 1,1 1-1,-1-1 1,1-1-1,0 1 1,0-1-1,0 0 1,0 0-1,0-1 1,-10-5-1,3-1 328,0 0-1,0 0 1,1-2 0,0 0-1,0 0 1,2-1 0,-1 0-1,-9-16 1,16 23-370,1 0 1,0 0 0,0-1-1,1 1 1,0-1-1,0 1 1,0-1 0,0 0-1,1 0 1,0 0-1,0 0 1,1 0-1,-1 0 1,1 0 0,1 0-1,-1 0 1,1 0-1,0 0 1,0 0 0,1 0-1,0 1 1,0-1-1,0 0 1,6-8 0,1 0-348,1 2 1,0-1 0,1 1-1,1 1 1,0 0 0,17-12-1,86-52-1667,40-4-584,-64 40 950</inkml:trace>
</inkml:ink>
</file>

<file path=ppt/ink/ink6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9:51.109"/>
    </inkml:context>
    <inkml:brush xml:id="br0">
      <inkml:brushProperty name="width" value="0.05" units="cm"/>
      <inkml:brushProperty name="height" value="0.05" units="cm"/>
      <inkml:brushProperty name="color" value="#004F8B"/>
    </inkml:brush>
  </inkml:definitions>
  <inkml:trace contextRef="#ctx0" brushRef="#br0">1 41 6041,'0'0'10857,"7"-4"-10733,10-3-115,0 2 0,0 0-1,1 1 1,34-4-1,82 2 91,-110 5-127,-22 1-2,11-1-1089,1 1 0,24 4 1,-21-1-1830</inkml:trace>
</inkml:ink>
</file>

<file path=ppt/ink/ink6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9:51.333"/>
    </inkml:context>
    <inkml:brush xml:id="br0">
      <inkml:brushProperty name="width" value="0.05" units="cm"/>
      <inkml:brushProperty name="height" value="0.05" units="cm"/>
      <inkml:brushProperty name="color" value="#004F8B"/>
    </inkml:brush>
  </inkml:definitions>
  <inkml:trace contextRef="#ctx0" brushRef="#br0">1 48 3881,'1'0'3705,"32"4"-1425,-6-4-472,1-1-431,15-7-721,7 0-240,5-1-264,-2-2-256,-4 4-752,-6 0-785</inkml:trace>
</inkml:ink>
</file>

<file path=ppt/ink/ink6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9:52.255"/>
    </inkml:context>
    <inkml:brush xml:id="br0">
      <inkml:brushProperty name="width" value="0.05" units="cm"/>
      <inkml:brushProperty name="height" value="0.05" units="cm"/>
      <inkml:brushProperty name="color" value="#004F8B"/>
    </inkml:brush>
  </inkml:definitions>
  <inkml:trace contextRef="#ctx0" brushRef="#br0">0 33 472,'0'0'9079,"6"-1"-8494,207-20-401,-137 18-19,204-5 1502,-277 8-1507,-2 0 324</inkml:trace>
</inkml:ink>
</file>

<file path=ppt/ink/ink7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9:52.531"/>
    </inkml:context>
    <inkml:brush xml:id="br0">
      <inkml:brushProperty name="width" value="0.05" units="cm"/>
      <inkml:brushProperty name="height" value="0.05" units="cm"/>
      <inkml:brushProperty name="color" value="#004F8B"/>
    </inkml:brush>
  </inkml:definitions>
  <inkml:trace contextRef="#ctx0" brushRef="#br0">16 13 2473,'-16'-12'3527,"27"23"-701,19 20-2642,-28-27-239,0-1 0,0 0 0,-1 1 0,1-1 0,-1 1 0,0 0 0,0-1 0,0 1 0,-1 0 0,1 0 1,-1 0-1,0 0 0,0-1 0,0 1 0,0 0 0,-1 0 0,0 0 0,0-1 0,-1 6 0,-5 12-206</inkml:trace>
</inkml:ink>
</file>

<file path=ppt/ink/ink7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9:53.748"/>
    </inkml:context>
    <inkml:brush xml:id="br0">
      <inkml:brushProperty name="width" value="0.05" units="cm"/>
      <inkml:brushProperty name="height" value="0.05" units="cm"/>
      <inkml:brushProperty name="color" value="#004F8B"/>
    </inkml:brush>
  </inkml:definitions>
  <inkml:trace contextRef="#ctx0" brushRef="#br0">15 50 6625,'0'0'4663,"-5"21"-10847,1-5 5476,2 0 0,0 0 0,1 32 0,8 74 744,-4-92 21,0 1 86,1 26 10229,-3-62-8382,9-42-708,-5 16-1180,2 0 1,1 0-1,2 1 0,15-34 0,-22 56-244,2 0 0,-1 1 0,1-1 0,0 1 0,0 0 0,1 1 0,0-1 0,0 1 0,1 0 0,0 0 0,0 1 1,0 0-1,0 0 0,1 1 0,0 0 0,0 0 0,0 1 0,0 0 0,1 1 0,9-3 0,-8 4-41,-1 1 1,1-1 0,0 2-1,-1-1 1,1 1 0,0 1-1,-1 0 1,1 0 0,-1 1-1,0 0 1,13 6 0,-12-4-54,0 0 0,-1 0 1,0 1-1,1 0 0,-2 1 0,1 0 1,-1 0-1,0 1 0,13 15 1,-19-19 219,0-1 1,0 0 0,-1 1-1,1 0 1,-1-1-1,0 1 1,0 0 0,0-1-1,0 1 1,-1 0 0,1 0-1,-1 0 1,0 0 0,0-1-1,-1 1 1,1 0 0,-1 0-1,1 0 1,-1-1-1,-1 1 1,1 0 0,0-1-1,-1 1 1,0-1 0,0 1-1,0-1 1,0 0 0,-4 5 3545,5-15-884,0 0-2670,0 1-1,1-1 0,0 1 1,0-1-1,1 1 1,0 0-1,0-1 1,1 1-1,-1 0 1,1 0-1,0 0 0,1 0 1,0 0-1,0 0 1,0 1-1,1-1 1,-1 1-1,7-7 0,3-1-268,0 0 0,1 2 0,0-1 0,1 2 0,0 0 0,1 0 0,0 2 0,0 0 0,1 0 0,0 2 0,0 0 0,0 1 0,1 1 0,0 1-1,32-3 1,-44 6 181,-1 1 0,0-1 0,1 1 0,-1 0 0,1 0 0,-1 0 0,0 1 0,0 0 0,0 0 0,0 0-1,0 1 1,0 0 0,-1 0 0,1 0 0,-1 0 0,0 1 0,0-1 0,0 1 0,0 0 0,-1 1 0,1-1-1,-1 1 1,0-1 0,3 8 0,-3-5-36,0 1-1,0-1 0,-1 1 0,0 0 1,0-1-1,-1 1 0,0 0 0,0 0 1,-1 0-1,0 0 0,0 0 1,-1 0-1,0 0 0,-1 0 0,1 0 1,-5 8-1,4-8 81,-9 28 1139,11-35-1038,0 0 0,0 0 0,0 0 0,-1 0-1,1 0 1,1 0 0,-1 0 0,0 0 0,0 0 0,0 1 0,1-1 0,-1 0 0,0 0 0,1 0 0,-1 0 0,1 0 0,-1 0 0,1 0 0,0-1 0,-1 1 0,1 0-1,0 0 1,0 0 0,-1-1 0,1 1 0,0 0 0,0-1 0,0 1 0,2 0 0,21 6-924</inkml:trace>
</inkml:ink>
</file>

<file path=ppt/ink/ink7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9:54.498"/>
    </inkml:context>
    <inkml:brush xml:id="br0">
      <inkml:brushProperty name="width" value="0.05" units="cm"/>
      <inkml:brushProperty name="height" value="0.05" units="cm"/>
      <inkml:brushProperty name="color" value="#004F8B"/>
    </inkml:brush>
  </inkml:definitions>
  <inkml:trace contextRef="#ctx0" brushRef="#br0">526 61 4449,'0'-3'196,"0"0"-1,-1 1 1,1-1 0,-1 1-1,0-1 1,0 1 0,0-1-1,0 1 1,0-1 0,-1 1 0,1 0-1,-1-1 1,1 1 0,-1 0-1,0 0 1,0 0 0,0 0-1,0 1 1,0-1 0,-3-1-1,1 1-191,-1 0-1,1 0 0,-1 1 1,1-1-1,-1 1 1,0 0-1,0 1 0,1-1 1,-1 1-1,-8 1 0,-6 1-320,0 1 1,0 1-1,1 0 0,-31 13 0,33-11 201,0 0 1,1 2-1,0 0 1,1 1-1,-1 0 1,-19 18-1,30-25 141,1 1-1,0 0 0,0 0 0,0 1 0,0-1 1,0 1-1,1-1 0,0 1 0,-1 0 0,1 0 0,1 0 1,-1 0-1,1 0 0,-1 0 0,1 0 0,0 1 1,1-1-1,-1 0 0,1 1 0,0-1 0,0 1 0,0-1 1,0 0-1,1 1 0,0-1 0,0 0 0,0 1 1,0-1-1,1 0 0,2 4 0,-1-2 110,0 0 1,1 0-1,0-1 0,0 0 0,0 0 1,1 0-1,0 0 0,0-1 1,0 0-1,0 0 0,1 0 0,0-1 1,-1 1-1,1-1 0,0-1 0,1 1 1,-1-1-1,9 2 0,-10-3-45,1 0-1,-1-1 0,1 1 0,-1-1 1,1 0-1,-1-1 0,1 1 0,0-1 1,-1 0-1,0 0 0,1-1 0,-1 0 1,0 0-1,0 0 0,0-1 0,0 1 1,0-1-1,0 0 0,-1-1 0,1 1 1,-1-1-1,4-4 0,2-5 264,0 1 0,-2-2 0,1 1 0,-2-1 0,11-26 0,1-2 591,-18 41-620,0 19-6136,-2 92 4715,-23 150 0,20-221 989,-72 384 490,75-418-356,-3 16 67,-1-1 0,-1 1 0,-15 33 0,19-50-32,-1 1 0,1-1 0,-1 1 0,0-1 0,0 0 0,0 0 0,0 0 0,-1-1 0,0 1 0,0-1 0,0 0-1,0 0 1,0 0 0,0 0 0,-1-1 0,1 0 0,-1 0 0,0 0 0,0 0 0,0-1 0,-5 1 0,3-1 169,0 0 1,0-1-1,0 1 0,0-2 1,-1 1-1,1-1 1,0 0-1,0 0 0,1-1 1,-1 0-1,0 0 0,0-1 1,1 0-1,0 0 1,-1-1-1,-5-4 0,4 2-6,1 0 0,0-1 0,0-1 0,1 1 0,0-1 0,0 0 0,1 0 0,0 0 0,0-1 0,1 0 0,-5-13 0,0-5 164,1 0 1,1 0-1,-5-46 1,10 55-251,1 0 0,1 0 0,0 1 0,1-1 0,1 0 0,1 1 0,5-19 0,-4 26-137,0 1 0,0-1 1,1 1-1,1 0 1,0 0-1,0 0 0,0 1 1,1 0-1,0 0 1,1 1-1,10-9 1,12-7-431,60-34 0,-35 23-45,12-9-1431,61-53 0,-80 55-841</inkml:trace>
</inkml:ink>
</file>

<file path=ppt/ink/ink7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9:55.110"/>
    </inkml:context>
    <inkml:brush xml:id="br0">
      <inkml:brushProperty name="width" value="0.05" units="cm"/>
      <inkml:brushProperty name="height" value="0.05" units="cm"/>
      <inkml:brushProperty name="color" value="#004F8B"/>
    </inkml:brush>
  </inkml:definitions>
  <inkml:trace contextRef="#ctx0" brushRef="#br0">7 113 2753,'-7'-4'12066,"43"-5"-12206,1 2 0,-1 1 0,54-1-1,4-2 34,-42 3-174,-3 2-730,86-21 0,-130 20 862,-17-2-1147,8 5 1354,-28-15-218,24 13-103,3 13-1259,-2 8 1450,1 0-1,1 0 0,0 1 0,1 0 1,1 0-1,-1 24 0,0-6 4</inkml:trace>
</inkml:ink>
</file>

<file path=ppt/ink/ink7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9:55.765"/>
    </inkml:context>
    <inkml:brush xml:id="br0">
      <inkml:brushProperty name="width" value="0.05" units="cm"/>
      <inkml:brushProperty name="height" value="0.05" units="cm"/>
      <inkml:brushProperty name="color" value="#004F8B"/>
    </inkml:brush>
  </inkml:definitions>
  <inkml:trace contextRef="#ctx0" brushRef="#br0">13 11 2937,'0'0'1981,"-12"-1"5518,34-3-7391,1 1 0,0 1-1,-1 2 1,25 1 0,-1 0-919,-11-1-580</inkml:trace>
</inkml:ink>
</file>

<file path=ppt/ink/ink7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9:55.981"/>
    </inkml:context>
    <inkml:brush xml:id="br0">
      <inkml:brushProperty name="width" value="0.05" units="cm"/>
      <inkml:brushProperty name="height" value="0.05" units="cm"/>
      <inkml:brushProperty name="color" value="#004F8B"/>
    </inkml:brush>
  </inkml:definitions>
  <inkml:trace contextRef="#ctx0" brushRef="#br0">0 11 3169,'0'0'7185,"2"0"-6169,28 7-55,-10-7-177,13-4-688,4-1-544,16-3-1489</inkml:trace>
</inkml:ink>
</file>

<file path=ppt/ink/ink7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9:56.491"/>
    </inkml:context>
    <inkml:brush xml:id="br0">
      <inkml:brushProperty name="width" value="0.05" units="cm"/>
      <inkml:brushProperty name="height" value="0.05" units="cm"/>
      <inkml:brushProperty name="color" value="#004F8B"/>
    </inkml:brush>
  </inkml:definitions>
  <inkml:trace contextRef="#ctx0" brushRef="#br0">96 52 2192,'0'0'1884,"0"-13"6107,0-12-4100,0 24-4082,0 1 0,1-1-1,-1 1 1,0 0 0,0-1 0,0 1 0,0-1-1,0 1 1,0-1 0,0 1 0,0 0 0,0-1-1,0 1 1,0-1 0,0 1 0,0 0 0,-1-1-1,1 1 1,0-1 0,0 1 0,0 0-1,-1-1 1,1 1 0,0-1 0,0 1 0,-1 0-1,1 0 1,0-1 0,-1 1 0,1 0 0,0-1-1,-1 1 1,0 0 0,-10 10-1800,-9 28 1413,8-10 485,2 0-1,1 1 0,1 0 1,-7 48-1,12-55 218,1 0 1,1 1-1,2-1 0,0 1 0,1-1 0,9 41 1,-10-57 11,1 0 1,0 0-1,1-1 1,-1 1-1,1-1 1,0 0-1,5 6 1,8 9 259</inkml:trace>
</inkml:ink>
</file>

<file path=ppt/ink/ink7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9:56.992"/>
    </inkml:context>
    <inkml:brush xml:id="br0">
      <inkml:brushProperty name="width" value="0.05" units="cm"/>
      <inkml:brushProperty name="height" value="0.05" units="cm"/>
      <inkml:brushProperty name="color" value="#004F8B"/>
    </inkml:brush>
  </inkml:definitions>
  <inkml:trace contextRef="#ctx0" brushRef="#br0">30 99 7242,'0'-1'223,"0"-1"0,-1 1 0,1-1 0,0 1 0,0-1 1,0 1-1,0-1 0,0 1 0,0-1 0,0 1 0,1-1 1,-1 1-1,1-1 0,-1 1 0,1-1 0,-1 1 0,1 0 1,0-1-1,0 1 0,0-2 0,2 0-36,0 0-1,-1 1 1,1-1-1,0 1 1,0 0-1,1-1 1,-1 1 0,4-1-1,8-4-43,1 1 0,31-8-1,-39 12 142,4-2-243,0 1 0,0 1 0,1 0 0,-1 0 0,24 1-1,-34 1-122,1 0-1,-1 1 0,0-1 0,1 1 0,-1-1 0,0 1 0,0 0 0,1 0 1,-1 0-1,0 0 0,0 1 0,0-1 0,0 1 0,0-1 0,2 3 0,-3-2-9,1 1 0,-1-1-1,1 1 1,-1 0-1,0-1 1,0 1 0,0 0-1,0 0 1,0 0-1,-1 0 1,1 0 0,-1-1-1,0 1 1,0 0-1,0 5 1,-2 2-23,1 0 0,-1 0-1,-1 0 1,0 0 0,0 0 0,-1-1 0,0 0 0,-11 18 0,-51 66-58,63-89 171,-26 29 49,-1-1-1,-2-1 1,-68 51 0,98-80 1142,18 3-462,4-5-588,0 0 0,0-2 0,-1-1 0,29-6 1,-17 3-557,21-5-1224,-1 1-1039</inkml:trace>
</inkml:ink>
</file>

<file path=ppt/ink/ink7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9:57.251"/>
    </inkml:context>
    <inkml:brush xml:id="br0">
      <inkml:brushProperty name="width" value="0.05" units="cm"/>
      <inkml:brushProperty name="height" value="0.05" units="cm"/>
      <inkml:brushProperty name="color" value="#004F8B"/>
    </inkml:brush>
  </inkml:definitions>
  <inkml:trace contextRef="#ctx0" brushRef="#br0">1 77 3545,'0'0'3930,"6"3"-4246,-1-2 662,0 1-1,0-1 1,-1-1 0,1 1 0,0 0 0,0-1 0,0 0-1,0 0 1,0-1 0,0 0 0,0 1 0,7-3-1,-9 2-207,0 0 0,1 0-1,-1-1 1,0 1-1,0 0 1,0-1-1,0 0 1,0 0-1,0 0 1,-1 0-1,1 0 1,-1-1 0,1 1-1,-1-1 1,0 0-1,0 1 1,0-1-1,0 0 1,-1 0-1,1 0 1,0-4-1,-1 7-187,-1-1-1,0 0 0,0 0 0,0 0 0,0 0 0,0 0 0,0 0 0,0 1 0,0-1 0,0 0 0,-1 0 0,1 0 0,0 0 0,0 1 0,-1-1 0,1 0 0,-1 0 0,1 1 0,-1-1 0,1 0 0,-1 0 0,1 1 1,-1-1-1,1 1 0,-1-1 0,0 0 0,1 1 0,-3-1 0,-6-7-1421</inkml:trace>
</inkml:ink>
</file>

<file path=ppt/ink/ink7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9:57.437"/>
    </inkml:context>
    <inkml:brush xml:id="br0">
      <inkml:brushProperty name="width" value="0.05" units="cm"/>
      <inkml:brushProperty name="height" value="0.05" units="cm"/>
      <inkml:brushProperty name="color" value="#004F8B"/>
    </inkml:brush>
  </inkml:definitions>
  <inkml:trace contextRef="#ctx0" brushRef="#br0">26 0 5929,'0'0'312,"-25"24"-4913</inkml:trace>
</inkml:ink>
</file>

<file path=ppt/ink/ink7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9:57.728"/>
    </inkml:context>
    <inkml:brush xml:id="br0">
      <inkml:brushProperty name="width" value="0.05" units="cm"/>
      <inkml:brushProperty name="height" value="0.05" units="cm"/>
      <inkml:brushProperty name="color" value="#004F8B"/>
    </inkml:brush>
  </inkml:definitions>
  <inkml:trace contextRef="#ctx0" brushRef="#br0">0 249 848,'1'7'554,"-1"0"0,1-1-1,0 1 1,1 0 0,0-1-1,0 0 1,0 1 0,0-1-1,1 0 1,0 0 0,6 8-1,-7-12-329,0 0-1,0 0 0,0 0 1,0 0-1,0 0 0,1-1 1,-1 1-1,0-1 0,1 0 1,-1 1-1,1-1 0,0 0 1,-1-1-1,1 1 0,0 0 1,0-1-1,-1 1 0,1-1 1,0 0-1,0 0 0,0 0 1,-1 0-1,1-1 0,0 1 1,0-1-1,-1 0 0,1 1 1,0-1-1,4-3 0,7-2-96,-1-1-1,-1 0 1,1-1-1,-1-1 1,-1 0-1,1 0 1,-2-1-1,1-1 1,-1 0-1,-1 0 1,9-14-1,-10 13-98,-1 1-1,0-1 0,-1 0 0,0 0 1,-1-1-1,0 0 0,-1 0 0,-1 0 1,0 0-1,-1-1 0,0 1 1,0-16-1,-2 27-122,-1 0 1,1 1 0,0-1 0,0 0-1,-1 1 1,1-1 0,-1 1-1,0-1 1,1 1 0,-1-1-1,0 1 1,0-1 0,0 1 0,0 0-1,0-1 1,0 1 0,0 0-1,0 0 1,-1 0 0,1 0-1,-3-2 1,0 1-121,0 0 1,0 0-1,-1 1 0,1-1 0,0 1 1,-1 0-1,1 1 0,-6-1 0,-5 0-222,0 1 1,0 1-1,-29 4 0,34-3 213,0 1 1,0 0-1,0 0 0,-10 6 0,-2 3-1885</inkml:trace>
</inkml:ink>
</file>

<file path=ppt/ink/ink7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9:58.226"/>
    </inkml:context>
    <inkml:brush xml:id="br0">
      <inkml:brushProperty name="width" value="0.05" units="cm"/>
      <inkml:brushProperty name="height" value="0.05" units="cm"/>
      <inkml:brushProperty name="color" value="#004F8B"/>
    </inkml:brush>
  </inkml:definitions>
  <inkml:trace contextRef="#ctx0" brushRef="#br0">84 51 7242,'0'0'1807,"-5"4"-5498,-3 3 3490,1 1-1,0 1 0,1-1 1,0 1-1,0 0 0,1 1 1,0-1-1,0 1 0,1 0 1,1 0-1,0 0 0,-4 21 0,5-19 510,0 0-1,1 0 0,0 0 0,1 0 0,0 0 1,1 0-1,0 0 0,1 0 0,0 0 0,1-1 1,8 23-1,-10-31 44,1 0-1,0 0 1,0 0 0,0 0 0,0 0-1,0 0 1,1-1 0,-1 1 0,1-1 0,-1 1-1,1-1 1,0 0 0,0 0 0,0 0 0,0 0-1,1-1 1,5 3 0,-4-3-108,1 0 1,-1 0-1,0-1 1,1 0-1,-1 0 1,1 0-1,-1 0 0,0-1 1,1 0-1,8-2 1,0-2-97,-1 0 1,0-1 0,0 0 0,-1-1 0,0 0-1,0-1 1,-1 0 0,14-13 0,-9 5-45,-1 0 1,0 0-1,-1-1 0,-1-1 1,0-1-1,-1 0 0,-2 0 1,0-1-1,10-27 0,-19 44-148,0-1-1,0 1 0,-1-1 1,1 1-1,-1-1 0,0 1 0,0-1 1,0 1-1,0-1 0,0 1 0,-1-1 1,0 1-1,0 0 0,0-1 1,0 1-1,0 0 0,-1-1 0,-2-3 1,1 3-114,0 1 0,0-1 0,0 1 1,0 0-1,-1 0 0,0 0 0,0 0 0,0 1 1,0 0-1,0 0 0,0 0 0,-6-2 0,-6-1-257,0 1 0,0 1 0,0 1 0,0 0 0,0 1 0,-30 2 0,27 0 105,0 2 0,-24 5 0,11 2-583</inkml:trace>
</inkml:ink>
</file>

<file path=ppt/ink/ink7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9:59.535"/>
    </inkml:context>
    <inkml:brush xml:id="br0">
      <inkml:brushProperty name="width" value="0.05" units="cm"/>
      <inkml:brushProperty name="height" value="0.05" units="cm"/>
      <inkml:brushProperty name="color" value="#004F8B"/>
    </inkml:brush>
  </inkml:definitions>
  <inkml:trace contextRef="#ctx0" brushRef="#br0">51 0 8578,'0'0'468,"0"8"-4441,-18 115 443,2-24 3511,11-60 594,-4 28-490,7-22 9092,3-50-8778,0 1 0,0-1-1,0 1 1,1 0 0,0 0 0,0 0-1,0 0 1,5-7 0,1-3-79,5-7-343,1 0 0,0 1 0,2 0-1,0 1 1,1 1 0,1 1 0,1 0 0,0 2 0,1 0 0,1 1 0,24-12 0,-44 25 529,-21 7-5528,4 0 4478,0 0-1,1 1 1,0 1 0,0 0 0,-22 18-1,29-21 542,1 1 0,0 0-1,0 0 1,0 1 0,1-1-1,0 2 1,0-1 0,1 1-1,0-1 1,0 1 0,1 1 0,0-1-1,1 1 1,-4 10 0,7-17 88,-1 0 1,1-1-1,0 1 1,0 0 0,0 0-1,0-1 1,0 1 0,0 0-1,0-1 1,1 1 0,-1 0-1,1-1 1,-1 1-1,1-1 1,0 1 0,-1 0-1,1-1 1,0 0 0,0 1-1,0-1 1,2 3 0,0-2 38,0 0 0,0 0 0,0 0 0,-1 0 0,2-1 0,-1 0 0,0 1 0,0-1 0,0 0 0,6 1 0,8 0 108,1 0 1,-1-1-1,27-3 0,-31 2-361,28-2-156,1-1 0,-1-3 0,0-1 0,-1-2 0,0-2-1,50-20 1,-58 18 776,-2-2 0,0-2 0,-1 0 0,48-38 0,-74 52-357,-1 2-2,0 0 0,0 0 0,0-1 0,-1 1 1,1-1-1,0 0 0,-1 1 0,1-1 0,-1 0 0,1 0 0,-1 0 0,0 0 1,0 0-1,0 0 0,0 0 0,0 0 0,0 0 0,-1-1 0,1 1 1,-1 0-1,1-3 0,-1 4-364,-9-1-353,0 0 0,0 1 1,0 1-1,0-1 0,0 1 1,0 1-1,0 0 0,-18 4 1,19-4 508,0 2 0,0-1 1,0 1-1,1 1 0,-1-1 1,1 1-1,0 1 1,0-1-1,0 1 0,0 1 1,1-1-1,0 1 0,0 0 1,1 0-1,-1 1 0,-4 7 1,9-13 100,0 0 0,1 1 0,-1-1 0,0 0 0,1 1 0,-1-1 0,0 1 1,1-1-1,0 1 0,-1-1 0,1 1 0,0-1 0,0 1 0,0-1 0,0 1 0,0-1 0,0 1 1,0-1-1,1 3 0,-1-4 62,1 1 1,-1 0-1,1 0 1,0 0-1,-1 0 1,1-1-1,0 1 1,0 0-1,0-1 1,-1 1-1,1 0 1,0-1-1,0 1 1,0-1-1,0 0 1,0 1-1,0-1 1,0 0-1,0 1 1,2-1-1,1 0 147,0 1 0,0-1 0,-1 0 0,1 0 0,0-1-1,0 1 1,0-1 0,-1 0 0,1 0 0,0 0-1,-1-1 1,1 1 0,4-4 0,27-24 1265,-34 28-1272,1 7-4446,2 12 3892,0 0-1,-1 1 0,-1-1 1,-1 1-1,-1 24 0,-11 102 492,7-110-294,0 11 136,-16 110 163,17-138-87,-2 0 1,0 0-1,-1-1 0,0 0 0,-2 0 1,-12 22-1,17-35-46,0 0 0,0 0-1,0 0 1,0 0 0,-1 0 0,1-1 0,-1 0 0,0 1 0,0-1-1,0-1 1,-1 1 0,1 0 0,-1-1 0,1 0 0,-1 0 0,0-1-1,0 1 1,-5 0 0,3-1 94,0-1 1,0 0-1,-1 0 1,1-1-1,0 1 0,-1-2 1,1 1-1,0-1 0,0 0 1,0-1-1,-9-4 0,3 1 223,0-2 0,0 1 0,1-2 0,0 1 0,1-2 0,-1 0-1,2 0 1,0-1 0,0 0 0,1 0 0,-15-26 0,21 31-241,0 1 0,1-1 0,0 0 0,0 0 0,0 0 0,1 0 0,0 0 0,0 0 0,1 0 0,0-1 0,0 1 0,0 0 0,1 0 0,-1 0 0,2-1 0,-1 1 0,1 0 0,0 0 0,0 1 1,0-1-1,1 0 0,0 1 0,0-1 0,0 1 0,8-8 0,6-7-157,1 1 0,2 1 0,-1 1 1,38-25-1,-53 40 22,51-38-955,1 3 0,86-42 0,-72 48-652</inkml:trace>
</inkml:ink>
</file>

<file path=ppt/ink/ink7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19:59.824"/>
    </inkml:context>
    <inkml:brush xml:id="br0">
      <inkml:brushProperty name="width" value="0.05" units="cm"/>
      <inkml:brushProperty name="height" value="0.05" units="cm"/>
      <inkml:brushProperty name="color" value="#004F8B"/>
    </inkml:brush>
  </inkml:definitions>
  <inkml:trace contextRef="#ctx0" brushRef="#br0">77 0 5841,'0'0'4539,"3"6"-5945,3 9 764,-1 0-1,0 0 1,-1 1 0,3 29-1,2 71-438,-8-107 1013,0 55-145,-2 1 1,-11 74-1,-34 124 1140,42-238-590,-2 0-1,-17 43 1,-3-16 520</inkml:trace>
</inkml:ink>
</file>

<file path=ppt/ink/ink7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0:00.770"/>
    </inkml:context>
    <inkml:brush xml:id="br0">
      <inkml:brushProperty name="width" value="0.05" units="cm"/>
      <inkml:brushProperty name="height" value="0.05" units="cm"/>
      <inkml:brushProperty name="color" value="#004F8B"/>
    </inkml:brush>
  </inkml:definitions>
  <inkml:trace contextRef="#ctx0" brushRef="#br0">142 143 5913,'21'-139'7938,"-21"137"-6834,0 1-932,-4 7-5202,-49 108 1180,-14 76 3443,51-140 186,10-31 252,1 1 1,1-1 0,1 1 0,0-1 0,2 1 0,0 23 0,2-30 128,0 0 1,0 1 0,2-1-1,-1 0 1,2-1-1,0 1 1,0 0 0,1-1-1,1 0 1,8 13-1,-12-22-66,0 0 0,0 0 1,0 0-1,0 0 0,1-1 0,-1 0 0,1 1 0,0-1 0,0 0 0,5 3 0,17 6-87</inkml:trace>
</inkml:ink>
</file>

<file path=ppt/ink/ink7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0:01.381"/>
    </inkml:context>
    <inkml:brush xml:id="br0">
      <inkml:brushProperty name="width" value="0.05" units="cm"/>
      <inkml:brushProperty name="height" value="0.05" units="cm"/>
      <inkml:brushProperty name="color" value="#004F8B"/>
    </inkml:brush>
  </inkml:definitions>
  <inkml:trace contextRef="#ctx0" brushRef="#br0">363 114 6649,'-1'-7'725,"-1"-1"-1,0 1 0,0-1 0,0 1 0,-1 0 0,-1 0 0,1 0 0,-7-10 0,8 14-771,-1 0 1,1 0-1,-1 0 0,0 1 1,0-1-1,0 1 0,0-1 0,0 1 1,0 0-1,-1 0 0,1 0 1,-1 1-1,1-1 0,-1 1 0,0 0 1,1 0-1,-1 0 0,-8 0 1,-1 1-300,0 0 1,0 1-1,-1 1 1,1 0 0,0 1-1,0 0 1,1 1-1,-1 0 1,1 1 0,-19 10-1,24-11 258,-1 1 1,1-1-1,0 1 0,0 0 0,1 1 0,0 0 0,0 0 0,0 0 0,0 1 1,1-1-1,0 1 0,1 1 0,-1-1 0,2 1 0,-1-1 0,1 1 0,-4 14 0,6-19 127,0-1-1,1 1 1,0-1-1,-1 1 0,1-1 1,0 1-1,0 0 0,1-1 1,-1 1-1,0-1 0,1 1 1,0-1-1,-1 1 0,1-1 1,0 0-1,0 1 1,0-1-1,1 0 0,-1 0 1,3 4-1,-1-4 111,0 0 1,-1 1-1,1-1 0,1 0 1,-1-1-1,0 1 0,0-1 1,1 1-1,-1-1 0,0 0 1,1 0-1,7 1 0,2-1 325,1 0-1,0-1 1,0-1-1,0 0 1,0-1-1,20-5 1,-25 5-262,0-1 0,-1 0 1,1 0-1,-1-1 0,0 0 0,0-1 1,0 0-1,0 0 0,-1 0 0,0-1 1,9-9-1,-8 5-19,0 0 0,0-1 1,-1 0-1,-1 0 0,0-1 0,0 1 0,4-17 1,-9 25-134,-1 2 99,1 44-7155,-2-4 5804,-8 46-1,-1 26 1221,-1-47 1344,10-58-1156</inkml:trace>
</inkml:ink>
</file>

<file path=ppt/ink/ink7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0:01.554"/>
    </inkml:context>
    <inkml:brush xml:id="br0">
      <inkml:brushProperty name="width" value="0.05" units="cm"/>
      <inkml:brushProperty name="height" value="0.05" units="cm"/>
      <inkml:brushProperty name="color" value="#004F8B"/>
    </inkml:brush>
  </inkml:definitions>
  <inkml:trace contextRef="#ctx0" brushRef="#br0">0 0 15083,'0'0'2873</inkml:trace>
</inkml:ink>
</file>

<file path=ppt/ink/ink7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0:02.202"/>
    </inkml:context>
    <inkml:brush xml:id="br0">
      <inkml:brushProperty name="width" value="0.05" units="cm"/>
      <inkml:brushProperty name="height" value="0.05" units="cm"/>
      <inkml:brushProperty name="color" value="#004F8B"/>
    </inkml:brush>
  </inkml:definitions>
  <inkml:trace contextRef="#ctx0" brushRef="#br0">299 43 9106,'0'0'345,"-9"0"-1034,2 1 462,1 0 0,-1 1 0,1 0 0,-1 0 0,1 0 0,0 1 0,-1 0 0,2 0 0,-1 1 0,0-1 0,1 1 0,-1 0 0,-4 6 0,0-2 44,0 2-1,1-1 0,0 1 0,1 1 1,0 0-1,-8 15 0,14-24 245,1 1 0,0 0-1,0 0 1,0 0 0,0-1 0,1 1-1,-1 0 1,1 0 0,0 0-1,0 0 1,0 0 0,0 0 0,0 0-1,0 0 1,1 0 0,0 0-1,-1 0 1,1 0 0,0 0 0,1-1-1,-1 1 1,0 0 0,1-1-1,-1 1 1,1-1 0,0 1 0,0-1-1,0 0 1,0 0 0,5 4-1,7 5 466,0-1 0,0-1 0,1 0 0,20 9 0,-11-6 5,-5-2-319,47 28 146,-60-34-364,0 0 1,0 0 0,-1 1 0,1 0 0,-1 0 0,0 0 0,-1 1 0,5 6 0,-8-11 41,0 0-47,-1-1 0,0 0 0,0 1 0,0-1 0,1 0 0,-1 1 0,0-1 0,0 0 0,0 1 0,0-1 0,0 0 0,1 1 0,-1-1 0,0 1 0,0-1 0,0 0 0,0 1 0,0-1 0,0 1 0,0-1 0,0 0 0,-1 1 0,1-1-1,0 0 1,0 1 0,0-1 0,0 1 0,0-1 0,-1 0 0,1 1 0,0-1 0,0 0 0,-1 0 0,1 1 0,0-1 0,0 0 0,-1 1 0,1-1 0,0 0 0,-1 0 0,1 0 0,0 1 0,-1-1 0,1 0 0,-1 0 0,-6 6 106,-1-1-1,0 0 1,0 0 0,0-1-1,0 0 1,0 0 0,-1-1 0,0 0-1,0-1 1,0 0 0,-11 1-1,-4 0 236,0-2 1,0 0-1,0-2 0,0-1 0,1-1 0,-1 0 0,1-2 0,-30-10 1,50 14-290,1 0 0,-1 0 0,1 0 0,-1 0 0,1 0 0,0 0 0,0-1 0,0 1 0,-1-1 0,1 0 1,1 0-1,-1 0 0,0 0 0,0 0 0,1 0 0,-1 0 0,1 0 0,0-1 0,-1 1 0,1 0 0,0-1 1,0 1-1,1-1 0,-1 1 0,0-1 0,1 0 0,0 1 0,0-1 0,0 0 0,0 1 0,0-1 1,0 0-1,0 1 0,1-1 0,0 1 0,-1-1 0,1 1 0,0-1 0,0 1 0,0-1 0,1 1 0,-1 0 1,0 0-1,1-1 0,0 1 0,-1 0 0,4-2 0,15-17-549,0 1 1,2 1-1,29-20 0,-28 22 414,0-1-1,-1-1 1,27-30-1,-33 29 297,21-34 0,-33 48-58,0-1 0,0 0 0,-1 0 0,0 0 0,-1 0 0,0-1 1,0 1-1,0-1 0,1-13 0,-21 24-5900</inkml:trace>
</inkml:ink>
</file>

<file path=ppt/ink/ink7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0:02.705"/>
    </inkml:context>
    <inkml:brush xml:id="br0">
      <inkml:brushProperty name="width" value="0.05" units="cm"/>
      <inkml:brushProperty name="height" value="0.05" units="cm"/>
      <inkml:brushProperty name="color" value="#004F8B"/>
    </inkml:brush>
  </inkml:definitions>
  <inkml:trace contextRef="#ctx0" brushRef="#br0">334 33 10362,'0'0'655,"-8"5"-4500,-40 29 3008,0 2 1,3 1-1,1 3 0,-61 71 1,101-106 939,0 1 0,0-1 0,1 1 0,0 0 1,0 0-1,0 0 0,1 0 0,-1 1 1,1-1-1,1 1 0,0-1 0,-1 1 0,1 11 1,1-14 116,1 0 1,0 1 0,-1-1 0,1 0-1,1 0 1,-1 0 0,1-1 0,-1 1-1,1 0 1,0-1 0,0 1-1,1-1 1,-1 1 0,1-1 0,0 0-1,0 0 1,0 0 0,0-1 0,0 1-1,0-1 1,1 1 0,-1-1 0,6 2-1,2 1 175,1 0 0,-1-1 0,1-1 0,0 0 0,1 0 0,-1-1-1,0-1 1,1 0 0,19-1 0,-15-1-91,0-1-1,0 0 1,-1-1 0,1-1 0,-1-1-1,25-9 1,-31 9-52,0 0-1,0-1 1,-1 0-1,0 0 1,0-1-1,0 0 0,-1-1 1,0 1-1,0-2 1,-1 1-1,0-1 1,-1 0-1,0-1 1,0 1-1,-1-1 1,6-16-1,-6 12-219,-1-1 0,0 0-1,-2 1 1,0-1 0,0 0 0,-1-1-1,-1 1 1,-1 0 0,0 0-1,0 0 1,-8-26 0,7 33-241,0 1 0,0-1 1,-1 1-1,0-1 0,0 1 0,-1 0 1,0 0-1,0 0 0,-1 1 1,0-1-1,-7-6 0,5 8-393,0 0-1,0 0 1,-16-7-1</inkml:trace>
</inkml:ink>
</file>

<file path=ppt/ink/ink7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0:03.494"/>
    </inkml:context>
    <inkml:brush xml:id="br0">
      <inkml:brushProperty name="width" value="0.05" units="cm"/>
      <inkml:brushProperty name="height" value="0.05" units="cm"/>
      <inkml:brushProperty name="color" value="#004F8B"/>
    </inkml:brush>
  </inkml:definitions>
  <inkml:trace contextRef="#ctx0" brushRef="#br0">0 28 2705,'0'0'5546,"2"17"1676,2-18-4130,-2-1-4117,3-4-1944,5 0 4031,0 2-806,-7 2-109,1 1 0,-1 0 0,0-1 0,0 0 0,0 1 0,0-1 1,0-1-1,0 1 0,3-3 0,-5 0-1737</inkml:trace>
</inkml:ink>
</file>

<file path=ppt/ink/ink7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0:04.286"/>
    </inkml:context>
    <inkml:brush xml:id="br0">
      <inkml:brushProperty name="width" value="0.05" units="cm"/>
      <inkml:brushProperty name="height" value="0.05" units="cm"/>
      <inkml:brushProperty name="color" value="#004F8B"/>
    </inkml:brush>
  </inkml:definitions>
  <inkml:trace contextRef="#ctx0" brushRef="#br0">64 1 9050,'0'0'4964,"-15"138"-14463,-23 67 9664,34-187 589,1 0 0,-1 37 1948</inkml:trace>
</inkml:ink>
</file>

<file path=ppt/ink/ink7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0:06.176"/>
    </inkml:context>
    <inkml:brush xml:id="br0">
      <inkml:brushProperty name="width" value="0.05" units="cm"/>
      <inkml:brushProperty name="height" value="0.05" units="cm"/>
      <inkml:brushProperty name="color" value="#004F8B"/>
    </inkml:brush>
  </inkml:definitions>
  <inkml:trace contextRef="#ctx0" brushRef="#br0">110 238 2433,'0'0'9604,"-18"26"-15841,5-3 4643,-15 33 1,16-27 1899,1 1 1,2 0 0,-10 53 12123,19-85-12247,1 1 0,-1-1-1,1 1 1,0 0 0,-1-1-1,1 1 1,0 0-1,0 0 1,-1-1 0,1 1-1,2-2 1,2-3 105,87-188 607,-27 52-1102,-63 138 130,23-39-107,-24 42 148,-1 0-1,1 1 1,-1-1-1,1 0 1,0 0-1,-1 0 1,1 1-1,-1-1 1,1 0-1,0 1 1,0-1 0,0 1-1,-1-1 1,1 1-1,0-1 1,0 1-1,0-1 1,0 1-1,0 0 1,0 0-1,0-1 1,0 1 0,-1 0-1,1 0 1,0 0-1,0 0 1,0 0-1,0 0 1,0 0-1,0 0 1,0 1-1,0-1 1,0 0 0,0 0-1,0 1 1,0-1-1,0 1 1,-1-1-1,1 1 1,0-1-1,0 1 1,1 1-1,7 9-182,0 1-1,0 0 0,-1 1 0,-1-1 0,0 2 1,-1-1-1,8 25 0,-2 1 32,9 64 1,-20-96 202,3 3 3797,8-18-2246,-10 6-1985,193-145-65,-119 97-324,-75 49 533,1 3-698,-1-1 847,0 0-1,1 0 1,-1 1 0,0-1 0,0 1 0,0-1-1,0 1 1,0-1 0,-1 1 0,1 0 0,0 2-1,0-3-46,3 9 77,-1 1-1,-1-1 1,1 0-1,-2 1 0,1-1 1,-1 1-1,-1-1 1,0 1-1,-1 0 0,-3 20 1,2-14 108,1 0 0,1 32 0,0-47 12,0-1 1,1 1 0,-1 0-1,1 0 1,-1-1-1,1 1 1,0 0 0,0-1-1,-1 1 1,1 0 0,0-1-1,0 1 1,1-1 0,-1 0-1,0 1 1,0-1 0,1 0-1,-1 0 1,3 2 0,0-1 12,-1 0 0,1-1 0,0 1 1,-1-1-1,1 0 0,0 0 0,0-1 0,7 1 1,2 0-163,1-2 0,-1 0 0,1 0 0,18-5 1,-13 0-466,0 0 0,0-1 1,0-1-1,-1 0 0,0-1 0,-1-2 1,0 1-1,0-2 0,-1 0 1,-1-1-1,16-17 0,-17 15 552,-1-1-1,0-1 0,-1 1 0,-1-2 0,-1 0 0,13-27 0,-5-1 2829,20-82 0,-37 125-1380,-2 7-4000,-4 22 1035,-2 0 0,-17 43 0,1-18 1248,-44 75-1,13-41 193,27-45 145,1 2-1,3 0 1,-25 61 0,-24 122 3968</inkml:trace>
</inkml:ink>
</file>

<file path=ppt/ink/ink7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0:06.601"/>
    </inkml:context>
    <inkml:brush xml:id="br0">
      <inkml:brushProperty name="width" value="0.05" units="cm"/>
      <inkml:brushProperty name="height" value="0.05" units="cm"/>
      <inkml:brushProperty name="color" value="#004F8B"/>
    </inkml:brush>
  </inkml:definitions>
  <inkml:trace contextRef="#ctx0" brushRef="#br0">323 1 9650,'0'0'1478,"-6"1"-5897,-3 3 4073,1-1 0,-1 1-1,1 0 1,0 1-1,0 0 1,1 1 0,-1-1-1,1 1 1,0 1-1,-10 12 1,14-16 416,0 0 0,0 1 0,0 0 0,1-1 0,0 1 0,0 0 0,0 0 1,0 0-1,0 0 0,1 0 0,-1 1 0,1-1 0,1 0 0,-1 1 0,0-1 0,1 1 0,0-1 0,0 1 0,0-1 1,1 0-1,0 1 0,-1-1 0,2 1 0,-1-1 0,3 6 0,29 44 882,-25-43-853,0 1 1,-1 0-1,0 0 1,-1 0-1,8 24 0,-14-34-35,-7 4 514,-1-2-441,0 0 1,0-1 0,1-1-1,-2 1 1,1-1 0,0 0-1,0-1 1,-1 0 0,1-1-1,-1 1 1,1-1 0,-1-1-1,-9-1 1,-4-2 176,-1-2 1,1 0-1,-26-10 0,12-2-631</inkml:trace>
</inkml:ink>
</file>

<file path=ppt/ink/ink7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0:07.081"/>
    </inkml:context>
    <inkml:brush xml:id="br0">
      <inkml:brushProperty name="width" value="0.05" units="cm"/>
      <inkml:brushProperty name="height" value="0.05" units="cm"/>
      <inkml:brushProperty name="color" value="#004F8B"/>
    </inkml:brush>
  </inkml:definitions>
  <inkml:trace contextRef="#ctx0" brushRef="#br0">74 4 6913,'1'0'6856,"15"-2"-7127,17 1-79,-33 1 334,1 0 1,-1 0-1,0 0 0,1 0 1,-1 0-1,1 0 0,-1 0 0,1 0 1,-1 0-1,0 0 0,1 0 0,-1 0 1,1 0-1,-1 0 0,1 0 1,-1 0-1,0 1 0,1-1 0,-1 0 1,1 0-1,-1 0 0,0 1 0,1-1 1,-1 0-1,0 1 0,0-1 1,1 0-1,-1 1 0,5 5-95,0 0 0,-1 0 0,0 1 0,-1-1 0,1 1 0,-1 0 0,0 0 0,-1 0 0,0 0 0,0 1 1,-1-1-1,1 0 0,-2 1 0,1-1 0,-1 1 0,0-1 0,-1 1 0,1-1 0,-1 1 0,-4 10 0,2-6-8,-1 1 0,-1-1 1,0 0-1,-1 0 0,0-1 0,0 0 0,-2 0 1,1 0-1,-1-1 0,-1 0 0,-13 12 1,9-11 108,0-1 0,-28 15 1,28-17 3204,34-10-1518,82-17-1265,-80 14-741,37-9-899</inkml:trace>
</inkml:ink>
</file>

<file path=ppt/ink/ink7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0:07.338"/>
    </inkml:context>
    <inkml:brush xml:id="br0">
      <inkml:brushProperty name="width" value="0.05" units="cm"/>
      <inkml:brushProperty name="height" value="0.05" units="cm"/>
      <inkml:brushProperty name="color" value="#004F8B"/>
    </inkml:brush>
  </inkml:definitions>
  <inkml:trace contextRef="#ctx0" brushRef="#br0">140 0 7706,'0'0'3216,"2"5"-4429,3 6 852,-1 2 1,0-1-1,-1 0 1,-1 1-1,3 22 0,-2 71 441,-3-74-177,0 32 1215,-3 0 0,-19 107 0,14-132-784,-2 0-1,-2-1 1,-2 0 0,-1 0-1,-29 52 1,5-26-543</inkml:trace>
</inkml:ink>
</file>

<file path=ppt/ink/ink7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0:08.578"/>
    </inkml:context>
    <inkml:brush xml:id="br0">
      <inkml:brushProperty name="width" value="0.05" units="cm"/>
      <inkml:brushProperty name="height" value="0.05" units="cm"/>
      <inkml:brushProperty name="color" value="#004F8B"/>
    </inkml:brush>
  </inkml:definitions>
  <inkml:trace contextRef="#ctx0" brushRef="#br0">58 69 4401,'0'-3'6846,"-1"-3"-4859,-4-10-4640,3 14 2610,-1 0-1,0 0 1,0 1 0,0 0 0,0-1-1,0 1 1,-1 0 0,1 1 0,-4-2-1,-3 0 21,3 0 2178,8 1-2078,1 1 1,0 0-1,-1-1 1,1 1-1,0 0 1,-1 0-1,1 0 1,0 0-1,-1 0 1,1 0-1,0 0 1,1 1-1,7 0 46,120-12 650,18-1-462,-114 10-1901</inkml:trace>
</inkml:ink>
</file>

<file path=ppt/ink/ink7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0:08.985"/>
    </inkml:context>
    <inkml:brush xml:id="br0">
      <inkml:brushProperty name="width" value="0.05" units="cm"/>
      <inkml:brushProperty name="height" value="0.05" units="cm"/>
      <inkml:brushProperty name="color" value="#004F8B"/>
    </inkml:brush>
  </inkml:definitions>
  <inkml:trace contextRef="#ctx0" brushRef="#br0">1 10 1552,'0'0'9370,"6"1"-8027,184-6 1035,-44-1-188,-145 6-1653,1 0-821,-1 0-503</inkml:trace>
</inkml:ink>
</file>

<file path=ppt/ink/ink7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0:40.706"/>
    </inkml:context>
    <inkml:brush xml:id="br0">
      <inkml:brushProperty name="width" value="0.05" units="cm"/>
      <inkml:brushProperty name="height" value="0.05" units="cm"/>
      <inkml:brushProperty name="color" value="#004F8B"/>
    </inkml:brush>
  </inkml:definitions>
  <inkml:trace contextRef="#ctx0" brushRef="#br0">1 158 3737,'9'-9'1143,"0"-2"0,0 1 0,-1-1 0,-1 0 0,0-1 1,0 0-1,-1 0 0,0 0 0,-1-1 0,-1 0 0,4-17 0,-8 28-656,-5 74-2719,-4-7 2306,-2 101 1,7-115 229,4-50 398</inkml:trace>
</inkml:ink>
</file>

<file path=ppt/ink/ink7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0:41.520"/>
    </inkml:context>
    <inkml:brush xml:id="br0">
      <inkml:brushProperty name="width" value="0.05" units="cm"/>
      <inkml:brushProperty name="height" value="0.05" units="cm"/>
      <inkml:brushProperty name="color" value="#004F8B"/>
    </inkml:brush>
  </inkml:definitions>
  <inkml:trace contextRef="#ctx0" brushRef="#br0">373 251 10570,'0'-6'466,"1"1"1,0 0-1,0-1 0,1 1 0,0 0 0,0 0 0,0 0 1,4-6-1,9-29 1053,-13 30-1243,0 0-1,-1 1 1,0-1 0,-1 0 0,0 1 0,0-1 0,-1 0-1,-4-15 1,4 22-285,0 0 0,0 0 0,0 0-1,-1 0 1,1 0 0,-1 1 0,1-1-1,-1 0 1,0 1 0,0 0 0,-1-1 0,1 1-1,0 0 1,-1 0 0,1 0 0,-1 0-1,0 1 1,1-1 0,-1 1 0,0-1 0,0 1-1,0 0 1,0 0 0,0 1 0,0-1-1,-1 0 1,1 1 0,0 0 0,0 0 0,-4 0-1,-8 1-37,0 1-1,0 0 1,0 1-1,0 1 1,1 0-1,-1 1 0,1 0 1,0 1-1,1 1 1,0 0-1,0 1 1,0 0-1,1 1 1,0 1-1,1 0 0,0 0 1,0 1-1,1 1 1,1 0-1,0 0 1,0 0-1,1 1 1,1 1-1,1-1 1,-1 1-1,2 0 0,0 0 1,-4 21-1,8-32 59,1 0-1,-1-1 1,1 1-1,0 0 1,-1 0-1,1-1 1,0 1-1,1 0 1,-1 0-1,1-1 1,-1 1-1,1 0 1,0-1-1,0 1 1,0 0-1,0-1 1,0 0-1,0 1 1,1-1-1,-1 0 1,1 1-1,0-1 1,0 0-1,3 2 1,-2-1 32,1-1 1,0-1 0,0 1 0,0 0 0,0-1 0,1 0 0,-1 0 0,0 0-1,0-1 1,1 1 0,-1-1 0,0 0 0,1 0 0,-1-1 0,5 0 0,15-3 113,0-1 0,-1 0 0,0-2 0,31-13 0,-43 15-34,1 0-1,-1-1 1,-1-1-1,1 0 1,-1 0 0,0-1-1,0 0 1,-1 0-1,0-1 1,9-13-1,-6-2 206,-7 15-2406,-3 25 814,-1 16 1149,1 31 224,-6 77 1,-1-97-37,1-14 10,1-1 0,2 1 1,3 43-1,-2-71-130,0 0 1,0 0-1,0 0 1,0 0-1,0 0 1,1 1-1,-1-1 1,0 0-1,1 0 1,-1-1 0,1 1-1,-1 0 1,1 0-1,-1 0 1,1 0-1,0 0 1,-1 0-1,1-1 1,0 1-1,0 0 1,0-1-1,-1 1 1,1 0-1,0-1 1,0 1-1,1 0 1,9 2-2072</inkml:trace>
</inkml:ink>
</file>

<file path=ppt/ink/ink7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0:41.816"/>
    </inkml:context>
    <inkml:brush xml:id="br0">
      <inkml:brushProperty name="width" value="0.05" units="cm"/>
      <inkml:brushProperty name="height" value="0.05" units="cm"/>
      <inkml:brushProperty name="color" value="#004F8B"/>
    </inkml:brush>
  </inkml:definitions>
  <inkml:trace contextRef="#ctx0" brushRef="#br0">38 0 6385,'0'0'689,"-11"15"155,-11 21-900,17-24 957,8-3 4703,4-14-1228,-3-5-5657,1-22-820,-3 24-1385</inkml:trace>
</inkml:ink>
</file>

<file path=ppt/ink/ink7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0:42.336"/>
    </inkml:context>
    <inkml:brush xml:id="br0">
      <inkml:brushProperty name="width" value="0.05" units="cm"/>
      <inkml:brushProperty name="height" value="0.05" units="cm"/>
      <inkml:brushProperty name="color" value="#004F8B"/>
    </inkml:brush>
  </inkml:definitions>
  <inkml:trace contextRef="#ctx0" brushRef="#br0">265 6 9162,'-2'-6'3192,"-9"8"-1300,1 1-1884,0 1 0,1 1 0,-1 0 0,1 0 0,0 1 0,0 0 0,1 0 0,-15 16 0,-10 8 135,13-12-18,1 0 0,-24 31 1,38-42-90,1 0 1,-1 0-1,1 0 1,0 1-1,1-1 1,0 1-1,0 0 1,1 0 0,0 0-1,0 0 1,-1 17-1,3-13 19,1 1-1,0-1 0,0 0 0,1 1 0,1-1 1,0 0-1,1-1 0,0 1 0,1 0 1,0-1-1,0 0 0,2-1 0,-1 1 1,11 12-1,-12-17-9,-1-1 0,1 0 0,0-1 0,0 1 0,0-1 0,1 0 0,-1 0 0,1 0 0,0-1 0,0 0 0,0 0 1,1-1-1,-1 1 0,1-1 0,-1-1 0,1 1 0,0-1 0,-1-1 0,1 1 0,0-1 0,0 0 0,0 0 0,-1-1 0,1 0 0,0 0 0,-1-1 0,10-3 0,-9 2-21,-1 0-1,0 0 1,0-1 0,0 0-1,-1 0 1,1 0-1,-1-1 1,0 0-1,0 0 1,0 0-1,-1-1 1,0 1 0,0-1-1,0 0 1,-1 0-1,0-1 1,0 1-1,3-11 1,-2 2 96,0 0 0,0 0 1,-2-1-1,0 1 0,0-1 0,-2 1 1,-1-22-1,1 34-164,0 0 0,0 0-1,0 0 1,-1 0 0,1 0 0,-1 0 0,0 0-1,0 1 1,0-1 0,0 0 0,0 1 0,-1-1 0,1 0-1,-1 1 1,0 0 0,0-1 0,0 1 0,0 0-1,0 0 1,0 0 0,0 0 0,-1 0 0,1 1-1,-1-1 1,1 1 0,-1-1 0,0 1 0,1 0-1,-5-1 1,0 1-74,1 1 0,0-1 0,0 1 1,-1 1-1,1-1 0,0 1 0,0 0 0,0 1 0,0-1 0,0 1 0,0 0 0,0 1 0,-5 2 0,-14 10-943,5 2-1882</inkml:trace>
</inkml:ink>
</file>

<file path=ppt/ink/ink7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0:42.641"/>
    </inkml:context>
    <inkml:brush xml:id="br0">
      <inkml:brushProperty name="width" value="0.05" units="cm"/>
      <inkml:brushProperty name="height" value="0.05" units="cm"/>
      <inkml:brushProperty name="color" value="#004F8B"/>
    </inkml:brush>
  </inkml:definitions>
  <inkml:trace contextRef="#ctx0" brushRef="#br0">202 1 6657,'0'0'2673,"-1"0"-2745,-1 0-80,-26 15-192,16 2 0,-6 11 400,1 5 168,-1 7 56,-2 4 56,4 8-72,0 2 8,0 3 64,1-2 56,3-9-1056,2-8-928</inkml:trace>
</inkml:ink>
</file>

<file path=ppt/ink/ink7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0:43.074"/>
    </inkml:context>
    <inkml:brush xml:id="br0">
      <inkml:brushProperty name="width" value="0.05" units="cm"/>
      <inkml:brushProperty name="height" value="0.05" units="cm"/>
      <inkml:brushProperty name="color" value="#004F8B"/>
    </inkml:brush>
  </inkml:definitions>
  <inkml:trace contextRef="#ctx0" brushRef="#br0">3 83 6905,'0'-3'637,"-1"3"-534,1 0 1,0-1-1,0 1 1,-1 0-1,1-1 1,0 1-1,0-1 0,0 1 1,0 0-1,0-1 1,0 1-1,0 0 1,-1-1-1,1 1 1,0-1-1,0 1 1,0 0-1,1-1 0,-1 1 1,0-1-1,0 1 1,0 0-1,0-1 1,0 1-1,0 0 1,0-1-1,1 1 1,-1 0-1,0-1 0,0 1 1,0 0-1,1-1 1,-1 1-1,0 0 1,1-1-1,-1 1 1,0 0-1,1 0 1,-1 0-1,0-1 1,1 1-1,-1 0 0,0 0 1,1 0-1,-1 0 1,0 0-1,1-1 1,-1 1-1,1 0 1,-1 0-1,0 0 1,1 0-1,-1 0 0,1 0 1,-1 0-1,0 1 1,1-1-1,-1 0 1,0 0-1,1 0 1,-1 0-1,1 0 1,-1 1-1,7 2-135,0 1-1,-1-1 1,0 2-1,0-1 1,0 1-1,0-1 1,-1 2-1,1-1 1,-1 1 0,-1-1-1,1 1 1,-1 1-1,0-1 1,6 13-1,40 94 30,15 31 156,-57-130-90,1 0 1,0 0-1,1-1 1,1 0-1,0-1 1,0-1-1,20 16 1,-22-21 43,-1 0 1,1-1-1,17 7 0,-23-11 54,0 0-1,0 1 0,0-1 0,0 0 0,0-1 0,0 1 1,1 0-1,-1-1 0,0 0 0,1 0 0,-1 0 1,0 0-1,1-1 0,-1 1 0,6-2 0,-7 0 57,0 1 0,0-1 1,0 0-1,0 0 0,0 0 0,0 0 0,-1 0 0,1 0 0,-1 0 0,1-1 0,-1 1 0,0-1 0,0 1 0,1-5 0,11-40 528,-11 37-583,19-129 337,6-20-190,-22 137-700,1 0-1,1 1 1,1-1 0,1 2 0,14-23 0,-9 20-2163</inkml:trace>
</inkml:ink>
</file>

<file path=ppt/ink/ink7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0:51.532"/>
    </inkml:context>
    <inkml:brush xml:id="br0">
      <inkml:brushProperty name="width" value="0.05" units="cm"/>
      <inkml:brushProperty name="height" value="0.05" units="cm"/>
      <inkml:brushProperty name="color" value="#004F8B"/>
    </inkml:brush>
  </inkml:definitions>
  <inkml:trace contextRef="#ctx0" brushRef="#br0">0 21 3745,'0'0'2347,"0"-10"3625,0-1-6755</inkml:trace>
</inkml:ink>
</file>

<file path=ppt/ink/ink7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0:55.757"/>
    </inkml:context>
    <inkml:brush xml:id="br0">
      <inkml:brushProperty name="width" value="0.05" units="cm"/>
      <inkml:brushProperty name="height" value="0.05" units="cm"/>
      <inkml:brushProperty name="color" value="#004F8B"/>
    </inkml:brush>
  </inkml:definitions>
  <inkml:trace contextRef="#ctx0" brushRef="#br0">52 170 5713,'-26'-55'9597,"18"84"-17223,3-7 6502,-3 30 0,5-30 1063,2-1-1,1 0 0,0 0 1,1 0-1,7 32 0,-6-44 242,1-1-1,0 1 1,1-1-1,-1 0 1,2 0-1,-1-1 1,1 1-1,0-1 1,1 0-1,-1 0 1,1-1-1,1 1 0,-1-1 1,1-1-1,0 1 1,1-1-1,-1-1 1,1 1-1,0-1 1,0-1-1,0 1 1,1-1-1,-1-1 1,1 1-1,-1-2 1,1 1-1,0-1 0,0 0 1,0-1-1,0 0 1,0 0-1,-1-1 1,1-1-1,14-3 1,-9 2 4,0-2 0,0 0 0,0-1 0,-1 0 0,0-1 0,0 0 0,-1-1 1,0 0-1,0-1 0,-1-1 0,0 0 0,-1 0 0,0-1 0,-1 0 0,0-1 0,0 0 0,-1 0 1,-1-1-1,0 0 0,-1-1 0,-1 1 0,7-23 0,-6 10-19,-1 0 0,3-44-1,-8 57-213,0 0-1,0 0 1,-1 0-1,-1 1 0,0-1 1,-1 0-1,-6-18 0,8 29-78,0-1-1,0 1 0,-1-1 0,1 1 1,-1-1-1,1 1 0,-1 0 0,0 0 1,0 0-1,0 0 0,0 0 0,0 0 1,0 1-1,-4-3 0,4 3-24,1 0 0,-1 1 0,0-1 0,0 1 0,0 0 0,1-1 0,-1 1 0,0 0 0,0 0 0,0 0 0,1 0 0,-1 0 1,0 1-1,0-1 0,0 0 0,1 1 0,-1-1 0,0 1 0,0 0 0,1 0 0,-1 0 0,1 0 0,-3 1 0,-10 10-1906</inkml:trace>
</inkml:ink>
</file>

<file path=ppt/ink/ink7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0:56.372"/>
    </inkml:context>
    <inkml:brush xml:id="br0">
      <inkml:brushProperty name="width" value="0.05" units="cm"/>
      <inkml:brushProperty name="height" value="0.05" units="cm"/>
      <inkml:brushProperty name="color" value="#004F8B"/>
    </inkml:brush>
  </inkml:definitions>
  <inkml:trace contextRef="#ctx0" brushRef="#br0">422 3 7362,'0'0'1559,"-12"-2"-1821,2 2 72,1 1-1,-1-1 0,0 2 1,1-1-1,-1 2 1,1-1-1,0 1 1,0 1-1,-17 8 0,-11 7-293,0 1-1,2 2 0,1 2 0,0 1 0,2 1 0,-47 51 0,78-77 600,0 1-1,0 0 0,1 0 0,-1 0 0,0 0 1,0 0-1,1 0 0,-1 0 0,0 0 0,1 0 1,-1 0-1,1 0 0,-1 0 0,1 0 0,0 0 1,0 1-1,-1-1 0,1 0 0,0 0 0,0 0 1,0 1-1,0-1 0,0 0 0,1 1 1,-1-1-18,1 0 1,0 0-1,0 0 1,0 0-1,0-1 1,0 1-1,0-1 1,0 1-1,0 0 1,0-1-1,0 0 1,0 1-1,0-1 1,1 0-1,-1 1 1,0-1-1,0 0 1,0 0-1,2 0 1,10 0 506,0-1-1,0 0 1,14-3-1,-26 4-589,92-19 941,46-8-560,-117 24-437,0 1-1,1 1 1,-1 2 0,28 2 0,-47-3-35,-1 1 0,1-1 0,0 1 1,0-1-1,-1 1 0,1 0 0,0 0 0,-1 0 1,1 0-1,-1 1 0,1-1 0,-1 1 0,0-1 1,1 1-1,-1 0 0,0 0 0,0 0 1,0 0-1,-1 0 0,1 1 0,1 2 0,-2-3 22,0 0 0,-1 0 0,0 1 0,1-1 0,-1 0 0,0 0 0,0 0-1,-1 0 1,1 0 0,0 0 0,-1 1 0,1-1 0,-1 0 0,1 0 0,-1 0 0,0 0-1,0 0 1,0-1 0,0 1 0,0 0 0,-1 0 0,1-1 0,0 1 0,-1 0-1,1-1 1,-1 0 0,-2 3 0,-7 4 157,-1 0-1,0 0 1,0-1-1,0 0 1,-1-1-1,0-1 1,-1 0-1,-23 5 1,-110 15 709,146-25-810,-54 4 778,53-4-1133</inkml:trace>
</inkml:ink>
</file>

<file path=ppt/ink/ink7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0:56.662"/>
    </inkml:context>
    <inkml:brush xml:id="br0">
      <inkml:brushProperty name="width" value="0.05" units="cm"/>
      <inkml:brushProperty name="height" value="0.05" units="cm"/>
      <inkml:brushProperty name="color" value="#004F8B"/>
    </inkml:brush>
  </inkml:definitions>
  <inkml:trace contextRef="#ctx0" brushRef="#br0">54 0 5841,'0'0'1289,"-16"21"-5634,8-2 2904,1 12 841,-1 0 232,-5 101 120,12-135 328,1 15 96,1 0 224,2-2 168,-1-3 2969,-1-7-2329,33 2-2064</inkml:trace>
</inkml:ink>
</file>

<file path=ppt/ink/ink7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0:56.789"/>
    </inkml:context>
    <inkml:brush xml:id="br0">
      <inkml:brushProperty name="width" value="0.05" units="cm"/>
      <inkml:brushProperty name="height" value="0.05" units="cm"/>
      <inkml:brushProperty name="color" value="#004F8B"/>
    </inkml:brush>
  </inkml:definitions>
  <inkml:trace contextRef="#ctx0" brushRef="#br0">51 47 5201,'-15'-17'1088,"-1"1"857,5 9-1041,3 1-456</inkml:trace>
</inkml:ink>
</file>

<file path=ppt/ink/ink7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0:57.313"/>
    </inkml:context>
    <inkml:brush xml:id="br0">
      <inkml:brushProperty name="width" value="0.05" units="cm"/>
      <inkml:brushProperty name="height" value="0.05" units="cm"/>
      <inkml:brushProperty name="color" value="#004F8B"/>
    </inkml:brush>
  </inkml:definitions>
  <inkml:trace contextRef="#ctx0" brushRef="#br0">3 101 416,'1'57'40,"0"-26"101,-5 60 9616,4-96-5191,6-30-4181,-3 21-590,2 0 1,0 0 0,0 1-1,2 0 1,-1 0 0,2 1-1,-1 0 1,2 0 0,0 0-1,0 1 1,1 1 0,0-1-1,1 2 1,19-15 0,-20 18 98,0 0-1,0 1 1,0 0 0,1 0 0,0 1 0,0 1-1,0 0 1,0 0 0,0 1 0,1 0 0,-1 1 0,1 1-1,-1 0 1,1 0 0,0 1 0,-1 0 0,0 1-1,23 7 1,-22-5 17,1 1-1,-1 0 1,0 1 0,0 0-1,-1 1 1,0 0-1,0 1 1,-1 0 0,15 14-1,-21-18 44,-1 0-1,1 0 1,-1 0 0,0 0-1,-1 1 1,1-1 0,-1 1-1,0 0 1,0-1-1,0 1 1,0 0 0,-1 0-1,0 0 1,0 1 0,0-1-1,-1 0 1,0 0-1,0 0 1,0 0 0,-1 1-1,1-1 1,-1 0 0,0 0-1,-1 0 1,1 0-1,-1 0 1,-3 4 0,0 1 50,-9 16 607,14-25-630,0-1-1,-1 1 0,1 0 0,0 0 0,0-1 1,-1 1-1,1 0 0,0 0 0,0-1 0,0 1 1,0 0-1,0 0 0,0 0 0,0-1 0,1 1 1,-1 0-1,0 0 0,0 0 0,0-1 0,1 1 1,-1 0-1,0-1 0,1 1 0,-1 0 0,1-1 0,-1 1 1,1 0-1,0 0 0,16 7-1786</inkml:trace>
</inkml:ink>
</file>

<file path=ppt/ink/ink7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0:57.960"/>
    </inkml:context>
    <inkml:brush xml:id="br0">
      <inkml:brushProperty name="width" value="0.05" units="cm"/>
      <inkml:brushProperty name="height" value="0.05" units="cm"/>
      <inkml:brushProperty name="color" value="#004F8B"/>
    </inkml:brush>
  </inkml:definitions>
  <inkml:trace contextRef="#ctx0" brushRef="#br0">447 74 6809,'-2'-6'408,"-1"1"0,1 0 0,-1 0-1,0 0 1,0 0 0,0 0-1,-1 1 1,0-1 0,0 1-1,-4-4 1,4 6-420,0-1 0,1 2 0,-1-1 0,0 0 0,0 1 0,1 0 0,-1 0 0,0 0 0,-1 0-1,1 0 1,0 1 0,0 0 0,0 0 0,0 0 0,-6 1 0,-4 1-194,1 1-1,-1 0 1,1 1 0,0 1 0,1 0-1,-1 0 1,1 2 0,0-1-1,0 1 1,1 1 0,0 0 0,0 1-1,1 0 1,0 1 0,0 0-1,1 0 1,1 1 0,0 0 0,0 0-1,1 1 1,-8 19 0,14-28 258,0 0 1,-1-1-1,2 2 1,-1-1-1,0 0 1,1 0 0,-1 0-1,1 0 1,0 0-1,0 0 1,0 0-1,1 1 1,-1-1-1,1 0 1,-1 0 0,1 0-1,0 0 1,0 0-1,1 0 1,-1 0-1,1-1 1,3 6-1,-2-5 64,0 0 1,0 0-1,1-1 0,-1 0 0,1 1 0,0-1 0,0 0 0,-1-1 0,1 1 0,1-1 0,-1 1 0,0-1 0,0 0 1,0-1-1,0 1 0,6-1 0,7 1-64,0-1 0,0-1 0,0-1 0,0 0 0,-1-1-1,1-1 1,26-10 0,-36 12 196,0-1-1,-1 0 0,1 0 0,-1-1 0,1 1 0,-1-1 0,0-1 0,-1 1 1,1-1-1,-1 0 0,0-1 0,0 1 0,0-1 0,-1 0 0,0 0 0,0 0 0,0-1 1,-1 1-1,0-1 0,2-7 0,-5 12 202,7 8-4070,-5-2 3319,1 0 0,-1 0 0,0 1 0,0-1 0,0 0 0,0 1 0,-1-1 0,0 1 0,1 5 0,7 56-42,-7-49 273,8 60 218,-4 0 0,-4 1-1,-12 133 1,9-200-91,-1 0 1,-1 0-1,0 0 0,0 0 1,-1 0-1,0-1 1,-1 0-1,0 0 0,0 0 1,-1 0-1,-11 11 0,11-14-10,0-1 1,-1 0-1,0 0 0,0-1 0,0 0 0,-1 0 0,0-1 0,0 0 1,0 0-1,0-1 0,-1 0 0,1-1 0,-1 1 0,-14 0 0,9-1 223,-1-1-1,0-1 1,1 0-1,-1-1 0,0 0 1,1-2-1,-1 1 1,1-2-1,-25-9 1,32 10-1,-1 0 0,0-1 1,1 1-1,0-2 1,0 1-1,0-1 1,1 0-1,-1-1 0,1 1 1,0-1-1,1-1 1,0 1-1,0-1 0,0 0 1,1 0-1,0 0 1,0 0-1,-4-13 1,4 5-154,1 0 1,0-1 0,1 1 0,1-1-1,0 1 1,1-1 0,1 1 0,1-1-1,0 0 1,1 1 0,0 0 0,1 0 0,1 0-1,7-16 1,-4 14-298,0 1 0,2 0-1,-1 0 1,2 0 0,0 2-1,1-1 1,0 1 0,1 1 0,1 1-1,0-1 1,26-16 0,44-14-1408,11 3-401</inkml:trace>
</inkml:ink>
</file>

<file path=ppt/ink/ink7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0:58.985"/>
    </inkml:context>
    <inkml:brush xml:id="br0">
      <inkml:brushProperty name="width" value="0.05" units="cm"/>
      <inkml:brushProperty name="height" value="0.05" units="cm"/>
      <inkml:brushProperty name="color" value="#004F8B"/>
    </inkml:brush>
  </inkml:definitions>
  <inkml:trace contextRef="#ctx0" brushRef="#br0">68 55 4625,'0'0'70,"0"-1"0,0 1 0,0 0 1,0-1-1,0 1 0,-1 0 0,1-1 0,0 1 0,0 0 0,0-1 1,-1 1-1,1 0 0,0 0 0,-1-1 0,1 1 0,0 0 0,0 0 1,-1 0-1,1-1 0,0 1 0,-1 0 0,1 0 0,-1 0 1,1 0-1,0 0 0,-1 0 0,1-1 0,0 1 0,-1 0 0,-5 10-695,1 31-2810,3-26 3556,-30 349 839,28-317 2824,10-61-2898,-3-16-857,-1 0 0,-2 0 0,-3-33-1,2 48 111,-8-56 577,6 52 87,0-1 0,2 0 0,0 0 0,3-31 1,-2 49-754,0 0 0,0 1 0,0-1 0,1 1 0,-1-1 0,1 0 0,-1 1 0,1-1 0,0 1 0,0-1 0,0 1 1,-1 0-1,1-1 0,0 1 0,1 0 0,-1 0 0,0 0 0,0 0 0,0-1 0,1 2 0,-1-1 0,0 0 0,3-1 1,-1 1-85,0 1 1,-1-1-1,1 1 1,0-1 0,0 1-1,0 0 1,0 0 0,0 0-1,0 1 1,0-1-1,6 2 1,4 2-155,1 1 0,-1 1 1,0 0-1,14 9 0,5 5 156,0 1 0,-2 2 1,-1 1-1,-1 1 0,-1 2 0,-1 0 0,33 46 0,-59-72 35,34 44 312,53 56 4346,-83-125-1538,0-32-2537,-2-1 1,-11-91-1,1 8-634,11 39-827,-3 98-68,6 3-4328,21-3 768</inkml:trace>
</inkml:ink>
</file>

<file path=ppt/ink/ink7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0:59.469"/>
    </inkml:context>
    <inkml:brush xml:id="br0">
      <inkml:brushProperty name="width" value="0.05" units="cm"/>
      <inkml:brushProperty name="height" value="0.05" units="cm"/>
      <inkml:brushProperty name="color" value="#004F8B"/>
    </inkml:brush>
  </inkml:definitions>
  <inkml:trace contextRef="#ctx0" brushRef="#br0">114 168 3449,'5'2'333,"-1"-1"0,1 0 0,-1 0 0,1 0 0,0 0 1,-1-1-1,1 0 0,0 0 0,0 0 0,-1-1 0,1 1 0,0-1 1,-1 0-1,1-1 0,-1 1 0,1-1 0,-1 0 0,0 0 0,0 0 1,0-1-1,0 1 0,0-1 0,0 0 0,-1 0 0,5-5 0,-4 5-234,-1 0 0,1 0 0,-1-1 0,0 0 0,0 1 0,0-1 0,0 0 0,-1-1 0,0 1 0,0 0 0,0-1 0,0 1 0,-1-1 0,1 1 0,-1-1 0,0 0 0,-1 0 0,1 1 0,-1-1 0,0 0 0,0 0 0,-1 0 0,1 0 0,-1 1 0,-1-6 0,1 8-247,0 1-1,0-1 0,0 1 0,0 0 0,0-1 0,-1 1 0,1 0 0,0 0 0,-1-1 0,1 1 0,-1 0 0,1 1 0,-1-1 0,1 0 0,-1 0 0,0 1 0,1-1 0,-1 0 0,0 1 0,1 0 1,-1-1-1,0 1 0,0 0 0,0 0 0,1 0 0,-1 0 0,0 0 0,0 1 0,1-1 0,-1 0 0,0 1 0,1-1 0,-4 2 0,-5 2-320,-1 0-1,1 0 0,1 0 1,-12 8-1,9-4 292,-1 1-1,2 0 1,-1 1 0,1 1-1,1-1 1,0 2-1,0-1 1,1 2-1,-7 12 1,10-15 238,1 0 1,0 0-1,0 0 1,1 0-1,1 1 0,0 0 1,0 0-1,1 0 1,0 0-1,1 0 1,0 0-1,2 20 0,-1-28 28,1-1-1,-1 1 0,1-1 0,0 0 0,-1 1 1,1-1-1,0 0 0,0 1 0,1-1 1,-1 0-1,0 0 0,1 0 0,0 0 1,-1 0-1,1-1 0,0 1 0,0 0 0,0-1 1,0 1-1,0-1 0,0 0 0,0 1 1,0-1-1,1 0 0,3 1 0,4 0 39,-1 0 0,1 0-1,0-1 1,-1 0 0,13-1-1,25-2-1162</inkml:trace>
</inkml:ink>
</file>

<file path=ppt/ink/ink7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0:59.602"/>
    </inkml:context>
    <inkml:brush xml:id="br0">
      <inkml:brushProperty name="width" value="0.05" units="cm"/>
      <inkml:brushProperty name="height" value="0.05" units="cm"/>
      <inkml:brushProperty name="color" value="#004F8B"/>
    </inkml:brush>
  </inkml:definitions>
  <inkml:trace contextRef="#ctx0" brushRef="#br0">9 0 6369,'0'0'1817,"-9"18"-8011</inkml:trace>
</inkml:ink>
</file>

<file path=ppt/ink/ink7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00.424"/>
    </inkml:context>
    <inkml:brush xml:id="br0">
      <inkml:brushProperty name="width" value="0.05" units="cm"/>
      <inkml:brushProperty name="height" value="0.05" units="cm"/>
      <inkml:brushProperty name="color" value="#004F8B"/>
    </inkml:brush>
  </inkml:definitions>
  <inkml:trace contextRef="#ctx0" brushRef="#br0">1 771 1216,'0'1'8013,"5"-5"-6465,7-7-897,0 0 1,-1-1-1,0-1 1,15-24-1,22-25-627,-33 46-131,1 1 1,0 1 0,0 0-1,1 1 1,1 1 0,0 1-1,1 0 1,0 2-1,1 0 1,0 1 0,34-9-1,-51 16-12,-1 0 1,1 1-1,-1-1 0,1 1 0,0 0 0,-1-1 0,1 1 0,-1 1 0,1-1 0,-1 0 0,1 0 0,0 1 0,-1 0 0,1-1 0,-1 1 0,0 0 0,1 0 0,-1 0 0,0 1 1,1-1-1,-1 0 0,0 1 0,0 0 0,0-1 0,0 1 0,-1 0 0,1 0 0,2 4 0,0 2-204,-1 0 0,0 0 1,-1 0-1,1 1 0,-2-1 0,2 18 0,8 28 479,-11-53-28,1 0 1,-1 0-1,1 1 0,-1-1 0,1 0 1,0 0-1,-1 0 0,1 0 0,0 0 1,0 0-1,0 0 0,0 0 0,0 0 1,0-1-1,0 1 0,0 0 0,0-1 1,1 1-1,-1-1 0,0 1 0,0-1 0,3 1 1,-1 0 71,0-1-1,0 0 1,0 0 0,0 0 0,0 0-1,1-1 1,-1 1 0,0-1 0,4-1 0,0-1 34,0 0 0,0 0 0,0 0 0,0-1 0,-1 0 0,1 0 0,7-8 0,-11 8-280,0 0 0,0-1 0,0 0 0,0 1 0,-1-1 0,0 0 0,0 0 0,0-1 0,-1 1 0,1 0 0,-1-1 0,-1 1 0,1 0 0,-1-1 0,0 1 0,0-1 0,0 1 0,-1-1 0,0 1 0,0 0 0,0-1 0,-1 1 0,0 0 0,0 0 0,-4-7 0,4 6-135,-1 0 1,0 0-1,0 1 1,0-1-1,-1 1 0,0 0 1,0 0-1,0 0 0,0 1 1,-1 0-1,0 0 0,0 0 1,0 0-1,0 1 0,-1-1 1,1 1-1,-1 1 0,0-1 1,0 1-1,0 0 1,-12-2-1,17 4 108,0-1-1,0 1 1,0 0 0,-1 0 0,1 0-1,0 1 1,0-1 0,-1 0 0,1 0-1,0 1 1,0-1 0,0 1-1,0-1 1,-1 1 0,1-1 0,0 1-1,0 0 1,0-1 0,0 1 0,0 0-1,1 0 1,-1 0 0,0 0 0,0 0-1,0 0 1,1 0 0,-1 0-1,1 0 1,-1 0 0,1 0 0,-1 0-1,0 3 1,1-3 84,0 1 0,0-1 0,0 1 0,0-1 0,0 1 0,0-1 0,1 1 0,-1-1 0,0 1 0,1-1 0,-1 1 0,1-1 0,0 1 0,-1-1 0,1 0 0,0 0 0,0 1 0,0-1 0,0 0 0,0 0 0,0 0 0,0 0 0,0 0 0,1 0 0,-1 0 0,0 0 0,3 0 0,2 2 165,1 0 0,-1-1 0,1-1 0,0 1 0,0-1 0,-1 0 0,1 0 0,0-1 0,0 0 0,0 0 0,9-2 0,14-2 180,38-12 0,-25 6-154,-8 3-49,93-22 380,-113 24-381,0 0-1,0-1 1,-1 0-1,0-1 1,0-1 0,14-10-1,-22 12-56,0 1-1,-1-1 1,1 0-1,-2 0 1,1-1 0,-1 1-1,0-1 1,0 0-1,0 0 1,-1 0 0,0-1-1,-1 1 1,0-1-1,0 0 1,-1 1-1,2-14 1,-1-11 54,-2 0-1,-6-55 1,5 69-109,-3-7-853,3 25 766,1 0-1,0 0 1,0 0 0,0 0-1,0 0 1,0 0-1,0 0 1,0 0 0,0-1-1,0 1 1,-1 0 0,1 0-1,0 0 1,0 0 0,0 0-1,0 0 1,0 0-1,0 0 1,0 0 0,-1 0-1,1 0 1,0 0 0,0 0-1,0 0 1,0 0-1,0 0 1,0 0 0,0 0-1,-1 0 1,1 0 0,0 0-1,0 0 1,0 0 0,0 0-1,0 1 1,0-1-1,0 0 1,-1 0 0,1 0-1,0 0 1,0 0 0,0 0-1,0 0 1,0 0 0,0 0-1,0 0 1,0 1-1,0-1 1,0 0 0,0 0-1,0 0 1,0 0 0,0 0-1,0 0 1,0 0-1,0 1 1,0-1 0,0 0-1,0 0 1,0 0 0,0 0-1,0 0 1,0 0 0,0 1-1,0-1 1,0 0-1,0 0 1,0 0 0,0 0-1,-9 43-3519,3-4 2767,-38 248-1909,16 1 5136,26-264-2211</inkml:trace>
</inkml:ink>
</file>

<file path=ppt/ink/ink7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01.594"/>
    </inkml:context>
    <inkml:brush xml:id="br0">
      <inkml:brushProperty name="width" value="0.05" units="cm"/>
      <inkml:brushProperty name="height" value="0.05" units="cm"/>
      <inkml:brushProperty name="color" value="#004F8B"/>
    </inkml:brush>
  </inkml:definitions>
  <inkml:trace contextRef="#ctx0" brushRef="#br0">0 85 3305,'82'-3'2291,"289"-1"2674,-369 4-5195,22 2 881,-24-3-777,1 1 0,-1 0 1,1 0-1,-1 0 0,0 0 0,1 0 1,-1 0-1,0 0 0,1 0 0,-1 0 1,1 0-1,-1 0 0,0 0 1,1 0-1,-1 0 0,0 0 0,1 0 1,-1 0-1,1 1 0,-1-1 1,0 0-1,1 0 0,-1 0 0,0 1 1,0-1-1,1 0 0,-1 0 0,0 1 1,1-1-1,-1 0 0,0 1 1,0-1-1,0 0 0,1 1 0,-20 15-732,2 0 0,0 1 0,-22 28-1,34-38 971,0 0-1,0 0 0,1 0 0,0 1 0,0 0 1,1 0-1,0 0 0,1 0 0,-1 0 0,2 1 0,-1-1 1,1 1-1,0 16 0,1-22 102,1-1 0,-1 0 0,0 0 1,1 1-1,0-1 0,-1 0 0,1 0 0,0 0 0,0 0 1,0 0-1,1 0 0,-1 0 0,0 0 0,1 0 0,-1-1 0,1 1 1,-1 0-1,1-1 0,0 0 0,0 1 0,0-1 0,0 0 1,0 0-1,0 0 0,0 0 0,0 0 0,0 0 0,0-1 0,1 1 1,-1-1-1,0 1 0,4-1 0,8 1 120,-1-1 1,0 0-1,0-1 1,17-3-1,-26 4-323,28-5-123,1-1-1,0-2 0,55-21 0,-76 24-70,-1 0 0,1-1-1,-1 0 1,0-1-1,0 0 1,-1 0-1,0-1 1,0-1-1,-1 0 1,0 0-1,0-1 1,12-19 0,-19 26 84,0 0 1,0 0-1,0 0 1,-1 0 0,0 0-1,1 0 1,-1 0 0,0-1-1,-1 1 1,1-1 0,0 1-1,-1 0 1,0-1-1,0 1 1,0-1 0,0 1-1,-1-1 1,1 1 0,-1 0-1,0-1 1,0 1-1,0 0 1,0-1 0,0 1-1,-1 0 1,-3-4 0,1 2-55,-1 0 0,1 1 1,-1 0-1,0 0 0,-1 0 1,1 1-1,-1 0 0,1 0 1,-1 0-1,0 1 0,0 0 1,-1 0-1,-9-2 0,-28-4-49,0 2 0,-1 2 0,1 2 0,-1 2-1,-73 9 1,114-9 194,0 1 0,1 0 1,-1 0-1,0 0 0,0 0 0,1 1 0,-1 0 0,0-1 0,-3 4 0,6-5 22,1 0-1,0 1 1,-1-1-1,1 0 1,0 1 0,0-1-1,-1 0 1,1 1-1,0-1 1,0 0-1,-1 1 1,1-1-1,0 0 1,0 1-1,0-1 1,0 1-1,-1-1 1,1 0 0,0 1-1,0-1 1,0 1-1,0-1 1,0 1-1,0-1 1,0 0-1,0 1 1,0-1-1,0 1 1,1-1 0,-1 1-1,1 1 63,0-1 0,0 0 0,0 0 0,1 0 0,-1 0 0,0 0 0,1 0 0,-1 0 0,1 0 0,-1 0 0,1-1 0,-1 1 0,3 0 0,13 5 429,1-1 0,0-1 0,0-1 0,33 3 0,74-6 10,-91-1-414,191-11-186,-196 8 469,0-1-1,-1-1 1,0-1 0,0-2 0,44-19 0,-35 2 1771,-35 25-1522,-4 25-6805,0-1 4598,-7 29-1,-2 29 1554,9-27 153,1-20 659,-8 49 4921,9-112-3063,-1 17-2493,0 0 0,2 0 1,-1 0-1,1 0 0,1 1 1,0-1-1,1 0 0,0 1 1,7-16-1,-4 16-278,0 1 0,0 0 0,1 0-1,1 0 1,0 1 0,0 0 0,1 0 0,0 1 0,0 1-1,1-1 1,0 1 0,0 1 0,22-11 0,-15 10-16,1 0 1,0 1-1,0 1 1,0 1-1,1 0 0,0 2 1,-1 0-1,27 1 1,-40 1 89,1 0 1,-1 0 0,0 1 0,1 0-1,-1 0 1,0 1 0,0-1 0,0 1-1,0 0 1,0 0 0,-1 1 0,1 0-1,0-1 1,-1 1 0,0 1 0,0-1-1,0 1 1,0 0 0,0-1 0,-1 2-1,0-1 1,0 0 0,0 1 0,0-1-1,-1 1 1,0 0 0,1 0 0,-2 0-1,3 8 1,0 3-11,-1 1 1,-1 0-1,-1 0 0,0 1 0,-1-1 0,0 0 1,-7 33-1,5-36-1632</inkml:trace>
</inkml:ink>
</file>

<file path=ppt/ink/ink7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01.943"/>
    </inkml:context>
    <inkml:brush xml:id="br0">
      <inkml:brushProperty name="width" value="0.05" units="cm"/>
      <inkml:brushProperty name="height" value="0.05" units="cm"/>
      <inkml:brushProperty name="color" value="#004F8B"/>
    </inkml:brush>
  </inkml:definitions>
  <inkml:trace contextRef="#ctx0" brushRef="#br0">60 0 7450,'0'0'1656,"-9"25"-6065,6-7 3209,-3 3 712,-1-2 208,1 0 328,0 1 144,0-3 328,0 1 176,0-3 80,2-2-1032</inkml:trace>
</inkml:ink>
</file>

<file path=ppt/ink/ink7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02.506"/>
    </inkml:context>
    <inkml:brush xml:id="br0">
      <inkml:brushProperty name="width" value="0.05" units="cm"/>
      <inkml:brushProperty name="height" value="0.05" units="cm"/>
      <inkml:brushProperty name="color" value="#004F8B"/>
    </inkml:brush>
  </inkml:definitions>
  <inkml:trace contextRef="#ctx0" brushRef="#br0">243 1 6313,'-11'1'-785,"-5"2"398,-1 0 0,1 2 0,-28 11 0,35-13 603,0 1 0,0 1 0,0 0 0,1 0-1,0 0 1,0 1 0,0 1 0,-10 11 0,17-17 22,6 7 2307,4-2-2257,0 0-1,0-1 1,1 0 0,0 0 0,0-1-1,1-1 1,-1 1 0,13 1-1,-5-1-404,-1 2-1,28 11 0,-41-15 67,-1 0 0,1 0 0,-1 0-1,0 1 1,1-1 0,-1 1-1,0 0 1,-1 0 0,1 0 0,0 0-1,-1 0 1,0 0 0,1 1 0,-1-1-1,-1 1 1,1 0 0,2 7-1,-4-8 23,1 0 0,-1-1-1,0 1 1,0 0-1,0 0 1,-1 0-1,1 0 1,-1 0-1,0 0 1,1 0-1,-1 0 1,-1 0-1,1-1 1,0 1-1,-1 0 1,1-1-1,-1 1 1,0-1-1,0 0 1,0 1-1,0-1 1,0 0-1,0 0 1,0 0-1,-4 1 1,-8 6 83,0-1 0,0 0 0,-1-1 0,0-1 0,0 0 0,-1-1 0,0-1 0,0 0 1,0-1-1,0-1 0,0 0 0,-1-1 0,-28-3 0,44 2 97,1 0-1,-1 0 1,1 0-1,0 0 1,-1 0-1,1 0 1,-1 0-1,1 0 1,-1 0-1,1-1 1,0 1-1,-1 0 1,1 0 0,-1 0-1,1-1 1,0 1-1,-1 0 1,1 0-1,0-1 1,-1 1-1,1 0 1,0-1-1,-1 1 1,1-1-1,0 1 1,0 0-1,0-1 1,-1 1-1,1-1 1,0 1 0,0 0-1,0-1 1,0 1-1,0-1 1,0 1-1,0-1 1,0 1-1,0-1 1,0 1-1,0 0 1,0-1-1,0 1 1,0-1-1,0 0 1,10-18 171,-9 18-146,6-6-486,0-1-1,0 2 1,1-1-1,0 1 0,0 0 1,1 1-1,-1 0 0,1 0 1,18-6-1,-22 9 15,54-22-3534</inkml:trace>
</inkml:ink>
</file>

<file path=ppt/ink/ink7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03.375"/>
    </inkml:context>
    <inkml:brush xml:id="br0">
      <inkml:brushProperty name="width" value="0.05" units="cm"/>
      <inkml:brushProperty name="height" value="0.05" units="cm"/>
      <inkml:brushProperty name="color" value="#004F8B"/>
    </inkml:brush>
  </inkml:definitions>
  <inkml:trace contextRef="#ctx0" brushRef="#br0">120 208 4817,'0'0'2179,"-8"-15"4429,4 8-6273,3 4-186,-1 1 0,1 0 0,0-1 0,0 1 0,0-1-1,0 1 1,1-1 0,-1 0 0,1 1 0,-1-6 0,1-1 0,1 1 1,1-1-1,-1 1 0,1 0 1,1 0-1,0 0 1,0 0-1,0 0 1,9-14-1,-10 18-224,1 0-1,-1 0 1,1 0-1,0 1 1,0-1-1,0 1 1,1-1-1,-1 1 1,1 1-1,-1-1 1,1 0 0,0 1-1,0 0 1,0-1-1,1 2 1,-1-1-1,0 0 1,1 1-1,7-2 1,-9 4-34,1-1 0,-1 1 0,0-1 0,0 1 0,0 0 0,0 0 0,0 0 0,0 1 0,0-1 0,0 1 0,0-1 0,-1 1 0,1 0 0,-1 0 0,1 0 0,-1 0 0,0 1 0,0-1 0,0 1 0,0-1 0,0 1 0,2 5 1,0-1-22,0 0 1,-1 0 0,0 1 0,0-1 0,-1 1 0,0 0-1,0-1 1,1 12 0,-3-11 83,-1 1-1,0-1 1,0 1-1,-1-1 1,0 0-1,0 1 1,-1-1 0,0 0-1,0-1 1,-1 1-1,0 0 1,-1-1-1,1 0 1,-1 0-1,-1 0 1,1-1-1,-12 10 1,-11 9 97,-2-1-1,-55 35 1,48-35-16,-9 11 243,44-34 861,10 1-417,5 0-523,0 0 1,0 0 0,1-1-1,-1-1 1,18-2-1,76-12 317,-41 5-451,-3 2-119,-16 3-1134,-1-3 0,52-13-1,-54 6-1687</inkml:trace>
</inkml:ink>
</file>

<file path=ppt/ink/ink7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03.875"/>
    </inkml:context>
    <inkml:brush xml:id="br0">
      <inkml:brushProperty name="width" value="0.05" units="cm"/>
      <inkml:brushProperty name="height" value="0.05" units="cm"/>
      <inkml:brushProperty name="color" value="#004F8B"/>
    </inkml:brush>
  </inkml:definitions>
  <inkml:trace contextRef="#ctx0" brushRef="#br0">23 116 4265,'0'-6'-727,"-2"11"68,-4 27-390,-5 47 483,9-58-2179,1 9 17592,5-53-11986,-1 3-2824,2-1-1,0 1 0,1 0 0,13-28 0,-13 36-233,0 0-1,0 1 0,1-1 1,1 1-1,0 1 0,1 0 1,17-18-1,-24 27 116,0-1-1,-1 0 1,1 1-1,0-1 1,0 1-1,0 0 1,0-1-1,0 1 1,1 0-1,-1 0 0,0 1 1,0-1-1,1 0 1,-1 1-1,1-1 1,-1 1-1,0 0 1,1 0-1,-1 0 1,1 0-1,-1 0 1,0 0-1,1 1 1,-1-1-1,0 1 1,1 0-1,-1-1 1,0 1-1,0 0 1,0 1-1,0-1 1,3 2-1,1 3-223,1 0 0,-2 0 0,1 1 0,-1 0 0,0 0 0,0 0-1,6 15 1,-6-12 201,0-1-1,-1 1 1,0 0-1,-1 0 1,0 0-1,1 12 1,-3-15 150,-1-1 1,0 1-1,0-1 0,0 0 1,-1 1-1,0-1 1,-1 0-1,1 1 1,-1-1-1,0 0 1,-4 7-1,3-2-240,2-1-390</inkml:trace>
</inkml:ink>
</file>

<file path=ppt/ink/ink7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04.497"/>
    </inkml:context>
    <inkml:brush xml:id="br0">
      <inkml:brushProperty name="width" value="0.05" units="cm"/>
      <inkml:brushProperty name="height" value="0.05" units="cm"/>
      <inkml:brushProperty name="color" value="#004F8B"/>
    </inkml:brush>
  </inkml:definitions>
  <inkml:trace contextRef="#ctx0" brushRef="#br0">506 172 5817,'-13'-6'-45,"-1"1"-1,0 0 1,0 2-1,0-1 1,0 2 0,-1 0-1,1 0 1,-1 2-1,1 0 1,-1 0-1,1 1 1,0 1-1,-1 1 1,1 0-1,0 0 1,0 2 0,-23 9-1,20-6-46,-1 0 1,2 1-1,-1 1 0,1 1 1,1 0-1,0 1 0,1 0 1,0 2-1,1-1 0,0 2 1,1-1-1,1 2 0,-11 17 0,20-29 177,0-1-1,0 0 0,1 1 1,-1-1-1,1 1 0,0 0 0,0-1 1,0 1-1,0 0 0,1 0 1,0-1-1,-1 1 0,1 0 0,1 0 1,-1 0-1,0 0 0,1-1 1,2 8-1,-1-7 153,0-1 0,0 0 1,0 0-1,1 0 0,0 0 0,-1 0 1,1 0-1,0-1 0,0 1 0,0-1 1,1 0-1,-1 0 0,0 0 0,1 0 1,-1-1-1,1 1 0,0-1 1,3 1-1,10 2 239,0 0 0,1-2 0,-1 0 0,0 0-1,1-2 1,-1 0 0,1-1 0,29-6 0,-32 4-247,-1 0 0,0-1 0,0 0-1,0-2 1,-1 1 0,1-2 0,-1 0 0,-1 0-1,1-1 1,18-16 0,-20 12-146,-1 0-1,-1 0 1,0-1 0,0 0-1,-2 0 1,1-1 0,-2 0-1,0 0 1,-1 0 0,7-28 0,-1-12-208,8-88 0,-19 137 118,1-7 1235,-1-7-4485,-3 13-943,-4 19 1737,-1 16 1824,1 0 0,1 1 1,2 0-1,-1 42 0,0-3 175,-7 28 107,-6 78 1239,17-173-794,1 0 1,0 1-1,0-1 0,0 0 0,0 0 0,1 0 1,-1 0-1,0 1 0,1-1 0,0 0 0,-1 0 1,1 0-1,2 3 0,13 9-559</inkml:trace>
</inkml:ink>
</file>

<file path=ppt/ink/ink7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05.034"/>
    </inkml:context>
    <inkml:brush xml:id="br0">
      <inkml:brushProperty name="width" value="0.05" units="cm"/>
      <inkml:brushProperty name="height" value="0.05" units="cm"/>
      <inkml:brushProperty name="color" value="#004F8B"/>
    </inkml:brush>
  </inkml:definitions>
  <inkml:trace contextRef="#ctx0" brushRef="#br0">21 1 3425,'-10'43'84,"7"-33"571,1 0 0,-1 0 0,0 21 2565,16-30 1075,2 3-3188,3 0-877,0-3 113,0-2-1,0 0 1,0-1 0,25-7 0,2 1-149,176-17 24,-101 13 344,-115 12-2178</inkml:trace>
</inkml:ink>
</file>

<file path=ppt/ink/ink7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05.668"/>
    </inkml:context>
    <inkml:brush xml:id="br0">
      <inkml:brushProperty name="width" value="0.05" units="cm"/>
      <inkml:brushProperty name="height" value="0.05" units="cm"/>
      <inkml:brushProperty name="color" value="#004F8B"/>
    </inkml:brush>
  </inkml:definitions>
  <inkml:trace contextRef="#ctx0" brushRef="#br0">458 79 7258,'-2'-4'375,"0"1"1,-1-1 0,1 0 0,-1 1 0,0-1 0,0 1 0,-5-4-1,2 2-380,0 1 0,0 0 0,0 1-1,-1 0 1,1 0 0,-1 0 0,-7-2-1,-5 0-155,-1 1-1,1 1 0,-31-1 0,35 3 97,1 1 0,-1 1 0,1 0 0,-1 0 0,1 2 0,-1-1 0,1 2 0,0 0 0,-17 8 0,24-9 8,0 1 0,0 0 0,1 1 0,-1-1 0,1 1 0,0 1 0,0-1 0,1 1-1,0 0 1,0 0 0,0 1 0,1-1 0,-1 1 0,2 0 0,-1 0 0,1 1 0,0-1-1,-3 12 1,5-15 98,0-1-1,0 1 0,1 0 1,-1-1-1,1 1 0,0 0 1,0-1-1,0 1 1,0 0-1,1-1 0,-1 1 1,1-1-1,0 1 0,0-1 1,0 1-1,1-1 0,-1 1 1,1-1-1,2 4 0,0-3 104,-1-1-1,0 1 0,1-1 0,0 0 0,0 0 1,0 0-1,0 0 0,1-1 0,-1 1 0,0-1 1,1 0-1,8 2 0,-3-1 43,0-1 1,1 0-1,-1-1 1,0 0-1,1-1 0,-1 0 1,1 0-1,-1-1 1,0-1-1,1 1 1,-1-2-1,0 0 0,11-4 1,-4-2 44,0-1 0,-1 0 0,0-2 1,-1 1-1,0-2 0,-1 0 0,0-1 1,-1 0-1,-1-1 0,0-1 0,-1 0 1,12-24-1,-22 39-477,4 19-4632,-1-2 4121,-2-1 1,1 0-1,-1 29 1,-2-20 1002,8 38 0,0-21-299,-6-22-1688</inkml:trace>
</inkml:ink>
</file>

<file path=ppt/ink/ink7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06.160"/>
    </inkml:context>
    <inkml:brush xml:id="br0">
      <inkml:brushProperty name="width" value="0.05" units="cm"/>
      <inkml:brushProperty name="height" value="0.05" units="cm"/>
      <inkml:brushProperty name="color" value="#004F8B"/>
    </inkml:brush>
  </inkml:definitions>
  <inkml:trace contextRef="#ctx0" brushRef="#br0">32 18 5505,'6'-17'3515,"-6"17"-3503,0 0 1,0 0-1,0 0 1,0 0-1,0 0 1,0 0-1,0 0 0,0 0 1,0-1-1,1 1 1,-1 0-1,0 0 0,0 0 1,0 0-1,0 0 1,0 0-1,0 0 0,0 0 1,0 0-1,0 0 1,0 0-1,1 0 0,-1 0 1,0 0-1,0 0 1,0 0-1,0 0 1,0 0-1,0 0 0,0 0 1,0 0-1,0 0 1,1 0-1,-1 0 0,0 0 1,0 1-1,0-1 1,0 0-1,0 0 0,0 0 1,0 0-1,0 0 1,0 0-1,0 0 0,0 0 1,0 0-1,0 0 1,0 0-1,1 0 1,-1 1-1,0-1 0,0 0 1,0 0-1,0 0 1,0 0-1,0 0 0,0 0 1,0 0-1,0 0 1,0 0-1,0 1 0,0-1 1,0 0-1,0 0 1,0 0-1,0 34-2243,-10 52 1379,-21 258 2146,31-340-1204,0 0 1,0-1-1,0 1 1,1 0-1,-1-1 1,1 1-1,2 5 1,4 6-23</inkml:trace>
</inkml:ink>
</file>

<file path=ppt/ink/ink7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07.425"/>
    </inkml:context>
    <inkml:brush xml:id="br0">
      <inkml:brushProperty name="width" value="0.05" units="cm"/>
      <inkml:brushProperty name="height" value="0.05" units="cm"/>
      <inkml:brushProperty name="color" value="#004F8B"/>
    </inkml:brush>
  </inkml:definitions>
  <inkml:trace contextRef="#ctx0" brushRef="#br0">313 139 4577,'0'-3'6670,"-11"-12"-6888,5 10 106,1 0-1,-1 1 1,0 0-1,0 0 1,0 0-1,-1 1 1,1 0 0,-1 0-1,0 1 1,0 0-1,0 0 1,-12-2-1,9 3 7,0 0-1,0 1 0,0 0 0,0 1 0,0 0 0,0 0 0,0 1 1,0 0-1,0 1 0,-15 6 0,20-6 63,-1 0 1,1 1-1,-1-1 0,1 1 1,0 1-1,0-1 0,1 0 1,-1 1-1,1 0 0,0 0 0,1 1 1,-1-1-1,1 1 0,0-1 1,0 1-1,1 0 0,-4 11 1,5-15 109,1 0 1,-1 0 0,1 1-1,-1-1 1,1 0 0,0 1 0,-1-1-1,1 0 1,1 1 0,-1-1-1,0 1 1,1-1 0,-1 0-1,1 0 1,-1 1 0,1-1-1,0 0 1,0 0 0,2 4 0,0-3 138,-1-1 1,0 0-1,1 1 1,-1-1 0,1 0-1,0 0 1,0 0-1,-1-1 1,1 1 0,0-1-1,1 0 1,4 2-1,3 0 266,1-1-1,0 0 1,1-1-1,-1 0 1,0-1-1,20-2 1,-14 1-281,-1-2 1,-1 0-1,1-1 1,0 0-1,-1-1 1,0-1-1,0-1 1,0 0-1,-1-1 0,0-1 1,-1 0-1,0-1 1,-1-1-1,1 0 1,20-24-1,-36 53-8742,1-11 8569,0 1-1,1 0 1,0 0-1,0-1 1,1 1 0,0 0-1,1-1 1,3 13-1,-2-16 111,-1-1 1,1 0-1,0 0 0,0 0 1,0 0-1,0-1 1,0 1-1,1-1 0,-1 0 1,1 0-1,0 0 0,-1 0 1,1-1-1,0 0 0,0 1 1,0-1-1,0-1 1,6 2-1,6 0 423,0-1 0,1-1 0,19-1 0,-23 0-351,0 0 0,0-2 0,-1 1 0,1-1 0,-1-1 0,1-1 0,-1 1 0,0-2 0,-1 0 0,1 0 0,-1-1 0,12-10 0,-16 11-142,0 0 0,-1 0 0,0-1 0,0 0 0,-1 0 0,0 0 0,0 0 0,0-1 0,-1 0 0,0 0 0,-1 0 0,0-1 0,0 1 0,-1-1 0,0 0 0,0 1 0,-1-1 0,0-14 0,-1 22-18,0-3-266,0 0-1,0 0 0,0 0 1,0 0-1,-1 0 0,0 0 1,0 0-1,-1-5 1,1 8 109,0 0 1,0 0 0,0 0-1,1 1 1,-1-1 0,0 0 0,0 0-1,0 1 1,0-1 0,-1 0-1,1 1 1,0-1 0,0 1 0,0-1-1,0 1 1,-1 0 0,1-1-1,0 1 1,0 0 0,-1 0-1,1 0 1,0 0 0,0 0 0,-1 0-1,1 0 1,0 0 0,0 1-1,-1-1 1,1 1 0,0-1 0,-1 1-1,-19 7-995,0 3-297</inkml:trace>
</inkml:ink>
</file>

<file path=ppt/ink/ink7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07.644"/>
    </inkml:context>
    <inkml:brush xml:id="br0">
      <inkml:brushProperty name="width" value="0.05" units="cm"/>
      <inkml:brushProperty name="height" value="0.05" units="cm"/>
      <inkml:brushProperty name="color" value="#004F8B"/>
    </inkml:brush>
  </inkml:definitions>
  <inkml:trace contextRef="#ctx0" brushRef="#br0">20 0 5081,'1'9'360,"-1"2"8,2 2 424,-2 0-167,1 2-97,-1 4-56,-3 4-176,-4 6 16,-6 7 48</inkml:trace>
</inkml:ink>
</file>

<file path=ppt/ink/ink7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09.051"/>
    </inkml:context>
    <inkml:brush xml:id="br0">
      <inkml:brushProperty name="width" value="0.05" units="cm"/>
      <inkml:brushProperty name="height" value="0.05" units="cm"/>
      <inkml:brushProperty name="color" value="#004F8B"/>
    </inkml:brush>
  </inkml:definitions>
  <inkml:trace contextRef="#ctx0" brushRef="#br0">40 52 3065,'0'0'746,"-8"-1"4657,-18-5-3417,25 6-1984,1 0 0,0 0 1,0 0-1,-1 0 0,1-1 1,0 1-1,0 0 0,-1 0 1,1 0-1,0 0 0,0 0 1,0-1-1,-1 1 0,1 0 1,0 0-1,0-1 0,0 1 1,0 0-1,0 0 0,-1 0 1,1-1-1,0 1 0,0 0 1,0-1-1,0 1 0,0 0 1,0 0-1,0-1 0,0 1 1,0 0-1,0 0 0,0-1 0,0 1 1,0 0-1,0 0 0,0-1 1,0 1-1,0 0 0,1 0 1,-1-1-1,0 1 0,0-1 1,5 1-17,0-1 0,0 0 0,0 1 0,0 0 0,0 0 0,6 1 0,4 0 28,549-23 3106,-423 13-2226,-110 6-271,-29 3-290,1 0-1181</inkml:trace>
</inkml:ink>
</file>

<file path=ppt/ink/ink7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10.019"/>
    </inkml:context>
    <inkml:brush xml:id="br0">
      <inkml:brushProperty name="width" value="0.05" units="cm"/>
      <inkml:brushProperty name="height" value="0.05" units="cm"/>
      <inkml:brushProperty name="color" value="#004F8B"/>
    </inkml:brush>
  </inkml:definitions>
  <inkml:trace contextRef="#ctx0" brushRef="#br0">49 1 4169,'-2'0'-16,"0"1"0,0-1 0,0 1-1,0 0 1,0-1 0,1 1 0,-1 0 0,0 0 0,1 0 0,-1 1 0,1-1-1,-1 0 1,1 1 0,0-1 0,-1 0 0,1 1 0,0 0 0,0-1 0,0 1 0,0 0-1,0-1 1,0 1 0,1 0 0,-1 0 0,1 0 0,-1 0 0,0 3 0,-1 2 117,0-1 55,2-6-132,0 0 1,0 0 0,-1 0 0,1 0 0,0 1 0,0-1-1,0 0 1,0 0 0,0 0 0,0 0 0,-1 1 0,1-1 0,0 0-1,0 0 1,0 1 0,0-1 0,0 0 0,0 0 0,0 0-1,0 1 1,0-1 0,0 0 0,0 0 0,0 1 0,0-1-1,0 0 1,0 0 0,1 0 0,-1 1 0,0-1 0,0 0 0,0 0-1,0 0 1,0 1 0,0-1 0,0 0 0,1 0 0,-1 0-1,0 1 1,7 7 719,-2-1-365,0 0-1,0-1 1,0 0-1,1 0 1,0 0 0,0 0-1,0-1 1,1 0-1,12 6 1,66 25 2319,-62-28-2401,0 2 0,0 0 0,21 14 0,-40-21-338,1 0 0,-2 0 0,1 0 0,0 1 0,-1-1 0,1 1 0,-1 0 0,0 0 0,0 0 0,-1 0 0,1 1 0,-1-1 0,0 1 0,0-1 0,1 7 0,-1-4-45,-1 1 1,0-1-1,0 1 0,-1 0 1,0-1-1,-1 1 0,1 0 1,-1-1-1,-3 11 0,0-5-1,0 0 0,-1-1 0,0 1 0,-1-1 0,0 0 0,-1 0-1,-1-1 1,0 0 0,0 0 0,-19 19 0,-2-8 65,0-2 0,-1 0 0,-32 15 0,-1 1 206,58-33-431,-21 15 1376,30-14 90,14-2-697,205-11 1540,-115 1-1777,-65 6-212,331-33 407,-371 34-692,0 1 1,0-1-1,0 0 1,0 1 0,0-1-1,0-1 1,-1 1 0,1 0-1,4-3 1,1-3-2164</inkml:trace>
</inkml:ink>
</file>

<file path=ppt/ink/ink7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10.221"/>
    </inkml:context>
    <inkml:brush xml:id="br0">
      <inkml:brushProperty name="width" value="0.05" units="cm"/>
      <inkml:brushProperty name="height" value="0.05" units="cm"/>
      <inkml:brushProperty name="color" value="#004F8B"/>
    </inkml:brush>
  </inkml:definitions>
  <inkml:trace contextRef="#ctx0" brushRef="#br0">1 1 5833,'0'0'-136</inkml:trace>
</inkml:ink>
</file>

<file path=ppt/ink/ink7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10.746"/>
    </inkml:context>
    <inkml:brush xml:id="br0">
      <inkml:brushProperty name="width" value="0.05" units="cm"/>
      <inkml:brushProperty name="height" value="0.05" units="cm"/>
      <inkml:brushProperty name="color" value="#004F8B"/>
    </inkml:brush>
  </inkml:definitions>
  <inkml:trace contextRef="#ctx0" brushRef="#br0">1 670 7098,'0'0'8168,"1"-8"-4973,10-74-2724,-3 0-1,-5-124 1,-3 155-368,1-3-145,12-79 0,-13 130 162,2-2-708,11 1-767,39-3 1300,0 3-1,52 2 1,42-3 261,-57-5-45,-43 3-225,48 1 1,-93 6-850</inkml:trace>
</inkml:ink>
</file>

<file path=ppt/ink/ink7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11.028"/>
    </inkml:context>
    <inkml:brush xml:id="br0">
      <inkml:brushProperty name="width" value="0.05" units="cm"/>
      <inkml:brushProperty name="height" value="0.05" units="cm"/>
      <inkml:brushProperty name="color" value="#004F8B"/>
    </inkml:brush>
  </inkml:definitions>
  <inkml:trace contextRef="#ctx0" brushRef="#br0">0 34 9026,'0'0'4793,"2"0"-4097,-1 0-64,36-6-40,-16 3-144,1 0-31,6-1-153,0 1-80,6-2-88,0 2-48,5 0-320,2-1-353,2 4-1047,-1 0-840</inkml:trace>
</inkml:ink>
</file>

<file path=ppt/ink/ink7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11.280"/>
    </inkml:context>
    <inkml:brush xml:id="br0">
      <inkml:brushProperty name="width" value="0.05" units="cm"/>
      <inkml:brushProperty name="height" value="0.05" units="cm"/>
      <inkml:brushProperty name="color" value="#004F8B"/>
    </inkml:brush>
  </inkml:definitions>
  <inkml:trace contextRef="#ctx0" brushRef="#br0">1 1 5569,'0'0'1541,"3"9"-4989,1 5 3966,1-1 1,0 0-1,1-1 0,1 0 1,0 0-1,1 0 0,0-1 1,19 21-1,-17-25-239,0 0 1,0-1-1,0 0 0,1 0 0,0-1 1,0-1-1,0 0 0,1 0 0,22 3 1,7-1-1612,61 0 0,-55-6-1555</inkml:trace>
</inkml:ink>
</file>

<file path=ppt/ink/ink7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11.578"/>
    </inkml:context>
    <inkml:brush xml:id="br0">
      <inkml:brushProperty name="width" value="0.05" units="cm"/>
      <inkml:brushProperty name="height" value="0.05" units="cm"/>
      <inkml:brushProperty name="color" value="#004F8B"/>
    </inkml:brush>
  </inkml:definitions>
  <inkml:trace contextRef="#ctx0" brushRef="#br0">376 119 4153,'-3'-116'6147,"3"114"-5103,-13 22-6655,-52 116 1380,-17 30 4288,67-141 3,-23 35 210,3 3 1,-42 102 0,66-136-93,4-12 74,0-1 1,2 1-1,0 0 0,1 0 0,0 0 0,0 19 0,5-26 1631</inkml:trace>
</inkml:ink>
</file>

<file path=ppt/ink/ink7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12.163"/>
    </inkml:context>
    <inkml:brush xml:id="br0">
      <inkml:brushProperty name="width" value="0.05" units="cm"/>
      <inkml:brushProperty name="height" value="0.05" units="cm"/>
      <inkml:brushProperty name="color" value="#004F8B"/>
    </inkml:brush>
  </inkml:definitions>
  <inkml:trace contextRef="#ctx0" brushRef="#br0">2 50 2713,'0'-1'356,"-1"1"0,1-1 1,0 1-1,0-1 1,0 1-1,0-1 1,0 1-1,0-1 0,0 1 1,0-1-1,0 1 1,0-1-1,0 1 0,0-1 1,0 1-1,1-1 1,2-4 4276,-2 4-4276,-1 1-1,1 0 0,-1 0 1,1-1-1,20-6-181,-1 1 0,1 1-1,0 1 1,40-3 0,94 3-411,-141 4 168,-10 0-27,29 3-2157,-20 3-4</inkml:trace>
</inkml:ink>
</file>

<file path=ppt/ink/ink7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12.406"/>
    </inkml:context>
    <inkml:brush xml:id="br0">
      <inkml:brushProperty name="width" value="0.05" units="cm"/>
      <inkml:brushProperty name="height" value="0.05" units="cm"/>
      <inkml:brushProperty name="color" value="#004F8B"/>
    </inkml:brush>
  </inkml:definitions>
  <inkml:trace contextRef="#ctx0" brushRef="#br0">0 34 3905,'0'0'7898,"2"0"-7194,35 0-144,-11-4-208,7-2-112,13 0-112,8 0-264,23-1-752,9 2-521</inkml:trace>
</inkml:ink>
</file>

<file path=ppt/ink/ink7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13.197"/>
    </inkml:context>
    <inkml:brush xml:id="br0">
      <inkml:brushProperty name="width" value="0.05" units="cm"/>
      <inkml:brushProperty name="height" value="0.05" units="cm"/>
      <inkml:brushProperty name="color" value="#004F8B"/>
    </inkml:brush>
  </inkml:definitions>
  <inkml:trace contextRef="#ctx0" brushRef="#br0">99 25 4809,'0'0'-12,"0"0"0,-1 0-1,1-1 1,0 1 0,0 0 0,0 0 0,0-1-1,-1 1 1,1 0 0,0 0 0,0 0-1,-1 0 1,1 0 0,0-1 0,0 1 0,-1 0-1,1 0 1,0 0 0,-1 0 0,1 0-1,0 0 1,0 0 0,-1 0 0,1 0 0,0 0-1,-1 0 1,1 0 0,0 0 0,0 0 0,-1 0-1,1 0 1,0 0 0,0 0 0,-1 1-1,1-1 1,0 0 0,0 0 0,-1 0 0,1 1-1,-11 12-871,-2 19-377,-12 78 1246,-14 136 1,39-223 13562,12-39-10652,12-26-3131,-8 13 275,88-144-540,-92 156 323,0 1 0,1 1 0,0 0 0,1 1 0,1 1 0,1 0-1,31-20 1,-45 31 68,0 1-1,0 0 1,1-1 0,-1 1-1,1 0 1,-1 0-1,1 0 1,-1 1-1,1-1 1,-1 1 0,1-1-1,0 1 1,-1 0-1,1 0 1,-1 0 0,1 0-1,0 1 1,-1-1-1,1 0 1,-1 1 0,1 0-1,-1 0 1,4 1-1,-2 2-123,0-1 0,0 0 0,0 1 0,-1 0 0,1 0-1,-1 0 1,0 0 0,0 0 0,-1 1 0,4 9 0,4 6 172,-2 1 0,-1 0 1,-1 0-1,0 1 0,-2 0 0,-1 0 1,0 0-1,-1 0 0,-2 1 0,-3 30 1,-3-33 1081,6-20-946,0 0-1,0 0 1,-1 0-1,1 1 1,0-1-1,0 0 1,0 0-1,0 0 1,-1 0-1,1 0 1,0 0-1,0 0 1,0 0 0,-1 0-1,1 0 1,0 0-1,0 0 1,0 0-1,-1 0 1,1 0-1,0 0 1,0 0-1,0 0 1,-1 0-1,1 0 1,0 0-1,0 0 1,0-1-1,0 1 1,-1 0-1,1 0 1,0 0 0,0 0-1,0 0 1,0 0-1,-1-1 1,1 1-1,0 0 1,0 0-1,0 0 1,0 0-1,0-1 1,0 1-1,0 0 1,0 0-1,-2-3 190,1 0-1,0-1 0,0 1 1,0 0-1,0 0 1,0 0-1,1-1 0,0 1 1,0 0-1,0-5 1,1-16-241,1 0 0,2 0 0,0 1 0,2-1 0,12-33 0,-14 47-150,0 0-1,1 1 1,0-1-1,0 1 1,1 0-1,0 0 1,1 1-1,0 0 1,0 0-1,1 0 1,0 1-1,0 0 1,1 1-1,15-9 1,-12 9-22,1 0 1,1 1 0,-1 0-1,1 1 1,0 1 0,0 0-1,0 1 1,0 1 0,0 0-1,0 0 1,1 2 0,26 3-1,-34-2 89,-1-1-1,1 1 0,0 0 0,-1 1 0,0 0 0,1 0 1,-1 0-1,0 0 0,0 1 0,-1 0 0,1 0 0,-1 1 1,0 0-1,0 0 0,-1 0 0,1 0 0,-1 1 0,0-1 0,-1 1 1,1 0-1,-1 1 0,0-1 0,-1 0 0,0 1 0,0-1 1,0 1-1,-1 0 0,2 9 0,-2 2 96,-1 1 1,0-1-1,-2 1 1,0-1-1,-1 0 1,-1 1-1,-9 28 1,3-9 79,9-35-129,0 0-83,0 1 0,0-1 0,0 0 0,1 0 0,0 1 0,-1-1 0,2 7 0,5 7-1746</inkml:trace>
</inkml:ink>
</file>

<file path=ppt/ink/ink7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13.851"/>
    </inkml:context>
    <inkml:brush xml:id="br0">
      <inkml:brushProperty name="width" value="0.05" units="cm"/>
      <inkml:brushProperty name="height" value="0.05" units="cm"/>
      <inkml:brushProperty name="color" value="#004F8B"/>
    </inkml:brush>
  </inkml:definitions>
  <inkml:trace contextRef="#ctx0" brushRef="#br0">516 82 7674,'-1'-4'281,"0"1"0,0-1 0,-1 1 0,1-1 0,-1 1 0,0 0 0,0 0 1,0 0-1,-1 0 0,-4-4 0,3 3-278,0 1 0,-1 0 0,0 0 0,0 0 0,0 1 0,0-1 0,0 1 0,-1 0 0,1 1 0,-9-2 0,-8 0-577,0 1 0,0 1 0,-37 3 0,43-1 929,-6 0-510,-1 1 1,1 1 0,0 1-1,0 1 1,1 0-1,-40 17 1,54-18 121,0 0 1,1 0 0,-1 0-1,1 0 1,-1 1-1,1 1 1,1-1 0,-1 1-1,-9 12 1,12-13 55,0 0 0,0 0 1,1 1-1,0-1 0,0 1 0,0 0 1,0 0-1,1 0 0,0-1 0,1 1 1,-1 0-1,1 0 0,0 0 0,1 10 1,0-9 106,0 0 1,1 0 0,-1 0 0,1 0 0,1 0-1,-1-1 1,1 1 0,0-1 0,0 0 0,1 0-1,0 0 1,0 0 0,1-1 0,-1 1 0,1-1-1,0 0 1,1-1 0,-1 1 0,1-1 0,0 0-1,0 0 1,0-1 0,9 4 0,-4-3 125,0-1 0,1 0 0,-1 0 0,1-1 0,0-1 0,0 0 0,0 0 0,0-1 0,0-1 0,0 0 1,-1 0-1,1-1 0,12-4 0,-14 4-76,0-1 0,0 0 0,0-1 0,-1 0 0,1 0 0,-1-1 0,0 0 0,0-1-1,0 0 1,-1 0 0,0-1 0,0 0 0,-1 0 0,0-1 0,0 0 0,-1 0 0,0-1 0,7-12 0,4-14 50,-2-1 1,-1 0-1,-2-1 0,9-45 0,-21 80-443,-2 60-7694,-6 28 7147,-1 14 870,5-50-63,1-21 116,2-1 0,2 36 0,1-49-855</inkml:trace>
</inkml:ink>
</file>

<file path=ppt/ink/ink7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14.125"/>
    </inkml:context>
    <inkml:brush xml:id="br0">
      <inkml:brushProperty name="width" value="0.05" units="cm"/>
      <inkml:brushProperty name="height" value="0.05" units="cm"/>
      <inkml:brushProperty name="color" value="#004F8B"/>
    </inkml:brush>
  </inkml:definitions>
  <inkml:trace contextRef="#ctx0" brushRef="#br0">0 1 5033,'2'0'24,"-1"1"-272,23 29 552,-12-11 408,1 2 144,3-1 49,0 3-81,1-3-48,-2-2-200,1-3-104,-3-3-56,2-3 56,0-1-416,1 3-504,2-4-1648</inkml:trace>
</inkml:ink>
</file>

<file path=ppt/ink/ink7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14.341"/>
    </inkml:context>
    <inkml:brush xml:id="br0">
      <inkml:brushProperty name="width" value="0.05" units="cm"/>
      <inkml:brushProperty name="height" value="0.05" units="cm"/>
      <inkml:brushProperty name="color" value="#004F8B"/>
    </inkml:brush>
  </inkml:definitions>
  <inkml:trace contextRef="#ctx0" brushRef="#br0">273 1 3961,'-10'20'-165,"2"2"1,0-1-1,1 1 1,-4 23-1,-5 12 1089,-137 363 6624,114-316-7369,19-41-2166</inkml:trace>
</inkml:ink>
</file>

<file path=ppt/ink/ink7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17.750"/>
    </inkml:context>
    <inkml:brush xml:id="br0">
      <inkml:brushProperty name="width" value="0.05" units="cm"/>
      <inkml:brushProperty name="height" value="0.05" units="cm"/>
      <inkml:brushProperty name="color" value="#004F8B"/>
    </inkml:brush>
  </inkml:definitions>
  <inkml:trace contextRef="#ctx0" brushRef="#br0">28 158 3721,'6'-56'8666,"3"19"-9505,-9 36 791,6 25-3589,-5-3 3336,0 1-1,-2 0 1,-1-1 0,0 1-1,-11 38 1,-3 32 337,1 234 366,15-312-2485,8 4 13579,-8-18-11385,5-14 2268,1-23-2155,-2 0-1,-2 0 1,-1 1 0,-5-47 0,3 64-183,-9-128-71,-3-84-624,13 229 593,1 1 0,-1-1 0,0 1 0,0-1 0,1 0 0,-1 1 0,1-1 1,0 1-1,-1 0 0,1-1 0,0 1 0,0-1 0,0 1 0,0 0 0,0 0 0,0-1 0,0 1 0,0 0 0,1 0 0,-1 0 0,0 0 0,1 1 1,-1-1-1,1 0 0,-1 1 0,1-1 0,-1 0 0,1 1 0,-1 0 0,1-1 0,-1 1 0,1 0 0,3 0 0,8-1-213,1 0-1,-1 2 1,18 1-1,-7 0 440,38-3 142,0-2 0,112-22 0,-133 22-1312</inkml:trace>
</inkml:ink>
</file>

<file path=ppt/ink/ink7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18.119"/>
    </inkml:context>
    <inkml:brush xml:id="br0">
      <inkml:brushProperty name="width" value="0.05" units="cm"/>
      <inkml:brushProperty name="height" value="0.05" units="cm"/>
      <inkml:brushProperty name="color" value="#004F8B"/>
    </inkml:brush>
  </inkml:definitions>
  <inkml:trace contextRef="#ctx0" brushRef="#br0">0 60 6049,'0'0'8319,"6"0"-7556,10-1-598,0 0-1,-1-1 0,1-1 0,-1-1 1,1 0-1,23-10 0,-13 5-1148,35-7-1,-29 11-1092</inkml:trace>
</inkml:ink>
</file>

<file path=ppt/ink/ink7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18.356"/>
    </inkml:context>
    <inkml:brush xml:id="br0">
      <inkml:brushProperty name="width" value="0.05" units="cm"/>
      <inkml:brushProperty name="height" value="0.05" units="cm"/>
      <inkml:brushProperty name="color" value="#004F8B"/>
    </inkml:brush>
  </inkml:definitions>
  <inkml:trace contextRef="#ctx0" brushRef="#br0">1 1 5545,'0'0'1016</inkml:trace>
</inkml:ink>
</file>

<file path=ppt/ink/ink7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18.756"/>
    </inkml:context>
    <inkml:brush xml:id="br0">
      <inkml:brushProperty name="width" value="0.05" units="cm"/>
      <inkml:brushProperty name="height" value="0.05" units="cm"/>
      <inkml:brushProperty name="color" value="#004F8B"/>
    </inkml:brush>
  </inkml:definitions>
  <inkml:trace contextRef="#ctx0" brushRef="#br0">0 223 872,'3'3'527,"-1"0"0,1-1 0,-1 1 0,1-1 0,0 1 0,0-1 0,0 0 0,0 0 0,0 0 1,0 0-1,1-1 0,4 2 0,-1-1 73,1-1 0,0 1 0,0-2 1,13 0-1,-5 0-252,0 0 1,0-2-1,-1 0 1,1 0-1,-1-2 1,1 0-1,-1-1 1,16-7-1,-23 8-212,-1 0 0,1 0 0,-1-1 0,0 0 0,0 0 0,-1-1 0,1 0 0,-1 0 0,-1 0 0,1-1 0,-1 0 0,0 0 0,0 0 0,-1-1 0,0 1 0,3-11 0,-2 4-138,-1-1 0,-1 1 0,0 0 0,-1-1 0,1-26 0,-3 40-428,-36 105-10416,32-92 10922,2 0-1,-1 0 1,2 0-1,-1 0 1,2 0-1,0 0 1,1 14-1,0-24 20,0 0 0,0-1 0,0 1 0,1 0 1,-1 0-1,0-1 0,1 1 0,-1-1 0,1 1 0,0-1 0,-1 0 0,1 1 0,0-1 0,0 0 0,0 0 0,0 0 0,0-1 1,0 1-1,0 0 0,0-1 0,0 1 0,0-1 0,4 0 0,19 5-280</inkml:trace>
</inkml:ink>
</file>

<file path=ppt/ink/ink7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18.913"/>
    </inkml:context>
    <inkml:brush xml:id="br0">
      <inkml:brushProperty name="width" value="0.05" units="cm"/>
      <inkml:brushProperty name="height" value="0.05" units="cm"/>
      <inkml:brushProperty name="color" value="#004F8B"/>
    </inkml:brush>
  </inkml:definitions>
  <inkml:trace contextRef="#ctx0" brushRef="#br0">0 1 6129,'0'0'2745</inkml:trace>
</inkml:ink>
</file>

<file path=ppt/ink/ink7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19.057"/>
    </inkml:context>
    <inkml:brush xml:id="br0">
      <inkml:brushProperty name="width" value="0.05" units="cm"/>
      <inkml:brushProperty name="height" value="0.05" units="cm"/>
      <inkml:brushProperty name="color" value="#004F8B"/>
    </inkml:brush>
  </inkml:definitions>
  <inkml:trace contextRef="#ctx0" brushRef="#br0">26 1 96,'-3'46'120,"-4"0"1520,5 1 193,-4 1 7,3-3 9,3 1-1409,-1 0-96,1-4 56,-2-7-32,1-4-576</inkml:trace>
</inkml:ink>
</file>

<file path=ppt/ink/ink7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19.434"/>
    </inkml:context>
    <inkml:brush xml:id="br0">
      <inkml:brushProperty name="width" value="0.05" units="cm"/>
      <inkml:brushProperty name="height" value="0.05" units="cm"/>
      <inkml:brushProperty name="color" value="#004F8B"/>
    </inkml:brush>
  </inkml:definitions>
  <inkml:trace contextRef="#ctx0" brushRef="#br0">0 189 7066,'4'-9'281,"1"0"1,0 0 0,0 0 0,0 1 0,1 0-1,1 0 1,-1 1 0,1-1 0,1 1 0,-1 1-1,1-1 1,0 1 0,0 1 0,1 0 0,0 0-1,14-6 1,9-2 47,0 1 0,1 2 0,51-10 0,-75 18-198,0 0-1,1 1 1,-1 0-1,0 0 0,1 1 1,-1 0-1,1 1 1,16 3-1,-21-2-149,0 0-1,-1 0 0,1 0 1,-1 0-1,0 1 1,1 0-1,-1 0 0,-1 0 1,1 0-1,0 0 1,-1 1-1,1 0 0,-1 0 1,0 0-1,-1 0 0,1 0 1,-1 0-1,4 8 1,-4-8-10,0 1 1,0 0 0,0 0 0,0 0 0,-1 0-1,0 1 1,0-1 0,0 0 0,-1 1-1,0-1 1,0 0 0,0 1 0,0-1 0,-3 9-1,2-10 12,-1 1 1,0-1-1,0 0 0,-1 0 0,1 0 0,-1 0 0,0 0 1,0 0-1,0-1 0,-1 1 0,1-1 0,-1 0 1,0 0-1,0 0 0,0-1 0,-7 4 0,-7 2-40,1 0 0,-1-2 0,-1 0 0,1-1-1,-1-1 1,-34 3 0,-5-2-1309</inkml:trace>
</inkml:ink>
</file>

<file path=ppt/ink/ink7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20.737"/>
    </inkml:context>
    <inkml:brush xml:id="br0">
      <inkml:brushProperty name="width" value="0.05" units="cm"/>
      <inkml:brushProperty name="height" value="0.05" units="cm"/>
      <inkml:brushProperty name="color" value="#004F8B"/>
    </inkml:brush>
  </inkml:definitions>
  <inkml:trace contextRef="#ctx0" brushRef="#br0">69 82 2665,'0'-5'9026,"0"-5"-6745,-2 1-3609,-7 8-3610,6 3 4815,0 1 0,-1-1 0,1 1 0,0 0 0,0 0 0,0 0 1,1 0-1,-1 0 0,1 1 0,0-1 0,0 1 0,0 0 1,0 0-1,1-1 0,-1 1 0,1 0 0,0 0 0,-1 5 1,-2 7 288,1 1 0,0 0 0,0 30 0,3-44-59,0 1 0,0-1-1,0 0 1,1 0 0,-1 0 0,1 0 0,0 0-1,0 0 1,0 0 0,0 0 0,1 0 0,-1 0-1,1-1 1,0 1 0,-1-1 0,1 1 0,0-1-1,5 4 1,-3-3 172,0 0-1,1 0 1,-1 0 0,1-1-1,0 0 1,0 0 0,0 0-1,0-1 1,0 1 0,8 0-1,1-1 340,0 0 0,1-1 0,-1 0 0,0-1 0,0-1 0,0 0 0,21-7 0,-24 5-437,1 0-1,-1-1 1,0-1 0,0 0-1,0 0 1,-1-1 0,0-1-1,0 0 1,-1 0 0,0-1-1,-1 0 1,1 0 0,10-18-1,-5 5-165,-1-1-1,-1-1 0,-1 0 1,-2-1-1,10-34 0,-38 101-9394,16-35 9374,1 1 0,0-1 0,0 1 0,1-1 0,-2 15 0,0 8-56,-1-7 117,1 0 0,1 28-1,2-49 128,0-1 311,1 1-493</inkml:trace>
</inkml:ink>
</file>

<file path=ppt/ink/ink7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21.432"/>
    </inkml:context>
    <inkml:brush xml:id="br0">
      <inkml:brushProperty name="width" value="0.05" units="cm"/>
      <inkml:brushProperty name="height" value="0.05" units="cm"/>
      <inkml:brushProperty name="color" value="#004F8B"/>
    </inkml:brush>
  </inkml:definitions>
  <inkml:trace contextRef="#ctx0" brushRef="#br0">166 81 3369,'0'-7'792,"-1"1"0,2 0 0,-1-1-1,1 1 1,0 0 0,0 0 0,0 0 0,1-1 0,0 2 0,5-12 0,-6 16-145,-2 18-7250,-10 18 5095,2-8 1150,-20 123-384,-33 130 540,43-214 368,2 1 1,-13 126-1,29-173-36,-2 15 2954</inkml:trace>
</inkml:ink>
</file>

<file path=ppt/ink/ink7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21.775"/>
    </inkml:context>
    <inkml:brush xml:id="br0">
      <inkml:brushProperty name="width" value="0.05" units="cm"/>
      <inkml:brushProperty name="height" value="0.05" units="cm"/>
      <inkml:brushProperty name="color" value="#004F8B"/>
    </inkml:brush>
  </inkml:definitions>
  <inkml:trace contextRef="#ctx0" brushRef="#br0">1 114 6905,'0'-2'155,"1"-1"-1,0 1 0,-1 0 0,1-1 0,0 1 0,0 0 0,0 0 0,1 0 0,-1 0 0,0 0 0,1 0 0,-1 0 0,1 0 0,0 0 0,0 1 0,0-1 0,0 1 0,0-1 0,0 1 0,0 0 1,3-2-1,57-23-86,-49 21 214,9-3-347,1 0 1,0 2-1,0 0 1,0 2-1,1 0 0,44 1 1,-56 4-795,-3 3-289</inkml:trace>
</inkml:ink>
</file>

<file path=ppt/ink/ink7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22.937"/>
    </inkml:context>
    <inkml:brush xml:id="br0">
      <inkml:brushProperty name="width" value="0.05" units="cm"/>
      <inkml:brushProperty name="height" value="0.05" units="cm"/>
      <inkml:brushProperty name="color" value="#004F8B"/>
    </inkml:brush>
  </inkml:definitions>
  <inkml:trace contextRef="#ctx0" brushRef="#br0">166 41 1088,'-46'-2'1745,"32"1"-1248,-1 0 1,0 1-1,0 1 0,0 0 1,-20 5-1,33-6-438,-6 2 3580,12 1-2281,15 3-1019,12-3 32,1-1 0,-1-2 1,0-1-1,52-8 0,-41 5-255,297-42 892,-337 46-1245</inkml:trace>
</inkml:ink>
</file>

<file path=ppt/ink/ink7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23.203"/>
    </inkml:context>
    <inkml:brush xml:id="br0">
      <inkml:brushProperty name="width" value="0.05" units="cm"/>
      <inkml:brushProperty name="height" value="0.05" units="cm"/>
      <inkml:brushProperty name="color" value="#004F8B"/>
    </inkml:brush>
  </inkml:definitions>
  <inkml:trace contextRef="#ctx0" brushRef="#br0">9 13 2841,'-9'-6'10049,"9"5"-9690,10-3 1223,23 2-2686,-23 4 1056,-1 0 0,0 0 0,1 1 0,-1 0 0,12 6 0,-19-8 21,0 0 0,0 0 1,0 0-1,0 0 0,0 1 0,0-1 1,0 1-1,-1-1 0,1 1 0,0-1 1,-1 1-1,1 0 0,-1 0 0,0 0 0,0 0 1,0 0-1,0 0 0,0 0 0,0 0 1,0 1-1,-1-1 0,1 0 0,-1 0 1,0 1-1,0-1 0,1 0 0,-1 0 0,-1 5 1,-6 17-313,-3 4-286</inkml:trace>
</inkml:ink>
</file>

<file path=ppt/ink/ink7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23.976"/>
    </inkml:context>
    <inkml:brush xml:id="br0">
      <inkml:brushProperty name="width" value="0.05" units="cm"/>
      <inkml:brushProperty name="height" value="0.05" units="cm"/>
      <inkml:brushProperty name="color" value="#004F8B"/>
    </inkml:brush>
  </inkml:definitions>
  <inkml:trace contextRef="#ctx0" brushRef="#br0">46 26 1712,'-27'-4'2827,"8"4"3795,24 1-6203,14 2-55,1 0 1,-1-2-1,1 0 0,23-3 1,85-12 213,-92 9-348,-5 0 465,-29 4 615,-6 1-3209,-32-3 1391,0 3 0,-1 0-1,1 3 1,-65 12 0,91-13 50,8-1-617</inkml:trace>
</inkml:ink>
</file>

<file path=ppt/ink/ink7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24.168"/>
    </inkml:context>
    <inkml:brush xml:id="br0">
      <inkml:brushProperty name="width" value="0.05" units="cm"/>
      <inkml:brushProperty name="height" value="0.05" units="cm"/>
      <inkml:brushProperty name="color" value="#004F8B"/>
    </inkml:brush>
  </inkml:definitions>
  <inkml:trace contextRef="#ctx0" brushRef="#br0">10 1 8194,'0'0'-192,"-9"20"-4849</inkml:trace>
</inkml:ink>
</file>

<file path=ppt/ink/ink7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24.694"/>
    </inkml:context>
    <inkml:brush xml:id="br0">
      <inkml:brushProperty name="width" value="0.05" units="cm"/>
      <inkml:brushProperty name="height" value="0.05" units="cm"/>
      <inkml:brushProperty name="color" value="#004F8B"/>
    </inkml:brush>
  </inkml:definitions>
  <inkml:trace contextRef="#ctx0" brushRef="#br0">1 695 1024,'0'-3'9973,"5"-9"-4071,7-29-5969,3-45 525,5-114 0,-15-100 15,-5 298-507,9-1-351,20-2 493,0 0 0,47 1 0,8-1 27,-2-3-48,84-12 32,-158 20-1398</inkml:trace>
</inkml:ink>
</file>

<file path=ppt/ink/ink7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24.951"/>
    </inkml:context>
    <inkml:brush xml:id="br0">
      <inkml:brushProperty name="width" value="0.05" units="cm"/>
      <inkml:brushProperty name="height" value="0.05" units="cm"/>
      <inkml:brushProperty name="color" value="#004F8B"/>
    </inkml:brush>
  </inkml:definitions>
  <inkml:trace contextRef="#ctx0" brushRef="#br0">1 45 6913,'0'0'6122,"1"0"-5106,1 0-560,29-14-136,-15 10 72,0-1 32,-1 2 64,0 1-39,-2-1-137,1 1-72,6-2-168,4 1-248,12 0-689,7 1-479,22 2-1160,6 0-833</inkml:trace>
</inkml:ink>
</file>

<file path=ppt/ink/ink7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25.739"/>
    </inkml:context>
    <inkml:brush xml:id="br0">
      <inkml:brushProperty name="width" value="0.05" units="cm"/>
      <inkml:brushProperty name="height" value="0.05" units="cm"/>
      <inkml:brushProperty name="color" value="#004F8B"/>
    </inkml:brush>
  </inkml:definitions>
  <inkml:trace contextRef="#ctx0" brushRef="#br0">480 45 7954,'-11'-7'952,"0"0"0,-22-9 1,24 13-1175,0 0 1,-1 0-1,0 1 1,1 1 0,-1-1-1,0 2 1,-10-1-1,1 2-59,0 0-1,1 1 0,-1 0 0,1 2 1,-1 0-1,1 1 0,1 1 0,-23 11 1,33-14 293,0 0 0,0 1 0,1 0 0,-1 0 1,1 1-1,0 0 0,0 0 0,1 1 0,-1-1 1,1 1-1,1 0 0,-1 1 0,1-1 0,0 1 1,0-1-1,1 1 0,0 1 0,0-1 0,1 0 1,0 1-1,0-1 0,-1 13 0,2-15 115,1 0 0,1 0 0,-1 0 1,1 0-1,-1 0 0,2 0 0,-1-1 0,0 1 0,1 0 0,0-1 0,0 1 0,0-1 0,1 0 1,5 8-1,-6-9 33,0-1 1,0 0 0,0 0 0,1 1-1,-1-1 1,1-1 0,-1 1-1,1 0 1,0-1 0,0 1 0,0-1-1,0 0 1,0 0 0,0 0 0,0 0-1,0 0 1,0-1 0,1 0-1,-1 1 1,0-1 0,0 0 0,0-1-1,6 0 1,1-1 159,-1-1 0,-1 0 0,1 0 0,0-1 1,-1 0-1,0 0 0,0-1 0,0-1 0,9-6 0,5-8 1103,31-35-1,-45 47-1165,-8 7-333,0 1 1,0 0-1,0 0 1,0 0-1,0-1 1,1 1-1,-1 0 1,0 0-1,0 0 1,0 0-1,0 0 1,1 0-1,-1 0 1,0-1-1,0 1 1,1 0-1,-1 0 1,0 0-1,0 0 1,0 0-1,1 0 1,-1 0-1,0 0 1,0 0-1,0 0 1,1 0-1,-1 0 0,0 0 1,0 0-1,1 0 1,-1 0-1,0 1 1,0-1-1,0 0 1,1 0-1,-1 0 1,0 0-1,0 0 1,0 0-1,0 1 1,1-1-1,-1 0 1,0 0-1,0 0 1,0 0-1,0 1 1,0-1-1,0 0 1,1 0-1,-1 0 1,0 1-1,6 18-943,1 28 866,-7-47 152,3 70-22,-2 0 0,-3 0 0,-4 0 0,-2-1 0,-4 0 0,-26 90 0,25-110 97,-32 100 139,38-129-144,-2-1-1,0 0 0,-1 0 1,0-1-1,-18 22 0,27-39-17,0 1 0,0 0-1,0-1 1,0 1 0,0-1-1,0 0 1,-1 1 0,1-1 0,-1 0-1,1 0 1,-1 0 0,1 0 0,-1 0-1,0 0 1,1 0 0,-1 0 0,0-1-1,0 1 1,1-1 0,-1 1-1,0-1 1,0 0 0,0 0 0,0 0-1,0 0 1,1 0 0,-1 0 0,0 0-1,0-1 1,-3 0 0,1-2 166,0 1 0,1-1 0,-1 0-1,1 0 1,-1 0 0,1-1 0,0 1 0,1-1 0,-1 1 0,0-1 0,-3-8 0,-3-5 122,1-1 1,1 0 0,0 0-1,2-1 1,0 0 0,1 0 0,1 0-1,0 0 1,2 0 0,1-32-1,1 33-306,1-1-1,0 1 0,2 1 1,0-1-1,1 1 0,1-1 1,1 1-1,0 1 0,1-1 1,1 1-1,17-23 0,7-1-783,3 2 0,0 1-1,3 1 1,72-50 0,-20 21-1684</inkml:trace>
</inkml:ink>
</file>

<file path=ppt/ink/ink7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26.526"/>
    </inkml:context>
    <inkml:brush xml:id="br0">
      <inkml:brushProperty name="width" value="0.05" units="cm"/>
      <inkml:brushProperty name="height" value="0.05" units="cm"/>
      <inkml:brushProperty name="color" value="#004F8B"/>
    </inkml:brush>
  </inkml:definitions>
  <inkml:trace contextRef="#ctx0" brushRef="#br0">116 72 2232,'-45'-18'5353,"39"15"-4967,-1 0 1,1 0-1,-1 0 1,0 1-1,0 0 0,0 0 1,0 1-1,-9-1 2205,37 1-2051,172-2 821,233-16-763,-382 10-289,-43 9-651</inkml:trace>
</inkml:ink>
</file>

<file path=ppt/ink/ink7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26.776"/>
    </inkml:context>
    <inkml:brush xml:id="br0">
      <inkml:brushProperty name="width" value="0.05" units="cm"/>
      <inkml:brushProperty name="height" value="0.05" units="cm"/>
      <inkml:brushProperty name="color" value="#004F8B"/>
    </inkml:brush>
  </inkml:definitions>
  <inkml:trace contextRef="#ctx0" brushRef="#br0">1 0 2705,'8'9'6340,"54"31"-4736,-55-35-1505,1-1 0,-1 1 0,1 1 0,-1-1 0,-1 1 0,11 12-1,-15-16-111,-1 1-1,1-1 0,-1 1 0,1 0 0,-1-1 0,0 1 0,0 0 0,-1 0 0,1 0 0,0 0 0,-1 0 0,0 0 0,0 0 0,0 0 0,0 0 0,0 0 1,0 0-1,-1 0 0,0 0 0,1 0 0,-1 0 0,0-1 0,-1 1 0,-1 4 0,-14 26-1113</inkml:trace>
</inkml:ink>
</file>

<file path=ppt/ink/ink7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27.274"/>
    </inkml:context>
    <inkml:brush xml:id="br0">
      <inkml:brushProperty name="width" value="0.05" units="cm"/>
      <inkml:brushProperty name="height" value="0.05" units="cm"/>
      <inkml:brushProperty name="color" value="#004F8B"/>
    </inkml:brush>
  </inkml:definitions>
  <inkml:trace contextRef="#ctx0" brushRef="#br0">1 53 4377,'0'-1'12898,"6"-3"-12238,13-4-466,0 2 1,1 0 0,0 1 0,0 1-1,31-2 1,-6-1-69,-29 5-758,1 0 0,-1 0-1,31 3 1,-29 2-1657</inkml:trace>
</inkml:ink>
</file>

<file path=ppt/ink/ink7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27.519"/>
    </inkml:context>
    <inkml:brush xml:id="br0">
      <inkml:brushProperty name="width" value="0.05" units="cm"/>
      <inkml:brushProperty name="height" value="0.05" units="cm"/>
      <inkml:brushProperty name="color" value="#004F8B"/>
    </inkml:brush>
  </inkml:definitions>
  <inkml:trace contextRef="#ctx0" brushRef="#br0">0 79 3201,'0'0'9434,"21"1"-8186,6-7-536,8-1-248,16-4-312,3-1-136,10-1-464,6 3-312,16-2-904,7 3-401</inkml:trace>
</inkml:ink>
</file>

<file path=ppt/ink/ink7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28.257"/>
    </inkml:context>
    <inkml:brush xml:id="br0">
      <inkml:brushProperty name="width" value="0.05" units="cm"/>
      <inkml:brushProperty name="height" value="0.05" units="cm"/>
      <inkml:brushProperty name="color" value="#004F8B"/>
    </inkml:brush>
  </inkml:definitions>
  <inkml:trace contextRef="#ctx0" brushRef="#br0">38 107 5217,'-3'-2'2349,"-3"7"-2401,-4 8-1039,6 3 912,0-1 1,0 1-1,2 0 0,0 0 1,1 0-1,1 23 1,-1-19 173,1-11 59,-1 12 315,1-1 0,4 28 8673,-2-52-7343,6-15-897,2-6-741,1 1-1,1 0 1,1 0-1,2 1 1,18-24-1,-18 31-345,0 1 0,1 0-1,0 1 1,32-22 0,-38 30 121,0 0 0,0 1 0,1 0 0,-1 1 0,1 0 0,0 0 0,0 1 0,0 1 0,1 0 0,18-1 0,-25 3 52,1 1 0,-1 0 0,0 0-1,0 1 1,-1 0 0,1 0 0,0 0-1,0 0 1,-1 1 0,0 0-1,1-1 1,-1 2 0,0-1 0,0 0-1,-1 1 1,1 0 0,-1 0-1,6 8 1,-2-2-10,0 1-1,0 0 0,-1 1 1,0-1-1,-1 1 1,5 18-1,-9-25 142,0-1 1,0 1-1,0 0 1,0 0-1,-1-1 0,0 1 1,0 0-1,0 0 0,0 0 1,-1-1-1,0 1 0,0 0 1,0 0-1,-1-1 0,1 1 1,-1-1-1,0 0 0,-1 1 1,1-1-1,-1 0 0,1 0 1,-1 0-1,-1-1 0,1 1 1,0-1-1,-1 1 0,-4 2 1,7-6 363,-3 2 2134,-1-10-862,4 2-1687,0-1-1,-1 1 1,2 0-1,-1 0 1,1 0 0,0 0-1,0-1 1,1 1-1,0 0 1,0 0-1,0 0 1,1 0-1,0 0 1,0 0 0,0 0-1,1 1 1,0-1-1,0 1 1,5-6-1,3-7-326,2 1 0,0 0 0,0 1 0,28-24 0,-30 30 301,1 1 1,-1 1 0,1 0-1,1 1 1,0 0 0,0 1-1,0 0 1,0 1 0,1 0-1,17-2 1,-22 5 16,1 1 0,-1 0 0,0 0-1,0 1 1,0 1 0,0-1 0,0 2 0,0-1-1,0 1 1,0 0 0,0 1 0,-1 0-1,1 0 1,-1 1 0,0 0 0,0 1 0,9 6-1,-9-5-51,1 1-1,-1 0 1,-1 1-1,1 0 1,-1 0-1,-1 0 1,1 1-1,-2 0 1,1 0-1,-1 1 1,0-1-1,-1 1 0,5 18 1,-7-19 117,0-1-1,-1 0 1,-1 0 0,1 1-1,-1-1 1,-1 0-1,1 0 1,-1 1 0,-1-1-1,0 0 1,0 0 0,0 0-1,-1 0 1,0-1 0,-1 1-1,0-1 1,0 0 0,-6 9-1,-1-3 107,8-11-143,1 1 1,0-1-1,0 0 1,1 1-1,-1 0 1,0-1-1,1 1 0,0 0 1,-2 5-1,1 4-878</inkml:trace>
</inkml:ink>
</file>

<file path=ppt/ink/ink7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28.858"/>
    </inkml:context>
    <inkml:brush xml:id="br0">
      <inkml:brushProperty name="width" value="0.05" units="cm"/>
      <inkml:brushProperty name="height" value="0.05" units="cm"/>
      <inkml:brushProperty name="color" value="#004F8B"/>
    </inkml:brush>
  </inkml:definitions>
  <inkml:trace contextRef="#ctx0" brushRef="#br0">506 72 8058,'-6'-6'127,"1"0"-1,-1 0 1,-1 0 0,1 1 0,-1 0-1,0 0 1,0 1 0,-1 0 0,1 0 0,-1 1-1,0 0 1,0 0 0,0 1 0,0 0 0,0 0-1,-11 0 1,-9 0-517,0 0 1,0 2-1,-43 6 0,58-4 296,0 0 0,0 0 0,1 2 0,-1 0-1,1 0 1,0 1 0,0 0 0,0 1 0,1 1 0,-1 0 0,2 0 0,-12 10 0,18-13 118,-1 1 0,1-1 0,-1 1-1,2 0 1,-1 0 0,0 1 0,1-1 0,0 1 0,0 0-1,1 0 1,-1 0 0,1 0 0,1 0 0,-1 0 0,1 0 0,0 1-1,1-1 1,-1 0 0,1 1 0,0-1 0,1 1 0,0-1 0,0 0-1,0 1 1,0-1 0,4 9 0,-3-11 119,0 1-1,0 0 0,0-1 1,0 0-1,1 1 1,0-1-1,0 0 1,0 0-1,0-1 1,0 1-1,1 0 1,0-1-1,0 0 1,0 0-1,0 0 1,8 4-1,-6-5 89,1 0 0,-1 0-1,1 0 1,0-1 0,-1 0 0,1 0 0,0-1-1,0 1 1,-1-2 0,1 1 0,8-2-1,0-1 141,0-1-1,0 0 1,0-1-1,0-1 1,-1 0-1,0-1 0,0 0 1,-1-2-1,0 1 1,14-12-1,-13 6-208,-1 0 0,0-1 0,-1-1 0,-1 0 0,0 0-1,-1-1 1,-1-1 0,-1 1 0,10-31 0,-36 110-9506,12-30 9448,0 0 0,2 0 0,1 35-1,4-51 175,4 0-209</inkml:trace>
</inkml:ink>
</file>

<file path=ppt/ink/ink7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29.401"/>
    </inkml:context>
    <inkml:brush xml:id="br0">
      <inkml:brushProperty name="width" value="0.05" units="cm"/>
      <inkml:brushProperty name="height" value="0.05" units="cm"/>
      <inkml:brushProperty name="color" value="#004F8B"/>
    </inkml:brush>
  </inkml:definitions>
  <inkml:trace contextRef="#ctx0" brushRef="#br0">1 51 4049,'0'0'-439,"2"14"-1348,-1-3 1981,0-7-37,-1 0-1,1 0 1,-1-1 0,1 1-1,0 0 1,1 0-1,2 6 1,-1-5 193,-1 0 0,1 0-1,0-1 1,0 1 0,1-1 0,-1 0 0,7 6-1,-1-1-13,-5-5-153,0 0 0,0-1 0,1 0 0,-1 1 1,1-2-1,0 1 0,0 0 0,0-1 0,0 0 0,0 0 0,11 2 0,-1-1-227,0-1-1,25 0 0,-25-2-347,-14 0 384,17 2-1012,0-2 0,0 0 0,0-2 0,25-4 0,-38 5 898,1-1-1,-2 1 1,1-1 0,0 0-1,0-1 1,0 1 0,-1-1 0,0 0-1,1 0 1,5-6 0,-7 5 482,0 1 0,0-1-1,0 0 1,0 0 0,-1-1 0,0 1 0,4-9 0,16-63 5270,-16 24-5408,-10 56-2477,-14 15 510,2 0 0,-19 30 0,-54 100 1324,16-3 4268,-68 194 0,101-221-2701,28-82-1418</inkml:trace>
</inkml:ink>
</file>

<file path=ppt/ink/ink7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32.414"/>
    </inkml:context>
    <inkml:brush xml:id="br0">
      <inkml:brushProperty name="width" value="0.05" units="cm"/>
      <inkml:brushProperty name="height" value="0.05" units="cm"/>
      <inkml:brushProperty name="color" value="#004F8B"/>
    </inkml:brush>
  </inkml:definitions>
  <inkml:trace contextRef="#ctx0" brushRef="#br0">3 198 6465,'-1'-1'-1149,"0"5"178,0 14-446,3 22 596,2 20 1291,28 249 1949,-22-261 6671,-7-56-5814,3-17-3004,-2-1 0,0-1 0,-1 1 0,-2-1-1,-3-38 1,2-20-176,22-214 682,-21 297-809,0-1-1,0 1 1,0 0-1,1-1 1,-1 1 0,1 0-1,-1 0 1,1 0 0,0 0-1,0 0 1,0 0 0,0 1-1,0-1 1,0 1 0,0-1-1,1 1 1,-1 0 0,0 0-1,5-2 1,-1 0-40,4-1-23,0-1 0,1 2-1,0-1 1,-1 1-1,1 1 1,0 0 0,0 0-1,17 1 1,12-3-49,20-4-686,79 0 1,-122 8-1433</inkml:trace>
</inkml:ink>
</file>

<file path=ppt/ink/ink7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32.663"/>
    </inkml:context>
    <inkml:brush xml:id="br0">
      <inkml:brushProperty name="width" value="0.05" units="cm"/>
      <inkml:brushProperty name="height" value="0.05" units="cm"/>
      <inkml:brushProperty name="color" value="#004F8B"/>
    </inkml:brush>
  </inkml:definitions>
  <inkml:trace contextRef="#ctx0" brushRef="#br0">0 24 5193,'0'0'6610,"2"0"-6234,33 0-40,-13-4-112,3-1-32,8-2-712,4 0-849</inkml:trace>
</inkml:ink>
</file>

<file path=ppt/ink/ink7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32.828"/>
    </inkml:context>
    <inkml:brush xml:id="br0">
      <inkml:brushProperty name="width" value="0.05" units="cm"/>
      <inkml:brushProperty name="height" value="0.05" units="cm"/>
      <inkml:brushProperty name="color" value="#004F8B"/>
    </inkml:brush>
  </inkml:definitions>
  <inkml:trace contextRef="#ctx0" brushRef="#br0">1 0 4025,'0'0'576</inkml:trace>
</inkml:ink>
</file>

<file path=ppt/ink/ink7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33.212"/>
    </inkml:context>
    <inkml:brush xml:id="br0">
      <inkml:brushProperty name="width" value="0.05" units="cm"/>
      <inkml:brushProperty name="height" value="0.05" units="cm"/>
      <inkml:brushProperty name="color" value="#004F8B"/>
    </inkml:brush>
  </inkml:definitions>
  <inkml:trace contextRef="#ctx0" brushRef="#br0">1 220 1688,'3'4'476,"0"-1"0,0 1-1,1 0 1,0-1 0,-1 0-1,1 0 1,1 0 0,-1 0-1,0 0 1,0-1 0,1 0-1,8 3 1,-5-4-10,-1 1 0,1-1-1,0-1 1,0 0 0,0 0 0,-1 0 0,14-3-1,-5 1-105,1-2 0,-1 1 0,0-2 0,0 0 0,-1-1 0,0-1-1,19-10 1,-26 11-220,1 0-1,-1 0 1,0 0 0,-1-1-1,1 0 1,-1-1-1,-1 0 1,0 0 0,0 0-1,0-1 1,-1 0-1,0 0 1,3-10 0,0-2 300,-2-2 1,6-28-1,-11 48-299,-6 17-5050,0 12 4730,2 0 0,0 0 0,2 1 0,0-1 0,2 0 0,7 43 0,-7-65 181,-1-1 0,1 0 0,0 0 0,-1-1 0,2 1-1,-1 0 1,0 0 0,0 0 0,1-1 0,0 1 0,-1-1 0,1 1 0,0-1 0,0 1 0,0-1 0,1 0 0,-1 0 0,1 0 0,-1-1 0,1 1 0,-1 0 0,1-1-1,0 0 1,0 0 0,0 1 0,-1-2 0,1 1 0,0 0 0,0-1 0,1 1 0,-1-1 0,5 0 0,29 1-1468</inkml:trace>
</inkml:ink>
</file>

<file path=ppt/ink/ink7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33.476"/>
    </inkml:context>
    <inkml:brush xml:id="br0">
      <inkml:brushProperty name="width" value="0.05" units="cm"/>
      <inkml:brushProperty name="height" value="0.05" units="cm"/>
      <inkml:brushProperty name="color" value="#004F8B"/>
    </inkml:brush>
  </inkml:definitions>
  <inkml:trace contextRef="#ctx0" brushRef="#br0">46 0 8146,'0'0'262,"-1"6"-3393,-13 129-15,7 78 7491,6-124-3966,-1-37 286,-14 346 4434,11-258-4622,5-128-2595</inkml:trace>
</inkml:ink>
</file>

<file path=ppt/ink/ink7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33.824"/>
    </inkml:context>
    <inkml:brush xml:id="br0">
      <inkml:brushProperty name="width" value="0.05" units="cm"/>
      <inkml:brushProperty name="height" value="0.05" units="cm"/>
      <inkml:brushProperty name="color" value="#004F8B"/>
    </inkml:brush>
  </inkml:definitions>
  <inkml:trace contextRef="#ctx0" brushRef="#br0">0 138 10186,'2'-10'445,"1"0"1,-1 1-1,1-1 0,1 1 1,0 0-1,9-16 0,-10 21-409,1 0 0,-1-1-1,1 1 1,0 1-1,0-1 1,1 0-1,-1 1 1,1 0 0,0 0-1,0 0 1,0 1-1,0 0 1,9-3 0,-10 3-25,0 1-1,0 0 1,0 0 0,0 0 0,0 1 0,0 0 0,0-1 0,0 2 0,0-1 0,0 0 0,0 1 0,0-1 0,0 1-1,0 0 1,0 1 0,0-1 0,-1 1 0,1-1 0,0 1 0,-1 0 0,1 0 0,2 3 0,1 2-34,-1-1 0,0 1 0,0 0 0,0 0 0,-1 1 1,-1-1-1,1 1 0,6 16 0,-8-17 27,0-1-1,-1 0 1,0 1-1,0 0 1,0 0 0,-1-1-1,0 1 1,0 0 0,-1 0-1,0 0 1,0 0-1,0 0 1,-1 0 0,0 0-1,-1-1 1,1 1 0,-1 0-1,-1-1 1,1 1-1,-1-1 1,0 0 0,0 1-1,-1-2 1,0 1 0,0 0-1,-1-1 1,1 0-1,-1 0 1,0 0 0,0 0-1,-11 6 1,5-3 24,-2-1-1,1 0 1,-1-1-1,0 0 1,-1-1 0,-17 4-1,-13 0-1236</inkml:trace>
</inkml:ink>
</file>

<file path=ppt/ink/ink7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34.847"/>
    </inkml:context>
    <inkml:brush xml:id="br0">
      <inkml:brushProperty name="width" value="0.05" units="cm"/>
      <inkml:brushProperty name="height" value="0.05" units="cm"/>
      <inkml:brushProperty name="color" value="#004F8B"/>
    </inkml:brush>
  </inkml:definitions>
  <inkml:trace contextRef="#ctx0" brushRef="#br0">143 96 1936,'-8'-1'418,"-11"-3"472,-1 1 0,1 1 0,-1 1 0,-36 2 4433,68-1-4758,0 1 0,23 4-1,1 0-140,101 9 73,158 10 392,-237-23-846,1-2 0,-1-3 0,62-11 0,-104 12-353,-11 3-6,0-1-1,0 0 1,0 0 0,1 0-1,-1 0 1,0-1 0,-1 0-1,1 0 1,0 0-1,0-1 1,-1 1 0,7-6-1,-11 8 221,1-1 1,-1 1-1,0-1 0,1 0 0,-1 1 1,0-1-1,1 1 0,-1-1 0,0 0 1,0 1-1,1-1 0,-1 0 0,0 1 1,0-1-1,0 0 0,0 0 0,0 1 1,0-1-1,0 0 0,0 1 0,0-1 0,0 0 1,-1 1-1,1-1 0,0 0 0,-1 0 1,-14-18-1081,-23-5 534,28 19 780,-1 0 0,0 0 0,-22-4 1,5 7 5540,29 2-5697,1 1 0,-1-1 0,1 1 0,-1-1 1,1 1-1,-1-1 0,1 1 0,-1 0 0,0 0 1,1-1-1,-1 1 0,1 1 0,4 2 16,0-1 16,1 1-1,-1 0 1,1 0-1,-1 0 0,0 1 1,-1 0-1,1 0 1,-1 0-1,6 8 0,-8-9-21,-1 0 0,1 0 0,-1 1-1,0-1 1,-1 1 0,1-1-1,-1 1 1,0 0 0,0 0-1,0-1 1,0 1 0,-1 0 0,0 0-1,0 0 1,-1 6 0,-4 23-196</inkml:trace>
</inkml:ink>
</file>

<file path=ppt/ink/ink7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35.493"/>
    </inkml:context>
    <inkml:brush xml:id="br0">
      <inkml:brushProperty name="width" value="0.05" units="cm"/>
      <inkml:brushProperty name="height" value="0.05" units="cm"/>
      <inkml:brushProperty name="color" value="#004F8B"/>
    </inkml:brush>
  </inkml:definitions>
  <inkml:trace contextRef="#ctx0" brushRef="#br0">66 39 2953,'0'-4'7477,"0"-6"-3438,-1-7-3010,-2 9-4091,1 9 2953,1 0 1,0 0-1,-1-1 0,1 1 1,0 0-1,0 0 1,0 0-1,0 0 0,0 1 1,0-1-1,0 0 0,0 0 1,0 0-1,1 1 0,-1-1 1,0 1-1,1-1 1,-1 0-1,1 1 0,-1-1 1,1 4-1,-10 44-300,7-27 297,-9 16 104,8-27 45,1-1 0,-1 1 1,-1 20-1,4-29 12,1 1 0,0-1 1,0 1-1,0-1 1,0 1-1,1 0 1,-1-1-1,1 1 0,0-1 1,-1 1-1,1-1 1,0 0-1,0 1 1,1-1-1,-1 0 0,0 0 1,1 1-1,-1-1 1,1 0-1,0-1 1,2 3-1,11 8 400</inkml:trace>
</inkml:ink>
</file>

<file path=ppt/ink/ink8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36.390"/>
    </inkml:context>
    <inkml:brush xml:id="br0">
      <inkml:brushProperty name="width" value="0.05" units="cm"/>
      <inkml:brushProperty name="height" value="0.05" units="cm"/>
      <inkml:brushProperty name="color" value="#004F8B"/>
    </inkml:brush>
  </inkml:definitions>
  <inkml:trace contextRef="#ctx0" brushRef="#br0">44 62 2216,'0'0'754,"-8"0"5697,-24 0-3268,32 0-3118,0 0 1,0 0-1,0 0 1,1 0-1,-1 0 0,0 0 1,0 0-1,0 0 1,0 0-1,0 0 0,0-1 1,0 1-1,0 0 1,-1-1 1307,1 1-1308,0 0 1,0 0-1,-1 0 1,1-1-1,0 1 0,0 0 1,0 0-1,0 0 1,0 0-1,0 0 0,0 0 1,0 0-1,0 0 1,-1 0-1,1 0 0,0 0 1,0 0-1,0 0 1,0 0-1,0 0 0,-1 1 655,1-1-655,10-5 696,23-6-1011,278-32 1496,-309 42-823,-134 10-3055,5 0 2541,125-9-692</inkml:trace>
</inkml:ink>
</file>

<file path=ppt/ink/ink8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37.188"/>
    </inkml:context>
    <inkml:brush xml:id="br0">
      <inkml:brushProperty name="width" value="0.05" units="cm"/>
      <inkml:brushProperty name="height" value="0.05" units="cm"/>
      <inkml:brushProperty name="color" value="#004F8B"/>
    </inkml:brush>
  </inkml:definitions>
  <inkml:trace contextRef="#ctx0" brushRef="#br0">150 224 4433,'-2'-1'937,"0"0"0,1 0 0,-1 0-1,0 0 1,0 0 0,1-1 0,-1 1 0,1 0 0,-1-1 0,1 1 0,-2-3 0,-5-5 684,-1 2-5066,2 9 1958,4-1 1402,1-1 0,0 1 1,0 0-1,0 0 0,0 0 0,0 0 0,0 0 0,1 0 0,-1 1 0,0-1 0,1 1 0,-1-1 0,1 1 0,-1 0 1,1-1-1,-3 5 0,-13 42-280,-5 40 649,-10 100 6109,40-206-3776,-6 6-2286,-1 0 0,0 0 0,-1-20-1,0-8-177,7-309-1337,-7 312 739,7 36-1285,7 1 1372,0 1 0,0 0-1,19 5 1,23 1 383,11-7-2,0-3 0,-1-3 0,88-19 0,-139 23-306,32-6-1291</inkml:trace>
</inkml:ink>
</file>

<file path=ppt/ink/ink8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38.170"/>
    </inkml:context>
    <inkml:brush xml:id="br0">
      <inkml:brushProperty name="width" value="0.05" units="cm"/>
      <inkml:brushProperty name="height" value="0.05" units="cm"/>
      <inkml:brushProperty name="color" value="#004F8B"/>
    </inkml:brush>
  </inkml:definitions>
  <inkml:trace contextRef="#ctx0" brushRef="#br0">1 37 3417,'0'0'6672,"7"0"-5115,322-3 461,-162-3-2875,-41 5 140,165-10 16,-289 11 1029,5-1 1035,-15-5-2682,0 4 1005,0 0 0,0 0-1,0 1 1,0 0 0,0 1 0,0-1 0,0 2-1,-1-1 1,1 1 0,0 0 0,0 1-1,0 0 1,-11 4 0,-10 3-313,1 3 1,-38 19 0,55-25 521,0 0 1,1 1 0,0 0 0,0 1 0,1 0 0,-16 17 0,22-22 165,0 1-1,0 0 1,0 1-1,0-1 1,1 0-1,0 1 1,-1-1 0,2 1-1,-1 0 1,0 0-1,1 0 1,0 0-1,0 0 1,1 0-1,-1 0 1,1 0 0,0 0-1,0 0 1,2 7-1,-1-10 62,0 1 0,0-1 1,0 1-1,0-1 0,1 0 0,-1 0 0,1 1 0,-1-1 0,1 0 0,0 0 0,0-1 0,0 1 1,0 0-1,0-1 0,0 1 0,1-1 0,-1 1 0,0-1 0,1 0 0,-1 0 0,1 0 0,-1-1 0,1 1 1,-1 0-1,1-1 0,0 0 0,3 1 0,6-1 282,0 1 1,-1-1-1,1-1 1,23-4-1,-21 3-182,0-1 0,0-1 0,0 0 0,-1-1 0,1 0 0,-1-1 0,0-1 0,-1 0 0,1 0-1,-2-2 1,1 1 0,-1-1 0,0-1 0,-1 0 0,0-1 0,-1 0 0,14-19 0,-23 30-284,0 0 1,0 0 0,0 0-1,0 0 1,0 1 0,0-1-1,0 0 1,0 0 0,0 0-1,0 0 1,0 1-1,0-1 1,0 0 0,0 0-1,0 0 1,0 0 0,0 1-1,0-1 1,1 0 0,-1 0-1,0 0 1,0 0 0,0 0-1,0 0 1,0 1 0,0-1-1,1 0 1,-1 0 0,0 0-1,0 0 1,0 0 0,0 0-1,1 0 1,-1 0 0,0 0-1,0 0 1,0 0 0,0 0-1,1 0 1,-1 0 0,0 0-1,0 0 1,0 0-1,0 0 1,1 0 0,-1 0-1,0 0 1,0 0 0,0 0-1,0 0 1,1 0 0,-1 0-1,0 0 1,0 0 0,0-1-1,0 1 1,0 0 0,1 0-1,-1 0 1,0 0 0,0 0-1,0 0 1,0-1 0,0 1-1,0 0 1,0 0 0,5 27-1342,-4 36 1090,-1 67 1053,-6 0 0,-42 236 0,47-358-650,-1 1 1,0-1 0,-1 0 0,0 0 0,0-1 0,-1 1 0,0 0 0,0-1 0,0 0 0,-1 0-1,-7 7 1,8-11-22,1 0-1,-1 0 1,0-1-1,0 1 1,0-1-1,0 0 0,0 0 1,-1 0-1,1-1 1,-1 1-1,1-1 0,-1 0 1,1-1-1,-1 1 1,0-1-1,1 0 1,-1 0-1,0 0 0,1 0 1,-1-1-1,0 0 1,-4-2-1,-6-1 132,0 0 0,1-2 0,-1 0-1,1-1 1,1 0 0,-1-1 0,1 0 0,-21-19 0,24 19 30,1-1 0,1 1 0,-1-1 0,2-1 1,-1 1-1,1-1 0,1-1 0,0 1 0,0-1 1,1 0-1,-7-22 0,10 24-176,1 0 0,0 0-1,0 1 1,1-1 0,0 0 0,0 0 0,1 0 0,0 0-1,1 1 1,0-1 0,0 0 0,1 1 0,0 0-1,1 0 1,0 0 0,0 0 0,0 0 0,7-8-1,10-10-378,1 1 0,0 1 0,41-32 0,-38 34 26,162-143-4314,-130 120 849</inkml:trace>
</inkml:ink>
</file>

<file path=ppt/ink/ink8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39.069"/>
    </inkml:context>
    <inkml:brush xml:id="br0">
      <inkml:brushProperty name="width" value="0.05" units="cm"/>
      <inkml:brushProperty name="height" value="0.05" units="cm"/>
      <inkml:brushProperty name="color" value="#004F8B"/>
    </inkml:brush>
  </inkml:definitions>
  <inkml:trace contextRef="#ctx0" brushRef="#br0">66 176 3993,'3'-4'4961,"-17"-3"-3796,3 2-1041,8 3 87,0 1 1,-1 0 0,1 0-1,-1 0 1,1 0 0,-1 0-1,1 0 1,-1 1-1,1 0 1,-6 0 1305,27-9-607,17-1-848,0 0 0,0 3-1,61-6 1,-50 8-46,617-30 28,-645 34 592,-8 1-2309,-1 0-4283,-19-10 5036,-52-35 7190,69 42-5728,-3 2-584,-1 0-1,1 1 0,-1 0 0,1 0 0,-1 0 1,1 0-1,-1 0 0,1 1 0,-1-1 1,1 1-1,-1 0 0,0 0 0,1 0 0,-1 1 1,0-1-1,0 1 0,0-1 0,0 1 1,0 0-1,0 1 0,-1-1 0,1 0 0,-1 1 1,1-1-1,2 6 0,1-1 38,-1 1 0,0 1-1,-1-1 1,0 1 0,0 0-1,-1 0 1,0 0 0,0 0 0,-1 0-1,-1 1 1,1-1 0,-2 1 0,1-1-1,-1 1 1,0-1 0,-1 1 0,-1-1-1,-4 19 1,-10 29-428</inkml:trace>
</inkml:ink>
</file>

<file path=ppt/ink/ink8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40.214"/>
    </inkml:context>
    <inkml:brush xml:id="br0">
      <inkml:brushProperty name="width" value="0.05" units="cm"/>
      <inkml:brushProperty name="height" value="0.05" units="cm"/>
      <inkml:brushProperty name="color" value="#004F8B"/>
    </inkml:brush>
  </inkml:definitions>
  <inkml:trace contextRef="#ctx0" brushRef="#br0">146 6 2112,'-9'-2'37,"-1"0"0,1 1 0,-1 1 0,1-1-1,-1 2 1,1-1 0,-1 1 0,1 1-1,-1 0 1,1 0 0,0 0 0,0 2-1,-13 5 1,21-9 461,1 1-422,-1 0 0,1-1 0,0 1 0,0 0 0,0-1 0,0 1 0,0 0 0,0-1 0,0 1 1,0 0-1,0-1 0,0 1 0,1-1 0,-1 1 0,0 0 0,0-1 0,1 1 0,-1-1 0,0 1 0,1 0 1,-1-1-1,0 1 0,1-1 0,-1 1 0,1-1 0,-1 1 0,1-1 0,-1 0 0,1 1 0,-1-1 0,1 0 1,-1 1-1,1-1 0,0 0 0,0 1 0,9 4 157,0 0 0,0-1 0,1 0 0,-1 0 0,1-1 0,0-1 1,0 0-1,16 1 0,657 26 1861,-575-26-1838,1745 5 1348,-1545-14-1274,369-4 374,-1 33 721,-633-19-1298,49 3 388,169-7 1,-257 0-1705</inkml:trace>
</inkml:ink>
</file>

<file path=ppt/ink/ink8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41.150"/>
    </inkml:context>
    <inkml:brush xml:id="br0">
      <inkml:brushProperty name="width" value="0.05" units="cm"/>
      <inkml:brushProperty name="height" value="0.05" units="cm"/>
      <inkml:brushProperty name="color" value="#004F8B"/>
    </inkml:brush>
  </inkml:definitions>
  <inkml:trace contextRef="#ctx0" brushRef="#br0">32 0 3953,'0'0'512,"-1"7"-1878,-8 62 1368,-1 87 0,-2 27 11606,15-204-9247,0-2-2296,1 0 1,2 1 0,0-1 0,1 1 0,2 1 0,0-1-1,23-37 1,-27 52-118,0-1 0,0 2-1,0-1 1,1 0 0,1 1-1,-1 0 1,1 1 0,0-1-1,0 1 1,0 1 0,1-1-1,0 1 1,-1 1 0,2-1-1,-1 1 1,0 1 0,1 0-1,-1 0 1,1 0 0,-1 1-1,1 0 1,0 1 0,-1 0-1,10 1 1,-11 0-18,-1-1 0,1 1-1,-1 1 1,1-1 0,-1 1 0,0 0 0,0 1-1,0-1 1,0 1 0,0 1 0,0-1-1,-1 1 1,0 0 0,0 0 0,0 0 0,0 1-1,6 7 1,-8-7 54,0 0 0,0 0 0,0 1 0,-1-1 0,0 1 0,0-1-1,-1 1 1,1 0 0,-1-1 0,0 1 0,-1 0 0,1 0 0,-1 0 0,-1 0 0,1-1 0,-1 1 0,0 0 0,0 0 0,-3 8-1,2-7 62,0-1-1,0 0 1,-1 0-1,1 0 0,-1-1 1,0 1-1,-1-1 1,0 1-1,0-1 0,0 0 1,0-1-1,-1 1 1,1-1-1,-1 1 1,0-2-1,-9 6 0,13-8 1298,0-7 221,0-3-1551,1 0 0,0 1 1,0-1-1,1 0 0,0 1 0,1-1 1,0 1-1,0-1 0,1 1 0,0 0 0,0 0 1,1 0-1,7-11 0,-1 2-214,2-1-1,0 2 0,1 0 1,27-27-1,-28 32 76,1 1 0,1 0 0,0 0 0,0 2 0,1 0 0,0 0 0,0 1-1,0 1 1,1 1 0,0 0 0,0 1 0,25-3 0,-31 6 69,0 1-1,0-1 1,0 1 0,0 1-1,-1 0 1,1 0 0,0 1 0,0 0-1,-1 1 1,0 0 0,1 1 0,-1 0-1,0 0 1,-1 1 0,1 0 0,-1 0-1,0 1 1,0 0 0,-1 1 0,1-1-1,-1 1 1,7 11 0,-8-9 65,-1 0 0,-1 0 1,1 1-1,-2-1 0,1 1 0,-1 0 1,-1 0-1,1 1 0,-2-1 1,0 0-1,0 1 0,-1 12 0,1-4 68,1 0-1,4 22 0,-5-39-35,0 0 0,0 1-1,0-1 1,0 0 0,0 0 0,1 0-1,-1 0 1,1 0 0,-1 0 0,1 0-1,0 0 1,0 0 0,0-1 0,0 1-1,0-1 1,0 1 0,0-1 0,0 0-1,0 0 1,1 0 0,-1 0 0,0 0-1,1-1 1,4 1 0,5 2 116,1-2 1,0 0 0,21-1-1,14-4-875,1-2-1,-1-1 1,58-18-1,14-9-2337</inkml:trace>
</inkml:ink>
</file>

<file path=ppt/ink/ink8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41.707"/>
    </inkml:context>
    <inkml:brush xml:id="br0">
      <inkml:brushProperty name="width" value="0.05" units="cm"/>
      <inkml:brushProperty name="height" value="0.05" units="cm"/>
      <inkml:brushProperty name="color" value="#004F8B"/>
    </inkml:brush>
  </inkml:definitions>
  <inkml:trace contextRef="#ctx0" brushRef="#br0">1 146 3497,'0'-2'4684,"8"-15"-3174,9-15-835,-16 31-373,0 0 0,-1 0 0,1-1 0,-1 1 0,1 0 0,-1 0-1,1 0 1,-1 0 0,0-1 0,0 1 0,0 0 0,1 0 0,-1-1 0,0 1 0,0 0 0,-1 0-1,1-1 1,-1-1 0,1 2-277,0 0-1,0 0 1,0 0-1,0 0 1,0 0-1,0 0 1,0 0-1,0 0 1,0 0-1,0 0 1,0 0-1,1 0 1,-1 0-1,0 0 1,1 0-1,-1 0 1,1 0-1,-1 0 1,1 0-1,-1 0 1,1 1-1,0-1 1,-1 0-1,1 0 1,0 1-1,1-2 1,3-4-48,-3 3 9,0 0 0,1 1 0,-1-1 0,1 0 0,0 1 1,-1-1-1,1 1 0,0 0 0,0 0 0,1 0 0,-1 1 0,0-1 0,1 1 0,-1-1 0,1 1 1,-1 0-1,1 0 0,4 0 0,244 1-257,-109 3 260,-142-3-435</inkml:trace>
</inkml:ink>
</file>

<file path=ppt/ink/ink8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41.908"/>
    </inkml:context>
    <inkml:brush xml:id="br0">
      <inkml:brushProperty name="width" value="0.05" units="cm"/>
      <inkml:brushProperty name="height" value="0.05" units="cm"/>
      <inkml:brushProperty name="color" value="#004F8B"/>
    </inkml:brush>
  </inkml:definitions>
  <inkml:trace contextRef="#ctx0" brushRef="#br0">19 21 2593,'-19'12'9338,"21"-12"-8634,39 1-200,-16-7-200,9 2-72,9-2-112,6 0-32,12 0-536,-5 0-936</inkml:trace>
</inkml:ink>
</file>

<file path=ppt/ink/ink8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42.591"/>
    </inkml:context>
    <inkml:brush xml:id="br0">
      <inkml:brushProperty name="width" value="0.05" units="cm"/>
      <inkml:brushProperty name="height" value="0.05" units="cm"/>
      <inkml:brushProperty name="color" value="#004F8B"/>
    </inkml:brush>
  </inkml:definitions>
  <inkml:trace contextRef="#ctx0" brushRef="#br0">403 121 9122,'1'-5'235,"-1"1"1,-1-1-1,1 1 1,-1 0-1,1-1 1,-1 1-1,-1 0 1,1-1-1,-1 1 1,1 0-1,-1 0 1,0 0-1,0 0 0,-1 1 1,1-1-1,-1 1 1,0-1-1,0 1 1,-5-4-1,2 2-226,-1 1 1,1 0-1,-1 1 0,0 0 0,0 0 0,-1 0 1,1 1-1,0 0 0,-1 0 0,-10 0 0,5 0-122,0 1-1,0 1 1,0 0 0,0 1-1,0 0 1,1 1-1,-1 0 1,0 1 0,1 0-1,0 1 1,-1 1-1,1 0 1,-14 8 0,20-9 98,-1 0 0,1 1 0,0 0 1,0 0-1,1 0 0,0 1 1,-1-1-1,2 1 0,-1 1 1,1-1-1,0 1 0,0-1 1,1 1-1,0 0 0,0 1 0,0-1 1,1 0-1,0 1 0,1-1 1,0 1-1,0 0 0,0-1 1,2 12-1,-1-7 83,1 1 0,1-1 0,0 0 0,1 0 0,0 0 0,1 0 0,0-1 0,1 1 0,0-1 0,11 17 0,-12-22 17,1 1 0,0-1 0,0 0 1,1-1-1,-1 1 0,1-1 0,1 0 0,-1 0 0,1-1 0,0 0 0,0 0 0,0-1 0,0 0 0,1 0 0,-1 0 0,1-1 0,10 2 0,-10-3-1,0 1 0,0-1 0,0-1 0,1 0 0,-1 0 0,0 0 0,0-1 0,0 0-1,0-1 1,0 0 0,0 0 0,-1 0 0,1-1 0,-1-1 0,1 1 0,-1-1 0,0 0 0,0-1 0,-1 1 0,1-1 0,-1-1 0,0 1-1,-1-1 1,1 0 0,-1-1 0,0 1 0,-1-1 0,0 0 0,0 0 0,6-14 0,1-9 206,13-63-1,-16 60-175,16-48 0,-23 78-204,-26 142-4586,7 71 5078,18-202-427,-2 10 86,1-12-109,0 0 0,1 0 0,-1 0 0,1-1 0,1 1 0,-1 0 0,1 0 0,2 8 0,2-6-2670</inkml:trace>
</inkml:ink>
</file>

<file path=ppt/ink/ink8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42.819"/>
    </inkml:context>
    <inkml:brush xml:id="br0">
      <inkml:brushProperty name="width" value="0.05" units="cm"/>
      <inkml:brushProperty name="height" value="0.05" units="cm"/>
      <inkml:brushProperty name="color" value="#004F8B"/>
    </inkml:brush>
  </inkml:definitions>
  <inkml:trace contextRef="#ctx0" brushRef="#br0">0 1 6953,'0'0'601,"0"1"-801,11 32-145,-3-5 57,3 8 272,1 1 80,0-2 64,-2-2 9,3-5 175,4-3 72,0-7 160,4-2 112,6-3-864,1-5-720</inkml:trace>
</inkml:ink>
</file>

<file path=ppt/ink/ink8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43.052"/>
    </inkml:context>
    <inkml:brush xml:id="br0">
      <inkml:brushProperty name="width" value="0.05" units="cm"/>
      <inkml:brushProperty name="height" value="0.05" units="cm"/>
      <inkml:brushProperty name="color" value="#004F8B"/>
    </inkml:brush>
  </inkml:definitions>
  <inkml:trace contextRef="#ctx0" brushRef="#br0">408 35 3617,'0'-7'142,"-1"-17"1277,-3 20-970,-5 15-767,2 5 518,-1 0-1,2 1 1,0 0-1,-6 34 1,0-3 719,-23 62 2141,-77 164 0,48-117-2593,37-86-125,-46 88 1,41-107-934</inkml:trace>
</inkml:ink>
</file>

<file path=ppt/ink/ink8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46.840"/>
    </inkml:context>
    <inkml:brush xml:id="br0">
      <inkml:brushProperty name="width" value="0.05" units="cm"/>
      <inkml:brushProperty name="height" value="0.05" units="cm"/>
    </inkml:brush>
  </inkml:definitions>
  <inkml:trace contextRef="#ctx0" brushRef="#br0">332 464 9242,'2'-44'1483,"9"-47"-1,1-43 18,-12 119-1268,0 1 0,-1 0 1,-1 0-1,0-1 0,-1 1 0,-1 0 0,-6-16 1,8 26-229,1 0-1,-1 1 1,1-1 0,-1 1 0,0-1 0,-1 1 0,1 0 0,0-1-1,-1 1 1,0 1 0,0-1 0,0 0 0,0 1 0,0-1 0,0 1-1,-1 0 1,1 0 0,-1 0 0,0 1 0,1-1 0,-1 1 0,0 0-1,0 0 1,0 0 0,0 0 0,0 1 0,0 0 0,0-1 0,0 2-1,0-1 1,0 0 0,-6 2 0,2 0-38,0 1 0,-1 0 0,2 0 0,-1 1 0,0 0 1,1 0-1,-1 1 0,1 0 0,0 0 0,1 0 0,-1 1 0,1 0 0,0 1 0,-6 9 0,-6 11 2,3 2 1,0 0-1,2 1 0,1 0 0,1 1 0,-9 44 1,18-66 56,1-1 0,-1 0 0,1 1 0,1-1 0,0 1 0,0-1 0,1 0 0,-1 1 1,2-1-1,-1 1 0,2-1 0,-1 0 0,1 0 0,0 0 0,5 8 0,-5-11 28,0 0-1,0-1 0,1 1 1,0-1-1,0 0 0,0 0 0,0 0 1,1-1-1,-1 1 0,1-1 1,0 0-1,0 0 0,0-1 0,0 0 1,1 0-1,-1 0 0,1 0 0,-1-1 1,1 0-1,0 0 0,-1 0 1,12-1-1,-6-1 1,0 0 1,1 0-1,-1-2 1,0 1-1,-1-1 1,1-1-1,0 0 1,-1 0-1,0-1 1,0-1-1,0 1 1,-1-2-1,0 1 1,0-1-1,0-1 1,13-14-1,-11 10-57,0-1 0,-1-1 0,-1 1 0,0-2 0,-1 1 0,0-1 0,-2 0-1,1-1 1,-2 1 0,7-30 0,-10 11 91,-2 33-130,-1 4-1268,-5 33 1185,1 1 0,2 0 0,1 0-1,3 40 1,0-74-58,0 1-1,-1 0 0,2 0 1,-1 0-1,0-1 0,1 1 1,-1-1-1,1 1 1,0-1-1,5 6 0,5 5-2353</inkml:trace>
</inkml:ink>
</file>

<file path=ppt/ink/ink8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47.441"/>
    </inkml:context>
    <inkml:brush xml:id="br0">
      <inkml:brushProperty name="width" value="0.05" units="cm"/>
      <inkml:brushProperty name="height" value="0.05" units="cm"/>
    </inkml:brush>
  </inkml:definitions>
  <inkml:trace contextRef="#ctx0" brushRef="#br0">0 20 6489,'5'7'5236,"22"38"-4751,-25-41-14,12 18-359,2-1-1,0-1 1,0 0-1,2-1 0,1-1 1,0-1-1,1 0 1,1-2-1,0 0 1,37 18-1,-55-31-428,1 0 0,-1-1 0,1 1 0,-1-1-1,1 0 1,-1 0 0,1 0 0,0-1 0,0 1 0,-1-1 0,1 0 0,0 0 0,0 0-1,-1-1 1,1 1 0,0-1 0,-1 0 0,1 0 0,0 0 0,-1 0 0,0-1-1,6-2 1,-4 0 90,-1 0 0,1 0-1,-1-1 1,0 1-1,0-1 1,-1 0 0,1 0-1,-1 0 1,0 0 0,-1-1-1,1 1 1,-1-1-1,2-8 1,57-202 12687,-63 218-12454,-1 0 0,1 1-1,0-1 1,0 0 0,0 1 0,0-1 0,1 1-1,-1-1 1,1 1 0,0 0 0,-2 5 0,1-5 4,-37 86 655,3 2-1,-29 118 1,55-166-441,-47 166 1295,44-170-1249,-2 0 1,-1 0-1,-26 42 0,33-68-1038</inkml:trace>
</inkml:ink>
</file>

<file path=ppt/ink/ink8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47.943"/>
    </inkml:context>
    <inkml:brush xml:id="br0">
      <inkml:brushProperty name="width" value="0.05" units="cm"/>
      <inkml:brushProperty name="height" value="0.05" units="cm"/>
    </inkml:brush>
  </inkml:definitions>
  <inkml:trace contextRef="#ctx0" brushRef="#br0">1 80 5105,'-1'-3'8386,"1"2"-8261,0 1 0,0-1 1,0 1-1,0 0 0,0-1 0,0 1 1,0-1-1,0 1 0,0-1 0,1 1 1,-1 0-1,0-1 0,0 1 0,0-1 1,0 1-1,1 0 0,-1-1 1,0 1-1,0 0 0,1-1 0,-1 1 1,0 0-1,0-1 0,1 1 0,0 0 1,9-4-128,0 0 1,1 1 0,0 0-1,0 1 1,0 0 0,0 1 0,12 0-1,19-3 109,239-37 1168,-274 39-2038</inkml:trace>
</inkml:ink>
</file>

<file path=ppt/ink/ink8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48.366"/>
    </inkml:context>
    <inkml:brush xml:id="br0">
      <inkml:brushProperty name="width" value="0.05" units="cm"/>
      <inkml:brushProperty name="height" value="0.05" units="cm"/>
    </inkml:brush>
  </inkml:definitions>
  <inkml:trace contextRef="#ctx0" brushRef="#br0">42 45 3945,'-42'9'7553,"53"-6"-5135,5 0-2231,1-1 0,0-1 0,0-1 0,0 0 0,0-1 0,25-5 0,110-29 1350,-89 18-955,-29 14-1699,-18 3-907</inkml:trace>
</inkml:ink>
</file>

<file path=ppt/ink/ink8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49.058"/>
    </inkml:context>
    <inkml:brush xml:id="br0">
      <inkml:brushProperty name="width" value="0.05" units="cm"/>
      <inkml:brushProperty name="height" value="0.05" units="cm"/>
    </inkml:brush>
  </inkml:definitions>
  <inkml:trace contextRef="#ctx0" brushRef="#br0">102 202 6953,'-2'-1'421,"1"0"-1,-1 1 0,0-1 0,0 0 0,1 0 0,-1 0 0,0-1 0,1 1 0,-1 0 0,1 0 0,-1-1 0,1 1 0,0-1 1,0 1-1,0-1 0,0 0 0,0 1 0,0-1 0,0 0 0,0 0 0,1 0 0,-1 0 0,1 1 0,-1-1 0,1-3 0,0-13-1059,1 15 640,0 0 0,0 0 1,0 0-1,0 0 1,1 1-1,-1-1 0,1 0 1,0 1-1,0 0 0,0-1 1,0 1-1,0 0 0,1 0 1,-1 0-1,1 0 1,-1 0-1,5-1 0,0-3-44,14-8-122,0 0-1,1 1 1,27-12-1,-37 20 34,-1 0-1,0 1 1,1 1-1,0 0 1,0 1 0,0 0-1,0 1 1,22 0-1,-31 1 67,0 1 0,0-1 0,0 1 0,0 0 0,0 0 0,0 1 0,-1-1 0,1 0 0,0 1 0,-1 0 0,1-1 0,-1 1 0,1 0 0,-1 0 0,0 1 0,0-1 0,0 0 0,0 1 0,0-1-1,-1 1 1,1 0 0,-1-1 0,0 1 0,1 0 0,-1 0 0,-1 0 0,1 0 0,0 0 0,-1 0 0,1 3 0,0 3-14,0 0 0,0-1 0,-1 1 1,0 0-1,-1 0 0,0 0 0,0 0 0,-1-1 0,-4 14 0,-1-7 121,0 0 0,-1 0 0,-1-1 0,0 0 0,-1 0 0,-1-1 0,0-1 0,-17 15 0,-112 86 799,70-61-114,-28 36 456,96-87-224,11 0-1078,114-7-11,-23-1 84,40 2-746,-109 2-657</inkml:trace>
</inkml:ink>
</file>

<file path=ppt/ink/ink8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49.350"/>
    </inkml:context>
    <inkml:brush xml:id="br0">
      <inkml:brushProperty name="width" value="0.05" units="cm"/>
      <inkml:brushProperty name="height" value="0.05" units="cm"/>
    </inkml:brush>
  </inkml:definitions>
  <inkml:trace contextRef="#ctx0" brushRef="#br0">1 61 6081,'0'-1'187,"0"1"0,0-1 0,0 1-1,0-1 1,0 1 0,0-1 0,0 1-1,0-1 1,0 0 0,0 1 0,0-1-1,0 1 1,0-1 0,1 1 0,-1-1 0,0 1-1,0-1 1,1 1 0,-1-1 0,0 1-1,1-1 1,-1 1 0,0 0 0,1-1-1,15-7 907,26 3-1967,-36 4 1335,3 1-442,270-32 719,-269 30-3243</inkml:trace>
</inkml:ink>
</file>

<file path=ppt/ink/ink8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49.832"/>
    </inkml:context>
    <inkml:brush xml:id="br0">
      <inkml:brushProperty name="width" value="0.05" units="cm"/>
      <inkml:brushProperty name="height" value="0.05" units="cm"/>
    </inkml:brush>
  </inkml:definitions>
  <inkml:trace contextRef="#ctx0" brushRef="#br0">161 1 2545,'-9'4'441,"1"1"1,0 1 0,1 0 0,-1 0 0,1 0 0,0 1 0,1 0 0,-7 9 0,10-12-316,-1 1 1,1 0-1,0 0 1,0 0 0,1 0-1,-1 0 1,1 1-1,0-1 1,1 1 0,-1-1-1,1 1 1,0 0-1,1-1 1,-1 11-1,2-15-68,-1 0-1,0 0 1,1 0-1,-1 0 0,1 0 1,0 0-1,-1 0 1,1 0-1,0-1 0,-1 1 1,1 0-1,0-1 0,0 1 1,0 0-1,-1-1 1,1 1-1,0-1 0,0 1 1,0-1-1,0 1 0,0-1 1,0 0-1,0 0 1,0 1-1,2-1 0,34 4 543,-24-3-472,7 2-84,17 1-136,46 12 0,-74-14 55,0 1 1,0 0-1,0 0 0,0 1 1,0 0-1,-1 1 0,0 0 1,0 0-1,0 1 0,9 8 1,-14-11 23,-1 0 1,1 0-1,-1 0 1,1 1-1,-1-1 1,0 0-1,0 1 1,0 0-1,-1-1 1,1 1-1,-1 0 1,0 0 0,0 0-1,0 0 1,0 0-1,-1 0 1,0 6-1,0-5 64,-1 1 0,0-1 0,-1 0 0,1 0 0,-1 0 0,0 0 0,0-1 0,-1 1 0,1 0 0,-1-1 0,0 0 0,-4 5 0,-2 1 124,-1 0 0,0 0 0,-1-1 0,0 0 0,-1-1 0,0 0 0,0-1 0,0 0 0,-15 5 0,5-5 130,1 0-1,-43 7 0,53-12-162,-1 0 0,1-2 1,-1 1-1,1-1 0,-1-1 0,1 0 0,-18-5 0,27 6-166,0 0 0,1-1 0,-1 1 0,1-1 0,-1 0 1,1 1-1,0-1 0,-1 0 0,1 0 0,0 0 0,-1 0 0,1 0 0,0 0 0,-2-2 0,-3-9-965</inkml:trace>
</inkml:ink>
</file>

<file path=ppt/ink/ink8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50.149"/>
    </inkml:context>
    <inkml:brush xml:id="br0">
      <inkml:brushProperty name="width" value="0.05" units="cm"/>
      <inkml:brushProperty name="height" value="0.05" units="cm"/>
    </inkml:brush>
  </inkml:definitions>
  <inkml:trace contextRef="#ctx0" brushRef="#br0">0 1 5601,'0'0'2298,"6"10"6680,2-16-9664</inkml:trace>
</inkml:ink>
</file>

<file path=ppt/ink/ink8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50.665"/>
    </inkml:context>
    <inkml:brush xml:id="br0">
      <inkml:brushProperty name="width" value="0.05" units="cm"/>
      <inkml:brushProperty name="height" value="0.05" units="cm"/>
    </inkml:brush>
  </inkml:definitions>
  <inkml:trace contextRef="#ctx0" brushRef="#br0">122 115 8450,'-1'0'111,"0"-1"0,0 1-1,1-1 1,-1 1 0,0-1 0,0 1 0,0 0 0,0 0 0,0 0 0,0-1-1,0 1 1,0 0 0,0 0 0,0 0 0,0 1 0,0-1 0,0 0 0,0 0 0,0 0-1,0 1 1,0-1 0,0 0 0,-1 1 0,0 1-30,0-1 0,-1 1-1,1 0 1,0 0 0,0 0 0,0 0-1,0 0 1,-2 4 0,-3 6-62,0 0 1,-8 23-1,11-26 401,-5 11-155,1 1 0,1 0 0,1 0 0,-5 30 0,10-44-177,0 0 0,1 0 0,-1 1 0,1-1-1,1 0 1,-1 0 0,1 1 0,1-1 0,-1 0-1,1 0 1,0 0 0,1 0 0,0 0 0,0-1 0,0 1-1,1-1 1,4 6 0,-5-9-8,-1 0-1,1-1 1,0 0-1,-1 1 1,1-1 0,0 0-1,0 0 1,0-1-1,0 1 1,1-1 0,-1 0-1,0 1 1,1-1 0,-1-1-1,1 1 1,-1 0-1,1-1 1,-1 0 0,1 0-1,-1 0 1,1 0 0,-1 0-1,1-1 1,-1 0-1,1 0 1,-1 0 0,1 0-1,-1 0 1,0 0-1,0-1 1,4-2 0,7-3 134,-1-2 0,0 0 0,0 0-1,-1-1 1,18-19 0,-13 11-158,0-1 0,-1 0 0,-1-1 0,-1-1 0,-1 0 0,16-36 0,-25 50-119,-1-1 1,0 0-1,-1 0 0,1 0 1,-2-1-1,1 1 1,-1 0-1,0-1 1,-1 1-1,0-1 0,0 1 1,-1-1-1,0 1 1,-1-1-1,0 1 0,0 0 1,0 0-1,-1 0 1,-1 0-1,1 1 0,-1-1 1,-10-13-1,12 18-11,0 0 0,0 1 0,-1-1 1,1 0-1,-1 1 0,0 0 0,1 0 0,-1 0 0,0 0 0,-1 0 0,1 0 0,0 1 0,0-1 0,-1 1 0,1 0 0,-1 0 1,1 1-1,-1-1 0,1 0 0,-1 1 0,1 0 0,-1 0 0,0 0 0,1 1 0,-1-1 0,1 1 0,-6 1 0,1 1-136,1 0 0,-1 0 0,1 1 0,0 0 0,0 1 0,0-1 0,1 1 0,-1 0 0,1 1 0,1 0 0,-7 7 0,-17 22-2187</inkml:trace>
</inkml:ink>
</file>

<file path=ppt/ink/ink8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50.949"/>
    </inkml:context>
    <inkml:brush xml:id="br0">
      <inkml:brushProperty name="width" value="0.05" units="cm"/>
      <inkml:brushProperty name="height" value="0.05" units="cm"/>
    </inkml:brush>
  </inkml:definitions>
  <inkml:trace contextRef="#ctx0" brushRef="#br0">50 0 5849,'0'2'2505,"-3"33"-2281,-1-8 232,0 10 120,-1 1-32,1 1 104,-2-5-96,1-2-119,1-2-49,-1-5-88,2 3 40,-1-4-336,1-2-840</inkml:trace>
</inkml:ink>
</file>

<file path=ppt/ink/ink8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51.461"/>
    </inkml:context>
    <inkml:brush xml:id="br0">
      <inkml:brushProperty name="width" value="0.05" units="cm"/>
      <inkml:brushProperty name="height" value="0.05" units="cm"/>
    </inkml:brush>
  </inkml:definitions>
  <inkml:trace contextRef="#ctx0" brushRef="#br0">0 227 6569,'0'0'119,"0"-1"-1,0 1 0,0-1 0,0 1 0,0 0 0,0-1 1,0 1-1,0 0 0,0-1 0,0 1 0,0 0 0,1-1 1,-1 1-1,0 0 0,0-1 0,0 1 0,0 0 0,0-1 1,1 1-1,-1 0 0,0 0 0,0-1 0,0 1 0,1 0 1,-1 0-1,0-1 0,1 1 0,-1 0 0,0 0 1,0 0-1,1-1 0,-1 1 0,0 0 0,1 0 0,-1 0 1,0 0-1,1 0 0,15 6 521,14 21-1173,36 66 542,-35-48 95,1-2 0,1 0 0,47 43 0,-68-76-21,56 49 252,-60-53-127,0 0 1,0-1 0,0 0-1,1-1 1,0 1-1,18 4 1,-27-9-69,1 1 0,0-1 0,0 0 0,0 0 1,0 0-1,0 0 0,-1 0 0,1-1 1,0 1-1,0 0 0,0 0 0,-1-1 1,1 1-1,0 0 0,0-1 0,0 1 0,-1-1 1,1 1-1,0-1 0,-1 1 0,1-1 1,0 1-1,-1-1 0,1 0 0,-1 1 1,1-1-1,0-1 0,9-21-390,-8 17 600,9-21 30,-2-1-1,-1 0 1,-1-1-1,5-53 1,-1 10-206,7-52-91,-8 51-732,22-81-1,-28 142-1356</inkml:trace>
</inkml:ink>
</file>

<file path=ppt/ink/ink8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52.285"/>
    </inkml:context>
    <inkml:brush xml:id="br0">
      <inkml:brushProperty name="width" value="0.05" units="cm"/>
      <inkml:brushProperty name="height" value="0.05" units="cm"/>
    </inkml:brush>
  </inkml:definitions>
  <inkml:trace contextRef="#ctx0" brushRef="#br0">218 0 2537,'0'0'2384,"-17"2"1880,-34 6-2467,-96 13 972,144-21-2540,8 2 2297,29 4-2302,221-21 1039,-99 3 1160,-118 8-1098,-37 4-1325</inkml:trace>
</inkml:ink>
</file>

<file path=ppt/ink/ink8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53.180"/>
    </inkml:context>
    <inkml:brush xml:id="br0">
      <inkml:brushProperty name="width" value="0.05" units="cm"/>
      <inkml:brushProperty name="height" value="0.05" units="cm"/>
    </inkml:brush>
  </inkml:definitions>
  <inkml:trace contextRef="#ctx0" brushRef="#br0">242 179 5825,'1'-53'5716,"15"-28"-1586,-5 37-2507,-11 43-1320,-14 18-898,5 4 457,0 0 0,2 0-1,-9 38 1,2-6 110,-102 291 233,104-311-146,-11 29 178,-21 94-1,38-120 84</inkml:trace>
</inkml:ink>
</file>

<file path=ppt/ink/ink8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53.944"/>
    </inkml:context>
    <inkml:brush xml:id="br0">
      <inkml:brushProperty name="width" value="0.05" units="cm"/>
      <inkml:brushProperty name="height" value="0.05" units="cm"/>
    </inkml:brush>
  </inkml:definitions>
  <inkml:trace contextRef="#ctx0" brushRef="#br0">339 180 8058,'3'-40'3356,"-2"28"-2555,0-1 0,0 1 0,-1 0 0,0 0-1,-3-16 1,2 26-780,1-1 0,-1 1 0,0-1 0,0 1 0,0 0-1,0-1 1,0 1 0,-1 0 0,1-1 0,-1 1 0,1 0 0,-1 0-1,0 0 1,0 1 0,0-1 0,0 0 0,0 1 0,0-1 0,0 1-1,-1 0 1,1 0 0,0-1 0,-1 2 0,1-1 0,-1 0 0,1 0-1,-1 1 1,1-1 0,-5 1 0,-4-1-61,0 1 0,0 0 0,0 1 0,0 0 1,1 1-1,-1 0 0,0 0 0,1 1 0,0 1 0,-1 0 0,1 0 1,1 1-1,-1 0 0,1 0 0,0 1 0,0 1 0,0 0 0,1 0 1,0 0-1,-7 9 0,7-6 51,1 0-1,0 0 1,0 0 0,1 1 0,0 0 0,1 0-1,1 0 1,-1 1 0,2 0 0,-1 0 0,2 0-1,0 0 1,0 0 0,1 0 0,0 1 0,1-1-1,3 20 1,-3-30 20,1 1-1,-1-1 0,1 1 1,-1-1-1,1 0 1,0 1-1,0-1 1,0 0-1,0 0 0,0 0 1,0 0-1,1 0 1,-1 0-1,1 0 1,0 0-1,-1-1 0,1 1 1,0 0-1,4 2 1,-3-3 16,0 0 0,1 1 0,-1-1 0,1 0 0,-1 0-1,1-1 1,-1 1 0,1-1 0,-1 0 0,1 0 0,0 0 0,4-1 0,0 0 66,1-1 1,0 0-1,0-1 0,-1 0 0,0 0 1,1-1-1,-1 0 0,-1 0 0,1-1 0,7-6 1,4-7 84,-1-1 0,-1-1 0,0 0 0,24-42 0,-9 14-144,-32 48-80,0 0 1,0 0 0,0 0-1,0 0 1,0 0 0,0 0-1,0-1 1,0 1-1,0 0 1,0 0 0,0 0-1,0 0 1,0 0-1,0 0 1,0 0 0,0 0-1,0 0 1,0 0-1,0 0 1,0 0 0,0 0-1,1 0 1,-1 0-1,0-1 1,0 1 0,0 0-1,0 0 1,0 0-1,0 0 1,0 0 0,0 0-1,0 0 1,0 0-1,0 0 1,1 0 0,-1 0-1,0 0 1,0 0 0,0 0-1,0 0 1,0 0-1,0 0 1,0 0 0,0 0-1,0 0 1,0 0-1,1 1 1,-1-1 0,0 0-1,0 0 1,0 0-1,0 0 1,0 0 0,0 0-1,0 0 1,0 0-1,0 0 1,0 0 0,0 0-1,0 0 1,0 0-1,0 0 1,0 1 0,0-1-1,0 0 1,0 0-1,0 0 1,0 0 0,0 0-1,2 11-713,-4 18 51,2-25 647,-19 165-503,13-139 628,-1-1 1,-1 0 0,-21 50-1,0 0 144,20-50-19,-16 31 0,24-59-1031</inkml:trace>
</inkml:ink>
</file>

<file path=ppt/ink/ink8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54.134"/>
    </inkml:context>
    <inkml:brush xml:id="br0">
      <inkml:brushProperty name="width" value="0.05" units="cm"/>
      <inkml:brushProperty name="height" value="0.05" units="cm"/>
    </inkml:brush>
  </inkml:definitions>
  <inkml:trace contextRef="#ctx0" brushRef="#br0">3 21 11458,'-1'-9'1449,"-1"0"3192,2 8-4657,0-1-560</inkml:trace>
</inkml:ink>
</file>

<file path=ppt/ink/ink8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54.700"/>
    </inkml:context>
    <inkml:brush xml:id="br0">
      <inkml:brushProperty name="width" value="0.05" units="cm"/>
      <inkml:brushProperty name="height" value="0.05" units="cm"/>
    </inkml:brush>
  </inkml:definitions>
  <inkml:trace contextRef="#ctx0" brushRef="#br0">353 12 8130,'-3'-4'698,"-6"-4"400,-5 9 2416,3 2-3437,0 2 0,1-1 0,-1 2-1,1-1 1,0 1 0,0 1 0,1 0 0,0 0 0,-16 17-1,-4 6 284,1 1 0,-38 55-1,52-65-225,1 0 0,1 1 0,1 1-1,1-1 1,-12 41 0,20-57-105,1-1 1,0 0-1,0 0 0,1 1 1,0-1-1,0 1 0,0-1 1,0 0-1,1 1 0,0-1 0,0 0 1,0 0-1,1 1 0,0-1 1,0 0-1,0 0 0,4 6 1,-1-5 30,-1 0 1,1-1-1,0 1 1,0-1-1,1-1 0,-1 1 1,1-1-1,0 1 1,0-2-1,1 1 1,11 4-1,-7-3-46,0-2 1,0 1-1,0-2 0,1 1 0,-1-1 1,0-1-1,1 0 0,-1-1 0,1 0 1,0-1-1,-1 0 0,0-1 0,1 0 0,-1 0 1,0-2-1,13-4 0,-18 4 72,-1 1-1,1-1 1,-1 0-1,0-1 1,0 1-1,0-1 1,-1 0-1,1 0 1,-1-1-1,0 1 1,-1-1-1,0 0 1,1 0-1,1-8 1,-3 11-57,-1 0 0,0 0 0,0-1 0,0 1 0,0 0 0,-1-1 0,1 1 0,-1 0-1,0-1 1,0 1 0,0-1 0,-1 1 0,1 0 0,-1-1 0,0 1 0,1 0 0,-2-1 0,1 1 0,0 0 0,-1 0 0,1 0 0,-1 0 0,0 0 0,0 0 0,0 1-1,0-1 1,-1 0 0,1 1 0,-4-3 0,1 2-71,1 1 1,-1 0-1,1 0 0,-1 1 0,0-1 1,0 1-1,1 0 0,-1 1 1,0-1-1,0 1 0,0 0 0,0 0 1,0 0-1,0 1 0,0-1 0,0 1 1,-6 2-1,-8 3-56,-1 0 0,-31 16 0,30-12-481,-32 22 0,22-10-1127</inkml:trace>
</inkml:ink>
</file>

<file path=ppt/ink/ink8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55.071"/>
    </inkml:context>
    <inkml:brush xml:id="br0">
      <inkml:brushProperty name="width" value="0.05" units="cm"/>
      <inkml:brushProperty name="height" value="0.05" units="cm"/>
    </inkml:brush>
  </inkml:definitions>
  <inkml:trace contextRef="#ctx0" brushRef="#br0">92 0 9226,'0'0'3369,"-11"17"-3617,6 5 32,-6 18 200,-1 3 96,-1 8 56,3-3-16,1-8 24,0-3 56,1-8-120,4-2-480</inkml:trace>
</inkml:ink>
</file>

<file path=ppt/ink/ink8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55.527"/>
    </inkml:context>
    <inkml:brush xml:id="br0">
      <inkml:brushProperty name="width" value="0.05" units="cm"/>
      <inkml:brushProperty name="height" value="0.05" units="cm"/>
    </inkml:brush>
  </inkml:definitions>
  <inkml:trace contextRef="#ctx0" brushRef="#br0">1 192 9402,'4'-45'4990,"3"44"-4535,-5 0-462,1 1 1,-1-1-1,1 1 0,-1-1 0,1 1 0,-1 0 1,1 0-1,0 0 0,-1 1 0,1-1 0,-1 1 0,1-1 1,-1 1-1,1 0 0,2 1 0,-1 0-2,0 1 0,-1-1-1,1 1 1,-1 0 0,0 0 0,1 0-1,-1 0 1,-1 1 0,1-1 0,2 5-1,8 16-64,0 0 1,-2 1-1,-1 1 0,10 40 0,-9-30 66,24 57 1,-29-83 77,-1 1 0,1-1 0,1 0-1,0 0 1,0-1 0,1 0 0,0 0-1,0-1 1,13 10 0,-19-17 77,-1 0 0,0-1 0,0 1 0,0 0 0,1 0 1,-1-1-1,0 1 0,0-1 0,1 1 0,-1-1 0,1 0 0,-1 0 0,0 1 0,1-1 1,-1 0-1,1 0 0,-1 0 0,0 0 0,1-1 0,-1 1 0,1 0 0,-1-1 1,0 1-1,1-1 0,-1 1 0,0-1 0,0 1 0,3-3 0,1-1 172,0-1 0,1 1 0,-2-1 0,1-1 0,4-6 0,13-19-103,-1-1-1,-2-1 1,20-45 0,35-112-267,-8 21-1536,-60 154-60</inkml:trace>
</inkml:ink>
</file>

<file path=ppt/ink/ink8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57.058"/>
    </inkml:context>
    <inkml:brush xml:id="br0">
      <inkml:brushProperty name="width" value="0.05" units="cm"/>
      <inkml:brushProperty name="height" value="0.05" units="cm"/>
    </inkml:brush>
  </inkml:definitions>
  <inkml:trace contextRef="#ctx0" brushRef="#br0">179 157 1152,'-176'21'3376,"173"-21"-1588,60 4-1179,-1-3-1,106-11 1,-16 0-77,1187-26 1394,910-6-690,-1665 26-1176,731-8 0,-822 29-10,144 0-96,-8-36 1139,-472 7-410,-149 24-1408</inkml:trace>
</inkml:ink>
</file>

<file path=ppt/ink/ink8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58.041"/>
    </inkml:context>
    <inkml:brush xml:id="br0">
      <inkml:brushProperty name="width" value="0.05" units="cm"/>
      <inkml:brushProperty name="height" value="0.05" units="cm"/>
    </inkml:brush>
  </inkml:definitions>
  <inkml:trace contextRef="#ctx0" brushRef="#br0">85 172 6545,'0'-1'417,"-1"-1"-1,1 1 1,0-1-1,0 1 1,0 0-1,0-1 1,0 1-1,1-1 1,-1 1-1,0 0 0,1-1 1,-1 1-1,2-3 1,17-21-1143,-16 22 1151,7-8-377,1 1 1,0 1 0,0 0 0,1 1 0,0 0 0,1 1 0,24-11 0,-14 9 141,1 1 1,0 1 0,37-5-1,-50 10-102,0 0-1,0 1 1,0 1-1,0 0 1,12 1-1,-21-1-103,-1 0 0,1 1 0,0-1 1,-1 0-1,1 0 0,-1 1 0,1-1 0,-1 1 0,0 0 0,1-1 0,-1 1 1,1 0-1,-1 0 0,0 0 0,0 0 0,0 0 0,1 0 0,-1 0 0,0 0 1,0 0-1,0 1 0,-1-1 0,1 0 0,0 1 0,0-1 0,-1 0 0,1 1 0,-1-1 1,1 1-1,-1-1 0,0 1 0,1 0 0,-1-1 0,0 1 0,0-1 0,0 1 1,0-1-1,0 1 0,-1-1 0,1 1 0,0-1 0,-1 1 0,1-1 0,-1 1 1,0-1-1,-1 3 0,-1 3 36,0-1 0,0 1 0,-1-1 0,0 0 1,0 0-1,-1 0 0,0 0 0,0-1 0,-10 8 0,-8 5 208,-29 17-1,3-2 10,41-27-212,-147 117 730,133-105-466,2 2 0,0 1 0,2 1 1,-31 44 1565,59-70-1658,12-8-216,2 2 0,-1 0 1,2 2-1,-1 1 0,1 0 0,46-5 0,-13 8-20,0 1 1,60 6-1,-95-2-2352,40-4 0,-35 0-1170</inkml:trace>
</inkml:ink>
</file>

<file path=ppt/ink/ink8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58.278"/>
    </inkml:context>
    <inkml:brush xml:id="br0">
      <inkml:brushProperty name="width" value="0.05" units="cm"/>
      <inkml:brushProperty name="height" value="0.05" units="cm"/>
    </inkml:brush>
  </inkml:definitions>
  <inkml:trace contextRef="#ctx0" brushRef="#br0">0 59 4569,'3'-2'11529,"15"-14"-10595,13-16-1086,-24 24-837</inkml:trace>
</inkml:ink>
</file>

<file path=ppt/ink/ink8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58.730"/>
    </inkml:context>
    <inkml:brush xml:id="br0">
      <inkml:brushProperty name="width" value="0.05" units="cm"/>
      <inkml:brushProperty name="height" value="0.05" units="cm"/>
    </inkml:brush>
  </inkml:definitions>
  <inkml:trace contextRef="#ctx0" brushRef="#br0">96 115 10058,'-2'0'128,"0"1"-1,0 0 0,0 0 1,0 0-1,0 0 1,0 0-1,0 0 0,0 0 1,0 1-1,1-1 1,-1 1-1,1-1 1,-1 1-1,1 0 0,-1 0 1,-1 2-1,-24 38 35,21-31 175,1-5-250,2 1 0,-1 0 0,1 0 0,0 1 0,0-1 0,1 1 0,0-1 0,0 1 1,1 0-1,0 0 0,0-1 0,1 1 0,0 0 0,0 0 0,2 8 0,-1-11-12,0-1 0,1 1 0,-1-1 0,1 1 0,0-1 0,0 0-1,1 0 1,-1 0 0,1 0 0,-1-1 0,1 1 0,1-1 0,-1 1 0,0-1-1,1 0 1,-1-1 0,1 1 0,0 0 0,0-1 0,0 0 0,0 0 0,1 0-1,-1-1 1,0 1 0,1-1 0,-1 0 0,6 1 0,-3-1-13,1 0 0,-1 0 0,1-1 0,0 0 1,0 0-1,-1-1 0,1 0 0,0-1 0,-1 1 0,1-1 0,-1-1 1,0 1-1,0-1 0,0 0 0,0-1 0,0 0 0,-1 0 0,1 0 1,-1-1-1,0 0 0,-1 0 0,1-1 0,-1 0 0,8-10 0,-6 5-24,0 0-1,-1 0 0,0 0 1,-1-1-1,0 0 0,-1 0 1,-1 0-1,0-1 0,0 1 1,-1-1-1,-1 0 1,0 1-1,0-1 0,-3-15 1,2 18-173,-2 1 1,1-1 0,-1 0 0,-1 1-1,1 0 1,-2 0 0,1 0-1,-1 0 1,-7-11 0,9 18 54,1-1 0,-2 1 0,1-1 1,0 1-1,0 0 0,-1 0 0,1 0 0,-1 0 0,1 1 1,-1-1-1,0 1 0,0-1 0,0 1 0,0 0 1,0 0-1,0 0 0,0 1 0,0-1 0,0 1 0,0 0 1,0-1-1,0 1 0,0 1 0,-1-1 0,1 0 0,0 1 1,0 0-1,0-1 0,0 1 0,0 0 0,0 1 1,-3 1-1,-29 16-1215,0 7-1198</inkml:trace>
</inkml:ink>
</file>

<file path=ppt/ink/ink8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1:59.231"/>
    </inkml:context>
    <inkml:brush xml:id="br0">
      <inkml:brushProperty name="width" value="0.05" units="cm"/>
      <inkml:brushProperty name="height" value="0.05" units="cm"/>
    </inkml:brush>
  </inkml:definitions>
  <inkml:trace contextRef="#ctx0" brushRef="#br0">29 62 6809,'0'0'1575,"0"4"-1928,1 15 308,-1 0 0,-1 0 0,0 0-1,-2 0 1,-6 26 0,4-23 552,1 0 0,1-1 0,1 2 0,0 21 1,2-40-431,1 0 1,-1 0-1,1 0 1,0 0-1,0 0 1,0-1-1,0 1 1,1 0-1,0-1 1,-1 1-1,1-1 1,1 1 0,-1-1-1,0 0 1,1 0-1,-1 0 1,5 3-1,-2-2 55,0-1-1,0 0 0,0 0 1,0 0-1,1-1 0,-1 0 1,1 0-1,0 0 0,-1-1 1,11 1-1,-3 0 79,1-2 0,-1 0 1,1 0-1,-1-1 0,1-1 0,-1 0 0,0-1 1,0-1-1,19-7 0,-24 7-96,-1 0 1,0 0-1,0-1 1,0 0-1,-1 0 0,0-1 1,0 0-1,0 0 1,0 0-1,-1-1 0,0 0 1,-1 0-1,0 0 1,0 0-1,0-1 0,-1 0 1,0 1-1,0-1 1,-1 0-1,0-1 1,1-11-1,-1 4-165,-1-1-1,0 1 1,-1 0 0,-1 0-1,0-1 1,-2 1 0,0 0-1,0 1 1,-1-1 0,-8-18-1,11 31-24,-1-1 0,1 1-1,-1-1 1,0 1-1,0-1 1,0 1 0,-1 0-1,1 0 1,-1 0-1,1 0 1,-1 1 0,0-1-1,0 1 1,0-1-1,-1 1 1,1 0-1,0 0 1,-1 1 0,1-1-1,-1 1 1,0-1-1,0 1 1,1 1 0,-1-1-1,-5 0 1,0 1-58,0 0 0,0 1 0,-1 1 0,1-1-1,0 2 1,0-1 0,1 1 0,-1 0 0,-13 8 0,-21 14-906,6 4-701</inkml:trace>
</inkml:ink>
</file>

<file path=ppt/ink/ink8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2:00.458"/>
    </inkml:context>
    <inkml:brush xml:id="br0">
      <inkml:brushProperty name="width" value="0.05" units="cm"/>
      <inkml:brushProperty name="height" value="0.05" units="cm"/>
    </inkml:brush>
  </inkml:definitions>
  <inkml:trace contextRef="#ctx0" brushRef="#br0">135 0 10514,'0'0'1231,"-3"7"-1112,-7 20-216,0 0 0,3 0 0,0 1 0,-4 40 0,-3 10 332,5-38 187,-2-1 0,-1 0 0,-29 62 2544,47-104-2244,13-8-798,0-2 1,-2-1-1,0 0 1,0-1 0,23-27-1,-5 0-99,35-55 0,-67 92 184,2-1 40,-1 0 0,-1 0 1,1-1-1,-1 1 0,4-13 0,-6 17 213,-2 2-269,-1-1-1,1 0 1,0 0-1,0 1 0,0-1 1,0 1-1,0-1 1,-1 1-1,1 0 0,0-1 1,0 1-1,-1 0 1,1 0-1,0 0 0,0 0 1,-1 0-1,1 0 0,0 0 1,0 0-1,-1 0 1,1 1-1,0-1 0,0 1 1,-1-1-1,1 1 1,0-1-1,0 1 0,0 0 1,0-1-1,0 1 1,0 0-1,-1 1 0,-4 2-60,0 1-1,1 0 0,0 1 0,-6 7 1,-7 8 132,0 1 0,2 1 0,1 1 0,1 0 0,-19 43 0,32-65-49,1 0 0,-1 0 1,1 0-1,-1 0 0,1 1 1,0-1-1,-1 0 0,1 0 0,0 0 1,1 0-1,-1 0 0,0 0 1,1 0-1,-1 1 0,1-1 0,-1 0 1,1 0-1,0 0 0,0-1 1,0 1-1,0 0 0,0 0 0,0 0 1,1-1-1,-1 1 0,1-1 1,-1 1-1,1-1 0,-1 1 0,1-1 1,0 0-1,0 0 0,0 0 1,-1 0-1,1 0 0,0 0 0,0 0 1,0-1-1,3 1 0,10 3-290,1 0 0,-1-2-1,1 0 1,20 0 0,-20-1-212,48 3-816,-1-2 1,1-4 0,0-2-1,-1-3 1,115-28 0,-163 30 1403,0 0-1,-1-1 1,1-1 0,-2 0-1,1-1 1,-1-1 0,0 0-1,20-18 1,-28 23 175,0-1 1,-1 0-1,1-1 0,-1 1 1,0-1-1,0 0 0,-1 0 1,1 0-1,-1 0 0,-1 0 1,1-1-1,-1 1 0,0-1 0,-1 0 1,0 0-1,0 0 0,0 0 1,-1 0-1,0 1 0,0-1 1,0 0-1,-3-8 0,3 13-245,-1 0 0,1 0-1,-1 0 1,0-1 0,0 1-1,0 0 1,0 0-1,0 0 1,-1 1 0,1-1-1,0 0 1,-1 0 0,0 1-1,1-1 1,-1 1-1,0-1 1,0 1 0,0 0-1,0 0 1,0 0 0,0 0-1,0 0 1,0 0-1,0 0 1,0 1 0,0-1-1,-1 1 1,1-1 0,0 1-1,0 0 1,-1 0-1,1 0 1,0 0 0,-1 1-1,1-1 1,0 1 0,-3 0-1,-4 1-76,1 0 0,0 1 0,-1 0-1,1 0 1,0 1 0,1 0 0,-1 1 0,-10 7 0,4 0 1,1 0 1,1 0 0,-16 21 0,23-26 41,0 0 0,0 0 1,0 1-1,1 0 0,1 0 0,-1 0 1,1 1-1,-3 14 0,5-21-10,1 0 1,0 0-1,-1 0 0,1 0 0,0 0 1,0 0-1,1 0 0,-1 0 0,0 0 1,1 0-1,-1 0 0,1 0 0,0 0 1,0 0-1,-1 0 0,1 0 0,0 0 1,1-1-1,-1 1 0,0 0 0,0-1 1,2 2-1,0 0-66,1-1 0,-1 0 1,1 0-1,-1 0 1,1 0-1,-1-1 0,1 1 1,0-1-1,0 0 0,7 1 1,0 0-87,1-1-1,0-1 1,0 0 0,-1 0 0,1-1-1,22-5 1,-28 5 277,0-1-1,-1 1 1,1-1 0,0-1-1,-1 1 1,0-1 0,1 0-1,-1 0 1,0 0 0,-1-1-1,1 0 1,-1 0 0,1 0-1,-1 0 1,0-1-1,-1 0 1,6-7 0,-9 11 857,-14 303-2610,19 106 2582,-5-394-943,-1 1 0,0 0-1,-2-1 1,1 1 0,-2-1 0,0 0 0,-1 0-1,0-1 1,-1 1 0,-15 24 0,15-29-25,0 0 0,-1-1-1,-1 0 1,1 0 0,-1 0 0,-1-1 0,1-1 0,-1 1 0,0-1 0,-1-1 0,1 0 0,-1 0 0,0-1 0,-1 0 0,-15 4 0,-2-3 97,0 0 1,0-2-1,-1-1 0,1-1 1,-55-6-1,60 2 73,0 0-1,1-2 0,-1-1 0,1 0 0,1-2 1,-1 0-1,-34-21 0,49 25 15,0 0 1,1 0-1,-1-1 0,1-1 0,0 1 0,1-1 1,-1 0-1,1 0 0,0 0 0,1-1 1,-1 1-1,1-1 0,1-1 0,-1 1 1,1 0-1,-2-10 0,3 9-84,1 0 1,0 0-1,1 0 0,0-1 1,0 1-1,1 0 0,0 0 1,0 0-1,1 0 0,0 0 1,1 0-1,-1 0 0,1 0 1,1 1-1,8-14 0,2-1-272,1 0 1,1 1-1,1 1 0,31-30 1,88-61-1433,-1 12-246</inkml:trace>
</inkml:ink>
</file>

<file path=ppt/ink/ink8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2:01.155"/>
    </inkml:context>
    <inkml:brush xml:id="br0">
      <inkml:brushProperty name="width" value="0.05" units="cm"/>
      <inkml:brushProperty name="height" value="0.05" units="cm"/>
    </inkml:brush>
  </inkml:definitions>
  <inkml:trace contextRef="#ctx0" brushRef="#br0">31 84 4633,'-7'-1'435,"-8"-3"5492,6 0-438,12 0-3657,18 0-1773,1 0 1,-1 1-1,34 1 0,13-2 196,29-6 163,212-33 1128,-307 43-1984</inkml:trace>
</inkml:ink>
</file>

<file path=ppt/ink/ink8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2:01.415"/>
    </inkml:context>
    <inkml:brush xml:id="br0">
      <inkml:brushProperty name="width" value="0.05" units="cm"/>
      <inkml:brushProperty name="height" value="0.05" units="cm"/>
    </inkml:brush>
  </inkml:definitions>
  <inkml:trace contextRef="#ctx0" brushRef="#br0">1 64 7234,'0'0'12113,"4"-1"-11749,66-17-551,0 3-1,1 4 1,92-4-1,-88 11-2225</inkml:trace>
</inkml:ink>
</file>

<file path=ppt/ink/ink8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2:14.325"/>
    </inkml:context>
    <inkml:brush xml:id="br0">
      <inkml:brushProperty name="width" value="0.05" units="cm"/>
      <inkml:brushProperty name="height" value="0.05" units="cm"/>
    </inkml:brush>
  </inkml:definitions>
  <inkml:trace contextRef="#ctx0" brushRef="#br0">295 155 4409,'0'0'12240,"1"-17"-9972,4-16-2053,-4 30-150,3-8 77,8 1-197,-1-2 31,2 1 0,18-16-1,-26 24 10,0-1-1,1 1 1,-1 0-1,1 0 0,0 0 1,-1 1-1,1 0 0,0 0 1,0 0-1,1 1 0,-1 0 1,7 0-1,-12 1-43,0 1 0,0-1-1,0 1 1,1-1 0,-1 1 0,0 0-1,0 0 1,0 0 0,0-1 0,0 1 0,-1 0-1,1 0 1,0 0 0,0 0 0,-1 0-1,1 0 1,0 1 0,-1-1 0,1 0-1,-1 0 1,1 0 0,-1 1 0,0-1-1,0 0 1,1 0 0,-1 1 0,0-1 0,0 0-1,0 2 1,0 40-412,-2-30 443,-1-1 1,0 1-1,-1-1 0,0 0 1,-1 0-1,-1 0 1,0 0-1,0-1 1,-13 17-1,-10 8-70,-44 44 0,43-49 71,-14 16 22,-3-2 0,-79 61 0,102-87 40,19-13-18,-1-1 0,0-1 0,0 1 0,-13 6 0,18-10-53,156-16-717,-125 16 833,-1 1 0,0 1 0,0 2 0,0 1 0,-1 1 1,0 1-1,0 2 0,42 20 0,-57-24-1105,-2-1-661</inkml:trace>
</inkml:ink>
</file>

<file path=ppt/ink/ink8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2:14.621"/>
    </inkml:context>
    <inkml:brush xml:id="br0">
      <inkml:brushProperty name="width" value="0.05" units="cm"/>
      <inkml:brushProperty name="height" value="0.05" units="cm"/>
    </inkml:brush>
  </inkml:definitions>
  <inkml:trace contextRef="#ctx0" brushRef="#br0">6 0 5321,'0'0'355,"-5"29"11607,4-25-11643</inkml:trace>
</inkml:ink>
</file>

<file path=ppt/ink/ink8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2:15.300"/>
    </inkml:context>
    <inkml:brush xml:id="br0">
      <inkml:brushProperty name="width" value="0.05" units="cm"/>
      <inkml:brushProperty name="height" value="0.05" units="cm"/>
    </inkml:brush>
  </inkml:definitions>
  <inkml:trace contextRef="#ctx0" brushRef="#br0">11 95 9018,'-4'-11'2738,"4"9"-2248,-1-1 0,0 1 0,0 0 0,1 0 0,-1 0 1,1-1-1,0 1 0,-1 0 0,1-1 0,0 1 0,0 0 0,1-4 1,0 5-493,-1-1 1,1 0-1,0 1 1,0-1-1,0 1 1,0-1-1,0 1 1,0 0-1,0-1 1,1 1-1,-1 0 1,0 0-1,1-1 1,1 0-1,3-2-28,-1 1 0,1-1 0,0 1-1,0 1 1,0-1 0,0 1 0,0 0-1,1 0 1,-1 1 0,1 0 0,-1 0-1,1 1 1,-1-1 0,12 2 0,31 4-115,46 4-274,125-4 1,-236 3-226,0 2 0,0 0-1,-15 13 1,-19 12 746,14-11 0,1 1-1,1 1 1,-36 39 0,50-44-29,1 0 1,1 2 0,2 0-1,0 2 1,-22 44-1,31-54-40,-1 0 36,0 1 0,1 0 0,1 0 0,0 1 0,2-1-1,0 1 1,-3 28 0,7-44-126,0-1-1,0 1 1,0-1-1,0 1 1,0-1-1,0 1 1,0-1-1,0 0 0,0 1 1,0-1-1,1 1 1,-1-1-1,0 1 1,0-1-1,1 0 1,-1 1-1,0-1 1,0 1-1,1-1 0,-1 0 1,0 1-1,1-1 1,-1 0-1,1 0 1,-1 1-1,1-1 1,8 6-1590</inkml:trace>
</inkml:ink>
</file>

<file path=ppt/ink/ink8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2:15.779"/>
    </inkml:context>
    <inkml:brush xml:id="br0">
      <inkml:brushProperty name="width" value="0.05" units="cm"/>
      <inkml:brushProperty name="height" value="0.05" units="cm"/>
    </inkml:brush>
  </inkml:definitions>
  <inkml:trace contextRef="#ctx0" brushRef="#br0">110 40 9034,'-12'6'3447,"6"-3"-3416,1 1-1,0 1 0,0-1 1,1 1-1,-1 0 0,1 0 1,0 0-1,0 1 0,1-1 1,-1 1-1,-3 9 0,-2 12 117,1 0 0,0 0 0,3 1-1,0 0 1,1 0 0,2 0-1,1 0 1,1 0 0,5 36-1,-4-59-65,0 0 0,0 1-1,1-1 1,-1 0 0,1 0-1,0 0 1,0 0 0,1 0-1,0 0 1,0 0-1,0-1 1,0 0 0,5 5-1,-5-6 24,0-1 0,0 0-1,0 0 1,1 0 0,-1 0-1,0-1 1,1 1 0,0-1-1,-1 0 1,1 0 0,0 0-1,-1 0 1,1-1-1,0 1 1,0-1 0,0 0-1,0 0 1,-1-1 0,7 0-1,2-2 23,-1-1 0,1 1 0,-1-2-1,0 0 1,0 0 0,-1-1 0,1 0-1,-1-1 1,-1 0 0,1 0 0,-1-1-1,11-13 1,11-13 85,47-69 0,-59 75-247,22-41 0,-36 60-18,-1-1-1,0 1 1,0-1-1,-1 0 1,-1 0 0,1 0-1,-2 0 1,1 0-1,-1-11 1,-1 17-7,-1 1 0,1-1 0,-1 1 1,0-1-1,0 1 0,0-1 0,0 1 1,-1 0-1,1 0 0,-1 0 0,0-1 1,0 2-1,0-1 0,-1 0 0,1 0 1,0 1-1,-1-1 0,0 1 0,0 0 1,1 0-1,-1 0 0,-1 0 0,1 0 1,0 0-1,0 1 0,-1 0 0,1 0 1,-6-2-1,-8-1-183,1 1 0,-1 1 1,0 0-1,-27 1 0,16 1-260,1 2-1,-34 5 0,12 7-1224</inkml:trace>
</inkml:ink>
</file>

<file path=ppt/ink/ink8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2:16.753"/>
    </inkml:context>
    <inkml:brush xml:id="br0">
      <inkml:brushProperty name="width" value="0.05" units="cm"/>
      <inkml:brushProperty name="height" value="0.05" units="cm"/>
    </inkml:brush>
  </inkml:definitions>
  <inkml:trace contextRef="#ctx0" brushRef="#br0">97 1 10170,'0'0'4262,"-1"7"-4975,-5 16 596,-16 42 0,-5 19 227,-13 55 295,43-150 3039,1-6-3156,1 0 1,12-26-1,-9 28-433,0 1 0,1 0 0,1 0 0,0 0 0,1 2 0,0-1 0,1 1-1,1 1 1,0 0 0,0 1 0,1 1 0,0 0 0,1 0 0,16-6 0,-29 14 51,-2 3-101,0-1 125,1 1-1,-1 0 1,1-1 0,-1 1 0,1-1-1,0 1 1,-1-1 0,1 1 0,0-1-1,1 2 1,3 5-52,-1 8 81,0 0 0,-2 0 1,1 0-1,-2 0 0,-1 19 1,1-15 205,0 0 0,4 21 1,-5-40 496,8-3 560,3-3-1138,0-1 0,-1 0 0,0 0 0,0-2 0,0 1 0,10-11 0,55-61-328,-51 51-241,41-37 1,-23 33 765,-40 31 196,-3 7-1553,-2 18 1021,0 0 0,-2-1 0,-9 26 0,-8 35 472,18-62-276,-10 71 256,13-85-367,0 0 0,1 1 0,1-1 0,-1 0 0,1 1 0,1-1 0,0 0 1,4 14-1,-5-21-99,0 1 0,0 0 0,0 0 0,0-1 0,0 1 0,0 0 0,0-1 0,1 0 0,-1 1 0,1-1 0,-1 0 0,1 1 0,-1-1 0,1 0 1,0 0-1,0 0 0,-1 0 0,1-1 0,0 1 0,0 0 0,0-1 0,0 0 0,0 1 0,0-1 0,0 0 0,2 0 0,3 0-380,0-1 0,0 0 0,0 0 0,0-1 0,0 0 0,9-3 0,35-17-2380</inkml:trace>
</inkml:ink>
</file>

<file path=ppt/ink/ink8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2:17.046"/>
    </inkml:context>
    <inkml:brush xml:id="br0">
      <inkml:brushProperty name="width" value="0.05" units="cm"/>
      <inkml:brushProperty name="height" value="0.05" units="cm"/>
    </inkml:brush>
  </inkml:definitions>
  <inkml:trace contextRef="#ctx0" brushRef="#br0">471 1 5529,'0'0'4743,"-4"1"-3563,1 0-1151,1 1 0,-1-1 0,1 1 0,-1 0 0,1 0 0,0 0 0,-1 0 0,1 0 0,0 0 0,0 1 0,1-1 0,-1 1 1,-1 2-1,-24 46 448,16-26-186,-69 135 1157,-43 78 356,42-125-1132,59-85-486,1 1 0,1 1 0,-23 45 1,36-51-2364</inkml:trace>
</inkml:ink>
</file>

<file path=ppt/ink/ink8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2:17.529"/>
    </inkml:context>
    <inkml:brush xml:id="br0">
      <inkml:brushProperty name="width" value="0.05" units="cm"/>
      <inkml:brushProperty name="height" value="0.05" units="cm"/>
    </inkml:brush>
  </inkml:definitions>
  <inkml:trace contextRef="#ctx0" brushRef="#br0">477 5 10186,'-1'-2'-177,"-15"0"5447,5 4-5277,0 0 0,0 0 1,0 2-1,1-1 0,-1 1 0,1 1 0,0 0 0,1 0 0,-1 1 0,1 0 0,-17 15 1,13-10 36,1 1-1,0 0 1,1 0 0,0 2 0,-14 23 0,22-32-18,0-1 0,1 1-1,0 0 1,0 0 0,0 0 0,0 1-1,1-1 1,0 0 0,0 1-1,1-1 1,0 0 0,-1 1 0,2-1-1,-1 1 1,1-1 0,-1 0-1,2 1 1,-1-1 0,0 0 0,1 0-1,4 8 1,32 46 63,5 9-56,-40-62-29,0 0-1,0 0 1,-1 1-1,0-1 1,0 1-1,0 0 1,-1-1 0,1 14-1,-2-18 6,0 0-1,0 0 1,0-1-1,-1 1 1,1-1 0,0 1-1,-1 0 1,1-1-1,-1 1 1,0-1 0,1 1-1,-1-1 1,0 1-1,0-1 1,0 1 0,0-1-1,0 0 1,-1 0-1,1 0 1,-3 3 0,1-2 11,-1 0 1,1-1-1,-1 1 0,0-1 1,0 1-1,0-1 1,0 0-1,-6 1 0,-8-1 67,0 0-1,0-2 0,-20-1 1,31 1-47,-13-1-141,0-1 1,1-1-1,0-1 0,0 0 1,-34-16-1,27 10-1872</inkml:trace>
</inkml:ink>
</file>

<file path=ppt/ink/ink8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2:18.015"/>
    </inkml:context>
    <inkml:brush xml:id="br0">
      <inkml:brushProperty name="width" value="0.05" units="cm"/>
      <inkml:brushProperty name="height" value="0.05" units="cm"/>
    </inkml:brush>
  </inkml:definitions>
  <inkml:trace contextRef="#ctx0" brushRef="#br0">3 49 8170,'-1'-4'632,"1"3"-362,0 1-1,0 0 1,0-1 0,-1 1-1,1-1 1,0 1-1,0 0 1,0-1-1,0 1 1,0-1-1,0 1 1,0 0-1,0-1 1,0 1-1,0-1 1,0 1-1,0 0 1,0-1-1,1 1 1,-1-1-1,0 1 1,0 0-1,0-1 1,0 1-1,1 0 1,-1-1-1,0 1 271,1-1-271,9-5 529,5 0-670,0 2 0,0-1 0,0 2 0,0 0 0,22-1 0,-27 3-51,0 0 0,0 1 0,0 1 0,0-1 0,-1 2 0,1-1 0,0 1 0,0 1 0,-1 0 0,16 7 0,-24-10-101,1 1 0,-1 0 0,1 0 0,-1 0 0,0 0 0,1 0 0,-1 0 0,0 0 0,0 0 0,1 0 0,-1 1 0,0-1 0,0 0 0,0 1-1,-1-1 1,1 1 0,0-1 0,0 1 0,-1-1 0,1 1 0,-1 0 0,0-1 0,1 1 0,-1 2 0,0-1-8,-1 0 1,0 0-1,1 0 1,-1-1-1,0 1 1,0 0-1,-1-1 0,1 1 1,-1-1-1,1 1 1,-1-1-1,0 0 1,-2 3-1,-7 5-50,0 1 0,0-2 1,-1 1-1,-16 8 0,-42 17-16,53-28 148,0 1 1,1 1 0,-16 11-1,30-19 274,5 3 498,4 0-691,0-1 0,1 1 0,-1-1 0,1 0 0,-1-1 0,1 0 0,0 0-1,0-1 1,0 1 0,0-2 0,12 1 0,6 1 47,184 14 343,-95-10 1835</inkml:trace>
</inkml:ink>
</file>

<file path=ppt/ink/ink845.xml><?xml version="1.0" encoding="utf-8"?>
<inkml:ink xmlns:inkml="http://www.w3.org/2003/InkML">
  <inkml:definitions>
    <inkml:context xml:id="ctx0">
      <inkml:inkSource xml:id="inkSrc0">
        <inkml:traceFormat>
          <inkml:channel name="X" type="integer" max="27446" units="cm"/>
          <inkml:channel name="Y" type="integer" max="18298" units="cm"/>
          <inkml:channel name="F" type="integer" max="4095" units="dev"/>
          <inkml:channel name="T" type="integer" max="2.14748E9" units="dev"/>
        </inkml:traceFormat>
        <inkml:channelProperties>
          <inkml:channelProperty channel="X" name="resolution" value="1000.21869" units="1/cm"/>
          <inkml:channelProperty channel="Y" name="resolution" value="1000.43738" units="1/cm"/>
          <inkml:channelProperty channel="F" name="resolution" value="0" units="1/dev"/>
          <inkml:channelProperty channel="T" name="resolution" value="1" units="1/dev"/>
        </inkml:channelProperties>
      </inkml:inkSource>
      <inkml:timestamp xml:id="ts0" timeString="2026-09-29T16:32:53.130"/>
    </inkml:context>
    <inkml:brush xml:id="br0">
      <inkml:brushProperty name="width" value="0.05292" units="cm"/>
      <inkml:brushProperty name="height" value="0.05292" units="cm"/>
      <inkml:brushProperty name="color" value="#FF0000"/>
    </inkml:brush>
  </inkml:definitions>
  <inkml:trace contextRef="#ctx0" brushRef="#br0">6249 6512 1093 0,'0'0'128'0,"0"0"100"0,0 0-103 0,0 0-68 15,0 0-9-15,0 0 5 16,0 0 6-16,0 0 4 16,0 0-7-16,0 0-5 15,0 0-9-15,0 0-28 16,0 0-14-16,0 0-41 15,0 0-16-15,0 0-23 16,0 0-8-16,-28 16 27 16,-4 5 15-16,-16 7 28 0,-12 9 18 15,2 4-3-15,-2 1 3 16,-4 4-1-16,-8 4 1 16,-4 3 1-16,-12 0-1 15,-6 9-1 1,-7-4-4-16,-10 13 2 0,3 3-1 15,8 16 7-15,6 4 2 16,16 8 4-16,2-1 1 0,4-7-5 16,-2-2 2-16,3-11 4 15,-3 7 1-15,-7 4 4 16,8 11 0-16,-8 13-9 16,3 8 1-16,9-4-6 15,4-5-1-15,12-18 0 16,2-3 3-16,3-2 7 15,0-2-2-15,4 7-5 16,0 9-2-16,5 2-8 16,-3 5 3-16,1-5 3 15,-3-7 1-15,-2-11 2 16,2-2 0-16,-4-10 10 16,-1 2 1-16,6 10-2 15,-1 2-3-15,5 10-8 16,4 1-1-16,-2 3 2 0,7-7 0 15,-4-7-2 1,4-11 0-16,2-3 2 0,3 3 1 16,8 4 1-1,4 7 0-15,1 10-3 0,1 1 0 16,1 8-1 0,3-3-2-16,1-14 0 0,1-1 0 0,3-8-2 15,2-9 2-15,4 9-1 16,3 3 0-16,0 13 3 15,-2 2 0 1,2 6 3-16,-3-1-1 0,5-14 0 16,3-1-2-16,-3-13 2 15,3 3 1-15,4-9 0 16,2 6 0-16,3 6-1 16,2-1-1-16,7 11 1 15,-2-3-2-15,4-8 2 16,2 0 0-16,-1-14-1 15,-6-6 5-15,13-5-1 16,-1-5-2-16,2-4 15 16,8 2 0-16,-8-3-1 15,1 1 3-15,-3-3-15 16,2 1-2-16,-2-1 2 16,3 0-2-16,-3-1 2 15,0 1-1-15,5-9 1 0,0 3-2 16,4-3 1-1,3-5 0-15,2 3 0 0,7-2-1 16,7-3-1-16,-3 2-1 16,5-4 0-16,1 3 0 15,-6-6-1-15,3 3 1 0,-9 0-1 16,-3 2-1 0,-9 3 1-16,0 2-1 0,-2 0 0 15,-3 2 1-15,3 0 0 16,0 5 0-1,-5-3 0-15,3 5-1 0,4 0 1 16,2-2-1-16,7 4 1 16,5-4 0-16,0 2 1 15,0-2 0-15,7-3 0 16,-5 3 0-16,3 0 0 16,-5-7 0-16,-3-3 0 15,-1 3 0-15,-3-5-1 16,4 1-1-16,-1-1 0 15,-1-2 0-15,7-3 0 16,-2 3 0-16,5 0 0 16,-1 3-1-16,-4-4 1 0,-2 4 0 15,-3-3 1 1,-4 7 0-16,-5-8 1 0,0 8 1 16,-9-2-1-1,-3-1 1-15,1 8-1 0,-3-5-1 16,3-3 2-16,-1 1 0 15,-6-3 1 1,-3-2 2-16,-4-7 0 0,-2 0 0 0,-3-2 3 16,-2-3-17-16,-5-6-45 15,0-1-42-15,-2-6-108 16,4-3-49-16,3-4-96 16,2-10-53-16</inkml:trace>
  <inkml:trace contextRef="#ctx0" brushRef="#br0" timeOffset="383.78">7056 16102 1172 0,'0'0'139'0,"0"0"108"0,0 0-54 0,0 0-75 0,0 0-22 0,0-2-35 16,-3-1-13-16,1 1-18 16,0 0-11-16,-1 0-18 15,1 2-9-15,0 0-20 16,2 0-11-16,0 0-18 15,0 0-10-15,0 0 1 16,0 0 9-16,0 2 31 16,0 37 20-16,14-11 25 0,4 6 5 15,12 3 2-15,2 4 1 16,14 6-6-16,10-4 1 16,-3-1-5-16,4-1-3 15,-4-4-6 1,-4-5-1-16,-6 3-4 0,-3-5 0 0,-17 2 0 15,-7-7 0 1,-14 8-2-16,-6-6 3 0,-36 17 8 16,-20 4-1-16,-50 15-3 15,-24 3-3-15,-23 15-12 16,1-3-22-16,-15 3-67 16,-4 4-79-16</inkml:trace>
  <inkml:trace contextRef="#ctx0" brushRef="#br0" timeOffset="1390.28">11098 5755 1245 0,'0'0'161'0,"0"0"114"15,0 0-110-15,0 0-45 0,0 0-53 16,0 0-23-16,0 0-51 16,0 0-29-16,0 0-42 15,-34 25-13-15,-10 16 7 16,-9 12 16-16,-9 28 22 0,-3 11 14 16,5 32 14-1,-2 19 4-15,-7 25 14 0,-7-4 0 16,-17-8 14-1,-8-1 1-15,-14-8 26 0,2 3 4 16,16-10-2-16,14-13-2 16,28-30-26-16,11-14-2 0,19-28-6 15,8-11-2-15,11-21 0 16,3-3-2-16,3-20-3 16,0 0-23-16,0 0-68 15,0 0-63-15</inkml:trace>
  <inkml:trace contextRef="#ctx0" brushRef="#br0" timeOffset="2154.83">15415 5941 1167 0,'0'0'166'0,"0"-4"145"0,0 4-73 0,0-5-88 0,0 3-23 0,0-1-29 16,0-1-16-16,0 1-34 16,0 1-22-16,0 0-63 15,0-1-32-15,-2 1-42 16,-42 0-5-16,-7 64 42 15,-13 28 30-15,-26 55 46 16,-14 28 12-16,-14 32 1 16,6 4-4-16,-4-1 2 15,8 6 2-15,16-19-8 16,-5-10-2-16,5-29 0 16,4-24-3-16,12-17 3 15,7-12 2-15,21-20-4 0,11-7-60 16</inkml:trace>
  <inkml:trace contextRef="#ctx0" brushRef="#br0" timeOffset="4844.53">12324 16694 771 0,'0'0'153'0,"0"0"127"0,0 0-97 15,0 0-24-15,0 0-28 0,0 0-6 16,0 0-17-16,0 0-12 16,0 0-34-16,0 0-18 15,0-2-25-15,0 2-11 16,-2 0-10-16,0 0-3 15,-1 0-7-15,3 0-6 16,0 0-7-16,-2 0-2 16,0 0-2-16,-1 0 1 0,1 0 7 15,-2 0 2-15,-73-19 5 16,77 19 2-16,-2 0 3 16,0 0 0-16,-72 5 4 15,49-1 0-15,-1-4-2 16,-6 0-1-16,4 3 0 15,5-1 2-15,3 0 7 16,20-2 8-16,0 0 10 16,-3 0 2-16,3 0 0 15,0 0-8-15,0 0-24 16,0 0-14-16,0 0-33 16,0 0-10-16,0 0-6 15,0 0 2-15,0 0 17 16,3 0 15-16,52 5 24 15,-20-3 13-15,4 1 13 16,-2-1 3-16,11-2 2 0,-4 0-1 16,7 0 12-16,2-2 4 15,-7-3 15-15,-3 3 8 16,-8-3-4-16,-7 0-4 16,-8 5-8-16,-3-4-6 15,-8 4-1-15,-9 0-1 16,0 0-6-16,0 0-4 0,2 0-11 15,0 0-8 1,1 0-49-16,-1 0-36 16,0 0-104-16,1 0-56 0,-1 0-204 62</inkml:trace>
  <inkml:trace contextRef="#ctx0" brushRef="#br0" timeOffset="5312.45">11953 16961 661 0,'0'0'99'0,"0"0"93"0,0 0-22 0,0 0-46 0,0 0-19 16,0 0-38-16,0 0-18 15,2 0-9-15,1 0 1 16,-1 0 14-16,0 0 9 0,63-7 2 15,-40 0-4-15,10 0-17 16,9 0-14-16,13 3-21 16,10-1-6-16,9 3-3 15,3 2-2-15,-3 0-1 16,0 0 1-16,-12 7 0 16,3 2 1-16,-12 0 2 15,-2 5-2-15,-11-5 1 16,-10 1 4-16,-13-6 20 15,-19-4 18-15,0 0-34 16,0 0-44-16,0 0-228 16</inkml:trace>
  <inkml:trace contextRef="#ctx0" brushRef="#br0" timeOffset="15068.6">10612 17023 763 0,'0'0'152'0,"0"0"152"0,0 0-69 15,0 0-70-15,0 0-22 0,0 0-27 16,0 0-12-16,0 0-19 16,0 0-11-16,0 0-23 15,0 0-9-15,0 0-15 16,0 0-8-16,0 0-11 16,0 0-8-16,0 0-7 15,0 0-3-15,0 0 3 16,0 0 3-16,0 0 4 15,0 0 2-15,0 0 5 16,0 0 1-16,0 0 4 16,0 0 1-16,0 0 0 0,0 0-1 15,0 0-7-15,0 0-7 16,0 0-14-16,0 0-26 16,-2-4-25-16,-28-54-2 15,16 30 8-15,2 8 26 16,5-1 30-16,0 9 7 15,5 1 8 1,2 11 5-16,0 0 10 0,0-2 7 0,0 2 2 16,0 0-8-1,0 0-29-15,0 0-23 0,0 0-48 16,0 0-21-16,0 0-32 16,0 0-5-16,0 0 25 15,-5 32 22-15,8 5 57 16,-3 7 21-16,0 13 20 15,0 1 7-15,-3 4 1 16,3 7-1-16,0 0 0 16,-2 0-5-16,0 3-4 15,2-6-2-15,-2-4-1 16,-1-4-1-16,3 0 8 16,0-5 3-16,0-10 4 15,5-1 2-15,-3-8 0 16,-2-6 3-16,5-7 5 15,-3-3-4-15,3-13-95 16,-5-5-86-16</inkml:trace>
  <inkml:trace contextRef="#ctx0" brushRef="#br0" timeOffset="15436.79">10310 17809 466 0,'0'0'132'0,"0"0"122"0,0 0-102 0,0-5-28 0,0 5-13 16,0-5 5-16,0 5 1 16,0-4-11-16,0 4-34 15,0-5-25-15,0 3-76 16,0 0-52-16,0-1-59 15,2 3 3-15,40 12 42 16,-15 20 43-16,8 12 52 16,-3-5 1-16,-2-7 1 15,-2 3-1-15,-5-15 10 16,0-1 14-16,-7-10 18 16,-2 0 20-16,-5-4 7 15,3-5 3-15,-1 0 7 16,1-5-8-16,6-13-8 0,1-1-13 15,10-17-30-15,18-10-47 16,19-26-222-16</inkml:trace>
  <inkml:trace contextRef="#ctx0" brushRef="#br0" timeOffset="16272.12">11243 18407 891 0,'0'0'174'0,"0"0"158"0,0 0-84 0,0 0-83 0,0 0-33 16,0-4-30-16,0 4-13 16,0-5-28-16,-2 5-18 15,0-4-34-15,-1 4-10 16,-1-5-18-16,-1 5-3 0,-85-53 1 16,65 44-1-1,-5 9-7-15,-2 4-5 0,-7 10-8 16,2 2-1-16,-5 17-3 15,3 1 1-15,7 10 5 16,6 2-4-16,13-9-1 16,8-3-9-16,7-6-11 15,10-3 7-15,6-9 0 16,5 1 20-16,14-6 19 16,2-6 7-16,-2-10 27 15,2-2 5-15,-9-9 23 16,-4 0 12-16,-3-3 11 15,-5-6 2-15,-2 2-3 16,0-7-5-16,-4 3-13 0,-5-1-4 16,2 7-9-16,-7 7-2 15,-2 14-4-15,0 0-1 16,0 0-22 0,0 0-22-16,0 0-76 0,0 0-40 15,0 0-14-15,17 21 20 16,-6 11 79-1,3 7 44-15,-5 8 40 0,0-4 6 16,-2 1 8-16,-7-7-3 16,0 2-7-16,0-11-1 0,-7 2-10 15,0-7 1-15,0-5 1 16,3-2 1-16,4-16-34 16,0 0-46-16,0 0-174 15,0 0-265-15</inkml:trace>
  <inkml:trace contextRef="#ctx0" brushRef="#br0" timeOffset="16456.75">11580 18691 1432 0,'0'0'166'0,"0"0"120"0,0 0-100 0,0 0-107 16,0 0-30-16,0 0-66 0,0 0-90 16</inkml:trace>
  <inkml:trace contextRef="#ctx0" brushRef="#br0" timeOffset="17107.98">12271 18460 1020 0,'0'0'97'0,"0"0"58"16,0 0-51-16,-2 0-70 15,0 0-17-15,-67 0-18 16,34 5-5-16,-13 4-11 16,-5 5-2-16,0 7-1 15,-3-3 1-15,8 7 4 16,6 3 2-16,15-7 5 15,8-3 1-15,12-4-10 0,7-5 2 16,12 1 2-16,6 1 6 16,17 1 20-16,11-1 3 15,18 3-2 1,3-5-4-16,14 7-5 0,-3 0-2 16,-2 10 0-16,-6-1 1 15,-15 7-2-15,-11 3-10 16,-14 13-132-16,-12 5-4 15,-9-2 3-15,-9-3 12 0,-7-4 138 16,-6-14 8-16,-13 2 25 16,-4-2 9-16,-7-7 26 15,-4-5 21-15,2-13 37 16,4-5 22-16,5-9 16 16,5-7-9-16,2-16-36 15,0-10-20-15,2-18-38 16,5-9-12-16,9-5-23 15,2 3-8-15,10 9-7 16,13 4-4-16,-6 14-5 16,2 8-5-16,-3 10-26 15,-8-1-27-15,-1 11-73 16,-2 2-103-16</inkml:trace>
  <inkml:trace contextRef="#ctx0" brushRef="#br0" timeOffset="17558.88">12755 18479 404 0,'-18'30'80'0,"-3"7"73"0,-2 2-28 0,0 9-43 0,2-2-11 0,5 5-19 16,5-3-7-16,4 5-18 15,4-7-9-15,10-4-3 16,5-1 2-16,6-13 11 15,10-5 8-15,9-12 10 16,7-11 6-16,13-7 8 16,5-11-1-16,5-21 5 15,-5 0 1-15,-13-7-1 16,-10 0 2-16,-16 4-8 0,-9 5-6 16,-12-2-18-16,-6 2-10 15,-15-2-24 1,-4-2-12-16,-18 1-40 0,-10 6-44 15,-23 6-83-15,-4 14-70 16</inkml:trace>
  <inkml:trace contextRef="#ctx0" brushRef="#br0" timeOffset="18331.84">13594 18437 934 0,'0'0'107'0,"0"0"59"15,0 0-71-15,0 3-103 16,0-1-19-16,-18 60 12 15,13-27 7-15,1 6 22 16,-3-2 13-16,4-2 3 16,1-2 1-16,2-5 3 15,0-7 1-15,0-5 8 0,0-6 9 16,0-12 25-16,0 0 17 16,0 0-7-16,0 0-9 15,0 0-20-15,0 0-17 16,16-35-11-16,-4 5-5 15,4-9-13-15,2-7-3 16,1 7-4-16,-1-5-1 16,1 16-4-16,-3 3-4 0,-5 11-5 15,1 5-7-15,-12 9-29 16,0 0-23-16,2 0-34 16,0 0 0-16,44 30 20 15,-27-2 16-15,2 11 37 16,-1 2 6-16,1-2 13 15,2 0 9-15,-4-6 1 16,-3-3 3-16,-5-7 6 16,-2-12 7-16,-9-11 7 15,0 0 0-15,3 0 0 16,-1 0-6-16,42-30-5 16,-16-4-4-16,8-10-5 15,1-7 1-15,2 3 7 16,-4-5 8-16,-3 7 8 0,-4 2 0 15,-7 10-2-15,-5 4-2 16,-2 11-4-16,-3 5 2 16,-4 10-11-16,-7 4-12 15,0 0-49-15,0 0-20 16,19 30 7-16,-8-5 12 16,-2 17 44-16,1-1 15 15,-6 7 1-15,-2-6-1 0,1-3 2 16,-1 0 0-1,-2-11 4-15,0-3-1 0,0-11-25 16,0-14-34-16,0 0-130 16,0 0-78-16</inkml:trace>
  <inkml:trace contextRef="#ctx0" brushRef="#br0" timeOffset="18615.88">14823 18062 359 0,'-14'34'91'0,"-7"13"96"0,-2 6-21 0,2 9-28 15,1 4-8-15,3 4-13 0,6-8-7 16,-1 9-10-1,1-9-8-15,2 5-20 0,-5 0-10 16,2 0-24-16,3-3-7 16,0-4-4-16,2-5 3 15,0-16 2-15,2-2 1 16,5-23-46-16,0-14-68 16,0 0-277 30</inkml:trace>
  <inkml:trace contextRef="#ctx0" brushRef="#br0" timeOffset="19279.46">15279 18523 567 0,'0'0'183'15,"0"0"166"-15,0 0-133 16,0 0-45-16,0 0-66 0,0 0-21 16,0 0-34-16,0 0-12 15,0 0-14-15,0 0-5 16,0 0-3-16,0 0-2 15,0 0-8-15,0 0-3 16,0 0-5-16,0 0-3 16,0 0 3-16,0 0 1 15,0 0 1-15,0 0 0 16,0 0-8-16,0 0-7 0,0 0-16 16,-2 0-8-16,-1 0-3 15,1 0 1-15,-3 0 9 16,1 0 6-16,-72 23 11 15,73-23 6-15,1 2 11 16,0 0 2-16,0 3-1 16,-42 68 1-16,44-73 0 15,23 30 5-15,0-11 10 16,7-5 1-16,11 2-1 16,-4 0-4-16,7 0-4 15,-9 2-3-15,-3-1-3 16,-2-1-4-16,-9 9-4 15,-1-4-4-15,-8 2-6 0,-3 0-2 16,-9-2 2 0,0 2 3-16,-7-5 7 15,0 0 8-15,-7-4 24 0,-2 2 11 16,-2-11 7-16,-1 0 0 16,3-5-32-16,0-10-20 15,0-15-46-15,-2-12-65 16</inkml:trace>
  <inkml:trace contextRef="#ctx0" brushRef="#br0" timeOffset="19629.66">15574 17991 1128 0,'0'0'159'0,"0"0"129"0,0 0-80 0,0-5-95 15,0 5-29-15,2-5-34 16,1 5-8-16,63-41-24 16,-36 41-14-16,0 0-16 15,-2 7-6-15,2 7-11 16,-5 2-23-16,-2 9-48 16,-6 3-20-16,-15 2-21 15,-7 2 19-15,-18 12 50 16,-7-1 27-16,-16 3 36 15,-2 3 8-15,9-12 1 0,6 2 0 16,15-14 13-16,11 3 25 16,16-7 55-16,19-3 24 15,43 0 29 1,38-2-11-16,68-13-39 0,28-3-123 16</inkml:trace>
  <inkml:trace contextRef="#ctx0" brushRef="#br0" timeOffset="25209.55">18810 10349 495 0,'0'0'66'0,"0"0"61"0,0 0-23 0,0 0-33 16,2 0-17-16,1 0-34 15,-3 0-13-15,0 0-21 16,0 0-14-16,0 0-23 16,0 0-2-16,0 0 17 0,0 0 16 15,2 5 43-15,0-5 13 16,0 4 13-16,1-4 4 16,-1 5-2-16,0-5 2 15,1 5 3-15,-1-5 0 16,0 0 2-1,1 0 0-15,-1 0-4 0,0 0-4 0,0 0-13 16,1 0-5-16,-1 0-10 16,0 0-3-16,1 0-6 15,-1 0-3-15,0 0-6 16,1 0-2-16,-1 0-1 16,0 0 0-16,-2 0 1 15,3 0-1-15,-1 0 1 16,0 0 0-16,0 0 0 15,-2 0-2-15,0 0-3 16,0 0-4-16,3 0-12 16,-3 0-3-16,2 0-11 15,0 0-3-15,1 0 4 16,-1 0 3-16,63 6 13 16,-42-1 7-16,9-3 10 15,0 1 4-15,10-1 7 16,1 0 1-16,3-2-2 0,3-2 0 15,-1-3-4 1,1-4 0-16,4-5 1 0,0 5 3 16,0-12 11-16,2 1 6 15,5-1 10-15,-2-9 3 16,6-2 2-16,1 0 2 16,-10-1 3-16,-7 3-5 15,-11 3 7-15,-7-1-3 0,5-6 0 16,-3-3 12-16,0-14-5 15,1 0-1-15,-8-9-14 16,-4 1-13-16,2-13-18 16,-3-4-5-16,3-16-5 15,1-7 0-15,-1-7 0 16,2-9 0-16,0 9 1 16,3-2 0-16,2 16-2 15,0-3 1-15,2 1 0 16,3-5 1-16,-3-16 1 15,0-14 1-15,1-5 1 16,1 3 0-16,5 9 1 16,5 9-1-16,2-5 0 15,5-8-1-15,-5-17-1 16,0-11 0-16,-2-3 0 16,-3 7 0-16,3 8-4 0,0-8 2 15,0-11 0 1,-3-7 1-16,-6-5 3 0,-3 12 0 15,0 6 0-15,-2-4 0 16,7-13-3 0,2-10-2-16,0 4-1 0,5 15 0 15,2 11 2-15,3 0-3 0,11-14-3 16,7-7-3-16,22 8-5 16,4 6-2-16,10 16-6 15,1 5-4-15,-9-3 3 16,1-6 4-16,-10 9 4 15,3 11 5-15,1 28 3 16,5 16-1-16,16 16 8 16,-3 10 2-16,2 8 5 15,-4 8 0-15,-25 11-2 16,-7 7-1-16,-12 7-2 16,-7 6-2-16,-6 10-6 15,-3 0-3-15,-5 3 0 16,-1 6 0-16,1 5 1 15,-2 0 1-15,0 4 0 16,3 0 2-16,-5 8 3 16,2-8 0-16,-4 5 3 0,-10-2 1 15,3 0 1-15,-5-1 2 16,-5 1-32-16,3-7-18 16,-7 0-41-16,2-3-19 15,-7-4-12 1,-9-7-22-16,0 0-50 0,0 0-14 15,0 0 25-15,0 0 38 16,0 0 109-16,0 0 49 0,0 0 61 16,0 0 25-16,0 0 10 15,0 0-5-15,0 0-21 16,0 0-19 0,2 0-20-16,1 0-4 0,-3-2-13 15,0 0-4-15,0-1-6 16,0 1-7-16,0 0 3 15,2-1 4-15,0 1 4 16,-2 2-6-16,0 0-42 16,0 0-45-16,0 0-202 15</inkml:trace>
  <inkml:trace contextRef="#ctx0" brushRef="#br0" timeOffset="26029.49">23777 2616 717 0,'0'0'150'0,"0"0"142"0,0 0-71 0,0 0-99 0,0 0-34 0,0 0-52 16,0 0-20-16,0 0-46 15,0 0-35-15,0 4-56 16,2-4-3-16,30 53 20 16,-11-28 30-16,11 12 57 15,3 0 9-15,9 5 9 16,-1-6 3-16,-1-6 3 15,-3 3 2-15,-7-13 4 16,-2 1 1-16,-7-5 3 16,-6-4 6-16,-6-5 8 15,-11-7 5-15,0 0 16 16,0 0 8-16,0 0 17 16,0 0 6-16,0 0 4 15,0 0-2-15,0 0-16 16,0 0-11-16,0 0-20 15,0 0-7-15,0 0-25 0,0 0-5 16,0 0-11-16,0 0-8 16,0 2-9-1,0 0-1-15,-2 1 0 0,-1-1-1 16,-45 72 16-16,30-51 3 16,1-3 5-16,4 3 3 0,-3 0 2 15,2-2 3-15,0-2 4 16,0-3 1-16,5-3 5 15,9-13 2-15,0 0 5 16,0 0 0-16,0 3-1 16,0-3-5-16,0 2-6 15,0 0-5-15,-2 1-19 16,-1-1-4-16,1 0 0 16,-3 1 0-16,-71 45 17 15,76-48 3-15,-2 0 5 16,0 0 5-16,-1 2 20 15,1 1 14-15,0-3 28 16,2 0 9-16,-3 0 9 16,1 0-1-16,2 0-5 15,-25-37-6-15,25-5-24 16,0-6-13-16,4-10-27 16,6-4-8-16,1 5-11 0,3-1-4 15,0 7-35-15,-5 5-33 16,2-2-168-16</inkml:trace>
  <inkml:trace contextRef="#ctx0" brushRef="#br0" timeOffset="36036.21">16431 12074 405 0,'0'0'93'0,"0"0"98"0,0 0-3 0,0 0-16 16,0 0-9-16,0 0-18 0,0 0-14 15,0 0-23-15,0 0-19 16,0 0-29-16,0 0-10 15,0 0-18-15,0 0-1 0,12-39-1 16,4 11 1 0,9-6 9-16,5-10 4 0,5 0 7 15,2-2 4-15,7-2-2 16,-1-10-7-16,13-4-15 16,4-9-12-16,9-5-12 15,2-7-2-15,3 2-3 16,-5 1 1-16,-4 10-2 15,-10 8 0-15,-7 9 1 16,-6 7 0-16,-5 7 2 16,-5 5-1-16,-7 6 4 15,-2 0 2-15,-9 3 5 16,2 2 2-16,-4 2-9 16,-1 3-9-16,-6 9-35 15,-5 9-18-15,0 0-35 0,0-5-7 16,0 3 0-16,0-1 4 15,0 1 15-15,0 0 15 16,-2-1 21-16,-1 1 13 16,1 0 24-16,0 0 6 15,-1-1 27-15,-1 1 8 16,-1 0 17-16,1-1 2 16,-1 1-15-16,0-3-5 15,3 1-17-15,0-1-7 0,0 1-4 16,-1-1-5-16,-31-66-7 15,34 71-5-15,0 0-8 16,0 0-5-16,2 0-11 16,0 0-5-16,1 0-2 15,63 0 2-15,-38 18 22 16,2 7-15-16,-5 12 4 16,-2 7 5-16,-13 9-17 15,-6 0 14-15,-6 0-40 16,-5-7-43-16,2-12-192 15</inkml:trace>
  <inkml:trace contextRef="#ctx0" brushRef="#br0" timeOffset="36377.08">17759 10374 1527 0,'-5'-11'145'0,"-4"-3"99"0,-2-4-60 0,4 6-74 16,7 12-23-16,-3 0-42 0,3 0-22 16,-2 0-56-16,0 0-45 15,2 0-76-15,0 0-8 16,-12 30 20-16,17 5 31 0,6 2 69 16,3-12 11-16,7-2 16 15,9-14 9-15,14-14 23 16,11-13 13-16,12-21 17 15,-7-9 11-15,-14-8 58 16,-18 10 40-16,-19 9 57 16,-7 7-5-16,-18 3-89 15,-21-10-67-15,-37 0-152 16,-18 9-73-16,-28 28-145 16,-2 30-262-16</inkml:trace>
  <inkml:trace contextRef="#ctx0" brushRef="#br0" timeOffset="37644.4">25422 2922 948 0,'0'0'122'0,"0"0"105"0,0 0-13 0,0 0-66 0,0 0-31 0,0 0-72 0,0 0-46 0,0 0-138 15,0 0-13-15,5 44-10 16,-3-1 15-16,5 20 112 15,0 8 10-15,0 7 18 16,-2 3 8-16,-3 4 9 16,-2-4 1-16,0-10 1 15,2-4-5-15,1-14-4 16,-1-12 4-16,2-15 22 16,-1-6 15-16,-3-20-85 15,0 0-72-15</inkml:trace>
  <inkml:trace contextRef="#ctx0" brushRef="#br0" timeOffset="38041.47">25501 2991 1213 0,'0'0'125'0,"0"0"72"0,0 0-58 15,0 0-104-15,0 0-63 16,0 0-86-1,30 23 1-15,4 14 19 0,10 7 32 16,14 20 59 0,-5 3-1-16,0 9-4 0,-7 4-2 0,4-4-3 15,1 0 5-15,-2-4 6 16,-6-3 1-16,-8-11 3 16,-1-12-1-16,-10-12 9 15,-4-9 3-15,-8-11 27 16,-12-14 28-16,0 0 90 15,0 0 43-15,0 0 64 16,0 0-11-16,11-39-78 16,-6-9-45-16,-3-28-89 15,1-14-19-15,-3-21-16 16,0 1-4-16,2 4-5 16,0 11-9-16,3 26-18 15,2 14-15-15,-5 25-48 16,3 5-57-16,-5 25-242 15</inkml:trace>
  <inkml:trace contextRef="#ctx0" brushRef="#br0" timeOffset="38676.25">25282 2394 932 0,'0'0'87'0,"0"0"46"0,0 0-33 0,0 0-70 0,0 0-25 0,0 0-25 16,0 0-14-16,0 0 33 15,2 0 24-15,58 19 40 16,-21-12 16-16,23-3-13 16,14 1-15-16,24-5-19 15,-1 5-8-15,9-10-4 16,-7 0-3-16,-13-2-2 15,-3 3-2-15,-18-1-1 16,-7 1 0-16,-12 1 3 0,1-1-2 16,-17 1-27-16,-2-1-13 15,-14-5-21 1,-16 9 2-16,0 0 43 0,0 0 17 16,0 0 25-16,0-5 8 15,0 5-11-15,-2-5 0 0,0 1 10 16,-1-1 3-1,1 1 17-15,0 1 6 0,-1 1 4 16,1 0-1-16,0-1-32 16,-1 1-25-16,1 0-69 15,2-1-40-15,0 1-23 16,0 0 3-16,35-5 38 16,-5 25 28-16,16 17 26 15,-2 11 6-15,-14-5-1 16,-5 10 1-16,-30 2-35 15,-15 2-58-15</inkml:trace>
  <inkml:trace contextRef="#ctx0" brushRef="#br0" timeOffset="39082.01">26826 3214 744 0,'0'0'88'0,"0"0"85"0,0 0-13 0,0 0-26 15,0 0-16-15,2 0-24 16,1 0-9-16,56 7-30 15,-24-7 1-15,11 0-18 16,7-4-19-16,14-3-115 16,9-2-106-16</inkml:trace>
  <inkml:trace contextRef="#ctx0" brushRef="#br0" timeOffset="39745.04">27716 3058 882 0,'0'0'183'15,"0"0"171"-15,0 0-94 16,0 0-125-16,0 0-46 16,0 0-99-16,0 0-72 15,0 0-69-15,-17 32 0 0,8 0 36 16,-2 14 51-16,4 14 50 16,4 5 4-16,3 1 13 15,0-3 2-15,0-15 5 16,-4-11 1-16,4-19 14 15,0-18 25-15,0 0 78 16,0 0 34-16,0 0 55 16,0 0-14-16,4-55-74 15,3 7-36-15,-2-28-69 16,7-3-11-16,6 8-4 16,0 4 0-16,10 14-2 15,-7 9-3-15,6 14-6 16,1 7-8-16,-7 14-28 15,0 5-20-15,-3 13-35 16,3 5-5-16,2 20 12 16,5 5 16-16,-10 10 34 0,0 6 10 15,-6 3 10-15,-3-3 5 16,-2-5 7-16,0-6 3 16,0-14 9-16,-3-7 2 15,-4-23 5-15,0 0 7 16,3 0 20-16,-1 0 10 15,37-34 6-15,-18-1-4 16,4-11-15-16,1-2-5 0,-3-5-7 16,0 7-4-16,-5 9-7 15,1 9-6-15,-8 14 0 16,-11 14-3-16,0 0-23 16,0 0-27-16,0 0-43 15,3 0-6-15,-1 0 17 16,32 35 23-16,-22-3 37 15,-1 0 9-15,1 8 6 16,-3 3 1-16,0 1 8 16,1 2 1-16,6-2-7 15,2-5-14-15,19-7-70 16,16-6-72-16,28-17-199 16</inkml:trace>
  <inkml:trace contextRef="#ctx0" brushRef="#br0" timeOffset="40398.1">29204 3300 564 0,'24'-33'181'0,"-11"-6"195"0,-6 7-46 0,-9-3-120 0,-7 3-56 15,-7 2-67-15,-3-4-30 16,-6 6-26 0,-3 0 7-16,1 8-19 0,-1 6-4 15,0 5-12-15,1 4-11 16,-6 5-22-16,-1 9-12 0,-1 7-9 15,1 10 2-15,4 13 8 16,0 5 11-16,4 9 16 16,10 4 8-16,5 1 8 15,11-1 3-15,9-4 1 16,7-4-2-16,12-15 0 16,-3-9 5-16,5-18 14 15,2-7 7-15,3-11 21 16,-3-10 7-16,-4-11 21 15,-3 0 7-15,-4-14 5 16,-3 4-5-16,-4 1-21 16,-2-1-12-16,-5 12-21 15,-3 7-6-15,-4 23-15 16,0 0-13-16,0 0-84 16,0 0-72-16,0 0-16 15,5 37 5-15,-1 16 75 0,3 18 68 16,0 17 16-1,2 6 1-15,3 17 2 16,-1-7-1-16,1-3 3 0,2 0 3 16,2 1 2-1,-2-8 0-15,2 12 3 0,-7-9 1 16,-4-3 2-16,-3-2 6 16,-14-18 11-16,-4-7 6 15,-11-17 9-15,-3-15 9 0,-3-17 21 16,4-8 15-1,-1-15 40-15,0-16 3 0,-5-16 6 16,0-18-7-16,3-14-36 16,0-14-9-16,4-4-33 15,8-3-20-15,8-5-26 16,10 1-24-16,16-3-61 16,13 3-40-16,26-5-138 15,7-5-101-15</inkml:trace>
  <inkml:trace contextRef="#ctx0" brushRef="#br0" timeOffset="40697.14">29854 2611 643 0,'-11'-5'116'0,"-1"1"64"0,1 4-33 0,-1 4-124 0,-2 10-26 16,-9 7-16-1,-4 11 2-15,-12 12 10 0,-5 11 3 0,-9 10-1 16,0 1 1-16,4 10-1 31,3-6-1-31,12 3 1 0,8 1-3 0,10-3 9 16,16 1 9-16,9-3 17 15,12-7 13-15,23-9-40 16,11-12-55-16</inkml:trace>
  <inkml:trace contextRef="#ctx0" brushRef="#br0" timeOffset="41031.58">30115 3191 739 0,'-5'-23'157'0,"-2"7"165"15,7 16-132-15,0 0-88 16,-2 0-54-16,0 0-79 16,-1 0-22-16,-47 23-22 15,34 12 8-15,2 18 36 0,2 4 15 16,8 10 25 0,4-5 8-16,9-13 8 0,5-8 3 15,4-11-12-15,3-12-1 16,4-8 5-16,1-10 10 15,1-16 45-15,-4-5 20 16,-7-14 29-16,-4-2 4 16,-7-6-5-16,-5-1-5 15,-5-9-77-15,-7-2-2 0,-11-3-68 16,-7 0-43-16,-9 15-47 16,-7 8-65-16,-2 17-94 15,4 9-139-15</inkml:trace>
  <inkml:trace contextRef="#ctx0" brushRef="#br0" timeOffset="41382.87">30500 2917 613 0,'0'0'117'15,"0"0"131"-15,0 0-198 16,0 0-46-16,-30 21-19 0,4-3 9 16,-6 12 17-16,0 3 5 15,4-1-12-15,8 2-4 16,15 3 1 0,10 2 6-16,18 10 18 0,7-6 5 15,13 6 2-15,-1 2-4 16,4 1-12-16,-2-3-4 15,-14-5-6-15,2-3 1 16,-18-4 1-16,-5 0 4 0,-9 0 17 16,-14-7 10-1,-18-3 27-15,-7-1 3 0,-19-13-22 16,5 1-30-16,5-12-118 16,6-4-66-16</inkml:trace>
  <inkml:trace contextRef="#ctx0" brushRef="#br0" timeOffset="41934.67">31081 2774 881 0,'0'0'123'15,"0"0"120"-15,0 0-201 16,-3 0-40-16,-38 42-40 15,20-8 32-15,0 15-35 0,1 8 2 16,3 10 22-16,1 5 9 16,7 8 6-16,2 3 6 15,7 7 6 1,2-3 5-16,12-1 11 0,2-15 4 16,5-13 9-1,5-8 1-15,1-13 9 0,8-9 4 0,-1-12 8 16,5-7 4-16,8-14 2 15,-1-6-6 1,4-17-10-16,8-13-11 0,-7-21-28 16,-7-12-10-16,-15-18 0 15,-15-3-3-15,-9-8 25 16,-5 6 19-16,-7 10 12 16,-5-1 10-16,-4 14-8 15,-4 3-12-15,-20 11-25 16,-1 7-13-16,-7 5-13 15,-5 11-4-15,9 7-15 16,2 12-6-16,3 18-19 16,0 9-7-16,0 18 14 15,0 10 11-15,2 19 26 16,4 1 10-16,8 5 4 16,7 3 3-16,8-3-4 15,8-2 2-15,11-5 3 0,7-4-4 16,19-7-11-16,6-5-15 15,22-7-43-15,15-11-59 16</inkml:trace>
  <inkml:trace contextRef="#ctx0" brushRef="#br0" timeOffset="42252.41">31784 3157 855 0,'0'0'117'0,"0"0"111"0,0 0-61 0,0 0-43 15,2 0-15-15,42-5-22 16,-12 1-11-16,9-1-36 16,10 5-10-16,7-5-20 15,2 5-3-15,2 0-17 16,2 0-34-16,1 0-147 0,-1 5-144 16</inkml:trace>
  <inkml:trace contextRef="#ctx0" brushRef="#br0" timeOffset="42461.67">31977 3521 233 0,'0'7'105'0,"0"4"129"16,2 1 8-16,10-3-19 15,2 5 11-15,7-10-19 16,-1 5-24-16,10-11-64 15,5-5-28-15,18-7-43 16,16-6-29-16,28-6-133 16,13-4-128-16</inkml:trace>
  <inkml:trace contextRef="#ctx0" brushRef="#br0" timeOffset="42835.88">33106 2924 427 0,'-46'-11'97'0,"0"-3"47"16,9 5 21-16,5 6-35 15,11 3-40-15,5 3-21 16,5 6-41-16,-1 0-19 16,1 12-19-16,-3 6-10 15,-2 15 4-15,2 6 4 16,-2 14 10-16,0 7 9 15,2 17-1-15,2 1 5 16,10-2 0-16,2-2 1 16,14-14 22-16,7-9 9 0,13-18 28 15,10-10 13-15,14-20 4 16,6-17-1-16,14-20-15 16,3-15-1-16,-5-15 41 15,-7-7 21-15,-27-16 28 16,-17 2 0-16,-18-14-59 15,-9 12-43-15,-26 6-102 16,-9 5-72-16,-39 14-218 16,-16 17-247-16</inkml:trace>
  <inkml:trace contextRef="#ctx0" brushRef="#br0" timeOffset="43420.6">31170 3288 890 0,'0'0'134'0,"0"0"124"0,0 0-39 0,0 0-52 16,0 0-26-16,0 0-42 0,3 0-18 0,-1 0-50 15,63-16-16-15,-12 7-21 16,13 4-36-16,34 5-201 62</inkml:trace>
  <inkml:trace contextRef="#ctx0" brushRef="#br0" timeOffset="45661.1">28663 5897 225 0,'0'0'1'0,"-2"0"23"0,-1 0-24 0,-15 63 17 0,25-24 44 0,-5 2 16 0,5 5 10 16,-7 5-6-16,5 2-10 15,1 4-12-15,-3-4-20 16,-1 0-7-16,0-7-9 16,-2-2 3-16,3-9 13 15,6-1 10-15,-2-1-175 16</inkml:trace>
  <inkml:trace contextRef="#ctx0" brushRef="#br0" timeOffset="46245.1">28612 5987 480 0,'0'0'128'16,"0"0"123"-16,0 0-63 15,0 0-88-15,0 0-3 16,0 0-2-16,0 0-8 16,0 0-23-16,0 0-19 15,0 0-40-15,0 0-15 0,2 0-12 16,47 21 3-16,-15-7 12 15,8 4 3-15,-1 7 3 16,1 1-2-16,-3 6 14 16,-4-2 7-16,2 7 6 15,-3 7 0-15,-2-3-11 16,1 7-7-16,-3-4 3 16,-3-2 1-16,-1-3 1 15,-3-5 0-15,-3 3-1 16,-3-2 2-16,-1-15 5 15,-5 3 4-15,-11-23 16 16,0 0 12-16,0 0 36 16,0 0 21-16,0 0 44 15,0 0 15-15,0 0 8 16,0 0-7-16,0-4-40 16,5-49-30-16,-10-9-49 0,1-12-24 15,-1-20-22-15,3-5-2 16,2 11-1-16,0 3-2 15,2 13-1-15,5 6 0 16,-3 6-4-16,1 11 0 16,-3 13-5-1,3 8-6-15,-5 28-23 0,0-2-24 16,0 2-115-16,0 0-151 0</inkml:trace>
  <inkml:trace contextRef="#ctx0" brushRef="#br0" timeOffset="46878.53">29799 6132 181 0,'0'0'63'0,"0"0"78"0,-2 0-8 0,-1 0 7 0,1 0 6 0,2 0-6 16,-2 0-10-16,0 0-29 15,2 0-10-15,0 0-12 16,0 0-5-16,0 0-14 15,0 0-9-15,0 0-9 16,0 0 2-16,0 0-8 16,0 0-11-16,0 0-33 15,0 0-27-15,0 0-18 16,2 0 15-16,53 5 35 16,-16-3 28-16,12 5 36 15,4-2 2-15,-4-3 1 16,0 3-5-16,-10-3 6 15,-2-2-2-15,-9 5 1 16,-7-5-3-16,-9 0-22 16,-14 0-5-16,0 0-8 15,0 0-5-15,0 0-8 0,3 0-2 16,-1 0-93 0,0 0-119-16</inkml:trace>
  <inkml:trace contextRef="#ctx0" brushRef="#br0" timeOffset="47263.66">29896 6632 317 0,'0'0'132'0,"0"0"127"0,0 0-23 0,0 0-87 15,0 0-13-15,0 0-4 16,0 0-12-16,0 0-7 16,0 0-11-16,0 0-6 15,2 0-6-15,1 0-17 0,59 2-4 16,-35-4-33-16,3 2-9 15,-4 0-12-15,-1 0-3 16,-4 0-3-16,-3 2 2 16,-6 1 0-1,-1 1-1-15,-1 1-1 0,1-3-3 16,-2 0-17-16,7-2-58 16,7 0-236-16</inkml:trace>
  <inkml:trace contextRef="#ctx0" brushRef="#br0" timeOffset="49654.37">30594 5964 715 0,'0'0'143'0,"0"0"114"0,0 0-115 0,0 0-37 15,0 0-84-15,0 0-43 16,0 0-150-16,0 0 2 16,0 2 11-16,3 51 28 15,1-7 128 1,3 3-4-16,-5 13 4 0,3 0 1 16,-3 5-2-16,-2-5 2 15,3-4 4-15,-3-5 4 16,0-16 9-16,4 2 6 0,-4-23 14 15,0-16 9-15,0 0 44 16,0 0 31-16,0 0 86 16,0 0 39-16,0 0 19 15,0 0-25-15,-7-35-99 16,12 1-53-16,-3-28-71 16,5-10-12-16,2-4-9 15,5 2-1-15,7 12-5 16,4 7-2-16,3 16-4 15,0 2-2-15,4 12-1 16,-7 2-2-16,-6 9-7 16,-3 7-13-16,-5 2-36 15,3 5-16-15,5 12-8 16,-1 6 9-16,3 10 32 0,2 4 19 16,-5 12 15-16,1 0 6 15,-1 13 4-15,-6-4 4 16,-1 5 5-16,-2-5 2 15,-2-5 7-15,-2-2 0 16,0-11 6-16,-1-10 5 16,-2-9 5-16,3-4 8 15,-5-12 25-15,0 0 11 0,0 0 32 16,0 0 8 0,21-49-17-16,-12 10-13 0,5-18-33 15,0-6-17-15,2-3-10 16,-2 3-4-16,2 1-4 15,-2 12-1-15,2 13-2 16,-5 5-1-16,1 11-1 16,-1 2-3-16,-4 10-3 15,-7 9-2-15,0 0-12 16,0 0-10-16,0 0-32 16,0 0-25-16,0 0-17 15,3 0 7-15,-1 2 30 16,44 49 29-16,-32-19 30 15,2 10 5-15,0 8 5 16,0 6 1-16,-9 11 2 16,0-1 1-16,-7 6 4 0,-7-1-1 15,5-4 1-15,-3-5 1 16,1-4 1 0,1-10 3-16,-1-13 5 0,1-3 9 15,3-9-56 1,5-7-60-16</inkml:trace>
  <inkml:trace contextRef="#ctx0" brushRef="#br0" timeOffset="50554.83">31892 6100 1081 0,'0'0'152'0,"0"0"125"0,0 0-58 0,0 0-88 0,0 0-28 0,0 0-42 15,0 0-14-15,0 0-22 16,0 0-9-16,0-2-18 15,0-1-14-15,-2 1-19 0,-1 0-9 16,1 2-12 0,-3 0 0-16,-78-9 2 0,49 20 5 15,-3 3 12-15,-2 7 5 16,6-1-2 0,6 8-1-16,1 7-4 0,3-3-2 15,7 9 13-15,2 1 6 16,14-10 16-16,0 0 9 0,19-6 7 15,2-13 3-15,6-1 11 16,6-3 2-16,1-9 6 16,8-5-1-16,-6-6-7 15,1-3-2-15,-9-4 4 16,-5 2 11-16,-9-3 22 16,-3 1 10-16,-6-3 17 15,-3 3 2-15,1-3-5 16,-1 5-4-16,-2 2-13 15,0 7-4-15,0 7-7 16,0 0-6-16,0 0-17 16,0 0-14-16,0 0-37 15,0 0-25-15,0 0-80 16,0 0-40-16,0 0-6 16,-7 39 18-16,9 7 80 15,3 12 46-15,0 13 26 0,-1 3 0 16,3 7 2-1,2-5-1-15,1-3-1 0,-1-1 1 16,0-6 1-16,-2-3-1 16,0-1 3-16,-3-2-1 15,-4 2 3-15,0 5 3 16,-2-10 2-16,-3-2 4 16,-6-6 0-16,2-10 3 15,-7-4-8-15,-1 1-11 0,-6-17 0 16,0-5-3-16,-4-12 33 15,-3-2 25-15,-7-19 28 16,-2-8 28-16,0-10 3 16,-5-21-10-16,-2-13-18 15,4-5-24-15,1-7-19 16,8 7-17-16,17-2-7 16,7 6-7-16,18 6-16 15,10-3 0-15,24 4-29 16,6-2-19-16,18-4-80 15,11-1-59-15</inkml:trace>
  <inkml:trace contextRef="#ctx0" brushRef="#br0" timeOffset="50989.05">32205 5626 539 0,'-20'32'62'0,"-1"-2"35"0,2 4-37 0,1 3-53 16,4 5-7-16,5 6 1 16,-3 3 8-16,8 6 16 15,-1-1 0-15,5 6 17 16,2 0 3-16,5 2 1 15,5 5 0-15,2-4-10 16,0-7-4-16,4-8 10 0,5-6 8 16,5-12 17-16,4-2 4 15,19-21-96-15,11-11-117 16</inkml:trace>
  <inkml:trace contextRef="#ctx0" brushRef="#br0" timeOffset="51373.06">32754 6112 765 0,'-9'-21'185'16,"-1"0"209"0,3 0-197-16,3 8-39 0,-3 1-50 0,7 12-32 15,0 0-16-15,0 0-60 16,0 0-33-16,0 0-68 16,0 0-16-16,-37 37 4 15,16-5 21-15,-2 21 59 16,5 2 16-16,2 10 20 15,7-1 4-15,4-6 4 16,0-3 3-16,10-16 5 16,4-2 6-16,7-11 9 15,0-10 4-15,5-5 12 16,2-6 3-16,3-10 13 16,3-4 2-16,-1-19-4 15,-3-11-2-15,-1-9-16 16,-4-5-4-16,-6 0 4 15,-2-2 6-15,-12-3 4 0,-3 0-8 16,-6-4-42-16,-7 9-6 16,-9 5-57-16,-5 2-23 15,-7 21-61-15,-5-1-51 16,5 17-185 31</inkml:trace>
  <inkml:trace contextRef="#ctx0" brushRef="#br0" timeOffset="51758.74">33037 5808 343 0,'-20'27'70'0,"-6"-4"88"0,-4 7-12 0,7-2-41 0,0 6-15 0,9-6-56 15,3 2-16-15,11-5-10 16,4 3 6-16,10 0 21 16,7 1 6-16,7 4 1 15,2 1-6-15,0 1-16 0,-3-3-8 16,-4 3-1-16,-4-5 2 15,-12 2 5-15,0 0 6 16,-7-2 5-16,-7 4 1 16,-7 3 5-16,-5-4-2 15,-8 1-16-15,-1-2-9 16,-4-2-41-16,2-11-35 16,9-8-103-16</inkml:trace>
  <inkml:trace contextRef="#ctx0" brushRef="#br0" timeOffset="52408.94">33176 5370 886 0,'0'0'101'16,"0"0"81"-16,0 2-195 15,-12 44-45-15,10-2-19 16,-5 4 28-16,5 19 53 16,-3 5 16-16,-2 1 10 15,2-1-11-15,1-1-4 16,2-4-4-16,2 0-8 16,2-5 1-16,2 0 4 0,3-4 3 15,5-5 11 1,-3-10 9-16,7-3 19 0,3-13 14 15,-1-13 24-15,5 0 9 16,-4-14 20-16,-1-9 2 16,12-12 1-16,-7-7 1 15,9-11-15-15,3-2-12 0,-12-12-27 16,-2 0-20 0,-3-14-19-16,-6 0 1 0,-1-9-8 15,-2 2 0-15,-4-6-5 16,-5-1-11-16,-7 1 1 15,0-3-2-15,-4 4-3 16,-1 3 0-16,1 16 4 16,4 3-1-16,-5 18-4 15,3 4 2-15,-3 10-26 16,-4 6-6-16,0 10-14 16,-9-5-11-16,2 10-15 15,-5 4-7-15,-2 9 0 16,7 0 3-16,-7 10 23 15,2 6 11-15,5 7 23 16,-2 7 10-16,14 10 12 16,-1 1 5-16,10 3-2 15,4 0-1-15,10-7-1 0,1 0 4 16,15-11 11-16,4 2 10 16,12-14 14-16,16-7 4 15,18-11-8-15,10-5-32 16,18-10-211-16</inkml:trace>
  <inkml:trace contextRef="#ctx0" brushRef="#br0" timeOffset="56301.85">30583 7473 875 0,'0'0'138'0,"0"0"115"0,0 0-44 0,0 0-72 15,0 0-25-15,0-3-32 16,0 1-15-16,0 0-23 16,0-1-10-16,0 1-24 15,0 2-12-15,0 0-55 16,0 0-44-16,0 0-80 16,0 0 10-16,-5 46 47 15,7-2 46-15,8 9 84 0,-6-9 0 16,8-7-2-16,-3-10-3 15,5-6-4-15,2-10 4 16,2-6 31-16,-1 0 33 16,-4-5 46-1,1-5 13-15,2-7-1 0,5 3-21 16,2-11-31-16,2-1-18 16,5 0-26-16,-2-9-14 0,2 7-18 15,0 2-8-15,0-2-10 16,5 10-6-16,-3 8-4 15,2-4-1 1,1 13 3-16,-3 6 5 0,0-1 6 16,-4 0 3-16,-2 2 4 15,-6-1 1-15,-1 4 5 16,-3-5 2-16,2 0 6 16,-4-4 1-16,7-1 4 15,2-2-1-15,9 1 2 16,3 1 1-16,2-1-1 15,-1-3-1-15,6 2-2 16,-3 3 0-16,3-5 0 16,-1 2 2-16,-2-2 4 15,-2-2 3-15,-2-3 9 16,-8 0 8-16,-1-4 13 0,-1 5 1 16,-2-6-2-16,0-3-5 15,-2-1-14-15,0 0-5 16,-3 5-19-1,-2 2-48-15</inkml:trace>
  <inkml:trace contextRef="#ctx0" brushRef="#br0" timeOffset="57087.51">30816 8375 847 0,'0'0'185'0,"0"0"199"0,0 0-127 0,0 0-103 0,0 0-39 16,0 0-71-1,0 0-32-15,0 0-89 0,0 0-57 16,0 0-54-16,-19 37 7 16,14 12 56-16,-4 4 52 15,2 13 59-15,3-6 6 0,1-4 5 16,1-8-2-16,2-4 3 16,0-5 0-16,0-7 4 15,0-7 3-15,2-8 8 16,-2-17 11-16,0 0 41 15,0 0 32-15,0 0 57 16,0 0 31-16,0 0 14 16,0 0-14-16,0 0-48 15,-6-28-39-15,1-7-55 16,-4-6-17-16,-1-3-17 16,-1-9 0-16,2 0 0 15,4 0-1-15,1-4 1 16,1 6-3-16,3 7 2 15,-2 0-1-15,2 10-1 0,5 2-3 16,-3 2-5 0,7 7-2-16,-2 4-4 0,0-1 0 15,4 13-6-15,-11 7-5 16,0 0-13 0,3-3-7-16,38-24-9 0,-13 20 2 15,6-5 11-15,3 1 9 16,9-3 12-16,5 0 6 0,4-2 4 15,5 2-11-15,-2 7-89 16,2 5-83-16</inkml:trace>
  <inkml:trace contextRef="#ctx0" brushRef="#br0" timeOffset="58039.13">30917 8534 603 0,'0'0'204'0,"0"0"197"0,0 0-109 0,0 0-153 0,0 0-57 15,0 0-67-15,0 0-18 16,0 0-13-16,2 0-2 15,58 10 10-15,-21-6 5 16,21-2 9-16,19 5-30 16,24-7-77-16,15 0-46 15,11 0-68-15,-9-4 24 16,-26-3 75-16,-18 0 50 0,-39-2 91 16,-11 6 56-16,-26 3 91 15,0 0 34 1,0 0 9-16,0 0-36 0,0 0-100 15,0 0-45 1,0-2-49-16,-3 0-13 0,1 0-3 16,-56-15 2-16,21 31 13 15,-4-2 6-15,-17 8 13 16,-2 6 6-16,-4-1 0 16,6 3-2-16,8-1-9 15,6-1-4-15,16-3-2 16,7-3 3-16,17-1 4 15,4-5 1-15,11-3 0 16,8 1 0-16,8-3-3 16,3 2 1-16,12-6 2 15,4 0 0-15,5-5 0 16,4-5 0-16,-4 0-2 16,-8-6 2-16,-10-1 14 15,-8 6 16-15,-13-4 53 16,-12 10 19-16,0 0 29 0,0 0-1 15,0 0-34-15,0-2-12 16,0 0-35-16,0 2-18 16,0 0-42-16,0 0-35 15,0 0-82-15,0 0-23 16,0 0 15 0,-5 30 23-16,3 9 76 0,2 7 27 0,0 7 10 15,2 9-1-15,5 5 0 16,0 9 1-1,-3 16 0-15,-1 0 0 0,-1 16 10 16,-2-2-4-16,0-14 3 16,-5-6-1-16,-6-22-8 15,4-4 5-15,-9 4 3 16,2-4 3-16,-7-4 1 16,-4-6 2-16,4-20-3 15,-4-2 3-15,6-14 17 16,1-3 13-16,4-11 37 15,-2-7 14-15,-9-11 8 16,-3-21-5-16,-7-19-13 16,-1-11-16-16,6-23-20 15,13-5-4-15,24-16-21 0,19-4-5 16,31-3-20-16,15 0-17 16,15 14-29-16,6 12-21 15,-6 20-80-15,-4 12-75 16</inkml:trace>
  <inkml:trace contextRef="#ctx0" brushRef="#br0" timeOffset="58591.24">28497 8394 357 0,'0'0'87'0,"0"0"77"0,0 0-77 0,0 0-72 0,-5 39 2 16,1 0 2-16,-8 12 23 16,10 9 19-16,-5 2-20 15,7-2 31-15,0 0-13 16,-5 0-7-16,3-3-2 0,2 1-40 15,0-1 3-15,2-4 11 16,3 0 11 0,2-18-5-16,-3-3-62 0,10-21-259 15</inkml:trace>
  <inkml:trace contextRef="#ctx0" brushRef="#br0" timeOffset="59024.71">28492 8603 937 0,'5'-18'152'16,"0"0"99"-16,-1-1-28 15,-4 19-45-15,0 0-33 16,0-2-27-16,0 0-60 16,0 2-34-16,0 0-103 15,0 0-19-15,25 18 1 16,-1 14 12-16,8 14 72 15,12 5 12-15,-1 2 1 0,3 0-2 16,3-2 0-16,-8 6-2 16,1-4 2-16,-8 0 1 15,-1-7 1 1,-3-4 0-16,-7-8 3 0,-3-6 2 16,-10-12 10-16,-10-16 12 15,0 0 47-15,0 0 32 0,0 0 68 16,0 0 19-16,0-2-21 15,18-47-27-15,-13 3-69 16,2-9-27-16,2-12-23 16,-5-2-4-16,3-5-8 15,-2-2-4-15,-3 3-12 16,1 6-8-16,-1 5-33 16,0 6-30-16,-2 10-126 15,0 5-129-15</inkml:trace>
  <inkml:trace contextRef="#ctx0" brushRef="#br0" timeOffset="59593.86">29654 8970 357 0,'0'0'137'0,"0"0"106"0,0 0-38 15,0 0-18-15,0 0-54 0,0 0-19 16,0 0-47-16,2 0-22 15,1 0-32 1,-1 0-8-16,55 9-7 0,-27-5 2 16,12-4 1-16,2 5-86 0</inkml:trace>
  <inkml:trace contextRef="#ctx0" brushRef="#br0" timeOffset="59810.01">29691 9301 482 0,'0'0'129'0,"0"0"152"16,0 0-22-16,0 0-100 16,0 0-22-16,2 0-60 15,40-11-18-15,-3-3-32 16,9-5-92-16</inkml:trace>
  <inkml:trace contextRef="#ctx0" brushRef="#br0" timeOffset="60462.6">32311 8299 1077 0,'0'0'124'0,"0"0"39"0,0-2-17 0,0 0-42 0,0-3-15 0,0 1 41 15,0-1-32-15,-2 3-47 16,0-3-26-16,-1 5-62 16,1-5-22-16,0 5-28 15,-54-32-9-15,31 60 8 16,-3 0 8-16,-1 22 12 16,-1 10 10-16,2 7 9 15,3 2 6-15,8-5 19 16,6-6 4-16,9-5 19 15,4-5 9-15,7-4 12 16,5-12 11-16,7-6-40 16,4-6-34-16,19-10-173 62</inkml:trace>
  <inkml:trace contextRef="#ctx0" brushRef="#br0" timeOffset="60795.42">32526 8677 663 0,'-7'-16'133'0,"-2"4"122"0,2 1-106 16,7 11-70-16,0 0-56 16,-3 0-65-16,1 0-24 15,0 2-20-15,-42 44 11 16,35-13 38-16,-5 6 17 0,9-7 29 16,1 5 4-16,6-5 13 15,9-4 3-15,8-8-8 16,2-6 5-16,11-5 6 15,5-4 4-15,4-10 26 16,1-8 2-16,-5-6 6 16,-3-2 1-16,-6-6 22 15,-7-1 12-15,-12 3 9 16,-7-3-9-16,-4 3-42 16,-3-7-35-16,-9-3-87 15,-4-4-4-15,-10 4-53 16,-4 3-42-16,0 7-88 62</inkml:trace>
  <inkml:trace contextRef="#ctx0" brushRef="#br0" timeOffset="61116.99">32936 8518 762 0,'0'0'56'16,"0"0"38"-16,-2 0-49 0,-1 3-42 16,1-1 1-16,-3 0-4 15,1 3-7-15,-70 66-11 16,74-69-7-16,-7 42 9 16,7-14 13-16,14-2 19 15,0 2 10-15,4 2-5 16,3-2-8-16,-3-5-6 15,-1 3-1-15,-8-1-3 16,-5-1 3-16,-4 1 9 16,-9-6 1-16,-7 2-5 15,-2 0-25-15,-5-4-71 16,-1-6-82-16</inkml:trace>
  <inkml:trace contextRef="#ctx0" brushRef="#br0" timeOffset="61714.87">33134 8113 913 0,'0'0'102'0,"0"0"71"16,0 0-186-16,0 2-60 15,-9 56-34-15,4-5 18 16,-2 23 60-16,5 7 14 0,-3 4 14 16,1-9 3-16,4-8-1 15,2-13 2-15,7-11 4 16,5-4 5-16,5-10 7 16,-1-2 6-16,3-12 11 15,-5-4 9-15,5-5 33 16,2-9 18-16,2-4 29 15,3-12 4-15,6-10-2 16,-4-6-23-16,0-9-44 16,-2-8-8-16,-5-13-38 15,-5-14 11-15,-6-25 1 16,-7-3-3-16,-3-9 8 16,-2 10-15-16,-7 22 10 15,5 10 0-15,-8 15-14 16,3 8 11-16,-9 11-15 15,0 5-4-15,-11 16 1 0,-6-3-20 16,-8 10-19-16,-8 7-10 16,1 4-7-16,2 7 3 15,2 14 20-15,7 0 8 16,10 12 16-16,1 4 7 16,10 7 2-16,7 0 3 15,9 5-3-15,5-3 2 0,13 1 7 16,5-8 4-16,14-2 16 15,7-9 4-15,20-7 7 16,8-11-12-16,18-15-135 16,2-11-389-16</inkml:trace>
  <inkml:trace contextRef="#ctx0" brushRef="#br0" timeOffset="151739.37">29048 15137 929 0,'-12'-30'114'0,"-2"3"81"0,1 6 1 0,3 2-67 16,10 19-12-16,0 0-45 16,0 0-29-16,0 0-127 15,0 0-40-15,-16 56-16 16,14 15 8-16,2 40 93 0,0 6 28 16,-5 0 10-1,1-1 2-15,-3-6-1 0,-2 3-1 16,-1 0 0-1,1 2-1-15,0-9 1 0,2-12 3 16,2-20 10-16,3-14 5 16,2-19-1-16,0-13-48 15,0-14-191-15,0-14-105 0</inkml:trace>
  <inkml:trace contextRef="#ctx0" brushRef="#br0" timeOffset="152222.23">28930 15245 875 0,'0'0'120'0,"0"0"77"15,0-4-55-15,0 4-128 16,0 0-49-16,21 11-37 15,-5 26 0-15,7 21 32 16,5 8 18-16,2 6 1 16,4-1 8-16,6 5 26 15,1 3 5-15,14 1 51 16,3 10 1-16,13 9-7 16,5 5 5-16,-2-3-32 0,2-7-3 15,-9-15-9-15,-12-8-4 16,-2-18-1-16,-11-11 2 15,-10-17 10-15,-4-7 12 16,-14-11 40-16,-14-7 26 16,0 0 41-16,18-30 0 0,-16-14-39 15,-2-18-28 1,-7-46-53-16,-4-23-12 0,-5-30-7 16,-5-1-4-16,7 10-2 15,-2 7 2-15,5 23 4 16,-1 7 5-16,3 9-2 15,4 9-5-15,3 21-23 16,2 14-24-16,0 18-104 16,5 12-90-16</inkml:trace>
  <inkml:trace contextRef="#ctx0" brushRef="#br0" timeOffset="152723.34">28714 14819 1237 0,'0'-14'144'0,"0"3"99"0,4-1-46 0,-4 12-89 0,0 0-32 0,0-2-51 16,2 0-23-16,47-14-41 15,-15 16-12-15,22 0 7 16,18 4 12-16,13-4 25 16,15 5 7-16,20-10 3 15,11-4-3-15,19-7-4 16,-2-5-7-16,-25 1-16 15,-17-6-4-15,-41 3 3 16,-14-2 7-16,-23 4 21 16,-9 0 12-16,-17 3 13 15,-4 2 1-15,-4-3 1 16,-3 1 1-16,-3 2 9 16,-1-3 5-16,2 10 11 15,-5 0-8-15,14 9-24 16,0 0-27-16,-2 0-53 15,-33 44-5-15,26 4 27 0,0 14-31 16,4 24-86-16,3 6-153 16</inkml:trace>
  <inkml:trace contextRef="#ctx0" brushRef="#br0" timeOffset="153474.26">30320 16093 966 0,'0'0'142'0,"0"0"114"0,0 0-131 0,0 0-229 16,0 0-46-16,2 34-16 16,-2 15 14-16,3 22 130 0,4 5 22 15,-3-2 12-15,1-7 3 16,-1-12-4-1,-1-9 3-15,-1-14 3 0,0-9 9 16,-2-23 31-16,0 0 12 16,0 0 58-1,0 0-1-15,14-41-37 0,0-12-13 16,9-30-67-16,2-21-4 16,3-11 13-16,0 2 12 15,-1 23 10-15,3 19 1 0,-4 27-7 16,-8 17-23-16,-2 20-86 15,-7 7-36-15,8 30-24 16,3 7 6-16,-4 20 65 16,3 8 29-16,-5 11 14 15,-3-10 27-15,3-3 25 16,4-4 13-16,3-8 30 16,2-14-14-16,7-12 7 15,2-6 2-15,5-17-4 16,5-2-4-16,4-21-5 15,0-6-7-15,0-12-14 16,3-8-6-16,-13-6-3 16,1-2 2-16,-11 5 14 15,-6 1 6-15,-8 19 3 0,2 7 2 16,-14 23-2-16,0 0-14 16,0 0-66-16,0 0-28 15,2 26-29-15,-11 10 6 16,4 17 52-16,-2 10 18 15,-2-1 10-15,4 5 2 16,-4-10 3-16,2 1 3 16,3-15-61-16,1-3-71 0,6-8-329 15</inkml:trace>
  <inkml:trace contextRef="#ctx0" brushRef="#br0" timeOffset="153959.64">32007 15826 1099 0,'-25'-14'68'0,"-5"9"27"0,-5 3-35 0,-2 11-36 15,-9 12-11-15,0 13-6 16,-2 10 1-16,-1 23 7 15,6 4 13-15,6 15 4 16,9-6 2-16,16-4-1 0,12-2-3 16,17-23 3-16,8-5-5 15,12-19-5-15,0-6-7 16,2-16-9-16,-2-5-1 16,-5-12 2-16,-4-6 6 15,-5-15 18-15,-3 3 6 16,-8-18 6-16,-5-3 1 0,0-2 1 15,-5 1 0 1,0 10 5-16,1 10-2 16,-3 13-15-16,0 19-16 0,0 0-104 15,0 0-42-15,-3 26-20 16,6 11 9-16,-1 20 88 16,0 5 39-16,3 1 25 15,-3-1 5-15,3-14 7 16,0-4 2-16,1-12 0 15,1-11-27-15,5-12-134 16,4-7-81-16</inkml:trace>
  <inkml:trace contextRef="#ctx0" brushRef="#br0" timeOffset="154142.49">32258 15909 672 0,'0'0'0'0,"0"0"24"0,5 46-16 0,9-3 42 0,2 8 37 16,5 7 20-16,2 2-16 15,2-5-25-15,-2-5-12 16,5-3-14-16,-5-13-54 16</inkml:trace>
  <inkml:trace contextRef="#ctx0" brushRef="#br0" timeOffset="154331.17">32784 15844 887 0,'-12'7'78'0,"-8"21"71"16,-6 15-37-16,-11 43 2 15,-9 10-10-15,-7 26-15 16,-2-2-15-16,-12-5-22 15,3-6-1-15,-8-10-32 16,8-5-99-16</inkml:trace>
  <inkml:trace contextRef="#ctx0" brushRef="#br0" timeOffset="154895.54">29145 17493 753 0,'0'0'214'0,"0"0"205"0,0 0-176 0,0 0-57 0,0 0-90 16,0 0-39-16,0 0-84 0,0 5-20 15,-7 52-10-15,4-11 7 16,-1 14 37-16,-1 7 9 16,1 9 4-1,1-7-1-15,-1 0 1 0,1-7 2 16,1-13 10-16,2-6 8 0,0-17-91 16,7-3-101-1</inkml:trace>
  <inkml:trace contextRef="#ctx0" brushRef="#br0" timeOffset="155295.54">29216 17488 1158 0,'0'0'139'16,"0"0"104"-16,0 0-128 15,0 0-58-15,0 0-98 16,0 0-47-16,0 0-28 15,18 33 12-15,5 15 54 16,3 5 35-16,15 14 19 16,3 4 1-16,11 12 0 0,3 2-1 15,4 1 1 1,1-4 1-16,-6-6 0 0,-6-11 2 16,-10-12 4-1,-8-12 5-15,-8-11 15 0,-11-9 12 16,-14-21 31-16,0 0 22 15,0 0 57 1,0 0 20-16,0 0 15 0,0 0-12 0,14-41-56 16,-14-10-26-16,-3-23-43 15,-1-16-14-15,4-13-16 16,-5-1-6-16,5 12-18 16,0 11-13-16,2 24-44 15,3 4-46-15,0 14-230 16</inkml:trace>
  <inkml:trace contextRef="#ctx0" brushRef="#br0" timeOffset="155836.75">29048 17247 1065 0,'0'0'176'0,"0"0"145"0,0 0-173 0,0 0-64 0,2 0-73 16,53-26-17-16,-4 19-11 16,11-6 0-16,33 1 9 15,13-2-2-15,19-2-22 16,2 0-7-16,-12-2-12 15,-8-1-4-15,-26-6 3 16,-9 2 2-16,-26-3 13 16,-9 3 14-16,-20 5 42 15,-10 7 19-15,-9 1 23 16,0 10 3-16,0-4 1 16,0 4-9-16,-3-5-9 15,1 5-6-15,0-5-15 16,-3 3 0-16,1 0-25 0,-1 2-10 15,-62 23-16-15,65 25-2 16,2 14-35-16,0 10-33 16,5-1-187 31</inkml:trace>
  <inkml:trace contextRef="#ctx0" brushRef="#br0" timeOffset="156632.22">30730 17894 767 0,'0'0'163'0,"-2"0"165"0,0-2-119 0,-1-1-100 15,3 1-34-15,0 0-86 0,-2-1-65 16,0 3-51-16,-24 26-3 16,17 31 43-1,5 12 52-15,-3 10 32 0,2-10 1 16,3-7 2-1,2-11 5-15,-3-19 24 0,3-7 18 16,0-25 68-16,0 0 28 16,0 0 38-16,0 0 10 15,0 0-24-15,0-2-27 16,3-58-54-16,1 5-26 0,3-21-41 16,-2-5-4-16,6 5-1 15,-1 7 2 1,1 21 0-16,1 11-5 0,-3 18-21 15,-9 19-26-15,0 0-96 16,2 0-36-16,28 14-2 16,-14 14 20-16,3 16 89 15,-1-1 35-15,1 10 18 16,-1-7 2-16,0-2 3 16,1-7 3-16,-1-12 5 15,3 1 4-15,0-17 9 16,4-5 4-16,3-10 8 15,2-8-4-15,2-9-12 16,0-14-2-16,-2-7-5 0,-4-4 5 16,1-10 11-1,-4 5 1-15,0 5-6 0,-2 4-3 16,-5 21 3-16,-2 5-2 16,-14 18-37-16,0 0-30 15,0 0-83 1,0 0-11-16,14 43 32 0,-7-6 28 15,-7 12 97-15,0-1 9 16,0 5 10-16,-5-2 2 0,1-3-18 16,1 0 2-16,3-11 1 15,0-2-16-15,12-10-82 16,4-2-126-16</inkml:trace>
  <inkml:trace contextRef="#ctx0" brushRef="#br0" timeOffset="156882.26">31765 17880 519 0,'-2'14'31'0,"2"11"70"0,-5 12-20 0,5 21 26 15,2 4 14-15,1 11-19 0,1-1-7 16,-4-10-24 0,0-4-15-16,0-10-14 0,-2-11 2 15,2-12-8-15,0-6-61 16,0-19-321-16</inkml:trace>
  <inkml:trace contextRef="#ctx0" brushRef="#br0" timeOffset="156999.31">31751 17548 726 0,'0'0'82'0,"0"0"-16"16</inkml:trace>
  <inkml:trace contextRef="#ctx0" brushRef="#br0" timeOffset="157400.17">32353 17915 294 0,'-9'25'58'16,"-5"3"58"-16,-2 13-29 15,2 3 15-15,0 9-3 16,2-5-1-16,1 0-44 0,2 1-16 15,-3-10-18-15,10-2-1 16,0-12 5-16,2-4 2 16,9-10-4-16,-5-6-10 15,10-5-1 1,7 0 2-16,18-23 8 0,10-2 8 16,13-15 28-16,-2 1 20 15,-3-2 22-15,-8 4 5 0,-12 12-11 16,-5 2-25-16,-9 20-48 15,-2 13-20-15,-1 24-36 16,-1 14-2-16,-8 15 19 16,1-1 13-16,-12 0 26 15,-5-2 4-15,-4-9 10 16,-5-8 7-16,5-13-36 16,2-7-73-16</inkml:trace>
  <inkml:trace contextRef="#ctx0" brushRef="#br0" timeOffset="158452.81">31977 10142 1245 0,'0'0'249'0,"0"0"199"0,0 0-175 0,0 0-67 0,0 0-104 16,0 0-37-16,0 0-65 15,0 0-31-15,0 0-46 16,0 2-6-16,28 56 16 16,-7-21 19-16,6 20 33 15,1 1 4-15,4 9 2 16,-2-5-1-16,0 4-1 16,-2-1 3-16,-1-3 1 15,-1 3 1-15,-3 1 2 16,-5 8-1-16,1 9 0 0,-1 11 0 15,-4 19 0 1,2 2 0-16,-9 7 0 0,-7-9 1 16,0-9 0-16,-5 0 2 15,-6 6 0-15,-1 10 1 16,-6 16 0-16,-1 9 1 16,3 5 0-16,5-5-1 15,4-7 1-15,-5 0-1 16,5 14 0-1,-2 5 0-15,2 4 1 0,5-2 0 0,0-26 0 16,-1-4 0-16,-1-4-1 16,-3-1 1-16,0 5 2 15,-2-2 0-15,-1-17 4 16,1-11 0-16,-5-23 5 16,3-14 0-16,-3-18 3 15,3-9 0-15,1-12 10 16,10-23-1-16,0 0-16 15,0 0-20-15,0 0-84 16,-14-14-76-16</inkml:trace>
  <inkml:trace contextRef="#ctx0" brushRef="#br0" timeOffset="158736.66">32081 13794 775 0,'-9'-39'153'0,"-1"-2"55"0,1 15 48 0,0 6-33 0,9 20-52 0,0 0-20 15,0 0-88 1,0 0-71-16,0 0-86 0,-14 20-12 16,16 22 16-16,1 11 41 15,-1 16 45-15,0 7 5 16,1-2 0-16,-1 2 1 16,5-10 6-16,0-6 2 15,0-14 9-15,0-9 6 0,0-18 35 16,-7-19 30-16,0 2 38 15,2-2 19-15,0 0 18 16,53-16-15-16,-6-37-26 16,13-14-21-16,28-32-74 15,11-7-40-15</inkml:trace>
</inkml:ink>
</file>

<file path=ppt/ink/ink8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6:10.182"/>
    </inkml:context>
    <inkml:brush xml:id="br0">
      <inkml:brushProperty name="width" value="0.05" units="cm"/>
      <inkml:brushProperty name="height" value="0.05" units="cm"/>
      <inkml:brushProperty name="color" value="#004F8B"/>
    </inkml:brush>
  </inkml:definitions>
  <inkml:trace contextRef="#ctx0" brushRef="#br0">26 107 2425,'0'-2'226,"0"0"1,0 0 0,0 0 0,0 0 0,0 1 0,-1-1-1,1 0 1,-1 0 0,1 0 0,-1 1 0,1-1 0,-1 0 0,0 1-1,0-1 1,0 0 0,0 1 0,0-1 0,0 1 0,0-1 0,-1 1-1,1 0 1,-3-2 0,-3-4 2501,7 5-2666,1 1 0,0-1-1,0 1 1,0-1 0,0 1-1,0 0 1,0 0 0,0-1-1,0 1 1,0 0 0,3-2-1,4 0 48,0 0 0,0 0 0,1 0 0,-1 1 0,0 0 0,1 1-1,16-1 1,-2 0 117,96-11 125,226 5 0,-303 13-3139,-33-4 749</inkml:trace>
</inkml:ink>
</file>

<file path=ppt/ink/ink8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6:10.674"/>
    </inkml:context>
    <inkml:brush xml:id="br0">
      <inkml:brushProperty name="width" value="0.05" units="cm"/>
      <inkml:brushProperty name="height" value="0.05" units="cm"/>
      <inkml:brushProperty name="color" value="#004F8B"/>
    </inkml:brush>
  </inkml:definitions>
  <inkml:trace contextRef="#ctx0" brushRef="#br0">70 0 3481,'0'0'709,"-2"8"-2141,-9 41 1621,2 1 0,-4 89 0,-8 46 1224,10-129 545,9-48-1588</inkml:trace>
</inkml:ink>
</file>

<file path=ppt/ink/ink8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6:11.529"/>
    </inkml:context>
    <inkml:brush xml:id="br0">
      <inkml:brushProperty name="width" value="0.05" units="cm"/>
      <inkml:brushProperty name="height" value="0.05" units="cm"/>
      <inkml:brushProperty name="color" value="#004F8B"/>
    </inkml:brush>
  </inkml:definitions>
  <inkml:trace contextRef="#ctx0" brushRef="#br0">22 43 3065,'0'0'5581,"14"-4"-3367,8-4-2066,1 0 0,0 2 0,0 0 0,1 2 0,-1 1 0,1 0 0,0 2 0,43 3 0,-66-2-232,0 0 1,0 0-1,0 1 0,1-1 0,-1 0 1,0 0-1,0 1 0,0-1 1,0 0-1,0 1 0,0 0 1,0-1-1,0 1 0,0-1 0,0 1 1,0 0-1,0 0 0,0-1 1,0 1-1,0 0 0,-1 0 1,1 0-1,0 0 0,-1 0 0,2 1 1,-2 0-14,0 0 0,0 0 1,0 0-1,0 0 0,0-1 0,0 1 1,0 0-1,-1 0 0,1-1 1,-1 1-1,1 0 0,-1 0 0,1-1 1,-3 4-1,-3 6-26,-1-1 0,0 1 1,-15 14-1,20-23 204,-11 12 50,0-1 0,-1-1 0,0 0 1,-1-1-1,0-1 0,0 0 0,-1-1 0,-1-1 0,0 0 0,0-1 1,0-1-1,-1-1 0,0 0 0,-28 3 1875,83-14-2251,293-14 1194,-189 13-441,-122 6-588,-8 1-306,-1 0-1,1-1 1,0-1-1,-1 1 1,11-5-1,-10 2-2173</inkml:trace>
</inkml:ink>
</file>

<file path=ppt/ink/ink8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6:12.127"/>
    </inkml:context>
    <inkml:brush xml:id="br0">
      <inkml:brushProperty name="width" value="0.05" units="cm"/>
      <inkml:brushProperty name="height" value="0.05" units="cm"/>
      <inkml:brushProperty name="color" value="#004F8B"/>
    </inkml:brush>
  </inkml:definitions>
  <inkml:trace contextRef="#ctx0" brushRef="#br0">0 1 2801,'0'0'3899,"4"0"-1066,13 0-3392,-16 0 551,2 0-76,0 0-1,0 0 1,0 1-1,0-1 0,0 1 1,0-1-1,0 1 1,0 0-1,0 0 1,0 1-1,0-1 1,0 0-1,-1 1 0,1 0 1,-1 0-1,1-1 1,-1 1-1,0 1 1,1-1-1,-1 0 1,0 1-1,1 2 1,17 24-171,-1 1 1,-2 0-1,-2 1 1,0 1 0,14 47-1,-21-52 289,-2-1-1,0 2 1,-2-1-1,-1 1 0,-1-1 1,-1 1-1,-4 37 1,1-51 55,0-1 0,-1 0 0,-1 0 0,0 0 1,0 0-1,-1 0 0,-1-1 0,0 0 0,-1 0 1,0-1-1,-1 1 0,0-2 0,-1 1 0,0-1 0,-1 0 1,-16 12-1,-14 8-78</inkml:trace>
</inkml:ink>
</file>

<file path=ppt/ink/ink8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6:12.674"/>
    </inkml:context>
    <inkml:brush xml:id="br0">
      <inkml:brushProperty name="width" value="0.05" units="cm"/>
      <inkml:brushProperty name="height" value="0.05" units="cm"/>
      <inkml:brushProperty name="color" value="#004F8B"/>
    </inkml:brush>
  </inkml:definitions>
  <inkml:trace contextRef="#ctx0" brushRef="#br0">224 21 5769,'-2'-5'-256,"3"4"284,-1 0 0,0 1 1,0-1-1,-1 1 0,1-1 1,0 0-1,0 1 0,0-1 1,0 1-1,0-1 0,-1 1 0,1-1 1,0 1-1,0-1 0,-1 1 1,1-1-1,0 1 0,-1-1 0,1 1 1,-1-1-1,1 1 0,0 0 1,-1-1-1,1 1 0,-1 0 1,1-1-1,-1 1 0,1 0 0,-1 0 1,0-1-1,1 1 0,-1 0 1,1 0-1,-1 0 0,1 0 1,-1 0-1,0 0 0,1 0 0,-1 0 1,1 0-1,-1 0 0,1 0 1,-1 0-1,0 0 0,1 0 0,-1 1 1,-7 2-57,1 0 0,0 0 0,0 1 0,0 0 0,1 0 0,-1 1 0,1-1 0,0 1 0,0 1 1,1-1-1,0 1 0,0 0 0,0 0 0,0 1 0,-4 10 0,-8 14 38,2 1-1,1 1 1,2 0-1,1 1 1,2 0 0,1 1-1,1 0 1,3 0-1,-2 65 1,6-88 123,1 0 0,0 0 0,0 0 0,1 0 1,1 0-1,0-1 0,1 1 0,0-1 0,0 1 0,2-1 0,10 18 0,-5-14 1,0-1 0,1 0 0,0-1 0,1-1 0,0 0 0,1 0 0,20 12 0,37 20-805</inkml:trace>
</inkml:ink>
</file>

<file path=ppt/ink/ink8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6:13.392"/>
    </inkml:context>
    <inkml:brush xml:id="br0">
      <inkml:brushProperty name="width" value="0.05" units="cm"/>
      <inkml:brushProperty name="height" value="0.05" units="cm"/>
      <inkml:brushProperty name="color" value="#004F8B"/>
    </inkml:brush>
  </inkml:definitions>
  <inkml:trace contextRef="#ctx0" brushRef="#br0">0 1 6849,'0'0'1714,"6"0"184,1 4-2083,0 0-1,-1 1 1,0 0 0,1 0-1,-1 0 1,9 12 0,35 46 47,-12-13 427,-26-35-183,4 4 421,1 0 1,0-1 0,21 15 0,-37-32-870</inkml:trace>
</inkml:ink>
</file>

<file path=ppt/ink/ink8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6:13.729"/>
    </inkml:context>
    <inkml:brush xml:id="br0">
      <inkml:brushProperty name="width" value="0.05" units="cm"/>
      <inkml:brushProperty name="height" value="0.05" units="cm"/>
      <inkml:brushProperty name="color" value="#004F8B"/>
    </inkml:brush>
  </inkml:definitions>
  <inkml:trace contextRef="#ctx0" brushRef="#br0">386 1 5609,'0'0'1056,"-1"0"-1440,-29 13 256,14 3 184,-8 8 160,-1 2 24,-6 4 0,-1 1-79,-5 3-9,0-3 16,-5 2 80,2-1 64,3-2 240,3 1-200</inkml:trace>
</inkml:ink>
</file>

<file path=ppt/ink/ink8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6:00.965"/>
    </inkml:context>
    <inkml:brush xml:id="br0">
      <inkml:brushProperty name="width" value="0.05" units="cm"/>
      <inkml:brushProperty name="height" value="0.05" units="cm"/>
      <inkml:brushProperty name="color" value="#004F8B"/>
    </inkml:brush>
  </inkml:definitions>
  <inkml:trace contextRef="#ctx0" brushRef="#br0">1 2920 1104,'0'0'6162,"22"-7"-4110,18-9-1571,4-6-83,14-8 267,-51 27-571,-1-1-1,1 1 0,-1-1 0,0 0 1,7-7-1,17-12 30,48-41 545,85-102 1194,-149 152-1807,0 1 1,1 0-1,1 1 1,0 0-1,23-12 1,94-40 313,-93 46-263,-21 9-84,12-3 86,-2-2 1,0-1-1,0-1 0,-2-2 1,41-33-1,50-72 323,-78 79-324,1 1 0,56-44 0,64-18 83,8-6 371,-113 70-392,-28 21-13,29-26-1,146-138 240,101-75 187,-247 214-549,2 2-1,101-54 1,-124 75 9,0-1 1,-1-2-1,58-54 0,76-103 241,-149 160-258,2 2-1,0 0 0,0 1 1,2 1-1,1 1 0,0 2 1,0 0-1,41-16 0,81-39 92,-123 57-52,0 0-1,-2-2 1,0-1-1,0-1 1,-2-1-1,0 0 1,27-34-1,-18 16-1,73-100-36,-96 128-31,1 1 0,-1-1 0,1 1 0,1 1-1,9-8 1,11-11-12,-3 2-2057</inkml:trace>
</inkml:ink>
</file>

<file path=ppt/ink/ink8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6:02.296"/>
    </inkml:context>
    <inkml:brush xml:id="br0">
      <inkml:brushProperty name="width" value="0.05" units="cm"/>
      <inkml:brushProperty name="height" value="0.05" units="cm"/>
      <inkml:brushProperty name="color" value="#004F8B"/>
    </inkml:brush>
  </inkml:definitions>
  <inkml:trace contextRef="#ctx0" brushRef="#br0">132 94 1264,'-23'1'1108,"0"0"0,1 2 0,-37 8 0,54-10 2334,13-3 748,482-85-3128,-421 77-900,37-1-153,-62 13-3329,-46 13 737,-33 139 1998,-16 85 750,46-218-106,4-18-2,0-1-1,1 1 1,-1-1 0,0 1 0,1-1 0,-1 1 0,1-1 0,0 1 0,0-1 0,0 1-1,0 0 1,0-1 0,1 1 0,-1-1 0,1 1 0,-1-1 0,1 1 0,0-1 0,0 1-1,2 2 1,2 3 65,0 1-413</inkml:trace>
</inkml:ink>
</file>

<file path=ppt/ink/ink8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6:03.103"/>
    </inkml:context>
    <inkml:brush xml:id="br0">
      <inkml:brushProperty name="width" value="0.05" units="cm"/>
      <inkml:brushProperty name="height" value="0.05" units="cm"/>
      <inkml:brushProperty name="color" value="#004F8B"/>
    </inkml:brush>
  </inkml:definitions>
  <inkml:trace contextRef="#ctx0" brushRef="#br0">1 56 1680,'12'-3'8824,"62"-11"-7259,220-18 748,-97 25-4102,-180 7 278</inkml:trace>
</inkml:ink>
</file>

<file path=ppt/ink/ink8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6:03.511"/>
    </inkml:context>
    <inkml:brush xml:id="br0">
      <inkml:brushProperty name="width" value="0.05" units="cm"/>
      <inkml:brushProperty name="height" value="0.05" units="cm"/>
      <inkml:brushProperty name="color" value="#004F8B"/>
    </inkml:brush>
  </inkml:definitions>
  <inkml:trace contextRef="#ctx0" brushRef="#br0">27 0 5617,'0'0'58,"0"14"-4681,-12 153 6780,-2 55 701,15-203-1813,2-10-907</inkml:trace>
</inkml:ink>
</file>

<file path=ppt/ink/ink8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6:04.234"/>
    </inkml:context>
    <inkml:brush xml:id="br0">
      <inkml:brushProperty name="width" value="0.05" units="cm"/>
      <inkml:brushProperty name="height" value="0.05" units="cm"/>
      <inkml:brushProperty name="color" value="#004F8B"/>
    </inkml:brush>
  </inkml:definitions>
  <inkml:trace contextRef="#ctx0" brushRef="#br0">18 103 6273,'-2'-14'1443,"2"13"-1254,-1-1-1,1 0 0,0 0 1,-1 1-1,1-1 0,0 0 1,0 0-1,0 1 0,0-1 1,1 0-1,-1 0 0,0 1 0,1-1 1,-1 0-1,1 1 0,0-1 1,-1 0-1,1 1 0,0-1 1,0 1-1,0-1 0,0 1 0,0-1 1,1 1-1,-1 0 0,0 0 1,0 0-1,1 0 0,2-2 1,1 0-177,1-2 3,0 1 0,1 0 0,-1 0 0,1 0-1,0 1 1,0 0 0,0 1 0,1 0 0,10-3 0,-7 4-71,0 0 0,0 1 0,0 0 0,0 1 0,0 0 0,12 3 0,-20-3-42,0-1-1,1 2 1,-1-1 0,0 0 0,0 1-1,0-1 1,0 1 0,0 0-1,0 0 1,0 0 0,-1 0-1,1 1 1,-1-1 0,1 1-1,-1-1 1,0 1 0,0 0-1,0 0 1,-1 0 0,1 0 0,-1 0-1,1 0 1,0 5 0,0 0 41,0-1 0,-1 1 1,0 0-1,0 0 0,-1 0 1,0 0-1,-1 0 0,1 0 1,-1 0-1,-1 0 0,0-1 1,-2 9-1,0-5 52,-1-1 0,0 1 0,-1-1 0,0 0 0,-1 0-1,0-1 1,-11 13 0,-1-3 91,-1-2 1,-1 0-1,0-1 0,-1-1 1,0-1-1,-36 16 0,35-16 1927,100-30-2014,142-10 0,-61 10-676,-142 15-265</inkml:trace>
</inkml:ink>
</file>

<file path=ppt/ink/ink8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6:04.953"/>
    </inkml:context>
    <inkml:brush xml:id="br0">
      <inkml:brushProperty name="width" value="0.05" units="cm"/>
      <inkml:brushProperty name="height" value="0.05" units="cm"/>
      <inkml:brushProperty name="color" value="#004F8B"/>
    </inkml:brush>
  </inkml:definitions>
  <inkml:trace contextRef="#ctx0" brushRef="#br0">1 61 2857,'0'0'4774,"8"-1"-3427,92-20-998,185-15-1,-255 34-1861</inkml:trace>
</inkml:ink>
</file>

<file path=ppt/ink/ink8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6:06.753"/>
    </inkml:context>
    <inkml:brush xml:id="br0">
      <inkml:brushProperty name="width" value="0.05" units="cm"/>
      <inkml:brushProperty name="height" value="0.05" units="cm"/>
      <inkml:brushProperty name="color" value="#004F8B"/>
    </inkml:brush>
  </inkml:definitions>
  <inkml:trace contextRef="#ctx0" brushRef="#br0">39 46 1320,'0'0'5384,"-19"-2"-7014,-1 0 6522,38-9-4278,-9 8-496,0 1 0,0 0 0,1 1 0,-1 0 0,13 0 0,14-1 10,98-12-1108,-92 9-118</inkml:trace>
</inkml:ink>
</file>

<file path=ppt/ink/ink8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6:15.777"/>
    </inkml:context>
    <inkml:brush xml:id="br0">
      <inkml:brushProperty name="width" value="0.05" units="cm"/>
      <inkml:brushProperty name="height" value="0.05" units="cm"/>
      <inkml:brushProperty name="color" value="#004F8B"/>
    </inkml:brush>
  </inkml:definitions>
  <inkml:trace contextRef="#ctx0" brushRef="#br0">18 90 4737,'4'-51'2609,"8"27"2068,-5 9-8357,-11 52 3234,-11 43 0,8-49 974,1 1-1,-3 58 1,9-55-305,0-19-1326</inkml:trace>
</inkml:ink>
</file>

<file path=ppt/ink/ink8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6:16.324"/>
    </inkml:context>
    <inkml:brush xml:id="br0">
      <inkml:brushProperty name="width" value="0.05" units="cm"/>
      <inkml:brushProperty name="height" value="0.05" units="cm"/>
      <inkml:brushProperty name="color" value="#004F8B"/>
    </inkml:brush>
  </inkml:definitions>
  <inkml:trace contextRef="#ctx0" brushRef="#br0">42 0 5073,'0'0'6056,"-2"13"-8118,-13 74 2234,3 2 0,-1 117 0,13-185-1985</inkml:trace>
</inkml:ink>
</file>

<file path=ppt/ink/ink8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6:16.858"/>
    </inkml:context>
    <inkml:brush xml:id="br0">
      <inkml:brushProperty name="width" value="0.05" units="cm"/>
      <inkml:brushProperty name="height" value="0.05" units="cm"/>
      <inkml:brushProperty name="color" value="#004F8B"/>
    </inkml:brush>
  </inkml:definitions>
  <inkml:trace contextRef="#ctx0" brushRef="#br0">1 1 4265,'0'0'761,"1"15"1128,-2 275 1731,0-248-3541,1-14-297,1 1 0,1 0-1,11 48 1,-8-57-2121</inkml:trace>
</inkml:ink>
</file>

<file path=ppt/ink/ink8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6:17.330"/>
    </inkml:context>
    <inkml:brush xml:id="br0">
      <inkml:brushProperty name="width" value="0.05" units="cm"/>
      <inkml:brushProperty name="height" value="0.05" units="cm"/>
      <inkml:brushProperty name="color" value="#004F8B"/>
    </inkml:brush>
  </inkml:definitions>
  <inkml:trace contextRef="#ctx0" brushRef="#br0">1 0 2921,'0'33'3900,"1"12"-2158,-1 16-1253,11 297 286,-9-337-2968</inkml:trace>
</inkml:ink>
</file>

<file path=ppt/ink/ink8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6:08.045"/>
    </inkml:context>
    <inkml:brush xml:id="br0">
      <inkml:brushProperty name="width" value="0.05" units="cm"/>
      <inkml:brushProperty name="height" value="0.05" units="cm"/>
      <inkml:brushProperty name="color" value="#004F8B"/>
    </inkml:brush>
  </inkml:definitions>
  <inkml:trace contextRef="#ctx0" brushRef="#br0">0 17 3105,'0'0'4694,"18"-1"-1652,210-12-1467,-68 10-6293,-131 3 2421</inkml:trace>
</inkml:ink>
</file>

<file path=ppt/ink/ink8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6:19.519"/>
    </inkml:context>
    <inkml:brush xml:id="br0">
      <inkml:brushProperty name="width" value="0.05" units="cm"/>
      <inkml:brushProperty name="height" value="0.05" units="cm"/>
      <inkml:brushProperty name="color" value="#004F8B"/>
    </inkml:brush>
  </inkml:definitions>
  <inkml:trace contextRef="#ctx0" brushRef="#br0">293 68 5161,'5'-28'3188,"2"1"-3554,-5 21-1034,-10 26 53,7-17 1267,-91 209 69,71-170 514,-3-1 0,-55 72 1,27-44 897,51-68-1255,1 2-37,-1-1 1,0 0-1,-1 1 0,1-1 1,0 0-1,-1 1 1,1-1-1,-1 0 1,1 0-1,-4 3 0,-7 10 5206,55-110-3201,55-53-2080,-51 82-69,-15 21-18,34-54 5,-4 2-23,-61 96 59,12 4-2735,-1 8 2607,0 1 0,-1 0 0,-1 0 1,0 1-1,0 1 0,-2 0 0,13 24 1,13 20 198,-12-23-33,-8-12 36,1 0-1,0-1 0,2-1 1,1-1-1,29 28 0,-32-37-1151</inkml:trace>
</inkml:ink>
</file>

<file path=ppt/ink/ink8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6:20.472"/>
    </inkml:context>
    <inkml:brush xml:id="br0">
      <inkml:brushProperty name="width" value="0.05" units="cm"/>
      <inkml:brushProperty name="height" value="0.05" units="cm"/>
      <inkml:brushProperty name="color" value="#004F8B"/>
    </inkml:brush>
  </inkml:definitions>
  <inkml:trace contextRef="#ctx0" brushRef="#br0">1 56 4841,'-1'-2'5669,"11"-4"-5378,5 0-231,0 0 0,0 2 0,1 0 1,-1 0-1,26-1 0,91-1 629,-101 5-467,257-11-267,-282 12-1709</inkml:trace>
</inkml:ink>
</file>

<file path=ppt/ink/ink8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6:20.893"/>
    </inkml:context>
    <inkml:brush xml:id="br0">
      <inkml:brushProperty name="width" value="0.05" units="cm"/>
      <inkml:brushProperty name="height" value="0.05" units="cm"/>
      <inkml:brushProperty name="color" value="#004F8B"/>
    </inkml:brush>
  </inkml:definitions>
  <inkml:trace contextRef="#ctx0" brushRef="#br0">122 0 5497,'0'0'403,"-3"10"-3516,-17 49 3931,-15 81-1,-2 5 650,26-117-914,8-21-222,0-1 0,1 1 0,0 0 1,-2 11-1,2-11-1107</inkml:trace>
</inkml:ink>
</file>

<file path=ppt/ink/ink8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6:21.616"/>
    </inkml:context>
    <inkml:brush xml:id="br0">
      <inkml:brushProperty name="width" value="0.05" units="cm"/>
      <inkml:brushProperty name="height" value="0.05" units="cm"/>
      <inkml:brushProperty name="color" value="#004F8B"/>
    </inkml:brush>
  </inkml:definitions>
  <inkml:trace contextRef="#ctx0" brushRef="#br0">63 50 8666,'6'-4'233,"0"0"0,0 0 0,0 1 0,0 0 0,1 0 1,-1 0-1,1 1 0,0 0 0,12-2 0,69-9 1073,-82 12-1229,0 1-44,-2-1-34,1 0 1,0 0-1,0 1 0,0 0 0,0 0 1,0 0-1,0 1 0,0-1 0,0 1 0,0 0 1,6 3-1,-10-4-420,-1 4 280,-1-1 1,1 1-1,0-1 1,-1 0-1,0 1 1,1-1-1,-1 0 1,-1 1 0,1-1-1,0 0 1,-4 5-1,0 2 48,2-3 121,-1 0 1,0-1 0,0 1 0,-1-1-1,0 0 1,0 0 0,0 0 0,-1-1 0,0 0-1,0 0 1,-9 5 0,-6 3 102,0-1 0,-25 9-1,35-16-67,-78 27 508,60-22-254,28-10-165,27 5 231,20-3-10,-1-1 0,85-10 0,-61 2-51,-43 5-592,1-1-1,-1-2 0,0 0 0,39-15 1,-40 11-1291</inkml:trace>
</inkml:ink>
</file>

<file path=ppt/ink/ink8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6:22.048"/>
    </inkml:context>
    <inkml:brush xml:id="br0">
      <inkml:brushProperty name="width" value="0.05" units="cm"/>
      <inkml:brushProperty name="height" value="0.05" units="cm"/>
      <inkml:brushProperty name="color" value="#004F8B"/>
    </inkml:brush>
  </inkml:definitions>
  <inkml:trace contextRef="#ctx0" brushRef="#br0">115 1 10866,'0'0'319,"7"3"-1304,-3 2 822,0 0 1,-1 0-1,1 0 1,-1 1-1,0-1 1,-1 1-1,1 0 1,-1 0 0,0 0-1,0 0 1,0 7-1,11 78-392,-11-68 540,5 40 216,-3 0-1,-8 101 0,3-141-42,-2-1-1,-1 1 1,-1-1 0,0 0-1,-2 0 1,-1 0 0,0-1-1,-2 0 1,0-1 0,-22 32-1,-7-10-655,-7-5-985</inkml:trace>
</inkml:ink>
</file>

<file path=ppt/ink/ink8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6:22.607"/>
    </inkml:context>
    <inkml:brush xml:id="br0">
      <inkml:brushProperty name="width" value="0.05" units="cm"/>
      <inkml:brushProperty name="height" value="0.05" units="cm"/>
      <inkml:brushProperty name="color" value="#004F8B"/>
    </inkml:brush>
  </inkml:definitions>
  <inkml:trace contextRef="#ctx0" brushRef="#br0">197 17 5145,'0'-1'71,"0"0"0,0 0 0,0 1 0,0-1 0,0 0 0,0 1 0,0-1 0,-1 0 0,1 1 0,0-1 0,0 1 0,-1-1 0,1 0 0,-1 1 0,1-1 0,0 1 0,-1-1 0,1 1 0,-1-1 0,1 1 0,-1-1 0,1 1 0,-1-1 0,0 1 0,1 0 0,-1-1 0,0 1 0,1 0 0,-1 0 0,0 0 0,1-1 0,-1 1 0,-1 0 0,0 1-138,-1-1 0,1 1-1,-1 0 1,1-1 0,-1 1 0,1 1 0,0-1-1,-1 0 1,1 1 0,0-1 0,0 1 0,0-1-1,-3 4 1,1 0-59,0 0-1,1 1 0,-1-1 1,1 1-1,-5 11 1,-18 48 357,2 1 0,3 1 0,-25 138 0,45-191-76,-1 0 0,2 0 0,0 1 0,1-1 0,0 0 0,1 0 0,1 0 0,0 0 0,1-1 0,0 1 0,1-1 0,1 0 0,0 0 0,0-1 0,2 0 0,12 17 0,22 23-411</inkml:trace>
</inkml:ink>
</file>

<file path=ppt/ink/ink8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6:23.212"/>
    </inkml:context>
    <inkml:brush xml:id="br0">
      <inkml:brushProperty name="width" value="0.05" units="cm"/>
      <inkml:brushProperty name="height" value="0.05" units="cm"/>
      <inkml:brushProperty name="color" value="#004F8B"/>
    </inkml:brush>
  </inkml:definitions>
  <inkml:trace contextRef="#ctx0" brushRef="#br0">0 31 5425,'0'-1'443,"0"0"0,0 0 0,1 0 0,-1 1 0,0-1 0,0 0 0,1 0 0,-1 0 0,0 0-1,1 1 1,-1-1 0,1 0 0,-1 0 0,1 1 0,-1-1 0,2-1 0,13-7 1222,16 2-2507,-29 8 819,0 0 0,0-1 0,0 1 0,0 0 0,0 0 0,0 0 0,0 0 0,0 1 0,0-1 0,-1 0 0,1 1 0,0-1 0,-1 1 0,1 0 0,-1 0 0,2 2 0,22 38 19,-12-18 27,1-2-47,2 0 1,1-1 0,0 0 0,2-2 0,0 0 0,1-1-1,30 20 1,-35-28-1507</inkml:trace>
</inkml:ink>
</file>

<file path=ppt/ink/ink8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6:23.641"/>
    </inkml:context>
    <inkml:brush xml:id="br0">
      <inkml:brushProperty name="width" value="0.05" units="cm"/>
      <inkml:brushProperty name="height" value="0.05" units="cm"/>
      <inkml:brushProperty name="color" value="#004F8B"/>
    </inkml:brush>
  </inkml:definitions>
  <inkml:trace contextRef="#ctx0" brushRef="#br0">326 0 9234,'0'0'1075,"-1"6"-3532,-39 104 780,-68 148 3432,30-118 373,50-95-1311,-23 50 1,48-88-521,0 1-1,0-1 1,0 1 0,1 0-1,0 0 1,1-1 0,0 1-1,0 12 1,3-15-54,4-1-334</inkml:trace>
</inkml:ink>
</file>

<file path=ppt/ink/ink8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6:48.065"/>
    </inkml:context>
    <inkml:brush xml:id="br0">
      <inkml:brushProperty name="width" value="0.05" units="cm"/>
      <inkml:brushProperty name="height" value="0.05" units="cm"/>
      <inkml:brushProperty name="color" value="#004F8B"/>
    </inkml:brush>
  </inkml:definitions>
  <inkml:trace contextRef="#ctx0" brushRef="#br0">86 108 576,'0'0'567,"11"-14"3894,0-1-3588,-11 14-1012,-4-3-669,-5-2 543,-25-15-6,28 17 109,0 2-28,-4 3 217,-21-1 45,23 0 63,19 1 5196,14-2-5665,-17 1 714,220-16 1469,-18 2-1620,-13 3 203,-177 10-663</inkml:trace>
</inkml:ink>
</file>

<file path=ppt/ink/ink8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6:49.082"/>
    </inkml:context>
    <inkml:brush xml:id="br0">
      <inkml:brushProperty name="width" value="0.05" units="cm"/>
      <inkml:brushProperty name="height" value="0.05" units="cm"/>
      <inkml:brushProperty name="color" value="#004F8B"/>
    </inkml:brush>
  </inkml:definitions>
  <inkml:trace contextRef="#ctx0" brushRef="#br0">60 29 5225,'-11'-9'4156,"-4"-5"-627,11 10-3257,6 3-1531,36 12 1115,-1 2 1,53 27-1,-26-11 479,-57-26-66,-1-1 1,1 1 0,0-1 0,0-1 0,0 1 0,9 0 603,-21 6-4208,-5 1 3312,-15 12 88,-1-1 0,-1-1-1,0-2 1,-34 17 0,25-19 56,6-3 145,-36 20 1,65-31 86,-2-1 671</inkml:trace>
</inkml:ink>
</file>

<file path=ppt/ink/ink8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6:50.842"/>
    </inkml:context>
    <inkml:brush xml:id="br0">
      <inkml:brushProperty name="width" value="0.05" units="cm"/>
      <inkml:brushProperty name="height" value="0.05" units="cm"/>
      <inkml:brushProperty name="color" value="#004F8B"/>
    </inkml:brush>
  </inkml:definitions>
  <inkml:trace contextRef="#ctx0" brushRef="#br0">5 61 4433,'0'0'829,"1"-22"2767,1-9-3289,-2 24 303,-3 124-6356,-1-78 5830</inkml:trace>
</inkml:ink>
</file>

<file path=ppt/ink/ink8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6:07.225"/>
    </inkml:context>
    <inkml:brush xml:id="br0">
      <inkml:brushProperty name="width" value="0.05" units="cm"/>
      <inkml:brushProperty name="height" value="0.05" units="cm"/>
      <inkml:brushProperty name="color" value="#004F8B"/>
    </inkml:brush>
  </inkml:definitions>
  <inkml:trace contextRef="#ctx0" brushRef="#br0">1 22 1576,'0'0'8261,"9"0"-5517,172-16-1221,8 10-5958,-148 6 2248</inkml:trace>
</inkml:ink>
</file>

<file path=ppt/ink/ink8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6:07.647"/>
    </inkml:context>
    <inkml:brush xml:id="br0">
      <inkml:brushProperty name="width" value="0.05" units="cm"/>
      <inkml:brushProperty name="height" value="0.05" units="cm"/>
      <inkml:brushProperty name="color" value="#004F8B"/>
    </inkml:brush>
  </inkml:definitions>
  <inkml:trace contextRef="#ctx0" brushRef="#br0">0 20 2465,'0'0'3492,"17"-1"868,221-14-2664,-73 12-5697,-135 3 1966</inkml:trace>
</inkml:ink>
</file>

<file path=ppt/ink/ink8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02.965"/>
    </inkml:context>
    <inkml:brush xml:id="br0">
      <inkml:brushProperty name="width" value="0.05" units="cm"/>
      <inkml:brushProperty name="height" value="0.05" units="cm"/>
      <inkml:brushProperty name="color" value="#004F8B"/>
    </inkml:brush>
  </inkml:definitions>
  <inkml:trace contextRef="#ctx0" brushRef="#br0">1 75 4505,'-1'-4'9247,"2"-18"-6217,3-27-1609,3 52-3294,11 16 1685,-1 0-1,-1 1 1,0 0-1,-2 1 1,0 1 0,16 37-1,-24-44 177,0 1 0,-2-1-1,0 1 1,-1 0 0,0-1 0,0 30-1,-7 97 34,-1-92 46,-2-1-1,-24 87 1,28-124-29,0-1-1,1 1 1,0 0-1,0 13 1,2-24 135,0 4-518</inkml:trace>
</inkml:ink>
</file>

<file path=ppt/ink/ink8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03.980"/>
    </inkml:context>
    <inkml:brush xml:id="br0">
      <inkml:brushProperty name="width" value="0.05" units="cm"/>
      <inkml:brushProperty name="height" value="0.05" units="cm"/>
      <inkml:brushProperty name="color" value="#004F8B"/>
    </inkml:brush>
  </inkml:definitions>
  <inkml:trace contextRef="#ctx0" brushRef="#br0">3 110 4553,'-3'-3'4699,"8"-12"-2453,-3 10-2160,1 1 0,0 0 0,1-1 0,-1 1-1,1 1 1,-1-1 0,1 1 0,0-1 0,1 1-1,-1 0 1,0 0 0,1 1 0,0-1 0,5-1-1,20-7 664,43-9 0,-63 18-691,-1 0-1,0 1 1,1 0 0,-1 1-1,1-1 1,0 2-1,-1 0 1,1 0 0,11 3-1,-19-3-116,0-1-1,-1 0 0,1 1 1,0-1-1,-1 1 0,1 0 1,-1-1-1,1 1 0,-1 0 1,1 0-1,-1 0 0,0 0 1,0 0-1,1 0 0,-1 1 1,0-1-1,0 0 0,0 1 1,0-1-1,0 1 0,0-1 1,-1 1-1,1-1 0,0 3 1,-1-2 18,0 1 0,0-1 0,0 0 0,-1 1 0,1-1 0,-1 0 0,1 0 0,-1 0 0,0 1 0,0-1 0,0 0 0,0 0 0,0 0 0,-1-1 0,-1 4 0,-6 5 51,0-1 1,0-1 0,0 1 0,-1-1-1,-14 8 1,6-6-39,0-1 1,-1-1-1,1-1 0,-23 5 0,44-13-186,6-2 287,-1 1 0,1 0-1,0 0 1,1 1-1,-1 0 1,0 0 0,0 1-1,0 0 1,12 2-1,-14 0-105,-1 0 0,1 0 0,0 0 0,-1 1 0,0 0 0,0 0 0,0 0 0,0 1 0,0 0 0,0 1 0,-1-1 0,8 9 0,-11-10-3,0-1-1,0 1 0,-1 0 1,1 0-1,-1 0 0,1-1 0,-1 2 1,0-1-1,0 0 0,-1 0 1,1 0-1,-1 0 0,1 0 1,-1 1-1,0-1 0,0 0 1,0 0-1,-1 1 0,1-1 1,-1 0-1,0 0 0,0 0 1,0 0-1,0 0 0,0 0 1,-1 0-1,1 0 0,-1 0 1,-2 3-1,-3 3 59,0 0-1,-1 0 1,0-1 0,0 0 0,-1 0-1,0-1 1,0 0 0,-1-1 0,0 0-1,-15 7 1,8-6 5,-1 0 0,1-1 0,-1-1 0,0 0 0,-31 3 0,47-8-329</inkml:trace>
</inkml:ink>
</file>

<file path=ppt/ink/ink8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04.534"/>
    </inkml:context>
    <inkml:brush xml:id="br0">
      <inkml:brushProperty name="width" value="0.05" units="cm"/>
      <inkml:brushProperty name="height" value="0.05" units="cm"/>
      <inkml:brushProperty name="color" value="#004F8B"/>
    </inkml:brush>
  </inkml:definitions>
  <inkml:trace contextRef="#ctx0" brushRef="#br0">107 0 6865,'0'0'1697,"-14"3"514,9-1-2223,0 1 1,0-1-1,0 1 0,1 0 1,-1 0-1,1 0 0,0 0 0,0 1 1,0 0-1,0 0 0,0 0 1,1 0-1,0 0 0,0 1 1,0 0-1,-2 6 0,0 0 80,1-1-1,1 1 1,0 0 0,1 0-1,0 0 1,0 0-1,1 1 1,1-1 0,0 0-1,1 1 1,2 13-1,-3-20 36,2 1-1,-1-1 0,1 1 0,0-1 0,0 0 1,0 1-1,1-1 0,0-1 0,0 1 0,0 0 1,0-1-1,1 1 0,0-1 0,0 0 0,0 0 1,0-1-1,1 1 0,0-1 0,-1 0 0,1 0 1,0 0-1,0-1 0,1 0 0,6 2 0,-7-2 26,1-1 0,0 0-1,-1 0 1,1 0 0,0-1-1,0 0 1,0 0-1,-1-1 1,1 1 0,0-1-1,-1 0 1,1-1 0,0 0-1,-1 0 1,0 0 0,1 0-1,-1-1 1,0 0 0,0 0-1,0 0 1,-1 0 0,1-1-1,-1 0 1,0 0-1,0 0 1,3-5 0,-1 2-113,-2 0 1,1 0 0,-1 0 0,0-1-1,0 1 1,-1-1 0,0 0-1,-1 0 1,0 0 0,0 0-1,0 0 1,-1-1 0,0 1-1,-1 0 1,0-1 0,0 1-1,-3-14 1,2 18-117,0 0 0,0 0 1,0 0-1,-1 0 0,1 0 0,-1 0 0,0 0 1,0 1-1,-1-1 0,1 1 0,-1-1 0,0 1 0,0 0 1,0 0-1,0 0 0,-6-3 0,3 2-53,0 1-1,0 0 1,-1 0-1,0 0 1,1 1-1,-1 0 1,0 1-1,0 0 1,-8-1-1,-7 1-286,0 1-1,0 1 1,0 1-1,0 2 1,-29 7-1</inkml:trace>
</inkml:ink>
</file>

<file path=ppt/ink/ink8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04.878"/>
    </inkml:context>
    <inkml:brush xml:id="br0">
      <inkml:brushProperty name="width" value="0.05" units="cm"/>
      <inkml:brushProperty name="height" value="0.05" units="cm"/>
      <inkml:brushProperty name="color" value="#004F8B"/>
    </inkml:brush>
  </inkml:definitions>
  <inkml:trace contextRef="#ctx0" brushRef="#br0">27 2 8274,'0'0'1604,"-5"4"-998,2 2-692,0-1 0,0 1 0,1-1 0,0 1 0,0 0 0,1 0 0,-2 9 0,2-12 127,1-1 0,-1 0 0,1 0 0,0 1 0,0-1 0,0 1 0,0-1 0,0 0 0,0 1 0,1-1 0,-1 0 1,1 1-1,0-1 0,-1 0 0,1 0 0,0 0 0,0 0 0,1 0 0,-1 0 0,0 0 0,1 0 0,-1 0 0,1 0 1,-1 0-1,3 1 0,-2-2 44,-1-1 0,0 0 0,1 1 1,-1-1-1,1 0 0,-1 0 0,0 0 0,1 0 1,-1 0-1,1 0 0,-1 0 0,0-1 0,1 1 1,-1 0-1,0-1 0,1 1 0,-1-1 1,0 1-1,0-1 0,1 0 0,-1 1 0,0-1 1,0 0-1,0 0 0,0 0 0,0 0 1,0 0-1,0 0 0,0 0 0,-1 0 0,1 0 1,0-1-1,-1 1 0,1 0 0,0-2 1,3-5 373,1 0 0,-2 0 1,1 0-1,1-9 1,-3 10-354,0-1 1,0 1-1,-1 0 0,0-13 1</inkml:trace>
</inkml:ink>
</file>

<file path=ppt/ink/ink8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6:53.784"/>
    </inkml:context>
    <inkml:brush xml:id="br0">
      <inkml:brushProperty name="width" value="0.05" units="cm"/>
      <inkml:brushProperty name="height" value="0.05" units="cm"/>
      <inkml:brushProperty name="color" value="#004F8B"/>
    </inkml:brush>
  </inkml:definitions>
  <inkml:trace contextRef="#ctx0" brushRef="#br0">10 15 1152,'0'0'431,"-10"0"7451,476-13-4774,-464 13-2952,9 0 763,5 0-3545,23-2 126</inkml:trace>
</inkml:ink>
</file>

<file path=ppt/ink/ink8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6:54.318"/>
    </inkml:context>
    <inkml:brush xml:id="br0">
      <inkml:brushProperty name="width" value="0.05" units="cm"/>
      <inkml:brushProperty name="height" value="0.05" units="cm"/>
      <inkml:brushProperty name="color" value="#004F8B"/>
    </inkml:brush>
  </inkml:definitions>
  <inkml:trace contextRef="#ctx0" brushRef="#br0">43 1 1952,'0'0'7715,"-7"26"-14495,2-4 6473,1 0 0,1 1 1,1-1-1,2 38 0,-1-11 166,-11 115-472,3-47 5222</inkml:trace>
</inkml:ink>
</file>

<file path=ppt/ink/ink8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6:55.524"/>
    </inkml:context>
    <inkml:brush xml:id="br0">
      <inkml:brushProperty name="width" value="0.05" units="cm"/>
      <inkml:brushProperty name="height" value="0.05" units="cm"/>
      <inkml:brushProperty name="color" value="#004F8B"/>
    </inkml:brush>
  </inkml:definitions>
  <inkml:trace contextRef="#ctx0" brushRef="#br0">7 72 4993,'0'-3'7651,"0"1"-7526,0 1 1,0-1-1,1 1 0,-1-1 1,1 1-1,-1 0 0,1-1 1,0 1-1,0 0 1,-1-1-1,1 1 0,0 0 1,0 0-1,0 0 0,0 0 1,2-2-1,29-24 126,-31 26-236,0 0 0,0 0 0,0 0 0,1 0 0,-1 0 0,0 0 0,0 0 0,1 1 0,-1-1 0,0 0 0,1 1 0,-1-1 0,0 1 0,1-1 0,-1 1 0,1 0 0,-1 0 0,0 0 1,1 0-1,2 0 0,1 0 32,8-2-93,0 0 0,-1 1 0,1 1 0,24 2 1,-34-2-7,1 0 0,-1 1 0,0-1 1,1 1-1,-1 0 0,0 0 1,0 0-1,0 1 0,0-1 1,0 1-1,0-1 0,0 1 1,0 0-1,-1 0 0,1 1 0,-1-1 1,0 0-1,1 1 0,-1-1 1,0 1-1,0 0 0,-1 0 1,3 3-1,-3-3-13,0 0 1,-1-1-1,1 1 1,-1 0-1,0 0 1,0 0-1,0 0 1,0-1-1,0 1 1,0 0-1,-1 0 1,1 0-1,-1-1 1,0 1-1,0 0 1,0 0-1,0-1 1,0 1-1,-1-1 1,1 1-1,-1-1 1,-2 3-1,-6 6-29,1-1-1,-1-1 0,-18 14 0,-6 7 84,-61 61 193,54-35-54,40-55-120,1 1-14,1 0 0,0 0 0,-1 1 0,1-1 0,0 0 0,0 0 1,0 0-1,1 0 0,-1 0 0,0-1 0,1 1 0,-1 0 0,1 0 1,0-1-1,-1 1 0,1-1 0,0 0 0,0 0 0,0 1 0,0-1 1,0 0-1,0 0 0,0-1 0,1 1 0,1 0 0,1 1-49,4 1 111,-1-1 1,1 0 0,0 0 0,0-1 0,0 0-1,0-1 1,0 0 0,0 0 0,10-2 0,15 0 63,14 3-435,-19-1 1359,-10 1 2408,-19-17-2267,3-90-2562,6 53-1591</inkml:trace>
</inkml:ink>
</file>

<file path=ppt/ink/ink8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6:56.326"/>
    </inkml:context>
    <inkml:brush xml:id="br0">
      <inkml:brushProperty name="width" value="0.05" units="cm"/>
      <inkml:brushProperty name="height" value="0.05" units="cm"/>
      <inkml:brushProperty name="color" value="#004F8B"/>
    </inkml:brush>
  </inkml:definitions>
  <inkml:trace contextRef="#ctx0" brushRef="#br0">1 44 3665,'1'-6'-203,"8"-31"9005,-9 37-9071,8 2-4906,-2 4 4854,-1 0 0,0 1-1,0-1 1,0 1 0,-1 0 0,0 0 0,-1 0-1,1 1 1,-2-1 0,1 1 0,2 11 0,17 101 270,-17-84-118,11 68 514,-5 1 1,-4-1-1,-8 130 1,-1-214-148,0 1 0,-2 0 1,0 0-1,-2-1 1,0 0-1,-1 0 0,-1-1 1,-15 27-1,-1-11-318</inkml:trace>
</inkml:ink>
</file>

<file path=ppt/ink/ink8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6:56.801"/>
    </inkml:context>
    <inkml:brush xml:id="br0">
      <inkml:brushProperty name="width" value="0.05" units="cm"/>
      <inkml:brushProperty name="height" value="0.05" units="cm"/>
      <inkml:brushProperty name="color" value="#004F8B"/>
    </inkml:brush>
  </inkml:definitions>
  <inkml:trace contextRef="#ctx0" brushRef="#br0">111 81 1488,'-7'-18'905,"1"0"799,0 2 8,2 6-504,-1-1-279,1 4 439,2 7-2008,1 0-528,-26 21-2161,15 7 1617,-4 10 655,-5 4 393</inkml:trace>
</inkml:ink>
</file>

<file path=ppt/ink/ink8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6:56.956"/>
    </inkml:context>
    <inkml:brush xml:id="br0">
      <inkml:brushProperty name="width" value="0.05" units="cm"/>
      <inkml:brushProperty name="height" value="0.05" units="cm"/>
      <inkml:brushProperty name="color" value="#004F8B"/>
    </inkml:brush>
  </inkml:definitions>
  <inkml:trace contextRef="#ctx0" brushRef="#br0">0 1 992,'21'46'352,"4"-1"504,6 1 137,9-6 127,9-3-288</inkml:trace>
</inkml:ink>
</file>

<file path=ppt/ink/ink8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6:57.607"/>
    </inkml:context>
    <inkml:brush xml:id="br0">
      <inkml:brushProperty name="width" value="0.05" units="cm"/>
      <inkml:brushProperty name="height" value="0.05" units="cm"/>
      <inkml:brushProperty name="color" value="#004F8B"/>
    </inkml:brush>
  </inkml:definitions>
  <inkml:trace contextRef="#ctx0" brushRef="#br0">14 13 2385,'-9'-9'10615,"4"5"-8866,195 255-5766,-166-233 4138,-14-13-1908</inkml:trace>
</inkml:ink>
</file>

<file path=ppt/ink/ink8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6:57.981"/>
    </inkml:context>
    <inkml:brush xml:id="br0">
      <inkml:brushProperty name="width" value="0.05" units="cm"/>
      <inkml:brushProperty name="height" value="0.05" units="cm"/>
      <inkml:brushProperty name="color" value="#004F8B"/>
    </inkml:brush>
  </inkml:definitions>
  <inkml:trace contextRef="#ctx0" brushRef="#br0">371 0 3921,'0'0'772,"-13"18"-2252,-215 347 99,123-216 3354,99-140-1749,-12 16-524</inkml:trace>
</inkml:ink>
</file>

<file path=ppt/ink/ink8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6:59.585"/>
    </inkml:context>
    <inkml:brush xml:id="br0">
      <inkml:brushProperty name="width" value="0.05" units="cm"/>
      <inkml:brushProperty name="height" value="0.05" units="cm"/>
      <inkml:brushProperty name="color" value="#004F8B"/>
    </inkml:brush>
  </inkml:definitions>
  <inkml:trace contextRef="#ctx0" brushRef="#br0">180 27 3265,'0'0'486,"0"-16"7215,0 16-7719,0 0-1,0-1 1,0 1-1,0 0 1,0-1-1,0 1 1,0 0-1,0-1 1,0 1-1,0-1 1,0 1-1,0 0 1,0-1-1,0 1 1,0 0-1,0-1 1,0 1-1,0 0 1,-1 0-1,1-1 1,0 1-1,0 0 1,0-1-1,-1 1 1,1 0-1,0 0 1,0-1-1,0 1 1,-1 0-1,1 0 0,0 0 1,-1-1-1,1 1 1,0 0-1,-1 0 1,1 0-1,0 0 1,-1 0-1,1-1 1,0 1-1,-1 0 1,1 0-1,0 0 1,-1 0-1,1 0 1,-1 0-1,-7 7-33,-1 0 1,1 1-1,1 0 0,-1 0 0,1 1 0,1 0 0,0 0 0,0 0 0,-4 11 0,-4 6 203,2 1-1,-12 40 0,9-6 71,4 0-1,-8 120 0,19-180-215,-1 29 31,1-1 0,2 0 1,1 0-1,1 1 0,1-2 1,2 1-1,13 37 0,-16-56-1,56 156 232,-51-147-135,0 0 0,1 0 0,1-1-1,1-1 1,0 0 0,19 20 0,-30-36-93,0 1 0,0-1 0,1 0 1,-1 0-1,0 0 0,0-1 0,0 1 1,1 0-1,-1 0 0,0-1 0,1 1 1,-1-1-1,3 1 0</inkml:trace>
</inkml:ink>
</file>

<file path=ppt/ink/ink8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00.385"/>
    </inkml:context>
    <inkml:brush xml:id="br0">
      <inkml:brushProperty name="width" value="0.05" units="cm"/>
      <inkml:brushProperty name="height" value="0.05" units="cm"/>
      <inkml:brushProperty name="color" value="#004F8B"/>
    </inkml:brush>
  </inkml:definitions>
  <inkml:trace contextRef="#ctx0" brushRef="#br0">73 48 3417,'-4'-4'429,"-1"1"1,1 0-1,-1 0 0,0 1 1,1-1-1,-1 1 1,0 0-1,0 1 1,-1-1-1,1 1 0,0 0 1,-9-1-1,13 2-90,73 12 3587,-36-13-2890,1-1 1,50-11-1,19-2 185,-99 15-2207</inkml:trace>
</inkml:ink>
</file>

<file path=ppt/ink/ink8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00.729"/>
    </inkml:context>
    <inkml:brush xml:id="br0">
      <inkml:brushProperty name="width" value="0.05" units="cm"/>
      <inkml:brushProperty name="height" value="0.05" units="cm"/>
      <inkml:brushProperty name="color" value="#004F8B"/>
    </inkml:brush>
  </inkml:definitions>
  <inkml:trace contextRef="#ctx0" brushRef="#br0">1 45 2609,'0'0'5227,"6"0"-3344,23-1-792,-1-1-1,1-1 1,52-14 0,-19 4-324,10 5-2173,-55 7-162</inkml:trace>
</inkml:ink>
</file>

<file path=ppt/ink/ink8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01.288"/>
    </inkml:context>
    <inkml:brush xml:id="br0">
      <inkml:brushProperty name="width" value="0.05" units="cm"/>
      <inkml:brushProperty name="height" value="0.05" units="cm"/>
      <inkml:brushProperty name="color" value="#004F8B"/>
    </inkml:brush>
  </inkml:definitions>
  <inkml:trace contextRef="#ctx0" brushRef="#br0">0 25 3145,'0'0'8101,"4"0"-7487,174-7 2879,77-6-2040,-192 8-3150,-61 5-25</inkml:trace>
</inkml:ink>
</file>

<file path=ppt/ink/ink8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01.626"/>
    </inkml:context>
    <inkml:brush xml:id="br0">
      <inkml:brushProperty name="width" value="0.05" units="cm"/>
      <inkml:brushProperty name="height" value="0.05" units="cm"/>
      <inkml:brushProperty name="color" value="#004F8B"/>
    </inkml:brush>
  </inkml:definitions>
  <inkml:trace contextRef="#ctx0" brushRef="#br0">16 1 1856,'0'0'1014,"-2"11"1080,-4 30-1297,2 0 0,1 1-1,6 72 1,-1-55-746,-8 179 1460,6-231-3374</inkml:trace>
</inkml:ink>
</file>

<file path=ppt/ink/ink8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06.980"/>
    </inkml:context>
    <inkml:brush xml:id="br0">
      <inkml:brushProperty name="width" value="0.05" units="cm"/>
      <inkml:brushProperty name="height" value="0.05" units="cm"/>
      <inkml:brushProperty name="color" value="#004F8B"/>
    </inkml:brush>
  </inkml:definitions>
  <inkml:trace contextRef="#ctx0" brushRef="#br0">14 91 4489,'0'0'1470,"1"-9"5615,2-10-6355,-1 16-719,0-1 1,0 1 0,0-1 0,1 1-1,0 0 1,-1 0 0,1 0 0,0 0-1,4-3 1,2-1 7,-6 3-4,4-1 20,3 4-43,-1-3-10,-6 3-6,0 0 1,0 0 0,0 0 0,0 0 0,0 0 0,0 1 0,0-1-1,0 1 1,0 0 0,1 0 0,-1 0 0,0 1 0,4 0 0,39 3-363,-27 6-1161,13 11 1255,-31-21 262,-1 1 1,1-1-1,-1 0 0,1 0 0,-1 0 0,0 0 1,1 0-1,-1 1 0,1-1 0,-1 0 1,0 0-1,1 1 0,-1-1 0,0 0 1,1 0-1,-1 1 0,0-1 0,1 0 0,-1 1 1,0-1-1,0 1 0,0-1 0,1 0 1,-1 1-1,0-1 0,0 1 0,0-1 1,0 0-1,0 1 0,1-1 0,-1 1 0,0 0 1,0 10-138,3-2 132,-2-6 15,0 1 1,0-1-1,0 1 1,0-1-1,-1 0 1,0 1-1,1 5 1,-1-6 22,-1 1 0,1 0-1,-1-1 1,1 1 0,-1 0 0,0-1 0,0 1 0,-1-1 0,1 1 0,-4 5-1,3-4 20,-5 8 69,5-8-62,-1 0 0,0 0 0,1 0 0,-2-1-1,1 1 1,0-1 0,-1 0 0,-7 6 0,-54 54 36,25-22-58,30-28 12,-21 30-4,33-48-13,-4 6 2,-3 2 32,0 1-1,1 0 1,0 0 0,0 1 0,-4 7-1,-1 0-5,3-5 1421,15-6-1022,12 1-203,1 0-1,0-1 1,0-1-1,0-1 1,31-4-1,26 0 480,-78 4-519,12 0-691</inkml:trace>
</inkml:ink>
</file>

<file path=ppt/ink/ink8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08.847"/>
    </inkml:context>
    <inkml:brush xml:id="br0">
      <inkml:brushProperty name="width" value="0.05" units="cm"/>
      <inkml:brushProperty name="height" value="0.05" units="cm"/>
      <inkml:brushProperty name="color" value="#004F8B"/>
    </inkml:brush>
  </inkml:definitions>
  <inkml:trace contextRef="#ctx0" brushRef="#br0">306 94 2080,'4'-6'10386,"5"-5"-9058,-10 8-1433,-14-13-481,8 10 485,0 0 1,0 0 0,-1 1-1,0 0 1,0 1-1,-1-1 1,1 1-1,-1 1 1,-15-5 0,17 7-86,-1-1-1,0 1 1,0 0 0,1 1 0,-1-1 0,0 2 0,0-1 0,0 1 0,1 0 0,-11 3 0,13-2 143,0 0 0,0 1 1,1-1-1,-1 1 0,1 0 0,-1 0 0,1 0 1,0 1-1,1-1 0,-1 1 0,0 0 1,1 0-1,0 0 0,0 1 0,0-1 0,-2 7 1,-3 6 85,1 1 1,1 0-1,0 0 1,1 0 0,1 1-1,1 0 1,1-1 0,0 1-1,2 0 1,0 0-1,1 0 1,1 0 0,0 0-1,2 0 1,0-1-1,1 1 1,1-1 0,1 0-1,17 32 1,-18-42 89,0 0 1,1 0-1,-1-1 1,2 0-1,-1 0 0,1-1 1,0 0-1,0 0 1,1-1-1,-1 0 1,1 0-1,0-1 0,1 0 1,-1-1-1,1 0 1,0-1-1,11 2 1,-1-1 320,0-1 1,0 0 0,0-2 0,1-1-1,-1 0 1,0-1 0,31-8 0,-48 9-395,1 0 1,-1 0-1,1-1 0,-1 1 1,0-1-1,0 0 1,0 0-1,0 0 1,0 0-1,0-1 0,3-2 1,22-35-4846,-16 21 1522</inkml:trace>
</inkml:ink>
</file>

<file path=ppt/ink/ink8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09.407"/>
    </inkml:context>
    <inkml:brush xml:id="br0">
      <inkml:brushProperty name="width" value="0.05" units="cm"/>
      <inkml:brushProperty name="height" value="0.05" units="cm"/>
      <inkml:brushProperty name="color" value="#004F8B"/>
    </inkml:brush>
  </inkml:definitions>
  <inkml:trace contextRef="#ctx0" brushRef="#br0">37 64 5497,'0'0'5260,"-3"3"-6446,-1 4 1055,0 0-1,0 1 0,0-1 0,1 1 0,0 0 0,1 0 0,0 0 1,0 1-1,1-1 0,-1 13 0,0 5 347,1-1 1,4 34-1,-3-52-52,1 0-1,1 0 1,-1-1 0,1 1-1,0 0 1,1-1-1,-1 0 1,1 0 0,1 0-1,-1 0 1,1 0 0,0 0-1,0-1 1,6 6-1,-7-8-62,-1-1-1,1 0 0,0 0 1,1 0-1,-1 0 0,0 0 1,0-1-1,1 1 0,-1-1 0,1 0 1,-1 0-1,1 0 0,0-1 1,-1 1-1,1-1 0,0 0 1,-1 0-1,1 0 0,0 0 1,-1-1-1,1 1 0,0-1 0,-1 0 1,1 0-1,-1-1 0,0 1 1,6-3-1,-3 0 41,0 1 1,-1 0-1,1-1 1,-1 0-1,0 0 1,0-1-1,0 1 0,-1-1 1,0 0-1,0-1 1,0 1-1,0-1 0,-1 1 1,0-1-1,0 0 1,-1 0-1,4-10 1,-2-5-100,0 0 0,-1 0 0,-1 0 1,-1-25-1,-1 35-181,0-1 1,0 0-1,-2 1 0,1-1 1,-2 1-1,-5-18 1,7 25-1,0 1 0,-1-1 1,1 1-1,-1-1 0,0 1 1,0 0-1,0 0 0,-1 0 1,1 0-1,-1 1 0,1-1 1,-1 1-1,0-1 0,0 1 1,0 0-1,0 0 0,-1 0 1,1 1-1,0-1 0,-1 1 1,1 0-1,-1-1 0,1 2 1,-6-2-1,-3 1-90,0 0-1,0 1 1,1 1 0,-1 0 0,0 0 0,1 2-1,-1-1 1,1 1 0,-1 1 0,-15 6-1,14-2-1590</inkml:trace>
</inkml:ink>
</file>

<file path=ppt/ink/ink8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10.089"/>
    </inkml:context>
    <inkml:brush xml:id="br0">
      <inkml:brushProperty name="width" value="0.05" units="cm"/>
      <inkml:brushProperty name="height" value="0.05" units="cm"/>
      <inkml:brushProperty name="color" value="#004F8B"/>
    </inkml:brush>
  </inkml:definitions>
  <inkml:trace contextRef="#ctx0" brushRef="#br0">228 1 5961,'-8'-1'54,"0"1"-1,1 0 0,-1 1 1,0-1-1,1 1 0,-1 1 0,1 0 1,0 0-1,-1 0 0,1 1 1,0 0-1,-8 5 0,6-4-65,0 1 0,1 1 0,-1 0-1,2 0 1,-1 0 0,1 1 0,0 0-1,-12 16 1,19-23 55,-1 1 1,1 0-1,-1 0 0,1-1 1,0 1-1,0 0 0,-1-1 0,1 1 1,0 0-1,0 0 0,0-1 1,0 1-1,0 0 0,0 0 0,0 0 1,0-1-1,0 1 0,0 0 1,1 0-1,-1-1 0,0 1 0,0 0 1,1-1-1,-1 1 0,1 0 1,-1-1-1,0 1 0,1 0 1,-1-1-1,1 1 0,-1-1 0,1 1 1,0-1-1,-1 1 0,1-1 1,-1 1-1,1-1 0,0 0 0,-1 1 1,1-1-1,0 0 0,1 1 1,30 10 578,-28-10-608,117 28 1873,-109-25-1852,0 1 1,-1 0-1,0 1 1,0 0-1,0 1 1,17 13-1,-24-16-114,0 0 0,-1-1 0,0 1 0,1 1 0,-2-1-1,1 0 1,0 1 0,-1-1 0,0 1 0,0 0 0,0 0 0,0 0 0,-1 0 0,0 0-1,0 0 1,0 0 0,-1 0 0,0 10 0,0-10 85,0 0-1,-1-1 1,0 1-1,0 0 1,0-1-1,-1 1 1,0-1-1,1 1 1,-2-1-1,1 0 1,0 0-1,-1 0 1,0 0-1,-5 6 1,2-4 29,0-1-1,0 0 1,-1 0 0,0-1 0,0 1 0,0-1 0,0-1 0,-8 3-1,-5 1 104,1-1 0,-1-2 0,0 0 0,0-1 0,-1-1 0,-22 0 0,40-2-97,-3 1 129,0-1-1,1 0 0,-1 0 1,0-1-1,0 0 0,0 0 1,0 0-1,1-1 0,-1 1 1,1-1-1,-10-5 0,14 6 218,1-5-1231,3-20-1094</inkml:trace>
</inkml:ink>
</file>

<file path=ppt/ink/ink8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10.985"/>
    </inkml:context>
    <inkml:brush xml:id="br0">
      <inkml:brushProperty name="width" value="0.05" units="cm"/>
      <inkml:brushProperty name="height" value="0.05" units="cm"/>
      <inkml:brushProperty name="color" value="#004F8B"/>
    </inkml:brush>
  </inkml:definitions>
  <inkml:trace contextRef="#ctx0" brushRef="#br0">1 73 6393,'0'-3'1649,"11"-10"562,-10 12-2188,5-4 19,0 0 1,1 0 0,0 1 0,-1 0 0,1 0-1,0 0 1,1 1 0,-1 0 0,10-2 0,1 1 43,0 0 1,0 2 0,0 0-1,0 1 1,0 1 0,0 0-1,34 6 1,-50-5-435,-4 9-2150,-1-2 2490,0 0 1,-1 0-1,0 0 0,0-1 1,-1 0-1,0 0 0,0 0 1,-1-1-1,0 1 0,0-1 1,0 0-1,-9 5 0,-1 2 104,-1-1-1,-1 0 1,1-2-1,-39 17 1,55-27 78,7 0 389,22-2 163,0 2 0,0 1 0,32 4 0,-50-3-739,-1 0 0,1 1 0,0 0 0,-1 0-1,0 1 1,0 0 0,0 1 0,0 0 0,-1 0 0,0 1 0,0 0 0,14 14 0,-18-17-19,-1 1 0,1 0 0,-1 0 0,0 0 0,0 0 0,-1 1 0,1-1 0,-1 1 0,0 0 0,0-1 0,0 1 0,-1 0 0,0 0 0,0 0 0,0 1 0,0-1 0,-1 0 0,0 0 0,0 0 0,0 0 0,-1 1 0,0-1 0,0 0 0,0 0 0,0 0 0,-1 0 0,0 0 0,0-1 0,0 1 0,-1 0 0,1-1 0,-1 0 0,0 0 0,-1 0 0,1 0 0,-1 0 0,-5 4 0,-1 1 55,-1-2 1,0 0 0,-1 0-1,1-1 1,-1 0 0,0-1-1,-1 0 1,1-1 0,-24 4-1,3-2 287,1-2 0,-57 0 1,87-4-166</inkml:trace>
</inkml:ink>
</file>

<file path=ppt/ink/ink9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11.618"/>
    </inkml:context>
    <inkml:brush xml:id="br0">
      <inkml:brushProperty name="width" value="0.05" units="cm"/>
      <inkml:brushProperty name="height" value="0.05" units="cm"/>
      <inkml:brushProperty name="color" value="#004F8B"/>
    </inkml:brush>
  </inkml:definitions>
  <inkml:trace contextRef="#ctx0" brushRef="#br0">167 40 6753,'0'-1'638,"-1"0"309,-7 5-1683,0 2 619,1 0 0,0 1 1,0 0-1,1 0 1,0 0-1,0 1 0,1 0 1,-5 9-1,2-3 106,1 0 0,0 1 0,1 0 0,-5 23 0,10-30 140,1-1-1,0 1 1,0-1-1,1 1 0,0-1 1,1 0-1,-1 1 1,1-1-1,1 0 0,-1 0 1,1 0-1,0-1 1,1 1-1,0-1 1,0 1-1,0-1 0,1 0 1,0-1-1,0 1 1,9 6-1,-11-9 18,0-1 1,1 0 0,-1 0-1,1 0 1,-1-1-1,1 1 1,0-1-1,0 0 1,0 0-1,0 0 1,0 0-1,0-1 1,0 0-1,0 1 1,0-2-1,0 1 1,0 0-1,0-1 1,0 0-1,0 0 1,0 0-1,0 0 1,-1 0-1,1-1 1,0 0-1,-1 0 1,1 0-1,-1 0 1,5-4 0,-2 1 2,0-1 0,0-1 0,0 1 1,0-1-1,-1 0 0,0 0 0,-1-1 1,0 1-1,0-1 0,0 0 0,-1 0 1,4-14-1,-3 4-179,0 0-1,-1 1 1,-1-1-1,-1 0 1,0-1 0,-2-20-1,0 34-100,1 1 0,-1-1 0,0 1-1,0-1 1,0 1 0,-1 0 0,1-1 0,-1 1-1,0 0 1,0 0 0,-1 0 0,1 0 0,-1 1-1,0-1 1,0 1 0,0-1 0,0 1 0,-1 0-1,1 0 1,-1 1 0,0-1 0,0 1 0,0-1-1,0 1 1,0 1 0,-1-1 0,1 0 0,0 1-1,-8-1 1,-3 0-175,0 0 0,0 1 0,0 1 0,0 1 0,-28 4 0,36-4 205,0 0 0,0 1-1,1 0 1,-1 0 0,1 0 0,-1 1 0,1 0-1,0 1 1,0-1 0,0 1 0,0 0 0,1 1-1,-1-1 1,-7 10 0,6-3-1005</inkml:trace>
</inkml:ink>
</file>

<file path=ppt/ink/ink9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11.983"/>
    </inkml:context>
    <inkml:brush xml:id="br0">
      <inkml:brushProperty name="width" value="0.05" units="cm"/>
      <inkml:brushProperty name="height" value="0.05" units="cm"/>
      <inkml:brushProperty name="color" value="#004F8B"/>
    </inkml:brush>
  </inkml:definitions>
  <inkml:trace contextRef="#ctx0" brushRef="#br0">0 0 6785,'0'0'40,"3"3"-80,8 9 6854,1-11-2840,-5-5-4535,-6 2-728</inkml:trace>
</inkml:ink>
</file>

<file path=ppt/ink/ink9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13.166"/>
    </inkml:context>
    <inkml:brush xml:id="br0">
      <inkml:brushProperty name="width" value="0.05" units="cm"/>
      <inkml:brushProperty name="height" value="0.05" units="cm"/>
      <inkml:brushProperty name="color" value="#004F8B"/>
    </inkml:brush>
  </inkml:definitions>
  <inkml:trace contextRef="#ctx0" brushRef="#br0">37 26 1976,'-13'-6'4814,"12"5"-4483,-1 0 1,1 0 0,0 0-1,-1 0 1,1 1 0,-1-1-1,1 1 1,-1-1 0,1 1-1,-1 0 1,1-1 0,-1 1-1,-2 0 1,12-1-197,-1 0 0,1 0 1,0 1-1,0 0 0,0 1 0,0-1 0,8 3 0,22 1 487,-7-5 213,45-6 0,21-1-538,-88 8-1318,1 1-1138</inkml:trace>
</inkml:ink>
</file>

<file path=ppt/ink/ink9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13.543"/>
    </inkml:context>
    <inkml:brush xml:id="br0">
      <inkml:brushProperty name="width" value="0.05" units="cm"/>
      <inkml:brushProperty name="height" value="0.05" units="cm"/>
      <inkml:brushProperty name="color" value="#004F8B"/>
    </inkml:brush>
  </inkml:definitions>
  <inkml:trace contextRef="#ctx0" brushRef="#br0">42 0 1896,'0'0'5247,"-2"10"-7220,-11 57 515,-7 121-1,14 79 5202,6-258-3290</inkml:trace>
</inkml:ink>
</file>

<file path=ppt/ink/ink9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14.210"/>
    </inkml:context>
    <inkml:brush xml:id="br0">
      <inkml:brushProperty name="width" value="0.05" units="cm"/>
      <inkml:brushProperty name="height" value="0.05" units="cm"/>
      <inkml:brushProperty name="color" value="#004F8B"/>
    </inkml:brush>
  </inkml:definitions>
  <inkml:trace contextRef="#ctx0" brushRef="#br0">51 88 6329,'0'-3'7630,"6"-16"-5472,12-12-1835,-8 21-139,1 6-196,0-1-1,0 2 1,0-1 0,0 2 0,1-1 0,15 0 0,-23 3-75,0-1 0,0 1 0,0 0 0,0 1 0,0-1 0,-1 1 0,1 0 0,0 0 0,0 0 0,-1 0 0,1 0 0,0 1 0,-1 0 0,1 0 0,-1 0 0,0 0 0,0 0 0,0 1 0,0-1 0,0 1 0,0 0 0,-1 0 0,1 0 0,1 3 0,-3-3 47,0-1-1,-1 0 0,1 1 0,-1-1 0,0 1 0,0-1 0,0 1 1,0-1-1,0 1 0,0-1 0,-1 0 0,1 1 0,-1-1 1,1 1-1,-1-1 0,0 0 0,0 1 0,0-1 0,-1 0 0,1 0 1,0 0-1,-1 0 0,1 0 0,-1 0 0,0-1 0,-1 3 1,-6 5-8,-1 0 0,1 0 0,-17 11 1,8-9 84,-1 0 0,-33 13 1,34-17-2,1 1 1,0 1 0,-28 19 0,38-22-32,6-5-26,7 4-405,3-1 523,1 0 0,0-1-1,0 0 1,0-1 0,0 0 0,0-1-1,0 0 1,11 0 0,94-6 706,-72 2-423,93-11 1182,-60 6-5153,-68 8 640</inkml:trace>
</inkml:ink>
</file>

<file path=ppt/ink/ink9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14.547"/>
    </inkml:context>
    <inkml:brush xml:id="br0">
      <inkml:brushProperty name="width" value="0.05" units="cm"/>
      <inkml:brushProperty name="height" value="0.05" units="cm"/>
      <inkml:brushProperty name="color" value="#004F8B"/>
    </inkml:brush>
  </inkml:definitions>
  <inkml:trace contextRef="#ctx0" brushRef="#br0">6 0 7938,'0'0'2402,"3"1"-3527,-1 1 953,1-1 0,-1 1 0,0 0 0,0 0-1,0 0 1,0 0 0,0 0 0,0 0 0,-1 1 0,1-1-1,-1 0 1,0 1 0,1-1 0,-1 1 0,1 3-1,14 49-614,-13-44 715,13 53 115,-3 1 0,-2 0-1,-4 0 1,-2 1 0,-5 79-1,-3-119 127,-1 0 0,-1 0 0,-1-1-1,-1 1 1,-2-1 0,0-1 0,-2 0-1,-15 26 1,-3 1-888</inkml:trace>
</inkml:ink>
</file>

<file path=ppt/ink/ink9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14.988"/>
    </inkml:context>
    <inkml:brush xml:id="br0">
      <inkml:brushProperty name="width" value="0.05" units="cm"/>
      <inkml:brushProperty name="height" value="0.05" units="cm"/>
      <inkml:brushProperty name="color" value="#004F8B"/>
    </inkml:brush>
  </inkml:definitions>
  <inkml:trace contextRef="#ctx0" brushRef="#br0">183 18 5233,'0'-1'96,"0"1"0,0-1 1,0 0-1,0 0 0,-1 1 0,1-1 0,0 0 1,0 1-1,-1-1 0,1 0 0,0 1 0,-1-1 1,1 0-1,0 1 0,-1-1 0,1 1 0,-1-1 0,1 1 1,-1-1-1,1 1 0,-1-1 0,0 1 0,1-1 1,-1 1-1,1 0 0,-1-1 0,0 1 0,1 0 0,-1-1 1,0 1-1,-1 0 0,1 0-98,-1 0 0,1 0-1,-1 1 1,1-1 0,0 0 0,-1 1 0,1-1 0,-1 1-1,1 0 1,0-1 0,0 1 0,-1 0 0,-1 1-1,-2 5-97,0 0-1,0-1 0,0 1 0,1 1 0,0-1 0,1 1 0,0-1 0,0 1 0,0 0 0,-1 12 0,-2 0-27,-23 83 71,5 1 1,-16 164-1,38-249 144,1 0-1,1 0 1,0 0 0,2 0-1,0 0 1,1 0-1,1 0 1,1-1 0,1 0-1,0 0 1,1 0-1,1 0 1,1-1 0,0-1-1,1 0 1,20 24-1,20 20-1308</inkml:trace>
</inkml:ink>
</file>

<file path=ppt/ink/ink9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15.488"/>
    </inkml:context>
    <inkml:brush xml:id="br0">
      <inkml:brushProperty name="width" value="0.05" units="cm"/>
      <inkml:brushProperty name="height" value="0.05" units="cm"/>
      <inkml:brushProperty name="color" value="#004F8B"/>
    </inkml:brush>
  </inkml:definitions>
  <inkml:trace contextRef="#ctx0" brushRef="#br0">13 4 2032,'0'0'117,"0"-1"-1,-1 1 1,1 0-1,0 0 0,0-1 1,-1 1-1,1 0 1,0 0-1,0 0 0,-1-1 1,1 1-1,0 0 1,-1 0-1,1 0 1,0 0-1,-1 0 0,1 0 1,0 0-1,-1 0 1,1-1-1,0 1 0,-1 0 1,1 1-1,0-1 1,-1 0-1,1 0 0,0 0 1,-1 0-1,1 0 1,0 0-1,-1 0 0,1 0 1,0 1-1,-1-1 1,1 0-1,0 0 0,0 0 1,-1 1-1,1-1 1,2 14 3585,-1-8-5046,3 7 1504,1 1 0,0-1 0,0 0 0,1-1 0,1 1 0,0-1-1,1-1 1,9 12 0,-15-21-246,0 0-1,0 0 1,1 0 0,-1 0-1,0-1 1,0 1 0,1-1-1,-1 0 1,1 1-1,0-1 1,-1 0 0,4 0-1,7 0-1466</inkml:trace>
</inkml:ink>
</file>

<file path=ppt/ink/ink9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15.768"/>
    </inkml:context>
    <inkml:brush xml:id="br0">
      <inkml:brushProperty name="width" value="0.05" units="cm"/>
      <inkml:brushProperty name="height" value="0.05" units="cm"/>
      <inkml:brushProperty name="color" value="#004F8B"/>
    </inkml:brush>
  </inkml:definitions>
  <inkml:trace contextRef="#ctx0" brushRef="#br0">257 4 5713,'0'0'42,"0"0"0,0 0-1,0 0 1,0 0 0,0-1-1,0 1 1,0 0 0,0 0-1,0 0 1,0 0 0,0 0-1,0 0 1,0 0 0,0-1-1,0 1 1,0 0 0,0 0-1,0 0 1,0 0 0,0 0-1,0 0 1,0 0 0,0 0-1,0-1 1,0 1 0,0 0-1,0 0 1,0 0 0,0 0-1,0 0 1,0 0 0,0 0-1,0 0 1,-1 0 0,1 0-1,0-1 1,0 1 0,0 0-1,0 0 1,0 0 0,0 0-1,0 0 1,0 0 0,-1 0-1,1 0 1,0 0 0,0 0-1,0 0 1,0 0 0,0 0-1,0 0 1,0 0 0,0 0-1,-1 0 1,1 0 0,0 0-1,0 0 1,0 0 0,0 0-1,0 0 1,0 0 0,0 0-1,0 1 1,-1-1 0,-7 9-129,-9 19-1021,-25 70 1011,-51 178 0,9-16 2006,77-237-1862,6-14-1650</inkml:trace>
</inkml:ink>
</file>

<file path=ppt/ink/ink9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16.425"/>
    </inkml:context>
    <inkml:brush xml:id="br0">
      <inkml:brushProperty name="width" value="0.05" units="cm"/>
      <inkml:brushProperty name="height" value="0.05" units="cm"/>
      <inkml:brushProperty name="color" value="#004F8B"/>
    </inkml:brush>
  </inkml:definitions>
  <inkml:trace contextRef="#ctx0" brushRef="#br0">113 56 720,'-1'-1'4775,"-15"-7"-2876,-18-5-1245,30 11-486,0 1 0,1-1-1,-1 1 1,0 0 0,0 0-1,0 0 1,0 1 0,0-1-1,-4 1 1,-3-1-2,3 0 3040,23 2-3095,86-1 1510,125-18-1,-179 13-1644,-26 7-2899,-15 2-329</inkml:trace>
</inkml:ink>
</file>

<file path=ppt/ink/ink9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16.657"/>
    </inkml:context>
    <inkml:brush xml:id="br0">
      <inkml:brushProperty name="width" value="0.05" units="cm"/>
      <inkml:brushProperty name="height" value="0.05" units="cm"/>
      <inkml:brushProperty name="color" value="#004F8B"/>
    </inkml:brush>
  </inkml:definitions>
  <inkml:trace contextRef="#ctx0" brushRef="#br0">1 26 3649,'1'0'5809,"27"0"-4273,-5 0-143,8-2-553,3 1-192,10-2-288,-1-2-112,5 1-192,-3 1-184,0-2-704,2 2-672</inkml:trace>
</inkml:ink>
</file>

<file path=ppt/ink/ink9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17.043"/>
    </inkml:context>
    <inkml:brush xml:id="br0">
      <inkml:brushProperty name="width" value="0.05" units="cm"/>
      <inkml:brushProperty name="height" value="0.05" units="cm"/>
      <inkml:brushProperty name="color" value="#004F8B"/>
    </inkml:brush>
  </inkml:definitions>
  <inkml:trace contextRef="#ctx0" brushRef="#br0">1 46 4817,'3'-9'9754,"13"3"-9480,-1 1 0,1 0-1,0 2 1,32-4 0,76-1 215,-94 7-627,32 0-1751,-37 1-126</inkml:trace>
</inkml:ink>
</file>

<file path=ppt/ink/ink9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17.308"/>
    </inkml:context>
    <inkml:brush xml:id="br0">
      <inkml:brushProperty name="width" value="0.05" units="cm"/>
      <inkml:brushProperty name="height" value="0.05" units="cm"/>
      <inkml:brushProperty name="color" value="#004F8B"/>
    </inkml:brush>
  </inkml:definitions>
  <inkml:trace contextRef="#ctx0" brushRef="#br0">42 1 1296,'0'0'415,"-2"8"-246,-8 58 845,-5 94 0,5-31-208,8-112-313,1 1 0,0-1-1,1 1 1,2 21 0,0-30-93</inkml:trace>
</inkml:ink>
</file>

<file path=ppt/ink/ink9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18.024"/>
    </inkml:context>
    <inkml:brush xml:id="br0">
      <inkml:brushProperty name="width" value="0.05" units="cm"/>
      <inkml:brushProperty name="height" value="0.05" units="cm"/>
      <inkml:brushProperty name="color" value="#004F8B"/>
    </inkml:brush>
  </inkml:definitions>
  <inkml:trace contextRef="#ctx0" brushRef="#br0">72 72 6665,'0'0'810,"12"-10"5134,8 0-5783,-1 1-1,1 1 1,0 0 0,1 2 0,0 0-1,0 1 1,0 1 0,1 1 0,-1 2-1,1 0 1,-1 0 0,34 5 0,-52-3-252,0-1 1,-1 1-1,1-1 0,0 1 1,0 0-1,-1 0 1,1 0-1,0 0 1,-1 1-1,1-1 0,-1 1 1,0-1-1,1 1 1,-1 0-1,0 0 1,0 0-1,0 0 1,0 1-1,-1-1 0,3 4 1,-3-4 31,-1 1-1,1-1 1,-1 0 0,0 0 0,0 1 0,0-1 0,0 0-1,-1 1 1,1-1 0,-1 0 0,1 0 0,-1 0 0,0 0-1,0 1 1,1-1 0,-2 0 0,1 0 0,0-1 0,0 1-1,-1 0 1,1 0 0,-1 0 0,1-1 0,-1 1 0,0-1-1,-2 3 1,-11 7 59,0 1-1,0-2 0,-1 0 1,0-1-1,-19 8 1,-90 29 46,88-35 20,1 2 1,1 2-1,-36 19 0,70-33 44,7 5 1371,5-2-1238,0-1 1,0-1-1,0 0 0,1 0 0,-1-1 0,13 0 0,77-5 755,-67 2-808,384-32 2139,-399 31-2775</inkml:trace>
</inkml:ink>
</file>

<file path=ppt/ink/ink9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19.808"/>
    </inkml:context>
    <inkml:brush xml:id="br0">
      <inkml:brushProperty name="width" value="0.05" units="cm"/>
      <inkml:brushProperty name="height" value="0.05" units="cm"/>
      <inkml:brushProperty name="color" value="#004F8B"/>
    </inkml:brush>
  </inkml:definitions>
  <inkml:trace contextRef="#ctx0" brushRef="#br0">345 90 7658,'0'-1'210,"1"1"1,-1-1-1,1 1 1,-1 0-1,1-1 1,-1 1-1,1-1 1,-1 1-1,0-1 1,1 1-1,-1-1 1,0 0-1,1 1 1,-1-1-1,0 1 1,0-1-1,0 0 1,1 1-1,-1-1 1,0 1-1,0-1 1,0 0-1,0 1 1,0-1-1,0 0 1,0 1-1,0-1 1,0 0-1,-1 1 1,1-1 0,0-1-1,0-3-77,1-26-104,-1 23-155,-8 3-657,-1 1 528,-1 1 1,1 0-1,-1 0 1,0 1-1,0 0 1,0 0-1,0 1 1,0 1-1,0 0 1,0 0-1,-19 3 1,8 0 227,0 1 0,1 0 0,-1 2 1,1 0-1,0 1 0,1 1 0,-31 18 0,49-26 60,0 1 0,0-1 0,0 1 0,1 0 0,-1-1 0,0 1 0,0 0 0,0 0 0,1-1 0,-1 1-1,0 0 1,1 0 0,-1 0 0,1 0 0,-1 0 0,1 0 0,-1 0 0,1 0 0,0 0 0,-1 0 0,1 0 0,0 0 0,0 1 0,0-1 0,0 0-1,0 1 1,0 0 9,1-1-1,0 1 1,0-1-1,0 0 1,-1 1-1,1-1 1,1 0-1,-1 1 1,0-1-1,0 0 1,0 0-1,1 0 1,-1 0-1,0 0 1,3 1-1,4 2 136,0 0 0,0 0 0,1-1-1,0 0 1,11 1 0,48 6 315,-48-9-551,-1 2 0,0 0 0,0 0 1,0 2-1,0 1 0,0 0 0,27 14 0,-44-19-11,0 0 0,0 1 0,0-1 0,0 1 0,-1-1 0,1 1 0,0 0 0,-1 0 0,1 0 0,-1-1 0,1 1 0,-1 1 0,0-1-1,0 0 1,0 0 0,0 0 0,0 1 0,-1-1 0,2 4 0,-2-2 22,0 0-1,0 0 1,-1-1 0,1 1-1,-1 0 1,0 0 0,0 0-1,0-1 1,0 1 0,-1 0-1,-1 3 1,-4 4 40,0 0 0,0 0 0,-1 0 1,0-1-1,-1-1 0,-11 10 0,12-12 78,-1 0-1,1-1 1,-2 0 0,1-1-1,-1 0 1,1 0 0,-1-1-1,-1 0 1,1-1 0,-15 3-1,19-5 31,1 0 0,-1 0 0,0-1-1,0 1 1,0-1 0,0-1 0,0 1-1,1-1 1,-1 0 0,0-1-1,0 1 1,1-1 0,-1 0 0,1-1-1,-1 1 1,1-1 0,0 0-1,0-1 1,1 1 0,-7-6 0,10 8-100</inkml:trace>
</inkml:ink>
</file>

<file path=ppt/ink/ink9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20.159"/>
    </inkml:context>
    <inkml:brush xml:id="br0">
      <inkml:brushProperty name="width" value="0.05" units="cm"/>
      <inkml:brushProperty name="height" value="0.05" units="cm"/>
      <inkml:brushProperty name="color" value="#004F8B"/>
    </inkml:brush>
  </inkml:definitions>
  <inkml:trace contextRef="#ctx0" brushRef="#br0">40 0 8530,'0'0'509,"-8"13"-826,1 4 421,1 0-1,1 1 1,-5 31 0,8-41-13,1-1 0,0 1 0,1 0 0,0-1 0,0 1 0,1-1 0,0 1 0,0 0 0,1-1 0,0 0 0,0 1 0,1-1 0,4 10 1,-1-7-1430</inkml:trace>
</inkml:ink>
</file>

<file path=ppt/ink/ink9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20.470"/>
    </inkml:context>
    <inkml:brush xml:id="br0">
      <inkml:brushProperty name="width" value="0.05" units="cm"/>
      <inkml:brushProperty name="height" value="0.05" units="cm"/>
      <inkml:brushProperty name="color" value="#004F8B"/>
    </inkml:brush>
  </inkml:definitions>
  <inkml:trace contextRef="#ctx0" brushRef="#br0">1 59 6017,'0'0'1121,"1"0"-697,1 0 104,-1 0 64,1 0 112,-1-2-16,2 1-24,0-1-40,0 1-199,0-2-105,-2 0-312,30-43-192</inkml:trace>
</inkml:ink>
</file>

<file path=ppt/ink/ink9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21.114"/>
    </inkml:context>
    <inkml:brush xml:id="br0">
      <inkml:brushProperty name="width" value="0.05" units="cm"/>
      <inkml:brushProperty name="height" value="0.05" units="cm"/>
      <inkml:brushProperty name="color" value="#004F8B"/>
    </inkml:brush>
  </inkml:definitions>
  <inkml:trace contextRef="#ctx0" brushRef="#br0">17 6 5265,'5'52'78,"-3"1"-1,-10 100 0,1 0 6157,6-155-4741,-2-15-1092,1 1 1,1-1-1,0 0 0,1 0 0,1 0 0,3-17 1,-1 1-332,-2 15-188,1 0-1,0 0 0,2 1 0,0-1 0,1 1 0,0 0 0,11-20 0,-13 31 76,0 0 0,0 1-1,1-1 1,0 1 0,0 0 0,1 0 0,0 0-1,-1 0 1,1 1 0,1 0 0,-1 0-1,1 0 1,-1 1 0,1 0 0,0 0-1,0 0 1,1 1 0,-1 0 0,1 0-1,-1 0 1,1 1 0,11-1 0,-10 3-60,0-1 0,1 2 0,-1-1 0,0 1 1,0 0-1,0 1 0,0 0 0,0 0 0,0 0 1,-1 1-1,0 1 0,0-1 0,0 1 0,0 0 1,-1 1-1,1-1 0,9 13 0,-11-12 65,1 0 0,-2 0 0,1 0 1,-1 0-1,1 1 0,-2-1 0,1 1 0,-1 0 0,0 0 0,-1 1 0,1-1 0,-1 1 0,-1-1 1,0 1-1,0 0 0,0-1 0,-1 1 0,0 0 0,-2 12 0,0-14 119,0 0 0,-1 0 0,1 0 0,-1-1 0,-1 1 0,1-1 1,-1 0-1,-7 8 0,10-12 227</inkml:trace>
</inkml:ink>
</file>

<file path=ppt/ink/ink9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21.904"/>
    </inkml:context>
    <inkml:brush xml:id="br0">
      <inkml:brushProperty name="width" value="0.05" units="cm"/>
      <inkml:brushProperty name="height" value="0.05" units="cm"/>
      <inkml:brushProperty name="color" value="#004F8B"/>
    </inkml:brush>
  </inkml:definitions>
  <inkml:trace contextRef="#ctx0" brushRef="#br0">4 60 10770,'21'-18'2993,"3"5"-2994,-11 7 266,-3 1-205,-1 2 1,1-1-1,0 1 1,-1 1-1,1 0 1,0 0-1,1 1 1,-1 1-1,0-1 1,0 2-1,15 1 0,-21-2-200,-1 1 1,1 0-1,0-1 0,0 1 0,0 1 0,0-1 0,-1 1 0,1-1 0,-1 1 0,1 0 0,-1 1 0,4 2 0,-6-4 81,0-1 1,-1 1-1,1 0 1,0-1-1,-1 1 1,1 0-1,-1 0 1,1 0-1,-1 0 1,0-1-1,1 1 1,-1 0-1,0 0 1,1 0-1,-1 0 1,0 0-1,0 0 1,0 0-1,0 0 1,0 0-1,0 1 1,-1-1 44,1 1 1,-1-1-1,0 1 1,1-1 0,-1 0-1,0 1 1,0-1 0,0 0-1,0 1 1,0-1 0,0 0-1,-1 0 1,1 0 0,0 0-1,-1 0 1,1-1-1,-2 2 1,-21 11 112,0-2 0,-35 12 0,16-7-32,42-15-184,31-2-343,59 9 1142,-82-7-699,1 0 0,-1 1 0,1 0 0,-1 0 0,0 1 0,0 0 0,0 0 0,0 1 0,-1 0 0,1 0 0,-1 0 0,0 1 0,8 7 0,-12-9-40,0-1 0,0 1 0,0-1 0,-1 1 0,1 0 0,-1 0 0,1 0 0,-1 0 0,0 0 0,0 0-1,0 0 1,0 0 0,-1 0 0,1 0 0,-1 0 0,0 1 0,0-1 0,-1 6 0,0-4 38,0 1 1,-1-1-1,0 0 0,0 0 0,0 0 0,-1 0 0,0 0 1,0 0-1,0-1 0,-5 5 0,-3 4 92,-2-1 1,0 0-1,0-1 0,-1 0 1,-27 14-1,19-12 52,-33 12 0,49-22-16,-1-1 1,1 0-1,-1 0 1,0-1 0,1 0-1,-1 0 1,0 0-1,1-1 1,-1 0-1,-9-1 1,14 0-76,1 1 1,0 0-1,-1-1 1,1 1 0,-1-1-1,1 0 1,0 0-1,-1 1 1,1-1-1,0 0 1,0 0-1,0 0 1,0 0-1,0 0 1,0 0-1,0-1 1,0 1-1,0 0 1,0 0-1,1-1 1,-1 1-1,0-1 1,1 1-1,-1-3 1,-3-7-839</inkml:trace>
</inkml:ink>
</file>

<file path=ppt/ink/ink9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22.501"/>
    </inkml:context>
    <inkml:brush xml:id="br0">
      <inkml:brushProperty name="width" value="0.05" units="cm"/>
      <inkml:brushProperty name="height" value="0.05" units="cm"/>
      <inkml:brushProperty name="color" value="#004F8B"/>
    </inkml:brush>
  </inkml:definitions>
  <inkml:trace contextRef="#ctx0" brushRef="#br0">70 53 8690,'0'0'271,"-2"9"-1689,2-8 1417,-10 36 14,-5 49 0,13-75 165,1 0-1,1 0 1,0 0 0,0 0-1,1 1 1,0-1 0,1 0-1,1 0 1,6 18 0,-9-27 15,1 1 1,0-1 0,1 0 0,-1 0-1,0 0 1,1 1 0,-1-2-1,1 1 1,0 0 0,-1 0 0,1 0-1,0-1 1,0 1 0,0-1-1,0 1 1,0-1 0,1 0 0,-1 0-1,0 0 1,1 0 0,3 0-1,-2 0 33,0-1-1,0 0 1,0 0-1,0 0 1,1-1-1,-1 0 0,0 1 1,0-2-1,0 1 1,0 0-1,7-4 1,0-1 18,0-1 0,0 1 0,-1-2 0,1 0 0,-2 0 0,1-1 0,12-15 0,-14 13-188,0-1-1,-1 0 1,-1 0 0,0-1 0,0 0-1,-1 0 1,-1 0 0,0 0 0,3-20-1,-6 27-134,-1 1 0,0-1 0,0 1 0,0-1 0,0 1 0,-1 0 0,0-1 0,0 1 0,0 0 0,-1 0 0,-4-10 0,4 11-67,0 1 1,0 0-1,-1 0 1,1 0 0,-1 0-1,0 1 1,0-1-1,0 1 1,0-1 0,0 1-1,0 0 1,-1 0-1,1 1 1,-1-1 0,1 1-1,-1-1 1,0 1-1,-6-1 1,2 1-47,0 0 0,0 1 0,-1 0-1,1 0 1,0 1 0,-1 0 0,1 0 0,0 1 0,0 0 0,0 0 0,0 1 0,-8 4-1,0 1 73,-1 0 0,1 2-1,1 0 1,-20 16 0,21-13-593,7-1-847</inkml:trace>
</inkml:ink>
</file>

<file path=ppt/ink/ink9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22.867"/>
    </inkml:context>
    <inkml:brush xml:id="br0">
      <inkml:brushProperty name="width" value="0.05" units="cm"/>
      <inkml:brushProperty name="height" value="0.05" units="cm"/>
      <inkml:brushProperty name="color" value="#004F8B"/>
    </inkml:brush>
  </inkml:definitions>
  <inkml:trace contextRef="#ctx0" brushRef="#br0">15 0 9658,'-3'0'856,"-1"1"-1480,-1 12 316,4-9 366,1-1 0,-1 0 0,1 0 0,0 0 0,-1 0-1,1 0 1,0 1 0,1-1 0,-1 0 0,1 0 0,-1 0 0,1 0 0,0 0 0,0 0 0,0 0 0,1 0-1,-1 0 1,11 7 7212,-12-11-7098,10-13 2218,9-20-2258,-14 24-1219</inkml:trace>
</inkml:ink>
</file>

<file path=ppt/ink/ink9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35.314"/>
    </inkml:context>
    <inkml:brush xml:id="br0">
      <inkml:brushProperty name="width" value="0.05" units="cm"/>
      <inkml:brushProperty name="height" value="0.05" units="cm"/>
    </inkml:brush>
  </inkml:definitions>
  <inkml:trace contextRef="#ctx0" brushRef="#br0">39 22 2056,'-1'-14'10642,"0"7"-10995,-12 76-8113,-3 73 7420,8 393 1259,17-371-129,13 152 169,-18-278-222,53 375 955,-38-156-911,-17-219-74,4 448 124,0-192-94,3 31 6,4-33 96,13 223 106,-18-119 41,-7-98 23,0-19 156,2 35 202,7-210 174,42 173-1,-33-188-441,29 108 947,16 90-486,-39-16 331,-25-253-1447</inkml:trace>
</inkml:ink>
</file>

<file path=ppt/ink/ink9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37.481"/>
    </inkml:context>
    <inkml:brush xml:id="br0">
      <inkml:brushProperty name="width" value="0.05" units="cm"/>
      <inkml:brushProperty name="height" value="0.05" units="cm"/>
    </inkml:brush>
  </inkml:definitions>
  <inkml:trace contextRef="#ctx0" brushRef="#br0">0 564 1216,'61'9'1015,"0"-2"0,1-3 0,71-5-1,-49 0-717,745-33 1879,-297 5-1585,282-9 381,-192 7-568,1672-19 1197,-1551 37-1465,165-1-34,554-15 271,-642 8-241,-131-1-49,-141 4-38,-89 9-4,336-12 174,386-86 1115,-995 86-1305,586-36 115,6 36-137,-197 7 76,554-17-768,-1060 29-223</inkml:trace>
</inkml:ink>
</file>

<file path=ppt/ink/ink9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39.485"/>
    </inkml:context>
    <inkml:brush xml:id="br0">
      <inkml:brushProperty name="width" value="0.05" units="cm"/>
      <inkml:brushProperty name="height" value="0.05" units="cm"/>
    </inkml:brush>
  </inkml:definitions>
  <inkml:trace contextRef="#ctx0" brushRef="#br0">295 0 1288,'0'0'5412,"1"6"-6735,12 273-527,-11-198 2141,9 574 21,-16-530-197,-29 167 0,-46 190-18,-5-88 484,16-39 4787,41-183-5354,19-111 59,2 0 1,3 64-1,12 124 104,-3-159-81,7 342 144,-5-111-39,-4-234-154,20 405 144,-11-202-114,0 9 178,-3-70 656,9 82 1631,-17-303-2499,3 22 307,14 55 1,-17-83-541</inkml:trace>
</inkml:ink>
</file>

<file path=ppt/ink/ink9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40.721"/>
    </inkml:context>
    <inkml:brush xml:id="br0">
      <inkml:brushProperty name="width" value="0.05" units="cm"/>
      <inkml:brushProperty name="height" value="0.05" units="cm"/>
    </inkml:brush>
  </inkml:definitions>
  <inkml:trace contextRef="#ctx0" brushRef="#br0">22 104 6321,'-10'-44'3958,"7"35"-2871,0 0-1,1-1 1,1 0-1,-1-11 1555,6 21-4225,-1 1 1272,1-1 1,0 1 0,-1 0 0,1 1 0,0-1-1,-1 0 1,0 1 0,1 0 0,-1 0 0,4 3-1,38 33 114,-18-16 6,30 19 168,-38-29 99,0 1 0,-1 0 1,-1 2-1,27 28 0,-43-41-144,1 0-768</inkml:trace>
</inkml:ink>
</file>

<file path=ppt/ink/ink9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41.016"/>
    </inkml:context>
    <inkml:brush xml:id="br0">
      <inkml:brushProperty name="width" value="0.05" units="cm"/>
      <inkml:brushProperty name="height" value="0.05" units="cm"/>
    </inkml:brush>
  </inkml:definitions>
  <inkml:trace contextRef="#ctx0" brushRef="#br0">460 0 6849,'0'0'907,"-3"3"-2171,-28 17 995,2 1 0,-40 37 0,-1 1 581,64-55-258,-50 38 801,2 3 0,-87 93 1,140-137-1287</inkml:trace>
</inkml:ink>
</file>

<file path=ppt/ink/ink9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41.344"/>
    </inkml:context>
    <inkml:brush xml:id="br0">
      <inkml:brushProperty name="width" value="0.05" units="cm"/>
      <inkml:brushProperty name="height" value="0.05" units="cm"/>
    </inkml:brush>
  </inkml:definitions>
  <inkml:trace contextRef="#ctx0" brushRef="#br0">6 35 4673,'-6'0'10058,"30"-5"-9842,1-1-40,5 0-128,10 0-280,10 0-424,6 1-1456</inkml:trace>
</inkml:ink>
</file>

<file path=ppt/ink/ink9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41.682"/>
    </inkml:context>
    <inkml:brush xml:id="br0">
      <inkml:brushProperty name="width" value="0.05" units="cm"/>
      <inkml:brushProperty name="height" value="0.05" units="cm"/>
    </inkml:brush>
  </inkml:definitions>
  <inkml:trace contextRef="#ctx0" brushRef="#br0">233 2 2945,'-22'0'985,"14"-1"-796,0 1 1,0 0-1,0 0 0,1 0 0,-1 1 1,0 1-1,0-1 0,1 1 1,-1 1-1,1-1 0,-1 1 0,-11 7 1,10-5-243,1 1 0,0 1 1,0-1-1,0 2 0,1-1 0,-1 1 1,-10 15-1,15-18 75,0 0 0,0 1 0,0-1 0,1 1 1,0-1-1,0 1 0,0 0 0,1 0 0,-1 0 0,1 0 0,1 0 0,-1 0 0,1 0 0,0 0 1,2 7-1,-2-10 86,1 0 1,0-1 0,0 1 0,0 0-1,0 0 1,0-1 0,1 1-1,-1-1 1,1 1 0,0-1 0,0 0-1,0 1 1,0-1 0,0 0 0,0 0-1,0 0 1,1-1 0,-1 1-1,1-1 1,-1 1 0,1-1 0,0 0-1,4 2 1,3 0-7,0-1 1,0 0-1,0 0 0,0-1 1,15 0-1,23-1-1014</inkml:trace>
</inkml:ink>
</file>

<file path=ppt/ink/ink9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42.097"/>
    </inkml:context>
    <inkml:brush xml:id="br0">
      <inkml:brushProperty name="width" value="0.05" units="cm"/>
      <inkml:brushProperty name="height" value="0.05" units="cm"/>
    </inkml:brush>
  </inkml:definitions>
  <inkml:trace contextRef="#ctx0" brushRef="#br0">183 25 4233,'-4'-3'152,"-1"0"0,0 0 1,0 1-1,1-1 0,-1 1 0,-1 0 0,1 1 1,0-1-1,0 1 0,-1 0 0,1 0 1,-1 1-1,-7-1 0,8 2-203,1 0 0,-1 0 0,0 0 0,1 0 0,-1 1 0,1-1 0,-1 1-1,1 1 1,0-1 0,0 0 0,0 1 0,0 0 0,0 0 0,1 0 0,-1 0 0,1 1 0,0 0 0,0-1 0,0 1 0,0 0 0,1 0 0,-1 1-1,-2 6 1,3-8 131,1 1 0,-1-1 0,1 1 0,0-1 0,0 1 0,0 0 0,0-1 0,1 1 0,0 0 1,-1 0-1,1-1 0,1 1 0,-1 0 0,0 0 0,1-1 0,0 1 0,0 0 0,0-1 0,0 1 0,0-1 0,1 1 0,0-1 0,0 0 0,0 0 0,0 0 0,0 0 0,4 5 0,-1-5 172,-1 1 1,1-1-1,0 0 1,-1 0-1,1 0 1,1-1-1,-1 1 1,0-1-1,1 0 1,-1-1-1,1 0 1,-1 1-1,1-2 1,0 1-1,-1-1 1,1 0-1,9-1 1,2-1 9,0-1 0,0 0-1,0-2 1,22-8 0,-31 10-186,-1 0-1,1-1 0,-1 0 1,0 0-1,0 0 0,-1-1 1,1 0-1,-1 0 1,0-1-1,0 0 0,7-10 1,-11 14-89,-1 0-1,1 0 1,-1 0 0,0 0 0,0 0 0,0-1-1,0 1 1,0 0 0,0-1 0,-1 1 0,1 0-1,-1-1 1,0 1 0,1-1 0,-1 1 0,0-1 0,-1 1-1,1-1 1,0 1 0,-1-1 0,1 1 0,-1-1-1,0 1 1,0 0 0,0 0 0,0-1 0,0 1-1,0 0 1,-1 0 0,1 0 0,-1 0 0,1 0 0,-1 0-1,0 1 1,0-1 0,0 0 0,0 1 0,-3-2-1,-2-1-274,1 0 0,-1 1 0,-1 0 0,1 0 0,0 0 0,-1 1 0,0 1 0,1-1-1,-1 1 1,0 0 0,-8 1 0,13 0 219,-4 0-78,0 0 0,0 0 0,0 1 0,0 0 0,0 0 0,0 1 0,-13 5 0,8 0-500</inkml:trace>
</inkml:ink>
</file>

<file path=ppt/ink/ink9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42.815"/>
    </inkml:context>
    <inkml:brush xml:id="br0">
      <inkml:brushProperty name="width" value="0.05" units="cm"/>
      <inkml:brushProperty name="height" value="0.05" units="cm"/>
    </inkml:brush>
  </inkml:definitions>
  <inkml:trace contextRef="#ctx0" brushRef="#br0">33 31 4873,'0'0'269,"-2"5"-3107,-4 10 2568,1 0 0,1 1 0,1-1 0,0 1 0,1 0 0,-1 25-1,-2 12 13730,7-56-11913,3-10-1491,1 1 0,0 0 0,1 0 0,1 0 0,0 1 0,1 0 0,16-17 0,-19 23-194,0-1-1,0 2 0,1-1 0,-1 1 1,1 0-1,0 0 0,0 1 1,0 0-1,1 0 0,-1 1 0,1 0 1,0 0-1,-1 0 0,1 1 1,12 0-1,-16 2 53,1-1-1,-1 1 1,0 0 0,1 0-1,-1 0 1,0 0-1,0 1 1,0 0 0,0 0-1,0 0 1,0 0 0,-1 0-1,1 1 1,-1 0 0,0 0-1,1 0 1,-1 0 0,3 4-1,-4-4 60,1 0 0,-1 1 0,0-1 0,0 0 0,0 0 0,-1 1 0,1-1 1,-1 1-1,0 0 0,0-1 0,0 1 0,0 0 0,-1 0 0,0-1 0,1 1 0,-1 0 0,-1 0 0,1 0 0,0-1 0,-3 8 4197,2-18-2037,1 2-2147,0 0 0,0 0 0,0 0-1,1 0 1,-1 0 0,1 0 0,0 0 0,1 0 0,-1 0-1,1 0 1,0 1 0,0-1 0,6-8 0,-3 6-111,0 0 0,1 0 0,0 0 0,0 1 0,1 0 1,-1 0-1,1 1 0,9-5 0,-9 5-20,0 1 0,0 0 0,1 0 0,0 1 0,0 0 0,0 0 0,0 1 0,0 0 0,0 0-1,0 1 1,1 0 0,-1 0 0,1 1 0,-1 0 0,1 1 0,-1 0 0,0 0 0,1 1 0,9 3 0,-14-3 55,0 0 0,0 0 0,0 1 0,-1-1 0,1 1 0,-1 0 0,1 0 0,-1 0 0,0 0 0,0 0 0,-1 1 0,1-1 0,-1 1 0,1 0 0,-1 0 0,-1 0 0,1 0 0,0 0 0,0 5 0,0-1 131,0 0-1,-1 1 0,0-1 1,-1 1-1,0-1 1,0 0-1,-1 1 0,0-1 1,-2 9-1,5-7-523,1-6-539</inkml:trace>
</inkml:ink>
</file>

<file path=ppt/ink/ink9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43.125"/>
    </inkml:context>
    <inkml:brush xml:id="br0">
      <inkml:brushProperty name="width" value="0.05" units="cm"/>
      <inkml:brushProperty name="height" value="0.05" units="cm"/>
    </inkml:brush>
  </inkml:definitions>
  <inkml:trace contextRef="#ctx0" brushRef="#br0">60 1 5521,'0'0'1226,"-2"7"-3205,-17 98-45,-11 174-1,21 115 7499,9-387-4954</inkml:trace>
</inkml:ink>
</file>

<file path=ppt/ink/ink9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43.467"/>
    </inkml:context>
    <inkml:brush xml:id="br0">
      <inkml:brushProperty name="width" value="0.05" units="cm"/>
      <inkml:brushProperty name="height" value="0.05" units="cm"/>
    </inkml:brush>
  </inkml:definitions>
  <inkml:trace contextRef="#ctx0" brushRef="#br0">0 57 6753,'2'-4'229,"0"1"-1,0-1 0,0 1 0,1-1 0,-1 1 0,1 0 0,0 0 0,-1 0 0,1 0 0,1 1 0,-1-1 0,0 1 0,1 0 0,-1 0 0,1 0 1,-1 0-1,1 1 0,0-1 0,0 1 0,0 0 0,0 0 0,0 0 0,0 1 0,7-1 0,-2 0-142,-1 1 0,0 0 0,1 0 0,-1 1 0,1 0 0,-1 1 0,0 0 0,0 0 0,0 0 1,16 8-1,-22-9-144,1 1 0,-1-1 0,1 1 0,-1 0 1,0 0-1,1 0 0,-1 0 0,0 0 1,0 0-1,-1 0 0,1 1 0,2 3 0,-4-5 36,0 0 0,1 0-1,-1 0 1,0 0 0,0 0-1,0 1 1,0-1-1,0 0 1,0 0 0,0 0-1,0 0 1,-1 0-1,1 0 1,0 0 0,-1 0-1,1 0 1,-1 0-1,1 0 1,-1 0 0,1 0-1,-1 0 1,1 0-1,-1 0 1,0 0 0,0 0-1,0-1 1,1 1 0,-1 0-1,0-1 1,0 1-1,0 0 1,0-1 0,-1 1-1,-19 10 159,0 0 0,0-2 0,-1-1 0,-25 7 0,44-15-632</inkml:trace>
</inkml:ink>
</file>

<file path=ppt/ink/ink9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43.879"/>
    </inkml:context>
    <inkml:brush xml:id="br0">
      <inkml:brushProperty name="width" value="0.05" units="cm"/>
      <inkml:brushProperty name="height" value="0.05" units="cm"/>
    </inkml:brush>
  </inkml:definitions>
  <inkml:trace contextRef="#ctx0" brushRef="#br0">86 42 6001,'0'0'-334,"-9"8"-1368,8-7 1773,-9 7-540,1 1 0,-17 19 0,24-25 495,-1 1 1,1-1 0,0 0-1,1 1 1,-1-1 0,0 1-1,-1 5 1,3-8 118,0 0 0,0 1 0,-1-1 0,1 0 0,0 1 0,0-1 1,0 1-1,0-1 0,1 0 0,-1 1 0,0-1 0,1 0 0,-1 1 0,1-1 1,-1 0-1,1 1 0,-1-1 0,1 0 0,0 0 0,1 2 0,1-1 247,-1 0 0,0 0-1,1-1 1,0 1-1,-1-1 1,1 0 0,0 1-1,0-1 1,0-1 0,0 1-1,0 0 1,0-1-1,0 1 1,0-1 0,4 0-1,46-5 1482,-47 4-1796,-1 0-1,1-1 0,-1 0 0,1 0 1,-1 0-1,1-1 0,-1 0 0,0 0 1,0 0-1,-1-1 0,1 1 0,-1-1 1,0 0-1,1 0 0,-2-1 0,1 1 1,0-1-1,-1 0 0,0 0 0,0 0 0,-1 0 1,1-1-1,-1 1 0,0-1 0,-1 1 1,1-1-1,-1 0 0,1-9 0,-2 13-191,-1 0 0,1 0 0,0 0-1,-1 0 1,1 0 0,-1 0 0,0 0-1,1 0 1,-1 0 0,0 1 0,0-1-1,0 0 1,-1 1 0,1-1-1,0 0 1,-1 1 0,1-1 0,-1 1-1,1 0 1,-1 0 0,1-1 0,-1 1-1,0 0 1,0 0 0,0 1 0,1-1-1,-1 0 1,0 1 0,0-1-1,0 1 1,0-1 0,0 1 0,0 0-1,0 0 1,-3 0 0,-3 0-172,-1 0 0,1 0 0,0 1 0,0 0 0,0 0 0,0 1 0,-11 3 0,8-1 112,1 0 0,0 0 0,0 1 0,1 0-1,0 0 1,-1 1 0,2 1 0,-12 9 0,10-3-1090</inkml:trace>
</inkml:ink>
</file>

<file path=ppt/ink/ink9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44.421"/>
    </inkml:context>
    <inkml:brush xml:id="br0">
      <inkml:brushProperty name="width" value="0.05" units="cm"/>
      <inkml:brushProperty name="height" value="0.05" units="cm"/>
    </inkml:brush>
  </inkml:definitions>
  <inkml:trace contextRef="#ctx0" brushRef="#br0">203 35 4049,'-5'-1'-91,"1"-1"0,-1 2-1,0-1 1,0 0 0,0 1 0,0 0 0,0 0 0,0 0 0,0 1-1,1 0 1,-1 0 0,0 0 0,0 0 0,1 1 0,-1-1-1,1 1 1,-1 1 0,1-1 0,0 1 0,0-1 0,0 1 0,-7 7-1,2-3 49,1 0-1,0 1 0,1 0 0,0 1 1,0-1-1,1 1 0,0 0 0,0 1 1,1 0-1,0 0 0,1 0 1,0 0-1,1 0 0,-1 19 7869,11-34-3982,27-24-4271,-20 17 945,15-12-904,1 2 0,1 2 0,0 0 0,2 3 0,0 0 0,1 2 0,44-13 0,-72 26 403,0 1 0,0 0-1,1-1 1,-1 2 0,1-1 0,-1 1 0,0 0 0,12 2 0,-15-2-38,-1 1 0,1-1 1,-1 1-1,1 0 1,-1 0-1,0 0 1,0 1-1,1-1 1,-1 0-1,0 1 0,0-1 1,0 1-1,0 0 1,-1 0-1,1 0 1,0 0-1,-1 0 1,1 0-1,-1 0 0,0 0 1,0 0-1,0 1 1,0-1-1,1 5 1,0 3-72,0-1 0,0 1 0,-1 0 0,-1 0 0,0 0 0,0-1 0,-1 1 0,0 0 0,-1 0 0,0-1 0,0 1 0,-1-1 1,0 1-1,-1-1 0,-9 16 0,8-13 842</inkml:trace>
</inkml:ink>
</file>

<file path=ppt/ink/ink9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44.891"/>
    </inkml:context>
    <inkml:brush xml:id="br0">
      <inkml:brushProperty name="width" value="0.05" units="cm"/>
      <inkml:brushProperty name="height" value="0.05" units="cm"/>
    </inkml:brush>
  </inkml:definitions>
  <inkml:trace contextRef="#ctx0" brushRef="#br0">29 80 456,'0'0'255,"9"7"6552,0-2-6393,1-2 1,0 1 0,-1-1 0,1-1 0,0 0 0,1 0 0,-1-1 0,0-1 0,0 1-1,14-3 1,4 0-110,-1-2-1,52-13 1,-71 15-258,0-1-1,0 0 1,0 0 0,9-6 0,-16 8-68,1 1 1,-1-1-1,1 0 1,-1 0-1,1 0 1,-1 0-1,0 0 1,0 0-1,1-1 1,-1 1-1,0 0 1,0-1-1,0 1 1,0 0-1,-1-1 1,1 0 0,0 1-1,-1-1 1,1 1-1,-1-1 1,1 0-1,-1 1 1,0-1-1,1 0 1,-1 1-1,0-1 1,0 0-1,-1-3 1,0 4-113,0-1 1,0 1-1,0-1 1,0 1 0,0 0-1,0-1 1,0 1-1,-1 0 1,1 0-1,0 0 1,-1 0 0,1 0-1,-1 0 1,0 0-1,1 1 1,-1-1-1,1 1 1,-1-1 0,0 1-1,1-1 1,-1 1-1,0 0 1,0 0-1,-2 0 1,-45 0-1434,24 3 1234,1 0 1,-1 2-1,-36 13 1,46-13 333,1 0-1,0 2 1,0 0 0,1 0-1,0 1 1,0 1 0,-12 10-1,23-17 30,0-1-1,0 1 0,0 0 0,0-1 0,1 1 0,-1 0 0,1 0 1,0 0-1,-1 0 0,1 0 0,0 0 0,0 0 0,0 1 1,1-1-1,-1 0 0,0 1 0,1-1 0,0 0 0,-1 1 1,1-1-1,0 0 0,0 1 0,0-1 0,1 1 0,-1-1 1,0 0-1,2 4 0,0-3 111,0 0 0,-1 0-1,2 0 1,-1-1 0,0 1 0,0-1 0,1 1 0,0-1 0,-1 0 0,1 0 0,0 0-1,0 0 1,0-1 0,0 1 0,0-1 0,0 1 0,1-1 0,-1 0 0,6 0-1,23 5 353,0-1 0,46 0 0,68-11-4171,-88-1 779</inkml:trace>
</inkml:ink>
</file>

<file path=ppt/ink/ink9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45.328"/>
    </inkml:context>
    <inkml:brush xml:id="br0">
      <inkml:brushProperty name="width" value="0.05" units="cm"/>
      <inkml:brushProperty name="height" value="0.05" units="cm"/>
    </inkml:brush>
  </inkml:definitions>
  <inkml:trace contextRef="#ctx0" brushRef="#br0">80 44 4569,'0'0'-57,"0"-1"1,0 1-1,0 0 0,0 0 1,0-1-1,0 1 0,0 0 1,0 0-1,0-1 0,-1 1 1,1 0-1,0 0 0,0-1 1,0 1-1,0 0 0,-1 0 1,1 0-1,0-1 0,0 1 1,0 0-1,-1 0 0,1 0 1,0 0-1,0 0 0,-1 0 1,1-1-1,0 1 0,0 0 1,-1 0-1,1 0 0,0 0 1,0 0-1,-1 0 0,1 0 1,-10 8-927,6-3 808,0 1 0,1 0 0,0 0 0,0 0 0,-3 11 0,-20 65-157,11-31 12179,41-94-8435,-12 24-3708,2 1-1,30-29 1,-34 36 148,0 1 0,1 0 1,0 2-1,1-1 0,0 1 0,0 1 0,1 1 0,0 0 0,0 1 1,1 0-1,-1 2 0,1-1 0,0 2 0,20-1 0,-33 3 40,0 0 0,0 0 0,0 0-1,0 1 1,0-1 0,0 1 0,0 0-1,0 0 1,0 0 0,-1 0 0,1 0-1,0 1 1,-1-1 0,1 1 0,-1-1-1,1 1 1,-1 0 0,0 0 0,4 5 0,-3-4-35,-1 1 0,0 1 0,0-1 0,0 0 0,0 0 0,-1 1 0,1-1 0,-1 1 0,0-1 0,-1 1 0,1 8 0,-1-2 81,0 0 1,-1 0-1,-1 0 1,1-1-1,-2 1 1,1 0-1,-2-1 1,1 0-1,-1 0 1,-7 12-1,-4 5 729,15-19-1068</inkml:trace>
</inkml:ink>
</file>

<file path=ppt/ink/ink9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45.684"/>
    </inkml:context>
    <inkml:brush xml:id="br0">
      <inkml:brushProperty name="width" value="0.05" units="cm"/>
      <inkml:brushProperty name="height" value="0.05" units="cm"/>
    </inkml:brush>
  </inkml:definitions>
  <inkml:trace contextRef="#ctx0" brushRef="#br0">111 0 4897,'0'0'2050,"-2"4"-3410,-12 24 712,2 0 1,0 0 0,-14 60 0,-8 97 1135,33-181-513,-7 75 1962,7-67-885,1 0 0,0 1 0,1-1 0,3 18 0,-3-29-973,-1 1 1,1-1-1,0 1 0,0-1 0,0 0 0,0 1 1,0-1-1,0 0 0,1 0 0,-1 1 0,0-1 0,1 0 1,-1 0-1,0-1 0,1 1 0,-1 0 0,1 0 1,0-1-1,-1 1 0,1-1 0,-1 1 0,1-1 0,0 0 1,-1 1-1,1-1 0,0 0 0,2 0 0,47-3-1662,-50 3 1531,34-6-2954</inkml:trace>
</inkml:ink>
</file>

<file path=ppt/ink/ink9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45.858"/>
    </inkml:context>
    <inkml:brush xml:id="br0">
      <inkml:brushProperty name="width" value="0.05" units="cm"/>
      <inkml:brushProperty name="height" value="0.05" units="cm"/>
    </inkml:brush>
  </inkml:definitions>
  <inkml:trace contextRef="#ctx0" brushRef="#br0">24 48 3793,'-24'-9'12867,"26"9"-12187,35-3-384,-3-5-88,27 1-744,11 0-489,14-7-3087</inkml:trace>
</inkml:ink>
</file>

<file path=ppt/ink/ink9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48.925"/>
    </inkml:context>
    <inkml:brush xml:id="br0">
      <inkml:brushProperty name="width" value="0.05" units="cm"/>
      <inkml:brushProperty name="height" value="0.05" units="cm"/>
    </inkml:brush>
  </inkml:definitions>
  <inkml:trace contextRef="#ctx0" brushRef="#br0">2 0 6217,'0'0'2273,"-1"0"-1825</inkml:trace>
</inkml:ink>
</file>

<file path=ppt/ink/ink9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49.098"/>
    </inkml:context>
    <inkml:brush xml:id="br0">
      <inkml:brushProperty name="width" value="0.05" units="cm"/>
      <inkml:brushProperty name="height" value="0.05" units="cm"/>
    </inkml:brush>
  </inkml:definitions>
  <inkml:trace contextRef="#ctx0" brushRef="#br0">72 0 160,'-14'50'104,"4"1"152,0-2 56,-1-5 80,5-3 48,-1-9 249,0-9 199,2-6 232,4-6-520</inkml:trace>
</inkml:ink>
</file>

<file path=ppt/ink/ink9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53.904"/>
    </inkml:context>
    <inkml:brush xml:id="br0">
      <inkml:brushProperty name="width" value="0.05" units="cm"/>
      <inkml:brushProperty name="height" value="0.05" units="cm"/>
    </inkml:brush>
  </inkml:definitions>
  <inkml:trace contextRef="#ctx0" brushRef="#br0">1 13 1888,'0'0'4124,"4"0"-3741,174-12 334,232 13 0,-143 4-259,712 7 264,-704-13-513,469 6 2513,-680-7-111,-31-1-4311</inkml:trace>
</inkml:ink>
</file>

<file path=ppt/ink/ink9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56.230"/>
    </inkml:context>
    <inkml:brush xml:id="br0">
      <inkml:brushProperty name="width" value="0.05" units="cm"/>
      <inkml:brushProperty name="height" value="0.05" units="cm"/>
    </inkml:brush>
  </inkml:definitions>
  <inkml:trace contextRef="#ctx0" brushRef="#br0">18 51 1048,'0'0'411,"-18"0"6932,325-27-6055,-125 6-812,-157 19-661</inkml:trace>
</inkml:ink>
</file>

<file path=ppt/ink/ink9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56.716"/>
    </inkml:context>
    <inkml:brush xml:id="br0">
      <inkml:brushProperty name="width" value="0.05" units="cm"/>
      <inkml:brushProperty name="height" value="0.05" units="cm"/>
    </inkml:brush>
  </inkml:definitions>
  <inkml:trace contextRef="#ctx0" brushRef="#br0">59 0 2745,'0'0'4096,"-1"8"-8881,-56 488 5732,57-492-602,-1 7-529,2-2 4072</inkml:trace>
</inkml:ink>
</file>

<file path=ppt/ink/ink9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57.180"/>
    </inkml:context>
    <inkml:brush xml:id="br0">
      <inkml:brushProperty name="width" value="0.05" units="cm"/>
      <inkml:brushProperty name="height" value="0.05" units="cm"/>
    </inkml:brush>
  </inkml:definitions>
  <inkml:trace contextRef="#ctx0" brushRef="#br0">14 0 5177,'0'0'8269,"1"5"-11175,3 34 2288,-2-1 1,-1 1 0,-6 49 0,1 21 773,-2-20-256,2-46 1021,2 2 3810</inkml:trace>
</inkml:ink>
</file>

<file path=ppt/ink/ink9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59.048"/>
    </inkml:context>
    <inkml:brush xml:id="br0">
      <inkml:brushProperty name="width" value="0.05" units="cm"/>
      <inkml:brushProperty name="height" value="0.05" units="cm"/>
    </inkml:brush>
  </inkml:definitions>
  <inkml:trace contextRef="#ctx0" brushRef="#br0">141 28 728,'0'0'1464,"-17"-1"-1173,-80 2 891,81 0 3504,23 0-3023,27-1-1525,26-11-8,1 3 1,95-2 494,-191 17-2205,-45 3 1083,3-6 3529,76-4-2896,27 2-441,19-3 235,57-8-1,23-1 79,-122 10 86,-10 0-2241,-139 22 1682,-9 0 525,27-13 146,139-10-1723</inkml:trace>
</inkml:ink>
</file>

<file path=ppt/ink/ink9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59.477"/>
    </inkml:context>
    <inkml:brush xml:id="br0">
      <inkml:brushProperty name="width" value="0.05" units="cm"/>
      <inkml:brushProperty name="height" value="0.05" units="cm"/>
    </inkml:brush>
  </inkml:definitions>
  <inkml:trace contextRef="#ctx0" brushRef="#br0">9 55 2833,'-1'0'128,"1"0"0,-1 0 1,1 0-1,0 0 1,-1 0-1,1 0 1,0-1-1,-1 1 1,1 0-1,0 0 1,-1-1-1,1 1 0,0 0 1,-1 0-1,1-1 1,0 1-1,0 0 1,-1-1-1,1 1 1,0 0-1,0-1 0,0 1 1,0 0-1,-1-1 1,1 1-1,0 0 1,0-1-1,0 1 1,0-1-1,0 1 0,0 0 1,0-1-1,0 1 1,0 0-1,0-1 1,0 1-1,0-1 1,0 1-1,17-9 1338,39 1-2237,-44 7 1268,205-24-1047,-200 25-1509</inkml:trace>
</inkml:ink>
</file>

<file path=ppt/ink/ink9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7:59.837"/>
    </inkml:context>
    <inkml:brush xml:id="br0">
      <inkml:brushProperty name="width" value="0.05" units="cm"/>
      <inkml:brushProperty name="height" value="0.05" units="cm"/>
    </inkml:brush>
  </inkml:definitions>
  <inkml:trace contextRef="#ctx0" brushRef="#br0">0 1 576,'0'0'3145</inkml:trace>
</inkml:ink>
</file>

<file path=ppt/ink/ink9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8:00.225"/>
    </inkml:context>
    <inkml:brush xml:id="br0">
      <inkml:brushProperty name="width" value="0.05" units="cm"/>
      <inkml:brushProperty name="height" value="0.05" units="cm"/>
    </inkml:brush>
  </inkml:definitions>
  <inkml:trace contextRef="#ctx0" brushRef="#br0">0 1 8370,'0'0'7096</inkml:trace>
</inkml:ink>
</file>

<file path=ppt/ink/ink9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8:00.923"/>
    </inkml:context>
    <inkml:brush xml:id="br0">
      <inkml:brushProperty name="width" value="0.05" units="cm"/>
      <inkml:brushProperty name="height" value="0.05" units="cm"/>
    </inkml:brush>
  </inkml:definitions>
  <inkml:trace contextRef="#ctx0" brushRef="#br0">26 43 2224,'-25'-3'9316,"37"-3"-5213,42-5-3595,367-12-560</inkml:trace>
</inkml:ink>
</file>

<file path=ppt/ink/ink9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8:01.353"/>
    </inkml:context>
    <inkml:brush xml:id="br0">
      <inkml:brushProperty name="width" value="0.05" units="cm"/>
      <inkml:brushProperty name="height" value="0.05" units="cm"/>
    </inkml:brush>
  </inkml:definitions>
  <inkml:trace contextRef="#ctx0" brushRef="#br0">100 1 5801,'0'0'6350,"-34"118"-13658,14-39 7068,-15 120 1,25-50 6324</inkml:trace>
</inkml:ink>
</file>

<file path=ppt/ink/ink9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8:01.817"/>
    </inkml:context>
    <inkml:brush xml:id="br0">
      <inkml:brushProperty name="width" value="0.05" units="cm"/>
      <inkml:brushProperty name="height" value="0.05" units="cm"/>
    </inkml:brush>
  </inkml:definitions>
  <inkml:trace contextRef="#ctx0" brushRef="#br0">33 63 6753,'0'0'4295,"0"7"-7911,-3 26 2364,-10 42 0,6-37 1330,-3 41 1,13-112 13955,2-14-9773,5-64-7084,-7 68 4145,-1-16-2059,-2 57-593</inkml:trace>
</inkml:ink>
</file>

<file path=ppt/ink/ink9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8:05.131"/>
    </inkml:context>
    <inkml:brush xml:id="br0">
      <inkml:brushProperty name="width" value="0.05" units="cm"/>
      <inkml:brushProperty name="height" value="0.05" units="cm"/>
    </inkml:brush>
  </inkml:definitions>
  <inkml:trace contextRef="#ctx0" brushRef="#br0">1 7 1952,'25'0'336,"1"-2"265,3 1-169,3 1-240,-1-3-296</inkml:trace>
</inkml:ink>
</file>

<file path=ppt/ink/ink9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8:06.766"/>
    </inkml:context>
    <inkml:brush xml:id="br0">
      <inkml:brushProperty name="width" value="0.05" units="cm"/>
      <inkml:brushProperty name="height" value="0.05" units="cm"/>
    </inkml:brush>
  </inkml:definitions>
  <inkml:trace contextRef="#ctx0" brushRef="#br0">0 549 1064,'569'-54'3654,"-371"34"-2987,-86 11-469,82-2-20,-14 2-32,345-46-20,52 11 297,259 43-337,-101 3-17,-171-40 56,-289 15-85,1704-122 218,-524 90 306,-1377 54-552,702-25 1211,-513 15-554,384-10 211,572 0-129,-894 19-680,584 3 111,276-7-182,-1121 8-673,-3 2-870</inkml:trace>
</inkml:ink>
</file>

<file path=ppt/ink/ink9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8:11.980"/>
    </inkml:context>
    <inkml:brush xml:id="br0">
      <inkml:brushProperty name="width" value="0.05" units="cm"/>
      <inkml:brushProperty name="height" value="0.05" units="cm"/>
    </inkml:brush>
  </inkml:definitions>
  <inkml:trace contextRef="#ctx0" brushRef="#br0">74 106 1800,'0'-4'5447,"0"3"-5389,-1 0 1,1 0 0,-1 0-1,1 0 1,-1 0 0,0 1 0,1-1-1,-1 0 1,0 0 0,0 0-1,1 1 1,-1-1 0,0 0-1,0 1 1,0-1 0,0 1-1,-2-1 1,-30-15 80,12 10 1922,16 6 663,332-47-2279,-288 41-347,-13 1-207,47-2-1</inkml:trace>
</inkml:ink>
</file>

<file path=ppt/ink/ink9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8:12.309"/>
    </inkml:context>
    <inkml:brush xml:id="br0">
      <inkml:brushProperty name="width" value="0.05" units="cm"/>
      <inkml:brushProperty name="height" value="0.05" units="cm"/>
    </inkml:brush>
  </inkml:definitions>
  <inkml:trace contextRef="#ctx0" brushRef="#br0">45 0 5009,'0'0'875,"-1"9"1045,-19 149-2411,-4 46 1348,24-172 899</inkml:trace>
</inkml:ink>
</file>

<file path=ppt/ink/ink9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8:12.971"/>
    </inkml:context>
    <inkml:brush xml:id="br0">
      <inkml:brushProperty name="width" value="0.05" units="cm"/>
      <inkml:brushProperty name="height" value="0.05" units="cm"/>
    </inkml:brush>
  </inkml:definitions>
  <inkml:trace contextRef="#ctx0" brushRef="#br0">30 39 9482,'0'0'4845,"15"-9"-3373,-3 4-1448,-1 0-1,1 1 0,-1 0 0,1 1 1,0 0-1,0 1 0,1 0 0,14 0 1,-19 2-189,0 1 1,0 0 0,0 0 0,-1 0-1,1 1 1,0 0 0,0 1 0,-1-1-1,1 2 1,10 5 0,-16-8 109,0 1 1,0-1 0,0 1-1,0-1 1,-1 1-1,1 0 1,0 0-1,-1 0 1,1 0-1,-1 0 1,0 0 0,1 0-1,-1 1 1,0-1-1,0 0 1,-1 1-1,1-1 1,0 0 0,-1 1-1,0-1 1,1 1-1,-1-1 1,0 1-1,0-1 1,0 1 0,-1-1-1,1 1 1,-1-1-1,1 1 1,-1-1-1,0 1 1,0-1-1,0 0 1,0 0 0,0 1-1,0-1 1,-3 3-1,-5 8 33,1-1-1,-2 0 0,0-1 0,0 0 1,-22 18-1,-69 43 146,37-28-8,31-21 2917,55-29-2846,272-40 957,-283 45-2069</inkml:trace>
</inkml:ink>
</file>

<file path=ppt/ink/ink9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8:13.476"/>
    </inkml:context>
    <inkml:brush xml:id="br0">
      <inkml:brushProperty name="width" value="0.05" units="cm"/>
      <inkml:brushProperty name="height" value="0.05" units="cm"/>
    </inkml:brush>
  </inkml:definitions>
  <inkml:trace contextRef="#ctx0" brushRef="#br0">140 20 7266,'-2'-4'-57,"2"3"173,0 0-1,0 0 1,-1 1-1,1-1 0,0 0 1,0 1-1,-1-1 1,1 0-1,0 1 0,-1-1 1,1 1-1,-1-1 1,1 0-1,0 1 0,-1-1 1,1 1-1,-1-1 1,0 1-1,1 0 0,-1-1 1,1 1-1,-1 0 1,0-1-1,1 1 0,-1 0 1,0-1-1,1 1 1,-1 0-1,0 0 0,1 0 1,-1 0-1,0 0 1,0 0-1,1 0 0,-1 0 1,0 0-1,0 0 1,1 0-1,-1 0 1,0 0-1,1 1 0,-1-1 1,0 0-1,1 1 1,-1-1-1,-1 1 0,-2 1-156,0 0-1,-1 1 0,1-1 0,0 1 0,0 0 0,0 0 1,1 0-1,-1 0 0,1 1 0,-1-1 0,1 1 0,1 0 1,-1 0-1,0 0 0,1 1 0,0-1 0,0 1 0,-2 6 1,-7 18 83,2 1 1,1 0 0,2 0-1,1 0 1,1 0 0,1 1-1,3 43 1,0-71 37,0 0-1,1 0 1,-1 0 0,1 0-1,-1 0 1,1 0 0,0 0-1,0-1 1,0 1 0,1 0-1,-1 0 1,1-1 0,-1 1 0,1-1-1,0 0 1,0 1 0,0-1-1,0 0 1,1 0 0,-1 0-1,1 0 1,-1-1 0,1 1-1,-1-1 1,1 1 0,0-1-1,0 0 1,-1 0 0,4 1 0,4-1-74,0 1 0,-1-1 0,1-1 0,0 0 1,0 0-1,0-1 0,16-3 0,-2-2-1711</inkml:trace>
</inkml:ink>
</file>

<file path=ppt/ink/ink9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8:13.941"/>
    </inkml:context>
    <inkml:brush xml:id="br0">
      <inkml:brushProperty name="width" value="0.05" units="cm"/>
      <inkml:brushProperty name="height" value="0.05" units="cm"/>
    </inkml:brush>
  </inkml:definitions>
  <inkml:trace contextRef="#ctx0" brushRef="#br0">46 140 4985,'0'0'5684,"-1"-1"-5160,-4 7-1894,-2 7 1339,1-1-1,1 2 1,0-1-1,1 0 1,1 1-1,0 0 1,0 0-1,1 0 1,1 0-1,1 0 1,0 0-1,1 0 1,4 24-1,-4-34 216,1 1-1,0-1 1,0 0 0,1 0-1,-1 0 1,1 0-1,0-1 1,0 1 0,0-1-1,0 1 1,1-1 0,-1 0-1,1 0 1,0-1 0,0 1-1,0-1 1,0 0 0,1 0-1,-1 0 1,0-1-1,1 1 1,-1-1 0,1 0-1,-1 0 1,1-1 0,0 0-1,-1 1 1,10-2 0,-7 1-36,0-1 1,1 1 0,-1-2-1,0 1 1,0-1 0,0 0 0,0 0-1,0-1 1,-1 0 0,1 0-1,-1 0 1,0-1 0,0 0 0,0 0-1,0-1 1,-1 0 0,1 0-1,4-6 1,-4 1-81,0-1-1,-1 1 1,0-1 0,-1-1-1,0 1 1,-1-1 0,0 1-1,-1-1 1,0 0 0,-1 0-1,0 0 1,-1-12 0,0 11-209,-1 0 1,0 0-1,-1 0 1,0 1-1,-1-1 0,-1 1 1,0 0-1,0 0 1,-1 0-1,-1 0 1,-8-12-1,11 20 15,0 0-1,-1 0 1,0 0-1,0 1 1,0-1-1,0 1 0,-1 0 1,1 0-1,-1 1 1,0-1-1,1 1 1,-1 0-1,0 0 1,-1 1-1,1 0 1,0-1-1,-6 1 1,4 0-13,0 1 0,0 0 0,1 0 0,-1 0 0,0 1 0,1 0 0,-1 0 0,1 1 0,-1 0 1,1 0-1,0 1 0,-1-1 0,-6 5 0,-1 5-1152,9 3-1384</inkml:trace>
</inkml:ink>
</file>

<file path=ppt/ink/ink9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8:14.468"/>
    </inkml:context>
    <inkml:brush xml:id="br0">
      <inkml:brushProperty name="width" value="0.05" units="cm"/>
      <inkml:brushProperty name="height" value="0.05" units="cm"/>
    </inkml:brush>
  </inkml:definitions>
  <inkml:trace contextRef="#ctx0" brushRef="#br0">320 0 4881,'-3'0'124,"-39"0"1216,-52 7 0,82-6-1242,-1 2-1,1-1 1,0 2-1,0 0 1,0 0-1,0 1 1,0 1 0,-16 10-1,27-16-23,0 0 0,1 1 0,-1-1 1,0 1-1,1-1 0,-1 1 0,0-1 0,1 1 0,-1 0 0,0-1 0,1 1 0,-1 0 0,1-1 1,-1 1-1,1 0 0,-1 0 0,1-1 0,0 1 0,-1 0 0,1 0 0,0 0 0,0-1 0,0 1 0,-1 1 1,2-1-30,-1 0 1,1-1 0,-1 1 0,1 0 0,-1-1 0,1 1 0,-1 0 0,1-1 0,0 1 0,-1-1 0,1 1 0,0-1 0,0 1-1,-1-1 1,1 1 0,0-1 0,0 0 0,0 1 0,1-1 0,51 10 684,-46-9-567,35 2 222,-13-1-297,1 2 0,-1 0-1,32 10 1,-54-12-175,-1 0 0,0 0-1,0 0 1,0 1 0,-1 0 0,1 0-1,-1 0 1,1 1 0,-1 0-1,0 0 1,0 0 0,-1 0 0,1 1-1,-1 0 1,0 0 0,0 0-1,-1 1 1,1-1 0,-1 1 0,2 7-1,-3-10 50,-1 0-1,0 1 1,0-1-1,-1 1 1,1-1-1,-1 1 1,1-1-1,-1 1 0,0 0 1,0-1-1,-1 1 1,1-1-1,-1 1 1,0-1-1,0 1 1,0-1-1,0 0 0,-1 1 1,1-1-1,-1 0 1,0 0-1,0 0 1,0 0-1,0 0 1,0-1-1,-1 1 0,1-1 1,-1 1-1,0-1 1,0 0-1,0 0 1,0 0-1,-4 2 1,-8 3 86,1-1 0,-2 0 1,1-2-1,-1 1 0,0-2 1,-16 2-1,-5 2 299,0-3 1,-1-1-1,0-1 0,-47-5 1,73 0 894,12 1-1560</inkml:trace>
</inkml:ink>
</file>

<file path=ppt/ink/ink9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8:15.161"/>
    </inkml:context>
    <inkml:brush xml:id="br0">
      <inkml:brushProperty name="width" value="0.05" units="cm"/>
      <inkml:brushProperty name="height" value="0.05" units="cm"/>
    </inkml:brush>
  </inkml:definitions>
  <inkml:trace contextRef="#ctx0" brushRef="#br0">16 65 8906,'-1'0'5197,"5"-9"-3835,1 4-1310,0 1 1,1-1 0,-1 1-1,1 0 1,0 0 0,0 1-1,1-1 1,-1 1 0,1 1 0,-1-1-1,1 1 1,0 0 0,0 1-1,0 0 1,10-1 0,23-2-93,53 1 0,-90 3 35,5 0-180,0 1 0,0-1 0,-1 2 0,1-1 1,0 1-1,-1 0 0,1 0 0,-1 1 0,12 6 0,-17-8 129,-1 0 0,1 0 0,0 0 0,0 1 0,-1-1 1,1 1-1,-1-1 0,1 1 0,-1-1 0,0 1 1,1 0-1,-1 0 0,0-1 0,0 1 0,0 0 1,-1 0-1,1 0 0,0 0 0,-1 0 0,1 0 1,-1 0-1,0 1 0,1-1 0,-1 0 0,0 0 1,-1 0-1,1 0 0,0 0 0,0 0 0,-1 0 1,1 1-1,-1-1 0,0 0 0,0 0 0,0-1 0,0 1 1,0 0-1,0 0 0,-3 3 0,-1 2 55,-1 0 0,1-1-1,-2 1 1,1-1-1,-1-1 1,0 1 0,0-1-1,0 0 1,-1-1 0,1 0-1,-1 0 1,0 0-1,-1-1 1,-8 2 0,-15 3 173,0-1 1,-43 4 0,34-9 164,38-2 971,8-3-893,5-2-430,-1 1-1,1 0 1,0 1-1,0 0 0,0 1 1,1 0-1,-1 0 1,1 1-1,-1 0 1,0 1-1,1 1 1,-1-1-1,12 3 0,-13-1-55,1-1 0,0 1 0,-1 1 0,1 0 0,-1 0 0,0 1 0,0 0 0,0 1 0,-1 0 0,1 0 0,-1 1 0,0 0 0,-1 0 0,11 11 0,-14-12-35,0 0 1,0 1-1,-1-1 0,0 1 0,0-1 0,0 1 1,-1 0-1,1 0 0,-1 0 0,-1 1 0,1-1 1,-1 0-1,0 9 0,-1-11 97,0-1 0,-1 1 0,1 0 0,-1-1 0,0 1-1,0-1 1,0 1 0,-1-1 0,1 0 0,-1 1 0,0-1 0,1 0 0,-2 0 0,1 0 0,0-1 0,-1 1 0,1 0-1,-1-1 1,0 1 0,1-1 0,-1 0 0,0 0 0,-1 0 0,-5 2 0,-10 5 96,-1-2 1,0 0-1,0-1 0,-1-1 1,-38 4-1,-107-1 433,138-11-372,27 3-381</inkml:trace>
</inkml:ink>
</file>

<file path=ppt/ink/ink9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8:15.758"/>
    </inkml:context>
    <inkml:brush xml:id="br0">
      <inkml:brushProperty name="width" value="0.05" units="cm"/>
      <inkml:brushProperty name="height" value="0.05" units="cm"/>
    </inkml:brush>
  </inkml:definitions>
  <inkml:trace contextRef="#ctx0" brushRef="#br0">79 15 3681,'0'0'3591,"-2"7"-3792,-8 16 192,1 1-1,1 0 1,1 1 0,1 0-1,1 0 1,1 0-1,2 0 1,0 0 0,3 34-1,-1-56 213,0 1 0,0 0 1,1-1-1,-1 0 0,1 1 0,0-1 0,0 1 0,0-1 0,0 0 0,1 1 0,0-1 0,-1 0 0,1 0 0,0 0 0,0-1 0,0 1 0,1 0 0,-1-1 0,1 1 0,0-1 0,-1 0 0,1 0 0,0 0 0,0 0 0,0 0 0,0-1 0,1 1 0,-1-1 0,0 0 0,1 0 0,-1 0 0,1-1 0,-1 1 0,1-1 0,-1 0 0,1 0 0,-1 0 0,1 0 0,-1 0 0,1-1 0,-1 0 0,1 0 0,-1 0 0,0 0 0,1 0 0,-1-1 0,0 1 0,0-1 0,4-2 0,5-4-24,1-1 0,-1 0 0,-1 0 0,1-1 0,-2 0 0,1-1 0,13-19 0,-18 21-197,0 1 0,-1-1 0,0 0 0,0 0 0,-1 0 0,0-1 0,-1 1 0,0-1 0,0 0 0,-1 0 0,1-20 0,-3 24-86,-1 1-1,0-1 1,0 1 0,-1-1 0,0 1 0,1 0-1,-2 0 1,1 0 0,-1 0 0,1 0-1,-2 1 1,1-1 0,0 1 0,-1 0 0,0 0-1,0 0 1,0 0 0,0 1 0,0-1-1,-1 1 1,0 0 0,1 1 0,-11-5-1,2 1-219,1 1 1,-1 0-1,-1 1 0,1 1 0,0 0 0,-1 0 0,1 2 0,-23-1 0,-12 9-297,46-7 533,0 1 0,0-1 0,0 1 0,0 0-1,0 0 1,1 0 0,-1-1 0,0 2 0,0-1 0,0 0 0,1 0 0,-1 0-1,1 1 1,-1-1 0,1 1 0,-1-1 0,1 1 0,0 0 0,0 0 0,-1 2 0,0 5-1966</inkml:trace>
</inkml:ink>
</file>

<file path=ppt/ink/ink9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8:16.128"/>
    </inkml:context>
    <inkml:brush xml:id="br0">
      <inkml:brushProperty name="width" value="0.05" units="cm"/>
      <inkml:brushProperty name="height" value="0.05" units="cm"/>
    </inkml:brush>
  </inkml:definitions>
  <inkml:trace contextRef="#ctx0" brushRef="#br0">20 56 3401,'-4'2'4447,"-11"4"-3448,14-1 3027,17-7-834,15-11-2203,-23 7 153,-11 0-2342,-2 0 841,-23-30-859</inkml:trace>
</inkml:ink>
</file>

<file path=ppt/ink/ink9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8:23.069"/>
    </inkml:context>
    <inkml:brush xml:id="br0">
      <inkml:brushProperty name="width" value="0.05" units="cm"/>
      <inkml:brushProperty name="height" value="0.05" units="cm"/>
    </inkml:brush>
  </inkml:definitions>
  <inkml:trace contextRef="#ctx0" brushRef="#br0">76 1 680,'-21'1'144,"1"2"96,0-1-112,8-1-192,11-1-352,-1 0 144</inkml:trace>
</inkml:ink>
</file>

<file path=ppt/ink/ink9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8:25.356"/>
    </inkml:context>
    <inkml:brush xml:id="br0">
      <inkml:brushProperty name="width" value="0.05" units="cm"/>
      <inkml:brushProperty name="height" value="0.05" units="cm"/>
    </inkml:brush>
  </inkml:definitions>
  <inkml:trace contextRef="#ctx0" brushRef="#br0">0 713 976,'5'2'424,"1"1"0,-1-1 0,1-1 0,-1 1 0,1-1 0,0 0 0,0 0 0,0 0 0,-1-1 0,8 0 0,61-7 1219,-66 5-1454,36-4 238,519-83 1952,-124 30-1844,-216 33-386,151-7 21,-49 5 304,391-9-241,-213 19-151,462-15 22,-66 3 18,-396 12-7,-298 12-94,231-4 46,330-13 166,539-13-86,-35 2-82,12-6-42,-198 10 51,-213 9-25,-161 5 469,125-5-327,-118-15 98,-1 1-233,-385 21-19,196-4 55,712 19-107,-496 4 112,-724-6-211,-2 1-163,0 0-1,0 1 1,0 0 0,-1 1-1,17 5 1,-22-3-1821</inkml:trace>
</inkml:ink>
</file>

<file path=ppt/ink/ink9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8:26.748"/>
    </inkml:context>
    <inkml:brush xml:id="br0">
      <inkml:brushProperty name="width" value="0.05" units="cm"/>
      <inkml:brushProperty name="height" value="0.05" units="cm"/>
    </inkml:brush>
  </inkml:definitions>
  <inkml:trace contextRef="#ctx0" brushRef="#br0">17 120 7042,'0'14'-758,"0"126"-1968,11 121 2933,-10-249 10390,-2-26-3747,-1 3-9433,-7-81 3191,0 6-481,2-94 0,11 144-106,2-20-20,-6 55-13,0 1-1,0-1 1,0 1-1,0-1 0,0 1 1,1-1-1,-1 1 0,0 0 1,0-1-1,0 1 0,1-1 1,-1 1-1,0 0 0,1-1 1,-1 1-1,0 0 0,1-1 1,-1 1-1,0 0 0,1 0 1,-1-1-1,1 1 0,-1 0 1,0 0-1,1 0 0,0-1 1,8-5-165,-6 4 168,3-2-31,0 0 1,0 0-1,0 0 1,1 1-1,0 0 1,0 0-1,0 0 1,0 1-1,7-1 1,66-7-802,100 0 0,-165 10-761</inkml:trace>
</inkml:ink>
</file>

<file path=ppt/ink/ink9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8:26.985"/>
    </inkml:context>
    <inkml:brush xml:id="br0">
      <inkml:brushProperty name="width" value="0.05" units="cm"/>
      <inkml:brushProperty name="height" value="0.05" units="cm"/>
    </inkml:brush>
  </inkml:definitions>
  <inkml:trace contextRef="#ctx0" brushRef="#br0">1 37 7298,'0'0'1992,"17"-1"-1056,4-4-144,6 1-112,5-2-295,4 1-97,2-2-456,4 3-657,4-1-1711</inkml:trace>
</inkml:ink>
</file>

<file path=ppt/ink/ink9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8:27.840"/>
    </inkml:context>
    <inkml:brush xml:id="br0">
      <inkml:brushProperty name="width" value="0.05" units="cm"/>
      <inkml:brushProperty name="height" value="0.05" units="cm"/>
    </inkml:brush>
  </inkml:definitions>
  <inkml:trace contextRef="#ctx0" brushRef="#br0">424 49 9418,'-3'-4'310,"0"0"0,-1 1 0,1-1 0,-1 1-1,0 0 1,0 0 0,0 0 0,-1 1 0,1-1 0,-1 1 0,-7-3-1,4 3-260,0 0-1,-1 0 0,0 0 1,1 1-1,-1 0 0,-13 1 0,13 1-139,0-1 0,-1 2-1,1-1 1,0 1-1,0 0 1,0 1-1,1 0 1,-1 1 0,1-1-1,-1 2 1,1-1-1,0 1 1,-11 9 0,15-9 111,0-1 1,0 1-1,0 0 0,0 0 1,1 0-1,0 0 1,0 1-1,1-1 1,-1 1-1,1 0 1,0 0-1,1-1 1,0 1-1,-1 0 0,2 1 1,-1-1-1,1 0 1,0 0-1,0 0 1,1 0-1,-1 0 1,2 0-1,-1 0 1,0 0-1,1 0 1,0 0-1,1-1 0,-1 1 1,1-1-1,0 1 1,0-1-1,1 0 1,0 0-1,0-1 1,0 1-1,0-1 1,1 0-1,-1 0 0,1 0 1,0 0-1,0-1 1,1 0-1,-1 0 1,1-1-1,-1 1 1,1-1-1,0 0 1,0-1-1,7 2 0,2-2-1,-1 1 0,1-2-1,-1 0 1,27-4 0,-35 3 12,0 0 1,0 0 0,0-1 0,0 0 0,0 0 0,0 0-1,0-1 1,-1 0 0,1 0 0,-1 0 0,0 0 0,0-1-1,9-8 1,-11 6 69,-1 0-1,1 0 1,-1-1 0,0 1-1,-1 0 1,1-1 0,-1 0-1,0-10 1,0 2-2430,-3 46-309,1 24 2180,-9 481 144,10-519 374,0 0 0,-2 0 0,0 0-1,-1 0 1,0 0 0,-1-1 0,-12 30-1,12-39 15,0 1 0,0-1-1,0 0 1,-1 0 0,0-1-1,-1 1 1,1-1 0,-1 0 0,0-1-1,-1 1 1,1-1 0,-1-1-1,0 1 1,0-1 0,-1 0-1,1-1 1,-16 5 0,12-4 291,1-2 0,-1 1 0,0-2 0,0 1 0,0-2 0,0 1 0,0-1 0,1-1 1,-1 0-1,0-1 0,0 0 0,-19-6 0,24 6-86,-1-1 0,0 0 0,1-1 0,0 0 0,0 0 0,0 0 0,0 0 0,1-1 0,0 0 0,0 0 0,0 0 0,0-1 0,1 0 0,0 0 0,0 0 0,1 0 0,-1-1 0,1 1 0,1-1 0,-3-10 0,0 0-238,1-1 1,1 1-1,1-1 1,0 0-1,2 0 1,0 0-1,1 0 1,0 0-1,2 0 1,0 1-1,1-1 1,1 1-1,0 0 1,2 0-1,0 0 1,0 1-1,2 0 1,0 1-1,0 0 1,2 0-1,0 1 1,0 0-1,2 1 1,17-16-1,12-1-706,1 1 1,1 2-1,2 2 0,49-19 1,-31 14-1507</inkml:trace>
</inkml:ink>
</file>

<file path=ppt/ink/ink9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8:29.312"/>
    </inkml:context>
    <inkml:brush xml:id="br0">
      <inkml:brushProperty name="width" value="0.05" units="cm"/>
      <inkml:brushProperty name="height" value="0.05" units="cm"/>
    </inkml:brush>
  </inkml:definitions>
  <inkml:trace contextRef="#ctx0" brushRef="#br0">264 42 3697,'-41'-30'4215,"39"29"-3366,-11 1-2360,6 1 1256,0 0 1,0 0 0,0 0-1,0 1 1,0 0 0,0 0 0,1 1-1,-1 0 1,1 0 0,0 0 0,-1 1-1,2 0 1,-1 0 0,-9 9-1,5-3 213,1 1 1,-1 0-1,2 0 0,0 1 0,0 0 0,1 1 0,1 0 0,0 0 0,0 0 0,2 1 0,-1-1 0,2 1 0,0 0 0,0 0 0,1 16 0,0-15 292,2 0 0,0 0 0,1 1-1,1-1 1,0 0 0,1 0 0,0 0-1,1 0 1,1-1 0,0 1 0,2-1-1,-1-1 1,1 1 0,10 12 0,-11-19 0,0 0-1,1 0 1,0-1 0,0 0 0,1 0 0,-1-1-1,1 0 1,0 0 0,1-1 0,-1 0 0,1 0-1,0-1 1,-1 0 0,2-1 0,-1 0 0,0 0 0,0-1-1,1 0 1,-1-1 0,15-1 0,-6 0 40,1-1-1,-1-1 1,0 0 0,0-1 0,0-2 0,-1 1 0,1-2-1,-1 0 1,24-15 0,-30 14-99,0-1 0,-1 1 0,0-1 0,0-1 0,-1 0 0,-1-1 0,1 1 0,-2-1 0,1-1 0,-2 0 0,0 0 0,0 0 0,-1 0 0,5-18 0,-4 7-31,0-1 1,-1 0-1,-2-1 0,-1 1 0,0 0 0,-2-1 0,-3-25 0,3 44-263,0 0 0,-1 1 0,0-1 0,-1 0-1,1 1 1,-1-1 0,0 1 0,0 0-1,-1 0 1,1-1 0,-1 2 0,-1-1 0,1 0-1,0 1 1,-1-1 0,0 1 0,0 0 0,-7-5-1,4 5-104,-1-1-1,0 2 1,-1-1-1,1 1 1,-1 0-1,1 1 0,-1 0 1,0 0-1,1 1 1,-1 0-1,-13 0 1,-15 1-85,1 2 1,0 1 0,0 1 0,0 2-1,1 2 1,-56 19 0,84-24 155,0 0-1,-1 0 1,1 1 0,0 0-1,1 0 1,-1 0-1,-11 11 1,-2 8-1830</inkml:trace>
</inkml:ink>
</file>

<file path=ppt/ink/ink9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8:36.589"/>
    </inkml:context>
    <inkml:brush xml:id="br0">
      <inkml:brushProperty name="width" value="0.05" units="cm"/>
      <inkml:brushProperty name="height" value="0.05" units="cm"/>
    </inkml:brush>
  </inkml:definitions>
  <inkml:trace contextRef="#ctx0" brushRef="#br0">1 603 1016,'0'0'4077,"15"-2"-2711,217-22-319,46-5-615,152-11 819,-249 26-990,1082-44 411,-496 32-416,209-8 124,-604 22-24,600-11 319,-592 15-420,885-3 106,43-1 125,980-40 171,-1433 33-606,292-9 25,-562 9 1,23 1 1,-327 6-18,542-10 62,-172 31-83,144 3 84,149-37 378,-155-35-107,-7 33-158,47-4 2047,-449 14-959,-358 16-1263,92 4-591,-101-3-341</inkml:trace>
</inkml:ink>
</file>

<file path=ppt/ink/ink9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8:47.178"/>
    </inkml:context>
    <inkml:brush xml:id="br0">
      <inkml:brushProperty name="width" value="0.05" units="cm"/>
      <inkml:brushProperty name="height" value="0.05" units="cm"/>
    </inkml:brush>
  </inkml:definitions>
  <inkml:trace contextRef="#ctx0" brushRef="#br0">375 119 592,'3'-59'2449,"0"-1"3936,-3 72-14160,-2 65 7625,-15 101-1,1-39 385,0 272-23,13-223 64,-34 233 0,34-401-272,-11 64 133,-4 113-1,19 1269 2623,-17-929-1612,13-473-916,-15 126-100,-1 9-105,9 168 1046,42 417 0,-10-215-657,-20-454-276,16 603 414,-21-108 14,-6-181-238,-11 136-7,-29-161 131,43-357-422,-4 13-14,-19 70 1,17-74-14,-9 110 0,16-107-2,-15 572 128,18-343-90,1-43-55,-2 89-8,-3-156 26,-19 314 12,13-382-17,-6 66-2,6 340 39,30 2 2,12 69 15,-25 1 38,-8-413 82,4 131 88,6-31-17,12 196-59,-1 184-23,-41-383 427,17-118 5080</inkml:trace>
</inkml:ink>
</file>

<file path=ppt/ink/ink9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9:21.859"/>
    </inkml:context>
    <inkml:brush xml:id="br0">
      <inkml:brushProperty name="width" value="0.05" units="cm"/>
      <inkml:brushProperty name="height" value="0.05" units="cm"/>
    </inkml:brush>
  </inkml:definitions>
  <inkml:trace contextRef="#ctx0" brushRef="#br0">66 32 2200,'0'0'2841,"-1"-1"-2624,0 0 1,0 0-1,0 0 1,0 0-1,-1 0 0,1 0 1,0 1-1,0-1 0,-1 0 1,1 1-1,0-1 1,-1 1-1,1 0 0,-3-1 1,-6-2-43,-24-4 2426,83 9-1887,63-7 1,-32 1-198,133 1 987,-211 3-1458</inkml:trace>
</inkml:ink>
</file>

<file path=ppt/ink/ink9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9:22.310"/>
    </inkml:context>
    <inkml:brush xml:id="br0">
      <inkml:brushProperty name="width" value="0.05" units="cm"/>
      <inkml:brushProperty name="height" value="0.05" units="cm"/>
    </inkml:brush>
  </inkml:definitions>
  <inkml:trace contextRef="#ctx0" brushRef="#br0">31 1 6089,'0'0'3865,"-1"6"-5605,-24 348 2252,21-272 881,4-42 1537</inkml:trace>
</inkml:ink>
</file>

<file path=ppt/ink/ink9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9:23.059"/>
    </inkml:context>
    <inkml:brush xml:id="br0">
      <inkml:brushProperty name="width" value="0.05" units="cm"/>
      <inkml:brushProperty name="height" value="0.05" units="cm"/>
    </inkml:brush>
  </inkml:definitions>
  <inkml:trace contextRef="#ctx0" brushRef="#br0">29 0 7554,'0'0'5602,"-1"3"-6278,-4 16 488,0 1 1,2-1-1,0 1 1,1 0-1,2 35 1,-1-17 196,1-8-1679,2 12 5834,0-33 819,-2-46-3085,-7-112-1853,7 148-195,0 36-3408,-3 24 3262,1-35 374,1 0 0,3 31 0,3-45-1466</inkml:trace>
</inkml:ink>
</file>

<file path=ppt/ink/ink9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9:23.732"/>
    </inkml:context>
    <inkml:brush xml:id="br0">
      <inkml:brushProperty name="width" value="0.05" units="cm"/>
      <inkml:brushProperty name="height" value="0.05" units="cm"/>
    </inkml:brush>
  </inkml:definitions>
  <inkml:trace contextRef="#ctx0" brushRef="#br0">29 11 3809,'0'0'1924,"-28"1"5387,42 1-6922,0 0-1,1 0 0,-1-2 1,1 0-1,0 0 1,-1-1-1,17-4 1,3 1-141,60-3-961,-84 7-1251</inkml:trace>
</inkml:ink>
</file>

<file path=ppt/ink/ink9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9:23.997"/>
    </inkml:context>
    <inkml:brush xml:id="br0">
      <inkml:brushProperty name="width" value="0.05" units="cm"/>
      <inkml:brushProperty name="height" value="0.05" units="cm"/>
    </inkml:brush>
  </inkml:definitions>
  <inkml:trace contextRef="#ctx0" brushRef="#br0">0 79 6745,'0'0'6754,"2"0"-5962,32-10-200,-13 5-216,-1-1-40,7 1-80,-2-4-40,3 0-104,2 1-24,-2 2-376,2-1-416,2 1-1104,4-1-1041</inkml:trace>
</inkml:ink>
</file>

<file path=ppt/ink/ink9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9:24.427"/>
    </inkml:context>
    <inkml:brush xml:id="br0">
      <inkml:brushProperty name="width" value="0.05" units="cm"/>
      <inkml:brushProperty name="height" value="0.05" units="cm"/>
    </inkml:brush>
  </inkml:definitions>
  <inkml:trace contextRef="#ctx0" brushRef="#br0">2 49 3793,'0'0'6389,"0"0"-6300,-1-1-1,1 1 1,0 0 0,0-1-1,0 1 1,0 0-1,0-1 1,0 1 0,0 0-1,0-1 1,0 1 0,0-1-1,0 1 1,0 0-1,0-1 1,0 1 0,0 0-1,0-1 1,0 1-1,0-1 1,0 1 0,1 0-1,-1-1 1,0 1 0,0 0-1,0 0 1,1-1-1,-1 1 1,0 0 0,0-1-1,1 1 1,-1 0-1,0 0 1,1-1 0,-1 1-1,0 0 1,1 0 0,-1 0-1,0 0 1,1-1-1,-1 1 1,0 0 0,1 0-1,-1 0 1,0 0-1,1 0 1,11-5-27,1 1 1,-1 0-1,1 0 0,0 2 0,14-2 1,75-4 106,-51 5-110,-13 1-1827,-21 2-1147</inkml:trace>
</inkml:ink>
</file>

<file path=ppt/ink/ink9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9:24.764"/>
    </inkml:context>
    <inkml:brush xml:id="br0">
      <inkml:brushProperty name="width" value="0.05" units="cm"/>
      <inkml:brushProperty name="height" value="0.05" units="cm"/>
    </inkml:brush>
  </inkml:definitions>
  <inkml:trace contextRef="#ctx0" brushRef="#br0">53 0 3233,'0'0'2763,"-1"7"-4079,-29 263 3410,13-75 719,12-153-715,5-40-1412</inkml:trace>
</inkml:ink>
</file>

<file path=ppt/ink/ink9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9:25.374"/>
    </inkml:context>
    <inkml:brush xml:id="br0">
      <inkml:brushProperty name="width" value="0.05" units="cm"/>
      <inkml:brushProperty name="height" value="0.05" units="cm"/>
    </inkml:brush>
  </inkml:definitions>
  <inkml:trace contextRef="#ctx0" brushRef="#br0">16 82 9586,'8'-7'349,"-1"0"0,1 0-1,0 1 1,1 0 0,-1 1 0,1-1-1,0 2 1,1-1 0,-1 1 0,1 1 0,0 0-1,11-2 1,-1 0-146,0 2-1,1 0 1,-1 1-1,1 1 1,21 2-1,-39-1-222,0 1 0,0-1 1,0 1-1,0-1 0,0 1 0,0 0 0,0 0 0,-1 0 0,1 0 0,0 1 0,-1-1 0,1 1 0,-1 0 0,1 0 0,-1-1 1,0 1-1,0 1 0,0-1 0,3 4 0,-2-2-23,-1 1 1,0-1-1,0 1 1,-1-1-1,1 1 1,-1-1-1,0 1 1,0 0-1,-1 0 0,1 0 1,-1 6-1,0-1-8,-1 0-1,0 0 0,-1 0 0,0 0 1,0 0-1,-1 0 0,-1-1 1,1 1-1,-2-1 0,1 0 0,-7 9 1,4-9 37,-1 0 0,0-1 0,0 0 0,-1 0 0,0-1 0,0 0 0,-1-1 0,-16 9 0,-9 0 43,-47 15 0,47-18 75,-36 18 0,69-29 1356,25 5-576,4-4-570,-1-1-1,53-5 0,-24 0-117,96-9-688</inkml:trace>
</inkml:ink>
</file>

<file path=ppt/ink/ink9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9:25.916"/>
    </inkml:context>
    <inkml:brush xml:id="br0">
      <inkml:brushProperty name="width" value="0.05" units="cm"/>
      <inkml:brushProperty name="height" value="0.05" units="cm"/>
    </inkml:brush>
  </inkml:definitions>
  <inkml:trace contextRef="#ctx0" brushRef="#br0">280 51 6649,'-5'-9'2826,"-1"0"1097,-8 0-5117,-27-10 858,37 18 293,0 0 0,0 0 0,0 0 0,0 1 0,0 0 0,0 0 0,0 0 0,0 0 0,0 0 0,0 1 0,0 0 0,0 0 0,0 0 0,0 0 0,0 1 0,-5 2 0,-1 1 3,2-2 34,0 2 1,0-1-1,0 1 0,0 0 1,1 1-1,0 0 0,0 0 1,1 1-1,0-1 1,0 1-1,0 1 0,1-1 1,0 1-1,0 0 0,1 0 1,0 0-1,1 1 0,-4 11 1,4-11 91,1 1 1,-1-1 0,2 1 0,-1-1 0,1 1-1,1-1 1,0 1 0,0 0 0,1-1 0,0 1-1,1-1 1,0 1 0,0-1 0,1 0 0,0 0-1,1 0 1,8 15 0,-9-20-45,0 0 0,1 0-1,0 0 1,0-1 0,0 1 0,0-1 0,1 0 0,-1 0-1,1-1 1,0 1 0,0-1 0,0 0 0,0-1 0,0 1-1,0-1 1,0 0 0,1 0 0,7 0 0,5 0-423,0 0 1,-1-2 0,1 0-1,22-4 1,20-11-1623,1-5-598</inkml:trace>
</inkml:ink>
</file>

<file path=ppt/ink/ink9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9:26.363"/>
    </inkml:context>
    <inkml:brush xml:id="br0">
      <inkml:brushProperty name="width" value="0.05" units="cm"/>
      <inkml:brushProperty name="height" value="0.05" units="cm"/>
    </inkml:brush>
  </inkml:definitions>
  <inkml:trace contextRef="#ctx0" brushRef="#br0">26 113 4057,'4'-18'1464,"0"-1"1127,-3 6 2430,-1 12-4950,-5 5-1759,1 2 1674,1 1 0,-1-1 0,1 0 0,0 1-1,1 0 1,-1 0 0,1 0 0,1 0 0,-1 0 0,1 0 0,0 1 0,1-1 0,0 0 0,0 0 0,2 12 0,-1-11 123,0 0 0,0 0 0,1 0 0,0 0 1,0 0-1,1 0 0,0 0 0,1-1 0,-1 1 0,1-1 0,1 0 1,-1-1-1,1 1 0,8 7 0,-12-12-13,1-1-1,1 1 1,-1 0 0,0-1-1,0 0 1,0 0-1,1 1 1,-1-2 0,1 1-1,-1 0 1,1 0-1,-1-1 1,1 1 0,-1-1-1,1 0 1,0 1-1,-1-1 1,1-1 0,4 0-1,-2 0 52,-1 0-1,1-1 0,0 0 0,-1 0 1,0 0-1,1 0 0,-1-1 0,0 0 0,0 0 1,3-3-1,2-3 62,-1 1 0,0-1 0,-1 0 0,0-1 0,0 1 0,-1-1 0,0-1 0,5-13 0,-8 17-229,-1 0 0,0-1-1,-1 1 1,0-1-1,0 1 1,0-1 0,-1 1-1,0-1 1,-1 1 0,1-1-1,-1 1 1,-1 0 0,0-1-1,0 1 1,0 0 0,-1 0-1,-5-11 1,6 14-126,-1 0 1,0 0-1,0 1 0,0-1 1,0 1-1,0 0 1,0 0-1,-1 0 0,0 0 1,0 0-1,0 1 1,0 0-1,0 0 0,0 0 1,0 0-1,-1 0 1,1 1-1,0 0 0,-1 0 1,0 0-1,1 1 1,-1-1-1,1 1 0,-1 0 1,0 1-1,1-1 1,-1 1-1,1 0 1,-7 1-1,-8 5-1491,2 1-1069</inkml:trace>
</inkml:ink>
</file>

<file path=ppt/ink/ink9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9:26.865"/>
    </inkml:context>
    <inkml:brush xml:id="br0">
      <inkml:brushProperty name="width" value="0.05" units="cm"/>
      <inkml:brushProperty name="height" value="0.05" units="cm"/>
    </inkml:brush>
  </inkml:definitions>
  <inkml:trace contextRef="#ctx0" brushRef="#br0">266 4 5993,'-10'-1'-39,"0"0"0,0 0-1,1 1 1,-1 0 0,0 0-1,0 1 1,1 1 0,-1-1 0,1 2-1,-1-1 1,1 1 0,0 1-1,0 0 1,0 0 0,0 0-1,1 1 1,0 1 0,-13 10-1,20-16 66,0 1 0,0 0 0,0-1 0,0 1 0,1 0 0,-1 0 0,0-1 0,0 1 0,1 0 0,-1 0 0,1 0 0,-1 0 0,1 0 0,-1 0 0,1 0 0,-1 0 0,1 0 0,0 0 0,-1 0 0,1 1 0,0-1 0,0 1 0,0-1 62,1 0-1,-1 0 1,1 0-1,-1 0 0,1 0 1,0-1-1,-1 1 0,1 0 1,0 0-1,-1-1 1,1 1-1,0-1 0,0 1 1,0 0-1,0-1 1,-1 0-1,1 1 0,0-1 1,2 1-1,6 2 662,0-1 1,0 0-1,18 1 0,-24-3-717,4 1 93,13 1-3,1 0-1,-1 2 0,21 6 0,-38-9-214,1 0 1,0 0-1,-1 0 0,1 0 1,-1 1-1,0 0 0,1-1 1,-1 1-1,0 0 0,0 1 0,0-1 1,-1 1-1,1-1 0,0 1 1,-1 0-1,0 0 0,0 0 1,0 0-1,0 0 0,0 0 1,0 1-1,-1-1 0,1 1 1,0 4-1,-2-5 60,0 1 0,-1-1 0,1 1 0,-1-1 0,0 1 1,0-1-1,0 0 0,0 0 0,0 1 0,-1-1 0,0 0 0,0 0 0,1 0 0,-2 0 1,1-1-1,0 1 0,0 0 0,-1-1 0,0 0 0,1 0 0,-1 1 0,0-1 0,0-1 1,-6 4-1,-8 4 181,0-1 1,-1 0-1,-20 5 1,-42 9 212,71-20-293,0 0 0,1-1 0,-1-1 0,0 1-1,0-1 1,0-1 0,-12-1 0,11-5-1048</inkml:trace>
</inkml:ink>
</file>

<file path=ppt/ink/ink9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9:27.531"/>
    </inkml:context>
    <inkml:brush xml:id="br0">
      <inkml:brushProperty name="width" value="0.05" units="cm"/>
      <inkml:brushProperty name="height" value="0.05" units="cm"/>
    </inkml:brush>
  </inkml:definitions>
  <inkml:trace contextRef="#ctx0" brushRef="#br0">13 61 6433,'0'-2'167,"0"0"0,1 0 0,-1 0 0,0 0 0,1 0 0,-1 0 0,1 0 0,-1 1 0,1-1 0,0 0 0,0 0 0,0 1 0,0-1 0,0 0 0,0 1 0,1-1 0,-1 1 0,0 0 0,3-3-1,0 2-66,0-1 0,0 1 0,0 0-1,0 0 1,1 0 0,-1 1 0,1-1-1,4 0 1,9-1 53,-1 1 0,1 1-1,24 1 1,-38 0-183,0 0-1,0 1 1,0-1 0,0 1-1,0-1 1,0 1 0,-1 0-1,1 1 1,0-1 0,0 1-1,-1 0 1,1 0 0,-1 0 0,1 0-1,-1 0 1,0 1 0,0-1-1,0 1 1,0 0 0,-1 0-1,1 0 1,-1 1 0,0-1-1,1 0 1,-2 1 0,1 0-1,0-1 1,-1 1 0,1 0-1,-1 0 1,0 0 0,-1 0-1,2 5 1,-2-3-4,0 0 0,0 0 0,0-1 0,-1 1 0,0 0 0,0 0 0,0-1 0,-1 1 0,1-1 0,-1 1 0,-1-1 0,1 0 0,-1 0 0,0 0 0,0 0 0,-1 0 1,1 0-1,-1-1 0,0 0 0,0 0 0,0 0 0,-10 6 0,0-2 109,-1-2 0,0 1 0,0-2 0,0 0 0,-1-1 0,0 0 0,-16 1 0,29-4 616,3-3-694,0 1-1,1-1 1,0 0 0,-1 1 0,1-1 0,0 1 0,-1 0 0,1-1 0,0 1-1,0 0 1,0-1 0,0 1 0,0 0 0,1 0 0,-1 0 0,0 0 0,0 0 0,1 0-1,-1 0 1,1 1 0,-1-1 0,1 0 0,1 0 0,41-13-87,-39 12 109,3 0-3,-1 1 1,1-1-1,0 1 0,0 0 0,0 1 0,0 0 0,-1 0 1,1 0-1,0 1 0,0 1 0,12 3 0,-15-4-94,0 1-1,-1 1 1,1-1-1,-1 1 0,0 0 1,0 0-1,0 0 1,0 0-1,-1 1 0,1-1 1,-1 1-1,0 0 1,0 0-1,0 0 1,0 1-1,-1-1 0,0 1 1,0-1-1,2 9 1,-2-9 60,0 1 0,-1 0 0,0-1 0,0 1 0,-1 0 0,1 0 0,-1 0 0,0-1 0,0 1 0,-1 0 0,1 0 0,-1 0 0,0-1 0,-1 1 0,1 0 0,-3 5 0,0-4 55,1 0 0,-1-1-1,0 0 1,0 0-1,0 0 1,-1 0 0,0-1-1,0 1 1,0-1-1,-10 6 1,-6 1 132,0-1 1,-1-1-1,0-1 0,0-1 1,-35 7-1,-31-1 151,85-13-532</inkml:trace>
</inkml:ink>
</file>

<file path=ppt/ink/ink9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9:28.036"/>
    </inkml:context>
    <inkml:brush xml:id="br0">
      <inkml:brushProperty name="width" value="0.05" units="cm"/>
      <inkml:brushProperty name="height" value="0.05" units="cm"/>
    </inkml:brush>
  </inkml:definitions>
  <inkml:trace contextRef="#ctx0" brushRef="#br0">136 105 5465,'0'0'299,"-8"4"-535,0 3 163,0 0 0,1 0 0,0 1-1,0 0 1,1 0 0,0 0 0,-7 14 0,-33 76 734,42-89-422,1 1 0,0 0-1,0 0 1,1 0 0,0 1 0,1-1 0,0 0 0,1 1 0,0-1-1,1 12 1,0-17-74,0-1 1,-1 0-1,2 0 0,-1 0 0,0 0 0,1 0 1,0 0-1,0 0 0,0 0 0,0 0 0,1-1 0,-1 1 1,1-1-1,0 0 0,0 0 0,0 0 0,1 0 0,-1-1 1,0 1-1,1-1 0,0 0 0,0 0 0,0 0 0,0 0 1,0-1-1,0 1 0,5 0 0,2 0 51,0-1-1,-1 0 1,1-1 0,0 0 0,0-1-1,-1 0 1,1-1 0,0 0-1,-1-1 1,0 0 0,0 0 0,0-1-1,0 0 1,0-1 0,16-11-1,-16 10-186,-1 0 0,0-1 0,0-1 0,-1 1 0,0-1 0,0 0 0,-1-1 0,0 0 0,-1 0 0,0-1 0,0 0 0,-1 1-1,0-2 1,-1 1 0,3-12 0,-4 8-66,0 1-1,-2-1 0,0 0 1,0 1-1,-2-1 1,1 0-1,-2 0 1,0 1-1,0-1 0,-9-25 1,8 32-76,1 0 0,-1 0 0,-1 0 0,1 1 0,-1-1 0,0 1 0,-1 0 0,1 0 0,-1 0 0,0 1 1,-1 0-1,1 0 0,-1 0 0,0 0 0,0 1 0,-1 0 0,1 1 0,-1-1 0,0 1 0,0 0 0,-9-2 0,0 2-100,-1 0-1,1 1 0,-1 0 1,1 2-1,-1 0 1,1 0-1,-1 2 0,1 0 1,0 1-1,-26 8 0,11 1-1194</inkml:trace>
</inkml:ink>
</file>

<file path=ppt/ink/ink9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9:28.353"/>
    </inkml:context>
    <inkml:brush xml:id="br0">
      <inkml:brushProperty name="width" value="0.05" units="cm"/>
      <inkml:brushProperty name="height" value="0.05" units="cm"/>
    </inkml:brush>
  </inkml:definitions>
  <inkml:trace contextRef="#ctx0" brushRef="#br0">2 42 5953,'0'0'-595,"-1"6"-2901,0 20 3019,7 9 3306,-6-34-2569,1 1 0,-1-1 0,1 1 0,-1-1 0,1 1 0,0-1 0,0 0 0,0 1 0,-1-1 0,1 0-1,0 0 1,0 0 0,1 0 0,-1 0 0,0 0 0,0 0 0,2 1 0,-1-2-30,-1 1 1,1-1 0,-1 0-1,1 0 1,-1 0-1,1 0 1,-1 0 0,1 0-1,-1 0 1,1-1-1,-1 1 1,1 0-1,-1-1 1,1 1 0,-1-1-1,1 0 1,-1 1-1,0-1 1,1 0 0,-1 0-1,2-1 1,0-2 111,1 1 0,-1 0 1,1-1-1,-1 0 1,-1 0-1,1 0 1,0 0-1,-1 0 0,0-1 1,0 1-1,2-9 1,-3 11-375,0 0 0,0-1 1,-1 1-1,1 0 1,0-1-1,-1 1 0,0 0 1,0-1-1,0 1 1,0-1-1,0 1 0,0-1 1,-1 1-1,1 0 1,-1-1-1,1 1 0,-1 0 1,0-1-1,0 1 1,0 0-1,0 0 0,-1 0 1,1 0-1,0 0 1,-3-2-1,-9-3-2314</inkml:trace>
</inkml:ink>
</file>

<file path=ppt/ink/ink9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9:34.017"/>
    </inkml:context>
    <inkml:brush xml:id="br0">
      <inkml:brushProperty name="width" value="0.05" units="cm"/>
      <inkml:brushProperty name="height" value="0.05" units="cm"/>
    </inkml:brush>
  </inkml:definitions>
  <inkml:trace contextRef="#ctx0" brushRef="#br0">1 43 1688,'1'0'9378,"11"-2"-9931,67-8 915,148 0 1,-98 7-92,203-11 899,-291 10-490,-41 4-571,6 0-1742</inkml:trace>
</inkml:ink>
</file>

<file path=ppt/ink/ink9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9:34.477"/>
    </inkml:context>
    <inkml:brush xml:id="br0">
      <inkml:brushProperty name="width" value="0.05" units="cm"/>
      <inkml:brushProperty name="height" value="0.05" units="cm"/>
    </inkml:brush>
  </inkml:definitions>
  <inkml:trace contextRef="#ctx0" brushRef="#br0">1 37 6273,'4'-21'2468,"-1"5"-530,3 35-2341,-2 12 237,-2 1 1,-3 51 0,0-29 364,2-36-83,-1-5 30,1 1-1,-2-1 1,0 1 0,0-1-1,-1 1 1,-7 23-1,8-35 530</inkml:trace>
</inkml:ink>
</file>

<file path=ppt/ink/ink9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9:35.049"/>
    </inkml:context>
    <inkml:brush xml:id="br0">
      <inkml:brushProperty name="width" value="0.05" units="cm"/>
      <inkml:brushProperty name="height" value="0.05" units="cm"/>
    </inkml:brush>
  </inkml:definitions>
  <inkml:trace contextRef="#ctx0" brushRef="#br0">267 36 6153,'-3'-4'228,"0"1"0,0 0 0,0 0-1,0 0 1,0 0 0,0 0 0,-1 1-1,0 0 1,1 0 0,-1 0 0,-7-3-1,9 5-262,0 0-1,0 0 1,0 0-1,-1 0 1,1 0-1,0 0 1,0 1-1,0-1 0,0 1 1,0 0-1,-1-1 1,1 1-1,0 0 1,1 0-1,-1 0 1,0 1-1,0-1 1,0 0-1,1 1 0,-1-1 1,0 1-1,1-1 1,0 1-1,-3 3 1,-5 8-36,0 0 0,0 0 0,2 1-1,0 0 1,0 1 0,-6 22 0,-21 99 167,21-82-122,-9 30-5,9-41 414,-10 73 0,21-102-226,1 1 0,0 0 0,2 0 1,-1 0-1,2 0 0,0-1 0,1 1 0,9 27 0,-7-28 60,0 0 0,1-1-1,1 0 1,0 0-1,1 0 1,0-1-1,1 0 1,0-1-1,14 13 1,-17-19-50,0 0 0,0 0 0,1-1 0,0 0 1,0 0-1,0-1 0,0 0 0,0 0 0,1-1 0,-1 0 0,1 0 1,-1 0-1,1-1 0,0-1 0,0 1 0,0-1 0,-1 0 0,17-3 1,-7-1 36,0 0 0,0-1 0,-1-1 0,0-1 0,0 0 0,30-18 0,-18 6 67,1-1 1,37-36 0,-53 43-222,0 0 0,0 0 0,-2-1 1,0 0-1,0-1 0,-1-1 0,-1 0 1,-1 0-1,0 0 0,-1-1 0,-1 0 1,0-1-1,-2 1 0,0-1 0,0 0 0,-2 0 1,0-30-1,-1 6-74,-3 0 1,-6-43-1,4 63-25,-1 1 1,0-1-1,-2 1 0,0 0 0,-16-31 0,18 44-4,1 0 0,-2 1 0,1 0 0,-1 0 0,0 0 0,0 1 0,-1 0 0,0 0 0,0 1 0,0-1 0,-1 2 0,1-1 0,-1 1 0,0 0 0,-1 1 0,-9-4 0,1 3-129,1 0 1,-1 1 0,0 1 0,0 0-1,0 1 1,0 1 0,-27 4 0,-25 9-1357</inkml:trace>
</inkml:ink>
</file>

<file path=ppt/ink/ink9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0:16.571"/>
    </inkml:context>
    <inkml:brush xml:id="br0">
      <inkml:brushProperty name="width" value="0.05" units="cm"/>
      <inkml:brushProperty name="height" value="0.05" units="cm"/>
      <inkml:brushProperty name="color" value="#004F8B"/>
    </inkml:brush>
  </inkml:definitions>
  <inkml:trace contextRef="#ctx0" brushRef="#br0">1 2 952,'4'0'176,"2"-1"664,-5 1-1144,1 0-64</inkml:trace>
</inkml:ink>
</file>

<file path=ppt/ink/ink9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8:57.664"/>
    </inkml:context>
    <inkml:brush xml:id="br0">
      <inkml:brushProperty name="width" value="0.05" units="cm"/>
      <inkml:brushProperty name="height" value="0.05" units="cm"/>
      <inkml:brushProperty name="color" value="#004F8B"/>
    </inkml:brush>
  </inkml:definitions>
  <inkml:trace contextRef="#ctx0" brushRef="#br0">92 20 2208,'0'0'1271,"-21"-1"3871,-49-1-1659,70 2-3464,0 1 0,0-1 0,0 0 1,0 0-1,0 1 0,0-1 0,0 0 0,0 0 0,0 1 1,0-1-1,0 0 0,0 1 0,0-1 0,0 0 0,0 0 1,0 1-1,0-1 0,0 0 0,1 0 0,-1 1 0,0-1 1,0 0-1,0 0 0,0 1 0,0-1 0,1 0 0,-1 0 1,0 0-1,0 1 0,0-1 0,1 0 0,-1 0 0,0 0 1,1 1-1,5 0 59,1 0 0,0 0 1,0-1-1,0 0 0,0 0 1,-1-1-1,12-1 0,12-1 56,146-2 383,152-11 1875,-318 15-3751</inkml:trace>
</inkml:ink>
</file>

<file path=ppt/ink/ink9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8:58.352"/>
    </inkml:context>
    <inkml:brush xml:id="br0">
      <inkml:brushProperty name="width" value="0.05" units="cm"/>
      <inkml:brushProperty name="height" value="0.05" units="cm"/>
      <inkml:brushProperty name="color" value="#004F8B"/>
    </inkml:brush>
  </inkml:definitions>
  <inkml:trace contextRef="#ctx0" brushRef="#br0">22 0 6521,'0'0'1761,"12"16"323,1-4-1819,0 0 1,1-1-1,0-1 0,0 0 0,1 0 0,21 8 1,-10-7-87,-8-4-2,33 18 1,-48-23-186,1-1 0,-1 1 0,0 1-1,0-1 1,0 0 0,0 1 0,-1 0 0,1 0 0,-1-1 0,1 2-1,-1-1 1,0 0 0,0 0 0,0 1 0,2 6 0,-4-7-27,1 1 1,-1 0 0,0-1 0,-1 1 0,1 0-1,-1-1 1,1 1 0,-1-1 0,0 1 0,0-1-1,-1 1 1,1-1 0,-1 1 0,1-1 0,-1 0-1,0 0 1,0 0 0,-4 3 0,-1 4-32,-2-1 1,0-1-1,-19 16 1,1-4 103,-9 9 157,-2-2 1,-66 35 0,93-55 62,11-3 545,17 1 381,-10-4-1451,10 2 379,0-2 1,0 0-1,0-1 1,32-5-1,-11 2-19,116-4 247,8 0-522,-51-3-3221,-86 6 381</inkml:trace>
</inkml:ink>
</file>

<file path=ppt/ink/ink9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8:58.953"/>
    </inkml:context>
    <inkml:brush xml:id="br0">
      <inkml:brushProperty name="width" value="0.05" units="cm"/>
      <inkml:brushProperty name="height" value="0.05" units="cm"/>
      <inkml:brushProperty name="color" value="#004F8B"/>
    </inkml:brush>
  </inkml:definitions>
  <inkml:trace contextRef="#ctx0" brushRef="#br0">66 103 4385,'0'0'2431,"-4"5"-3322,0 1 840,1 0 0,0 0-1,0 0 1,0 1 0,1-1 0,0 1-1,0 0 1,-1 12 0,-2 64 469,3-40-368,-15 92 367,5-52 6189,13-90-4214,28-200-67,-15 84-2169,16-42 177,-31 163-305,1 2-28,0-1 0,0 1 0,0 0 0,0 0-1,0-1 1,0 1 0,0 0 0,1-1-1,-1 1 1,0 0 0,0 0 0,0-1 0,0 1-1,0 0 1,0 0 0,0-1 0,1 1-1,-1 0 1,0 0 0,0-1 0,0 1 0,1 0-1,-1 0 1,0 0 0,0-1 0,0 1-1,1 0 1,-1 0 0,0 0 0,0 0 0,1 0-1,-1 0 1,0-1 0,1 1 0,-1 0-1,0 0 1,0 0 0,1 0 0,-1 0 0,0 0-1,1 0 1,-1 0 0,14-3-2,0 1 1,-1 0-1,1 0 0,0 1 1,0 1-1,0 1 1,0 0-1,15 3 0,19 0 76,20-2 3,114 12-895,-159-10-789</inkml:trace>
</inkml:ink>
</file>

<file path=ppt/ink/ink9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8:59.209"/>
    </inkml:context>
    <inkml:brush xml:id="br0">
      <inkml:brushProperty name="width" value="0.05" units="cm"/>
      <inkml:brushProperty name="height" value="0.05" units="cm"/>
      <inkml:brushProperty name="color" value="#004F8B"/>
    </inkml:brush>
  </inkml:definitions>
  <inkml:trace contextRef="#ctx0" brushRef="#br0">1 24 6065,'0'0'4217,"28"0"-2768,-12 0-169,12-3-232,3 0-128,6-1-336,5-1-152,4 1-264,0 1-232,-5 1-824,-1 2-632</inkml:trace>
</inkml:ink>
</file>

<file path=ppt/ink/ink9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8:59.489"/>
    </inkml:context>
    <inkml:brush xml:id="br0">
      <inkml:brushProperty name="width" value="0.05" units="cm"/>
      <inkml:brushProperty name="height" value="0.05" units="cm"/>
      <inkml:brushProperty name="color" value="#004F8B"/>
    </inkml:brush>
  </inkml:definitions>
  <inkml:trace contextRef="#ctx0" brushRef="#br0">1 1 5681,'0'0'3085,"0"9"-2676,2 5 96,-1-1 0,1 1 0,1-1-1,1 1 1,0-1 0,0 0 0,12 22 0,-13-29-321,1-1 1,0 1 0,0-1 0,0 0 0,0 0-1,1 0 1,-1-1 0,1 0 0,1 0-1,7 5 1,-8-6-415,1-1 0,-1 1 1,0-1-1,1-1 0,-1 1 0,1-1 0,-1 0 0,9 0 0,8 0-2049,1-2-569</inkml:trace>
</inkml:ink>
</file>

<file path=ppt/ink/ink9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8:59.769"/>
    </inkml:context>
    <inkml:brush xml:id="br0">
      <inkml:brushProperty name="width" value="0.05" units="cm"/>
      <inkml:brushProperty name="height" value="0.05" units="cm"/>
      <inkml:brushProperty name="color" value="#004F8B"/>
    </inkml:brush>
  </inkml:definitions>
  <inkml:trace contextRef="#ctx0" brushRef="#br0">248 29 4473,'-5'-24'2182,"5"21"-917,1 1 480,-7 5-1796,0 2-16,0 0-1,1 1 1,0 0 0,0 0-1,1 0 1,0 0 0,0 1-1,-6 13 1,-25 69 208,19-47 80,-20 46 455,11-33 95,3 2-1,3 0 1,-16 75-1,34-130-526</inkml:trace>
</inkml:ink>
</file>

<file path=ppt/ink/ink9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9:00.259"/>
    </inkml:context>
    <inkml:brush xml:id="br0">
      <inkml:brushProperty name="width" value="0.05" units="cm"/>
      <inkml:brushProperty name="height" value="0.05" units="cm"/>
      <inkml:brushProperty name="color" value="#004F8B"/>
    </inkml:brush>
  </inkml:definitions>
  <inkml:trace contextRef="#ctx0" brushRef="#br0">8 51 5225,'-8'-10'7641,"9"2"-3593,17-2-3085,2 4-1023,1 2-1,0 0 0,1 1 1,-1 1-1,30 1 0,-23 0-738,12 0-816</inkml:trace>
</inkml:ink>
</file>

<file path=ppt/ink/ink9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9:00.478"/>
    </inkml:context>
    <inkml:brush xml:id="br0">
      <inkml:brushProperty name="width" value="0.05" units="cm"/>
      <inkml:brushProperty name="height" value="0.05" units="cm"/>
      <inkml:brushProperty name="color" value="#004F8B"/>
    </inkml:brush>
  </inkml:definitions>
  <inkml:trace contextRef="#ctx0" brushRef="#br0">16 0 4785,'-9'0'688,"3"2"3585,6-1-3401,0 1 32,19 17 145,3-15 31,18-2-232,8-2-256,8-3-720,3-2-384,0 1-1328,-1-2-1977</inkml:trace>
</inkml:ink>
</file>

<file path=ppt/ink/ink9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9:01.235"/>
    </inkml:context>
    <inkml:brush xml:id="br0">
      <inkml:brushProperty name="width" value="0.05" units="cm"/>
      <inkml:brushProperty name="height" value="0.05" units="cm"/>
      <inkml:brushProperty name="color" value="#004F8B"/>
    </inkml:brush>
  </inkml:definitions>
  <inkml:trace contextRef="#ctx0" brushRef="#br0">55 39 7954,'0'0'775,"-6"8"-2262,-2 15 1517,1-1 0,0 1 1,2 0-1,1 0 1,1 1-1,0 25 1,-9 46 7785,15-119-6154,10-34-1590,-7 41-120,2 0-1,0 1 1,1 0-1,1 0 1,0 0-1,1 1 1,15-14 0,-19 21-23,0 1 0,0 0 0,1 1 1,0 0-1,0 0 0,1 1 0,0 0 1,0 0-1,0 1 0,0 0 1,1 1-1,-1 0 0,1 0 0,18-2 1,-25 5 35,0 0 1,1 0 0,-1 0-1,0 0 1,0 0 0,0 1 0,0 0-1,0-1 1,0 1 0,0 0-1,0 1 1,0-1 0,0 0 0,-1 1-1,1 0 1,-1-1 0,1 1-1,3 3 1,-3-1-7,1 1 0,-1-1 0,0 1 0,0 0 0,0 0 0,-1 0 0,1 0 0,-1 0 0,2 9 0,0 3 15,-1-1 0,-1 1 1,0-1-1,-2 1 0,0 0 1,-2 17-1,-5 6 2089,6-44-1128,0-7-888,0-1-1,0 1 1,1-1-1,1 0 1,0 1-1,0-1 1,1 1-1,1 0 1,0-1-1,1 1 1,-1 0 0,2 1-1,0-1 1,0 1-1,10-14 1,-11 18-151,1-1 0,0 1 0,0 0 0,1 1 1,-1-1-1,1 1 0,0 0 0,1 1 0,-1-1 1,1 1-1,0 0 0,0 1 0,0 0 0,0 0 0,1 0 1,-1 1-1,1 0 0,0 1 0,-1 0 0,1 0 0,0 0 1,0 1-1,15 1 0,-19 0 56,-1-1 0,1 1 0,0 0 0,0 0 0,0 0 0,-1 1-1,1-1 1,0 1 0,-1 0 0,1 0 0,-1 0 0,0 0 0,0 1 0,0-1 0,0 1 0,0 0 0,-1 0 0,4 3 0,-4-1 27,1 0 0,-1 0 1,1 0-1,-2 1 0,1-1 1,0 0-1,-1 1 0,0-1 1,-1 1-1,1-1 0,-1 9 1,-1 4 71,-1 0 0,-1-1 1,0 1-1,-2-1 1,0 0-1,-13 31 0,12-34-615,1-1-505</inkml:trace>
</inkml:ink>
</file>

<file path=ppt/ink/ink9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9:01.913"/>
    </inkml:context>
    <inkml:brush xml:id="br0">
      <inkml:brushProperty name="width" value="0.05" units="cm"/>
      <inkml:brushProperty name="height" value="0.05" units="cm"/>
      <inkml:brushProperty name="color" value="#004F8B"/>
    </inkml:brush>
  </inkml:definitions>
  <inkml:trace contextRef="#ctx0" brushRef="#br0">348 109 5913,'-12'-38'7505,"-10"11"-5884,17 22-1783,-1 1 1,1 0-1,-1 0 0,-1 1 1,1 0-1,0 0 0,-1 0 1,-12-2-1,9 2 64,0 1 0,-1 0 0,1 0 0,-1 2-1,1-1 1,-1 1 0,0 1 0,1-1 0,-1 2 0,1 0 0,0 0-1,-12 4 1,16-3 96,0-1 1,0 1-1,1 0 0,-1 0 1,1 0-1,0 1 0,0 0 1,0 0-1,0 0 0,1 1 0,0-1 1,0 1-1,0 0 0,0 0 1,1 1-1,0-1 0,0 1 0,0 0 1,1-1-1,-1 1 0,-1 10 1,2-6 51,1 0 0,0 0 1,1 0-1,0 0 1,0 0-1,1 0 1,1 0-1,-1 0 0,1 0 1,1 0-1,0-1 1,1 1-1,4 10 0,-6-17 30,0 1-1,0 0 1,0-1-1,0 1 1,1-1-1,0 0 1,-1 0-1,1 0 1,0 0-1,0 0 1,1-1-1,-1 1 1,0-1-1,1 0 1,0 0-1,-1 0 0,1 0 1,0-1-1,0 0 1,0 0-1,0 0 1,0 0-1,0 0 1,0-1-1,0 1 1,1-1-1,-1-1 1,0 1-1,0 0 1,0-1-1,0 0 1,0 0-1,0 0 1,6-3-1,-5 2-18,0-1 1,1 0-1,-1 0 1,0-1-1,0 1 1,-1-1-1,1 0 0,-1-1 1,0 1-1,0-1 1,0 1-1,3-7 1,7-11 303,16-38 1,-6 13-85,-2 13-199,-14 22-166,-1 0 0,12-23 1,-19 33-135,2 7-2397,0 15 2464,0 0 0,0 0-1,-2 0 1,-3 30 0,0 15 216,3-51-69,-1-1-16,2 1-1,-1-1 1,4 15 0,-1-12-824</inkml:trace>
</inkml:ink>
</file>

<file path=ppt/ink/ink9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9:43.034"/>
    </inkml:context>
    <inkml:brush xml:id="br0">
      <inkml:brushProperty name="width" value="0.05" units="cm"/>
      <inkml:brushProperty name="height" value="0.05" units="cm"/>
      <inkml:brushProperty name="color" value="#004F8B"/>
    </inkml:brush>
  </inkml:definitions>
  <inkml:trace contextRef="#ctx0" brushRef="#br0">10 17 10674,'-5'-9'672,"1"1"721</inkml:trace>
</inkml:ink>
</file>

<file path=ppt/ink/ink9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2:24.197"/>
    </inkml:context>
    <inkml:brush xml:id="br0">
      <inkml:brushProperty name="width" value="0.05" units="cm"/>
      <inkml:brushProperty name="height" value="0.05" units="cm"/>
      <inkml:brushProperty name="color" value="#004F8B"/>
    </inkml:brush>
  </inkml:definitions>
  <inkml:trace contextRef="#ctx0" brushRef="#br0">41 15 2985,'0'0'5010,"-26"10"-3543,14-7 447,10-2-1005,7-2-2100,38-5 1167,16-4-27,1 3 0,-1 2 0,102 5 0,-83 8-969</inkml:trace>
</inkml:ink>
</file>

<file path=ppt/ink/ink10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2:25.153"/>
    </inkml:context>
    <inkml:brush xml:id="br0">
      <inkml:brushProperty name="width" value="0.05" units="cm"/>
      <inkml:brushProperty name="height" value="0.05" units="cm"/>
      <inkml:brushProperty name="color" value="#004F8B"/>
    </inkml:brush>
  </inkml:definitions>
  <inkml:trace contextRef="#ctx0" brushRef="#br0">0 0 4793,'0'0'1951,"12"12"-4110,258 226 4600,-254-221-1635,-16-16-730,1-1 0,-1 1 0,0 0 0,0-1 0,0 1 0,0-1-1,0 1 1,0-1 0,0 1 0,0-1 0,0 1 0,0-1-1,0 1 1,0-1 0,0 1 0,0-1 0,0 1 0,-1-1-1,1 1 1,0-1 0,0 1 0,-1-1 0,1 1 0,-1 0-1,-2 1 197,0 1-1,0-1 1,-1 0-1,1 0 0,-1 0 1,0 0-1,0-1 0,-3 2 1,-9 3-1143,-7 4 627,1 1 1,0 0-1,1 2 1,0 1-1,1 0 1,-26 26-1,45-39 254,1 3 195,-1-3-236,1-1-1,0 1 1,0 0-1,0 0 1,-1 0-1,1 0 1,0 0-1,0 0 1,0 0-1,1 0 1,-1 0-1,0 0 1,0-1-1,0 1 1,1 0-1,-1 0 1,0 0 0,1 0-1,-1 0 1,1-1-1,-1 1 1,1 0-1,0 0 1,-1-1-1,1 1 1,-1 0-1,1-1 1,0 1-1,1 0 1,10 3 89,0-1 0,1 0 0,-1-1 1,1 0-1,24 0 0,76-7 407,-46 1-210,217-25 27,-278 28-2881</inkml:trace>
</inkml:ink>
</file>

<file path=ppt/ink/ink10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2:25.982"/>
    </inkml:context>
    <inkml:brush xml:id="br0">
      <inkml:brushProperty name="width" value="0.05" units="cm"/>
      <inkml:brushProperty name="height" value="0.05" units="cm"/>
      <inkml:brushProperty name="color" value="#004F8B"/>
    </inkml:brush>
  </inkml:definitions>
  <inkml:trace contextRef="#ctx0" brushRef="#br0">23 99 7009,'0'0'6899,"-3"21"-10648,2-3 3539,1-1 0,0 1 0,1-1 0,5 26 0,1 32 280,-8-15-325,-1-10 1305,4-29 5497,-13-70-6092,-7-84 1,16 102-530,2 0 0,0 1 0,2-1 0,8-37 0,-10 66-23,1-3-151,0 0 0,0 0 1,0 0-1,1 0 0,0 0 1,0 1-1,4-8 0,18 10-1970,78-9 2137,-48 8 105,-28 1-913,46 3 0,-55 0-1839</inkml:trace>
</inkml:ink>
</file>

<file path=ppt/ink/ink10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2:26.391"/>
    </inkml:context>
    <inkml:brush xml:id="br0">
      <inkml:brushProperty name="width" value="0.05" units="cm"/>
      <inkml:brushProperty name="height" value="0.05" units="cm"/>
      <inkml:brushProperty name="color" value="#004F8B"/>
    </inkml:brush>
  </inkml:definitions>
  <inkml:trace contextRef="#ctx0" brushRef="#br0">0 0 2873,'0'0'2099,"16"1"21,50 5-42,106-7 0,-133 6-2072,-24-2-375,4 0-498</inkml:trace>
</inkml:ink>
</file>

<file path=ppt/ink/ink10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2:26.740"/>
    </inkml:context>
    <inkml:brush xml:id="br0">
      <inkml:brushProperty name="width" value="0.05" units="cm"/>
      <inkml:brushProperty name="height" value="0.05" units="cm"/>
      <inkml:brushProperty name="color" value="#004F8B"/>
    </inkml:brush>
  </inkml:definitions>
  <inkml:trace contextRef="#ctx0" brushRef="#br0">0 1 5825,'0'0'5305,"11"18"-6620,113 166 1754,-122-180-636,1 0 1,-1-1-1,1 1 0,0-1 0,0 0 0,0 0 0,0 0 1,0 0-1,1-1 0,-1 1 0,5 1 0,3 1-1958</inkml:trace>
</inkml:ink>
</file>

<file path=ppt/ink/ink10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2:27.186"/>
    </inkml:context>
    <inkml:brush xml:id="br0">
      <inkml:brushProperty name="width" value="0.05" units="cm"/>
      <inkml:brushProperty name="height" value="0.05" units="cm"/>
      <inkml:brushProperty name="color" value="#004F8B"/>
    </inkml:brush>
  </inkml:definitions>
  <inkml:trace contextRef="#ctx0" brushRef="#br0">262 18 3769,'0'-1'304,"0"1"0,0-1 0,0 0 0,0 1 0,0-1 0,0 0 0,0 1 0,0-1 0,0 0 0,0 1 0,0-1 0,0 0 0,0 1 0,-1-1 0,1 0 0,0 1 0,-1-1 0,1 0 0,0 1 0,-1-1 0,1 1 0,0-1 0,-1 1 0,1-1 0,-1 1 0,1-1 0,-2 0 0,1 1-260,0 0 1,0 0 0,0 1-1,0-1 1,1 0 0,-1 1-1,0-1 1,0 0-1,0 1 1,0-1 0,1 1-1,-1-1 1,0 1 0,1-1-1,-1 1 1,0 0 0,0 1-1,-4 2-219,1 1 0,0 1-1,1-1 1,-1 0-1,-3 9 1,-158 503 787,151-451-223,-14 49-2232,22-102-81</inkml:trace>
</inkml:ink>
</file>

<file path=ppt/ink/ink10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2:28.629"/>
    </inkml:context>
    <inkml:brush xml:id="br0">
      <inkml:brushProperty name="width" value="0.05" units="cm"/>
      <inkml:brushProperty name="height" value="0.05" units="cm"/>
      <inkml:brushProperty name="color" value="#004F8B"/>
    </inkml:brush>
  </inkml:definitions>
  <inkml:trace contextRef="#ctx0" brushRef="#br0">18 1 3193,'-17'19'3184,"17"-19"-3060,0 0 0,0 1 1,0-1-1,0 0 0,0 1 0,0-1 1,-1 0-1,1 1 0,0-1 0,0 0 1,0 1-1,0-1 0,1 1 0,-1-1 1,0 0-1,0 1 0,0-1 0,0 0 1,0 1-1,0-1 0,1 0 0,-1 1 1,0-1-1,0 0 0,0 1 0,1-1 1,-1 0-1,0 0 0,0 1 0,1-1 1,-1 0-1,0 0 0,1 1 0,23 4 2948,0-4-4152,46-7 483,-29 3-637</inkml:trace>
</inkml:ink>
</file>

<file path=ppt/ink/ink10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2:28.964"/>
    </inkml:context>
    <inkml:brush xml:id="br0">
      <inkml:brushProperty name="width" value="0.05" units="cm"/>
      <inkml:brushProperty name="height" value="0.05" units="cm"/>
      <inkml:brushProperty name="color" value="#004F8B"/>
    </inkml:brush>
  </inkml:definitions>
  <inkml:trace contextRef="#ctx0" brushRef="#br0">0 14 3409,'0'0'7017,"2"0"-6697,-1 0-104,1 0-88,-1-2-32,3 2-24,50-12-24,-52 12-40,-1 0 0,2 0 8,50 3 16,-31-3-648,3 0-856</inkml:trace>
</inkml:ink>
</file>

<file path=ppt/ink/ink10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2:29.473"/>
    </inkml:context>
    <inkml:brush xml:id="br0">
      <inkml:brushProperty name="width" value="0.05" units="cm"/>
      <inkml:brushProperty name="height" value="0.05" units="cm"/>
      <inkml:brushProperty name="color" value="#004F8B"/>
    </inkml:brush>
  </inkml:definitions>
  <inkml:trace contextRef="#ctx0" brushRef="#br0">0 40 2040,'0'0'5400,"13"0"-4840,18 0 311,0-1-1,51-9 1,53-11-101,-98 16-1214,-22 2-1212</inkml:trace>
</inkml:ink>
</file>

<file path=ppt/ink/ink10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2:29.825"/>
    </inkml:context>
    <inkml:brush xml:id="br0">
      <inkml:brushProperty name="width" value="0.05" units="cm"/>
      <inkml:brushProperty name="height" value="0.05" units="cm"/>
      <inkml:brushProperty name="color" value="#004F8B"/>
    </inkml:brush>
  </inkml:definitions>
  <inkml:trace contextRef="#ctx0" brushRef="#br0">0 1 2505,'0'0'1257,"1"10"-425,15 440 3066,-22-396-3664,6-41-838</inkml:trace>
</inkml:ink>
</file>

<file path=ppt/ink/ink10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2:30.668"/>
    </inkml:context>
    <inkml:brush xml:id="br0">
      <inkml:brushProperty name="width" value="0.05" units="cm"/>
      <inkml:brushProperty name="height" value="0.05" units="cm"/>
      <inkml:brushProperty name="color" value="#004F8B"/>
    </inkml:brush>
  </inkml:definitions>
  <inkml:trace contextRef="#ctx0" brushRef="#br0">28 141 7026,'0'-2'8811,"2"-16"-7746,0 8-1025,-2 7-24,0-1 0,1 1 0,0 0 0,-1-1 0,1 1 0,1-1 0,2-5 0,10-4-332,-11 11 316,5-5-88,0 1 1,1-1 0,0 1-1,0 1 1,0 0-1,1 0 1,0 1-1,0 0 1,12-3-1,-7 4-41,0 1-1,-1 1 1,1 0 0,19 2-1,-30 0 74,1-1 0,0 1 0,-1 0-1,1 1 1,-1-1 0,1 1 0,8 4 0,-11-5 20,-1 0 0,1 1 0,0-1 0,-1 0 0,1 1 0,0-1 0,-1 1 0,0 0 1,1 0-1,-1-1 0,0 1 0,0 0 0,0 0 0,0 0 0,0 0 0,-1 0 0,1 0 0,0 3 0,-1-1 3,0 0-1,0 0 0,0 1 0,0-1 1,-1 0-1,0 0 0,0 0 0,0 0 1,0 0-1,-1 0 0,0 0 0,1 0 1,-1 0-1,-1-1 0,1 1 0,-5 5 0,-5 6-166,-1-1 0,-18 16 0,24-24 177,-185 161-324,186-162 317,0 0 0,1 1 0,-1 0 0,1 1 0,1-1 1,-8 12-1,12-17-38,0 0 96,1-1 0,-1 1 1,0-1-1,1 1 1,-1-1-1,0 1 0,1-1 1,-1 0-1,1 1 0,-1-1 1,1 0-1,-1 1 1,1-1-1,-1 0 0,1 0 1,-1 1-1,1-1 1,0 0-1,-1 0 0,1 0 1,-1 0-1,1 0 1,-1 0-1,1 0 0,0 0 1,-1 0-1,1 0 0,-1 0 1,1 0-1,0 0 1,-1 0-1,1-1 0,-1 1 1,1 0-1,18-3-20,34-11 0,-24 5-73,1 2 1,0 1-1,1 1 0,47-2 0,-19 10-890,-52-3-516</inkml:trace>
</inkml:ink>
</file>

<file path=ppt/ink/ink10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2:31.427"/>
    </inkml:context>
    <inkml:brush xml:id="br0">
      <inkml:brushProperty name="width" value="0.05" units="cm"/>
      <inkml:brushProperty name="height" value="0.05" units="cm"/>
      <inkml:brushProperty name="color" value="#004F8B"/>
    </inkml:brush>
  </inkml:definitions>
  <inkml:trace contextRef="#ctx0" brushRef="#br0">224 7 3097,'0'0'2217,"-5"-1"-2673,1-1 373,1 1 0,-1 0-1,1 1 1,-1-1-1,0 1 1,0-1-1,1 1 1,-1 0 0,0 0-1,1 1 1,-1-1-1,0 1 1,-5 1-1,1 1-25,0 0 0,0 1 0,1-1 0,-1 1 0,-12 9 0,9-4 0,1-1 1,0 1-1,0 1 1,0 0 0,1 0-1,1 1 1,-12 19-1,18-26 100,0 0-1,0 0 1,0 1-1,0-1 1,1 0-1,0 1 0,0-1 1,0 1-1,1-1 1,-1 1-1,1 6 0,0-10 62,0 0 0,1 1-1,-1-1 1,0 0-1,1 0 1,-1 0-1,1 0 1,-1 0 0,1 0-1,0 0 1,-1 0-1,1 0 1,0 0-1,0 0 1,-1 0-1,1 0 1,0 0 0,1 0-1,0 0 89,0 0-1,0 0 0,0 0 1,1-1-1,-1 1 1,0-1-1,0 0 1,0 1-1,0-1 0,0 0 1,0 0-1,1 0 1,2-1-1,-1 0-26,26-3 405,0 1-1,0 1 1,48 4 0,-70-1-533,0 0 1,0 0 0,-1 1-1,1 0 1,-1 0 0,1 1 0,-1 0-1,0 0 1,0 1 0,0 0-1,-1 0 1,0 1 0,1-1 0,-1 1-1,-1 1 1,1-1 0,-1 1-1,0 0 1,6 8 0,-9-10-24,0-1 0,0 0 0,-1 0 0,1 1 0,-1-1 0,1 1 0,-1-1 0,0 1 0,0-1 0,-1 1 0,1 0 0,-1-1 0,0 1 0,0 0 0,0 0 0,0-1 0,-1 1 0,1 0 0,-3 4 0,1-3 44,0-1-1,0 1 1,-1-1-1,0 0 0,0 0 1,0 0-1,0 0 1,-1 0-1,0-1 1,1 0-1,-1 0 1,-8 5-1,-3 1 163,-1-1 0,0-1 0,-1 0 1,0-1-1,0-1 0,-35 6 0,45-10-136,0 0 0,0 0 0,-1 0 1,1-1-1,0 0 0,-1 0 0,1-1 0,0 0 1,0 0-1,0-1 0,0 0 0,0 0 0,0-1 0,-12-6 1,9 2-1422</inkml:trace>
</inkml:ink>
</file>

<file path=ppt/ink/ink10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2:31.889"/>
    </inkml:context>
    <inkml:brush xml:id="br0">
      <inkml:brushProperty name="width" value="0.05" units="cm"/>
      <inkml:brushProperty name="height" value="0.05" units="cm"/>
      <inkml:brushProperty name="color" value="#004F8B"/>
    </inkml:brush>
  </inkml:definitions>
  <inkml:trace contextRef="#ctx0" brushRef="#br0">2 0 1680,'0'0'1547,"0"10"-376,0 39-147,-1 15 443,12 111-1,-10-173-978</inkml:trace>
</inkml:ink>
</file>

<file path=ppt/ink/ink10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2:32.064"/>
    </inkml:context>
    <inkml:brush xml:id="br0">
      <inkml:brushProperty name="width" value="0.05" units="cm"/>
      <inkml:brushProperty name="height" value="0.05" units="cm"/>
      <inkml:brushProperty name="color" value="#004F8B"/>
    </inkml:brush>
  </inkml:definitions>
  <inkml:trace contextRef="#ctx0" brushRef="#br0">0 1 6553,'0'0'5234</inkml:trace>
</inkml:ink>
</file>

<file path=ppt/ink/ink10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2:40.106"/>
    </inkml:context>
    <inkml:brush xml:id="br0">
      <inkml:brushProperty name="width" value="0.05" units="cm"/>
      <inkml:brushProperty name="height" value="0.05" units="cm"/>
      <inkml:brushProperty name="color" value="#004F8B"/>
    </inkml:brush>
  </inkml:definitions>
  <inkml:trace contextRef="#ctx0" brushRef="#br0">1 57 4081,'0'0'8002,"4"16"-11267,4 13 3321,-1 1 0,6 59 0,-13-77 97,-1-1 0,0 1 0,-5 18 0,4-22 4151,3-18-4055,1-5-260,1 0 0,0 0 0,1 0 0,1 0 0,0 1 0,1-1 0,1 1 0,0 1 0,1-1 0,0 1-1,1 1 1,1 0 0,0 0 0,0 0 0,1 2 0,1-1 0,-1 1 0,2 1 0,-1 0 0,29-14 0,-38 22-37,0 0-1,1 0 1,-1 0 0,1 0-1,0 1 1,-1 0 0,1-1-1,-1 1 1,1 1 0,0-1-1,-1 0 1,1 1 0,-1 0-1,1 0 1,-1 0 0,1 0-1,-1 0 1,0 1 0,0-1-1,1 1 1,-1 0 0,0 0-1,0 0 1,-1 1 0,4 2-1,-1-1 11,0 1 0,0 1 0,-1-1 0,0 1 0,0-1 0,0 1 0,0 0 0,-1 1 0,0-1-1,-1 0 1,5 14 0,-4 8 167,-1-1-1,-1 2 1,-1-1-1,-1 0 0,-2-1 1,-1 1-1,-7 27 1,2-5 272,8-35-1284</inkml:trace>
</inkml:ink>
</file>

<file path=ppt/ink/ink10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2:41.127"/>
    </inkml:context>
    <inkml:brush xml:id="br0">
      <inkml:brushProperty name="width" value="0.05" units="cm"/>
      <inkml:brushProperty name="height" value="0.05" units="cm"/>
      <inkml:brushProperty name="color" value="#004F8B"/>
    </inkml:brush>
  </inkml:definitions>
  <inkml:trace contextRef="#ctx0" brushRef="#br0">0 88 6697,'0'0'3931,"0"-2"-3725,1 1-1,-1-1 1,0 1 0,0-1 0,1 1 0,-1-1 0,0 1 0,1 0 0,0-1 0,-1 1 0,1 0 0,0-1 0,0 1 0,-1 0 0,1 0-1,2-1 1,20-30-86,-18 25-45,0 3-83,5 1-44,27-11-107,-28 11-62,-6 2-77,7 2 85,30 1-591,-40-2 447,6 5-1417,1 3 1505,-4-4 243,-1-1-10,1 0 1,0 0 0,-1 1-1,0-1 1,1 1 0,-2 0-1,1-1 1,0 1 0,-1 0 0,1 0-1,-1 0 1,0 0 0,-1 0-1,1 0 1,-1 1 0,1-1-1,-2 6 1,-3 8 43,-1 0 0,-1-1 1,0 1-1,-1-1 0,-1-1 0,-1 0 1,0 0-1,-1 0 0,-1-1 0,0-1 0,-14 13 1,27-29 2140,1-3-2098,-1 1 0,1 0 1,1 1-1,-1-1 0,0 1 0,1-1 0,0 1 0,0 0 0,0 0 0,0 1 0,0-1 1,8-3-1,-5 4-134,1 0 0,-1 0 1,0 1-1,1 0 0,-1 0 1,1 1-1,-1 0 0,1 0 1,-1 1-1,1 0 0,-1 0 1,0 1-1,1 0 0,-1 0 1,0 1-1,9 4 0,-12-5 48,0 0-1,0 1 0,0 0 1,-1-1-1,1 1 0,-1 0 1,0 1-1,0-1 0,0 1 1,0-1-1,0 1 1,-1 0-1,0 0 0,0 0 1,0 0-1,0 0 0,-1 1 1,1-1-1,-1 1 0,0-1 1,0 0-1,-1 1 0,0 0 1,1-1-1,-1 1 0,-1-1 1,1 1-1,-2 5 0,1-6 164,0 0 0,0 1 0,-1-1 0,0 0 0,0 0 0,0 0 0,0 0 0,-1 0 0,1 0 0,-1-1 0,0 1 0,0-1 0,0 0 0,-1 0 0,1 0 0,-1 0 0,1-1 0,-1 1 0,0-1 0,-8 3 0,-7 3 94,-1-1-1,0-1 0,-28 5 1,2 1-313,-33 13-2731,66-22 496</inkml:trace>
</inkml:ink>
</file>

<file path=ppt/ink/ink10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2:41.800"/>
    </inkml:context>
    <inkml:brush xml:id="br0">
      <inkml:brushProperty name="width" value="0.05" units="cm"/>
      <inkml:brushProperty name="height" value="0.05" units="cm"/>
      <inkml:brushProperty name="color" value="#004F8B"/>
    </inkml:brush>
  </inkml:definitions>
  <inkml:trace contextRef="#ctx0" brushRef="#br0">46 100 4193,'0'0'6128,"-7"14"-7164,0 4 942,0 0 1,1 0-1,2 1 0,0-1 1,0 1-1,0 20 1,3-14 36,0-1 40,1 1 0,3 29 1,-2-49 50,-1 1 1,1-1 0,1 0 0,-1 1 0,1-1-1,0 0 1,0 0 0,0 0 0,1 0 0,-1 0-1,1-1 1,0 1 0,1-1 0,-1 0-1,8 7 1,-7-9 18,0 1 1,0-1-1,1 0 0,-1 0 0,1 0 0,0-1 0,0 1 1,-1-1-1,1 0 0,0-1 0,0 1 0,0-1 0,0 0 1,0 0-1,0 0 0,0-1 0,0 0 0,0 0 0,-1 0 1,1-1-1,0 1 0,-1-1 0,1 0 0,-1 0 0,6-4 1,-2 1 204,-1 1 1,0-1-1,0 0 0,0-1 1,-1 1-1,1-1 1,-2-1-1,1 1 1,-1-1-1,1 0 1,-2 0-1,1-1 1,5-12-1,-8 10 27,1 0 0,-2 0 0,1 0 0,-2-1 0,1 1 0,-1 0 0,-1 0 0,0-1 0,0 1-1,-1 0 1,0 0 0,-1 0 0,0 1 0,0-1 0,-1 0 0,-1 1 0,-9-15 0,2 5-731,0 0 0,-2 1 0,0 1 0,-1 0 1,-1 1-1,-1 0 0,-19-14 0,30 26-70,1 0-1,0 1 1,-1 0 0,1 0-1,-1 0 1,0 0-1,0 1 1,0 0 0,-8-2-1,3 4-2351</inkml:trace>
</inkml:ink>
</file>

<file path=ppt/ink/ink10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2:42.421"/>
    </inkml:context>
    <inkml:brush xml:id="br0">
      <inkml:brushProperty name="width" value="0.05" units="cm"/>
      <inkml:brushProperty name="height" value="0.05" units="cm"/>
      <inkml:brushProperty name="color" value="#004F8B"/>
    </inkml:brush>
  </inkml:definitions>
  <inkml:trace contextRef="#ctx0" brushRef="#br0">22 1 5177,'0'0'5848,"-9"17"-6661,6-9 774,1-5 27,1 0 1,0 0 0,-1 0-1,1 0 1,1 0 0,-1 0-1,0 0 1,1 0 0,-1 6-1,6 3 27,7 23-15,-10-31-99,-2-3 91,0-1 0,0 1 0,0-1 0,0 1 0,0-1 0,0 1 0,0-1 0,0 1 0,0-1 0,0 1 0,1-1 0,-1 1 0,0-1 1,0 0-1,1 1 0,-1-1 0,0 1 0,1-1 0,-1 0 0,0 1 0,1-1 0,-1 0 0,0 1 0,1-1 0,-1 0 0,1 0 0,-1 0 0,1 1 0,-1-1 0,1 0 0,-1 0 1,1 0-1,-1 0 0,1 0 0,-1 0 0,1 0 0,0 0 0,5 1 105,27 5 94,-33-6-126,1 0 1,-1 0 0,1 1-1,-1-1 1,1 0-1,-1 0 1,1 0 0,-1 0-1,1 0 1,-1 0 0,1 1-1,-1-1 1,1 0-1,0-1 1,-1 1 0,1 0-1,-1 0 1,1 0-1,-1 0 1,1 0 0,-1 0-1,1-1 1,-1 1 0,0 0-1,1 0 1,-1-1-1,1 1 1,-1 0 0,1-1-1,-1 1 1,0 0-1,1-1 1,-1 1 0,0-1-1,0 1 1,1-1 0,-1 1-1,0-1 1,1 0-1,5-9 1270,16-22-112,-16 24-100,-9 6 543,-12-16-4760,-34-21 867</inkml:trace>
</inkml:ink>
</file>

<file path=ppt/ink/ink10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2:43.298"/>
    </inkml:context>
    <inkml:brush xml:id="br0">
      <inkml:brushProperty name="width" value="0.05" units="cm"/>
      <inkml:brushProperty name="height" value="0.05" units="cm"/>
      <inkml:brushProperty name="color" value="#004F8B"/>
    </inkml:brush>
  </inkml:definitions>
  <inkml:trace contextRef="#ctx0" brushRef="#br0">16 0 2032,'0'0'4047,"-10"7"-883,10-7-3131,0 0 0,-1 0-1,1 0 1,0 0 0,0 0 0,-1 0 0,1 0 0,0 0 0,0 0 0,0 0 0,-1 0-1,1 0 1,0 0 0,0 1 0,0-1 0,0 0 0,-1 0 0,1 0 0,0 0-1,0 0 1,0 1 0,0-1 0,0 0 0,0 0 0,-1 0 0,1 1 0,0-1 0,0 0-1,0 0 1,0 0 0,0 1 0,0-1 0,0 0 0,0 0 0,0 0 0,0 1-1,0-1 1,0 0 0,0 0 0,0 1 0,0-1 0,0 0 0,0 0 0,0 0-1,0 1 1,0-1 0,1 0 0,-1 0 0,0 0 0,0 0 0,0 1 0,0-1 0,0 0-1,1 0 1,-1 0 0,0 1 0,8 1-34,1 0 1,-1 0-1,1-1 1,-1 0-1,1-1 1,14 0-1,60-10 13,-53 6 157,34-1 1,-42 3 522,-20 2-1262</inkml:trace>
</inkml:ink>
</file>

<file path=ppt/ink/ink10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2:43.854"/>
    </inkml:context>
    <inkml:brush xml:id="br0">
      <inkml:brushProperty name="width" value="0.05" units="cm"/>
      <inkml:brushProperty name="height" value="0.05" units="cm"/>
      <inkml:brushProperty name="color" value="#004F8B"/>
    </inkml:brush>
  </inkml:definitions>
  <inkml:trace contextRef="#ctx0" brushRef="#br0">1 0 5169,'0'0'5444,"1"9"-6355,7 38 787,2 92 0,-2-18 199,-5-97-53,21 152 645,-19-141-681,-2-30-940</inkml:trace>
</inkml:ink>
</file>

<file path=ppt/ink/ink10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2:44.456"/>
    </inkml:context>
    <inkml:brush xml:id="br0">
      <inkml:brushProperty name="width" value="0.05" units="cm"/>
      <inkml:brushProperty name="height" value="0.05" units="cm"/>
      <inkml:brushProperty name="color" value="#004F8B"/>
    </inkml:brush>
  </inkml:definitions>
  <inkml:trace contextRef="#ctx0" brushRef="#br0">14 46 7194,'0'0'4743,"0"9"-5947,-2 3 1080,-9 129-772,11-123 871,0 0 0,1 0 1,1-1-1,1 1 0,1 0 0,5 18 0,-7-32 59,0-1 1,-1 1-1,1 0 0,1-1 0,-1 0 0,0 0 0,1 0 0,-1 0 0,1 0 1,0 0-1,0 0 0,0-1 0,1 0 0,-1 1 0,0-1 0,6 2 0,-6-3 24,-1 0-1,0-1 0,0 1 0,0 0 0,1-1 1,-1 0-1,0 1 0,1-1 0,-1 0 0,0 0 0,1 0 1,-1-1-1,0 1 0,1-1 0,-1 1 0,0-1 0,0 0 1,1 0-1,-1 1 0,0-2 0,0 1 0,0 0 0,0 0 1,0-1-1,-1 1 0,1-1 0,0 1 0,0-1 0,1-2 1,2-5 229,1 1 0,-2-1 0,1 0 0,-1 0 0,-1-1 1,0 1-1,0-1 0,-1 0 0,0 1 0,0-1 0,-1 0 1,-1 0-1,1 0 0,-2 0 0,-2-18 0,0 6-73,-1 1 0,-1 0 0,-1 0 0,0 0 0,-2 0 0,-12-23 0,-3 11-1475,22 32 1078,0 0 0,0 0 0,0 1 0,0-1 0,0 0 0,0 0 0,0 0 0,-1 1 0,1-1 0,0 0 0,0 1 0,-1-1 0,1 1 0,0 0 0,-1-1 0,1 1 0,0 0 0,-1 0 0,1 0 0,-1 0 0,1 0 0,0 0 0,-1 0 0,1 1 0,-3 0 0,-5 4-1955</inkml:trace>
</inkml:ink>
</file>

<file path=ppt/ink/ink10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2:45.073"/>
    </inkml:context>
    <inkml:brush xml:id="br0">
      <inkml:brushProperty name="width" value="0.05" units="cm"/>
      <inkml:brushProperty name="height" value="0.05" units="cm"/>
      <inkml:brushProperty name="color" value="#004F8B"/>
    </inkml:brush>
  </inkml:definitions>
  <inkml:trace contextRef="#ctx0" brushRef="#br0">156 2 3009,'-5'-1'1037,"4"1"-936,0 0-1,0 0 1,0 0-1,0 0 0,0 0 1,-1 0-1,1 1 1,0-1-1,0 0 1,0 1-1,0-1 0,0 1 1,0-1-1,0 1 1,0-1-1,0 1 0,1 0 1,-1-1-1,0 1 1,0 0-1,0 0 1,0 0-1,-8 7-94,0-1-1,0 1 1,1 1-1,0-1 1,0 1 0,1 1-1,0-1 1,1 1-1,-8 16 1,5-2 40,1-1 0,1 1-1,1 0 1,2 1 0,-4 43 0,7-50-10,1 1 0,1-1 1,0 1-1,2-1 0,0 1 1,1-1-1,1 0 0,9 23 0,-12-37-12,0-1-1,0 1 0,1 0 0,-1-1 0,1 0 0,0 1 0,0-1 0,0 0 0,0 0 0,0-1 0,1 1 0,0-1 0,-1 1 0,1-1 0,0 0 0,0-1 0,0 1 0,0-1 0,0 0 0,0 0 0,0 0 0,1 0 0,-1-1 0,0 1 0,1-1 0,-1 0 0,0-1 0,1 1 0,5-2 0,-2 1 201,0-1 1,0 0-1,0 0 0,0-1 1,-1 0-1,1 0 0,-1 0 1,0-1-1,0 0 0,0-1 1,0 0-1,-1 0 0,0 0 1,10-11-1,-11 7 67,1 0 1,-2 0-1,1-1 0,-1 0 1,-1 1-1,0-1 0,0 0 0,-1 0 1,0-1-1,-1 1 0,0 0 1,-1-1-1,0 1 0,-2-14 1,0 1-211,-2 1 1,0-1 0,-1 1 0,-2 0 0,-12-30 0,15 43-372,-1 1 0,1 0 0,-1 0 0,-1 0 0,0 1 0,0-1 0,0 1 0,-1 1 0,0-1 0,0 1 0,0 1 0,-1-1 0,0 1 0,0 0 0,-1 1 0,1 0 0,-13-4 0,-10-1-2874</inkml:trace>
</inkml:ink>
</file>

<file path=ppt/ink/ink10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2:45.637"/>
    </inkml:context>
    <inkml:brush xml:id="br0">
      <inkml:brushProperty name="width" value="0.05" units="cm"/>
      <inkml:brushProperty name="height" value="0.05" units="cm"/>
      <inkml:brushProperty name="color" value="#004F8B"/>
    </inkml:brush>
  </inkml:definitions>
  <inkml:trace contextRef="#ctx0" brushRef="#br0">9 1 4065,'0'0'3405,"-1"9"-3664,-4 37 9,2-1 1,5 72-1,0-25 123,-2-66 152,0 15 343,8 72 0,-8-112-503</inkml:trace>
</inkml:ink>
</file>

<file path=ppt/ink/ink10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2:46.218"/>
    </inkml:context>
    <inkml:brush xml:id="br0">
      <inkml:brushProperty name="width" value="0.05" units="cm"/>
      <inkml:brushProperty name="height" value="0.05" units="cm"/>
      <inkml:brushProperty name="color" value="#004F8B"/>
    </inkml:brush>
  </inkml:definitions>
  <inkml:trace contextRef="#ctx0" brushRef="#br0">0 153 4737,'0'0'4564,"7"5"-4624,33 27-86,68 68 1,-40-34 70,-35-35 219,-2 3 0,-1 0 0,33 50 1929,-62-92 2436,-16-184-4343,-2-72-295,19 189-408</inkml:trace>
</inkml:ink>
</file>

<file path=ppt/ink/ink10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3:02.221"/>
    </inkml:context>
    <inkml:brush xml:id="br0">
      <inkml:brushProperty name="width" value="0.05" units="cm"/>
      <inkml:brushProperty name="height" value="0.05" units="cm"/>
      <inkml:brushProperty name="color" value="#004F8B"/>
    </inkml:brush>
  </inkml:definitions>
  <inkml:trace contextRef="#ctx0" brushRef="#br0">1 0 64,'0'0'0</inkml:trace>
</inkml:ink>
</file>

<file path=ppt/ink/ink10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3:13.172"/>
    </inkml:context>
    <inkml:brush xml:id="br0">
      <inkml:brushProperty name="width" value="0.05" units="cm"/>
      <inkml:brushProperty name="height" value="0.05" units="cm"/>
      <inkml:brushProperty name="color" value="#004F8B"/>
    </inkml:brush>
  </inkml:definitions>
  <inkml:trace contextRef="#ctx0" brushRef="#br0">83 0 4081,'0'0'7746,"-1"9"-9878,-1 4 2144,-2 23-123,-1 39 1,5-65 111,1 0 1,-1-1-1,1 1 1,1 0-1,0 0 1,0-1-1,1 1 1,0-1-1,7 12 1,-7-16 47,0-1 0,0 0 1,1 0-1,0 0 0,0 0 1,0-1-1,0 0 0,0 0 1,1 0-1,-1 0 0,1 0 1,0-1-1,0 0 0,0 0 1,0-1-1,0 1 0,1-1 1,-1 0-1,6 0 0,5 1 96,-1-1-1,1-1 0,-1-1 1,1 0-1,20-4 0,-23 2-11,0 0 0,-1-1 0,1 0 0,-1-1 0,0 0 1,-1-1-1,1-1 0,-1 1 0,17-15 0,-22 16-54,-1-1 0,1 1 0,-1-1 0,1 0 0,-2-1 0,1 1 0,-1-1 0,0 0 0,0 0 0,-1 0 0,0-1 0,0 1 0,-1-1 0,0 0 0,0 1 0,1-16 0,-7-18 9,0 41-2246,-6 14 1751,0 7 382,1 0-1,2 1 0,0 0 0,1 1 1,-5 39-1,8-24 56,1-23-8,1 0-1,1 26 0,1-23 12,-1 1-1,-4 30 0,1-28 4,2 36-1,1-41 4,1 0-1,-5 31 0,3-43 8,1 1 0,-1-1 1,0 1-1,-1-1 0,1 0 1,-1 0-1,1 0 1,-1 0-1,-1 0 0,1 0 1,0 0-1,-1 0 0,0-1 1,-5 6-1,6-8 49,0 4 375,-14 5-133,14-9-332,-7 4 52,0 0 1,0 0-1,-1-1 1,0 0-1,0 0 1,-21 3 0,-25-2 169,-66-3 1,76-3-127,-8-6 699,52 7-147,2-10-2973,0-23-625</inkml:trace>
</inkml:ink>
</file>

<file path=ppt/ink/ink10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3:13.635"/>
    </inkml:context>
    <inkml:brush xml:id="br0">
      <inkml:brushProperty name="width" value="0.05" units="cm"/>
      <inkml:brushProperty name="height" value="0.05" units="cm"/>
      <inkml:brushProperty name="color" value="#004F8B"/>
    </inkml:brush>
  </inkml:definitions>
  <inkml:trace contextRef="#ctx0" brushRef="#br0">0 24 3105,'0'0'9527,"6"-1"-10985,246-18 1286,-218 16-964</inkml:trace>
</inkml:ink>
</file>

<file path=ppt/ink/ink10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3:14.525"/>
    </inkml:context>
    <inkml:brush xml:id="br0">
      <inkml:brushProperty name="width" value="0.05" units="cm"/>
      <inkml:brushProperty name="height" value="0.05" units="cm"/>
      <inkml:brushProperty name="color" value="#004F8B"/>
    </inkml:brush>
  </inkml:definitions>
  <inkml:trace contextRef="#ctx0" brushRef="#br0">267 55 4905,'-7'-11'2413,"-1"-1"2881,-6 1-4843,13 11-454,-3-3-67,-1 1 0,1-1 0,-1 1 0,0 0 0,1 0 0,-1 0 0,0 1 0,0 0 0,0 0 0,0 0 0,0 1 0,0-1 0,0 1 0,0 0 0,-1 1 0,-5 0 1,-2 3-58,0 0 1,0 1-1,1 0 1,-1 1 0,1 0-1,1 1 1,-19 13-1,28-18 103,-1 0 0,1 0 0,0 0 0,0 0 0,0 0 0,0 0 0,0 0 0,0 1 0,1-1 0,-1 1 0,1-1 0,0 1 0,-1-1-1,1 1 1,0 0 0,1 0 0,-1 0 0,0 0 0,1-1 0,0 1 0,-1 0 0,1 0 0,0 0 0,1 0 0,-1 0 0,1 0 0,-1 0 0,1 0 0,0-1 0,0 1-1,0 0 1,0 0 0,0-1 0,1 1 0,-1-1 0,1 1 0,0-1 0,-1 0 0,1 1 0,0-1 0,4 2 0,-2 0 64,1 0 0,0-1 0,0 1 0,0-1 0,0 0 0,0-1 0,1 1 0,0-1 0,-1 0 0,1-1 0,0 1 0,0-1 0,0 0 0,6 0 0,12 0 87,-1-1 0,28-3 0,-21 0-406,0-1 0,33-9 0,-52 10-148,-1-1 0,1 1 0,0-2 1,-1 1-1,0-1 0,0-1 0,0 0 1,16-14-1,-23 18 324,-1-1 1,0 1 0,0-1-1,-1 0 1,1 0-1,0 0 1,-1 0-1,0 0 1,0 0-1,0 0 1,0 0-1,1-7 1808,-6 12-3072,0 10 1473,1-2-80,1-7-6,1 0 1,0 0-1,0 0 0,0 1 1,0-1-1,0 0 1,1 1-1,-1 5 1,1-7 130,9 9 737,-3-5-707,32 27 267,-35-32-392,0 1 0,-1-1-1,1 0 1,0 0 0,0 0 0,0 0-1,0 0 1,0-1 0,0 1 0,0-1-1,0 0 1,0 0 0,1 0 0,4-1-1,38-11 506,-38 9-463,11-4 102,71-26 280,-80 28-361,-1 1 1,1-1-1,-1-1 0,-1 0 1,1 0-1,13-13 0,-21 18-84,0 1 0,0-1-1,-1 0 1,1 0 0,0 0-1,-1 0 1,1 1 0,-1-1-1,1 0 1,-1 0 0,1 0-1,-1 0 1,0 0 0,1-1-1,-1 1 1,0 0 0,0 0 0,0 0-1,0 0 1,0 0 0,0 0-1,0 0 1,0 0 0,0 0-1,0 0 1,-1-1 0,0 0-1,0-1-17,-1 1 0,1 0 0,-1 0 0,0 0 0,0 0 0,0 0 0,0 1 0,0-1 0,0 1 0,0-1 0,-3-1 1,-8-3-168,0 1 1,0 0 0,-18-4 0,22 6-65,0 1 0,0 0 1,0 1-1,0 0 0,0 0 0,0 1 0,-1 0 0,1 1 1,0 0-1,0 0 0,0 1 0,0 0 0,0 0 0,-10 5 1,-8 6-1756</inkml:trace>
</inkml:ink>
</file>

<file path=ppt/ink/ink10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3:15.449"/>
    </inkml:context>
    <inkml:brush xml:id="br0">
      <inkml:brushProperty name="width" value="0.05" units="cm"/>
      <inkml:brushProperty name="height" value="0.05" units="cm"/>
      <inkml:brushProperty name="color" value="#004F8B"/>
    </inkml:brush>
  </inkml:definitions>
  <inkml:trace contextRef="#ctx0" brushRef="#br0">2 109 4337,'0'0'1846,"-1"12"-3037,1 7 1397,0 0 0,0-1 0,2 1 0,1 0 0,8 32 0,-6-58 5139,14-24-3696,16-25-2299,-33 54 639,9-15-53,0 2 0,1-1 0,1 2 0,0 0 0,21-18 0,-32 31 39,-1 1-1,0-1 1,0 1-1,0-1 0,1 1 1,-1-1-1,0 1 1,0 0-1,1 0 1,-1 0-1,0 0 0,0 0 1,1 0-1,-1 0 1,0 0-1,1 0 1,-1 1-1,0-1 0,0 0 1,0 1-1,1-1 1,-1 1-1,0-1 0,0 1 1,0 0-1,0-1 1,0 1-1,0 0 1,0 0-1,0 0 0,0 0 1,0 0-1,-1 0 1,1 0-1,0 0 1,-1 0-1,2 2 0,4 6-134,-1 1 0,1 0 0,4 13 0,-7-16 189,6 13-61,0 2-1,-2-1 0,9 39 3437,-15-66-1906,2-13-1452,0 1-1,2-1 1,1 1 0,12-30-1,-13 38-154,1 0-1,0 0 0,0 1 0,1-1 0,0 2 0,1-1 0,-1 1 0,2 0 0,14-11 0,-18 16 79,0-1-1,0 1 1,0 0 0,0 1 0,1-1-1,-1 1 1,1 0 0,0 1-1,-1-1 1,1 1 0,0 0-1,0 1 1,0-1 0,0 1-1,0 0 1,11 2 0,-9 0-38,-1 0 1,0 0 0,0 1-1,0 0 1,0 0 0,-1 1-1,1-1 1,-1 2-1,0-1 1,0 1 0,-1 0-1,1 0 1,5 6-1,-7-5 61,0-1 0,1 1 0,-2 0 0,1 0-1,-1 0 1,0 0 0,0 1 0,0-1-1,-1 1 1,2 11 0,-1 1-159,-1 1 0,-1 29-1,0-37-1071,2-2-1221</inkml:trace>
</inkml:ink>
</file>

<file path=ppt/ink/ink10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3:15.815"/>
    </inkml:context>
    <inkml:brush xml:id="br0">
      <inkml:brushProperty name="width" value="0.05" units="cm"/>
      <inkml:brushProperty name="height" value="0.05" units="cm"/>
      <inkml:brushProperty name="color" value="#004F8B"/>
    </inkml:brush>
  </inkml:definitions>
  <inkml:trace contextRef="#ctx0" brushRef="#br0">34 5 3753,'-1'-1'212,"0"1"1,1-1-1,-1 1 0,0 0 1,0-1-1,0 1 0,0 0 1,1-1-1,-1 1 0,0 0 1,0 0-1,0 0 1,0 0-1,0 0 0,1 0 1,-1 0-1,0 0 0,0 0 1,0 0-1,0 1 1,0-1-1,1 0 0,-2 1 1,1 0-142,0 1 0,0-1-1,0 0 1,1 1 0,-1-1 0,0 1 0,1-1 0,-1 1 0,1 0 0,0-1 0,-1 4 0,-1 15-221,0-1-1,2 1 1,2 28 0,0 4 159,-3 46 374,4 146 981,-3-238-1238,1 1 0,0 0-1,0 0 1,0 0 0,1 0 0,4 10 0,-5-15-373,1-2-505</inkml:trace>
</inkml:ink>
</file>

<file path=ppt/ink/ink10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3:16.169"/>
    </inkml:context>
    <inkml:brush xml:id="br0">
      <inkml:brushProperty name="width" value="0.05" units="cm"/>
      <inkml:brushProperty name="height" value="0.05" units="cm"/>
      <inkml:brushProperty name="color" value="#004F8B"/>
    </inkml:brush>
  </inkml:definitions>
  <inkml:trace contextRef="#ctx0" brushRef="#br0">18 104 8514,'-1'-3'260,"1"0"-1,0 0 1,0 0 0,0 0 0,1 0-1,-1 0 1,1 0 0,-1 0 0,1 0 0,0 1-1,0-1 1,0 0 0,1 0 0,-1 1-1,1-1 1,-1 1 0,1-1 0,0 1 0,0 0-1,0-1 1,0 1 0,1 0 0,3-3-1,1 1-181,1-1 0,-1 1-1,1 0 1,0 0-1,0 1 1,0 0-1,0 1 1,0-1-1,1 2 1,-1-1-1,1 1 1,-1 0-1,15 1 1,-17 1-142,1-1 1,0 1-1,-1 0 1,1 1-1,-1 0 1,1 0-1,-1 0 1,0 0-1,0 1 1,0 0-1,0 1 1,0-1-1,-1 1 1,0 0-1,0 1 1,0-1-1,0 1 1,5 6-1,-9-10-1,0 1 1,0-1-1,0 1 0,0-1 1,0 1-1,-1-1 0,1 1 1,0 0-1,-1-1 0,1 1 1,-1 0-1,0 0 0,1-1 1,-1 1-1,0 0 0,0 0 1,0 0-1,0-1 0,-1 1 1,1 0-1,-1 2 0,0-1 16,-1-1-1,1 1 0,-1 0 1,1 0-1,-1-1 0,0 1 1,0-1-1,0 1 0,-1-1 1,1 0-1,-4 2 0,-7 5-56,-1 0 0,0-2-1,-27 12 1,34-16 7,-154 61-4378,138-55 2183</inkml:trace>
</inkml:ink>
</file>

<file path=ppt/ink/ink10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3:16.633"/>
    </inkml:context>
    <inkml:brush xml:id="br0">
      <inkml:brushProperty name="width" value="0.05" units="cm"/>
      <inkml:brushProperty name="height" value="0.05" units="cm"/>
      <inkml:brushProperty name="color" value="#004F8B"/>
    </inkml:brush>
  </inkml:definitions>
  <inkml:trace contextRef="#ctx0" brushRef="#br0">91 2 3561,'-2'2'262,"-6"10"125,0 0 0,1 0 0,1 0 0,-1 1 0,2 0 0,-5 16 0,9-27-391,-2 7 24,1 0 1,0 0 0,1 0 0,0 0 0,0 15 0,1-22 21,0 0 0,0-1 0,0 1 1,1 0-1,-1 0 0,1-1 0,-1 1 0,1 0 0,0-1 0,0 1 0,0 0 0,0-1 0,0 1 0,0-1 1,0 0-1,0 1 0,0-1 0,1 0 0,-1 0 0,0 0 0,1 0 0,-1 0 0,1 0 0,0 0 0,-1 0 1,1 0-1,0-1 0,-1 1 0,1-1 0,0 1 0,0-1 0,-1 0 0,1 0 0,0 0 0,3 0 0,7 0 203,0-1-1,1 0 1,-1-1-1,0-1 1,0 0-1,20-8 1,-9 2 81,-1-1-1,30-19 1,-48 26-173,1 0 0,-1 0 0,0-1 0,0 0 0,0 1 0,0-1 0,0-1 0,-1 1 0,0-1 0,0 1 0,0-1 0,-1 0-1,3-7 1,-4 10-133,0 0-1,-1-1 0,0 1 0,1 0 0,-1 0 1,0-1-1,0 1 0,0 0 0,0 0 0,-1-1 1,1 1-1,-1 0 0,1 0 0,-1 0 0,0 0 1,0 0-1,0-1 0,0 1 0,0 1 0,0-1 1,-1 0-1,1 0 0,0 0 0,-1 1 0,0-1 1,1 1-1,-1-1 0,0 1 0,0 0 0,0-1 1,0 1-1,0 0 0,0 0 0,0 0 0,-2 0 1,-6-3-212,0 1 0,0 0 0,0 0 0,0 1 0,-1 0 0,1 1 0,-1 0 0,1 1 0,-1 0 0,-17 3 0,13-1-220,0 2-1,0-1 1,1 2 0,-1 0 0,1 1 0,-24 13 0,4 3-1272</inkml:trace>
</inkml:ink>
</file>

<file path=ppt/ink/ink10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3:17.477"/>
    </inkml:context>
    <inkml:brush xml:id="br0">
      <inkml:brushProperty name="width" value="0.05" units="cm"/>
      <inkml:brushProperty name="height" value="0.05" units="cm"/>
      <inkml:brushProperty name="color" value="#004F8B"/>
    </inkml:brush>
  </inkml:definitions>
  <inkml:trace contextRef="#ctx0" brushRef="#br0">1 14 3017,'0'0'5301,"0"-10"-940,0 7-3959,0 7-3259,9 226 2806,-6-208-307</inkml:trace>
</inkml:ink>
</file>

<file path=ppt/ink/ink10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3:18.435"/>
    </inkml:context>
    <inkml:brush xml:id="br0">
      <inkml:brushProperty name="width" value="0.05" units="cm"/>
      <inkml:brushProperty name="height" value="0.05" units="cm"/>
      <inkml:brushProperty name="color" value="#004F8B"/>
    </inkml:brush>
  </inkml:definitions>
  <inkml:trace contextRef="#ctx0" brushRef="#br0">2 1 3065,'0'0'2341,"0"5"-2837,2 56-82,0-26 956,-2-1 1,-6 52 0,17-133 8048,10-13-7464,-17 51-1132,0-1-1,0 1 1,2 0-1,-1 0 1,1 0-1,0 1 1,1-1-1,0 2 1,0-1-1,12-9 0,-17 16 132,0 0-1,0 0 0,0 0 0,0 1 0,0-1 0,0 1 1,0-1-1,0 1 0,1 0 0,-1 0 0,0 0 0,0 0 1,0 0-1,0 0 0,0 0 0,1 1 0,-1-1 0,0 1 1,0 0-1,0-1 0,0 1 0,0 0 0,0 0 0,-1 1 1,1-1-1,0 0 0,0 0 0,-1 1 0,1-1 0,2 4 1,7 7-111,0 0 1,-1 0 0,10 17 0,-9-12 215,-9-15-45,6 8 67,-2-1 0,1 1 0,8 19 0,-14-26-61,1 1 0,-1-1 0,0 1 0,0 0 0,-1-1 0,1 1 0,-1 0 0,0-1 0,0 1 0,0 0 0,-1 0 0,1-1-1,-1 1 1,0 0 0,-2 6 0,0 0-993</inkml:trace>
</inkml:ink>
</file>

<file path=ppt/ink/ink10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3:18.989"/>
    </inkml:context>
    <inkml:brush xml:id="br0">
      <inkml:brushProperty name="width" value="0.05" units="cm"/>
      <inkml:brushProperty name="height" value="0.05" units="cm"/>
      <inkml:brushProperty name="color" value="#004F8B"/>
    </inkml:brush>
  </inkml:definitions>
  <inkml:trace contextRef="#ctx0" brushRef="#br0">124 139 2673,'0'1'62,"-1"-1"0,0 0 1,1 0-1,-1 1 0,0-1 1,0 0-1,1 1 0,-1-1 1,1 1-1,-1-1 1,0 1-1,1-1 0,-1 1 1,1-1-1,-1 1 0,1 0 1,-1-1-1,1 1 0,0 0 1,-1-1-1,1 1 1,0 0-1,0-1 0,-1 1 1,1 0-1,0 0 0,0-1 1,0 1-1,0 0 0,0 0 1,0 0-1,0-1 0,0 1 1,0 1-1,2 0 35,-1-1-1,0 1 1,1-1-1,-1 1 0,1-1 1,0 0-1,-1 0 1,1 1-1,0-1 1,3 1-1,1 0 99,1-1 1,-1 0 0,1 0-1,-1 0 1,1-1-1,0 1 1,-1-2-1,1 1 1,-1-1-1,1 0 1,-1 0-1,1-1 1,-1 0-1,0 0 1,1 0-1,-1-1 1,7-4-1,-10 4-80,1 0-1,-1 0 0,1 0 0,-1 0 1,0-1-1,0 1 0,0-1 0,-1 0 1,1 0-1,-1 0 0,0 0 0,0 0 1,0 0-1,-1-1 0,1 1 0,-1-1 1,0 1-1,0-1 0,0-8 0,-1 10-170,0 0 0,0 0-1,0 0 1,-1 0 0,1 0 0,0 0-1,-1 1 1,0-1 0,0 0 0,0 0-1,0 0 1,0 1 0,-1-1-1,1 1 1,-1-1 0,1 1 0,-1-1-1,0 1 1,0 0 0,0 0-1,0 0 1,-1 0 0,1 0 0,0 0-1,-1 1 1,0-1 0,1 1 0,-1 0-1,0 0 1,1 0 0,-5-1-1,-2 1 10,1 0-1,-1 0 0,0 2 0,0-1 0,1 1 0,-1 0 1,0 0-1,1 1 0,0 1 0,-1-1 0,1 1 0,-10 5 0,6-2 107,1 0-1,-1 0 1,1 1-1,0 1 1,1 0-1,0 0 0,-15 16 1,23-21-68,-1 0 1,1 0-1,0 0 1,0 0-1,0 0 1,0 0-1,0 1 1,1-1-1,-1 1 1,1-1-1,0 1 1,0-1-1,0 1 0,1 0 1,-1 0-1,1-1 1,0 1-1,0 0 1,1 4-1,0-3 40,1-1 0,-1 0-1,1 0 1,0 1 0,0-1-1,0 0 1,1-1 0,0 1-1,-1 0 1,1-1 0,1 0-1,-1 1 1,7 4 0,0-1 81,1 0 0,0 0 0,0-1 0,1 0 0,0-1 0,0-1 0,0 0 0,0 0 0,1-1 0,17 1 0,-14-3-540,0-1 0,0-1 0,0 0 0,0-1 0,0-1 0,19-6 0,-1-2-1815</inkml:trace>
</inkml:ink>
</file>

<file path=ppt/ink/ink10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3:19.479"/>
    </inkml:context>
    <inkml:brush xml:id="br0">
      <inkml:brushProperty name="width" value="0.05" units="cm"/>
      <inkml:brushProperty name="height" value="0.05" units="cm"/>
      <inkml:brushProperty name="color" value="#004F8B"/>
    </inkml:brush>
  </inkml:definitions>
  <inkml:trace contextRef="#ctx0" brushRef="#br0">23 141 3497,'-2'0'4539,"-3"20"-4129,-3 30-1097,5-20-348,-1 15 5513,3-42-3154,1-5-207,1-26-82,0 12-1107,1 0 1,1 0-1,0 0 1,1 0-1,1 1 0,0-1 1,2 2-1,-1-1 1,2 0-1,0 1 1,0 1-1,2-1 0,-1 1 1,18-16-1,-25 27 27,-1 0 0,1 0 0,0 0 1,1 1-1,-1-1 0,0 1 0,0 0 0,1-1 0,-1 1 0,1 0 0,-1 1 0,1-1 0,-1 0 0,1 1 1,-1-1-1,1 1 0,0 0 0,4 0 0,-4 1-28,0 0 1,-1 0-1,1 0 1,-1 0 0,1 0-1,-1 1 1,0-1-1,0 1 1,1 0-1,-1 0 1,0 0-1,-1 0 1,1 0-1,0 0 1,0 0-1,-1 1 1,2 3-1,7 10 66,-2 1 0,0 0-1,-1 0 1,-1 1 0,0-1-1,-1 2 1,-1-1-1,-1 0 1,-1 1 0,0-1-1,-1 1 1,-3 31-1,1-48-25,1-1 0,0 0 0,0 1 0,0-1 0,0 1 0,0-1 0,0 1 0,0-1 0,0 0 0,1 1 0,-1-1 0,1 1 0,-1-1 0,1 0 0,0 2 0,6 4-907</inkml:trace>
</inkml:ink>
</file>

<file path=ppt/ink/ink10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3:19.889"/>
    </inkml:context>
    <inkml:brush xml:id="br0">
      <inkml:brushProperty name="width" value="0.05" units="cm"/>
      <inkml:brushProperty name="height" value="0.05" units="cm"/>
      <inkml:brushProperty name="color" value="#004F8B"/>
    </inkml:brush>
  </inkml:definitions>
  <inkml:trace contextRef="#ctx0" brushRef="#br0">21 1 3297,'0'0'7031,"-1"8"-8205,-18 429 1127,19-425 45,0-1 135,0 0 0,1 0 1,0 0-1,4 22 0,-4-31-70,-1 0-1,1 0 1,0 0-1,0 0 0,0-1 1,0 1-1,0 0 1,0 0-1,0 0 0,0-1 1,1 1-1,-1-1 1,1 1-1,-1-1 0,1 1 1,0-1-1,-1 0 1,1 0-1,0 0 0,0 0 1,0 0-1,0 0 1,0 0-1,0-1 0,0 1 1,0-1-1,0 1 1,0-1-1,0 0 0,0 0 1,0 0-1,3 0 1,44-9-689,-20 0-553</inkml:trace>
</inkml:ink>
</file>

<file path=ppt/ink/ink10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3:20.125"/>
    </inkml:context>
    <inkml:brush xml:id="br0">
      <inkml:brushProperty name="width" value="0.05" units="cm"/>
      <inkml:brushProperty name="height" value="0.05" units="cm"/>
      <inkml:brushProperty name="color" value="#004F8B"/>
    </inkml:brush>
  </inkml:definitions>
  <inkml:trace contextRef="#ctx0" brushRef="#br0">1 69 2785,'21'-6'872,"5"-3"984,6-3-279,3 1-553,1-1-240,1 1-680,1 4-832</inkml:trace>
</inkml:ink>
</file>

<file path=ppt/ink/ink10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3:24.537"/>
    </inkml:context>
    <inkml:brush xml:id="br0">
      <inkml:brushProperty name="width" value="0.05" units="cm"/>
      <inkml:brushProperty name="height" value="0.05" units="cm"/>
      <inkml:brushProperty name="color" value="#004F8B"/>
    </inkml:brush>
  </inkml:definitions>
  <inkml:trace contextRef="#ctx0" brushRef="#br0">270 1 5921,'0'0'2725,"-16"0"-1794,10-1-939,1 1 0,-1 0 0,1 1 0,0-1 0,-1 1 0,1 0 0,0 0 0,-1 1 0,1 0 1,0 0-1,0 0 0,0 0 0,1 1 0,-1 0 0,-8 6 0,-2 4-11,0 2-1,1-1 1,1 2 0,1 0 0,0 0-1,1 1 1,0 0 0,2 1-1,0 1 1,1-1 0,1 1-1,0 0 1,2 1 0,0 0-1,2 0 1,0 0 0,1 0 0,0 28-1,4-35 33,0-1 0,0 1 0,1-1 0,1 0 0,0 0 1,1-1-1,0 1 0,0-1 0,1 0 0,1 0 0,0-1 0,10 12 0,-13-17 42,1 0 1,0 0-1,0 0 1,0-1-1,0 1 1,1-1-1,0-1 1,-1 1-1,1-1 1,1 0-1,-1 0 1,0-1-1,1 0 1,0 0-1,-1 0 1,1-1-1,0 0 1,0 0-1,-1-1 1,1 0-1,0 0 1,0-1-1,12-2 1,5-3 163,0-1 0,-1-2 0,31-15 0,-44 19-173,0 0-1,-1-1 0,1 0 0,-1-1 0,0 0 1,-1-1-1,1 0 0,-1 0 0,11-16 0,-11 12-19,-1-2 0,-1 1 0,0-1 0,-1 0 0,0-1 0,-1 1 0,0-1 0,-1 1 0,-1-1 0,0-22 0,-3 26 2,-1 0 1,0 0 0,-1 0 0,0 0 0,-1 0 0,0 1-1,-1 0 1,0 0 0,0 0 0,-1 0 0,0 1 0,-1 0-1,0 0 1,-1 1 0,0 0 0,0 0 0,0 1 0,-1 0-1,-18-11 1,11 8-162,-1 0-1,-1 1 1,1 1-1,-1 1 1,-1 1-1,1 0 1,-1 1-1,0 1 0,0 1 1,-34-1-1,44 4-179,0 0 0,1 1-1,-1 0 1,0 1-1,0-1 1,1 2 0,-1 0-1,1 0 1,-12 6-1,-11 10-1649</inkml:trace>
</inkml:ink>
</file>

<file path=ppt/ink/ink10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3:28.227"/>
    </inkml:context>
    <inkml:brush xml:id="br0">
      <inkml:brushProperty name="width" value="0.05" units="cm"/>
      <inkml:brushProperty name="height" value="0.05" units="cm"/>
      <inkml:brushProperty name="color" value="#004F8B"/>
    </inkml:brush>
  </inkml:definitions>
  <inkml:trace contextRef="#ctx0" brushRef="#br0">4 70 3993,'-3'-6'9571,"3"5"-9580,0 1-1,0-1 0,0 1 1,-1-1-1,1 1 1,0-1-1,0 1 0,0-1 1,0 1-1,0-1 1,0 1-1,0-1 0,0 1 1,0-1-1,0 1 1,0-1-1,1 1 0,-1-1 1,0 1-1,0-1 1,0 1-1,1 0 0,-1-1 1,0 1-1,0-1 1,1 1-1,-1 0 0,0-1 1,1 1-1,-1 0 1,0-1-1,1 1 0,-1 0 1,2-1-1,27-7 208,0 1-1,1 2 1,52-3 0,4-1-47,-29-2-1877,-48 11 44</inkml:trace>
</inkml:ink>
</file>

<file path=ppt/ink/ink10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3:28.657"/>
    </inkml:context>
    <inkml:brush xml:id="br0">
      <inkml:brushProperty name="width" value="0.05" units="cm"/>
      <inkml:brushProperty name="height" value="0.05" units="cm"/>
      <inkml:brushProperty name="color" value="#004F8B"/>
    </inkml:brush>
  </inkml:definitions>
  <inkml:trace contextRef="#ctx0" brushRef="#br0">6 1 5985,'0'0'7268,"-1"7"-10616,-2 35 3005,1 0 1,2-1-1,8 60 1,1 41 573,-8-98 324,-1-43-67,0 0-590,0 0-827</inkml:trace>
</inkml:ink>
</file>

<file path=ppt/ink/ink10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3:29.411"/>
    </inkml:context>
    <inkml:brush xml:id="br0">
      <inkml:brushProperty name="width" value="0.05" units="cm"/>
      <inkml:brushProperty name="height" value="0.05" units="cm"/>
      <inkml:brushProperty name="color" value="#004F8B"/>
    </inkml:brush>
  </inkml:definitions>
  <inkml:trace contextRef="#ctx0" brushRef="#br0">48 111 5057,'-1'-1'6180,"5"-14"-5481,8-20-343,-10 28-6,3 0-11,5 0-313,-5 3-59,0 0 0,0 0 0,0 1 0,0 0 0,1 0 0,-1 0 0,1 0 0,-1 1 1,1 0-1,0 0 0,0 1 0,0-1 0,0 1 0,1 1 0,-1-1 0,0 1 0,0 0 0,0 0 0,0 1 0,1 0 1,7 2-1,-6 0-38,1 1 0,-1 0 0,0 0 1,0 1-1,0 0 0,-1 0 0,0 1 1,0 0-1,0 0 0,-1 1 1,6 7-1,-9-11 40,0 1 0,0 0 1,-1 0-1,0 0 0,0 0 0,0 0 0,0 1 1,-1-1-1,0 1 0,0-1 0,0 1 1,0-1-1,-1 1 0,0 0 0,0-1 1,0 1-1,0-1 0,-1 1 0,1 0 1,-1-1-1,0 1 0,-1-1 0,-3 8 1,1-3-7,-2 0 0,1 0 1,-1-1-1,-1 0 1,1 0-1,-1 0 0,-1-1 1,-13 11-1,-10 4 179,-35 20-1,-18 13-285,70-43 77,0 0 0,1 2-1,-13 16 1,23-27 48,1 3-125,14-4 1264,18-3-628,0-1 0,36-8 0,-27 3-265,49-2 0,43 17-184,-55-1-854,-50-7-430</inkml:trace>
</inkml:ink>
</file>

<file path=ppt/ink/ink10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3:30.195"/>
    </inkml:context>
    <inkml:brush xml:id="br0">
      <inkml:brushProperty name="width" value="0.05" units="cm"/>
      <inkml:brushProperty name="height" value="0.05" units="cm"/>
      <inkml:brushProperty name="color" value="#004F8B"/>
    </inkml:brush>
  </inkml:definitions>
  <inkml:trace contextRef="#ctx0" brushRef="#br0">307 33 7698,'-1'-4'5788,"-15"-6"-6569,15 9 782,-4-2-94,0 1 0,-1-1 0,1 1 0,-1 0 0,0 1 0,1-1 0,-1 1 0,0 0 0,0 1 1,0 0-1,0 0 0,0 0 0,0 0 0,1 1 0,-1 0 0,-8 2 0,9-1 38,-1 0 0,1 0 0,0 0 0,-1 0 0,1 1 0,0 0 0,1 0 0,-1 1 0,1-1 0,-1 1 0,1 0-1,0 0 1,0 1 0,1-1 0,-1 1 0,1-1 0,0 1 0,0 0 0,1 1 0,0-1 0,0 0 0,0 1 0,0-1 0,1 1 0,0-1-1,0 1 1,0 0 0,1-1 0,0 1 0,0 0 0,0 0 0,1-1 0,0 1 0,0 0 0,0-1 0,3 7 0,-4-11 64,1 1 0,-1-1 1,1 1-1,0-1 0,0 1 1,0-1-1,0 1 0,0-1 1,0 0-1,0 1 0,0-1 1,0 0-1,0 0 0,1 0 1,-1 0-1,1 0 0,-1 0 1,0 0-1,1-1 0,0 1 1,-1-1-1,1 1 0,-1-1 1,1 1-1,0-1 0,-1 0 1,1 0-1,0 1 0,-1-1 1,1 0-1,2-1 0,6 0 162,1-1-1,-1 0 0,0-1 0,11-4 0,0 0-55,-1 0-27,0 2-1,0 0 1,0 1 0,0 1-1,1 1 1,0 1 0,29 2-1,-46 0-130,0 0 0,0 0 0,0 1-1,0 0 1,0-1 0,-1 1 0,1 0 0,0 1-1,-1-1 1,0 1 0,1-1 0,-1 1-1,0 0 1,0 0 0,-1 1 0,1-1-1,-1 0 1,1 1 0,-1 0 0,0-1 0,0 1-1,-1 0 1,1 0 0,-1 0 0,0 0-1,0 0 1,0 0 0,0 7 0,0-4 37,-1 0 0,1 0 0,-2 0 0,1 1 0,-1-1 0,0 0 0,0 0 0,0 0 0,-1 0 0,0 0 0,-1 0 0,0-1 0,0 1 0,0-1 0,-1 0 0,-4 7 0,-2-3 34,-1 0 0,0 0 0,0-1 0,-1-1 0,0 0 0,-1 0 0,0-1 0,-19 7 0,-115 35 106,136-46-124,-4 1-14,-62 15 269,72-18-256,0 0 0,0 0 0,0-1 0,0 0 0,0 0-1,0 0 1,0-1 0,0 1 0,0-1 0,0 0 0,1-1 0,-9-2 0,5-4-775,3-2-570</inkml:trace>
</inkml:ink>
</file>

<file path=ppt/ink/ink10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3:30.611"/>
    </inkml:context>
    <inkml:brush xml:id="br0">
      <inkml:brushProperty name="width" value="0.05" units="cm"/>
      <inkml:brushProperty name="height" value="0.05" units="cm"/>
      <inkml:brushProperty name="color" value="#004F8B"/>
    </inkml:brush>
  </inkml:definitions>
  <inkml:trace contextRef="#ctx0" brushRef="#br0">0 0 4337,'0'0'5118,"0"7"-7007,14 279 2877,-9-239 204</inkml:trace>
</inkml:ink>
</file>

<file path=ppt/ink/ink10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3:30.801"/>
    </inkml:context>
    <inkml:brush xml:id="br0">
      <inkml:brushProperty name="width" value="0.05" units="cm"/>
      <inkml:brushProperty name="height" value="0.05" units="cm"/>
      <inkml:brushProperty name="color" value="#004F8B"/>
    </inkml:brush>
  </inkml:definitions>
  <inkml:trace contextRef="#ctx0" brushRef="#br0">0 1 6161,'0'0'5057</inkml:trace>
</inkml:ink>
</file>

<file path=ppt/ink/ink10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3:31.521"/>
    </inkml:context>
    <inkml:brush xml:id="br0">
      <inkml:brushProperty name="width" value="0.05" units="cm"/>
      <inkml:brushProperty name="height" value="0.05" units="cm"/>
      <inkml:brushProperty name="color" value="#004F8B"/>
    </inkml:brush>
  </inkml:definitions>
  <inkml:trace contextRef="#ctx0" brushRef="#br0">1 51 5257,'0'0'4657,"0"9"-7347,2 78 3032,17 104 8601,-18-200-7475,0-8-1462,0-1 0,2 1 0,0 0 0,1 0 0,1 0 0,0 0 0,1 1 0,1 0 0,1 0 0,0 0 0,1 1 0,0 1 0,1-1 0,1 2 0,14-14 0,-23 24-19,6-5-77,0 0-1,1 0 1,-1 1-1,17-10 0,-22 15-11,-1 1 0,1 0 0,-1 0 0,1 0 0,0 0 0,0 0 0,-1 1-1,1-1 1,0 1 0,0 0 0,0 0 0,-1 0 0,1 0 0,0 0 0,0 1 0,0-1-1,-1 1 1,1 0 0,0-1 0,0 2 0,-1-1 0,1 0 0,3 2 0,0 1 27,0 0 1,0 1 0,0-1-1,-1 1 1,0 0 0,0 0-1,0 1 1,0-1 0,-1 1-1,0 0 1,0 0 0,-1 1-1,0-1 1,0 1 0,0 0-1,2 9 1,-3-4 33,0 1 1,0 0-1,-2-1 0,1 1 1,-2 0-1,0 0 0,0-1 1,-5 20-1,-5 16-2226,11-37 217</inkml:trace>
</inkml:ink>
</file>

<file path=ppt/ink/ink10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3:32.385"/>
    </inkml:context>
    <inkml:brush xml:id="br0">
      <inkml:brushProperty name="width" value="0.05" units="cm"/>
      <inkml:brushProperty name="height" value="0.05" units="cm"/>
      <inkml:brushProperty name="color" value="#004F8B"/>
    </inkml:brush>
  </inkml:definitions>
  <inkml:trace contextRef="#ctx0" brushRef="#br0">6 123 4929,'-2'-3'7954,"1"2"-7835,1 0-1,-1 0 1,1-1 0,0 1-1,-1 0 1,1 0 0,0 0-1,0 0 1,0-1 0,0 1-1,0 0 1,0 0 0,0 0-1,0 0 1,1-2 0,7-32-86,-6 26-81,0 6-3,6-3 13,-2 1-14,1-1 54,0 0-1,1 1 1,0-1-1,13-6 1,-19 11-66,1 0-1,-1 0 1,0 0 0,1 0-1,-1 1 1,1-1 0,-1 1-1,1-1 1,-1 1 0,1 0-1,-1 0 1,1 0 0,-1 0-1,1 1 1,-1-1 0,1 1-1,-1-1 1,1 1 0,-1 0-1,0 0 1,1 0 0,-1 0-1,0 0 1,0 1 0,2 1-1,-1-1-37,0 1 0,-1-1-1,1 1 1,-1-1-1,0 1 1,0 0-1,0 0 1,0 0-1,0 0 1,-1 0-1,1 0 1,-1 1 0,0-1-1,0 0 1,0 1-1,-1-1 1,1 1-1,-1-1 1,1 1-1,-1-1 1,-1 6-1,0-4 60,0 1-1,-1 0 0,1-1 0,-1 1 0,0-1 0,-1 0 0,1 1 0,-1-1 0,0 0 1,-1-1-1,1 1 0,-7 7 0,10-12 60,-3 4 60,0-1 0,0 1 0,-1-1 0,1 0 0,-1 0 0,1 0 0,-1 0-1,0-1 1,0 1 0,0-1 0,-1 0 0,1 0 0,-9 2 0,28-19 863,17-7-834,-29 19-96,-3 3-21,1 0 1,-1 0 0,0-1 0,0 1 0,0 0 0,0 0 0,1-1 0,-1 1 0,0 0 0,0 0-1,1-1 1,-1 1 0,0 0 0,0 0 0,1 0 0,-1 0 0,0-1 0,1 1 0,-1 0 0,0 0 0,1 0-1,-1 0 1,0 0 0,1 0 0,-1 0 0,0 0 0,1 0 0,-1 0 0,0 0 0,0 0 0,1 0 0,-1 0-1,0 0 1,1 0 0,-1 0 0,0 1 0,1-1 0,-1 0 0,0 0 0,1 0 0,7 5-146,26 11-55,-30-14 176,0 1 1,0-1-1,0 1 0,-1 0 0,1 0 0,-1 1 1,0-1-1,0 1 0,0-1 0,0 1 0,-1 0 1,0 0-1,1 0 0,-1 0 0,1 6 0,2 3-1,-1 0 0,-1 0 0,2 19 0,-3-22 43,-2 0 0,1 0 1,-1 0-1,0 0 1,-1 0-1,0 0 0,-1-1 1,0 1-1,-7 19 0,7-25 48,0 1 0,0-1 0,-1 1 0,0-1 0,0 0-1,0 0 1,0 0 0,0-1 0,-1 1 0,0-1 0,0 0-1,0 0 1,0 0 0,0 0 0,0-1 0,-1 1 0,1-1 0,-1 0-1,0-1 1,1 1 0,-9 0 0,-3 1-270,0-2 0,0 0 0,0-1 1,0-1-1,-27-4 0,28 2-1427</inkml:trace>
</inkml:ink>
</file>

<file path=ppt/ink/ink10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3:33.002"/>
    </inkml:context>
    <inkml:brush xml:id="br0">
      <inkml:brushProperty name="width" value="0.05" units="cm"/>
      <inkml:brushProperty name="height" value="0.05" units="cm"/>
      <inkml:brushProperty name="color" value="#004F8B"/>
    </inkml:brush>
  </inkml:definitions>
  <inkml:trace contextRef="#ctx0" brushRef="#br0">87 55 3233,'0'0'2031,"-1"10"-3734,-8 33 1729,-5 74 1,13-104 148,1 1 0,0-1 0,1 1 0,0-1 0,1 1 0,1-1 0,0 0 1,1 0-1,0 0 0,9 18 0,-12-28-51,1 0 1,0 0-1,0 0 1,0-1-1,1 1 1,-1 0-1,1-1 1,-1 0-1,1 1 1,0-1-1,0 0 1,0 0-1,0-1 1,0 1-1,0-1 1,1 1-1,-1-1 1,0 0-1,5 1 1,-2-2 74,0 1 0,1-1 0,-1 0 0,0-1 1,0 0-1,0 0 0,-1 0 0,1 0 1,0-1-1,9-4 0,-3 0 67,-1 1-1,0-1 1,-1-1 0,0 0 0,0-1-1,0 0 1,-1 0 0,0-1 0,0 0-1,12-18 1,-18 22-129,0 0 0,0-1 1,0 0-1,-1 1 0,0-1 0,0 0 0,0 0 0,-1 0 1,0 0-1,0 0 0,-1-1 0,1 1 0,-1 0 0,-1 0 1,1 0-1,-2-8 0,-1 5-50,0 1 0,0 0 1,0 0-1,-1 1 0,0-1 0,0 1 1,-1 0-1,0 0 0,-1 0 0,-9-10 1,0 4-293,0 0-1,-1 1 1,-1 0 0,1 2 0,-2 0 0,1 0 0,-2 2 0,1 0 0,-27-7-1,36 13-334,1 0 0,-1 1-1,0 0 1,1 0-1,-1 1 1,0 0 0,0 0-1,-12 3 1,-5 4-1907</inkml:trace>
</inkml:ink>
</file>

<file path=ppt/ink/ink10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3:33.445"/>
    </inkml:context>
    <inkml:brush xml:id="br0">
      <inkml:brushProperty name="width" value="0.05" units="cm"/>
      <inkml:brushProperty name="height" value="0.05" units="cm"/>
      <inkml:brushProperty name="color" value="#004F8B"/>
    </inkml:brush>
  </inkml:definitions>
  <inkml:trace contextRef="#ctx0" brushRef="#br0">15 1 4697,'0'0'3857,"-2"12"-5049,-2 1 1106,1-1 1,1 1 0,0 0 0,1 1 0,1-1 0,0 13 0,0-22 153,0-1 0,1 0 0,-1 0 0,1 0 0,-1 0-1,1 0 1,0 0 0,0 0 0,1 0 0,-1 0 0,0 0 0,1 0 0,0-1 0,0 1 0,-1 0 0,2-1 0,-1 0 0,0 1-1,0-1 1,1 0 0,-1 0 0,1-1 0,0 1 0,-1 0 0,1-1 0,0 1 0,0-1 0,0 0 0,0 0 0,0 0 0,0-1-1,0 1 1,7 0 0,-9-1 129,1 0 0,0 0 0,0 0 0,0 0 0,-1 0 0,1-1-1,0 1 1,0 0 0,-1-1 0,1 1 0,0-1 0,-1 0 0,1 1 0,-1-1-1,1 0 1,-1 0 0,1 0 0,-1 0 0,0 0 0,1-1 0,1-1 0,-1 0 106,-1 1 1,0-1-1,0 1 1,0-1-1,0 0 1,0 1-1,0-1 1,-1 0-1,1 0 1,-1 0-1,0 1 1,0-6-1,0 1 118,-1 0-1,0 0 0,0 0 0,-3-11 0,-13-19-1625,-8 9-1252,10 13-1315</inkml:trace>
</inkml:ink>
</file>

<file path=ppt/ink/ink10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3:36.846"/>
    </inkml:context>
    <inkml:brush xml:id="br0">
      <inkml:brushProperty name="width" value="0.05" units="cm"/>
      <inkml:brushProperty name="height" value="0.05" units="cm"/>
      <inkml:brushProperty name="color" value="#004F8B"/>
    </inkml:brush>
  </inkml:definitions>
  <inkml:trace contextRef="#ctx0" brushRef="#br0">55 26 2569,'-55'6'9944,"78"-17"-10186,-8 8 147,1 1 0,0 0 0,0 1 0,0 1 0,22 2 0,13 0 12,16-2 80,-34 2 194,1-3 0,0 0 0,-1-2 0,44-10-1,-75 13-102,0 0-618</inkml:trace>
</inkml:ink>
</file>

<file path=ppt/ink/ink10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3:37.273"/>
    </inkml:context>
    <inkml:brush xml:id="br0">
      <inkml:brushProperty name="width" value="0.05" units="cm"/>
      <inkml:brushProperty name="height" value="0.05" units="cm"/>
      <inkml:brushProperty name="color" value="#004F8B"/>
    </inkml:brush>
  </inkml:definitions>
  <inkml:trace contextRef="#ctx0" brushRef="#br0">1 1 6585,'0'0'5388,"1"9"-6084,3 56 1021,-6 92 1,-1-41 290,3-103-775,0 7 474,4 37-1,-3-49-817,1-1-1,0 0 0,0 0 0,6 13 1</inkml:trace>
</inkml:ink>
</file>

<file path=ppt/ink/ink10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3:37.732"/>
    </inkml:context>
    <inkml:brush xml:id="br0">
      <inkml:brushProperty name="width" value="0.05" units="cm"/>
      <inkml:brushProperty name="height" value="0.05" units="cm"/>
      <inkml:brushProperty name="color" value="#004F8B"/>
    </inkml:brush>
  </inkml:definitions>
  <inkml:trace contextRef="#ctx0" brushRef="#br0">28 75 4993,'-2'-1'3711,"-4"11"-3941,1 2 219,2 0-1,-1 0 1,2 1 0,0-1 0,0 1 0,1-1 0,1 16 0,0-1 26,2 1 1,7 41 0,-7-61 51,0 1 0,1 0 0,0-1 0,0 0 0,1 1-1,0-1 1,0 0 0,1-1 0,5 9 0,-8-15-6,0 1 1,-1 0-1,1 0 1,0-1-1,0 1 1,0-1-1,-1 1 1,2-1-1,-1 0 0,0 0 1,0 0-1,0 0 1,0 0-1,1 0 1,-1-1-1,0 1 1,1-1-1,-1 0 1,1 1-1,-1-1 1,0 0-1,1-1 1,-1 1-1,1 0 1,-1-1-1,0 1 1,1-1-1,-1 0 1,0 1-1,0-1 1,1 0-1,-1 0 1,0-1-1,0 1 1,0 0-1,0-1 1,-1 1-1,4-4 0,3-3 184,0 0-1,-1-1 0,0 0 0,0 0 0,-1-1 0,0 1 0,0-2 0,-1 1 0,-1 0 0,0-1 0,0 0 1,-1 0-1,0 0 0,-1 0 0,1-14 0,-1 6-193,-1 0 1,-1 0-1,0-1 0,-2 1 1,0 0-1,-1 1 0,-1-1 1,-8-25-1,12 42-185,-1 0 0,0-1 0,0 1 1,1 0-1,-1 0 0,0-1 0,-1 1 0,1 0 0,0 0 0,-1 0 0,1 0 1,-1 1-1,0-1 0,1 0 0,-1 1 0,0-1 0,0 1 0,0-1 1,0 1-1,0 0 0,0 0 0,-1 0 0,1 0 0,0 0 0,-1 1 0,1-1 1,0 1-1,-1-1 0,1 1 0,-1 0 0,1 0 0,0 0 0,-1 0 0,1 0 1,-1 1-1,1-1 0,0 1 0,-1-1 0,1 1 0,0 0 0,-4 2 1,-24 13-2181</inkml:trace>
</inkml:ink>
</file>

<file path=ppt/ink/ink10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3:38.435"/>
    </inkml:context>
    <inkml:brush xml:id="br0">
      <inkml:brushProperty name="width" value="0.05" units="cm"/>
      <inkml:brushProperty name="height" value="0.05" units="cm"/>
      <inkml:brushProperty name="color" value="#004F8B"/>
    </inkml:brush>
  </inkml:definitions>
  <inkml:trace contextRef="#ctx0" brushRef="#br0">96 2 3641,'0'0'3272,"-4"0"-1368,-14 10-1595,12-6-292,1 0 1,-1 1-1,1 0 1,0 0-1,0 0 0,0 0 1,1 1-1,-1 0 1,1 0-1,1 0 0,-1 1 1,1-1-1,0 1 1,1-1-1,0 1 0,0 0 1,0 0-1,0 8 1,1-6-11,1-1-1,0 1 1,1-1 0,0 0 0,0 1 0,1-1-1,0 0 1,0 0 0,1 0 0,0 0 0,0 0-1,1-1 1,0 1 0,6 7 0,-6-11 76,0 1 0,0-1 1,0 1-1,0-1 0,1 0 1,0-1-1,0 1 0,0-1 0,0 0 1,1 0-1,-1-1 0,1 0 1,0 0-1,-1 0 0,1 0 0,0-1 1,0 0-1,0 0 0,0-1 0,9 0 1,3-1 174,0 0 0,-1-1 0,1-1 0,-1-1 0,0-1 0,0 0 0,0-1 1,-1-1-1,0-1 0,0 0 0,-1-1 0,0 0 0,0-1 0,-1-1 0,0-1 0,14-15 0,-25 23-206,-1 1 0,0 0 0,1-1 0,-2 1 0,1-1 0,0 1 0,-1-1 0,1 0 0,-1 0 0,0 0 0,-1 0 0,1 0 0,-1 0 0,1 0 0,-1 0 0,0 0 0,-1 0 0,1 0 0,-1 0 0,0 0 0,0 0 0,0 1 0,0-1 0,-1 0 0,1 0 0,-1 1 0,0-1 0,0 1 0,-4-5 0,2 2-177,0 0 0,-1 1 1,1 0-1,-1 0 0,-1 0 0,1 1 1,-1 0-1,1 0 0,-1 0 0,0 1 0,0-1 1,-1 2-1,1-1 0,-1 1 0,1 0 1,-10-2-1,2 3-369,1 0 0,-1 1 1,1 1-1,-1 0 0,1 1 0,-1 1 1,1 0-1,-25 9 0,1 2-1346</inkml:trace>
</inkml:ink>
</file>

<file path=ppt/ink/ink10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3:38.835"/>
    </inkml:context>
    <inkml:brush xml:id="br0">
      <inkml:brushProperty name="width" value="0.05" units="cm"/>
      <inkml:brushProperty name="height" value="0.05" units="cm"/>
      <inkml:brushProperty name="color" value="#004F8B"/>
    </inkml:brush>
  </inkml:definitions>
  <inkml:trace contextRef="#ctx0" brushRef="#br0">1 0 6185,'0'0'6244,"0"6"-7547,5 87-283,8 236 2692,-11-300-1471,-1-27-762</inkml:trace>
</inkml:ink>
</file>

<file path=ppt/ink/ink10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3:39.377"/>
    </inkml:context>
    <inkml:brush xml:id="br0">
      <inkml:brushProperty name="width" value="0.05" units="cm"/>
      <inkml:brushProperty name="height" value="0.05" units="cm"/>
      <inkml:brushProperty name="color" value="#004F8B"/>
    </inkml:brush>
  </inkml:definitions>
  <inkml:trace contextRef="#ctx0" brushRef="#br0">1 191 4617,'0'0'6001,"2"4"-7726,16 24 1505,2-1 0,0-1 1,33 32-1,83 70 701,-88-84-230,-31-31-362,3 3 4043,-19-24-1893,4-36-987,-2 0 1,-3 0-1,-6-62 1,2-79 114,6 151-1885,9-36 1</inkml:trace>
</inkml:ink>
</file>

<file path=ppt/ink/ink10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3:55.299"/>
    </inkml:context>
    <inkml:brush xml:id="br0">
      <inkml:brushProperty name="width" value="0.05" units="cm"/>
      <inkml:brushProperty name="height" value="0.05" units="cm"/>
    </inkml:brush>
  </inkml:definitions>
  <inkml:trace contextRef="#ctx0" brushRef="#br0">56 401 1528,'0'0'2889,"-35"-10"-1854,17 8 661,15 2-317,11 2-303,6 1-768,10 2-184,0 0 0,35 2-1,51-3 439,176-17 176,-16 0-628,293-7 55,-218 4 5,-177 10-113,397-8 24,416-31 1114,-378-9-1231,-189 45-57,-192 7 49,-11-4 55,301 0-54,-485 7 43,359-2 80,215-17-8,-432 9 101,362-12 78,-127 30-268,79-1 127,269-37 310,-494 17-133,208-1 1,-71 8-233,218 18-86,-27-6 186,-281-18-41,-87 0-100,30 2 207,273 3-21,-249 12-172,-130-5-16,380-2 19,-310 1 11,70 1 31,247 5 45,-2-45 338,-298 17-110,-35 5-147,34 0 10,-27 6 344,-172 10-346,147-8 1760,-160 9-3726</inkml:trace>
</inkml:ink>
</file>

<file path=ppt/ink/ink10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3:56.163"/>
    </inkml:context>
    <inkml:brush xml:id="br0">
      <inkml:brushProperty name="width" value="0.05" units="cm"/>
      <inkml:brushProperty name="height" value="0.05" units="cm"/>
    </inkml:brush>
  </inkml:definitions>
  <inkml:trace contextRef="#ctx0" brushRef="#br0">5 24 1984,'-3'-7'248,"1"-1"721,2 7-401,0-1-160,0 1-24,0-1-240,0-1-696</inkml:trace>
</inkml:ink>
</file>

<file path=ppt/ink/ink10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3:59.540"/>
    </inkml:context>
    <inkml:brush xml:id="br0">
      <inkml:brushProperty name="width" value="0.05" units="cm"/>
      <inkml:brushProperty name="height" value="0.05" units="cm"/>
    </inkml:brush>
  </inkml:definitions>
  <inkml:trace contextRef="#ctx0" brushRef="#br0">1 3 3041,'0'-2'8066,"0"9"-8207,6 139 67,13 115 322,-6-162-222,-4 0 1,-5 125 0,-5-198 17,-4 356 399,5-279-224,3 55-85,11-42-46,-6-60-64,1 70 0,9 86 77,-1-59 149,18 284 649,-32-391-820,15 81 0,-11-81-23,-2-1-1,-2 87 1,-1-10-16,27 424 95,7-161-57,-24-250-39,-7-62 107,20 103-1,-21-154-100,-1 0-1,0 26 1,1 14 6,22 259 547,-5 71-132,-11-127-327,6 98 68,-3-210 715,17 341-397,-39-232-327,-1-1-26,3-37 1788,3-112-895,2-87-781,1 0-176,0 1 1,2 0-1,4 28 1,-5-52-60,0 1 513</inkml:trace>
</inkml:ink>
</file>

<file path=ppt/ink/ink10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4:02.707"/>
    </inkml:context>
    <inkml:brush xml:id="br0">
      <inkml:brushProperty name="width" value="0.05" units="cm"/>
      <inkml:brushProperty name="height" value="0.05" units="cm"/>
    </inkml:brush>
  </inkml:definitions>
  <inkml:trace contextRef="#ctx0" brushRef="#br0">0 1 1768,'0'0'3577</inkml:trace>
</inkml:ink>
</file>

<file path=ppt/ink/ink10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4:03.987"/>
    </inkml:context>
    <inkml:brush xml:id="br0">
      <inkml:brushProperty name="width" value="0.05" units="cm"/>
      <inkml:brushProperty name="height" value="0.05" units="cm"/>
    </inkml:brush>
  </inkml:definitions>
  <inkml:trace contextRef="#ctx0" brushRef="#br0">1 46 1992,'0'0'4908,"18"1"-3250,24 3-746,0-2-1,0-2 1,0-1 0,-1-3 0,77-15-1,-50 9-909,-1 2 0,106 3-1,-106 4 0,591 31-224,-585-26 463,137-9 0,-150 1 256,-59 4-422,37 0 1306,5-5-1509,5-3 380,-5 4-33,90-9-4612,-113 13 881</inkml:trace>
</inkml:ink>
</file>

<file path=ppt/ink/ink10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4:05.479"/>
    </inkml:context>
    <inkml:brush xml:id="br0">
      <inkml:brushProperty name="width" value="0.05" units="cm"/>
      <inkml:brushProperty name="height" value="0.05" units="cm"/>
    </inkml:brush>
  </inkml:definitions>
  <inkml:trace contextRef="#ctx0" brushRef="#br0">0 93 3105,'0'0'3296,"23"0"1856,157-9-3245,24-10-332,-84 6-1542,144 2 0,151 4 85,19-26 189,-407 32-230,-26 1-35,6 0-1947</inkml:trace>
</inkml:ink>
</file>

<file path=ppt/ink/ink10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4:06.582"/>
    </inkml:context>
    <inkml:brush xml:id="br0">
      <inkml:brushProperty name="width" value="0.05" units="cm"/>
      <inkml:brushProperty name="height" value="0.05" units="cm"/>
    </inkml:brush>
  </inkml:definitions>
  <inkml:trace contextRef="#ctx0" brushRef="#br0">0 68 2393,'0'0'2787,"19"-1"1074,75-11-2066,-8-6-1337,0 4 1,0 4 0,106 2 0,-87 4-37,-73 4 203,-30 0-89</inkml:trace>
</inkml:ink>
</file>

<file path=ppt/ink/ink10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4:08.984"/>
    </inkml:context>
    <inkml:brush xml:id="br0">
      <inkml:brushProperty name="width" value="0.05" units="cm"/>
      <inkml:brushProperty name="height" value="0.05" units="cm"/>
    </inkml:brush>
  </inkml:definitions>
  <inkml:trace contextRef="#ctx0" brushRef="#br0">0 3 15043,'2'-3'-496</inkml:trace>
</inkml:ink>
</file>

<file path=ppt/ink/ink10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4:12.577"/>
    </inkml:context>
    <inkml:brush xml:id="br0">
      <inkml:brushProperty name="width" value="0.05" units="cm"/>
      <inkml:brushProperty name="height" value="0.05" units="cm"/>
    </inkml:brush>
  </inkml:definitions>
  <inkml:trace contextRef="#ctx0" brushRef="#br0">66 2 2609,'0'0'5439,"-26"0"-7202,-14-2 2866</inkml:trace>
</inkml:ink>
</file>

<file path=ppt/ink/ink10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4:14.275"/>
    </inkml:context>
    <inkml:brush xml:id="br0">
      <inkml:brushProperty name="width" value="0.05" units="cm"/>
      <inkml:brushProperty name="height" value="0.05" units="cm"/>
    </inkml:brush>
  </inkml:definitions>
  <inkml:trace contextRef="#ctx0" brushRef="#br0">21 132 1712,'0'0'2905,"-20"0"5399,78-5-7627,73-13 0,-8 2-658,2 5-1,219 10 1,-266 3 78,-60-3-4,-1-1 0,0-1 0,25-6 0,-25 4-37,0 2 1,0 0 0,27-1 0,-41 4-55,0 0 0,1 0 0,-1-1 0,0 1 0,0 0-1,0-1 1,0 0 0,5-1 0,31-9-4,17 3-22,42-10 49,-89 16-6,0 0 1,0 0-1,0 1 0,10 0 0,-6 0-27,7 0-2086</inkml:trace>
</inkml:ink>
</file>

<file path=ppt/ink/ink10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4:27.090"/>
    </inkml:context>
    <inkml:brush xml:id="br0">
      <inkml:brushProperty name="width" value="0.05" units="cm"/>
      <inkml:brushProperty name="height" value="0.05" units="cm"/>
    </inkml:brush>
  </inkml:definitions>
  <inkml:trace contextRef="#ctx0" brushRef="#br0">79 68 2016,'-4'-17'9065,"-3"-3"-5833,6 17-3454,0 1 1,0 0-1,0-1 1,0 1-1,0 0 1,-1 0-1,1 0 1,-1 0-1,1 0 1,-1 0-1,0 1 1,0-1-1,-3-2 1,4 5 112,0-1 0,0 1 1,0-1-1,0 1 0,-1 0 1,1 0-1,0 0 0,0 0 1,1 0-1,-1 0 0,0 0 1,0 0-1,0 0 0,1 0 0,-1 0 1,0 2-1,1-3 55,-4 10 0,0 1 1,1-1-1,0 1 0,1 0 0,0 0 1,1-1-1,0 1 0,1 17 0,-1 10-74,-2-10 67,0-7 121,2-1 0,0 1 0,1 0 1,5 34-1,3 39 303,-8-86-291,0-5-28,0-2-419</inkml:trace>
</inkml:ink>
</file>

<file path=ppt/ink/ink10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4:28.643"/>
    </inkml:context>
    <inkml:brush xml:id="br0">
      <inkml:brushProperty name="width" value="0.05" units="cm"/>
      <inkml:brushProperty name="height" value="0.05" units="cm"/>
    </inkml:brush>
  </inkml:definitions>
  <inkml:trace contextRef="#ctx0" brushRef="#br0">1 59 2969,'0'0'8838,"16"12"-10364,117 107 1607,18 52-54,-150-170 188,24 36-195,-5 5-99,-6-1-45,-7-32 7364,-3-19-7158,2-35 430,1-42-322,2-15 73,-5-136 1,-5 230-1634</inkml:trace>
</inkml:ink>
</file>

<file path=ppt/ink/ink10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4:31.459"/>
    </inkml:context>
    <inkml:brush xml:id="br0">
      <inkml:brushProperty name="width" value="0.05" units="cm"/>
      <inkml:brushProperty name="height" value="0.05" units="cm"/>
    </inkml:brush>
  </inkml:definitions>
  <inkml:trace contextRef="#ctx0" brushRef="#br0">142 128 792,'-18'-2'1807,"-10"0"4870,13 5-7530,15-3 850,0 0-1,-1 0 1,1 0-1,0 0 1,0 0 0,0 0-1,0 0 1,0 0-1,0 0 1,-1 1-1,1-1 1,0 0 0,0 0-1,0 0 1,0 0-1,0 0 1,0 0-1,0 1 1,0-1 0,0 0-1,0 0 1,0 0-1,0 0 1,0 0-1,0 1 1,0-1 0,0 0-1,0 0 1,0 0-1,0 0 1,0 1-1,0-1 1,0 0 0,0 0-1,0 0 1,0 0-1,0 0 1,0 1-1,0-1 1,0 0 0,0 0-1,0 0 1,0 0-1,1 0 1,13 9 484,-7-5-393,-4-3-45,-1 1 0,0-1 0,1 0 0,-1 0 1,1 0-1,-1 0 0,1-1 0,-1 1 0,1-1 0,0 1 0,2-1 0,9-8 746,-3 2-640,-6 3 126,0 1-1,-1-1 1,1 0-1,-1-1 1,0 1-1,6-7 1,-8-1 452,-3 1-626,-1-22-31,2 24-8,-20-9-356,-12-11 185,24 21-58,-8 12-2565,9-3 2646,1 0 0,0 0 1,-1 1-1,1 0 1,0 0-1,0 0 0,1 1 1,-1 0-1,1 0 0,0 0 1,0 1-1,0 0 0,0 0 1,1 0-1,0 0 0,0 1 1,-6 11-1,7-9 78,0 1 1,0-1-1,1 1 0,0 0 1,1 0-1,0 0 0,0 0 1,1 0-1,1 16 0,-1-21 19,1 0 1,0 0-1,1 0 0,-1 0 0,1 0 0,-1 0 1,1 0-1,0 0 0,0-1 0,1 1 0,-1-1 1,1 0-1,0 0 0,0 0 0,0 0 0,0 0 1,0 0-1,1-1 0,-1 0 0,1 1 1,0-2-1,-1 1 0,6 2 0,2-1 31,0 1 1,1-2-1,-1 1 0,1-2 0,0 0 1,0 0-1,-1-1 0,1 0 0,0-1 0,0 0 1,21-6-1,-11 1-902</inkml:trace>
</inkml:ink>
</file>

<file path=ppt/ink/ink10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4:32.739"/>
    </inkml:context>
    <inkml:brush xml:id="br0">
      <inkml:brushProperty name="width" value="0.05" units="cm"/>
      <inkml:brushProperty name="height" value="0.05" units="cm"/>
    </inkml:brush>
  </inkml:definitions>
  <inkml:trace contextRef="#ctx0" brushRef="#br0">22 274 4217,'0'0'6099,"0"6"-7602,-21 211 1158,21-216 920,11-17 1414,10-21-1649,-20 35-368,0 0-1,0 0 1,1 0 0,-1 0 0,0 0 0,1 0-1,-1 0 1,1 0 0,0 1 0,-1-1 0,1 1-1,0-1 1,0 1 0,0 0 0,0 0 0,0 0 0,1 0-1,-1 0 1,0 0 0,0 0 0,1 1 0,-1-1-1,4 0 1,-2 2 2,-1 0 0,1-1-1,-1 1 1,1 0 0,-1 1 0,0-1-1,0 1 1,1-1 0,-1 1 0,0 0-1,-1 0 1,1 0 0,3 4 0,5 5-110,-7-7 213,-1 0 0,0-1 0,1 0 0,-1 0 0,1 0 0,0 0 0,5 3-1,-8-6 20,1 1 0,-1-1 0,0 0-1,1 1 1,-1-1 0,1 0 0,-1 0-1,1 0 1,-1 0 0,0 0 0,1 0-1,-1 0 1,1-1 0,-1 1-1,0 0 1,1-1 0,-1 1 0,1-1-1,-1 1 1,0-1 0,0 0 0,1 0-1,-1 1 1,0-1 0,0 0 0,0 0-1,0 0 1,0 0 0,0-1 0,0 1-1,0-1 1,25-30 109,-25 31-198,-1 0 1,1 1-1,-1-1 0,1 1 0,-1-1 0,1 0 0,-1 1 0,1-1 1,-1 0-1,0 1 0,1-1 0,-1 0 0,0 0 0,0 1 0,1-1 1,-1 0-1,0 0 0,0-1 0,0 2-7,-1-12 44,0-1-1,0 1 1,-2-1-1,1 1 1,-2 0-1,1 0 1,-2 0-1,1 1 1,-8-13-1,11 23-150,-8-1-2607,4 3 976,13 3 995,-1-1 790,0-2 1,1 1 0,-1-1-1,1 0 1,-1-1 0,1 0 0,-1 0-1,0 0 1,1-1 0,-1 0-1,1-1 1,-1 0 0,0 0-1,0 0 1,0-1 0,7-4 0,3-2 69,0 0 0,-1-2 1,0 0-1,0-1 0,16-17 1,-25 22-90,0 0 0,-1 0 0,0-1 0,0 1 0,-1-1 0,0-1 0,0 1 0,-1-1 0,0 0 0,-1 0 0,0 0 0,3-13 0,-5 17 59,-1-1 1,0 1-1,0 0 0,-1 0 1,1 0-1,-1 0 1,0 0-1,-1 0 0,1 0 1,-3-5-1,3 8 179,1 2-277,0-1 1,0 1 0,0 0 0,1 0 0,-1-1-1,0 1 1,0 0 0,0 0 0,-1-1-1,1 1 1,0 0 0,0 0 0,0-1-1,0 1 1,0 0 0,0 0 0,0-1-1,0 1 1,0 0 0,-1 0 0,1 0 0,0-1-1,0 1 1,0 0 0,0 0 0,-1 0-1,1-1 1,0 1 0,0 0 0,0 0-1,-1 0 1,1 0 0,0 0 0,0 0 0,-1-1-1,1 1 1,0 0 0,0 0 0,-1 0-1,1 0 1,0 0 0,0 0 0,-1 0-1,1 0 1,0 0 0,0 0 0,-1 0 0,1 0-1,0 0 1,0 1 0,-1-1 0,1 0-1,0 0 1,0 0 0,0 0 0,-1 0-1,1 0 1,0 1 0,0-1 0,0 0 0,-1 0-1,1 0 1,0 0 0,0 1 0,0-1-1,-1 1 1,-1 2-102,0 1 1,1 0-1,-1 0 0,1 1 1,0-1-1,0 0 0,0 0 0,0 1 1,1-1-1,0 7 0,3 53-90,-1-33 193,0 204-157,-2-144-479</inkml:trace>
</inkml:ink>
</file>

<file path=ppt/ink/ink10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4:33.971"/>
    </inkml:context>
    <inkml:brush xml:id="br0">
      <inkml:brushProperty name="width" value="0.05" units="cm"/>
      <inkml:brushProperty name="height" value="0.05" units="cm"/>
    </inkml:brush>
  </inkml:definitions>
  <inkml:trace contextRef="#ctx0" brushRef="#br0">0 123 3073,'0'0'581,"4"-1"362,34-12-6,1 2 0,0 1 0,62-7 0,-2 1-135,-85 13-688,14-3 103,-1 2 0,41-3 1,-66 7-149,1 2-1206,3 16 411,-3-2 708,2 9 111,4 45 0,-9-70-38,0 0 0,0 1 0,0-1-1,0 0 1,0 0 0,0 1 0,1-1 0,-1 0 0,0 0-1,0 0 1,0 1 0,1-1 0,-1 0 0,0 0 0,0 0-1,0 0 1,1 0 0,-1 1 0,0-1 0,0 0 0,1 0-1,-1 0 1,0 0 0,1 0 0,-1 0 0,0 0 0,0 0-1,1 0 1,-1 0 0,0 0 0,0 0 0,1 0 0,-1 0-1,0 0 1,0 0 0,1 0 0,-1-1 0,1 1 0,8 0 504,35 3 559,-42-3-974,-1-1 0,1 0 1,-1 1-1,1-1 0,-1 0 1,1 1-1,-1-1 1,1 0-1,-1 0 0,0 0 1,1-1-1,-1 1 1,0 0-1,0 0 0,0-1 1,0 1-1,0 0 0,0-1 1,1-2-1,12-26-981,-14 29 1022,1 0-224,-1 1 0,0 0 1,0 0-1,1-1 1,-1 1-1,0 0 0,0 0 1,1-1-1,-1 1 1,0 0-1,0 0 0,0-1 1,1 1-1,-1 0 0,0-1 1,0 1-1,0 0 1,0-1-1,0 1 0,0 0 1,0-1-1,0 1 0,0-1 1,0 1-1,0 0 1,0-1-1,0 1 0,0 0 1,0-1-1,0 1 0,0 0 1,0-1-1,0 1 1,-1 0-1,1-1 0,0 1 1,0 0-1,0 0 0,-1-1 1,1 1-1,0 0 1,0-1-1,-1 1 0,1 0 1,0 0-1,-1-1 0,-7-6-295,0-2 113,0 1 1,-1 0-1,0 0 1,-1 1-1,1 0 1,-1 1-1,-1 0 1,-13-6 0,22 12 23,18-6 2202,16-7-1726,-25 11-108,-2 0-103,7 2-126,6-1-40,1 0 0,0 1 0,-1 1 0,1 1 0,20 4 0,-32-5 8,-1 1 0,0 0 1,0 0-1,0 1 0,0 0 0,0 0 1,-1 0-1,11 8 0,-13-8 28,-1-1 0,1 1 0,-1 0-1,1 0 1,-1 0 0,0 0 0,0 1-1,0-1 1,-1 0 0,1 1 0,-1-1-1,0 1 1,0 0 0,0-1 0,-1 1-1,1 7 1,-1-7 53,0 1-1,-1-1 1,0 1-1,0-1 1,0 0-1,-1 0 1,1 1 0,-1-1-1,0 0 1,0 0-1,-4 5 4078,11-18-2944,5-5-1178,1 0 0,1 1 0,0 1-1,0 0 1,2 1 0,-1 0 0,1 1 0,1 0 0,0 1 0,0 1 0,33-13-1,-46 20-68,0 1-1,0-1 1,0 1-1,0-1 0,0 1 1,0 0-1,0 0 0,0 0 1,0 0-1,0 0 1,0 0-1,0 1 0,0-1 1,0 1-1,0-1 0,0 1 1,0 0-1,0 0 0,0 0 1,2 1-1,-1 1-57,0 0 0,0-1-1,0 1 1,-1 0-1,1 0 1,-1 0 0,0 1-1,0-1 1,0 1 0,2 4-1,0 2-29,-1 1 0,0 0 0,-1-1 0,0 1 0,0 0 0,0 22 0,-15 62-734,11-76-313</inkml:trace>
</inkml:ink>
</file>

<file path=ppt/ink/ink10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4:34.307"/>
    </inkml:context>
    <inkml:brush xml:id="br0">
      <inkml:brushProperty name="width" value="0.05" units="cm"/>
      <inkml:brushProperty name="height" value="0.05" units="cm"/>
    </inkml:brush>
  </inkml:definitions>
  <inkml:trace contextRef="#ctx0" brushRef="#br0">1 1 4889,'0'0'7284,"1"15"-8377,3 7 920,1 0-824,3 43 1</inkml:trace>
</inkml:ink>
</file>

<file path=ppt/ink/ink10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4:34.994"/>
    </inkml:context>
    <inkml:brush xml:id="br0">
      <inkml:brushProperty name="width" value="0.05" units="cm"/>
      <inkml:brushProperty name="height" value="0.05" units="cm"/>
    </inkml:brush>
  </inkml:definitions>
  <inkml:trace contextRef="#ctx0" brushRef="#br0">232 0 5929,'0'0'8057,"-19"6"-10385,8-1 2202,0 0 0,0 1 0,1 1 0,0 0 0,0 0 0,1 1-1,0 0 1,0 1 0,-11 13 0,20-20-17,0 0 1733,15 1-1041,-6-3-548,7 1-54,1 0 0,-1 1 1,23 6-1,-34-7 29,0 1 0,0 0 0,0 0 1,-1 1-1,1-1 0,4 4 0,1 1-7,-9-6-10,0-1 14,-1 0-1,1 0 1,-1 0 0,1 0 0,-1 0 0,0 0-1,1 0 1,-1 0 0,1 1 0,-1-1-1,1 0 1,-1 0 0,1 0 0,-1 1-1,0-1 1,1 0 0,-1 1 0,0-1 0,1 0-1,-1 1 1,0-1 0,1 0 0,-1 1-1,0-1 1,0 1 0,1-1 0,-1 0-1,0 1 1,0-1 0,0 1 0,0-1 0,0 1-1,1-1 1,-1 1 0,0-1 0,0 1-1,0-1 1,0 1 0,0-1 0,-1 1 0,1-1-1,0 0 1,0 1 0,0 0 0,-2 9-192,1-5 197,0 0 1,0 0-1,0 0 1,-1 0 0,1 0-1,-1 0 1,0-1-1,-1 1 1,1-1-1,-1 1 1,0-1 0,0 0-1,0 0 1,-1 0-1,1-1 1,-1 1 0,-5 3-1,-9 6 277,0 0 0,-1-1 0,0-1 0,-1-1-1,0-1 1,-1-1 0,0-1 0,0 0 0,-24 3 0,43-9 23</inkml:trace>
</inkml:ink>
</file>

<file path=ppt/ink/ink10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4:35.897"/>
    </inkml:context>
    <inkml:brush xml:id="br0">
      <inkml:brushProperty name="width" value="0.05" units="cm"/>
      <inkml:brushProperty name="height" value="0.05" units="cm"/>
    </inkml:brush>
  </inkml:definitions>
  <inkml:trace contextRef="#ctx0" brushRef="#br0">3 232 4961,'0'0'4113,"0"-12"-438,-1 2-3490,0 6-82,1 0-1,0 0 1,0 0 0,0-1-1,0 1 1,1 0-1,1-5 1,1-9-29,2 0 1,10-29-1,-11 38 16,-1 1 0,2-1 0,-1 1 0,1 0 0,0 0 0,1 1 0,0-1 0,8-7 1,-12 14-179,0 0 0,0 0 1,0 0-1,1 0 1,-1 0-1,0 0 1,1 1-1,-1-1 1,1 1-1,-1-1 1,1 1-1,-1 0 1,1 0-1,-1 0 1,0 1-1,1-1 1,-1 1-1,1-1 1,-1 1-1,1 0 1,-1-1-1,0 1 1,0 1-1,1-1 1,-1 0-1,0 0 1,2 3-1,3 0-107,0 1-1,-1-1 1,0 2-1,0-1 1,0 1-1,0 0 1,5 8-1,-6-6 113,-1 0-1,0 1 1,0-1-1,-1 1 1,0 0 0,0 0-1,-1 1 1,0-1-1,-1 0 1,0 1-1,0-1 1,-1 1-1,0-1 1,-1 1-1,0-1 1,-3 14-1,0-9 79,0 0 1,-1 0-1,0-1 0,-1 0 0,-1 0 0,0 0 0,-1-1 0,0 0 0,-19 22 0,-10 0 14,29-29-10,1 0 1,1 1-1,-1 0 1,1 0 0,0 1-1,0 0 1,1 0 0,0 0-1,0 0 1,1 1-1,-5 9 1,9-16 340,6 0 360,11 2-398,0-1 0,0-1 0,0-1 0,19-2 0,33 2-186,51 7-1258</inkml:trace>
</inkml:ink>
</file>

<file path=ppt/ink/ink10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4:36.517"/>
    </inkml:context>
    <inkml:brush xml:id="br0">
      <inkml:brushProperty name="width" value="0.05" units="cm"/>
      <inkml:brushProperty name="height" value="0.05" units="cm"/>
    </inkml:brush>
  </inkml:definitions>
  <inkml:trace contextRef="#ctx0" brushRef="#br0">1 57 7514,'0'0'7166,"0"9"-11164,0 58 3718,9 70 0,-9-135 1835,0-6-1147,2-10-249,20-117 436,-19 118-701,1 0 1,0 1 0,1 0 0,1 0 0,0 0 0,0 0 0,1 1 0,9-12 0,-12 21-1299,7 7-214,-6-2 1527,0 0 0,-1 1 0,1 0 0,-1 0 0,0 0 0,0 0 0,0 1 0,0-1 0,-1 1-1,0 0 1,0 0 0,0 0 0,-1 1 0,0-1 0,0 1 0,3 11 0,2 13-48,-1 1 1,-2 0-1,-1 0 1,-1 0 0,-3 35-1,0-50-1024</inkml:trace>
</inkml:ink>
</file>

<file path=ppt/ink/ink10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4:37.251"/>
    </inkml:context>
    <inkml:brush xml:id="br0">
      <inkml:brushProperty name="width" value="0.05" units="cm"/>
      <inkml:brushProperty name="height" value="0.05" units="cm"/>
    </inkml:brush>
  </inkml:definitions>
  <inkml:trace contextRef="#ctx0" brushRef="#br0">111 0 5065,'0'0'2469,"13"16"-2957,0 0 468,0 1 1,-2 1 0,0 0 0,0 0 0,-2 1-1,0 0 1,7 24 0,-6-2 120,7 65 0,-14-45 3983,-3-64-4083,0 1 0,-1-1 0,1 0 0,-1 0-1,1 1 1,-1-1 0,0 0 0,0 1 0,-1-1 0,1 1-1,-2-3 1,-2-5-28,1-1-113,-1 0-1,0 1 1,-13-20-1,15 27 46,1 0 1,0 0-1,-1 0 0,0 0 0,0 1 1,0-1-1,0 1 0,0 0 0,0 0 1,0 0-1,-1 0 0,1 1 0,-1-1 1,-5-1-1,6 3-59,0 0 1,-1 0-1,1 0 1,0 0-1,0 1 1,0-1-1,0 1 1,0 0-1,0 0 1,0 0-1,0 0 1,0 1-1,1-1 1,-1 1 0,0-1-1,-4 5 1,-37 34-563,44-39 718,-7 6 121,0 0 1,1 0-1,0 1 1,1 0-1,-9 16 0,13-22-57,1-1 0,-1 0 0,1 1-1,-1-1 1,1 1 0,0-1 0,-1 1-1,1-1 1,0 1 0,0-1 0,0 1-1,0-1 1,0 1 0,1-1 0,-1 1-1,0-1 1,1 1 0,0 2-1,1-3 27,-1 1-1,0-1 1,1 0-1,-1 0 1,1 1-1,-1-1 1,1 0-1,-1 0 1,1 0-1,0-1 1,0 1-1,0 0 1,-1-1-1,1 1 1,0-1-1,0 1 1,0-1-1,0 0 1,2 0-1,15 1 192,0-2-1,0 0 1,0-1 0,0-1-1,23-7 1,-26 7-597,18-6-796</inkml:trace>
</inkml:ink>
</file>

<file path=ppt/ink/ink10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4:37.939"/>
    </inkml:context>
    <inkml:brush xml:id="br0">
      <inkml:brushProperty name="width" value="0.05" units="cm"/>
      <inkml:brushProperty name="height" value="0.05" units="cm"/>
    </inkml:brush>
  </inkml:definitions>
  <inkml:trace contextRef="#ctx0" brushRef="#br0">22 6 5345,'-10'-6'7324,"5"8"-5963,1 14-3806,3-10 3311,0 13-913,0 1 1,1-1 0,3 20 0,1 17 27,9 332-7,-12-378 74,-1-9 26,-1 1 1,1-1-1,0 1 1,0-1-1,0 0 1,0 1-1,0-1 1,1 1-1,-1-1 1,0 0-1,1 1 1,-1-1-1,1 0 1,-1 1-1,1-1 1,0 0-1,-1 0 1,1 0-1,0 1 1,0-1-1,0 0 1,0 0-1,0 0 1,0 0-1,0-1 1,0 1-1,0 0 1,0 0-1,1-1 1,-1 1-1,0 0 1,0-1-1,1 1 1,-1-1-1,0 0 1,1 1-1,-1-1 1,1 0-1,1 0 1,49 5 167,-20-9 67,5-4-3197,7 0 562</inkml:trace>
</inkml:ink>
</file>

<file path=ppt/ink/ink10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4:38.666"/>
    </inkml:context>
    <inkml:brush xml:id="br0">
      <inkml:brushProperty name="width" value="0.05" units="cm"/>
      <inkml:brushProperty name="height" value="0.05" units="cm"/>
    </inkml:brush>
  </inkml:definitions>
  <inkml:trace contextRef="#ctx0" brushRef="#br0">345 36 4217,'-7'-2'1210,"0"0"0,0-1 1,0 0-1,-10-5 0,14 6-1124,-1-1 0,0 1 0,1 0 0,-1 1 0,0-1 0,0 1 0,0 0 0,0 0 0,-1 0 0,1 0 0,0 1 0,0 0 0,0 0 0,-1 0 0,1 0 0,0 0 0,-7 2 0,-9 6-111,0 0 0,0 2 0,1 0 0,0 1 0,0 1 0,1 0 0,1 2 0,0 0 0,-17 20 0,32-33-2,1 1-1,-1-1 0,1 1 0,0 0 0,-1 0 1,1-1-1,0 1 0,0 0 0,0 0 0,0 0 1,0 1-1,1-1 0,-1 0 0,0 0 0,1 0 0,0 0 1,0 1-1,-1-1 0,1 0 0,1 0 0,-1 1 1,1 2-1,0-2 27,0-1 1,0 1 0,1-1 0,0 1-1,-1-1 1,1 0 0,0 1-1,0-1 1,0 0 0,0 0-1,1 0 1,-1-1 0,0 1 0,6 2-1,2 1 152,1 0 0,0-1 0,0 0 0,1-1 0,-1 0-1,1-1 1,13 1 0,-19-2-34,0-1-1,0 0 0,1 0 1,-1-1-1,0 0 0,0 0 1,0 0-1,0-1 0,-1 0 1,1 0-1,8-5 0,-11 5 17,0 0-1,0 0 1,0-1-1,0 1 1,0-1-1,0 0 1,-1 0 0,1 0-1,-1 0 1,0 0-1,0-1 1,0 1-1,-1 0 1,1-1-1,-1 0 1,0 1-1,0-1 1,1-7-1,2-12 3,3-15 398,-6 21-4495,24 177 2835,-17-136 760,-7-24 206,-1 1 0,1 0 0,0-1 0,-1 1 0,1-1 0,-1 0 0,1 1 0,0-1 0,-1 1 0,1-1 0,0 0 0,-1 0 0,1 1 0,0-1 0,0 0 0,-1 0 0,1 0 0,0 0 0,1 0 0,5 0-2201</inkml:trace>
</inkml:ink>
</file>

<file path=ppt/ink/ink10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4:39.269"/>
    </inkml:context>
    <inkml:brush xml:id="br0">
      <inkml:brushProperty name="width" value="0.05" units="cm"/>
      <inkml:brushProperty name="height" value="0.05" units="cm"/>
    </inkml:brush>
  </inkml:definitions>
  <inkml:trace contextRef="#ctx0" brushRef="#br0">0 61 4209,'1'-9'6283,"0"26"-6144,4 21-1011,-3-27 900,2 10-26,13 37 0,-15-54 68,0 0-1,-1 0 0,2 1 1,-1-1-1,0-1 0,1 1 1,-1 0-1,1 0 1,0-1-1,0 0 0,1 0 1,-1 0-1,1 0 0,5 4 1,-1-6 3446,0-12-2201,-4 5-1209,70-137 304,-74 142-496,1 0 0,-1 1 0,0-1-1,0 1 1,1-1 0,-1 1 0,1-1-1,-1 1 1,0-1 0,1 1 0,-1-1-1,1 1 1,-1 0 0,1-1-1,-1 1 1,1 0 0,-1-1 0,1 1-1,0 0 1,-1 0 0,1-1 0,-1 1-1,1 0 1,0 0 0,-1 0 0,1 0-1,-1 0 1,1 0 0,0 0-1,-1 0 1,1 0 0,0 0 0,0 1-1,18 9-1331,-16-8 1582,7 6-399,-1 0 0,0 0 0,10 13 0,-12-12 145,1-1-1,0 0 1,18 13-1,-12-12 1,-7-3 75,1-1 1,-1 1-1,1-2 1,1 1 0,-1-1-1,0 0 1,1-1 0,17 4 2741,-24-51 1758,-2-31-3842,-3 43-580,-3-60-2391</inkml:trace>
</inkml:ink>
</file>

<file path=ppt/ink/ink10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4:39.527"/>
    </inkml:context>
    <inkml:brush xml:id="br0">
      <inkml:brushProperty name="width" value="0.05" units="cm"/>
      <inkml:brushProperty name="height" value="0.05" units="cm"/>
    </inkml:brush>
  </inkml:definitions>
  <inkml:trace contextRef="#ctx0" brushRef="#br0">0 0 6689,'0'0'2401,"0"2"-1993,15 20-232,-7-2-8,1 3-64,-1 7 0,-4 5 48,-2 8-496,-2 8-528</inkml:trace>
</inkml:ink>
</file>

<file path=ppt/ink/ink10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4:40.961"/>
    </inkml:context>
    <inkml:brush xml:id="br0">
      <inkml:brushProperty name="width" value="0.05" units="cm"/>
      <inkml:brushProperty name="height" value="0.05" units="cm"/>
    </inkml:brush>
  </inkml:definitions>
  <inkml:trace contextRef="#ctx0" brushRef="#br0">0 96 3657,'0'0'9231,"13"-3"-8934,85-22 367,166-23 0,-141 29-164,-121 19-563</inkml:trace>
</inkml:ink>
</file>

<file path=ppt/ink/ink10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4:41.779"/>
    </inkml:context>
    <inkml:brush xml:id="br0">
      <inkml:brushProperty name="width" value="0.05" units="cm"/>
      <inkml:brushProperty name="height" value="0.05" units="cm"/>
    </inkml:brush>
  </inkml:definitions>
  <inkml:trace contextRef="#ctx0" brushRef="#br0">0 0 4169,'0'0'6671,"9"8"-5720,187 184-705,-187-183-185,-6-6-65,-1-1-1,1 1 1,0 0-1,-1 1 1,0-1-1,1 0 1,1 6-1,-3-8-29,-1 1 0,0-1 0,0 1 0,1-1 0,-1 1-1,0-1 1,0 1 0,-1 0 0,1-1 0,0 1 0,0-1-1,-1 1 1,1-1 0,-1 1 0,1-1 0,-1 0 0,0 1-1,1-1 1,-1 1 0,0-1 0,0 0 0,0 0 0,-2 2-1,-19 20-304,-1-2 0,-1 0-1,-36 24 1,-18 15 260,69-51 310,11-5 625,18-8 620,-11 2-1836,57-10 881,-21 2-149,80-5-1,-10 16-84,33-3-2019,-109-2-886</inkml:trace>
</inkml:ink>
</file>

<file path=ppt/ink/ink10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4:42.515"/>
    </inkml:context>
    <inkml:brush xml:id="br0">
      <inkml:brushProperty name="width" value="0.05" units="cm"/>
      <inkml:brushProperty name="height" value="0.05" units="cm"/>
    </inkml:brush>
  </inkml:definitions>
  <inkml:trace contextRef="#ctx0" brushRef="#br0">4 135 7466,'0'0'4825,"-1"8"-6103,-1 46 1306,1 0 0,4-1 0,1 1 0,3-1 0,2 0 0,19 62 0,-26-124 624,-1 0 0,0 0 0,-1 0 1,-1-18-1,-21-236 1359,11 57-1508,11 205-441,-1 1-80,1-1 1,0 1-1,0 0 0,0 0 0,0 0 0,0 0 0,0-1 0,0 1 0,0 0 1,0 0-1,0 0 0,0 0 0,0-1 0,0 1 0,0 0 0,0 0 0,0 0 1,0 0-1,0-1 0,0 1 0,0 0 0,0 0 0,1 0 0,-1 0 0,0 0 0,0-1 1,0 1-1,0 0 0,0 0 0,0 0 0,0 0 0,1 0 0,-1 0 0,0 0 1,0-1-1,0 1 0,0 0 0,0 0 0,1 0 0,-1 0 0,0 0 0,0 0 1,0 0-1,0 0 0,1 0 0,-1 0 0,0 0 0,0 0 0,0 0 0,0 0 1,1 0-1,-1 0 0,0 0 0,0 0 0,0 0 0,1 0 0,11-2 65,148-34-1279,-142 34-487</inkml:trace>
</inkml:ink>
</file>

<file path=ppt/ink/ink10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4:42.881"/>
    </inkml:context>
    <inkml:brush xml:id="br0">
      <inkml:brushProperty name="width" value="0.05" units="cm"/>
      <inkml:brushProperty name="height" value="0.05" units="cm"/>
    </inkml:brush>
  </inkml:definitions>
  <inkml:trace contextRef="#ctx0" brushRef="#br0">1 23 3817,'1'0'5129,"1"0"-3865,0 0-232,1-2-431,48-14-89,-30 16-168,4-3-88,5 3-96,2 0-64,6 0-72,3 0 0,6 0-48,3 0-208,-1-2-912,-2 2-1105</inkml:trace>
</inkml:ink>
</file>

<file path=ppt/ink/ink10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4:43.233"/>
    </inkml:context>
    <inkml:brush xml:id="br0">
      <inkml:brushProperty name="width" value="0.05" units="cm"/>
      <inkml:brushProperty name="height" value="0.05" units="cm"/>
    </inkml:brush>
  </inkml:definitions>
  <inkml:trace contextRef="#ctx0" brushRef="#br0">0 1 4937,'0'0'9006,"12"1"-7915,-1 1-1100,0 1 0,-1 1 0,0 0 1,0 0-1,0 1 0,0 0 0,-1 1 0,1 0 1,15 14-1,16 17-304,9 9-237,-15-22-3347</inkml:trace>
</inkml:ink>
</file>

<file path=ppt/ink/ink10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4:43.565"/>
    </inkml:context>
    <inkml:brush xml:id="br0">
      <inkml:brushProperty name="width" value="0.05" units="cm"/>
      <inkml:brushProperty name="height" value="0.05" units="cm"/>
    </inkml:brush>
  </inkml:definitions>
  <inkml:trace contextRef="#ctx0" brushRef="#br0">253 0 6065,'0'0'5317,"-3"6"-5426,-71 117-310,43-66 782,-59 77 1,36-64-948</inkml:trace>
</inkml:ink>
</file>

<file path=ppt/ink/ink10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4:44.216"/>
    </inkml:context>
    <inkml:brush xml:id="br0">
      <inkml:brushProperty name="width" value="0.05" units="cm"/>
      <inkml:brushProperty name="height" value="0.05" units="cm"/>
    </inkml:brush>
  </inkml:definitions>
  <inkml:trace contextRef="#ctx0" brushRef="#br0">0 43 2136,'0'0'9851,"6"-1"-9190,41-9 209,-6 0-269,0 2 0,84-5 0,-105 16-2706,-13-2-165</inkml:trace>
</inkml:ink>
</file>

<file path=ppt/ink/ink10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4:44.583"/>
    </inkml:context>
    <inkml:brush xml:id="br0">
      <inkml:brushProperty name="width" value="0.05" units="cm"/>
      <inkml:brushProperty name="height" value="0.05" units="cm"/>
    </inkml:brush>
  </inkml:definitions>
  <inkml:trace contextRef="#ctx0" brushRef="#br0">1 33 3297,'0'0'8259,"12"1"-5685,12 1-2403,-1-1 1,1-1 0,-1-1 0,29-6 0,66-12-2568,-74 10 453</inkml:trace>
</inkml:ink>
</file>

<file path=ppt/ink/ink10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4:45.591"/>
    </inkml:context>
    <inkml:brush xml:id="br0">
      <inkml:brushProperty name="width" value="0.05" units="cm"/>
      <inkml:brushProperty name="height" value="0.05" units="cm"/>
    </inkml:brush>
  </inkml:definitions>
  <inkml:trace contextRef="#ctx0" brushRef="#br0">3 45 4921,'0'0'4796,"0"5"-5119,-2 208-121,3-121 5916,-1-99-3831,6-35-1118,2 1-1,1 0 1,2 0-1,26-61 1,-12 64-348,-25 38-194,4-2-763,6 3 22,2 0 471,0 1-1,0 1 0,0 0 0,-1 0 1,0 1-1,0 0 0,0 1 0,0 1 1,0 0-1,16 12 0,-22-14 138,-1-1 0,0 1 0,0 0-1,0 0 1,0 0 0,-1 1 0,0-1 0,0 1 0,0 0 0,0 0 0,-1 0-1,0 0 1,0 0 0,0 1 0,0-1 0,-1 1 0,0-1 0,0 1 0,-1-1-1,0 1 1,1-1 0,-2 1 0,1 0 0,-1-1 0,0 1 0,0-1 0,0 1-1,-1-1 1,0 0 0,0 0 0,0 1 0,-1-1 0,0-1 0,0 1-1,0 0 1,0-1 0,-1 1 0,1-1 0,-1 0 0,-8 6 0,-54 42 7203,62-75-4475,6 8-2321,1 0 0,0 0-1,1 0 1,1 0 0,1 1-1,0-1 1,0 1 0,18-25 0,-10 15 11,1 2 1,28-33 0,-37 49-269,-1 0 1,1 1-1,0-1 0,1 1 0,-1 1 1,1-1-1,0 1 0,0 1 0,0-1 1,1 1-1,-1 0 0,1 1 0,9-3 1,-6 4-183,16-4-64,45-2 0,-66 7 93,1 0 0,0 0 1,-1 0-1,1 1 1,-1 0-1,1 1 0,-1-1 1,1 1-1,-1 1 1,0-1-1,0 1 0,8 5 1,-11-6-7,0 1 0,0 0 1,-1 0-1,1 0 0,-1 0 1,0 1-1,0-1 0,0 0 0,-1 1 1,1 0-1,-1-1 0,0 1 0,0 0 1,0-1-1,0 6 0,4 63-343,-5-55 338,1-4 56,-1 14-951,1 0 1,1 0-1,12 50 0,-4-45-1542</inkml:trace>
</inkml:ink>
</file>

<file path=ppt/ink/ink10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4:46.515"/>
    </inkml:context>
    <inkml:brush xml:id="br0">
      <inkml:brushProperty name="width" value="0.05" units="cm"/>
      <inkml:brushProperty name="height" value="0.05" units="cm"/>
    </inkml:brush>
  </inkml:definitions>
  <inkml:trace contextRef="#ctx0" brushRef="#br0">342 156 6257,'0'0'10375,"-1"-17"-10838,-2-21 248,3 29 41,-1 6-31,-4-2 13,0-2-76,0 0 0,0 1-1,-1 0 1,0 0 0,0 0-1,-1 1 1,1 0 0,-1 0-1,0 0 1,-1 1 0,1 0-1,-1 1 1,1 0 0,-13-4-1,9 5 53,0 1-1,0 0 0,-1 0 0,1 1 0,0 1 0,0 0 0,-1 0 1,1 1-1,0 0 0,0 1 0,-17 7 0,24-8 226,-1 0 0,1 0 0,0 1 0,0-1 0,0 1 0,0 0 0,0 0 0,1 0 0,-1 1 0,1-1 0,0 1 0,0 0 0,0 0 0,1 0 0,-1 0 0,1 0 0,0 1 0,0-1 0,0 1 0,1-1 0,0 1 0,0-1 0,0 1 0,0 0 0,1 0 0,0 0 0,0-1 0,0 1 0,1 8 0,0-6 31,1 0 0,0 0 0,0 1-1,0-1 1,1-1 0,0 1 0,0 0 0,1-1 0,0 1 0,0-1 0,0 0-1,10 10 1,-5-8 117,-1-1-1,1 0 0,0-1 1,0 1-1,1-2 0,-1 1 1,1-2-1,13 5 0,-9-4-31,1 0-1,0-2 1,0 0-1,0 0 1,0-1-1,0-1 1,1-1-1,-1 0 1,0-1-1,1-1 0,-1 0 1,26-8-1,-35 8-58,0 0-1,0 0 1,0-1-1,-1 0 1,0 0-1,1-1 1,-1 1-1,0-1 0,0 0 1,-1-1-1,0 1 1,1-1-1,-1 0 1,-1 0-1,1 0 1,-1 0-1,0-1 0,0 0 1,0 1-1,-1-1 1,2-6-1,1-9 685,-2-1 0,0 1-1,-1-1 1,-1-36 0,-1 56-719,0 2-94,-2 6-3405,-4 27 3185,1 0 0,0 46 0,-1 6 237,1-52 61,2-18 45,1 0 1,1 1 0,0-1 0,1 1-1,0-1 1,4 20 0,-4-35-66,0 1-32,0 0 0,0-1 0,0 1 0,1 0 0,-1-1 0,0 1 0,0 0 0,1-1 0,-1 1 0,0 0-1,1-1 1,-1 1 0,0-1 0,1 1 0,-1-1 0,1 1 0,-1-1 0,1 1 0,0-1 0,-1 1 0,2 0 0,-1-1-1231</inkml:trace>
</inkml:ink>
</file>

<file path=ppt/ink/ink10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4:47.043"/>
    </inkml:context>
    <inkml:brush xml:id="br0">
      <inkml:brushProperty name="width" value="0.05" units="cm"/>
      <inkml:brushProperty name="height" value="0.05" units="cm"/>
    </inkml:brush>
  </inkml:definitions>
  <inkml:trace contextRef="#ctx0" brushRef="#br0">0 0 4225,'4'3'12588,"17"16"-13119,39 42 709,91 104 524,-142-153-684,7 8-641,-5-10-2560</inkml:trace>
</inkml:ink>
</file>

<file path=ppt/ink/ink10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4:47.377"/>
    </inkml:context>
    <inkml:brush xml:id="br0">
      <inkml:brushProperty name="width" value="0.05" units="cm"/>
      <inkml:brushProperty name="height" value="0.05" units="cm"/>
    </inkml:brush>
  </inkml:definitions>
  <inkml:trace contextRef="#ctx0" brushRef="#br0">286 3 2993,'0'-1'10107,"0"0"-9367,-10 5-1364,4 0 587,-1 1 0,1 1-1,0-1 1,0 1 0,1 0-1,0 0 1,-9 14 0,-31 60-74,8-11 113,19-43-341,-1 0 0,-1-1-1,-24 22 1,7-10-1863</inkml:trace>
</inkml:ink>
</file>

<file path=ppt/ink/ink10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4:52.387"/>
    </inkml:context>
    <inkml:brush xml:id="br0">
      <inkml:brushProperty name="width" value="0.05" units="cm"/>
      <inkml:brushProperty name="height" value="0.05" units="cm"/>
      <inkml:brushProperty name="color" value="#E71224"/>
    </inkml:brush>
  </inkml:definitions>
  <inkml:trace contextRef="#ctx0" brushRef="#br0">61 1 48,'-9'1'8,"-2"2"-8,0 0 0,1 2 0,-1-2 0,2 2-8</inkml:trace>
</inkml:ink>
</file>

<file path=ppt/ink/ink10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4:53.716"/>
    </inkml:context>
    <inkml:brush xml:id="br0">
      <inkml:brushProperty name="width" value="0.05" units="cm"/>
      <inkml:brushProperty name="height" value="0.05" units="cm"/>
      <inkml:brushProperty name="color" value="#E71224"/>
    </inkml:brush>
  </inkml:definitions>
  <inkml:trace contextRef="#ctx0" brushRef="#br0">1 828 1056,'0'0'4133,"8"-8"-2402,165-174 2199,-16-16-3831,24-27-143,-153 195 120,-9 8-82,1 0 1,2 2 0,0 0 0,1 2-1,29-19 1,-45 33-257,0 0 0,-1 0 1,1-1-1,-1 0 0,8-8 0,-13 12-355,-9-4-318,0 3 977,-1 1 1,1 0 0,-1 0-1,1 1 1,-1 0 0,0 1-1,1 0 1,-1 0 0,1 1-1,0 0 1,-1 0 0,-11 6-1,-24 13 713,21-19 54,13-3 219,12-1-1099,84-11 588,115-3 1,-199 16-482,1 0 211,2 0-1081,-8 8-47,-71 69 874,39-41 19,-33 42 0,63-71-343,0 0 0,1 1 1,1-1-1,-1 1 0,-4 14 0,5-12-1852</inkml:trace>
</inkml:ink>
</file>

<file path=ppt/ink/ink10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4:54.308"/>
    </inkml:context>
    <inkml:brush xml:id="br0">
      <inkml:brushProperty name="width" value="0.05" units="cm"/>
      <inkml:brushProperty name="height" value="0.05" units="cm"/>
      <inkml:brushProperty name="color" value="#E71224"/>
    </inkml:brush>
  </inkml:definitions>
  <inkml:trace contextRef="#ctx0" brushRef="#br0">16 53 4153,'0'0'3954,"-2"8"-4138,-2 8 188,1 0-1,0 0 1,1 1 0,0-1-1,2 27 1,1-37 9,0 0 0,-1 0 0,2 0 0,-1 0 0,1-1 0,0 1 0,0 0 0,0-1 0,4 6 0,-4-9 3,-1 1-1,1-1 1,0 0 0,0 0 0,0 0 0,0 0-1,1 0 1,-1 0 0,0 0 0,1-1 0,0 1 0,-1-1-1,1 0 1,0 0 0,-1 0 0,1 0 0,0 0-1,0-1 1,4 1 0,-3-1 83,0 0 1,0 0-1,0-1 0,0 0 1,0 1-1,0-1 0,-1-1 1,1 1-1,0-1 0,0 1 1,-1-1-1,1 0 0,-1 0 1,0-1-1,1 1 0,-1-1 1,0 0-1,0 1 0,-1-1 1,1 0-1,-1-1 0,1 1 1,-1 0-1,0-1 0,0 0 1,1-4-1,2-1 142,-1-1-1,0 1 1,-1-1-1,0 0 1,0 0 0,-1 0-1,-1-1 1,0 1-1,0-13 1,-1 18-156,-1 1-1,-1-1 1,1 0 0,0 0-1,-1 1 1,0-1 0,0 1-1,-1 0 1,1 0 0,-1 0 0,0 0-1,0 0 1,0 0 0,0 1-1,-1-1 1,-5-3 0,5 3-218,0 1 0,-1 0 0,1 0-1,-1 0 1,1 1 0,-1 0 0,0-1 0,0 2 0,0-1 0,-1 1 0,1-1 0,0 1 0,0 1 0,-10-1 0,-5 3-1236</inkml:trace>
</inkml:ink>
</file>

<file path=ppt/ink/ink10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5:04.417"/>
    </inkml:context>
    <inkml:brush xml:id="br0">
      <inkml:brushProperty name="width" value="0.05" units="cm"/>
      <inkml:brushProperty name="height" value="0.05" units="cm"/>
    </inkml:brush>
  </inkml:definitions>
  <inkml:trace contextRef="#ctx0" brushRef="#br0">0 1 3505,'0'0'4873</inkml:trace>
</inkml:ink>
</file>

<file path=ppt/ink/ink10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5:05.811"/>
    </inkml:context>
    <inkml:brush xml:id="br0">
      <inkml:brushProperty name="width" value="0.05" units="cm"/>
      <inkml:brushProperty name="height" value="0.05" units="cm"/>
    </inkml:brush>
  </inkml:definitions>
  <inkml:trace contextRef="#ctx0" brushRef="#br0">147 11 1280,'0'0'1579,"-20"6"1138,-73 21-675,66-23 3204,21-6-3820,86-2-1130,127-24 1,-129 15-305,-69 13-1399</inkml:trace>
</inkml:ink>
</file>

<file path=ppt/ink/ink10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5:06.414"/>
    </inkml:context>
    <inkml:brush xml:id="br0">
      <inkml:brushProperty name="width" value="0.05" units="cm"/>
      <inkml:brushProperty name="height" value="0.05" units="cm"/>
    </inkml:brush>
  </inkml:definitions>
  <inkml:trace contextRef="#ctx0" brushRef="#br0">1 30 3185,'37'-1'4032,"59"-11"1,21-2-2827,-112 14-1244,33-2-424,-1 2-1,42 5 0,-69-3-1245</inkml:trace>
</inkml:ink>
</file>

<file path=ppt/ink/ink10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5:06.810"/>
    </inkml:context>
    <inkml:brush xml:id="br0">
      <inkml:brushProperty name="width" value="0.05" units="cm"/>
      <inkml:brushProperty name="height" value="0.05" units="cm"/>
    </inkml:brush>
  </inkml:definitions>
  <inkml:trace contextRef="#ctx0" brushRef="#br0">3 1 2417,'0'0'2525,"-1"12"-590,0 35-1224,1 1 0,10 67 0,2 50-171,-12-159-2056</inkml:trace>
</inkml:ink>
</file>

<file path=ppt/ink/ink10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5:07.224"/>
    </inkml:context>
    <inkml:brush xml:id="br0">
      <inkml:brushProperty name="width" value="0.05" units="cm"/>
      <inkml:brushProperty name="height" value="0.05" units="cm"/>
    </inkml:brush>
  </inkml:definitions>
  <inkml:trace contextRef="#ctx0" brushRef="#br0">4 1 3817,'0'0'2834,"0"14"-1655,-3 240 2139,4-228-3705</inkml:trace>
</inkml:ink>
</file>

<file path=ppt/ink/ink10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5:07.925"/>
    </inkml:context>
    <inkml:brush xml:id="br0">
      <inkml:brushProperty name="width" value="0.05" units="cm"/>
      <inkml:brushProperty name="height" value="0.05" units="cm"/>
    </inkml:brush>
  </inkml:definitions>
  <inkml:trace contextRef="#ctx0" brushRef="#br0">1 31 2673,'0'0'10973,"14"-2"-10749,178-12-3,-60 8 3,-119 1-54,0 1-3093</inkml:trace>
</inkml:ink>
</file>

<file path=ppt/ink/ink10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5:08.420"/>
    </inkml:context>
    <inkml:brush xml:id="br0">
      <inkml:brushProperty name="width" value="0.05" units="cm"/>
      <inkml:brushProperty name="height" value="0.05" units="cm"/>
    </inkml:brush>
  </inkml:definitions>
  <inkml:trace contextRef="#ctx0" brushRef="#br0">1 1 4713,'0'0'8512,"-1"9"-10399,3 44 1974,3 0 0,1 0-1,20 71 1,-9-41-100,-13-60 24,10 40-1493,-10-52-1133</inkml:trace>
</inkml:ink>
</file>

<file path=ppt/ink/ink1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5:09.121"/>
    </inkml:context>
    <inkml:brush xml:id="br0">
      <inkml:brushProperty name="width" value="0.05" units="cm"/>
      <inkml:brushProperty name="height" value="0.05" units="cm"/>
    </inkml:brush>
  </inkml:definitions>
  <inkml:trace contextRef="#ctx0" brushRef="#br0">1 10 1240,'0'0'8346,"9"0"-7262,315-7 713,-306 6-2104,0 0-387</inkml:trace>
</inkml:ink>
</file>

<file path=ppt/ink/ink1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5:09.456"/>
    </inkml:context>
    <inkml:brush xml:id="br0">
      <inkml:brushProperty name="width" value="0.05" units="cm"/>
      <inkml:brushProperty name="height" value="0.05" units="cm"/>
    </inkml:brush>
  </inkml:definitions>
  <inkml:trace contextRef="#ctx0" brushRef="#br0">0 1 2521,'0'0'4777,"0"11"-4449,2 107 26,-2 122 548,-2-213-1190</inkml:trace>
</inkml:ink>
</file>

<file path=ppt/ink/ink1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5:10.145"/>
    </inkml:context>
    <inkml:brush xml:id="br0">
      <inkml:brushProperty name="width" value="0.05" units="cm"/>
      <inkml:brushProperty name="height" value="0.05" units="cm"/>
    </inkml:brush>
  </inkml:definitions>
  <inkml:trace contextRef="#ctx0" brushRef="#br0">0 85 6073,'0'0'878,"16"-17"2931,-5 6-3619,-6 5-2,-1 1 0,1 1 0,0-1 0,1 1 1,6-5-1,22-7-145,-24 13-57,-2-1-61,-3 3-70,3 3 66,1-1 37,-7-2 22,1 1-1,0 1 0,0-1 1,0 0-1,-1 1 0,1-1 1,0 1-1,-1 0 0,1 0 0,3 1 1,-2 0-59,0 0 1,0 1 0,0-1-1,0 1 1,0 0-1,-1 0 1,6 6-1,0 0-12,-1-2-187,-5-4-29,0 8 121,-1-5 99,1 0 0,-1 0 0,-1 0 0,1 1-1,-1-1 1,0 1 0,-1-1 0,1 1 0,-1-1 0,0 1-1,-1-1 1,0 1 0,0-1 0,0 1 0,-1-1 0,-2 8-1,-2-2-28,-1-1-1,0 1 0,0-1 0,-1 0 0,0-1 0,-15 15 0,-5 1-170,-38 27 0,65-53 271,14 1 1986,62-6-535,-47 2-679,40 0-1,-62 4-870,-1-1 0,1 1 1,-1 1-1,1-1 0,-1 1 1,8 3-1,-6-2-836,0 0-1033</inkml:trace>
</inkml:ink>
</file>

<file path=ppt/ink/ink1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5:10.780"/>
    </inkml:context>
    <inkml:brush xml:id="br0">
      <inkml:brushProperty name="width" value="0.05" units="cm"/>
      <inkml:brushProperty name="height" value="0.05" units="cm"/>
    </inkml:brush>
  </inkml:definitions>
  <inkml:trace contextRef="#ctx0" brushRef="#br0">238 11 6177,'0'0'1921,"-3"-4"777,2 3-2853,0 0 0,-1 1-1,1-1 1,0 0 0,0 1 0,0-1 0,-1 1 0,1 0 0,0-1 0,-1 1-1,1 0 1,0 0 0,-1-1 0,1 1 0,-2 0 0,-33 1-157,23 3 93,-2 7 235,0 0-1,1 1 1,0 1 0,1 0-1,1 1 1,0 0-1,1 1 1,-16 29 0,22-35 13,1-1 0,0 1 0,0 0 0,1 0 0,0 0 0,1 0 0,0 0 1,1 1-1,0-1 0,0 1 0,1-1 0,0 1 0,0-1 0,1 1 0,1-1 0,-1 1 1,2-1-1,-1 0 0,7 14 0,-4-13 204,1-2 0,0 1 1,0-1-1,1 0 0,0 0 0,0-1 1,1 0-1,0 0 0,0-1 1,0 0-1,1 0 0,0-1 0,0 0 1,1 0-1,-1-1 0,1-1 0,0 0 1,0 0-1,0-1 0,0 0 1,1 0-1,-1-1 0,19-1 0,-4-7-1573,-10 2-78</inkml:trace>
</inkml:ink>
</file>

<file path=ppt/ink/ink1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5:11.210"/>
    </inkml:context>
    <inkml:brush xml:id="br0">
      <inkml:brushProperty name="width" value="0.05" units="cm"/>
      <inkml:brushProperty name="height" value="0.05" units="cm"/>
    </inkml:brush>
  </inkml:definitions>
  <inkml:trace contextRef="#ctx0" brushRef="#br0">1 119 3793,'0'0'3087,"0"11"-2991,-1-10-83,3 53 116,-2-50-5,1 1 1,0-1-1,0 0 0,0 0 0,0 0 0,0 0 0,1 0 0,0 0 0,0 0 0,0-1 0,0 1 0,5 5 2255,0-10 2144,-6 1-4421,0-1 1,1 0-1,-1 1 0,0-1 1,1 0-1,-1 0 0,0 0 1,0 0-1,0 0 0,1 0 0,-1 0 1,-1 0-1,1 0 0,1-2 1,22-33 31,-18 27-325,-5 7-9,-1-7-170,0-2 80,0-1-1,0 0 1,-1 1 0,-4-23-1,4 28-14,-1 0 0,0 0-1,0 0 1,0 1-1,0-1 1,-1 0 0,0 1-1,-1 0 1,1-1 0,-1 1-1,0 1 1,0-1 0,-5-4-1,-5 0-1830</inkml:trace>
</inkml:ink>
</file>

<file path=ppt/ink/ink1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5:12.087"/>
    </inkml:context>
    <inkml:brush xml:id="br0">
      <inkml:brushProperty name="width" value="0.05" units="cm"/>
      <inkml:brushProperty name="height" value="0.05" units="cm"/>
    </inkml:brush>
  </inkml:definitions>
  <inkml:trace contextRef="#ctx0" brushRef="#br0">196 1 4129,'0'0'7307,"-18"2"-7594,14-2 165,-16 4 129,0 1 1,0 0-1,-27 12 0,41-15-79,0 1-1,1 0 0,-1 1 1,1-1-1,0 1 0,0 0 0,-6 7 1,9-9-74,0 0 0,0 1 0,1-1 0,-1 1 1,1-1-1,0 1 0,-1 0 0,1-1 0,0 1 0,1 0 1,-1 0-1,0-1 0,1 1 0,-1 0 0,1 0 0,0 0 1,1 4-1,-1-5 154,1 0 0,-1 0 1,1 0-1,0 0 0,0 0 1,0 0-1,0-1 0,0 1 1,0 0-1,0 0 0,1-1 1,-1 1-1,1 0 0,-1-1 1,1 0-1,0 1 0,-1-1 1,1 0-1,0 0 0,0 0 0,0 0 1,0 0-1,0 0 0,0-1 1,0 1-1,0-1 0,3 1 1,9 2 416,-1-1 0,1 0 1,15-1-1,-14-1-328,-1 1 46,94 9 262,-97-8-423,-1 0 1,1 1-1,-1 0 1,1 1-1,-1 0 1,0 0-1,15 10 1,-23-13-11,1 1 0,-1-1 0,0 1 1,1 0-1,-1 0 0,0 0 0,0 0 0,0 0 1,0 0-1,-1 0 0,1 1 0,-1-1 0,1 1 1,-1-1-1,0 1 0,0 0 0,0-1 0,0 1 1,0 0-1,-1 0 0,1-1 0,-1 1 0,0 0 1,0 0-1,0 0 0,0 0 0,0 0 0,-1-1 1,1 1-1,-1 0 0,0 0 0,0 0 0,0-1 1,0 1-1,0-1 0,-1 1 0,1-1 0,-1 1 1,0-1-1,1 0 0,-1 0 0,0 1 0,0-1 1,0-1-1,-5 4 0,-9 8 180,0-1 1,0-1-1,-2-1 0,1 0 1,-1-1-1,0-1 0,-1 0 1,0-2-1,0 0 0,-1-1 1,1-1-1,-29 2 0,36-7 255</inkml:trace>
</inkml:ink>
</file>

<file path=ppt/ink/ink1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5:13.047"/>
    </inkml:context>
    <inkml:brush xml:id="br0">
      <inkml:brushProperty name="width" value="0.05" units="cm"/>
      <inkml:brushProperty name="height" value="0.05" units="cm"/>
    </inkml:brush>
  </inkml:definitions>
  <inkml:trace contextRef="#ctx0" brushRef="#br0">0 115 5001,'0'0'9767,"5"-18"-7378,8-17-2178,-11 31-221,0 0-1,0 0 1,0 1 0,1-1 0,0 1 0,-1 0 0,1-1 0,0 1 0,1 1-1,-1-1 1,0 0 0,1 1 0,-1 0 0,1-1 0,7-2 0,-4 2 80,0-3-687,-3 5 271,3 4 83,3-2 102,-7-1 11,0 0 1,0 1-1,0-1 1,1 1-1,-1 0 1,0 0-1,0 0 1,5 2-1,-5-2-685,10 14-568,13 25 1055,-26-38 327,1 0-1,0-1 1,-1 1-1,1 0 1,-1 0 0,0 0-1,1 0 1,-1 0-1,0 0 1,0 0-1,0 0 1,-1 0 0,1-1-1,0 1 1,-1 0-1,1 0 1,-1 0-1,0 0 1,0 2 0,-22 28-155,15-21 125,-14 21-32,14-18 57,-1 0 0,-1-1-1,0 0 1,-19 17 3214,47-43-2257,-13 10-1000,-1 1 1,0-1 0,1 1-1,-1 1 1,1-1 0,-1 1-1,1-1 1,0 1 0,0 0-1,-1 1 1,1-1 0,0 1-1,0 0 1,0 0 0,0 1 0,0 0-1,-1-1 1,1 1 0,0 1-1,0-1 1,8 5 0,-3-1-250,1 1 1,-1 1 0,0 0-1,-1 0 1,1 1 0,-1 0-1,-1 0 1,15 19 0,-18-21 64,-1 1 1,1-1-1,-1 1 0,0 0 1,-1 1-1,0-1 1,0 0-1,-1 1 1,1 0-1,-2-1 1,1 1-1,-1 0 1,0 0-1,-1 10 1,0-14 285,-1 0 1,0 0 0,-1 0 0,1-1 0,-1 1 0,1 0 0,-1-1 0,0 1 0,0-1 0,-1 1 0,1-1 0,-1 0 0,1 0 0,-1 0 0,0 0 0,0-1 0,-1 1 0,1-1 0,0 0 0,-7 4-1,0-1 62,-1-1-1,1 1 0,-1-2 0,0 1 0,0-1 1,-14 1-1,-35 2-1581,28-4 69</inkml:trace>
</inkml:ink>
</file>

<file path=ppt/ink/ink1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5:13.667"/>
    </inkml:context>
    <inkml:brush xml:id="br0">
      <inkml:brushProperty name="width" value="0.05" units="cm"/>
      <inkml:brushProperty name="height" value="0.05" units="cm"/>
    </inkml:brush>
  </inkml:definitions>
  <inkml:trace contextRef="#ctx0" brushRef="#br0">53 0 4153,'0'0'4537,"-5"12"-5408,-4 9 896,1 0 1,1 1-1,1 0 0,1 0 1,0 0-1,2 1 0,1-1 1,0 1-1,3 30 0,0-48 51,-1 1 0,1 0-1,0-1 1,0 1-1,1-1 1,0 1-1,0-1 1,0 0-1,1 1 1,0-1 0,0-1-1,0 1 1,7 8-1,-7-10 144,0 0 0,0 0 0,1-1-1,-1 1 1,0-1 0,1 0 0,0 0-1,0 0 1,-1 0 0,1-1 0,0 1-1,0-1 1,0 0 0,1 0 0,-1-1-1,0 1 1,0-1 0,0 0 0,6 0 0,-6 0 117,1-2 1779,3-13-1259,-3 2-930,0-1 0,-1 0 0,-1 0-1,0-1 1,-1 1 0,0-17 0,-2 13-80,0 1-1,-1-1 1,-1 1 0,-1 0-1,0 0 1,-7-21 0,8 33-26,0 0 1,-1 0-1,1 0 1,-1 0-1,0 1 0,0-1 1,0 1-1,-1 0 1,1 0-1,-1 0 1,0 0-1,0 1 1,-1-1-1,1 1 0,-1 0 1,0 1-1,1-1 1,-1 1-1,0 0 1,0 0-1,-1 0 1,1 1-1,0 0 1,-8-1-1,-19-1-2207</inkml:trace>
</inkml:ink>
</file>

<file path=ppt/ink/ink1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5:14.163"/>
    </inkml:context>
    <inkml:brush xml:id="br0">
      <inkml:brushProperty name="width" value="0.05" units="cm"/>
      <inkml:brushProperty name="height" value="0.05" units="cm"/>
    </inkml:brush>
  </inkml:definitions>
  <inkml:trace contextRef="#ctx0" brushRef="#br0">23 1 6401,'0'0'3080,"-3"12"-3684,-1 2 594,-1 0 1,2 0 0,0 1-1,-2 21 1,5-36 3,2 4 394,12 1 917,-6-1-977,-5-3-154,0 0 0,0 0 0,0 0 1,0 0-1,0 0 0,0 0 0,0-1 0,0 1 1,4-1-1,-6-1 11,0 1 0,0 0 0,0-1 0,-1 1 0,1-1-1,0 1 1,-1-1 0,1 1 0,0-1 0,-1 1 0,1-1 0,-1 0 0,1 1 0,-1-1 0,1 0 0,-1 0 0,1 1 0,-1-1 0,0 0 0,1 0 0,-1 0 0,0 0 0,0 1 0,0-1 0,1-1 0,11-30-96,-11 28-316,0 4 193,-1 0 1,0 0 0,0 0 0,0 0-1,0-1 1,0 1 0,1 0 0,-1 0-1,0 0 1,0 0 0,0-1-1,0 1 1,0 0 0,0 0 0,0 0-1,0-1 1,0 1 0,0 0 0,0 0-1,0-1 1,0 1 0,0 0-1,0 0 1,0 0 0,0-1 0,0 1-1,0 0 1,0 0 0,0 0 0,0-1-1,0 1 1,0 0 0,0 0-1,0 0 1,-1-1 0,1 1 0,0 0-1,0 0 1,0 0 0,0 0 0,0-1-1,-1 1 1,1 0 0,0 0-1,0 0 1,0 0 0,-1 0 0,1 0-1,0-1 1,-10-5-1553,-33-28-732</inkml:trace>
</inkml:ink>
</file>

<file path=ppt/ink/ink1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5:14.846"/>
    </inkml:context>
    <inkml:brush xml:id="br0">
      <inkml:brushProperty name="width" value="0.05" units="cm"/>
      <inkml:brushProperty name="height" value="0.05" units="cm"/>
    </inkml:brush>
  </inkml:definitions>
  <inkml:trace contextRef="#ctx0" brushRef="#br0">31 35 4401,'0'0'7001,"-18"1"-7389,5-4 1044,20 0-597,0 0-1,0 0 0,-1 0 0,2 1 0,-1 0 0,0 0 0,12-1 0,62-4 269,-40 4-177,-8 2-1350,-25 0-442</inkml:trace>
</inkml:ink>
</file>

<file path=ppt/ink/ink1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5:15.162"/>
    </inkml:context>
    <inkml:brush xml:id="br0">
      <inkml:brushProperty name="width" value="0.05" units="cm"/>
      <inkml:brushProperty name="height" value="0.05" units="cm"/>
    </inkml:brush>
  </inkml:definitions>
  <inkml:trace contextRef="#ctx0" brushRef="#br0">0 66 6217,'0'0'7618,"2"0"-6754,-1 0-184,1 0-96,1-2-184,48-15-79,-34 13-145,0-1-64,4 1-96,0-2-32,7 1-176,4 1-305,10-4-1031,8-3-1048</inkml:trace>
</inkml:ink>
</file>

<file path=ppt/ink/ink1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5:15.738"/>
    </inkml:context>
    <inkml:brush xml:id="br0">
      <inkml:brushProperty name="width" value="0.05" units="cm"/>
      <inkml:brushProperty name="height" value="0.05" units="cm"/>
    </inkml:brush>
  </inkml:definitions>
  <inkml:trace contextRef="#ctx0" brushRef="#br0">131 30 4161,'0'0'2178,"-15"4"-907,6 0-1220,0 0 1,0 1-1,0 0 1,1 1-1,-11 9 1,13-8-33,0 0 0,1 0 0,0 0 0,1 1 0,0 0 0,0 0 0,0 0 0,1 1 0,0-1 0,1 1 0,0 0 0,0 0 0,1-1 0,0 1 1,1 0-1,0 0 0,0 0 0,3 17 0,0-11 10,0 0 1,1 0 0,0-1 0,1 1 0,1-1-1,0 0 1,1-1 0,0 1 0,1-1 0,11 13 0,-16-22 25,-1-1 0,1 1 1,-1-1-1,1 0 1,0 0-1,0 0 0,0-1 1,1 1-1,-1-1 1,1 0-1,-1 0 0,1 0 1,0 0-1,0 0 1,0-1-1,0 0 0,0 0 1,0 0-1,0 0 1,0 0-1,0-1 0,0 0 1,0 0-1,1 0 1,-1 0-1,0-1 0,0 0 1,0 0-1,0 0 1,0 0-1,0-1 0,0 1 1,0-1-1,6-4 1,12-5 302,0-1 1,-1-1-1,-1 0 0,0-2 1,-1 0-1,-1-2 1,0 0-1,-1 0 1,24-34-1,-38 47-311,-1 0-1,0 0 0,0 0 1,0 0-1,0 0 1,0-1-1,-1 1 0,0-1 1,0 1-1,0-1 0,-1 1 1,1-1-1,-1 0 1,0 1-1,-1-1 0,0-7 1,-1 6-20,0 1 1,0-1-1,0 0 1,-1 1 0,0-1-1,0 1 1,0 0-1,-1 0 1,0 0-1,0 1 1,-5-6 0,-5-2-336,-1 0 0,-1 1 0,0 0 0,0 2 0,-1 0 0,-34-13 0,3 6-1718,1 5-746</inkml:trace>
</inkml:ink>
</file>

<file path=ppt/ink/ink1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1:50.954"/>
    </inkml:context>
    <inkml:brush xml:id="br0">
      <inkml:brushProperty name="width" value="0.05" units="cm"/>
      <inkml:brushProperty name="height" value="0.05" units="cm"/>
    </inkml:brush>
  </inkml:definitions>
  <inkml:trace contextRef="#ctx0" brushRef="#br0">61 72 760,'0'0'316,"23"-29"4720,-22 28-4968,-1 0 0,1 1 1,0-1-1,0 0 0,-1 0 0,1 1 1,0-1-1,-1 0 0,1 0 1,-1 0-1,0 0 0,1 0 0,-1 0 1,1 0-1,-1 0 0,0 0 0,0 0 1,0 0-1,0 0 0,0 0 0,0 0 1,0 0-1,0 0 0,0 0 0,0 0 1,0 0-1,0 0 0,-1 0 0,1 0 1,0 0-1,-1 0 0,1 0 0,-1 1 1,1-1-1,-1 0 0,0 0 0,1 0 1,-1 0-1,0 1 0,1-1 0,-1 0 1,0 1-1,0-1 0,0 1 0,0-1 1,0 1-1,1-1 0,-1 1 0,0-1 1,0 1-1,0 0 0,0 0 0,0-1 1,0 1-1,-2 0 536,2 1-517,0-1 0,-1 1 0,1-1 0,0 1 0,0 0 0,0-1-1,0 1 1,0 0 0,0 0 0,0 0 0,0 0 0,0 0 0,0 0 0,0 0 0,1 0-1,-1 0 1,0 0 0,1 1 0,-2 1 0,-11 30-60,-3 13 307,13-33-292,-1 15 263,-9 73 78,12-93-326,2 24 389,7 74-142,-4-62-303,2 18 14,0 0-30,-1-4 31,-4-18 11,7 41 34,-5-35-71,-3-7 4,1 20 21,-4 269-38,5-152 1226,2-57-883,-4-118-1299</inkml:trace>
</inkml:ink>
</file>

<file path=ppt/ink/ink1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1:53.045"/>
    </inkml:context>
    <inkml:brush xml:id="br0">
      <inkml:brushProperty name="width" value="0.05" units="cm"/>
      <inkml:brushProperty name="height" value="0.05" units="cm"/>
    </inkml:brush>
  </inkml:definitions>
  <inkml:trace contextRef="#ctx0" brushRef="#br0">1 41 1976,'0'0'3549,"0"-32"1689,0 23-6270,4 24 1219,5 34-12,2 86 0,-5-54-143,1 2 45,-3 19 150,-3-36 33,-7 197 265,-7 150 1314,14-376-2799</inkml:trace>
</inkml:ink>
</file>

<file path=ppt/ink/ink1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1:54.999"/>
    </inkml:context>
    <inkml:brush xml:id="br0">
      <inkml:brushProperty name="width" value="0.05" units="cm"/>
      <inkml:brushProperty name="height" value="0.05" units="cm"/>
    </inkml:brush>
  </inkml:definitions>
  <inkml:trace contextRef="#ctx0" brushRef="#br0">5 46 2673,'0'0'2948,"-4"-10"1981,4 9-4933,0 1 0,0 0 0,0-1 0,0 1 0,0 0-1,-1-1 1,1 1 0,0-1 0,0 1 0,0 0 0,0-1 0,0 1-1,0 0 1,1-1 0,-1 1 0,0-1 0,0 1 0,0 0 0,0-1-1,0 1 1,0 0 0,1-1 0,-1 1 0,0 0 0,0-1 0,1 1 0,-1 0-1,0-1 1,0 1 0,1 0 0,-1 0 0,0 0 0,1-1 0,-1 1-1,0 0 1,1 0 0,-1 0 0,1-1 0,37-7 53,-1 2 0,2 2 0,-1 1-1,0 2 1,49 4 0,-36 3-1100</inkml:trace>
</inkml:ink>
</file>

<file path=ppt/ink/ink1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1:56.177"/>
    </inkml:context>
    <inkml:brush xml:id="br0">
      <inkml:brushProperty name="width" value="0.05" units="cm"/>
      <inkml:brushProperty name="height" value="0.05" units="cm"/>
    </inkml:brush>
  </inkml:definitions>
  <inkml:trace contextRef="#ctx0" brushRef="#br0">3 1 3305,'0'0'5436,"0"18"-5991,-2 15 653,2-24 36,0-7-7,8 7-7,5 8-79,1-1 1,0 0-1,1 0 1,1-2-1,25 20 1,94 45 437,-134-78-391,17 22 241,-17-20-290,-8 11 35,2-4-64,3-6-5,0-1 1,0 1-1,0-1 1,0 1-1,-1-1 1,1 0-1,-6 5 1,6-5-5,-1-1 1,0 1-1,0-1 1,0 0-1,0 0 1,-1 0-1,1 0 1,0-1-1,-6 2 1,-3 2-5,-13 8-29,10-6 3,1 0-1,-1 2 1,1-1-1,1 2 1,-17 14 0,29-23 66,0 3 36,9-1 733,-3-2-822,126 12-32,17 1-108,-147-14 140,5 2-78,0-1 0,0 0 0,1 0-1,-1-1 1,0 0 0,1 0 0,8-2-1,-5-1-1018</inkml:trace>
</inkml:ink>
</file>

<file path=ppt/ink/ink1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1:57.167"/>
    </inkml:context>
    <inkml:brush xml:id="br0">
      <inkml:brushProperty name="width" value="0.05" units="cm"/>
      <inkml:brushProperty name="height" value="0.05" units="cm"/>
    </inkml:brush>
  </inkml:definitions>
  <inkml:trace contextRef="#ctx0" brushRef="#br0">27 135 4553,'0'0'8922,"-1"6"-12116,0 49 2898,7 86 0,1-40 393,-6-91-143,0 1 0,1 0 0,5 15 0,3 18 3704,-32-240 204,-8-62-3212,28 243-655,-2-29-1201,25 32 38,-12 8 1144,-6 2 7,0 1 0,0-1 1,0 1-1,0 0 0,0 0 1,0 0-1,0 1 0,0-1 1,0 1-1,0 0 0,0-1 1,1 1-1,2 1 0,159 4-2327,-140-4-110,-6 1-617</inkml:trace>
</inkml:ink>
</file>

<file path=ppt/ink/ink1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1:57.645"/>
    </inkml:context>
    <inkml:brush xml:id="br0">
      <inkml:brushProperty name="width" value="0.05" units="cm"/>
      <inkml:brushProperty name="height" value="0.05" units="cm"/>
    </inkml:brush>
  </inkml:definitions>
  <inkml:trace contextRef="#ctx0" brushRef="#br0">0 1 5417,'0'0'7302,"17"4"-8495,23 7 813,1-1-1,78 8 1,-99-17-1811</inkml:trace>
</inkml:ink>
</file>

<file path=ppt/ink/ink1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1:58.157"/>
    </inkml:context>
    <inkml:brush xml:id="br0">
      <inkml:brushProperty name="width" value="0.05" units="cm"/>
      <inkml:brushProperty name="height" value="0.05" units="cm"/>
    </inkml:brush>
  </inkml:definitions>
  <inkml:trace contextRef="#ctx0" brushRef="#br0">0 0 3369,'0'0'5661,"13"15"-6387,128 168 642,-127-168 167,11 17 468</inkml:trace>
</inkml:ink>
</file>

<file path=ppt/ink/ink1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1:58.599"/>
    </inkml:context>
    <inkml:brush xml:id="br0">
      <inkml:brushProperty name="width" value="0.05" units="cm"/>
      <inkml:brushProperty name="height" value="0.05" units="cm"/>
    </inkml:brush>
  </inkml:definitions>
  <inkml:trace contextRef="#ctx0" brushRef="#br0">229 0 4721,'0'0'2106,"-7"12"-1417,-205 342-699,202-337-1495</inkml:trace>
</inkml:ink>
</file>

<file path=ppt/ink/ink1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1:59.473"/>
    </inkml:context>
    <inkml:brush xml:id="br0">
      <inkml:brushProperty name="width" value="0.05" units="cm"/>
      <inkml:brushProperty name="height" value="0.05" units="cm"/>
    </inkml:brush>
  </inkml:definitions>
  <inkml:trace contextRef="#ctx0" brushRef="#br0">0 0 2441,'0'0'2264,"8"4"1867,33 9-3798,4-8-100,54-2 0,-88-3-1258</inkml:trace>
</inkml:ink>
</file>

<file path=ppt/ink/ink1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1:59.837"/>
    </inkml:context>
    <inkml:brush xml:id="br0">
      <inkml:brushProperty name="width" value="0.05" units="cm"/>
      <inkml:brushProperty name="height" value="0.05" units="cm"/>
    </inkml:brush>
  </inkml:definitions>
  <inkml:trace contextRef="#ctx0" brushRef="#br0">1 1 2729,'0'0'5241,"1"0"-4937,1 0-88,0 0-40,1 0-48,0 0-24,54 9 0,-55-9 0,27 2-64,-11-2-168,0 0-1336</inkml:trace>
</inkml:ink>
</file>

<file path=ppt/ink/ink1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2:00.429"/>
    </inkml:context>
    <inkml:brush xml:id="br0">
      <inkml:brushProperty name="width" value="0.05" units="cm"/>
      <inkml:brushProperty name="height" value="0.05" units="cm"/>
    </inkml:brush>
  </inkml:definitions>
  <inkml:trace contextRef="#ctx0" brushRef="#br0">1 25 1904,'0'0'9324,"8"-2"-9288,44-6 396,0 2 1,71 0-1,-94 3-702,-22 3-515</inkml:trace>
</inkml:ink>
</file>

<file path=ppt/ink/ink1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2:00.904"/>
    </inkml:context>
    <inkml:brush xml:id="br0">
      <inkml:brushProperty name="width" value="0.05" units="cm"/>
      <inkml:brushProperty name="height" value="0.05" units="cm"/>
    </inkml:brush>
  </inkml:definitions>
  <inkml:trace contextRef="#ctx0" brushRef="#br0">1 0 3401,'0'0'3027,"14"2"-2107,32 5 112,0-1 1,0-2-1,1-3 0,56-4 0,-62-6-1032</inkml:trace>
</inkml:ink>
</file>

<file path=ppt/ink/ink1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2:01.267"/>
    </inkml:context>
    <inkml:brush xml:id="br0">
      <inkml:brushProperty name="width" value="0.05" units="cm"/>
      <inkml:brushProperty name="height" value="0.05" units="cm"/>
    </inkml:brush>
  </inkml:definitions>
  <inkml:trace contextRef="#ctx0" brushRef="#br0">0 0 1760,'2'32'878,"1"1"-1,2-1 0,16 60 0,-6-32 85,-9-35-865,-1 0 1,-1 1-1,-1 0 1,-2 0 0,-1 30-1,-3-38-1736</inkml:trace>
</inkml:ink>
</file>

<file path=ppt/ink/ink1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2:01.662"/>
    </inkml:context>
    <inkml:brush xml:id="br0">
      <inkml:brushProperty name="width" value="0.05" units="cm"/>
      <inkml:brushProperty name="height" value="0.05" units="cm"/>
    </inkml:brush>
  </inkml:definitions>
  <inkml:trace contextRef="#ctx0" brushRef="#br0">1 1 2865,'0'0'3702,"1"12"-2735,29 234-295,-27-215-272,-2-30-964</inkml:trace>
</inkml:ink>
</file>

<file path=ppt/ink/ink1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2:02.323"/>
    </inkml:context>
    <inkml:brush xml:id="br0">
      <inkml:brushProperty name="width" value="0.05" units="cm"/>
      <inkml:brushProperty name="height" value="0.05" units="cm"/>
    </inkml:brush>
  </inkml:definitions>
  <inkml:trace contextRef="#ctx0" brushRef="#br0">1 0 2697,'0'0'6582,"9"1"-5320,240 0 1077,-120-3-887,-127 2-1072,2 0-2988</inkml:trace>
</inkml:ink>
</file>

<file path=ppt/ink/ink1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2:02.846"/>
    </inkml:context>
    <inkml:brush xml:id="br0">
      <inkml:brushProperty name="width" value="0.05" units="cm"/>
      <inkml:brushProperty name="height" value="0.05" units="cm"/>
    </inkml:brush>
  </inkml:definitions>
  <inkml:trace contextRef="#ctx0" brushRef="#br0">1 0 3225,'0'0'9772,"1"6"-10364,23 152-49,-12-73 864,29 110-1,-16-143 380,-25-51-382,0 0-991,0 1-319</inkml:trace>
</inkml:ink>
</file>

<file path=ppt/ink/ink1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2:03.451"/>
    </inkml:context>
    <inkml:brush xml:id="br0">
      <inkml:brushProperty name="width" value="0.05" units="cm"/>
      <inkml:brushProperty name="height" value="0.05" units="cm"/>
    </inkml:brush>
  </inkml:definitions>
  <inkml:trace contextRef="#ctx0" brushRef="#br0">1 115 3681,'0'0'3669,"7"-2"-2980,54-22-18,-23 8-271,0 1 1,1 3-1,44-9 1,-18 10-791,108-3 1</inkml:trace>
</inkml:ink>
</file>

<file path=ppt/ink/ink1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2:03.830"/>
    </inkml:context>
    <inkml:brush xml:id="br0">
      <inkml:brushProperty name="width" value="0.05" units="cm"/>
      <inkml:brushProperty name="height" value="0.05" units="cm"/>
    </inkml:brush>
  </inkml:definitions>
  <inkml:trace contextRef="#ctx0" brushRef="#br0">1 1 1312,'0'35'810,"0"0"-1,8 46 0,0 4 643,5 0-566,-8-64-672,-2 1 0,2 33 0,-6-42-350,-3 1-423</inkml:trace>
</inkml:ink>
</file>

<file path=ppt/ink/ink1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2:04.560"/>
    </inkml:context>
    <inkml:brush xml:id="br0">
      <inkml:brushProperty name="width" value="0.05" units="cm"/>
      <inkml:brushProperty name="height" value="0.05" units="cm"/>
    </inkml:brush>
  </inkml:definitions>
  <inkml:trace contextRef="#ctx0" brushRef="#br0">0 63 6753,'0'0'6440,"20"-19"-3816,13-7-2570,-19 18-108,-2 7-210,21-6-56,-25 5-91,4 15-3493,5 22 3464,-16-32 398,0 0 0,0 0 0,-1 0 1,1 1-1,-1-1 0,0 0 0,0 0 0,0 0 0,0 1 0,-1-1 0,1 0 0,-1 0 0,0 0 0,-1 4 0,-19 37-120,18-39 146,-37 54-855,28-45 620,1 2 0,1-1 0,1 1 0,-9 20 1,17-35 295,1-1-14,0 0 1,0 0-1,0 0 0,0 0 0,0 0 1,0 0-1,0 0 0,0 0 0,1 0 1,-1 0-1,0 0 0,0 0 0,0 0 1,0 0-1,0 0 0,0 0 0,0 0 1,0 0-1,0 0 0,0 0 0,0 0 0,1 0 1,-1 0-1,0 0 0,0 0 0,0 0 1,0 0-1,0 0 0,0 0 0,0 0 1,0 0-1,0 0 0,0 0 0,0 0 1,1 0-1,-1 0 0,0 0 0,0 0 1,0 0-1,0 0 0,0 0 0,0 0 1,0 0-1,0 1 0,0-1 0,0 0 1,0 0-1,0 0 0,0 0 0,0 0 1,0 0-1,0 0 0,0 0 0,0 0 1,0 0-1,0 0 0,0 1 0,0-1 1,0 0-1,0 0 0,0 0 0,0 0 1,4 0-233,19-2 409,-1-1 0,29-8 0,-35 6-145,0 1 0,0 1 0,1 0 0,-1 2 0,1 0-1,0 0 1,32 5 0,-41-3-160,1 1-298</inkml:trace>
</inkml:ink>
</file>

<file path=ppt/ink/ink1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2:05.091"/>
    </inkml:context>
    <inkml:brush xml:id="br0">
      <inkml:brushProperty name="width" value="0.05" units="cm"/>
      <inkml:brushProperty name="height" value="0.05" units="cm"/>
    </inkml:brush>
  </inkml:definitions>
  <inkml:trace contextRef="#ctx0" brushRef="#br0">117 59 4801,'0'-2'1996,"-1"-2"822,-4-8-1953,-7-21-368,9 25-9,0 8-646,1 0-1,-1 1 0,0-1 1,1 1-1,-1-1 1,1 1-1,-1 0 1,1 0-1,-1 0 1,1 0-1,0 1 1,-1-1-1,1 0 1,0 1-1,0 0 0,0 0 1,0-1-1,0 1 1,-2 4-1,-1 0 120,2 1-1,-1-1 1,0 1-1,1 0 0,1 0 1,-1 0-1,-1 8 1,-2 14 316,1 1 1,-1 49-1,5-55-181,0-1 0,2 1 0,1-1 0,1 1 0,1-1 0,1 0 0,1 0 0,11 28 0,-15-47-94,-1 0 1,1 0-1,0-1 0,0 1 1,1-1-1,-1 0 0,1 1 1,-1-1-1,1 0 0,0 0 1,0-1-1,1 1 0,-1-1 1,0 0-1,1 1 0,-1-1 1,1-1-1,0 1 0,0 0 1,0-1-1,-1 0 0,1 0 1,5 0-1,10 0-698</inkml:trace>
</inkml:ink>
</file>

<file path=ppt/ink/ink1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2:05.543"/>
    </inkml:context>
    <inkml:brush xml:id="br0">
      <inkml:brushProperty name="width" value="0.05" units="cm"/>
      <inkml:brushProperty name="height" value="0.05" units="cm"/>
    </inkml:brush>
  </inkml:definitions>
  <inkml:trace contextRef="#ctx0" brushRef="#br0">8 44 2216,'-4'42'2560,"3"-36"-2480,0 0 0,0 0 0,1 0 0,0 0 0,0 0 0,0 0 0,1 0 0,0 0 0,0 0 0,0 0 0,1 0 0,0 0 0,3 8 0,-2-9 19,-1-1 0,1 0 0,0 1 0,0-1 0,1 0 0,-1 0 0,1 0 0,0-1 0,0 1 0,0-1 1,0 0-1,0 0 0,1-1 0,0 1 0,-1-1 0,8 3 0,-8-5 20,0 1-1,-1-1 1,1 1-1,0-1 1,-1 0 0,1-1-1,-1 1 1,1-1 0,0 1-1,-1-1 1,1 0 0,-1 0-1,1-1 1,-1 1 0,0-1-1,0 1 1,0-1 0,1 0-1,-2 0 1,1-1 0,0 1-1,0 0 1,-1-1 0,4-4-1,-3 3 98,0-1-1,0 1 0,-1-1 1,0 0-1,0 1 0,0-1 1,0 0-1,-1 0 0,0-1 1,0 1-1,0 0 0,0 0 1,-1 0-1,0-1 0,0 1 1,-1 0-1,1 0 0,-1-1 1,0 1-1,-4-9 0,4 9-301,-1-1 0,0 1 0,0 0 0,0 0 0,-1 0 0,1 0 0,-1 1 0,-1-1 0,1 1 0,-1-1 0,1 1 0,-1 0 0,0 1 0,-1-1 0,1 1 0,-1 0 0,1 0 0,-1 0 0,-8-3 0,8 4-273,-1 1 0,1 0 0,-1 0 0,1 0 0,-1 1 0,1 0 0,-11 0 0,-14 7-1571</inkml:trace>
</inkml:ink>
</file>

<file path=ppt/ink/ink1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2:06.190"/>
    </inkml:context>
    <inkml:brush xml:id="br0">
      <inkml:brushProperty name="width" value="0.05" units="cm"/>
      <inkml:brushProperty name="height" value="0.05" units="cm"/>
    </inkml:brush>
  </inkml:definitions>
  <inkml:trace contextRef="#ctx0" brushRef="#br0">168 1 8130,'0'0'5121,"-9"7"-5771,-7 9 453,1 1-1,1 0 0,-14 23 1,22-31 142,2-1 0,-1 1 1,1 0-1,0 0 0,1 0 0,0 0 1,0 1-1,1-1 0,0 1 1,0 15-1,2-24-78,17 11 109,28 10 38,6 2-80,-50-23 20,1 1 1,0-1-1,0 0 1,-1 1-1,1-1 1,-1 1-1,1 0 1,-1-1-1,1 1 1,-1 0-1,0 0 1,0 0 0,0 0-1,0 0 1,0 0-1,-1 0 1,1 0-1,-1 0 1,1 1-1,-1-1 1,0 0-1,0 0 1,0 0-1,0 1 1,0-1-1,0 0 1,-1 4-1,1-3-34,-1 9-141,-3-8 215,-5 9 57,-1 0-1,0-1 0,-1 0 0,0 0 1,-1-1-1,0-1 0,-1 0 0,0-1 0,-1 0 1,0-1-1,-27 12 0,32-18-1381</inkml:trace>
</inkml:ink>
</file>

<file path=ppt/ink/ink1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5:27.397"/>
    </inkml:context>
    <inkml:brush xml:id="br0">
      <inkml:brushProperty name="width" value="0.05" units="cm"/>
      <inkml:brushProperty name="height" value="0.05" units="cm"/>
    </inkml:brush>
  </inkml:definitions>
  <inkml:trace contextRef="#ctx0" brushRef="#br0">101 156 1744,'0'0'10852,"-2"-1"-10585,1 0 0,0 0-1,1 0 1,-1 0 0,0 0 0,0 0 0,0-1-1,1 1 1,-1 0 0,0 0 0,1-1 0,-1 1-1,1 0 1,-1-1 0,1 1 0,0-3 0,-7-36 2,10 34-228,-1 0 0,1 0 0,1 0 0,-1 0 0,1 1 0,0-1 1,0 1-1,0 0 0,9-7 0,-11 10-9,-2 2-48,1-1 0,-1 0 1,1 0-1,-1 0 0,1 1 0,0-1 0,-1 0 1,1 1-1,0-1 0,0 0 0,0 1 1,-1-1-1,1 1 0,0 0 0,0-1 1,0 1-1,0-1 0,0 1 0,0 0 0,0 0 1,2 0-1,11-3 79,18-8-58,-31 11-66,0-1 0,0 1-1,0 0 1,0-1 0,0 1-1,0 0 1,0 0 0,0 0 0,0-1-1,0 1 1,0 0 0,0 0 0,0 1-1,0-1 1,0 0 0,0 0-1,0 0 1,0 1 0,1-1 0,8 19-756,-9-16 820,12 33-72,-10-29 12,-1 0-2,-3 5 48,3-1 4,-2-7-2,1 0 1,-1 0-1,1-1 1,-1 1-1,0 0 0,-1 0 1,1 0-1,-1 0 0,-1 7 1,-9 37-2,12-53 6,0 8-1,-3 11-33,-1-1 0,0 0-1,0 1 1,-9 18 0,7-16 16,3-11-10,1 1 0,-1 0 0,-1-1-1,1 1 1,-1-1 0,-6 10 0,2-3-16,3-4-57,4-7 111,0-1 0,0 0 0,0 1 0,0-1 0,0 1 0,1-1 0,-1 1 0,0-1 1,-1 0-1,1 1 0,0-1 0,0 1 0,0-1 0,0 0 0,0 1 0,0-1 0,0 1 0,-1-1 0,1 0 0,0 1 0,0-1 0,0 1 0,-1-1 0,1 0 0,0 0 0,-1 1 0,0 0 0,0 3 1360,14-3-1795,-10-1 362,0 0 1,0 1 0,0-1 0,0 1 0,0 0-1,0 0 1,0 0 0,-1 0 0,1 1-1,0-1 1,-1 1 0,1 0 0,0-1 0,3 5-1,22 27 76,-24-28-41,-3-4 30,-1-1 0,1 1 0,-1-1-1,1 1 1,0-1 0,-1 1-1,1-1 1,-1 1 0,0 0-1,1-1 1,-1 1 0,1 0-1,-1-1 1,0 1 0,0 0 0,1 0-1,-1-1 1,0 1 0,0 0-1,0 0 1,0-1 0,0 1-1,0 1 1,0 13 0,3-4-1,2 28-114,-5-37 99,0 0-1,0 1 0,-1-1 1,1 0-1,0 1 1,-1-1-1,1 0 1,-1 0-1,-2 4 1,2-3-41,1-1-1,-1 0 1,0 1 0,0-1 0,1 0-1,-1 1 1,1-1 0,0 1 0,0 3 0,-1-3 25,1-1-1,-1 0 1,0 1 0,0-1 0,0 0 0,0 0 0,0 0 0,-1 0 0,1 0 0,0 0 0,-1 0 0,0 0 0,0 0 0,1-1 0,-1 1 0,-4 2 0,-28 18 467,32-21-507,-1 1 270,3-2-179,0 1 1,0-1-1,0 0 0,-1 1 1,1-1-1,0 0 1,0 0-1,-1 1 0,1-1 1,0 0-1,0 0 0,-1 1 1,1-1-1,0 0 0,-1 0 1,1 0-1,0 0 0,-1 0 1,1 1-1,0-1 1,-1 0-1,1 0 0,0 0 1,-1 0-1,1 0 0,0 0 1,-1 0-1,1 0 0,0 0 1,-1 0-1,1 0 0,0 0 1,-1-1-1,1 1 1,0 0-1,-1 0 0,1 0 1,-9-5 16,-23-7-6,-26-10 1793,52 19-1173,-3-2 848,1-7-1133,-19-20-232,18 22 42,-2-8-1275,7 8-743,-10-30-729</inkml:trace>
</inkml:ink>
</file>

<file path=ppt/ink/ink1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5:33.333"/>
    </inkml:context>
    <inkml:brush xml:id="br0">
      <inkml:brushProperty name="width" value="0.05" units="cm"/>
      <inkml:brushProperty name="height" value="0.05" units="cm"/>
    </inkml:brush>
  </inkml:definitions>
  <inkml:trace contextRef="#ctx0" brushRef="#br0">208 75 3633,'-12'-18'10116,"10"15"-10150,1 1-1,0-1 1,-1 1-1,0-1 1,1 1-1,-1 0 1,0 0-1,0 0 1,0 0 0,0 0-1,-1 0 1,1 1-1,-5-3 1,-25-16-140,25 15 92,6 5 91,0 1 12,1-1 1,-1 0-1,1 0 0,-1 1 1,0-1-1,1 0 0,-1 0 0,1 1 1,-1-1-1,1 1 0,-1-1 1,1 1-1,-1-1 0,1 0 1,0 1-1,-1-1 0,1 1 0,0 0 1,-1-1-1,1 1 0,0-1 1,-1 2-1,-5 7-151,-18 24 45,22-29 56,-3 4-67,2 1 73,-29 92 87,24-79-45,-4 24 9,-6 49-109,17-92 77,1 0 0,-1 0 0,0 0 0,1 0 0,0 0 0,0 0 0,0 0 0,0 0 0,0 0 0,1 0 0,-1 0 0,2 4 0,3 19-6,-1-14 2,7 21 0,-10-29-66,-1-3 55,1 0 1,-1 0-1,0 0 0,1 0 1,-1 0-1,0 0 1,1 0-1,-1 0 0,1 0 1,0 0-1,-1 0 1,1 0-1,0 0 0,0 0 1,-1 0-1,1-1 1,0 1-1,1 1 0,10 7-7,23 21 20,-32-27 20,7 3 52,-1-7-36,34 5 264,-39-4-249,0 0 1,0 0-1,0-1 1,0 1-1,0-1 1,0 0-1,0 0 0,0-1 1,0 1-1,-1-1 1,5-2-1,11-12 763,59-70-514,-75 83-211,-1 1 0,0-1 1,0 1-1,0-1 0,0 0 0,-1 0 1,1 0-1,-1 0 0,1 0 0,-1 0 1,0 0-1,0 0 0,-1-1 0,2-5 1,-1-2 66,2 0 373,-2 10-418,-4-8 40,2-3-78,-9-33 368,2 18-218,-1 1 0,-24-45 0,28 60-614,-1 1 1,-1 0 0,0 0-1,0 0 1,-1 0-1,-1 1 1,1 1 0,-1 0-1,-19-14 1,13 14-1756</inkml:trace>
</inkml:ink>
</file>

<file path=ppt/ink/ink1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5:34.259"/>
    </inkml:context>
    <inkml:brush xml:id="br0">
      <inkml:brushProperty name="width" value="0.05" units="cm"/>
      <inkml:brushProperty name="height" value="0.05" units="cm"/>
    </inkml:brush>
  </inkml:definitions>
  <inkml:trace contextRef="#ctx0" brushRef="#br0">17 0 2721,'0'0'1939,"-6"22"-1635,2-11-319,3-8 12,0 0-1,0 0 1,0 1-1,0-1 1,1 0 0,-1 1-1,1-1 1,0 0 0,0 1-1,0-1 1,0 0-1,2 7 1,-2-1 1,0-7-5,-1 1 0,1 0 0,0-1 0,1 1 0,-1 0 0,0-1 0,1 1 0,-1-1 0,1 1-1,0-1 1,1 4 0,0-4 97,-1 0 0,1-1-1,0 1 1,0-1 0,0 1-1,0-1 1,0 1 0,0-1-1,0 0 1,0 0 0,0 0-1,0 0 1,1 0 0,-1-1 0,0 1-1,1-1 1,-1 0 0,0 1-1,1-1 1,-1 0 0,1 0-1,-1 0 1,4-1 0,0 0-224,1 2 721,4-24 3207,-7 13-3618,-3 6 21,0 0 0,1 1 1,-1-1-1,-1 0 1,1 0-1,-1 0 1,1 0-1,-1-4 1,-9-11 967,-5-13-1089,11 24-13,-5 6-223,4 1-3027</inkml:trace>
</inkml:ink>
</file>

<file path=ppt/ink/ink1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6:37.845"/>
    </inkml:context>
    <inkml:brush xml:id="br0">
      <inkml:brushProperty name="width" value="0.05" units="cm"/>
      <inkml:brushProperty name="height" value="0.05" units="cm"/>
      <inkml:brushProperty name="color" value="#004F8B"/>
    </inkml:brush>
  </inkml:definitions>
  <inkml:trace contextRef="#ctx0" brushRef="#br0">31 61 1896,'0'0'3365,"-3"-8"1198,-2-7-4187,2 12-734,-14-19 4746,14 9-7605,13 31 3496,47 83 261,-42-80 221,-10-17-3325</inkml:trace>
</inkml:ink>
</file>

<file path=ppt/ink/ink1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6:38.398"/>
    </inkml:context>
    <inkml:brush xml:id="br0">
      <inkml:brushProperty name="width" value="0.05" units="cm"/>
      <inkml:brushProperty name="height" value="0.05" units="cm"/>
      <inkml:brushProperty name="color" value="#004F8B"/>
    </inkml:brush>
  </inkml:definitions>
  <inkml:trace contextRef="#ctx0" brushRef="#br0">257 0 4897,'0'0'7660,"-5"12"-9088,-48 87 1688,25-52-172,3 2 0,2 0-1,-19 61 1,-9 24-668,32-90-1407,8-18 32</inkml:trace>
</inkml:ink>
</file>

<file path=ppt/ink/ink1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6:59.153"/>
    </inkml:context>
    <inkml:brush xml:id="br0">
      <inkml:brushProperty name="width" value="0.05" units="cm"/>
      <inkml:brushProperty name="height" value="0.05" units="cm"/>
      <inkml:brushProperty name="color" value="#E71224"/>
    </inkml:brush>
  </inkml:definitions>
  <inkml:trace contextRef="#ctx0" brushRef="#br0">29 584 3881,'0'0'2382,"-23"0"-2564,18 0 3199,7-2-2857,0 0 0,0-1 1,0 1-1,0 0 0,0-1 1,-1 1-1,1-1 0,-1 0 0,1 0 1,-1 1-1,1-4 0,-1 3-127,0 0 0,0 1 1,0-1-1,0 1 0,1-1 0,-1 1 0,1 0 0,0-1 0,-1 1 0,1 0 0,3-2 0,-1-1-15,0 1 0,-1-2 0,1 1 0,-1 0 0,0 0 0,3-8 0,12-21 171,-4 14 5,1-5 105,2 1 0,0 1 0,2 0 0,0 2-1,2 0 1,40-32 0,184-107-276,-135 90-118,-109 69 110,5 0-2066</inkml:trace>
</inkml:ink>
</file>

<file path=ppt/ink/ink1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6:59.438"/>
    </inkml:context>
    <inkml:brush xml:id="br0">
      <inkml:brushProperty name="width" value="0.05" units="cm"/>
      <inkml:brushProperty name="height" value="0.05" units="cm"/>
      <inkml:brushProperty name="color" value="#E71224"/>
    </inkml:brush>
  </inkml:definitions>
  <inkml:trace contextRef="#ctx0" brushRef="#br0">0 0 2128,'0'0'5450</inkml:trace>
</inkml:ink>
</file>

<file path=ppt/ink/ink1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7:00.149"/>
    </inkml:context>
    <inkml:brush xml:id="br0">
      <inkml:brushProperty name="width" value="0.05" units="cm"/>
      <inkml:brushProperty name="height" value="0.05" units="cm"/>
      <inkml:brushProperty name="color" value="#E71224"/>
    </inkml:brush>
  </inkml:definitions>
  <inkml:trace contextRef="#ctx0" brushRef="#br0">1 232 1512,'0'0'5783,"16"-9"-3697,71-51-211,-15 4-1251,-13 6-914,-53 46-242,-1 0-1,1 0 1,-1 0-1,0-1 0,9-10 1,-3 3-192,-3 4-1458</inkml:trace>
</inkml:ink>
</file>

<file path=ppt/ink/ink1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7:00.541"/>
    </inkml:context>
    <inkml:brush xml:id="br0">
      <inkml:brushProperty name="width" value="0.05" units="cm"/>
      <inkml:brushProperty name="height" value="0.05" units="cm"/>
      <inkml:brushProperty name="color" value="#E71224"/>
    </inkml:brush>
  </inkml:definitions>
  <inkml:trace contextRef="#ctx0" brushRef="#br0">1 35 3177,'0'0'6577,"14"-6"-7333,0 0 637,0 1 0,1 1 0,0 0 0,0 0-1,0 2 1,0 0 0,0 1 0,0 0 0,31 3 0,-38 0 166,-1-1-543,1 1 0,-1-1-1,1 2 1,-1-1 0,0 1 0,7 4 0,-12-7 411,-1 1 0,1 1 0,-1-1 0,0 0 0,1 0 0,-1 1 0,0-1 0,0 0 0,0 1 0,0-1 0,0 1 1,0-1-1,0 1 0,-1 0 0,1-1 0,-1 1 0,1 0 0,-1 0 0,1-1 0,-1 1 0,0 0 0,0 0 0,0 0 0,0-1 1,0 1-1,0 0 0,-1 0 0,1-1 0,0 1 0,-1 0 0,-1 2 0,-3 9 218,-1 0-1,0-1 1,-1 0-1,-15 22 1,3-7-86,9-11-188</inkml:trace>
</inkml:ink>
</file>

<file path=ppt/ink/ink1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7:01.051"/>
    </inkml:context>
    <inkml:brush xml:id="br0">
      <inkml:brushProperty name="width" value="0.05" units="cm"/>
      <inkml:brushProperty name="height" value="0.05" units="cm"/>
      <inkml:brushProperty name="color" value="#E71224"/>
    </inkml:brush>
  </inkml:definitions>
  <inkml:trace contextRef="#ctx0" brushRef="#br0">70 129 1368,'0'0'355,"0"7"-878,0-4 550,-2 14-27,2 0 1,0 0-1,2 0 0,0 0 1,4 17-1,-6-30 69,1-1-1,0 0 0,0 0 1,0-1-1,0 1 1,0 0-1,1 0 0,-1 0 1,1-1-1,0 1 0,0-1 1,0 1-1,0-1 1,0 0-1,0 0 0,1 0 1,-1 0-1,1 0 0,-1 0 1,1-1-1,0 1 1,-1-1-1,1 0 0,0 0 1,0 0-1,0 0 0,0 0 1,0-1-1,0 1 1,1-1-1,-1 0 0,0 0 1,0 0-1,0 0 0,0-1 1,0 1-1,3-2 0,0 1 189,-1-1-1,0 0 0,0-1 0,0 1 1,0-1-1,0 0 0,-1 0 0,1 0 1,-1-1-1,0 0 0,0 1 0,0-1 1,-1-1-1,1 1 0,-1-1 0,0 1 1,0-1-1,-1 0 0,1 0 0,-1 0 1,0 0-1,1-7 0,0 4 93,-1 0 1,0 0-1,0 0 0,-1 0 1,0 0-1,-1 0 0,0 0 0,0 0 1,-1-1-1,0 1 0,0 0 1,-1 0-1,0 0 0,-4-11 1,2 12-491,0 1 0,0 0 0,-1 0 1,0 0-1,0 0 0,0 1 1,-1-1-1,0 2 0,0-1 0,0 0 1,0 1-1,-1 1 0,0-1 0,0 1 1,0 0-1,0 0 0,0 1 1,0 0-1,-1 0 0,1 1 0,-1 0 1,0 0-1,1 1 0,-1 0 1,1 0-1,-1 1 0,0 0 0,1 0 1,-1 1-1,1-1 0,0 2 1,-13 5-1,-6 10-1806</inkml:trace>
</inkml:ink>
</file>

<file path=ppt/ink/ink1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7:05.556"/>
    </inkml:context>
    <inkml:brush xml:id="br0">
      <inkml:brushProperty name="width" value="0.05" units="cm"/>
      <inkml:brushProperty name="height" value="0.05" units="cm"/>
      <inkml:brushProperty name="color" value="#004F8B"/>
    </inkml:brush>
  </inkml:definitions>
  <inkml:trace contextRef="#ctx0" brushRef="#br0">1 14 2409,'0'0'9792,"12"0"-11429,195-13 1709,-169 16-1511</inkml:trace>
</inkml:ink>
</file>

<file path=ppt/ink/ink1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7:06.228"/>
    </inkml:context>
    <inkml:brush xml:id="br0">
      <inkml:brushProperty name="width" value="0.05" units="cm"/>
      <inkml:brushProperty name="height" value="0.05" units="cm"/>
      <inkml:brushProperty name="color" value="#004F8B"/>
    </inkml:brush>
  </inkml:definitions>
  <inkml:trace contextRef="#ctx0" brushRef="#br0">19 0 4249,'0'0'3713,"0"15"-3376,-7 78 615,-1 66 1012,5-58-1111</inkml:trace>
</inkml:ink>
</file>

<file path=ppt/ink/ink1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7:07.736"/>
    </inkml:context>
    <inkml:brush xml:id="br0">
      <inkml:brushProperty name="width" value="0.05" units="cm"/>
      <inkml:brushProperty name="height" value="0.05" units="cm"/>
      <inkml:brushProperty name="color" value="#004F8B"/>
    </inkml:brush>
  </inkml:definitions>
  <inkml:trace contextRef="#ctx0" brushRef="#br0">69 94 1504,'0'0'10964,"2"-35"-8884,1 30-2089,1 1-1,0-1 0,0 1 0,0 0 0,0 0 0,1 0 0,-1 1 0,1 0 1,0 0-1,0 0 0,6-2 0,-4 1 32,-6 3-41,0 1-1,-1-1 0,1 0 0,0 1 1,-1-1-1,1 1 0,0-1 0,-1 1 1,1-1-1,0 1 0,0 0 0,0-1 0,-1 1 1,1 0-1,0 0 0,0 0 0,0-1 1,0 1-1,0 0 0,-1 0 0,1 0 1,0 0-1,0 1 0,0-1 0,0 0 1,0 0-1,-1 0 0,1 1 0,0-1 0,0 0 1,1 1-1,6 3-196,27 11 55,-27-12-9,-1 2-77,-3 6 154,15 25 104,-15-27 65,-3-3 33,-3 4-83,-4 25 4,5-33-20,-2 8 35,-1-7-36,-172 175-711,169-172 700,1-2-1,1 1 0,0-1 0,1 1 0,-1 0 0,1 0 0,0 0 0,-6 11 0,6-8-302,1 0 944,19-6-175,81-14-279,-68 10 34,17 2-531,-2 4-472</inkml:trace>
</inkml:ink>
</file>

<file path=ppt/ink/ink1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7:08.799"/>
    </inkml:context>
    <inkml:brush xml:id="br0">
      <inkml:brushProperty name="width" value="0.05" units="cm"/>
      <inkml:brushProperty name="height" value="0.05" units="cm"/>
      <inkml:brushProperty name="color" value="#004F8B"/>
    </inkml:brush>
  </inkml:definitions>
  <inkml:trace contextRef="#ctx0" brushRef="#br0">206 63 2136,'-2'-8'8342,"-4"-9"-8080,4 14-314,0 0 1,-1 1 0,1-1-1,-1 1 1,0 0 0,1 0-1,-1 0 1,0 0 0,0 0-1,-5-2 1,-1 0-86,7 2-40,2 2 160,0 0-1,-1 0 0,1-1 1,0 1-1,0 0 1,0 0-1,0-1 0,0 1 1,0 0-1,0 0 1,-1 0-1,1 0 0,0-1 1,0 1-1,0 0 1,-1 0-1,1 0 0,0 0 1,0 0-1,0-1 1,-1 1-1,1 0 0,0 0 1,0 0-1,-1 0 1,1 0-1,0 0 0,0 0 1,0 0-1,-1 0 1,1 0-1,0 0 0,0 0 1,-1 0-1,1 0 1,0 0-1,0 0 0,-1 0 1,1 0-1,0 0 1,0 1-1,0-1 0,-1 0 1,1 0-1,0 0 1,0 0-1,0 0 0,-1 1 1,-5 5-265,-5 2 22,1 0 1,0 1 0,1 0-1,0 0 1,0 1 0,-8 14-1,9-13 82,0 1 0,1 0 0,1 1 0,0 0-1,0 0 1,1 0 0,1 0 0,1 1-1,0 0 1,-2 18 0,9-26 2664,13-5-1239,71-7-1159,-78 4-214,-7 2 12,8 3 52,0-2 40,-7-1 5,-1 0 0,1 0 0,-1 1 0,1 0 0,0 0 0,-1 0 0,1 0-1,5 3 1,37 18-136,-38-19 56,-7-3 90,-1 0-1,0 0 0,0 0 0,1 0 0,-1 0 0,0 1 0,1-1 0,-1 0 0,0 0 0,0 0 0,1 0 1,-1 0-1,0 1 0,0-1 0,1 0 0,-1 0 0,0 0 0,0 1 0,0-1 0,1 0 0,-1 0 0,0 1 0,0-1 1,0 0-1,0 0 0,0 1 0,0-1 0,1 0 0,-1 0 0,0 1 0,0-1 0,0 1 0,2 9-90,10 26-105,-10-29 115,-2-2-154,-5 0 72,-11 15 207,0-1 0,-2-1 0,0 0 0,-22 16 1,39-34 137,0 0 0,0 1 0,0-1 0,1 0 1,-1 1-1,0-1 0,0 0 0,0 0 0,0 0 1,0 0-1,0 0 0,0 0 0,1 0 0,-1 0 1,0 0-1,0-1 0,0 1 0,0 0 1,0 0-1,1-1 0,-1 1 0,0-1 0,0 1 1,1-1-1,-1 1 0,0-1 0,0 1 0,0-2 1,-33-14 61,26 12-157,6 1-1344</inkml:trace>
</inkml:ink>
</file>

<file path=ppt/ink/ink1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7:09.262"/>
    </inkml:context>
    <inkml:brush xml:id="br0">
      <inkml:brushProperty name="width" value="0.05" units="cm"/>
      <inkml:brushProperty name="height" value="0.05" units="cm"/>
      <inkml:brushProperty name="color" value="#004F8B"/>
    </inkml:brush>
  </inkml:definitions>
  <inkml:trace contextRef="#ctx0" brushRef="#br0">1 0 6961,'0'0'3432,"1"15"-4200,26 231 1865,-26-237-1857</inkml:trace>
</inkml:ink>
</file>

<file path=ppt/ink/ink1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7:09.453"/>
    </inkml:context>
    <inkml:brush xml:id="br0">
      <inkml:brushProperty name="width" value="0.05" units="cm"/>
      <inkml:brushProperty name="height" value="0.05" units="cm"/>
      <inkml:brushProperty name="color" value="#004F8B"/>
    </inkml:brush>
  </inkml:definitions>
  <inkml:trace contextRef="#ctx0" brushRef="#br0">0 1 6929,'0'0'3737</inkml:trace>
</inkml:ink>
</file>

<file path=ppt/ink/ink1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7:10.397"/>
    </inkml:context>
    <inkml:brush xml:id="br0">
      <inkml:brushProperty name="width" value="0.05" units="cm"/>
      <inkml:brushProperty name="height" value="0.05" units="cm"/>
      <inkml:brushProperty name="color" value="#004F8B"/>
    </inkml:brush>
  </inkml:definitions>
  <inkml:trace contextRef="#ctx0" brushRef="#br0">2 0 3025,'0'0'2686,"-1"12"-2902,1 44 332,2 0 0,15 93 1,-17-137 32,1 0 2672,-1-23 4978,0 3-7758,0-3 32,0-1-1,0 0 0,1 0 1,1 1-1,0-1 1,6-20-1,14-12 33,-22 43-109,0 0-1,0 1 1,1-1-1,-1 0 1,0 0-1,1 0 1,-1 0-1,1 0 0,-1 0 1,1 0-1,-1 1 1,1-1-1,0 0 1,-1 0-1,1 1 1,0-1-1,0 1 1,0-1-1,-1 0 0,3 0 1,11-7-341,18-14 147,-31 21 173,8-5-454,-5 8 364,5 3 36,34 14-105,-26-6-124,15 18 267,-22-23 2,-8-5 12,1 8 6,2 2 27,-1 1 1,0 0-1,2 18 1,-5-25 27,0 0 0,-1 0 0,0 0 0,0 0 0,0 0 1,-1 0-1,0 0 0,0 0 0,-1 0 0,-3 9 0,3-8-1677</inkml:trace>
</inkml:ink>
</file>

<file path=ppt/ink/ink1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7:11.389"/>
    </inkml:context>
    <inkml:brush xml:id="br0">
      <inkml:brushProperty name="width" value="0.05" units="cm"/>
      <inkml:brushProperty name="height" value="0.05" units="cm"/>
      <inkml:brushProperty name="color" value="#004F8B"/>
    </inkml:brush>
  </inkml:definitions>
  <inkml:trace contextRef="#ctx0" brushRef="#br0">0 125 5977,'0'-2'6645,"0"-16"-5037,0-23-905,1 39-706,0-1-1,1 1 1,-1-1 0,0 1 0,1 0 0,-1 0 0,1 0 0,0 0 0,0 0 0,0 0 0,0 0 0,0 1 0,0-1 0,4-2 0,27-20-128,-25 17-6,-6 8 47,-1-1-1,1 0 0,-1 1 1,0-1-1,1 1 0,-1-1 1,0 1-1,1-1 1,-1 1-1,0 0 0,0 0 1,0 0-1,0-1 0,1 1 1,-1 0-1,0 1 1,-1-1-1,1 0 0,0 0 1,1 2-1,24 32-118,-25-34 196,-1 0 1,1 0-1,0 0 1,0 0-1,-1 0 1,1 0-1,0 0 1,-1 0-1,1 0 1,-1 0-1,0 1 1,1-1-1,-1 0 1,0 0-1,0 1 1,1-1-1,-1 0 1,0 0 0,0 1-1,-1-1 1,1 0-1,0 0 1,0 1-1,-1 1 1,-1 2-56,0 7-296,-1 1 1,0 0 0,-1-1-1,0 0 1,-1 0-1,0 0 1,-1 0 0,-1-1-1,0 0 1,-12 16 0,3-4 3789,21-29-1913,9-1-1327,22-15-130,-28 18-25,-2 2-9,5 5-47,-2-3-8,-6 0 8,1 0 0,-1 0 0,0 0 1,0 1-1,0-1 0,0 1 0,0 0 0,0 0 0,6 3 0,-5-2-86,1 0 0,-1 1-1,0-1 1,0 1-1,0 0 1,-1 1 0,1-1-1,4 6 1,2 2-8,-7-9 96,0 1 0,-1-1 1,1 1-1,0 0 0,-1 0 0,0 0 0,0 1 1,0-1-1,0 0 0,0 1 0,-1 0 1,1-1-1,-1 1 0,0 0 0,0 0 1,0-1-1,-1 1 0,1 0 0,-1 0 0,0 0 1,0 0-1,0 0 0,-1 0 0,0-1 1,1 1-1,-1 0 0,0 0 0,-1 0 0,-1 3 1,-1 0 71,0 0 0,0-1 0,0 1 0,-1-1 0,0 0 0,-1-1 0,1 1 0,-1-1 0,0 0 0,0 0 0,-1-1 0,-12 7 1,18-10-43,0-1 23,0 1 1,0 0-1,0-1 1,0 1-1,0-1 0,0 1 1,0-1-1,-1 0 1,1 0-1,0 1 1,0-1-1,0 0 0,0 0 1,-1 0-1,1 0 1,0 0-1,0 0 1,-2-1-1,1 0-1152</inkml:trace>
</inkml:ink>
</file>

<file path=ppt/ink/ink1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7:12.156"/>
    </inkml:context>
    <inkml:brush xml:id="br0">
      <inkml:brushProperty name="width" value="0.05" units="cm"/>
      <inkml:brushProperty name="height" value="0.05" units="cm"/>
      <inkml:brushProperty name="color" value="#004F8B"/>
    </inkml:brush>
  </inkml:definitions>
  <inkml:trace contextRef="#ctx0" brushRef="#br0">49 61 3209,'0'0'7300,"-7"7"-7788,2 1 423,-1 2 0,1-1 0,1 0 1,0 1-1,0 0 0,1 0 0,0 0 0,1 0 1,0 0-1,0 1 0,1-1 0,1 13 1,0-17 76,0-1 0,1 1 0,0-1 0,0 0 0,0 0 0,1 1 0,0-1 0,0 0 0,0 0 0,0 0 0,1-1 0,0 1 0,0-1 0,0 1 0,1-1 0,-1 0 0,1 0 0,0 0 0,0-1 0,0 1 0,1-1 0,-1 0 0,1-1 0,0 1 0,0-1 0,7 3 0,-5-2 164,1-1 0,0 1-1,0-2 1,1 1-1,-1-1 1,0 0-1,0-1 1,1 0 0,-1 0-1,0-1 1,0 0-1,9-2 1,-14 2-31,1 0 0,-1 0 0,1-1 0,-1 1 0,1-1 0,-1 0-1,0 0 1,0 0 0,0 0 0,0-1 0,0 1 0,-1-1 0,1 0 0,-1 0 0,0 0 0,0 0 0,0 0 0,0 0 0,0 0-1,0-1 1,-1 1 0,0-1 0,0 1 0,0-1 0,0 0 0,0 1 0,-1-1 0,1-6 0,-2-1-5,1-1 0,-1 0 0,-1 1 1,0-1-1,-1 1 0,0 0 0,-1 0 0,0 0 1,-1 0-1,-11-19 0,11 22-211,0-1-1,0 1 1,-1 1-1,-1-1 1,1 1 0,-1 0-1,0 0 1,-1 1 0,0 0-1,0 0 1,0 1-1,0 0 1,-12-5 0,15 8-219,1 1 0,-1 0 0,0 0 0,0 0 0,1 1 0,-8-1 0,11 1-820</inkml:trace>
</inkml:ink>
</file>

<file path=ppt/ink/ink1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7:12.574"/>
    </inkml:context>
    <inkml:brush xml:id="br0">
      <inkml:brushProperty name="width" value="0.05" units="cm"/>
      <inkml:brushProperty name="height" value="0.05" units="cm"/>
      <inkml:brushProperty name="color" value="#004F8B"/>
    </inkml:brush>
  </inkml:definitions>
  <inkml:trace contextRef="#ctx0" brushRef="#br0">13 0 5393,'0'0'2661,"-2"15"-3512,-1-5 797,1-7 31,1 1 1,0-1-1,0 0 0,0 1 1,1-1-1,-1 1 1,1-1-1,0 4 0,0-6 121,0-1 0,0 0-1,0 1 1,0-1 0,0 0-1,0 0 1,0 1 0,0-1-1,0 0 1,0 1-1,1-1 1,-1 0 0,0 1-1,0-1 1,0 0 0,0 0-1,1 1 1,-1-1 0,0 0-1,0 0 1,1 0-1,-1 1 1,0-1 0,0 0-1,1 0 1,-1 0 0,0 0-1,0 1 1,1-1-1,-1 0 1,0 0 0,1 0-1,-1 0 1,0 0 0,1 0-1,-1 0 1,0 0 0,1 0-1,-1 0 1,0 0-1,1 0 1,-1 0 0,0 0-1,0 0 1,1-1 0,-1 1-1,0 0 1,1 0-1,-1 0 1,1-1 0,0 1 186,0-1 1,1 0 0,-1 0-1,0 0 1,1 0 0,-1 0-1,0 0 1,0 0 0,0 0-1,0-1 1,0 1 0,0 0 0,0-1-1,0 1 1,0-2 0,14-29-467,-12 24-1131,-6 7 244,-2 2-248,-23-1-1824</inkml:trace>
</inkml:ink>
</file>

<file path=ppt/ink/ink1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7:13.451"/>
    </inkml:context>
    <inkml:brush xml:id="br0">
      <inkml:brushProperty name="width" value="0.05" units="cm"/>
      <inkml:brushProperty name="height" value="0.05" units="cm"/>
      <inkml:brushProperty name="color" value="#004F8B"/>
    </inkml:brush>
  </inkml:definitions>
  <inkml:trace contextRef="#ctx0" brushRef="#br0">1 28 4225,'0'0'8402,"15"-1"-8132,26-5-304,15-3 811,70-2-1,-124 11-742,1 0-1383</inkml:trace>
</inkml:ink>
</file>

<file path=ppt/ink/ink1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7:14.231"/>
    </inkml:context>
    <inkml:brush xml:id="br0">
      <inkml:brushProperty name="width" value="0.05" units="cm"/>
      <inkml:brushProperty name="height" value="0.05" units="cm"/>
      <inkml:brushProperty name="color" value="#004F8B"/>
    </inkml:brush>
  </inkml:definitions>
  <inkml:trace contextRef="#ctx0" brushRef="#br0">6 30 4593,'0'0'991,"0"-11"6468,-1-7-8005,-1 28 379,1 1 0,0-1 0,0 1-1,1 0 1,1-1 0,2 19 0,0 7 242,-2 157 1338,-2-98-481,1-94-792</inkml:trace>
</inkml:ink>
</file>

<file path=ppt/ink/ink1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7:14.790"/>
    </inkml:context>
    <inkml:brush xml:id="br0">
      <inkml:brushProperty name="width" value="0.05" units="cm"/>
      <inkml:brushProperty name="height" value="0.05" units="cm"/>
      <inkml:brushProperty name="color" value="#004F8B"/>
    </inkml:brush>
  </inkml:definitions>
  <inkml:trace contextRef="#ctx0" brushRef="#br0">4 117 7698,'0'0'4765,"0"10"-5851,-2 19 824,1 72 4,2-89 243,0-1 0,0 0 0,1 0-1,1 1 1,0-2 0,0 1 0,6 11 0,-8-20 30,0 0 0,1 0 0,-1 0 0,0 0 0,1 0 0,0 0 0,-1 0 0,1-1 0,0 1 0,0 0 1,0-1-1,0 0 0,0 1 0,0-1 0,0 0 0,0 0 0,1 0 0,-1-1 0,3 2 0,0-1 45,0-1-1,0 0 0,0 1 0,0-1 0,0-1 1,0 1-1,-1-1 0,1 0 0,6-2 1,0 0 176,-1-1 1,0 0 0,0-1-1,0 0 1,0-1 0,-1 0-1,17-14 1,-23 17-121,1-1 0,-1 1-1,0-1 1,0 0 0,-1 0 0,1 0 0,-1 0-1,0-1 1,0 1 0,-1-1 0,1 1 0,-1-1 0,0 1-1,1-7 1,-1 3-33,-1 0 0,0 0 0,-1-1 0,0 1 0,0 0 0,0 0 0,-5-13 0,-2 1-134,0 0 0,-1 1 0,-1 1 0,-1 0 0,-20-28 0,27 41-102,0 1-1,0-1 1,0 1-1,-1-1 1,0 1-1,-9-6 1,13 9 25,-1 0 0,1 1 0,0-1 0,0 1 0,-1-1 0,1 1 0,-1-1 0,1 1 0,0-1 0,-1 1 0,1 0 0,-1 0 0,1 0 0,-1 0 0,1 0 0,-1 0 0,1 0 0,0 1 0,-1-1 1,1 0-1,-1 1 0,1-1 0,0 1 0,-1 0 0,1-1 0,0 1 0,0 0 0,0 0 0,-1 0 0,1 0 0,0 0 0,0 0 0,0 0 0,-1 2 0,-8 11-2103</inkml:trace>
</inkml:ink>
</file>

<file path=ppt/ink/ink1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7:15.433"/>
    </inkml:context>
    <inkml:brush xml:id="br0">
      <inkml:brushProperty name="width" value="0.05" units="cm"/>
      <inkml:brushProperty name="height" value="0.05" units="cm"/>
      <inkml:brushProperty name="color" value="#004F8B"/>
    </inkml:brush>
  </inkml:definitions>
  <inkml:trace contextRef="#ctx0" brushRef="#br0">54 10 4457,'0'0'1408,"-7"14"762,-1 0-2123,1 1-1,1 0 1,0 0-1,1 0 1,1 1-1,0-1 1,-3 32-1,7-37-28,1 0 0,-1 0 0,1 0 0,1-1-1,0 1 1,0 0 0,1-1 0,1 1 0,6 15 0,-6-20 41,0 1 0,0-1 0,0 1 0,0-1 0,1 0 0,0-1 0,0 1 0,0-1 0,1 0 0,-1 0 0,1 0 0,0-1 0,0 0 0,0 0 0,8 2 0,-9-4 29,0 1 0,1-1 0,-1 0 0,1 0 0,-1 0 0,0-1-1,1 0 1,-1 0 0,1 0 0,-1-1 0,1 1 0,-1-1 0,0-1 0,1 1 0,-1-1 0,0 0 0,0 0-1,0 0 1,0-1 0,-1 0 0,1 0 0,-1 0 0,1-1 0,4-4 0,-4 3 158,0-1 1,-1 0-1,1 1 1,-1-2-1,0 1 1,-1 0-1,0-1 1,0 0-1,0 0 1,-1 0-1,1 0 1,-2 0-1,1 0 1,-1 0-1,0-1 1,-1 1-1,0-12 1,-1 5 49,-1-1 1,0 1-1,-1 0 1,-1 0-1,0 0 1,-1 1-1,0 0 0,-9-15 1,12 24-403,0 0 1,0 0 0,-1 1-1,1-1 1,-1 1 0,0-1-1,0 1 1,0 0-1,-1 0 1,1 0 0,-1 0-1,0 1 1,0-1-1,0 1 1,0 0 0,0 1-1,0-1 1,0 0 0,-1 1-1,1 0 1,-1 0-1,1 1 1,0-1 0,-1 1-1,0 0 1,1 0 0,-1 0-1,1 1 1,-5 0-1,-35 15-2600,23-5 823</inkml:trace>
</inkml:ink>
</file>

<file path=ppt/ink/ink1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7:15.879"/>
    </inkml:context>
    <inkml:brush xml:id="br0">
      <inkml:brushProperty name="width" value="0.05" units="cm"/>
      <inkml:brushProperty name="height" value="0.05" units="cm"/>
      <inkml:brushProperty name="color" value="#004F8B"/>
    </inkml:brush>
  </inkml:definitions>
  <inkml:trace contextRef="#ctx0" brushRef="#br0">11 7 5129,'0'-5'8508,"0"3"-8122,-1 5-711,-3 21 98,1 0 1,1 1 0,2-1 0,3 44 0,1 9 252,-4-69-127,-1-2 12,1-1 0,0 1 0,0 0 0,0 0 0,1 0 0,0 0 1,0-1-1,1 1 0,0 0 0,0-1 0,3 7 0</inkml:trace>
</inkml:ink>
</file>

<file path=ppt/ink/ink1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7:16.442"/>
    </inkml:context>
    <inkml:brush xml:id="br0">
      <inkml:brushProperty name="width" value="0.05" units="cm"/>
      <inkml:brushProperty name="height" value="0.05" units="cm"/>
      <inkml:brushProperty name="color" value="#004F8B"/>
    </inkml:brush>
  </inkml:definitions>
  <inkml:trace contextRef="#ctx0" brushRef="#br0">1 127 4489,'0'0'6291,"4"1"-5356,14 15-1237,0 2 0,28 36 0,-12-14 295,6 4 6,-21-25 41,-1 2-1,0-1 0,-2 2 0,28 47 0,-44-68 28,1 1 1,-1-1-1,1 1 0,0-1 0,-1 1 1,1-1-1,0 0 0,0 0 1,0 1-1,0-1 0,0 0 1,1 0-1,0 1 0,-1-2 9,-1 0 0,0 0 0,1 0-1,-1 0 1,0 0 0,1 0 0,-1-1 0,0 1-1,1 0 1,-1 0 0,0 0 0,1-1 0,-1 1 0,0 0-1,0 0 1,1-1 0,-1 1 0,0 0 0,0 0-1,0-1 1,1 1 0,-1 0 0,0-1 0,0 1 0,0 0-1,0-1 1,0 1 0,0 0 0,1-1 0,-1 1-1,0 0 1,0-1 0,0 1 0,0-1 0,1-52 1498,-14-78-760,-2-25-22,10 38-1339,5 116-624</inkml:trace>
</inkml:ink>
</file>

<file path=ppt/ink/ink1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7:17.013"/>
    </inkml:context>
    <inkml:brush xml:id="br0">
      <inkml:brushProperty name="width" value="0.05" units="cm"/>
      <inkml:brushProperty name="height" value="0.05" units="cm"/>
      <inkml:brushProperty name="color" value="#004F8B"/>
    </inkml:brush>
  </inkml:definitions>
  <inkml:trace contextRef="#ctx0" brushRef="#br0">0 36 3809,'0'0'10982,"11"-1"-11093,68-13 11,0 4 0,124-1-1,-195 11-1227</inkml:trace>
</inkml:ink>
</file>

<file path=ppt/ink/ink1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7:17.429"/>
    </inkml:context>
    <inkml:brush xml:id="br0">
      <inkml:brushProperty name="width" value="0.05" units="cm"/>
      <inkml:brushProperty name="height" value="0.05" units="cm"/>
      <inkml:brushProperty name="color" value="#004F8B"/>
    </inkml:brush>
  </inkml:definitions>
  <inkml:trace contextRef="#ctx0" brushRef="#br0">0 35 3257,'2'1'11907,"18"-4"-10517,21-5-1080,0 2 0,59 0 0,-55 7-358,-23 0-639,1-1 0,0-1-1,36-6 1,-32 1-2253</inkml:trace>
</inkml:ink>
</file>

<file path=ppt/ink/ink1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7:18.099"/>
    </inkml:context>
    <inkml:brush xml:id="br0">
      <inkml:brushProperty name="width" value="0.05" units="cm"/>
      <inkml:brushProperty name="height" value="0.05" units="cm"/>
      <inkml:brushProperty name="color" value="#004F8B"/>
    </inkml:brush>
  </inkml:definitions>
  <inkml:trace contextRef="#ctx0" brushRef="#br0">40 47 5873,'0'0'9137,"-6"9"-11328,0 7 2055,0-1 0,1 1 0,0 0 0,1 0 0,1 0 0,1 1 0,0-1 0,1 1 0,1 16 0,0-22 104,1-1 1,0 1 0,1-1 0,0 0 0,0 0 0,1 0 0,0 0-1,1 0 1,0 0 0,0-1 0,1 0 0,1 0 0,-1 0-1,1 0 1,1-1 0,9 10 0,-11-15 70,-1 1 0,1-1-1,0 0 1,0-1 0,0 1 0,0-1 0,0 0 0,1 0-1,-1-1 1,1 1 0,-1-1 0,1 0 0,-1-1-1,1 1 1,0-1 0,-1 0 0,1-1 0,-1 1-1,1-1 1,0 0 0,-1-1 0,1 1 0,-1-1-1,8-4 1,-7 3 89,0 0-1,1 0 1,-1-1-1,-1 0 1,1 0-1,-1 0 1,1-1-1,-1 0 0,-1 0 1,1 0-1,-1-1 1,1 1-1,-2-1 1,1 0-1,-1 0 1,0-1-1,0 1 1,0-1-1,2-10 0,-2 3 124,-1 0-1,-1-1 0,0 1 0,-1 0 0,0 0 0,-1 0 1,-1-1-1,0 1 0,-1 0 0,0 1 0,-1-1 0,-1 0 1,0 1-1,-1 0 0,0 1 0,-16-24 0,18 31-323,-1 0-1,0 0 0,-1 1 0,1 0 0,-1 0 1,1 0-1,-1 1 0,0 0 0,-1 0 1,1 0-1,0 1 0,-1 0 0,0 0 1,1 1-1,-9-1 0,6 0-453,1 2 0,-1 0 0,0 0 0,0 0 0,0 1 0,-15 3 0,0 3-1574</inkml:trace>
</inkml:ink>
</file>

<file path=ppt/ink/ink1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7:31.746"/>
    </inkml:context>
    <inkml:brush xml:id="br0">
      <inkml:brushProperty name="width" value="0.05" units="cm"/>
      <inkml:brushProperty name="height" value="0.05" units="cm"/>
      <inkml:brushProperty name="color" value="#004F8B"/>
    </inkml:brush>
  </inkml:definitions>
  <inkml:trace contextRef="#ctx0" brushRef="#br0">0 1 10794,'0'0'5121</inkml:trace>
</inkml:ink>
</file>

<file path=ppt/ink/ink1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7:36.986"/>
    </inkml:context>
    <inkml:brush xml:id="br0">
      <inkml:brushProperty name="width" value="0.05" units="cm"/>
      <inkml:brushProperty name="height" value="0.05" units="cm"/>
      <inkml:brushProperty name="color" value="#004F8B"/>
    </inkml:brush>
  </inkml:definitions>
  <inkml:trace contextRef="#ctx0" brushRef="#br0">1 51 4361,'0'0'11526,"12"-2"-13297,64-16 2128,150-12 0,-197 29-609,-20 1-2477</inkml:trace>
</inkml:ink>
</file>

<file path=ppt/ink/ink1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7:37.354"/>
    </inkml:context>
    <inkml:brush xml:id="br0">
      <inkml:brushProperty name="width" value="0.05" units="cm"/>
      <inkml:brushProperty name="height" value="0.05" units="cm"/>
      <inkml:brushProperty name="color" value="#004F8B"/>
    </inkml:brush>
  </inkml:definitions>
  <inkml:trace contextRef="#ctx0" brushRef="#br0">40 0 5881,'0'0'2451,"-2"9"-2005,-8 35-283,3 0 0,1 1 0,1 66 0,-4 33 354,12-108-863,-3-33-78</inkml:trace>
</inkml:ink>
</file>

<file path=ppt/ink/ink1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7:38.034"/>
    </inkml:context>
    <inkml:brush xml:id="br0">
      <inkml:brushProperty name="width" value="0.05" units="cm"/>
      <inkml:brushProperty name="height" value="0.05" units="cm"/>
      <inkml:brushProperty name="color" value="#004F8B"/>
    </inkml:brush>
  </inkml:definitions>
  <inkml:trace contextRef="#ctx0" brushRef="#br0">1 109 5881,'4'-8'1384,"0"0"1,1 0-1,0 1 0,10-12 0,-8 12-1227,1 1-1,-1 0 1,1 0-1,0 0 1,0 1 0,1 1-1,9-5 1,-16 8-198,1-1 0,0 1 1,0 0-1,0 0 0,0 0 0,0 0 1,0 0-1,0 1 0,0-1 0,1 1 1,-1 0-1,0 0 0,0 0 0,0 1 0,0-1 1,0 1-1,0-1 0,0 1 0,0 0 1,0 0-1,0 1 0,0-1 0,0 1 1,0-1-1,-1 1 0,1 0 0,-1 0 1,1 0-1,-1 0 0,0 0 0,0 1 0,0-1 1,0 1-1,0-1 0,-1 1 0,1 0 1,-1-1-1,1 1 0,-1 0 0,0 0 1,0 0-1,0 0 0,-1 0 0,1 0 0,-1 1 1,0-1-1,0 0 0,0 0 0,0 0 1,-1 4-1,0 3-36,-1 1-1,0-1 1,0 0 0,-1 0 0,-1-1-1,0 1 1,0-1 0,0 0 0,-1 0-1,-11 15 1,-4 1 88,-1-1-1,-28 23 0,16-15 79,32-31 780,159-5 1584,-121 14-3693</inkml:trace>
</inkml:ink>
</file>

<file path=ppt/ink/ink1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7:38.826"/>
    </inkml:context>
    <inkml:brush xml:id="br0">
      <inkml:brushProperty name="width" value="0.05" units="cm"/>
      <inkml:brushProperty name="height" value="0.05" units="cm"/>
      <inkml:brushProperty name="color" value="#004F8B"/>
    </inkml:brush>
  </inkml:definitions>
  <inkml:trace contextRef="#ctx0" brushRef="#br0">166 34 7610,'0'0'6969,"-18"-13"-8033,-16-2 825,32 14 123,1 0 0,0 1-1,0-1 1,-1 0 0,1 1-1,0 0 1,0-1 0,-1 1-1,1 0 1,0 0 0,-1 0-1,1-1 1,-1 2 0,1-1-1,-3 0 1,-14 17-389,-6 16 413,23-32 92,1-1 0,-1 0-1,1 1 1,-1-1 0,1 0-1,0 1 1,-1-1 0,1 0 0,-1 1-1,1-1 1,0 1 0,0-1-1,-1 1 1,1-1 0,0 1-1,0-1 1,0 1 0,-1-1 0,1 1-1,0-1 1,0 1 0,0-1-1,0 1 1,0-1 0,0 1-1,0-1 1,0 1 0,0-1-1,0 1 1,0-1 0,1 1 0,-1-1-1,0 1 1,0-1 0,0 1-1,1-1 1,-1 1 0,0-1-1,1 1 1,-1-1 0,0 1-1,1-1 1,-1 0 0,0 1 0,2 0-1,5 7 14,20 26 11,-20-24 43,-6-9-5,9 3 60,33 15 68,-28-13-186,0 0 0,-1 1 0,1 1 0,-1 0 0,-1 0 0,0 2 0,0 0 0,16 15 0,-28-23-17,0 1-1,0-1 0,0 0 0,0 0 1,-1 1-1,1-1 0,0 0 0,-1 1 1,0-1-1,0 1 0,1-1 0,-1 0 1,-1 1-1,1-1 0,0 1 1,-1-1-1,1 0 0,-1 1 0,1-1 1,-1 0-1,0 1 0,-2 2 0,1 0 11,-1 1 0,0-1 0,0 1 0,-1-1 0,1 0 0,-1 0 0,-8 7 0,2-4 81,0 0-1,-1-1 0,0 0 0,-1 0 1,1-1-1,-1-1 0,0 0 0,-15 3 1,19-5 163,1-2 0,-1 1 0,0-1 0,0 0 0,1-1 0,-1 0 0,0 0 0,0-1 0,0 0 0,1 0 1,-1-1-1,0 0 0,1 0 0,-11-5 0,16 6-222,-3-2-1742</inkml:trace>
</inkml:ink>
</file>

<file path=ppt/ink/ink1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7:39.313"/>
    </inkml:context>
    <inkml:brush xml:id="br0">
      <inkml:brushProperty name="width" value="0.05" units="cm"/>
      <inkml:brushProperty name="height" value="0.05" units="cm"/>
      <inkml:brushProperty name="color" value="#004F8B"/>
    </inkml:brush>
  </inkml:definitions>
  <inkml:trace contextRef="#ctx0" brushRef="#br0">10 0 5601,'0'0'2298,"0"9"-2233,1 62-70,0-8 934,-2-1 0,-9 63 0,10-124-383</inkml:trace>
</inkml:ink>
</file>

<file path=ppt/ink/ink1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7:39.488"/>
    </inkml:context>
    <inkml:brush xml:id="br0">
      <inkml:brushProperty name="width" value="0.05" units="cm"/>
      <inkml:brushProperty name="height" value="0.05" units="cm"/>
      <inkml:brushProperty name="color" value="#004F8B"/>
    </inkml:brush>
  </inkml:definitions>
  <inkml:trace contextRef="#ctx0" brushRef="#br0">1 0 5841,'0'0'5369</inkml:trace>
</inkml:ink>
</file>

<file path=ppt/ink/ink1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7:40.326"/>
    </inkml:context>
    <inkml:brush xml:id="br0">
      <inkml:brushProperty name="width" value="0.05" units="cm"/>
      <inkml:brushProperty name="height" value="0.05" units="cm"/>
      <inkml:brushProperty name="color" value="#004F8B"/>
    </inkml:brush>
  </inkml:definitions>
  <inkml:trace contextRef="#ctx0" brushRef="#br0">8 7 4833,'0'0'5624,"1"6"-5616,1 29-58,0 1-1,-3 0 1,-4 35 0,-2 42 230,15-164 7731,-2 21-7783,2 0 0,0 1 0,24-52 0,-27 73-86,0 0 0,1 0 0,-1 0 1,2 1-1,12-13 0,-16 18-24,0-1-1,0 1 1,0 0-1,0 0 1,1 0-1,-1 0 1,1 1 0,-1-1-1,1 1 1,0 0-1,0 0 1,-1 0-1,1 0 1,0 1-1,0 0 1,0 0 0,4 0-1,-6 0-105,1 1 1,-1 0-1,0 0 0,1 0 0,-1 0 1,0 1-1,0-1 0,1 0 0,-1 1 1,0 0-1,-1-1 0,1 1 0,0 0 0,0 0 1,-1 0-1,1 0 0,-1 0 0,3 5 1,21 51-322,-15-34 358,8 20-11,-1 1 1,-3 1-1,10 53 0,-24-98-523</inkml:trace>
</inkml:ink>
</file>

<file path=ppt/ink/ink1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7:41.331"/>
    </inkml:context>
    <inkml:brush xml:id="br0">
      <inkml:brushProperty name="width" value="0.05" units="cm"/>
      <inkml:brushProperty name="height" value="0.05" units="cm"/>
      <inkml:brushProperty name="color" value="#004F8B"/>
    </inkml:brush>
  </inkml:definitions>
  <inkml:trace contextRef="#ctx0" brushRef="#br0">0 87 6561,'0'0'8153,"2"-20"-6042,-2 11-2105,0 6-1,0 1 0,1-1 0,-1 0 0,1 0 0,-1 0 0,1 0 0,0 0 0,0 1 0,2-5 0,-2 5-30,0 1 1,0-1-1,1 1 0,-1 0 1,1-1-1,-1 1 0,1 0 1,-1 0-1,1 0 0,0 0 1,0 0-1,-1 0 0,1 1 1,0-1-1,4 0 0,25-5-332,-27 6 391,10-1-1832,-9 10 758,-2 1 548,10 28 20,-12-38 455,-1 1-1,0-1 0,1 1 0,-1 0 0,0-1 1,0 1-1,1 0 0,-1-1 0,0 1 0,0-1 0,0 1 1,0 0-1,0-1 0,0 1 0,0 0 0,0-1 1,0 1-1,0 0 0,-1-1 0,1 1 0,0-1 1,-1 2-1,-12 25-293,-2 0 0,-2-1 1,-36 46 3969,54-73-3623,0 0 0,-1 0-1,1 0 1,0 0 0,0 0-1,0 0 1,-1 1 0,1-1-1,0 0 1,0 1 0,0-1-1,0 0 1,0 1 0,0-1-1,0 1 1,1 0 0,-1-1 0,0 1-1,0 0 1,2-1 0,33-11-176,-35 12 127,-1-1 0,0 1 0,1 0 0,-1 0 0,0-1 0,1 1 0,-1 0 0,0 0 0,1 0 0,-1-1 0,1 1 0,-1 0 0,0 0 0,1 0 0,-1 0 0,1 0 0,-1 0 0,0 0 1,1 0-1,-1 0 0,1 0 0,-1 0 0,0 0 0,1 0 0,-1 0 0,1 0 0,-1 0 0,0 1 0,1-1 0,-1 0 0,1 0 0,-1 0 0,0 1 0,1-1 0,-1 0 0,0 0 0,1 1 0,7 7-72,-1-3 51,0 0-1,-1 0 0,1 1 1,-1 0-1,-1 0 1,1 0-1,-1 1 0,0 0 1,-1 0-1,1 0 1,-1 1-1,-1-1 0,0 1 1,0 0-1,4 16 1,-6-19 47,-1-1 0,0 1 0,0 0 0,0 0 0,0 0 0,-1 0 0,0 0 0,0 0 0,0 0 0,0-1 0,-1 1 0,0 0 0,0-1-1,0 0 1,-1 1 0,1-1 0,-6 7 0,1-5 135,1 0-1,-1 0 0,0-1 0,-1 1 1,1-1-1,-1-1 0,0 0 0,-17 6 1,-5-1-2315</inkml:trace>
</inkml:ink>
</file>

<file path=ppt/ink/ink1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7:42.012"/>
    </inkml:context>
    <inkml:brush xml:id="br0">
      <inkml:brushProperty name="width" value="0.05" units="cm"/>
      <inkml:brushProperty name="height" value="0.05" units="cm"/>
      <inkml:brushProperty name="color" value="#004F8B"/>
    </inkml:brush>
  </inkml:definitions>
  <inkml:trace contextRef="#ctx0" brushRef="#br0">97 1 296,'-4'3'401,"-1"0"0,2 0 0,-1 0-1,0 1 1,0-1 0,1 1 0,0 0 0,0 0-1,0 0 1,0 0 0,1 1 0,0-1 0,-4 10 0,-2 10 360,-9 37 0,12-41-855,0 0 239,1 1 1,0-1-1,2 1 0,0 39 0,2-54-40,1 1-1,0-1 1,0 0 0,0 0-1,1-1 1,0 1 0,0 0-1,0 0 1,5 7-1,-5-10-17,0 0-1,0-1 1,1 1-1,-1 0 0,1-1 1,0 0-1,-1 1 1,1-1-1,0 0 0,0-1 1,0 1-1,0 0 1,1-1-1,-1 0 0,0 0 1,1 0-1,5 1 1,-3-1 115,1-1 0,-1 0 1,0 0-1,1 0 1,-1-1-1,0 0 0,1-1 1,-1 1-1,0-1 0,0 0 1,0 0-1,0-1 1,-1 0-1,1 0 0,-1 0 1,1-1-1,-1 0 1,0 0-1,-1 0 0,1-1 1,6-8-1,-7 9-81,0 0-1,-1-1 1,0 1 0,0-1-1,0 0 1,0 0 0,-1-1-1,0 1 1,0 0-1,-1-1 1,1 1 0,-1-1-1,0 1 1,0-1 0,-1 0-1,0 1 1,0-1-1,0 0 1,-1 1 0,0-1-1,0 1 1,0-1 0,-1 1-1,-2-8 1,-7-10 247,-2 1 0,-19-28-1,27 44-702,0-1-1,0 1 1,-1 0-1,1 0 1,-1 0-1,-1 1 0,1 0 1,-1 1-1,0-1 1,0 1-1,-11-4 1,9 6-1639</inkml:trace>
</inkml:ink>
</file>

<file path=ppt/ink/ink1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7:42.443"/>
    </inkml:context>
    <inkml:brush xml:id="br0">
      <inkml:brushProperty name="width" value="0.05" units="cm"/>
      <inkml:brushProperty name="height" value="0.05" units="cm"/>
      <inkml:brushProperty name="color" value="#004F8B"/>
    </inkml:brush>
  </inkml:definitions>
  <inkml:trace contextRef="#ctx0" brushRef="#br0">37 1 2080,'0'0'662,"-9"12"2765,-12 20-2940,19-28-276,1-4-204,1 0-1,0 0 1,0 0-1,-1 1 1,1-1-1,0 0 1,-1 1 0,1-1-1,0 0 1,0 1-1,0-1 1,-1 0-1,1 1 1,0-1 0,0 0-1,0 1 1,0-1-1,0 0 1,0 1-1,0-1 1,-1 1-1,1-1 1,0 0 0,0 1-1,1-1 1,-1 1-1,0-1 1,0 0-1,0 1 1,0-1-1,0 0 1,0 1 0,0-1-1,1 1 1,-1-1-1,0 1 1,5 8-22,11 23 46,-16-31 110,0-1 1,0 1 0,0-1 0,0 1 0,1-1-1,-1 1 1,0-1 0,0 1 0,0-1 0,1 0-1,-1 1 1,0-1 0,1 1 0,-1-1-1,0 0 1,1 1 0,-1-1 0,0 0 0,1 0-1,-1 1 1,1-1 0,-1 0 0,1 0 0,-1 1-1,0-1 1,1 0 0,-1 0 0,1 0 0,-1 0-1,1 0 1,-1 0 0,1 0 0,-1 0 0,1 0-1,-1 0 1,1 0 0,-1 0 0,1 0 0,-1 0-1,1 0 1,0-1 0,13-18 3883,1-15-3593,-11 23-844,-6 10-913</inkml:trace>
</inkml:ink>
</file>

<file path=ppt/ink/ink1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7:42.998"/>
    </inkml:context>
    <inkml:brush xml:id="br0">
      <inkml:brushProperty name="width" value="0.05" units="cm"/>
      <inkml:brushProperty name="height" value="0.05" units="cm"/>
      <inkml:brushProperty name="color" value="#004F8B"/>
    </inkml:brush>
  </inkml:definitions>
  <inkml:trace contextRef="#ctx0" brushRef="#br0">0 26 3553,'0'0'10454,"11"-4"-10610,6-1-9,1 0 1,0 1-1,0 1 0,-1 0 0,2 2 1,-1 0-1,31 3 0,-42-1-1606</inkml:trace>
</inkml:ink>
</file>

<file path=ppt/ink/ink1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7:43.319"/>
    </inkml:context>
    <inkml:brush xml:id="br0">
      <inkml:brushProperty name="width" value="0.05" units="cm"/>
      <inkml:brushProperty name="height" value="0.05" units="cm"/>
      <inkml:brushProperty name="color" value="#004F8B"/>
    </inkml:brush>
  </inkml:definitions>
  <inkml:trace contextRef="#ctx0" brushRef="#br0">0 51 4353,'2'0'4753,"-1"0"-3657,2-2-272,44-24-200,-45 26-295,30-9-65,-13 6-128,3-1-24,0 0-64,3 1-40,-1 5-40,0-1-32,-1 3-480,-2-3-393</inkml:trace>
</inkml:ink>
</file>

<file path=ppt/ink/ink1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7:43.801"/>
    </inkml:context>
    <inkml:brush xml:id="br0">
      <inkml:brushProperty name="width" value="0.05" units="cm"/>
      <inkml:brushProperty name="height" value="0.05" units="cm"/>
      <inkml:brushProperty name="color" value="#004F8B"/>
    </inkml:brush>
  </inkml:definitions>
  <inkml:trace contextRef="#ctx0" brushRef="#br0">23 1 7066,'0'0'5934,"0"7"-6265,-10 174-178,-3 138 1308,19-274-259,-6-43-513</inkml:trace>
</inkml:ink>
</file>

<file path=ppt/ink/ink1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7:44.311"/>
    </inkml:context>
    <inkml:brush xml:id="br0">
      <inkml:brushProperty name="width" value="0.05" units="cm"/>
      <inkml:brushProperty name="height" value="0.05" units="cm"/>
      <inkml:brushProperty name="color" value="#004F8B"/>
    </inkml:brush>
  </inkml:definitions>
  <inkml:trace contextRef="#ctx0" brushRef="#br0">45 1 3057,'0'0'2011,"-9"11"1351,9-11-3360,-4 7 67,0-1 1,0 1 0,0 0 0,1 0 0,0 0 0,0 1 0,1-1 0,0 1 0,-1 9 0,1 12 39,1 0-1,1 0 0,4 35 1,-3-56-102,1 1 0,-1 0 0,1 0-1,1 0 1,0-1 0,0 0 0,0 1 0,1-1 0,0 0 0,1-1 0,0 1 0,0-1 0,1 0 0,11 11 0,-15-16 57,0 0 1,0 0-1,1 0 1,-1-1 0,1 1-1,0-1 1,-1 0-1,1 1 1,0-1-1,0 0 1,-1-1 0,1 1-1,0-1 1,0 1-1,0-1 1,0 0-1,0 0 1,0 0 0,0 0-1,0-1 1,0 1-1,0-1 1,0 0-1,-1 1 1,1-1 0,0-1-1,0 1 1,-1 0-1,1-1 1,-1 1-1,1-1 1,-1 0 0,0 0-1,1 0 1,1-3-1,1 0 191,0 0 0,-1-1 1,0 0-1,0 0 0,-1 0 0,1 0 0,-1 0 0,-1-1 0,1 1 0,-1-1 0,0 0 0,-1 0 0,0 0 0,1-8 0,-2-4 45,0 1 0,-2 0 0,0-1 0,-7-25 0,7 36-378,0 0-1,-1 0 0,0 0 1,0 0-1,-1 1 0,0-1 1,0 1-1,-1 0 0,0 0 1,0 1-1,-1-1 0,-7-5 1,-1 3-1316,-4 5-1234</inkml:trace>
</inkml:ink>
</file>

<file path=ppt/ink/ink1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7:44.870"/>
    </inkml:context>
    <inkml:brush xml:id="br0">
      <inkml:brushProperty name="width" value="0.05" units="cm"/>
      <inkml:brushProperty name="height" value="0.05" units="cm"/>
      <inkml:brushProperty name="color" value="#004F8B"/>
    </inkml:brush>
  </inkml:definitions>
  <inkml:trace contextRef="#ctx0" brushRef="#br0">30 0 3257,'-8'33'2025,"-6"44"0,10-48-1947,2 0 0,0 0 0,3 0 0,0 0 0,2 0 0,1 0 0,9 32 0,-13-57-42,1-1 0,0 0 0,1 1 0,-1-1 0,1 0 0,-1 0 0,1 0 0,0 0 0,0 0-1,0 0 1,1 0 0,-1-1 0,1 1 0,-1-1 0,1 1 0,4 1 0,-5-3 39,0 0 1,0-1-1,-1 1 1,1-1-1,0 1 1,0-1-1,0 0 1,0 0-1,0 0 1,0 0-1,0 0 0,0-1 1,0 1-1,0 0 1,0-1-1,0 0 1,0 1-1,-1-1 1,1 0-1,0 0 0,0 0 1,-1 0-1,1 0 1,-1 0-1,1-1 1,-1 1-1,1 0 1,-1-1-1,0 1 1,2-3-1,4-5 408,0 0 0,0-1-1,-1 0 1,0 0 0,-1-1 0,0 0 0,-1 1 0,0-2 0,0 1-1,-1 0 1,-1-1 0,0 1 0,1-23 0,-3 25-493,0 0 0,-1 0 1,1 0-1,-2 0 0,1 0 1,-1 0-1,0 1 0,-1-1 1,0 0-1,-1 1 0,0 0 1,0 0-1,0 0 0,-1 0 1,-1 1-1,1 0 0,-1 0 1,-11-10-1,14 14-340,-1 0 0,1 1 1,-1 0-1,0 0 0,0 0 0,0 0 0,0 0 1,0 1-1,-7-2 0,-16 1-3455</inkml:trace>
</inkml:ink>
</file>

<file path=ppt/ink/ink1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7:45.332"/>
    </inkml:context>
    <inkml:brush xml:id="br0">
      <inkml:brushProperty name="width" value="0.05" units="cm"/>
      <inkml:brushProperty name="height" value="0.05" units="cm"/>
      <inkml:brushProperty name="color" value="#004F8B"/>
    </inkml:brush>
  </inkml:definitions>
  <inkml:trace contextRef="#ctx0" brushRef="#br0">1 1 7442,'0'0'7809,"0"6"-9945,-1 19 1792,2-1 0,3 25 1,1 22 203,-4-23 18,-2-10 128,3 0 0,10 67 0,-7-90-660</inkml:trace>
</inkml:ink>
</file>

<file path=ppt/ink/ink1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7:45.916"/>
    </inkml:context>
    <inkml:brush xml:id="br0">
      <inkml:brushProperty name="width" value="0.05" units="cm"/>
      <inkml:brushProperty name="height" value="0.05" units="cm"/>
      <inkml:brushProperty name="color" value="#004F8B"/>
    </inkml:brush>
  </inkml:definitions>
  <inkml:trace contextRef="#ctx0" brushRef="#br0">1 59 5857,'0'0'6576,"4"5"-7455,31 28 359,47 36-1,-51-45 543,0 2 0,-2 1 1,32 37-1,20 41 7081,-88-311-3152,0 2-4308,7 203-415</inkml:trace>
</inkml:ink>
</file>

<file path=ppt/ink/ink1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8:36.064"/>
    </inkml:context>
    <inkml:brush xml:id="br0">
      <inkml:brushProperty name="width" value="0.05" units="cm"/>
      <inkml:brushProperty name="height" value="0.05" units="cm"/>
      <inkml:brushProperty name="color" value="#004F8B"/>
    </inkml:brush>
  </inkml:definitions>
  <inkml:trace contextRef="#ctx0" brushRef="#br0">1 0 3353,'0'0'13743,"-1"18"-14584,2 80 477,10 34 550,-5-88-173,-2 20-12,6 23-214,-6-58 186,5 45 227,-2-8-72,4 103-11,12 100 312,-8-122 760,-9 271 1,-9-227-738,6 517-348,-3-538-107,3 302-11,1 67 63,-5-348-17,6 405 472,-11-287 256,6-308-728,0 23 127,-2 75 1292,2-98-2284</inkml:trace>
</inkml:ink>
</file>

<file path=ppt/ink/ink1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8:40.131"/>
    </inkml:context>
    <inkml:brush xml:id="br0">
      <inkml:brushProperty name="width" value="0.05" units="cm"/>
      <inkml:brushProperty name="height" value="0.05" units="cm"/>
      <inkml:brushProperty name="color" value="#004F8B"/>
    </inkml:brush>
  </inkml:definitions>
  <inkml:trace contextRef="#ctx0" brushRef="#br0">6 96 2152,'0'0'7405,"0"-3"-5548,0 8-1836,0 0-1,1 0 1,0 0-1,0 0 0,0 0 1,3 8-1,-2-7 45,0-1 0,0 1 0,-1 0-1,0 0 1,0 0 0,0 12 0,5 146 73,-6-69 548,-1-29 4734,-1-81-4976,-12-95-444,6 41-152,3 0 0,8-121 1,-2 152 134,-1 37 9,0-19-3719,0 18 2486</inkml:trace>
</inkml:ink>
</file>

<file path=ppt/ink/ink1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8:52.383"/>
    </inkml:context>
    <inkml:brush xml:id="br0">
      <inkml:brushProperty name="width" value="0.05" units="cm"/>
      <inkml:brushProperty name="height" value="0.05" units="cm"/>
      <inkml:brushProperty name="color" value="#004F8B"/>
    </inkml:brush>
  </inkml:definitions>
  <inkml:trace contextRef="#ctx0" brushRef="#br0">23 186 3521,'0'0'2812,"-1"-7"2166,-3-20-1670,0 13-1556,2 7-2165,-1 15-4440,0 1 4840,2-6 5,0 0 0,0 0 0,0 0 0,1 0-1,-1 0 1,1 0 0,0 0 0,0 0 0,0 0 0,0 0 0,0 0 0,0 0-1,2 4 1,4 37 9,6 34 410,1 82 4281,-15-264-4377,4-121-538,1 135 701,-3 90-513,0-4-954,16-7 239,8 2 676,1 1 0,0 1 0,0 2 0,1 0 0,43-2 0,-45 6-1104,44 6 1,-48-2-660</inkml:trace>
</inkml:ink>
</file>

<file path=ppt/ink/ink1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8:52.893"/>
    </inkml:context>
    <inkml:brush xml:id="br0">
      <inkml:brushProperty name="width" value="0.05" units="cm"/>
      <inkml:brushProperty name="height" value="0.05" units="cm"/>
      <inkml:brushProperty name="color" value="#004F8B"/>
    </inkml:brush>
  </inkml:definitions>
  <inkml:trace contextRef="#ctx0" brushRef="#br0">1 32 3969,'0'0'6249,"10"-2"-5051,8-4-1032,-1 1 0,1 1 0,0 0 1,33-1-1,82 3 833,-78 3-974,-31-3-2175,-8 0-641</inkml:trace>
</inkml:ink>
</file>

<file path=ppt/ink/ink1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8:53.744"/>
    </inkml:context>
    <inkml:brush xml:id="br0">
      <inkml:brushProperty name="width" value="0.05" units="cm"/>
      <inkml:brushProperty name="height" value="0.05" units="cm"/>
      <inkml:brushProperty name="color" value="#004F8B"/>
    </inkml:brush>
  </inkml:definitions>
  <inkml:trace contextRef="#ctx0" brushRef="#br0">1 0 8210,'0'0'6476,"0"14"-10280,2 70 3965,18 117 0,-17-187-12,-2-7 1220,-1-11 653,-1-23 1070,2 3-4167,3 3 1046,0-1 0,2 1 1,11-31-1,-12 40 11,0 1 0,0 0-1,1 0 1,1 0 0,0 1 0,0 0 0,1 1-1,12-13 1,-17 20-133,0 0-1,1 0 0,-1 0 1,1 0-1,-1 1 0,1 0 0,-1 0 1,1 0-1,0 0 0,-1 0 1,1 1-1,0-1 0,0 1 1,-1 0-1,1 1 0,6 0 1,3 1-438,0 0 0,0 2 0,18 6 0,-13-3-589</inkml:trace>
</inkml:ink>
</file>

<file path=ppt/ink/ink1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8:54.646"/>
    </inkml:context>
    <inkml:brush xml:id="br0">
      <inkml:brushProperty name="width" value="0.05" units="cm"/>
      <inkml:brushProperty name="height" value="0.05" units="cm"/>
      <inkml:brushProperty name="color" value="#004F8B"/>
    </inkml:brush>
  </inkml:definitions>
  <inkml:trace contextRef="#ctx0" brushRef="#br0">227 198 3865,'-6'-8'8353,"-5"-7"-7085,9 11-1261,0 0 0,0 0 0,-1 1 0,1-1 0,-1 1 0,0-1 0,-6-4 0,1 0-6,8 7-20,-1 1 1,1-1-1,0 1 0,0-1 1,0 1-1,-1-1 0,1 1 1,0 0-1,0-1 0,-1 1 1,1-1-1,0 1 1,-1 0-1,1-1 0,-1 1 1,1 0-1,0-1 0,-1 1 1,1 0-1,-1 0 0,1-1 1,-1 1-1,1 0 0,-1 0 1,1 0-1,-1 0 1,1 0-1,-1 0 0,1-1 1,-1 1-1,0 1 0,-9-1-170,-30-2-108,25 12-178,4-4 436,6-3-6,1-1 0,-1 1 0,1 0 1,0 0-1,-7 8 0,6-7 31,1 1-1,0 0 0,0 0 1,0 0-1,1 0 0,-4 7 1,0 0 17,2-5 21,2-1-23,3 6-47,-3 0 34,-1 26-13,4-34 54,0 0 1,0 0-1,1 0 1,-1 0-1,1 0 0,0 0 1,1 0-1,-1 0 1,1 0-1,-1-1 1,4 5-1,-4-5 313,15 12 456,20 11-545,-29-21-56,0-3 212,2-5-249,-2 2-46,1 0 0,-1 0 0,0-1 0,0-1 0,0 1 0,0-1 0,-1 0 0,1-1-1,-1 1 1,0-1 0,0-1 0,0 1 0,0-1 0,-1 0 0,0 0 0,8-10 0,-7 5-76,-1-1 0,0 1 1,0-1-1,-1 0 0,0 0 1,-1 0-1,-1-1 1,0 1-1,0-1 0,-1 0 1,0 1-1,-1-1 0,-3-22 1,2 26-322,-1 1 0,1 0 1,-1 0-1,-1 0 1,1 0-1,-1 0 0,0 0 1,-1 1-1,0-1 1,0 1-1,0 0 1,-1 0-1,0 1 0,0-1 1,0 1-1,0 0 1,-1 0-1,0 1 0,0 0 1,-1 0-1,1 0 1,-1 1-1,-8-4 0,-2 2-1070</inkml:trace>
</inkml:ink>
</file>

<file path=ppt/ink/ink1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8:56.144"/>
    </inkml:context>
    <inkml:brush xml:id="br0">
      <inkml:brushProperty name="width" value="0.05" units="cm"/>
      <inkml:brushProperty name="height" value="0.05" units="cm"/>
      <inkml:brushProperty name="color" value="#004F8B"/>
    </inkml:brush>
  </inkml:definitions>
  <inkml:trace contextRef="#ctx0" brushRef="#br0">49 0 2128,'0'0'642,"-13"17"2991,8-11-3631,1 1-1,0-1 1,0 1 0,1 0 0,0 0 0,0 0 0,1 0-1,0 1 1,0-1 0,1 1 0,-1-1 0,1 9 0,3 10 73,0-1 1,2 0 0,12 46 0,-2-15 9155,-9-77-9050,2-40 1,-5 39-222,1 0-1,10-40 1,-11 56 44,0-1 1,0 1-1,1 1 1,0-1-1,0 0 1,0 1-1,1-1 1,0 1-1,0 0 1,0 0-1,1 1 1,-1-1-1,1 1 1,8-5-1,0 3-483,-1 5 194,-2-1 221,24-3-436,-21 10 298,20 9 124,-25-11-13,-3 1-30,0 6 66,15 22-9,-16-26 29,-2 0 5,-2 3 32,1 7 63,1 24-37,0-29 774,2-16 1051,3-15-1778,1-1 0,11-20 1,-15 33-84,1 0 0,-1 1 1,1 0-1,1-1 0,0 2 0,0-1 0,13-11 1,-18 17-68,1 0 0,0 0 1,0 0-1,0 0 1,0 0-1,0 0 0,0 0 1,0 1-1,0-1 0,0 1 1,0 0-1,0-1 1,1 1-1,-1 0 0,0 0 1,0 0-1,0 1 1,0-1-1,3 1 0,-1 0 15,0 1-1,0 0 0,0 0 1,0 0-1,-1 0 1,1 0-1,-1 1 0,1-1 1,3 5-1,-1-1 102,-1-1 1,-1 1-1,1 0 0,-1 0 0,0 0 0,0 0 0,-1 1 1,0-1-1,0 1 0,0 0 0,1 8 0,-3-3 30,-1-1 0,0 1 0,-1 0 0,0 0 0,-1-1 0,-1 1 0,-4 14 0,-7 44-2922,14-52 801</inkml:trace>
</inkml:ink>
</file>

<file path=ppt/ink/ink1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8:56.762"/>
    </inkml:context>
    <inkml:brush xml:id="br0">
      <inkml:brushProperty name="width" value="0.05" units="cm"/>
      <inkml:brushProperty name="height" value="0.05" units="cm"/>
      <inkml:brushProperty name="color" value="#004F8B"/>
    </inkml:brush>
  </inkml:definitions>
  <inkml:trace contextRef="#ctx0" brushRef="#br0">0 0 4609,'0'0'8527,"1"10"-10131,6 364 4093,-7-305-1963,0-68-697</inkml:trace>
</inkml:ink>
</file>

<file path=ppt/ink/ink1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8:57.750"/>
    </inkml:context>
    <inkml:brush xml:id="br0">
      <inkml:brushProperty name="width" value="0.05" units="cm"/>
      <inkml:brushProperty name="height" value="0.05" units="cm"/>
      <inkml:brushProperty name="color" value="#004F8B"/>
    </inkml:brush>
  </inkml:definitions>
  <inkml:trace contextRef="#ctx0" brushRef="#br0">161 0 2593,'-16'17'1930,"0"1"0,-14 20 0,20-22-1653,0 0-1,1 1 0,1-1 0,0 2 1,-8 28-1,6-12-60,2 0 1,1 0-1,2 1 1,1 0 0,2 0-1,1 0 1,5 45-1,-4-78-241,3 26 334,0 1 1,3-1-1,0 0 0,11 28 0,-14-49-99,0 0-1,1 1 0,0-1 1,0 0-1,1-1 0,-1 1 1,2-1-1,7 8 0,-9-11-114,0 0-1,0 0 1,1 0-1,-1 0 1,1 0-1,0-1 0,0 0 1,0 0-1,0 0 1,0-1-1,0 0 1,0 0-1,11 1 1,-3-3 32,1 0 0,-1 0-1,0-1 1,1-1 0,-1 0 0,0-1 0,-1-1 0,25-11-1,92-58-114,-127 73-24,41-27-594,55-47-1,-92 69 612,1 0 0,-1 0-1,-1 0 1,1-1 0,-1 0 0,0 0 0,-1 0 0,0 0 0,0-1-1,0 0 1,-1 0 0,0 0 0,-1 0 0,1 0 0,-2 0-1,1-1 1,-1 1 0,0-15 0,-2 11 56,-1-1 0,0 0 0,0 1 0,-2-1-1,1 1 1,-2 0 0,1 0 0,-2 1 0,1-1 0,-2 1 0,-13-19 0,-2-1 72,-2 2 1,-1 1 0,-45-41 0,61 61-465,-2-1 0,1 1-1,-1 1 1,-1 0 0,1 1 0,-1 0 0,0 0 0,0 1 0,-1 1-1,0 0 1,1 1 0,-1 1 0,-26-3 0,-1 8-2682</inkml:trace>
</inkml:ink>
</file>

<file path=ppt/ink/ink1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8:59.552"/>
    </inkml:context>
    <inkml:brush xml:id="br0">
      <inkml:brushProperty name="width" value="0.05" units="cm"/>
      <inkml:brushProperty name="height" value="0.05" units="cm"/>
      <inkml:brushProperty name="color" value="#004F8B"/>
    </inkml:brush>
  </inkml:definitions>
  <inkml:trace contextRef="#ctx0" brushRef="#br0">257 509 1872,'0'0'6240,"0"26"-5624,0-11 3027,0-15-3586,0 0 0,0 0 1,0 1-1,0-1 0,0 0 1,0 0-1,0 0 0,0 0 1,0 0-1,0 0 0,0 0 1,0 1-1,0-1 1,0 0-1,0 0 0,0 0 1,0 0-1,0 0 0,0 0 1,0 0-1,0 0 0,0 1 1,0-1-1,0 0 0,0 0 1,0 0-1,0 0 0,-1 0 1,1 0-1,0 0 0,0 0 1,0 0-1,0 0 0,0 0 1,0 0-1,0 0 0,0 1 1,-1-1-1,1 0 1,0 0-1,0 0 0,0 0 1,0 0-1,0 0 0,0 0 1,0 0-1,0 0 0,-1 0 1,1 0-1,0 0 0,0 0 1,0 0-1,0 0 0,0-1 1,0 1-1,-15-12 1386,7 3-1306,1 0-1,0 0 1,0 0-1,1-1 1,1 0 0,-7-13-1,5 2-125,0-1 0,2 1 0,0-1 0,2 0 0,0-1 0,1 1 0,2 0 0,0-1 0,1 1 0,1 0-1,2 0 1,0 0 0,1 0 0,8-22 0,-6 32-74,-1 1 0,1 0 0,1 0-1,14-15 1,-17 22-133,-1 0 0,0 1 0,1-1 0,-1 1 0,1 0 0,0 0 0,9-3 0,-11 4 75,0 1 1,0 0 0,0 0 0,0 0 0,1 0-1,-1 1 1,0-1 0,0 1 0,0 0 0,1 0 0,-1 0-1,0 0 1,0 0 0,5 2 0,-7-2-67,-5 41-2938,2-29 3103,1-7 73,-1 2 45,-5 1-58,-6 13 76,-2-2 1,0 0-1,-2 0 0,0-2 1,-1 0-1,-23 17 0,16-17 133,1 1-1,-25 26 0,40-33-270,0 0-1,1 0 0,0 1 1,1 0-1,0 0 1,1 1-1,0 0 1,1 0-1,1 0 0,0 1 1,-3 21-1,6-28 15,0-1-1,0 0 1,1 1-1,0-1 1,1 1-1,-1-1 1,1 1-1,1-1 1,-1 0-1,1 1 1,4 9-1,-4-13 93,-1 1 0,1-1 1,0 0-1,0-1 0,0 1 0,1 0 0,-1 0 0,0-1 0,1 0 0,0 1 0,0-1 0,-1 0 0,1 0 0,1-1 0,-1 1 1,0 0-1,0-1 0,0 0 0,1 0 0,-1 0 0,1 0 0,6 0 0,-5-1 84,0 0-1,0 0 1,0-1 0,1 1-1,-1-1 1,0 0-1,0-1 1,0 1 0,-1-1-1,1 0 1,0 0-1,-1-1 1,1 1 0,-1-1-1,0 0 1,0 0 0,0-1-1,0 1 1,5-7-1,5-7-264,-1-1 0,0 0-1,14-28 1,6-9-1240,-6 20-910,-12 17 474</inkml:trace>
</inkml:ink>
</file>

<file path=ppt/ink/ink1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9:00.545"/>
    </inkml:context>
    <inkml:brush xml:id="br0">
      <inkml:brushProperty name="width" value="0.05" units="cm"/>
      <inkml:brushProperty name="height" value="0.05" units="cm"/>
      <inkml:brushProperty name="color" value="#004F8B"/>
    </inkml:brush>
  </inkml:definitions>
  <inkml:trace contextRef="#ctx0" brushRef="#br0">0 4 2296,'0'0'4035,"5"-2"-3478,-4 1-385,-1 1 0,1 0 1,-1 0-1,1 0 0,-1 0 0,1-1 0,-1 1 0,1 0 0,0 0 0,-1 0 0,1 0 0,-1 1 0,1-1 0,-1 0 0,1 0 1,-1 0-1,1 0 0,-1 0 0,1 1 0,-1-1 0,1 0 0,-1 0 0,1 1 0,-1-1 0,1 0 0,-1 1 0,0-1 0,1 1 1,5 7-140,0 1 0,-1 0 0,0 0 0,-1 0 0,0 0 1,4 16-1,13 66 321,-17-67-245,1-1-1,0 0 0,2 0 0,11 24 1,-17-46 143,-1 3-1266</inkml:trace>
</inkml:ink>
</file>

<file path=ppt/ink/ink1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9:01.466"/>
    </inkml:context>
    <inkml:brush xml:id="br0">
      <inkml:brushProperty name="width" value="0.05" units="cm"/>
      <inkml:brushProperty name="height" value="0.05" units="cm"/>
      <inkml:brushProperty name="color" value="#004F8B"/>
    </inkml:brush>
  </inkml:definitions>
  <inkml:trace contextRef="#ctx0" brushRef="#br0">1 281 8106,'0'0'5644,"0"-12"-2029,-1-9-3434,2 0-1,0 0 1,2 0 0,0 0 0,10-33-1,-8 42-182,0-1 0,1 2 0,0-1 0,1 1 0,11-15 0,-16 24-63,0 0 1,0-1-1,1 1 1,-1 0 0,0 1-1,1-1 1,-1 0-1,1 1 1,-1-1 0,1 1-1,0 0 1,-1 0-1,5-1 1,-5 2-67,0 0 0,0 0 1,0 0-1,1 0 0,-1 0 0,0 1 0,0-1 1,0 1-1,0-1 0,0 1 0,0 0 1,0 0-1,0 0 0,0 0 0,0 0 0,-1 0 1,1 0-1,0 1 0,-1-1 0,3 4 1,0-1 26,-1 0 1,0 1 0,0-1-1,0 1 1,-1 0 0,1 0-1,-1-1 1,0 2 0,-1-1-1,1 0 1,-1 0 0,0 1-1,-1-1 1,1 0 0,-1 1 0,0-1-1,0 1 1,0-1 0,-1 0-1,0 1 1,-3 7 0,-1 7 208,-1 0 1,-2-1 0,0 0-1,-12 22 1,-7 7-73,12-23-7,1 1 0,1 1 0,-13 39 0,26-65 41,1 1-1,-1-2 0,1 1 0,-1 0 0,1 0 0,0 0 0,-1 0 0,1 0 1,0 0-1,0-1 0,-1 1 0,1 0 0,0-1 0,0 1 0,0 0 0,0-1 0,0 1 1,0-1-1,0 0 0,0 1 0,0-1 0,0 0 0,0 1 0,0-1 0,1 0 1,-1 0-1,0 0 0,1 0 0,25 3 2029,-23-2-2047,0 0-1,-1 0 1,1-1-1,0 0 1,-1 0-1,1 0 0,0 0 1,0-1-1,3 0 1,-5 1-29,0-1 0,0 1 0,0 0 0,0 0 0,0 0 1,-1 0-1,1 0 0,0 0 0,0 0 0,0 1 0,0-1 0,0 1 1,-1-1-1,3 2 0,45 16-32,-36-14-2980,-10-2 910</inkml:trace>
</inkml:ink>
</file>

<file path=ppt/ink/ink1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9:02.518"/>
    </inkml:context>
    <inkml:brush xml:id="br0">
      <inkml:brushProperty name="width" value="0.05" units="cm"/>
      <inkml:brushProperty name="height" value="0.05" units="cm"/>
      <inkml:brushProperty name="color" value="#004F8B"/>
    </inkml:brush>
  </inkml:definitions>
  <inkml:trace contextRef="#ctx0" brushRef="#br0">205 21 4009,'-3'1'596,"0"-1"0,1 1 1,-1-1-1,0 1 0,0 0 0,1 0 1,-1 0-1,1 0 0,-4 2 0,-31 25-1326,30-23 1218,-3 4-407,0 0 1,0 0 0,1 1-1,1 1 1,0-1-1,0 1 1,1 1 0,0-1-1,1 1 1,0 0-1,1 1 1,-4 12 0,1 5 219,2 0 1,0 0-1,-2 57 1,8-71-217,1-1 0,0 1 0,1 0 0,0 0 1,1-1-1,1 0 0,1 0 0,0 0 0,1 0 0,1 0 0,14 24 0,-9-22 112,0 0 0,0-1 0,2 0 0,0-1 0,0-1 0,2 0 0,-1-1 0,30 18 0,-39-27-41,1-1 0,-1-1-1,1 1 1,0-1 0,0 0 0,0-1 0,0 0 0,0 0-1,0 0 1,0-1 0,0 0 0,0 0 0,1-1 0,-1 0 0,12-3-1,10-4-210,-1-1 0,41-20 0,-27 11 163,-24 12-26,-1-2 0,0 0 0,0-1 0,-1-1 0,0-1-1,-1 0 1,17-17 0,-26 23-3,-1 0 0,0-1 0,-1 0 0,0 0 0,0 0 0,0 0 0,0-1 0,-1 1 0,0-1 0,-1 0 0,0 0 0,0 0 0,0-1 0,-1 1 0,0 0 0,0-1 0,-1 1 0,0 0 0,0-1 0,0 1 0,-3-11 0,-3-6 27,-1 0 1,0 1-1,-2 0 0,0 0 1,-2 1-1,-1 1 1,0 0-1,-2 0 0,0 1 1,-1 1-1,-1 0 1,-1 1-1,-27-23 1,1-1-258,-14-14-179,51 51-21,1 1 0,-1-1 1,0 2-1,0-1 0,0 1 0,-1 0 0,1 0 0,-11-3 0,-8 2-2100</inkml:trace>
</inkml:ink>
</file>

<file path=ppt/ink/ink1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9:39.868"/>
    </inkml:context>
    <inkml:brush xml:id="br0">
      <inkml:brushProperty name="width" value="0.05" units="cm"/>
      <inkml:brushProperty name="height" value="0.05" units="cm"/>
    </inkml:brush>
  </inkml:definitions>
  <inkml:trace contextRef="#ctx0" brushRef="#br0">24 45 2433,'0'0'4190,"-8"-10"4093,-7-10-6129,15 17-3197,4 0-227,6 1 1249,6-1 15,0 1 0,0 1 0,0 0 0,0 1 0,31 4 0,17 4 223,118-2 1,-170-6-326,3 0-939,-2 2-1216</inkml:trace>
</inkml:ink>
</file>

<file path=ppt/ink/ink1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9:40.475"/>
    </inkml:context>
    <inkml:brush xml:id="br0">
      <inkml:brushProperty name="width" value="0.05" units="cm"/>
      <inkml:brushProperty name="height" value="0.05" units="cm"/>
    </inkml:brush>
  </inkml:definitions>
  <inkml:trace contextRef="#ctx0" brushRef="#br0">30 0 4945,'0'0'14398,"-1"7"-17664,-6 30 2800,-4 68 1,1 6 1194,12-81-401,1-7-2241</inkml:trace>
</inkml:ink>
</file>

<file path=ppt/ink/ink1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9:41.007"/>
    </inkml:context>
    <inkml:brush xml:id="br0">
      <inkml:brushProperty name="width" value="0.05" units="cm"/>
      <inkml:brushProperty name="height" value="0.05" units="cm"/>
    </inkml:brush>
  </inkml:definitions>
  <inkml:trace contextRef="#ctx0" brushRef="#br0">6 0 6257,'0'0'10985,"0"10"-13092,-2 159 2360,-2-31-2123</inkml:trace>
</inkml:ink>
</file>

<file path=ppt/ink/ink1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9:41.690"/>
    </inkml:context>
    <inkml:brush xml:id="br0">
      <inkml:brushProperty name="width" value="0.05" units="cm"/>
      <inkml:brushProperty name="height" value="0.05" units="cm"/>
    </inkml:brush>
  </inkml:definitions>
  <inkml:trace contextRef="#ctx0" brushRef="#br0">17 2 3217,'0'0'2556,"-16"0"5333,60-1-7868,-4 0-131,0 2 0,1 1 0,56 12 0,-81-13-2005,-9-1-171</inkml:trace>
</inkml:ink>
</file>

<file path=ppt/ink/ink1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9:42.350"/>
    </inkml:context>
    <inkml:brush xml:id="br0">
      <inkml:brushProperty name="width" value="0.05" units="cm"/>
      <inkml:brushProperty name="height" value="0.05" units="cm"/>
    </inkml:brush>
  </inkml:definitions>
  <inkml:trace contextRef="#ctx0" brushRef="#br0">1 8 2369,'0'0'8095,"40"-3"-5726,32-2-196,-69 5-2808</inkml:trace>
</inkml:ink>
</file>

<file path=ppt/ink/ink1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9:43.413"/>
    </inkml:context>
    <inkml:brush xml:id="br0">
      <inkml:brushProperty name="width" value="0.05" units="cm"/>
      <inkml:brushProperty name="height" value="0.05" units="cm"/>
    </inkml:brush>
  </inkml:definitions>
  <inkml:trace contextRef="#ctx0" brushRef="#br0">19 199 6617,'0'0'8794,"-7"-18"-6965,3 8-1737,3 6-31,-1 1 0,1 0 1,0-1-1,0 1 0,1-1 0,-1 1 0,1-1 0,-1 1 0,1-1 0,0 1 0,1-7 0,0-34 143,7 29-346,8-18 79,-16 32 6,0 1-1,0-1 1,1 0 0,-1 0-1,0 0 1,0 1 0,1-1-1,-1 0 1,1 0 0,-1 1-1,1-1 1,-1 0 0,1 1-1,-1-1 1,1 0 0,0 1 0,-1-1-1,1 1 1,0-1 0,-1 1-1,1-1 1,0 1 0,0 0-1,-1-1 1,1 1 0,0 0-1,0 0 1,1-1 0,6-1-166,2-2 148,-7 3 39,0 0 0,1-1 0,-1 1 0,1 1 0,-1-1 0,0 0-1,1 1 1,6-1 0,5 8-42,17 7 56,-24-10-16,-8-4-22,1 1 1,0 0 0,0 0 0,-1-1-1,1 1 1,0 0 0,-1 0 0,1 0 0,-1 0-1,1 0 1,-1-1 0,1 1 0,-1 0-1,0 0 1,0 0 0,1 0 0,-1 0-1,0 2 1,7 33-41,-6-31 96,0 0 0,-1 1 0,0-1-1,0 1 1,-1-1 0,1 0 0,-1 1 0,0-1-1,0 0 1,-3 6 0,0 6-51,-9 29-297,-28 73 0,-2 3 6,41-116 309,-1 13 37,3-18 29,1-1-1,0 1 1,-1 0 0,1-1-1,0 1 1,-1 0-1,1-1 1,0 1-1,-1-1 1,1 1-1,0-1 1,0 0-1,0 1 1,0-1-1,-1 0 1,1 0-1,0 1 1,0-1-1,0 0 1,0 0-1,0 0 1,0 0 0,0 0-1,-1 0 1,1 0-1,1-1 1,56 1-144,38 3 15,-78 3-498,23 7-520</inkml:trace>
</inkml:ink>
</file>

<file path=ppt/ink/ink1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9:44.114"/>
    </inkml:context>
    <inkml:brush xml:id="br0">
      <inkml:brushProperty name="width" value="0.05" units="cm"/>
      <inkml:brushProperty name="height" value="0.05" units="cm"/>
    </inkml:brush>
  </inkml:definitions>
  <inkml:trace contextRef="#ctx0" brushRef="#br0">52 5 6257,'0'0'5401,"-11"16"-6146,4 0 687,0 0 0,1 0-1,1 1 1,1 0 0,0 0 0,1 1 0,-1 28 0,3-26 6,2 1 0,1 0 0,0-1 0,9 34 0,-9-47 93,-1 0 0,2 0 0,-1 0 0,1-1 0,0 1 0,0-1 0,1 0 0,0 0 1,0 0-1,0 0 0,1-1 0,0 0 0,0 0 0,0 0 0,0 0 0,13 7 0,-16-11 31,0 0 0,1 0 0,-1 0 0,1 0 0,-1-1 0,1 1 0,0-1 0,-1 1 0,1-1 0,-1 0 0,1 0-1,0 0 1,-1 0 0,1-1 0,0 1 0,-1-1 0,1 1 0,-1-1 0,1 0 0,-1 0 0,0 0 0,1-1 0,-1 1 0,0 0 0,0-1-1,1 0 1,-1 1 0,-1-1 0,3-2 0,0-1 161,0 1 0,0-1 0,-1 0-1,0 0 1,0 0 0,0-1 0,-1 1 0,0-1 0,0 1-1,0-1 1,1-9 0,-1-7 195,-2 1 0,0-1 0,-2 1 0,0-1 1,-1 1-1,-1 0 0,-2 0 0,-10-29 0,12 40-795,0 0-1,0 0 1,-1 1-1,-1-1 1,1 1 0,-2 1-1,1-1 1,-1 1 0,0 0-1,-16-13 1,6 12-2104</inkml:trace>
</inkml:ink>
</file>

<file path=ppt/ink/ink1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9:44.932"/>
    </inkml:context>
    <inkml:brush xml:id="br0">
      <inkml:brushProperty name="width" value="0.05" units="cm"/>
      <inkml:brushProperty name="height" value="0.05" units="cm"/>
    </inkml:brush>
  </inkml:definitions>
  <inkml:trace contextRef="#ctx0" brushRef="#br0">8 1 6705,'0'0'8977,"-1"12"-11351,-3 28 2091,1 0 0,4 59 0,0-84 266,0 1 0,2 0 0,-1-1 0,2 1 1,0-1-1,1 0 0,1 0 0,0-1 0,15 26 1,-19-37 82,0 0 1,1 0-1,-1 0 0,1-1 1,-1 1-1,1-1 1,0 0-1,0 1 1,0-1-1,0-1 0,0 1 1,0 0-1,1-1 1,-1 1-1,0-1 1,1 0-1,-1 0 1,1-1-1,-1 1 0,1-1 1,3 1-1,-6-1 321,16-16 2251,-8 4-2508,19-23 776,-24 26-647,-1 2-168,1-2-10,0 0 0,-1 0 0,0 0 0,-1 0 0,0 0 0,0-1 0,-1 1 0,0-16 0,-2 13-45,-1 0 1,-1 0-1,0 0 0,0 1 0,-1-1 1,-1 1-1,0 0 0,-1 0 1,-9-14-1,10 17-346,-1 1 1,0 0 0,-1 0-1,1 0 1,-2 1-1,1 0 1,0 0 0,-1 1-1,0 0 1,-1 0-1,-11-4 1,1 2-2294</inkml:trace>
</inkml:ink>
</file>

<file path=ppt/ink/ink1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9:46.879"/>
    </inkml:context>
    <inkml:brush xml:id="br0">
      <inkml:brushProperty name="width" value="0.05" units="cm"/>
      <inkml:brushProperty name="height" value="0.05" units="cm"/>
    </inkml:brush>
  </inkml:definitions>
  <inkml:trace contextRef="#ctx0" brushRef="#br0">82 42 4625,'0'0'10689,"-27"-32"-9445,14 22-981,4 12-2265,1 28-261,7-26 2683,-9 50-369,3 0 0,3 1 0,2 75 0,9-87-794</inkml:trace>
</inkml:ink>
</file>

<file path=ppt/ink/ink1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9:47.657"/>
    </inkml:context>
    <inkml:brush xml:id="br0">
      <inkml:brushProperty name="width" value="0.05" units="cm"/>
      <inkml:brushProperty name="height" value="0.05" units="cm"/>
    </inkml:brush>
  </inkml:definitions>
  <inkml:trace contextRef="#ctx0" brushRef="#br0">0 108 3417,'0'0'7209,"14"5"-8356,13 7 1322,-1 2-1,0 1 0,42 32 1,-51-31-10,-2 1 1,0 0 0,14 22-1,21 25 292,-48-61 138,7 10-1472,0-15 7811,-3-22-6627,-2 0 0,0-1 1,-2 1-1,-1-47 0,0 17 45,-1 7-223,1-6-612,3 17-2682,-3 26 955</inkml:trace>
</inkml:ink>
</file>

<file path=ppt/ink/ink1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9:48.164"/>
    </inkml:context>
    <inkml:brush xml:id="br0">
      <inkml:brushProperty name="width" value="0.05" units="cm"/>
      <inkml:brushProperty name="height" value="0.05" units="cm"/>
    </inkml:brush>
  </inkml:definitions>
  <inkml:trace contextRef="#ctx0" brushRef="#br0">1 1 3441,'0'0'5684,"5"9"-3112,9 10-2335,64 95 1153,-67-94-1136,-1-1-1,-1 1 1,-1 0 0,10 35-1,-10-21-186,-1 1-1,-2 0 0,-1 0 0,-2 0 0,-1 1 0,-2-1 0,-2 0 0,-1 0 0,-1 0 1,-2 0-1,-2-1 0,-1 0 0,-26 59 0,11-44-1349</inkml:trace>
</inkml:ink>
</file>

<file path=ppt/ink/ink1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9:49.041"/>
    </inkml:context>
    <inkml:brush xml:id="br0">
      <inkml:brushProperty name="width" value="0.05" units="cm"/>
      <inkml:brushProperty name="height" value="0.05" units="cm"/>
    </inkml:brush>
  </inkml:definitions>
  <inkml:trace contextRef="#ctx0" brushRef="#br0">55 0 6041,'0'0'10121,"-4"6"-12023,-3 9 1787,0 0-1,1 0 1,1 1-1,0 0 1,1 0-1,-3 29 0,1 3-96,2 55 0,5-60 56,1-1-1,12 67 1,-8-83 114,1 1-1,1-1 1,2-1 0,0 1-1,16 26 1,-8-20 131,-6-8 185,1-1 1,1 0-1,1-1 1,21 25 0,-35-46 459,2 2-668</inkml:trace>
</inkml:ink>
</file>

<file path=ppt/ink/ink1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9:50.029"/>
    </inkml:context>
    <inkml:brush xml:id="br0">
      <inkml:brushProperty name="width" value="0.05" units="cm"/>
      <inkml:brushProperty name="height" value="0.05" units="cm"/>
    </inkml:brush>
  </inkml:definitions>
  <inkml:trace contextRef="#ctx0" brushRef="#br0">244 81 6233,'-1'-2'9250,"-11"-14"-7853,-12-16-1125,19 25-23,5 6-252,0 1 1,-1-1-1,1 1 0,0-1 0,0 1 1,-1-1-1,1 1 0,0-1 0,-1 1 0,1 0 1,-1-1-1,1 1 0,-1 0 0,1-1 0,0 1 1,-1 0-1,1 0 0,-1-1 0,1 1 1,-1 0-1,0 0 0,1 0 0,-2 0 0,-8-3-165,0-1 87,7 3 28,0-1-1,0 1 0,0 0 0,0 0 0,-1 0 1,1 0-1,0 1 0,-1-1 0,-4 1 1,-9 9-966,6-4 984,7-3 11,1-1 0,-1 1 0,0 0 1,1 0-1,0 0 0,-1 0 1,1 1-1,0-1 0,-3 4 1,-33 40-164,32-38 136,5-6-20,1 7-10,-5 9 56,2 1 1,0 0-1,2 0 0,0 0 1,1 0-1,0 0 0,2 0 0,0 1 1,1-1-1,1 0 0,7 23 0,-7-32 93,0 0 0,1 0 0,0 0-1,1 0 1,-1-1 0,2 0 0,0 0-1,0 0 1,0-1 0,1 1 0,0-2-1,1 1 1,0-1 0,0 0 0,0 0 0,1-1-1,0-1 1,0 1 0,0-1 0,1-1-1,0 0 1,16 5 0,-13-8 2713,-8-1-4117,-1-1-139</inkml:trace>
</inkml:ink>
</file>

<file path=ppt/ink/ink1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9:50.678"/>
    </inkml:context>
    <inkml:brush xml:id="br0">
      <inkml:brushProperty name="width" value="0.05" units="cm"/>
      <inkml:brushProperty name="height" value="0.05" units="cm"/>
    </inkml:brush>
  </inkml:definitions>
  <inkml:trace contextRef="#ctx0" brushRef="#br0">33 78 6457,'0'0'9581,"-10"17"-13194,6-8 3560,0 0-1,1 1 0,0 0 0,0 0 0,1 0 1,1 0-1,0 0 0,0 0 0,1 0 0,0 1 1,0-1-1,1 0 0,1 0 0,3 13 0,-3-17 70,0-1-1,0 0 1,1 0-1,0 0 0,0 0 1,0 0-1,0-1 0,1 1 1,0-1-1,5 5 1,-7-8 68,-1 1 1,0-1-1,1-1 1,0 1 0,-1 0-1,1 0 1,-1 0-1,1-1 1,0 1 0,-1-1-1,1 0 1,0 1-1,0-1 1,-1 0 0,1 0-1,0 0 1,0 0-1,0 0 1,-1 0 0,1-1-1,0 1 1,-1-1-1,1 1 1,0-1 0,-1 0-1,1 1 1,0-1-1,-1 0 1,1 0 0,-1 0-1,0 0 1,1 0-1,-1-1 1,0 1 0,0 0-1,2-3 1,2-2 158,0-1 1,0 1-1,-1-1 1,-1 0-1,1 0 0,-1-1 1,0 1-1,0 0 1,-1-1-1,0 0 1,-1 0-1,1 0 0,-2 0 1,1 1-1,-1-1 1,0 0-1,-2-9 1,1 4-358,-1 0 0,-1 1 0,0-1 0,0 1 0,-2-1 0,1 1 0,-2 1 0,1-1 0,-14-19 0,2 14-2216,7 11 423</inkml:trace>
</inkml:ink>
</file>

<file path=ppt/ink/ink1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9:51.410"/>
    </inkml:context>
    <inkml:brush xml:id="br0">
      <inkml:brushProperty name="width" value="0.05" units="cm"/>
      <inkml:brushProperty name="height" value="0.05" units="cm"/>
    </inkml:brush>
  </inkml:definitions>
  <inkml:trace contextRef="#ctx0" brushRef="#br0">327 0 3737,'-1'0'7132,"-18"1"-6865,2 1-415,0 1 0,-1 0 0,1 2 0,-30 11 0,17-3-25,-4 0-83,2 2 1,-61 37 0,92-50 37,5 1-31,6 0 438,0 0 0,0 0 1,0-1-1,0 0 0,1-1 0,-1 0 1,0-1-1,1 0 0,10-2 1,-1 2-65,35 2 0,-43 0-120,0 0-1,0 1 0,-1 0 1,1 1-1,-1 0 1,12 7-1,-19-9-24,0 0 1,0 1-1,0-1 0,-1 1 0,1 0 1,-1 0-1,0 0 0,0 1 0,0-1 1,0 1-1,-1 0 0,1-1 0,-1 1 1,0 0-1,0 1 0,0-1 0,-1 0 0,0 0 1,2 7-1,-3-9 50,1 1-1,-1 0 1,0 0-1,0 0 1,-1-1 0,1 1-1,0 0 1,-1 0-1,1-1 1,-1 1 0,0 0-1,0-1 1,0 1-1,-1-1 1,1 1 0,0-1-1,-1 0 1,0 1-1,1-1 1,-1 0 0,0 0-1,0 0 1,0 0-1,0-1 1,-1 1 0,1-1-1,0 1 1,-1-1-1,1 0 1,-1 1-1,1-1 1,-1-1 0,0 1-1,-3 1 1,-10 2 244,-1-1 0,1-1 1,-1 0-1,-21 0 0,32-2-385,-58 0-1433,45-1 281</inkml:trace>
</inkml:ink>
</file>

<file path=ppt/ink/ink1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9:52.372"/>
    </inkml:context>
    <inkml:brush xml:id="br0">
      <inkml:brushProperty name="width" value="0.05" units="cm"/>
      <inkml:brushProperty name="height" value="0.05" units="cm"/>
    </inkml:brush>
  </inkml:definitions>
  <inkml:trace contextRef="#ctx0" brushRef="#br0">1 62 6673,'3'-6'9770,"16"-16"-8339,14-3-1415,-33 24-20,1 0-1,0 0 1,0 1-1,0-1 1,0 0-1,0 1 1,0-1-1,0 1 0,0-1 1,0 1-1,1-1 1,-1 1-1,0 0 1,0-1-1,0 1 0,0 0 1,1 0-1,-1 0 1,0 0-1,0 0 1,0 0-1,1 1 0,-1-1 1,1 1-1,3 0-27,15-1-144,-1 1 1,0 1 0,20 5-1,-31-5-112,-1 0 0,0 0-1,1 0 1,-1 1-1,0 0 1,0 1-1,-1-1 1,1 1-1,-1 1 1,8 5 0,-13-9 156,1 0 1,-1 1-1,0-1 1,1 1-1,-1 0 1,0-1 0,0 1-1,0 0 1,0 0-1,-1-1 1,1 1-1,0 0 1,-1 0 0,1 0-1,-1 0 1,0 0-1,1 0 1,-1 0-1,0 0 1,-1 3 0,1-2 54,-1 0 0,0 0 1,0 0-1,-1 0 1,1-1-1,0 1 1,-1 0-1,0 0 0,0-1 1,0 1-1,-4 3 1,-5 4 113,-1 0 0,0-1 0,-1 0 0,-16 7 0,22-11-99,-14 9 1621,34-13 2129,-7-2-3647,-1 0 0,0 1 0,1 0 0,-1 0 1,0 1-1,6 1 0,-3-1-205,-1 1 1,1 1 0,-1-1-1,0 1 1,0 1 0,0-1-1,-1 1 1,1 0 0,-1 1-1,0 0 1,0 0 0,-1 0 0,1 0-1,-1 1 1,0 0 0,0 0-1,-1 1 1,0-1 0,0 1-1,-1 0 1,0 0 0,0 0-1,0 0 1,-1 0 0,0 1-1,0-1 1,-1 1 0,0 0-1,0 12 1,-2-10 143,0 0 1,0 1-1,-1-1 0,0 0 1,-1 0-1,0 0 0,-1-1 1,0 1-1,0-1 0,-1 0 1,0 0-1,0 0 0,-1-1 1,-10 11-1,13-15 158,-1 0 1,0 0-1,0 0 0,-1-1 0,1 1 0,-1-1 1,1 0-1,-1 0 0,0-1 0,0 1 1,0-1-1,-1-1 0,1 1 0,0 0 0,-1-1 1,1 0-1,-1-1 0,0 1 0,1-1 1,-1 0-1,1 0 0,-1-1 0,1 0 1,-1 0-1,1 0 0,-1 0 0,-9-5 0,4 1-565,-1-1 0,1 0-1,0-1 1,0 0 0,0-1-1,-9-9 1,4 2-2560</inkml:trace>
</inkml:ink>
</file>

<file path=ppt/ink/ink1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9:53.075"/>
    </inkml:context>
    <inkml:brush xml:id="br0">
      <inkml:brushProperty name="width" value="0.05" units="cm"/>
      <inkml:brushProperty name="height" value="0.05" units="cm"/>
    </inkml:brush>
  </inkml:definitions>
  <inkml:trace contextRef="#ctx0" brushRef="#br0">74 0 3761,'0'0'1645,"-5"12"-710,-6 16-877,1 0 1,2 0-1,1 1 0,1 0 0,1 0 0,2 0 0,1 1 0,1-1 0,2 1 0,4 36 0,-3-59 174,0 1 0,0 0 0,0-1-1,1 1 1,0-1 0,0 0 0,1 0 0,0 0-1,0-1 1,1 1 0,7 8 0,-10-14-47,-1 1 0,1 0 0,0-1 0,0 1 0,0-1-1,0 0 1,0 1 0,0-1 0,0 0 0,0 0 0,1-1 0,-1 1 0,0 0 0,1-1 0,-1 1 0,0-1 0,1 0 0,-1 0-1,0 0 1,1 0 0,-1 0 0,0 0 0,1-1 0,-1 1 0,0-1 0,1 1 0,-1-1 0,0 0 0,0 0 0,0 0-1,1 0 1,-1-1 0,0 1 0,-1 0 0,1-1 0,0 0 0,0 1 0,-1-1 0,1 0 0,1-3 0,3-2 70,-2 0 0,1 0 0,-1-1 1,0 1-1,0-1 0,-1 0 0,0 0 1,-1 0-1,0-1 0,0 1 1,0-1-1,-1 1 0,-1-1 0,0 1 1,-1-16-1,0 7-316,-1 0 1,-1-1 0,0 1 0,-1 0-1,-1 1 1,-13-30 0,13 37-227,0 0 0,0 1 0,-1 0 0,0 0 0,0 0 0,-1 1 0,0 0 0,0 0 0,-12-8 0,10 9-687,1 0-1,-1 1 1,0 1 0,-1 0 0,-13-5 0,5 4-2395</inkml:trace>
</inkml:ink>
</file>

<file path=ppt/ink/ink1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9:53.506"/>
    </inkml:context>
    <inkml:brush xml:id="br0">
      <inkml:brushProperty name="width" value="0.05" units="cm"/>
      <inkml:brushProperty name="height" value="0.05" units="cm"/>
    </inkml:brush>
  </inkml:definitions>
  <inkml:trace contextRef="#ctx0" brushRef="#br0">15 1 7402,'0'0'4661,"-4"15"-5242,1-6 489,1 0-1,0 0 1,0 0-1,1 0 1,1 1-1,-1-1 1,2 11-1,-1-16 29,1-1 0,-1 1-1,1-1 1,0 0-1,0 1 1,0-1 0,0 0-1,1 0 1,-1 0-1,1 0 1,0 0-1,0 0 1,0 0 0,0 0-1,0-1 1,1 1-1,-1-1 1,1 0 0,0 0-1,-1 1 1,1-2-1,0 1 1,0 0 0,0-1-1,1 1 1,2 0-1,-3-1 285,1 0-1,-1 0 0,0 0 1,1-1-1,-1 1 1,0-1-1,1 0 1,-1 0-1,0 0 0,1 0 1,-1-1-1,0 0 1,1 1-1,-1-1 0,0 0 1,0 0-1,0-1 1,6-4 6111,-14-8-5737,3 10-717,0 0 0,0 0 0,0 1 0,-1-1 0,1 1 0,-1 0 0,0-1 1,0 1-1,0 0 0,0 1 0,-1-1 0,1 1 0,-1-1 0,1 1 0,-1 0 1,0 0-1,0 1 0,0-1 0,0 1 0,0 0 0,-7-1 0,-25-1-4064</inkml:trace>
</inkml:ink>
</file>

<file path=ppt/ink/ink1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40:03.864"/>
    </inkml:context>
    <inkml:brush xml:id="br0">
      <inkml:brushProperty name="width" value="0.05" units="cm"/>
      <inkml:brushProperty name="height" value="0.05" units="cm"/>
    </inkml:brush>
  </inkml:definitions>
  <inkml:trace contextRef="#ctx0" brushRef="#br0">0 0 7842,'0'0'975,"23"1"1333,-13 1-2147,-5-1-22,0 0 0,-1-1 1,1 1-1,0-1 0,0 0 0,-1 0 1,7-2-1,44-1 63,0 3 1,58 6-1,-15 8-3434,-86-12 1227</inkml:trace>
</inkml:ink>
</file>

<file path=ppt/ink/ink1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40:04.481"/>
    </inkml:context>
    <inkml:brush xml:id="br0">
      <inkml:brushProperty name="width" value="0.05" units="cm"/>
      <inkml:brushProperty name="height" value="0.05" units="cm"/>
    </inkml:brush>
  </inkml:definitions>
  <inkml:trace contextRef="#ctx0" brushRef="#br0">4 0 9346,'0'0'2014,"-1"9"-3515,-1 52 1665,8 98-1,10-34-1351</inkml:trace>
</inkml:ink>
</file>

<file path=ppt/ink/ink1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40:04.941"/>
    </inkml:context>
    <inkml:brush xml:id="br0">
      <inkml:brushProperty name="width" value="0.05" units="cm"/>
      <inkml:brushProperty name="height" value="0.05" units="cm"/>
    </inkml:brush>
  </inkml:definitions>
  <inkml:trace contextRef="#ctx0" brushRef="#br0">1 0 10250,'0'0'1074,"0"9"-1105,9 237 2164,-9-244-2125</inkml:trace>
</inkml:ink>
</file>

<file path=ppt/ink/ink1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40:05.530"/>
    </inkml:context>
    <inkml:brush xml:id="br0">
      <inkml:brushProperty name="width" value="0.05" units="cm"/>
      <inkml:brushProperty name="height" value="0.05" units="cm"/>
    </inkml:brush>
  </inkml:definitions>
  <inkml:trace contextRef="#ctx0" brushRef="#br0">0 45 9922,'0'0'2713,"7"-1"-4248,49-16 2536,-35 10-250,-1 1 0,1 1 0,25-3 0,-42 8-735,-1 0 0,1 0 1,-1 0-1,1 0 0,-1 1 1,1-1-1,4 3 1,4 4-3425</inkml:trace>
</inkml:ink>
</file>

<file path=ppt/ink/ink1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40:05.864"/>
    </inkml:context>
    <inkml:brush xml:id="br0">
      <inkml:brushProperty name="width" value="0.05" units="cm"/>
      <inkml:brushProperty name="height" value="0.05" units="cm"/>
    </inkml:brush>
  </inkml:definitions>
  <inkml:trace contextRef="#ctx0" brushRef="#br0">1 33 8586,'1'0'992,"2"0"-80,54-15-184,-56 15-111,1 0-217,40-9-88,-27 6-128,0 0-24,-1 3-48,-2-1 0,-3 1-24,0-2-8,-1 2-16,1 0-80,0 0-640,0 0-529</inkml:trace>
</inkml:ink>
</file>

<file path=ppt/ink/ink1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40:06.403"/>
    </inkml:context>
    <inkml:brush xml:id="br0">
      <inkml:brushProperty name="width" value="0.05" units="cm"/>
      <inkml:brushProperty name="height" value="0.05" units="cm"/>
    </inkml:brush>
  </inkml:definitions>
  <inkml:trace contextRef="#ctx0" brushRef="#br0">0 0 11434,'0'0'4036,"0"10"-6843,5 234 2505,-5-191 473,2-1 0,14 91-1,-5-104-934</inkml:trace>
</inkml:ink>
</file>

<file path=ppt/ink/ink1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40:07.349"/>
    </inkml:context>
    <inkml:brush xml:id="br0">
      <inkml:brushProperty name="width" value="0.05" units="cm"/>
      <inkml:brushProperty name="height" value="0.05" units="cm"/>
    </inkml:brush>
  </inkml:definitions>
  <inkml:trace contextRef="#ctx0" brushRef="#br0">0 49 9426,'0'0'1930,"15"-1"-1373,-3 0-399,32-5 1283,169-31 1256,-157 34-1128,-56 3-1372,-1 31-496,-2 1 1,-1-1-1,-11 40 1,-6 43 331,15-74 36,-21 74 0,-7-6 444,33-99-377</inkml:trace>
</inkml:ink>
</file>

<file path=ppt/ink/ink1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40:08.605"/>
    </inkml:context>
    <inkml:brush xml:id="br0">
      <inkml:brushProperty name="width" value="0.05" units="cm"/>
      <inkml:brushProperty name="height" value="0.05" units="cm"/>
    </inkml:brush>
  </inkml:definitions>
  <inkml:trace contextRef="#ctx0" brushRef="#br0">0 196 9906,'6'-17'3174,"6"-19"-3011,-10 31-84,1-3 225,5-3-76,7-12 555,0 1 1,35-39 0,-49 60-700,0-1-162,0 1 0,0 0 0,0 0 0,0 1 0,0-1-1,0 0 1,0 0 0,1 0 0,-1 1 0,0-1 0,0 1 0,3-1 0,-3 1 27,0 0 1,0 0-1,0 0 0,0 1 1,0-1-1,0 0 0,0 1 1,0-1-1,0 1 0,0-1 0,0 1 1,0 0-1,0-1 0,0 1 1,0 0-1,0 0 0,-1-1 1,1 1-1,0 0 0,-1 0 1,1 0-1,-1 0 0,1 0 1,-1 0-1,1 2 0,2 2 49,1 0 0,-1 0-1,0 0 0,-1 1 0,1-1 1,-1 1-1,0-1 0,-1 1 1,1 0-1,-1 0 0,0 0 0,-1-1 1,1 9-1,-23 130 186,5-51 3591,40-92-5885,10 4 2061,-33-5 45,1 0 0,0 0 1,0 0-1,-1 0 0,1 0 0,0 0 0,0 0 0,-1 0 0,1 0 0,0 1 0,-1-1 0,1 0 0,0 1 0,-1-1 0,1 0 0,0 1 0,-1-1 0,1 1 0,-1-1 0,1 1 0,-1-1 0,1 1 0,-1-1 1,1 1-1,-1 0 0,1-1 0,0 2 0,7 11 34,18 21 8,-23-30 28,4 10 73,-5-1-133,1-2-12,-1-6-31,-1-1-1,0 1 1,0-1 0,-1 1 0,1-1 0,-1 8 0,-5 1-221,-9 20 159,10-22-20,1-7 53,-9 6 9,2 0 43,7-5 23,-1-1-1,-1 1 1,1-1 0,-1 0 0,-8 5 0,9-6 40,0-1 0,0 0 1,0 0-1,0 0 0,-1 0 1,-4 1-1,-2 0 51,4 1 617,0-3 810,-4-3-979,3 2-394,6 0-77,-1 0-1,1 0 1,-1 0-1,0 0 1,1 0 0,-1-1-1,1 1 1,-1-1-1,1 1 1,-1-1-1,-2-1 1,-11-13 46,-27-22-2661</inkml:trace>
</inkml:ink>
</file>

<file path=ppt/ink/ink1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40:11.167"/>
    </inkml:context>
    <inkml:brush xml:id="br0">
      <inkml:brushProperty name="width" value="0.05" units="cm"/>
      <inkml:brushProperty name="height" value="0.05" units="cm"/>
    </inkml:brush>
  </inkml:definitions>
  <inkml:trace contextRef="#ctx0" brushRef="#br0">63 46 5217,'-15'-5'4908,"-3"-13"-1753,-4-3 1834,22 21-4819,-6-1-2440,4 14-392,10 30 2464,21 63 0,-15-57 249,11 63-1,12 102 729,-31-163 419,-6-17-4567,0-32 2974,0 1-1604</inkml:trace>
</inkml:ink>
</file>

<file path=ppt/ink/ink1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40:12.271"/>
    </inkml:context>
    <inkml:brush xml:id="br0">
      <inkml:brushProperty name="width" value="0.05" units="cm"/>
      <inkml:brushProperty name="height" value="0.05" units="cm"/>
    </inkml:brush>
  </inkml:definitions>
  <inkml:trace contextRef="#ctx0" brushRef="#br0">1 130 9370,'0'0'3638,"5"6"-5832,5 6 1950,9 9 189,-1 1 1,-1 0 0,-2 2-1,16 27 1,24 83 426,-34-80-188,2-1 0,42 71 0,-49-101-268,-1-1 893,-4-9 8432,-6-28-9048,1-21-80,-2-1 0,-1 0 0,-4-65 0,-22-122 315,15 158-460,-5-69 120,12 77-5875</inkml:trace>
</inkml:ink>
</file>

<file path=ppt/ink/ink1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40:17.140"/>
    </inkml:context>
    <inkml:brush xml:id="br0">
      <inkml:brushProperty name="width" value="0.05" units="cm"/>
      <inkml:brushProperty name="height" value="0.05" units="cm"/>
    </inkml:brush>
  </inkml:definitions>
  <inkml:trace contextRef="#ctx0" brushRef="#br0">6 0 4529,'0'0'11917,"-2"21"-14188,0 2 1982,0 41 1,5-29 129,3 7-23,-4-32 175,2 14 13,3 39 0,1 161 152,1-131-137,-4-54 112,-2 0 0,-2 52 0,-10-8 128,-1 56 485,43-115-990,9-7 419,-34-14-95,15 0 304,-11-1-373,-9-2 0,1 0 1,-1 1-1,1-1 0,-1 1 1,0 0-1,1 0 1,-1 0-1,5 3 0,30 10 53,-28-11-57,6 0 212,-1-2 9,-4 1-173,15 3 250,42 2 0,49-13 265,-114 6-565,0 0 0,-1 0 0,1 0 1,0-1-1,0 1 0,0-1 0,0 1 1,0-1-1,2-1 0,0 0 10,0 1 1,-1-1-1,1 1 1,0 0-1,0 1 0,9-1 1,79-16 30,-89 16-40,0-1-1,0 1 0,0 0 1,0 1-1,0-1 0,0 0 1,0 1-1,0 0 0,7 0 1,0 1-2,58-10 18,263-1 11,-311 10-19,57-3 459,28 1-159,116 5-154,-32-3 111,-164-1-246,470-10 55,-455 10 81,62-8-1,-3-1 2,-80 8-125,37-8 0,12-3 38,12 5-44,115-7 66,205 4-2,-163 10 670,-237 1-894</inkml:trace>
</inkml:ink>
</file>

<file path=ppt/ink/ink1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40:18.449"/>
    </inkml:context>
    <inkml:brush xml:id="br0">
      <inkml:brushProperty name="width" value="0.05" units="cm"/>
      <inkml:brushProperty name="height" value="0.05" units="cm"/>
    </inkml:brush>
  </inkml:definitions>
  <inkml:trace contextRef="#ctx0" brushRef="#br0">126 93 4233,'0'0'1919,"-2"-6"2837,-5-7-4687,-2-9-680,8 19 348,0 0 0,0 0 0,0 1 0,0-1 0,-1 0 0,0 1 0,1 0 0,-1-1 0,0 1 1,-3-4-1,-4 0-4471,-4-2 5987,12 7-1005,1 1 0,-1-1 0,0 1 1,1-1-1,-1 1 0,0 0 0,0-1 1,0 1-1,1 0 0,-1 0 0,0-1 0,0 1 1,0 0-1,0 0 0,0 0 0,0 0 1,1 0-1,-1 0 0,0 0 0,0 0 0,0 0 1,0 1-1,-1-1 0,0 3-205,1 0-1,-1 0 1,1-1-1,0 1 1,0 0-1,0 0 1,0 0 0,1 0-1,-1 0 1,0 5-1,0 1 61,-1 4 148,1-1 0,0 1 1,0-1-1,1 1 0,1-1 0,0 0 0,4 17 1,1 20 456,-1 50 994,18 106-1,-13-129-1516,0 79-1,-8-95-14,6 36 278,-8-87 36,0 0 0,-1 0 0,-3 16 1,2-21-556,0 0 1,0 0 0,-1 0 0,0 0 0,1 0 0,-1 0-1,-1-1 1,1 1 0,-5 3 0,-2 2-95,8-7 66,1 0 0,-1 0 0,1 0 0,-1-1 0,0 1 0,1 0 0,-1-1 0,0 1 0,0-1 0,0 0 0,0 0 0,-3 1 1,-2 1-293,-12 7-1156</inkml:trace>
</inkml:ink>
</file>

<file path=ppt/ink/ink1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40:20.480"/>
    </inkml:context>
    <inkml:brush xml:id="br0">
      <inkml:brushProperty name="width" value="0.05" units="cm"/>
      <inkml:brushProperty name="height" value="0.05" units="cm"/>
    </inkml:brush>
  </inkml:definitions>
  <inkml:trace contextRef="#ctx0" brushRef="#br0">0 81 3977,'0'0'7774,"20"0"-7268,38 4-46,31-1-113,332-1 633,-160 8-853,25 0-95,551-15-7,-357-18 1158,-457 21-1216,450-34 373,-325 23-289,452-18 366,-590 32-399,9-1 66,1 0-1,-1 2 1,0 0-1,0 1 1,28 9-1,-38-8-374,0 3-912</inkml:trace>
</inkml:ink>
</file>

<file path=ppt/ink/ink1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40:43.346"/>
    </inkml:context>
    <inkml:brush xml:id="br0">
      <inkml:brushProperty name="width" value="0.05" units="cm"/>
      <inkml:brushProperty name="height" value="0.05" units="cm"/>
      <inkml:brushProperty name="color" value="#004F8B"/>
    </inkml:brush>
  </inkml:definitions>
  <inkml:trace contextRef="#ctx0" brushRef="#br0">1 77 5577,'0'0'10230,"21"-1"-10314,34-4-96,-7-3 175,-51 9 2,14-1 1,92-3 0,176-4 76,56-2 316,0 0 123,55 6 349,-16 9-630,-40-15 749,2 1-415,-92 21-475,0 0-55,-222-13-17,4 0 101,0 0-1,0-2 0,37-7 0,-25 3 116,62-4 1,-24 3-180,110-6 105,-170 14-372,1 0-1,33 8 1,-41-7-2982</inkml:trace>
</inkml:ink>
</file>

<file path=ppt/ink/ink1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40:27.987"/>
    </inkml:context>
    <inkml:brush xml:id="br0">
      <inkml:brushProperty name="width" value="0.05" units="cm"/>
      <inkml:brushProperty name="height" value="0.05" units="cm"/>
      <inkml:brushProperty name="color" value="#004F8B"/>
    </inkml:brush>
  </inkml:definitions>
  <inkml:trace contextRef="#ctx0" brushRef="#br0">3 41 2969,'0'0'11590,"0"-41"-9141,-1 73-5319,0-14 2955,0 0 1,5 34 0,15 121 761,-6-51 42,-1 148 1,-23-8 621,10-182-1208,1-79 1,0 20 186,0-14-5817</inkml:trace>
</inkml:ink>
</file>

<file path=ppt/ink/ink1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40:28.990"/>
    </inkml:context>
    <inkml:brush xml:id="br0">
      <inkml:brushProperty name="width" value="0.05" units="cm"/>
      <inkml:brushProperty name="height" value="0.05" units="cm"/>
      <inkml:brushProperty name="color" value="#004F8B"/>
    </inkml:brush>
  </inkml:definitions>
  <inkml:trace contextRef="#ctx0" brushRef="#br0">7 4 1008,'0'0'4617,"-2"0"-4545,1 0-88,-1-2-480,1 1-360</inkml:trace>
</inkml:ink>
</file>

<file path=ppt/ink/ink1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40:49.128"/>
    </inkml:context>
    <inkml:brush xml:id="br0">
      <inkml:brushProperty name="width" value="0.05" units="cm"/>
      <inkml:brushProperty name="height" value="0.05" units="cm"/>
      <inkml:brushProperty name="color" value="#004F8B"/>
    </inkml:brush>
  </inkml:definitions>
  <inkml:trace contextRef="#ctx0" brushRef="#br0">67 3 6681,'0'0'2817,"-2"0"-2713,1 0-88,-1 0-16,1 0-16,-2 0 0,0 0-160,0 0-200,-49-3-632</inkml:trace>
</inkml:ink>
</file>

<file path=ppt/ink/ink1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40:51.155"/>
    </inkml:context>
    <inkml:brush xml:id="br0">
      <inkml:brushProperty name="width" value="0.05" units="cm"/>
      <inkml:brushProperty name="height" value="0.05" units="cm"/>
      <inkml:brushProperty name="color" value="#004F8B"/>
    </inkml:brush>
  </inkml:definitions>
  <inkml:trace contextRef="#ctx0" brushRef="#br0">0 0 17057,'101'1369'0</inkml:trace>
</inkml:ink>
</file>

<file path=ppt/ink/ink1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40:54.524"/>
    </inkml:context>
    <inkml:brush xml:id="br0">
      <inkml:brushProperty name="width" value="0.05" units="cm"/>
      <inkml:brushProperty name="height" value="0.05" units="cm"/>
      <inkml:brushProperty name="color" value="#004F8B"/>
    </inkml:brush>
  </inkml:definitions>
  <inkml:trace contextRef="#ctx0" brushRef="#br0">11 172 4321,'0'0'11366,"0"-28"-10376,-4-32-1159,-2-4-1365,7 52 818,-1 5-2764</inkml:trace>
</inkml:ink>
</file>

<file path=ppt/ink/ink1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40:56.619"/>
    </inkml:context>
    <inkml:brush xml:id="br0">
      <inkml:brushProperty name="width" value="0.05" units="cm"/>
      <inkml:brushProperty name="height" value="0.05" units="cm"/>
      <inkml:brushProperty name="color" value="#004F8B"/>
    </inkml:brush>
  </inkml:definitions>
  <inkml:trace contextRef="#ctx0" brushRef="#br0">1 142 5969,'0'0'7043,"19"-1"-5416,77-3-1512,163 20-381,-13 0 414,145-34 16,-149 4-26,197 8 1183,117-8-494,-171-19 912,-277 19-1612,132-13-84,-48 22-93,112-9 220,-177-9 112,-121 22 14</inkml:trace>
</inkml:ink>
</file>

<file path=ppt/ink/ink1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7:49.953"/>
    </inkml:context>
    <inkml:brush xml:id="br0">
      <inkml:brushProperty name="width" value="0.05" units="cm"/>
      <inkml:brushProperty name="height" value="0.05" units="cm"/>
      <inkml:brushProperty name="color" value="#004F8B"/>
    </inkml:brush>
  </inkml:definitions>
  <inkml:trace contextRef="#ctx0" brushRef="#br0">26 110 3353,'0'0'3847,"-26"-32"2380,26 29-4892,0 3-1294,0 0 1,0-1-1,0 1 1,1-1-1,-1 1 1,0 0-1,0-1 1,0 1-1,0-1 1,1 1-1,-1 0 1,0-1-1,0 1 1,1 0-1,-1 0 1,0-1-1,1 1 1,-1 0-1,0-1 1,1 1-1,-1 0 0,0 0 1,1 0-1,-1 0 1,1-1-1,-1 1 1,0 0-1,1 0 1,-1 0-1,1 0 1,0 0-1,3-3 80,19-7-107,-1 1-1,1 1 1,1 1-1,0 1 1,36-4-1,-24 5-228,-17 2-251,0 0-1,0 1 0,0 2 1,36 2-1,-15 3-1473</inkml:trace>
</inkml:ink>
</file>

<file path=ppt/ink/ink1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7:50.446"/>
    </inkml:context>
    <inkml:brush xml:id="br0">
      <inkml:brushProperty name="width" value="0.05" units="cm"/>
      <inkml:brushProperty name="height" value="0.05" units="cm"/>
      <inkml:brushProperty name="color" value="#004F8B"/>
    </inkml:brush>
  </inkml:definitions>
  <inkml:trace contextRef="#ctx0" brushRef="#br0">15 0 6817,'0'0'7706,"-1"9"-9233,-7 56 1673,3 1 1,5 107-1,1-141-406,0-23-704</inkml:trace>
</inkml:ink>
</file>

<file path=ppt/ink/ink1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7:51.167"/>
    </inkml:context>
    <inkml:brush xml:id="br0">
      <inkml:brushProperty name="width" value="0.05" units="cm"/>
      <inkml:brushProperty name="height" value="0.05" units="cm"/>
      <inkml:brushProperty name="color" value="#004F8B"/>
    </inkml:brush>
  </inkml:definitions>
  <inkml:trace contextRef="#ctx0" brushRef="#br0">55 47 5153,'0'0'12059,"20"-13"-11386,15-13-750,-30 23-84,-5 2 141,0 1 0,0 0 0,0-1 0,1 1 1,-1 0-1,0 0 0,0-1 0,1 1 0,-1 0 0,0 0 0,0 0 1,1-1-1,-1 1 0,0 0 0,1 0 0,-1 0 0,0 0 1,1 0-1,-1-1 0,0 1 0,1 0 0,-1 0 0,0 0 1,1 0-1,-1 0 0,0 0 0,1 0 0,-1 0 0,0 0 0,1 1 1,9 1-260,22 3-176,-31-5 439,10 4-1088,-9 0 849,3 2 45,-1 0-1,0 1 1,0 0-1,0 0 1,-1 0-1,0 0 1,-1 0-1,1 0 1,-1 1-1,-1 0 0,0-1 1,0 1-1,0 14 1,-2-7 83,0-1 0,-2 1 0,0-1 0,0 0 0,-1 0 1,-1 0-1,0 0 0,-1-1 0,-1 0 0,0 0 0,-13 17 0,-9 8-417,-2-2-1,-41 38 1,53-55 438,19-19 136,0 0 1,0 0-1,0 0 1,0 0 0,0 0-1,0 0 1,0 0-1,0 0 1,-1 1-1,1-1 1,0 0-1,0 0 1,0 0-1,0 0 1,0 0-1,0 0 1,0 1-1,0-1 1,0 0 0,0 0-1,0 0 1,0 0-1,0 0 1,0 1-1,0-1 1,0 0-1,0 0 1,0 0-1,0 0 1,0 0-1,0 0 1,0 1-1,0-1 1,0 0-1,0 0 1,0 0 0,0 0-1,0 0 1,1 0-1,-1 1 1,0-1-1,0 0 1,0 0-1,0 0 1,0 0-1,0 0 1,0 0-1,1 0 1,-1 0-1,0 0 1,0 0 0,0 0-1,0 0 1,0 1-1,0-1 1,1 0-1,13 2 452,23-6 54,-9-3-76,0-2-94,1 3 0,29-4 0,-49 9-357,1 0 1,-1 1-1,1 0 0,-1 1 0,1 0 0,-1 1 0,0 0 0,0 0 1,0 1-1,13 5 0,-11-3-676,-2 0-523</inkml:trace>
</inkml:ink>
</file>

<file path=ppt/ink/ink1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7:51.818"/>
    </inkml:context>
    <inkml:brush xml:id="br0">
      <inkml:brushProperty name="width" value="0.05" units="cm"/>
      <inkml:brushProperty name="height" value="0.05" units="cm"/>
      <inkml:brushProperty name="color" value="#004F8B"/>
    </inkml:brush>
  </inkml:definitions>
  <inkml:trace contextRef="#ctx0" brushRef="#br0">1 23 4633,'0'0'11925,"16"-1"-12162,12-4-140,82-10 1695,-52 13-2503,-3 10-3684,-46-6 1559</inkml:trace>
</inkml:ink>
</file>

<file path=ppt/ink/ink1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7:52.215"/>
    </inkml:context>
    <inkml:brush xml:id="br0">
      <inkml:brushProperty name="width" value="0.05" units="cm"/>
      <inkml:brushProperty name="height" value="0.05" units="cm"/>
      <inkml:brushProperty name="color" value="#004F8B"/>
    </inkml:brush>
  </inkml:definitions>
  <inkml:trace contextRef="#ctx0" brushRef="#br0">0 0 5433,'0'0'5764,"16"0"-4749,240 7-328,-244-6-1146,2-1-867</inkml:trace>
</inkml:ink>
</file>

<file path=ppt/ink/ink1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7:52.793"/>
    </inkml:context>
    <inkml:brush xml:id="br0">
      <inkml:brushProperty name="width" value="0.05" units="cm"/>
      <inkml:brushProperty name="height" value="0.05" units="cm"/>
      <inkml:brushProperty name="color" value="#004F8B"/>
    </inkml:brush>
  </inkml:definitions>
  <inkml:trace contextRef="#ctx0" brushRef="#br0">1 0 6337,'0'0'10715,"0"12"-13521,4 142 2494,7 73 1588,-8-179-3677</inkml:trace>
</inkml:ink>
</file>

<file path=ppt/ink/ink1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7:53.350"/>
    </inkml:context>
    <inkml:brush xml:id="br0">
      <inkml:brushProperty name="width" value="0.05" units="cm"/>
      <inkml:brushProperty name="height" value="0.05" units="cm"/>
      <inkml:brushProperty name="color" value="#004F8B"/>
    </inkml:brush>
  </inkml:definitions>
  <inkml:trace contextRef="#ctx0" brushRef="#br0">9 16 4185,'0'0'7237,"0"12"-7923,-4 31 473,2-19 118,0 0-1,3 48 1,-1-66 112,1 0 1,1 1-1,-1-1 0,1 0 1,0 0-1,1 0 1,-1 0-1,1 0 0,1 0 1,-1-1-1,6 8 1,-6-10 0,0-1 0,0 1 0,0-1 0,0 1 0,0-1 0,1 0 0,-1 0 0,1-1 1,-1 1-1,1-1 0,0 1 0,0-1 0,-1 0 0,1-1 0,0 1 0,0-1 0,0 1 0,0-1 1,8-1-1,-7 1 66,0-1 0,0 0 0,0 0 0,0 0-1,0 0 1,0-1 0,0 0 0,-1 0 0,1 0 0,-1 0 0,1-1 0,-1 0 0,0 0 0,0 0 0,0 0 0,0-1 0,-1 0 0,1 1 0,-1-1 0,0 0 0,0-1 0,0 1 0,-1 0 0,4-9 0,-4 7 64,-1 0 0,1 0 1,-1 0-1,0 0 0,-1 0 0,1-1 0,-1 1 1,0 0-1,-1 0 0,0 0 0,0 0 0,0 0 1,0 0-1,-1 0 0,0 0 0,0 0 1,-1 1-1,0-1 0,0 1 0,-5-7 0,-33-40-265,37 48-200,1 0 1,-1 0-1,0 0 0,-1 1 1,1 0-1,-1 0 0,1 0 1,-1 0-1,0 1 0,-5-2 1,-1 2-1621</inkml:trace>
</inkml:ink>
</file>

<file path=ppt/ink/ink1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7:53.942"/>
    </inkml:context>
    <inkml:brush xml:id="br0">
      <inkml:brushProperty name="width" value="0.05" units="cm"/>
      <inkml:brushProperty name="height" value="0.05" units="cm"/>
      <inkml:brushProperty name="color" value="#004F8B"/>
    </inkml:brush>
  </inkml:definitions>
  <inkml:trace contextRef="#ctx0" brushRef="#br0">38 1 9186,'0'0'2919,"-3"12"-4919,2-7 1953,-8 24-139,1 0-1,-6 48 1,13-69 193,0 0 1,1 0-1,0 0 1,0 1-1,1-1 1,0 0-1,0 0 1,1 0-1,0 0 0,0 0 1,1-1-1,0 1 1,1 0-1,-1-1 1,9 11-1,-11-16 24,0 0 0,0-1 0,1 1 0,-1-1 0,1 1 0,-1-1 0,1 0-1,0 0 1,0 1 0,-1-1 0,1 0 0,0-1 0,0 1 0,0 0 0,0 0 0,0-1 0,0 1 0,0-1 0,0 0-1,0 0 1,0 0 0,3 0 0,-2 0 112,1-1-1,-1 0 0,0 0 1,1-1-1,-1 1 0,0-1 0,0 1 1,0-1-1,0 0 0,0 0 1,0 0-1,2-3 0,2-2 364,0-1-1,-1 1 1,1-1-1,-2 0 1,1 0-1,-1-1 1,-1 0-1,6-13 1,-9 18-364,0 0 1,0-1-1,0 1 0,-1-1 1,0 1-1,0 0 1,0-1-1,0 1 0,-1 0 1,0-1-1,0 1 1,0 0-1,0 0 0,-4-8 1,-3-3-68,0 1 0,-17-23-1,-5-11-2889</inkml:trace>
</inkml:ink>
</file>

<file path=ppt/ink/ink1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7:54.390"/>
    </inkml:context>
    <inkml:brush xml:id="br0">
      <inkml:brushProperty name="width" value="0.05" units="cm"/>
      <inkml:brushProperty name="height" value="0.05" units="cm"/>
      <inkml:brushProperty name="color" value="#004F8B"/>
    </inkml:brush>
  </inkml:definitions>
  <inkml:trace contextRef="#ctx0" brushRef="#br0">32 1 4801,'0'0'10729,"-1"4"-12925,-6 26 1775,1-1 0,2 1 0,-1 54 0,0-5 265,3-68 24,1-1-1,1 1 0,0-1 1,0 1-1,1-1 0,0 0 1,5 16-1,-2-18-1234</inkml:trace>
</inkml:ink>
</file>

<file path=ppt/ink/ink1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7:54.980"/>
    </inkml:context>
    <inkml:brush xml:id="br0">
      <inkml:brushProperty name="width" value="0.05" units="cm"/>
      <inkml:brushProperty name="height" value="0.05" units="cm"/>
      <inkml:brushProperty name="color" value="#004F8B"/>
    </inkml:brush>
  </inkml:definitions>
  <inkml:trace contextRef="#ctx0" brushRef="#br0">1 11 4849,'0'0'8231,"5"5"-9075,39 42 587,-2 2 1,53 79-1,1 3 4560,-91-175-1979,-4 34-2169,0 0 0,0 1 1,0-1-1,-2-16 0,-12-156 2172,12 102-5690</inkml:trace>
</inkml:ink>
</file>

<file path=ppt/ink/ink1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7:59.287"/>
    </inkml:context>
    <inkml:brush xml:id="br0">
      <inkml:brushProperty name="width" value="0.05" units="cm"/>
      <inkml:brushProperty name="height" value="0.05" units="cm"/>
      <inkml:brushProperty name="color" value="#004F8B"/>
    </inkml:brush>
  </inkml:definitions>
  <inkml:trace contextRef="#ctx0" brushRef="#br0">9 148 3569,'0'0'8464,"-6"-13"-8429,3 6 3250,6 8-3274,0-1 1,0 0 0,-1-1-1,1 1 1,0 0 0,0-1 0,-1 1-1,1-1 1,4-2 0,-3 2 39,0-1 1,0 1 0,0 0 0,0 0-1,0 1 1,0-1 0,1 1 0,6 0-1,92-9 201,-66 5-194,45 0 0,-7 0 99,172-8 249,-156-2 90,-18 4-417,160-15-42,-72 8 105,-100 9-105,-43 5-7,0 1 1,1 0 0,-1 1 0,1 1-1,34 4 1,-52-4 53,5 0-528</inkml:trace>
</inkml:ink>
</file>

<file path=ppt/ink/ink1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8:00.335"/>
    </inkml:context>
    <inkml:brush xml:id="br0">
      <inkml:brushProperty name="width" value="0.05" units="cm"/>
      <inkml:brushProperty name="height" value="0.05" units="cm"/>
      <inkml:brushProperty name="color" value="#004F8B"/>
    </inkml:brush>
  </inkml:definitions>
  <inkml:trace contextRef="#ctx0" brushRef="#br0">300 112 5617,'0'0'9524,"-1"-5"-6313,-12-18-2983,6 13-267,-18-22-231,9 23-540,-21-13 457,33 19 9,-5 0-761,-1 2 673,3 0 319,1 0 0,-1 0 0,0 1 0,1-1 0,-1 2 0,0-1 0,0 1 0,1 0 0,-1 0 0,0 1 0,1 0 0,-1 0-1,1 1 1,0-1 0,0 1 0,0 1 0,-7 4 0,-21 22-165,32-28 278,0 0 1,0 0 0,1 0 0,-1 1 0,1-1-1,-1 0 1,1 1 0,0-1 0,0 1-1,0-1 1,0 1 0,0-1 0,1 1 0,-1 3-1,1-5 30,0-1 180,0 1-195,0-1 0,0 1-1,0-1 1,0 0 0,1 1-1,-1-1 1,0 0 0,0 1-1,0-1 1,1 0 0,-1 1-1,0-1 1,0 0 0,1 1-1,-1-1 1,0 0 0,1 0-1,-1 1 1,0-1 0,1 0-1,-1 0 1,0 0 0,1 1 0,-1-1-1,0 0 1,1 0 0,-1 0-1,1 0 1,-1 0 0,0 0-1,1 0 1,-1 0 0,1 0-1,-1 0 1,0 0 0,1 0-1,0 0 1,36 5 168,-19-3-216,0 1 0,1 0 0,-1 2-1,30 10 1,-39-10-16,1 1 0,-1 0-1,0 0 1,0 0 0,-1 1-1,0 1 1,10 11 0,-15-16 34,-1 0 0,1 0 1,-1 0-1,0 1 0,0-1 1,0 1-1,0-1 0,-1 1 1,0 0-1,1 0 0,-1 0 1,-1 0-1,1 0 0,0 0 1,-1 0-1,0 0 0,0 0 0,0 0 1,-1 0-1,1 0 0,-1 0 1,0 0-1,-2 5 0,2-7 72,0 0-1,-1 1 1,0-1-1,0 0 0,1 0 1,-1 0-1,-1-1 0,1 1 1,0 0-1,0-1 1,0 1-1,-1-1 0,1 0 1,-1 0-1,1 0 1,-6 1-1,-48 12 860,40-12-715,-7 3 340,0-1 1,-39 1 0,60-5-339,-4 0-2106</inkml:trace>
</inkml:ink>
</file>

<file path=ppt/ink/ink1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8:00.769"/>
    </inkml:context>
    <inkml:brush xml:id="br0">
      <inkml:brushProperty name="width" value="0.05" units="cm"/>
      <inkml:brushProperty name="height" value="0.05" units="cm"/>
      <inkml:brushProperty name="color" value="#004F8B"/>
    </inkml:brush>
  </inkml:definitions>
  <inkml:trace contextRef="#ctx0" brushRef="#br0">0 0 4537,'0'0'8594,"1"15"-9792,9 164 2066,-8-166-1612</inkml:trace>
</inkml:ink>
</file>

<file path=ppt/ink/ink1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8:00.953"/>
    </inkml:context>
    <inkml:brush xml:id="br0">
      <inkml:brushProperty name="width" value="0.05" units="cm"/>
      <inkml:brushProperty name="height" value="0.05" units="cm"/>
      <inkml:brushProperty name="color" value="#004F8B"/>
    </inkml:brush>
  </inkml:definitions>
  <inkml:trace contextRef="#ctx0" brushRef="#br0">1 1 7482,'0'0'4553</inkml:trace>
</inkml:ink>
</file>

<file path=ppt/ink/ink1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8:01.715"/>
    </inkml:context>
    <inkml:brush xml:id="br0">
      <inkml:brushProperty name="width" value="0.05" units="cm"/>
      <inkml:brushProperty name="height" value="0.05" units="cm"/>
      <inkml:brushProperty name="color" value="#004F8B"/>
    </inkml:brush>
  </inkml:definitions>
  <inkml:trace contextRef="#ctx0" brushRef="#br0">1 17 2969,'2'49'4454,"9"20"-4046,-6-38 69,-4-17-1875,-2 7 5065,1-16 809,0-21-2457,1 4-1841,0 1 0,1-1 0,1 0 0,0 1 1,1 0-1,0-1 0,0 1 0,1 1 0,1-1 1,0 1-1,0 0 0,1 0 0,0 1 1,1 0-1,10-11 0,-11 18-762,8 2 165,-5-2 368,25-2-155,-21 10-153,21 10 92,-27-13-314,-3 1-255,-1 6 503,15 23-28,-18-30 340,1-1-1,-1 1 1,0-1 0,0 1 0,0 0-1,-1-1 1,1 1 0,0 0-1,-1 0 1,0-1 0,0 1-1,0 0 1,0 0 0,-1 4-1,0 6-17,1 90-350,0-101-741</inkml:trace>
</inkml:ink>
</file>

<file path=ppt/ink/ink1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8:02.732"/>
    </inkml:context>
    <inkml:brush xml:id="br0">
      <inkml:brushProperty name="width" value="0.05" units="cm"/>
      <inkml:brushProperty name="height" value="0.05" units="cm"/>
      <inkml:brushProperty name="color" value="#004F8B"/>
    </inkml:brush>
  </inkml:definitions>
  <inkml:trace contextRef="#ctx0" brushRef="#br0">0 77 4617,'0'0'11566,"12"-21"-8894,-7 10-2586,-4 7-30,1 0 1,0 1 0,0-1 0,0 1-1,0 0 1,1-1 0,-1 1 0,1 0-1,4-4 1,-7 7-230,1-1 1,0 0-1,-1 1 0,1-1 0,0 1 0,0-1 1,-1 1-1,1-1 0,0 1 0,0 0 1,0-1-1,-1 1 0,1 0 0,0 0 0,0-1 1,0 1-1,1 0 0,0 0 18,-1 1-1,1-1 1,-1 1-1,0-1 1,1 1 0,-1 0-1,1-1 1,-1 1-1,0 0 1,1 0 0,-1 0-1,0 0 1,0 0-1,0 0 1,0 0 0,2 2-1,26 33-181,-24-31 156,-4-5 173,-1 1 0,0-1-1,0 0 1,0 0 0,1 0 0,-1 0 0,0 0 0,0 1-1,1-1 1,-1 0 0,0 0 0,0 0 0,0 1-1,0-1 1,0 0 0,1 0 0,-1 0 0,0 1-1,0-1 1,0 0 0,0 0 0,0 1 0,0-1 0,0 0-1,0 0 1,0 1 0,0-1 0,0 0 0,0 1-1,0-1 1,0 0 0,0 0 0,0 1 0,0-1-1,0 0 1,0 1 0,-3 7-36,1 1 76,-1 0 0,0 1-1,-1-2 1,1 1 0,-2 0 0,1-1 0,-1 0 0,-1 0 0,1 0 0,-12 12 3930,17-21-3981,1 0 0,0-1 1,0 1-1,0 0 1,0 0-1,0 0 0,0 0 1,0 0-1,0 0 1,0 1-1,0-1 0,1 0 1,-1 0-1,0 1 1,0-1-1,1 1 0,-1-1 1,0 1-1,1 0 1,2-1-1,5-2-102,-6 2 43,1 0 0,-1 0 0,1 0 0,-1 0 0,1 1 0,-1-1 0,6 1-1,-9 0 62,1 0-81,0 1 0,0-1 0,0 1 0,0-1 0,0 0 0,0 1 0,0 0 0,-1-1-1,1 1 1,0-1 0,0 1 0,0 0 0,-1 0 0,1 0 0,-1-1 0,1 1 0,0 0 0,-1 0 0,1 0 0,0 2 0,25 31-326,-21-28 147,-2 0-377,-4 4 393,3 34-306,-8-32 387,3 0 185,2-7 21,-1-1 0,1 0 0,0-1-1,-1 1 1,0 0 0,0 0 0,0-1-1,-4 5 1,1-2 23,1 0 0,-1 0 0,0-1 0,-10 7 0,4-2 5,-2 0 158,12-10-407,-1 0-272</inkml:trace>
</inkml:ink>
</file>

<file path=ppt/ink/ink1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8:03.426"/>
    </inkml:context>
    <inkml:brush xml:id="br0">
      <inkml:brushProperty name="width" value="0.05" units="cm"/>
      <inkml:brushProperty name="height" value="0.05" units="cm"/>
      <inkml:brushProperty name="color" value="#004F8B"/>
    </inkml:brush>
  </inkml:definitions>
  <inkml:trace contextRef="#ctx0" brushRef="#br0">70 46 752,'0'0'384,"-14"19"3773,8-12-4054,1 0 1,1 1-1,-1 0 0,1 0 0,1 0 0,-1 0 1,1 0-1,1 1 0,0 0 0,0-1 0,0 1 1,0 18-1,3-18-50,0 0 0,0 0 1,0 0-1,1 0 0,1 0 0,0-1 1,0 1-1,0-1 0,1 1 0,0-1 1,1-1-1,0 1 0,9 11 1,-11-16 58,0 0 0,0 0 1,0 0-1,0-1 1,1 1-1,-1-1 1,1 0-1,0 0 1,0 0-1,0 0 0,0-1 1,0 1-1,0-1 1,0 0-1,1 0 1,-1-1-1,0 1 1,0-1-1,1 0 0,-1 0 1,0 0-1,0-1 1,1 0-1,-1 0 1,0 0-1,0 0 1,0 0-1,0-1 0,0 0 1,4-2-1,-3 2 115,0-1 0,0 0 0,0 0 0,-1 0-1,1-1 1,-1 1 0,0-1 0,0 0 0,0 0-1,-1-1 1,1 1 0,-1-1 0,0 0 0,0 0-1,-1 0 1,1 0 0,-1 0 0,0 0 0,0-1-1,-1 1 1,0-1 0,0 1 0,0-1 0,-1 0-1,0 1 1,0-1 0,0 1 0,0-1 0,-1 0-1,-3-10 1,0 3-127,-2-1-1,1 1 1,-2 0-1,1 1 1,-2 0-1,0 0 1,0 0-1,-1 1 1,-18-18-1,21 24-299,0 1 0,0-1 1,0 1-1,0 1 0,0-1 0,-1 1 0,0 0 0,0 0 0,-7-1 0,8 2-298,0 1 1,1 1-1,-1-1 0,0 1 0,0 0 1,0 0-1,0 1 0,0-1 0,1 2 1,-1-1-1,0 0 0,-8 4 0,-1 1-2010</inkml:trace>
</inkml:ink>
</file>

<file path=ppt/ink/ink1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8:03.819"/>
    </inkml:context>
    <inkml:brush xml:id="br0">
      <inkml:brushProperty name="width" value="0.05" units="cm"/>
      <inkml:brushProperty name="height" value="0.05" units="cm"/>
      <inkml:brushProperty name="color" value="#004F8B"/>
    </inkml:brush>
  </inkml:definitions>
  <inkml:trace contextRef="#ctx0" brushRef="#br0">24 0 6793,'0'0'3829,"-4"7"-4836,1-1 980,0-1 0,1 1 0,-1 0 0,1 0 0,1 0 0,-1 1 0,1-1 0,0 0 0,0 0 0,1 1 0,0 7 0,0-12 149,19-5 3648,15-9-2753,-26 9 26,-9-9 2040,0 11-3266,1 0 0,0 0 0,-1-1 0,0 1 0,1 0 0,-1 0 0,0 0 0,1 0 0,-1 0 0,0 0 0,0 0 0,0 0 0,0 0 0,0 0 0,0 0 0,-2 0 0,-22-6-3438</inkml:trace>
</inkml:ink>
</file>

<file path=ppt/ink/ink1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8:11.467"/>
    </inkml:context>
    <inkml:brush xml:id="br0">
      <inkml:brushProperty name="width" value="0.05" units="cm"/>
      <inkml:brushProperty name="height" value="0.05" units="cm"/>
      <inkml:brushProperty name="color" value="#004F8B"/>
    </inkml:brush>
  </inkml:definitions>
  <inkml:trace contextRef="#ctx0" brushRef="#br0">129 1 1728,'0'0'7934,"-15"6"-7970,-99 36 2449,124-42-2008,34-2 780,48-9 1,36-3-2042,-112 12-884</inkml:trace>
</inkml:ink>
</file>

<file path=ppt/ink/ink1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8:11.757"/>
    </inkml:context>
    <inkml:brush xml:id="br0">
      <inkml:brushProperty name="width" value="0.05" units="cm"/>
      <inkml:brushProperty name="height" value="0.05" units="cm"/>
      <inkml:brushProperty name="color" value="#004F8B"/>
    </inkml:brush>
  </inkml:definitions>
  <inkml:trace contextRef="#ctx0" brushRef="#br0">0 23 6729,'0'0'6578,"2"0"-5514,-1 0-144,1-1-320,1 1-184,48-17-255,-49 17-97,-1 0-88,42-4-16,-20 4-233,-2 0-199,5 0-632,3 0-592</inkml:trace>
</inkml:ink>
</file>

<file path=ppt/ink/ink1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8:12.456"/>
    </inkml:context>
    <inkml:brush xml:id="br0">
      <inkml:brushProperty name="width" value="0.05" units="cm"/>
      <inkml:brushProperty name="height" value="0.05" units="cm"/>
      <inkml:brushProperty name="color" value="#004F8B"/>
    </inkml:brush>
  </inkml:definitions>
  <inkml:trace contextRef="#ctx0" brushRef="#br0">6 99 8066,'1'-1'8021,"7"-16"-6751,-3 7-1157,-4 7-45,1-1 0,-1 1 0,1 0 0,0 0 0,0 0 0,0 0 0,0 0 0,5-5 1,-3 5-73,-1 0 1,0 0 0,1 0-1,0 0 1,0 1 0,0 0-1,7-4 1,0 0-32,-6 3-128,5 0-402,0 5 192,33 1-830,-42-3 722,2 2-1042,2 11 791,-5-11 716,3 3-54,-1 1 0,0-1 0,-1 1 0,0 0 0,0 0 0,0-1 0,0 1 1,-1 0-1,0 0 0,0 0 0,-1-1 0,1 1 0,-1 0 0,-3 8 0,-85 198-730,8-17 876,79-192 721,11-4-617,-1-1-1,0 0 1,1 0-1,-1-1 1,0 0-1,0 0 1,-1-1 0,1 0-1,13-10 1,21-9 318,-30 18-640,0 0-1,0 1 1,1 1-1,0 0 1,-1 1 0,1 0-1,0 1 1,25 1-1,-37 0-1109</inkml:trace>
</inkml:ink>
</file>

<file path=ppt/ink/ink1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8:12.980"/>
    </inkml:context>
    <inkml:brush xml:id="br0">
      <inkml:brushProperty name="width" value="0.05" units="cm"/>
      <inkml:brushProperty name="height" value="0.05" units="cm"/>
      <inkml:brushProperty name="color" value="#004F8B"/>
    </inkml:brush>
  </inkml:definitions>
  <inkml:trace contextRef="#ctx0" brushRef="#br0">83 0 3145,'0'0'4598,"-9"10"-4035,0 3-528,1 1 0,1 0-1,0 0 1,1 0 0,0 1 0,-6 28 0,6-13 92,1 1-1,-2 35 1,6-59-102,1 1-1,0-1 1,1 1-1,-1-1 1,2 1 0,-1-1-1,1 0 1,0 1 0,0-1-1,1 0 1,0 0-1,0 0 1,0-1 0,10 13-1,-12-17-28,0-1 0,1 1-1,-1-1 1,1 1 0,0-1-1,-1 0 1,1 0 0,0 0 0,0 0-1,0 0 1,0 0 0,-1 0-1,2 0 1,-1-1 0,0 1-1,0-1 1,0 0 0,0 1-1,0-1 1,0 0 0,4 0-1,-2-1 28,0 0 0,-1-1 0,1 1 0,0 0 0,0-1 0,-1 0 0,1 0 0,-1 0 0,0 0 0,6-6 0,0-1 285,0 0 0,0-1 0,-1 0-1,0 0 1,-1-1 0,8-14 0,-10 14 196,-1-1-1,0 0 1,0 0 0,-1 0 0,-1 0-1,0-1 1,0 1 0,-2 0 0,0-16 0,0 19-392,-1 0 1,0-1 0,0 1 0,-1 0 0,0 0-1,-1 0 1,0 0 0,0 1 0,-1-1 0,0 1-1,-1 0 1,-10-15 0,14 22-312,0 0 1,-1-1-1,1 1 1,0 0-1,-1 0 1,1-1-1,-1 1 1,1 0-1,-1 1 0,0-1 1,1 0-1,-1 0 1,0 1-1,0-1 1,-3 0-1,-6 0-2001</inkml:trace>
</inkml:ink>
</file>

<file path=ppt/ink/ink1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8:13.564"/>
    </inkml:context>
    <inkml:brush xml:id="br0">
      <inkml:brushProperty name="width" value="0.05" units="cm"/>
      <inkml:brushProperty name="height" value="0.05" units="cm"/>
      <inkml:brushProperty name="color" value="#004F8B"/>
    </inkml:brush>
  </inkml:definitions>
  <inkml:trace contextRef="#ctx0" brushRef="#br0">28 0 5233,'0'0'3327,"-5"13"-3284,0 2-46,1 0-1,0 1 0,0-1 1,2 1-1,0 0 0,1 0 1,0 0-1,3 20 1,-2-26 23,1 0 0,1 1 0,0-1 0,0 0 0,1-1 0,0 1 0,0 0 0,2-1 0,-1 0 0,1 1 0,0-2 0,1 1 0,0-1 0,13 15 0,-17-21-2,1 0-1,0 0 1,-1 0 0,1 0-1,0-1 1,0 1-1,0-1 1,0 0 0,0 1-1,0-2 1,1 1-1,-1 0 1,0-1 0,0 1-1,1-1 1,5 0 0,-3-1 123,0 0 1,0 0-1,0 0 1,-1-1 0,1 0-1,-1 0 1,1-1 0,-1 1-1,6-5 1,-3 3 324,-1-2 0,0 1 0,0-1 0,0 0-1,-1 0 1,1-1 0,-1 0 0,-1 0 0,0-1 0,0 1 0,0-1 0,5-14 0,-8 16-336,-1 1 1,1-1-1,-1 0 1,-1 0-1,1 0 0,-1 0 1,0 0-1,0 0 1,-1 0-1,0 0 1,0 0-1,0 1 1,-1-1-1,0 0 1,0 1-1,0-1 1,-1 1-1,1-1 1,-1 1-1,-1 0 1,1 0-1,-1 1 1,0-1-1,0 1 1,-7-6-1,2 2-607,-1 0-1,0 1 1,0 0-1,-1 1 1,0 0-1,0 0 0,-1 1 1,1 1-1,-1 0 1,0 1-1,-17-3 1,2 3-2034</inkml:trace>
</inkml:ink>
</file>

<file path=ppt/ink/ink1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8:14.069"/>
    </inkml:context>
    <inkml:brush xml:id="br0">
      <inkml:brushProperty name="width" value="0.05" units="cm"/>
      <inkml:brushProperty name="height" value="0.05" units="cm"/>
      <inkml:brushProperty name="color" value="#004F8B"/>
    </inkml:brush>
  </inkml:definitions>
  <inkml:trace contextRef="#ctx0" brushRef="#br0">25 1 5585,'0'0'9277,"-1"9"-11504,-9 54 1842,3 0 0,3 109 0,3-160 306,1-7-19,-1-1 0,1 0 0,0 0-1,0 1 1,0-1 0,1 0 0,-1 0-1,1 0 1,0 0 0,0 0-1,3 6 1,0-7-1426</inkml:trace>
</inkml:ink>
</file>

<file path=ppt/ink/ink1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8:14.691"/>
    </inkml:context>
    <inkml:brush xml:id="br0">
      <inkml:brushProperty name="width" value="0.05" units="cm"/>
      <inkml:brushProperty name="height" value="0.05" units="cm"/>
      <inkml:brushProperty name="color" value="#004F8B"/>
    </inkml:brush>
  </inkml:definitions>
  <inkml:trace contextRef="#ctx0" brushRef="#br0">1 68 6121,'0'0'4456,"10"12"-4057,41 66-362,-3 2-1,46 107 1,-86-172-119,-1 0 0,2-1-1,18 23 3700,-23-49-3215,-1 0-1,0 0 0,-1-1 1,0 1-1,-1-1 1,0 1-1,-1-1 0,-1-14 1,1-9 84,-3-156 2366,1 116-3218,1 1-3630</inkml:trace>
</inkml:ink>
</file>

<file path=ppt/ink/ink1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8:15.853"/>
    </inkml:context>
    <inkml:brush xml:id="br0">
      <inkml:brushProperty name="width" value="0.05" units="cm"/>
      <inkml:brushProperty name="height" value="0.05" units="cm"/>
      <inkml:brushProperty name="color" value="#004F8B"/>
    </inkml:brush>
  </inkml:definitions>
  <inkml:trace contextRef="#ctx0" brushRef="#br0">0 41 3665,'0'0'12428,"21"0"-11623,-10 0-739,-7 0-20,0 0-1,0 0 1,-1 0-1,1 0 1,0-1 0,-1 0-1,1 1 1,0-1-1,-1-1 1,6-2-1,27-8 3,-30 10-34,0-1 1,1 2-1,-1-1 1,0 1-1,10-1 0,-3 0-11,-3 0-16,1 0 0,0 0 0,-1 1 0,17 1 0,2 0-23,244 4 9,-77 1 107,50-9-1785</inkml:trace>
</inkml:ink>
</file>

<file path=ppt/ink/ink1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8:16.763"/>
    </inkml:context>
    <inkml:brush xml:id="br0">
      <inkml:brushProperty name="width" value="0.05" units="cm"/>
      <inkml:brushProperty name="height" value="0.05" units="cm"/>
      <inkml:brushProperty name="color" value="#004F8B"/>
    </inkml:brush>
  </inkml:definitions>
  <inkml:trace contextRef="#ctx0" brushRef="#br0">5 122 3041,'0'0'10751,"6"-18"-7379,8-17-3226,-14 33-109,0 1-1,0 0 1,1 0-1,-1-1 1,1 1-1,-1 0 1,1 0-1,-1 0 1,1-1-1,0 1 1,0 0-1,-1 0 1,1 0-1,0 0 1,0 0-1,1-1 1,11-8 12,19-19-16,-32 29-35,0-1 0,1 1 0,-1-1 0,0 1 0,1-1 0,-1 1-1,1-1 1,-1 1 0,1-1 0,-1 1 0,1-1 0,-1 1 0,1 0 0,-1-1 0,1 1 0,0 0-1,-1 0 1,1-1 0,-1 1 0,1 0 0,0 0 0,-1 0 0,1 0 0,0 0 0,-1 0 0,1 0-1,0 0 1,0 0 0,11 1-202,30-1-308,-41 1 399,0-1 1,0 0 0,-1 1-1,1-1 1,0 1 0,0-1 0,0 1-1,-1-1 1,1 1 0,0-1-1,-1 1 1,1 0 0,-1-1-1,1 1 1,-1 0 0,1 0 0,-1-1-1,1 1 1,-1 0 0,0 0-1,1 1 1,1 1 89,23 33-220,-20-29 97,-3-1-106,-4 4 141,1 2 6,-1 0 0,-1 0 1,1 0-1,-2 0 1,0 0-1,-8 16 1,-81 122-647,19-33 753,73-116 824,16-4 924,77-27-781,-87 28-942,3 0 22,4 2-50,38-4-111,-36 6-4008,-12-2 1977</inkml:trace>
</inkml:ink>
</file>

<file path=ppt/ink/ink1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38:17.836"/>
    </inkml:context>
    <inkml:brush xml:id="br0">
      <inkml:brushProperty name="width" value="0.05" units="cm"/>
      <inkml:brushProperty name="height" value="0.05" units="cm"/>
      <inkml:brushProperty name="color" value="#004F8B"/>
    </inkml:brush>
  </inkml:definitions>
  <inkml:trace contextRef="#ctx0" brushRef="#br0">377 0 3769,'0'0'8166,"-12"11"-7261,-133 110-258,124-106-587,1 0-1,1 1 1,1 2 0,1 0-1,0 0 1,1 2 0,1 0 0,-17 30-1,25-37-6,0 0-1,2 0 0,-1 1 0,2-1 1,0 1-1,0 0 0,2 1 0,0-1 1,0 0-1,1 1 0,1-1 0,0 1 1,1-1-1,1 0 0,0 1 0,8 25 1,-5-22 47,0-1 1,1 1-1,1-1 1,12 23 0,-15-34 6,0 0 1,1 0-1,-1 0 1,1 0 0,1-1-1,-1 1 1,1-1 0,-1-1-1,2 1 1,-1-1-1,0 0 1,1-1 0,10 5-1,3 0-105,0-2-1,0 0 1,0-1 0,1-1-1,0-1 1,0-1-1,29 0 1,-38-3 64,1 0 1,-1 0-1,0-1 1,0-1-1,-1 0 1,1-1-1,0 0 1,-1-1-1,0 0 1,0 0-1,0-1 0,-1-1 1,0 0-1,9-9 1,-9 7 143,109-105 1115,-106 99-1280,0-1 1,-1 0 0,-1-1 0,-1 0 0,0 0 0,9-24 0,-14 29 93,-1 1 1,-1-1-1,1 0 0,-2-1 0,0 1 1,0 0-1,-1-1 0,-1 1 0,0-1 1,0 1-1,-1-1 0,-1 1 0,0 0 0,-8-22 1,5 22-143,0 0 0,-2 0 0,1 1 1,-1 0-1,-1 1 0,0-1 0,-1 1 1,0 1-1,0-1 0,-1 2 0,0-1 1,0 2-1,-1-1 0,-23-11 1,5 4-1008,-1 2 0,-1 1 0,0 1 0,-60-13 0,44 15-1197</inkml:trace>
</inkml:ink>
</file>

<file path=ppt/ink/ink1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41:01.116"/>
    </inkml:context>
    <inkml:brush xml:id="br0">
      <inkml:brushProperty name="width" value="0.05" units="cm"/>
      <inkml:brushProperty name="height" value="0.05" units="cm"/>
      <inkml:brushProperty name="color" value="#004F8B"/>
    </inkml:brush>
  </inkml:definitions>
  <inkml:trace contextRef="#ctx0" brushRef="#br0">0 0 4065,'0'0'8291,"16"1"-8478,123 7 1482,-67-5-1157,22-3 713,-65-2-829,1 2 0,0 1 0,35 7 1,-59-7-23,4-1-2557</inkml:trace>
</inkml:ink>
</file>

<file path=ppt/ink/ink1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41:01.991"/>
    </inkml:context>
    <inkml:brush xml:id="br0">
      <inkml:brushProperty name="width" value="0.05" units="cm"/>
      <inkml:brushProperty name="height" value="0.05" units="cm"/>
      <inkml:brushProperty name="color" value="#004F8B"/>
    </inkml:brush>
  </inkml:definitions>
  <inkml:trace contextRef="#ctx0" brushRef="#br0">25 0 2449,'0'0'10704,"-3"20"-11610,-6 45 985,2 1 0,3-1 1,7 97-1,-5-141-32,1-17-23,0-1-1,1 1 0,0 0 0,0 0 0,0 0 0,0 0 0,0 0 0,1 0 1,1 4-1,11 95 39,-13-95-51,0 1-756</inkml:trace>
</inkml:ink>
</file>

<file path=ppt/ink/ink1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41:03.687"/>
    </inkml:context>
    <inkml:brush xml:id="br0">
      <inkml:brushProperty name="width" value="0.05" units="cm"/>
      <inkml:brushProperty name="height" value="0.05" units="cm"/>
      <inkml:brushProperty name="color" value="#004F8B"/>
    </inkml:brush>
  </inkml:definitions>
  <inkml:trace contextRef="#ctx0" brushRef="#br0">1 63 3153,'0'0'10947,"15"-20"-10948,-2 11-30,19-15 33,-30 22 18,1 1 0,-1 0 0,0 0 0,0 0 0,0 0 0,0 1 0,1-1 0,-1 0 0,0 1 0,1 0 0,-1-1 0,1 1 0,-1 0 0,0 0 1,1 1-1,-1-1 0,4 1 0,4 1-525,-7-2 428,0 0 0,-1 1 0,1 0 0,-1 0 0,1-1 0,0 2 0,-1-1 0,0 0 0,1 0 0,-1 1 1,0-1-1,1 1 0,-1 0 0,0 0 0,3 3 0,21 30-11,-23-31 45,-1-2 13,-2-2 27,1 1-1,-1-1 1,0 0-1,1 1 1,-1-1-1,1 0 1,-1 1-1,0-1 0,1 0 1,-1 1-1,0-1 1,0 0-1,1 1 1,-1-1-1,0 1 1,0-1-1,1 1 1,-1-1-1,0 1 0,0-1 1,0 1-1,0-1 1,0 1-1,0-1 1,0 1-1,0-1 1,0 1-1,0-1 1,0 1-1,0 0 0,-3 8 0,-2 36 7,6-49 5,-3 6 1,-25 48 119,20-37 247,0-3 53,-5 1-313,-29 31-90,37-38-14,0 0 1,-1-1-1,1 1 0,-1-1 0,1 0 1,-8 4-1,-1 0 1,-5 8 441,17-15-434,1 1 0,-1-1 0,1 1 1,-1-1-1,1 1 0,-1-1 0,1 0 0,-1 1 1,1-1-1,-1 0 0,0 1 0,1-1 0,-1 0 1,1 0-1,-1 1 0,0-1 0,1 0 0,-1 0 1,0 0-1,1 0 0,-1 0 0,0 0 0,0 0-125,16 6-2,4-2 154,0-1 0,0-1 1,19 0-1,88-7 869,-87 3 721,0-1-6433</inkml:trace>
</inkml:ink>
</file>

<file path=ppt/ink/ink1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41:32.057"/>
    </inkml:context>
    <inkml:brush xml:id="br0">
      <inkml:brushProperty name="width" value="0.05" units="cm"/>
      <inkml:brushProperty name="height" value="0.05" units="cm"/>
    </inkml:brush>
  </inkml:definitions>
  <inkml:trace contextRef="#ctx0" brushRef="#br0">14 185 6321,'0'0'8714,"-3"32"-13622,1-3 4337,3 34 1,-1 20 585,-3-33-73,-3 166-268,8-194 1328,-2-22-945,0 0 1,0 0-1,1 0 0,-1 0 1,0 0-1,0 0 1,0 0-1,0 0 0,0 0 1,0 0-1,0 0 1,1 0-1,-1 0 0,0 0 1,0 0-1,0 0 1,0 0-1,0 0 0,0 0 1,1 0-1,-1 0 1,0 0-1,0 0 0,0 0 1,0 0-1,0 0 1,0 0-1,0 0 0,1 0 1,-1 0-1,0 0 1,0 0-1,0 0 0,0 0 1,0-1-1,0 1 1,0 0-1,0 0 0,0 0 1,0 0-1,0 0 1,0 0-1,1 0 0,-1 0 1,0-1-1,0 1 1,0 0-1,0 0 0,0 0 1,0 0-1,0 0 1,0 0-1,0 0 0,0-1 1,0 1-1,0 0 1,0 0-1,0 0 0,0 0 1,0 0-1,-1 0 1,1-1-1,0 1 0,0 0 1,9-40 4248,-8 32-5565,15-110 615,2-208 0,-16 222 173,-3 79 496,1 19-477,-1 0 0,1-1 0,1 1 0,1-12 0,8 18 874,255-12 531,-205 13-2126,-46 0-622</inkml:trace>
</inkml:ink>
</file>

<file path=ppt/ink/ink1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41:32.485"/>
    </inkml:context>
    <inkml:brush xml:id="br0">
      <inkml:brushProperty name="width" value="0.05" units="cm"/>
      <inkml:brushProperty name="height" value="0.05" units="cm"/>
    </inkml:brush>
  </inkml:definitions>
  <inkml:trace contextRef="#ctx0" brushRef="#br0">0 58 6809,'0'0'7735,"10"-2"-8531,42-13 549,-19 4 43,-1 3 1,1 0-1,58-5 1,-71 12-1274</inkml:trace>
</inkml:ink>
</file>

<file path=ppt/ink/ink1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41:33.108"/>
    </inkml:context>
    <inkml:brush xml:id="br0">
      <inkml:brushProperty name="width" value="0.05" units="cm"/>
      <inkml:brushProperty name="height" value="0.05" units="cm"/>
    </inkml:brush>
  </inkml:definitions>
  <inkml:trace contextRef="#ctx0" brushRef="#br0">105 39 4993,'0'0'2837,"-6"3"-2679,-2 2-142,1 0-1,0 1 0,0 0 0,0 0 1,1 0-1,0 1 0,0 0 0,1 0 1,0 1-1,0 0 0,0 0 0,1 0 1,0 0-1,1 0 0,0 1 0,0 0 1,1-1-1,0 1 0,1 0 0,0 0 1,0 16-1,1-17-8,0 1-1,1 0 1,0 0 0,0 0-1,1-1 1,0 1 0,0 0-1,1-1 1,1 0 0,-1 0-1,1 0 1,0 0 0,1 0 0,0-1-1,0 0 1,1 0 0,0 0-1,0-1 1,0 0 0,1 0-1,0 0 1,14 8 0,-13-10 115,1 1 0,-1-1 1,1-1-1,0 1 0,0-2 1,0 1-1,1-1 0,-1 0 1,1-1-1,9 0 0,-15-1-29,0 0-1,0-1 1,0 0 0,0 1-1,0-1 1,-1-1 0,1 1-1,0 0 1,0-1-1,-1 0 1,1 0 0,-1 0-1,0 0 1,1-1 0,-1 1-1,0-1 1,-1 0-1,1 0 1,0 0 0,-1 0-1,1 0 1,-1-1-1,0 1 1,0-1 0,-1 1-1,2-5 1,2-6 140,0 0 1,-2-1-1,0 0 0,0 1 1,-2-1-1,1 0 0,-2 0 1,-2-25-1,-1 12 133,-1 1 0,-2-1 1,-14-44-1,19 68-393,-1 1 0,1-1 0,-1 1 0,0-1 0,0 1 0,0 0 0,0-1 0,0 1 0,-1 0 0,1 1 0,-1-1 0,0 0 0,0 1 0,0 0 0,0-1 0,0 1 0,-1 0 0,1 1 0,-7-4 0,5 4-218,0 0 0,0 0-1,-1 0 1,1 1-1,0 0 1,0 0-1,0 0 1,0 1-1,0-1 1,0 1 0,0 0-1,0 1 1,0-1-1,-6 4 1,-8 4-2029</inkml:trace>
</inkml:ink>
</file>

<file path=ppt/ink/ink1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41:33.932"/>
    </inkml:context>
    <inkml:brush xml:id="br0">
      <inkml:brushProperty name="width" value="0.05" units="cm"/>
      <inkml:brushProperty name="height" value="0.05" units="cm"/>
    </inkml:brush>
  </inkml:definitions>
  <inkml:trace contextRef="#ctx0" brushRef="#br0">1 145 4497,'2'30'4898,"0"57"-3992,1 41-1197,0-23 4999,-2-115-4264,29-247-749,-26 231 192,2 0 1,13-43 0,-16 62 93,0-1-1,0 1 0,0 0 0,1 0 0,0 1 1,0-1-1,1 1 0,0 0 0,0 0 0,0 0 0,1 1 1,-1-1-1,14-7 0,-15 11-59,0 0 1,1 1-1,-1 0 1,0 0-1,1 0 1,-1 0-1,1 1 0,-1 0 1,1 0-1,0 0 1,-1 0-1,7 2 0,52 14-562,-52-12 586,0 0 0,-1 1 1,1 0-1,-1 1 0,14 10 0,-19-12-45,0 0-1,-1 0 1,1 0-1,-1 1 1,0 0 0,0 0-1,-1 0 1,0 0 0,0 1-1,0-1 1,4 12-1,-3 0-1239</inkml:trace>
</inkml:ink>
</file>

<file path=ppt/ink/ink1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41:34.538"/>
    </inkml:context>
    <inkml:brush xml:id="br0">
      <inkml:brushProperty name="width" value="0.05" units="cm"/>
      <inkml:brushProperty name="height" value="0.05" units="cm"/>
    </inkml:brush>
  </inkml:definitions>
  <inkml:trace contextRef="#ctx0" brushRef="#br0">133 43 6745,'-4'-29'5749,"4"28"-5631,0 0 0,-1 1-1,1-1 1,-1 0 0,1 0-1,0 1 1,-1-1 0,1 0-1,-1 1 1,1-1 0,-1 0-1,0 1 1,1-1-1,-1 1 1,0-1 0,1 1-1,-1-1 1,0 1 0,0 0-1,0-1 1,-15 3-2263,16-1 2140,-4 0-29,0 1-1,0-1 0,1 1 0,-1 0 0,1 1 0,-1-1 0,1 0 0,0 1 0,0 0 0,0 0 0,1 0 0,-1 0 0,1 0 1,-1 1-1,1-1 0,0 1 0,0-1 0,-1 5 0,-8 27-210,1 1 1,-9 66-1,17-87 220,1-1 1,0 1 0,1-1 0,1 1-1,0 0 1,1-1 0,1 0-1,0 1 1,1-1 0,6 15-1,-7-23 65,0-1 0,0 1-1,0-1 1,0 0 0,1 0 0,0-1-1,0 1 1,0-1 0,1 1-1,-1-2 1,1 1 0,0 0-1,0-1 1,1 0 0,-1 0-1,1 0 1,-1-1 0,1 0-1,10 3 1,-4-3 29,0-1-1,0 0 0,0 0 1,0-1-1,0-1 0,0 0 1,0 0-1,-1-1 1,15-5-1,17-5-1430</inkml:trace>
</inkml:ink>
</file>

<file path=ppt/ink/ink1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41:35.218"/>
    </inkml:context>
    <inkml:brush xml:id="br0">
      <inkml:brushProperty name="width" value="0.05" units="cm"/>
      <inkml:brushProperty name="height" value="0.05" units="cm"/>
    </inkml:brush>
  </inkml:definitions>
  <inkml:trace contextRef="#ctx0" brushRef="#br0">66 118 4201,'0'0'1091,"-1"9"-894,-1 3-263,1 0 0,0 1 0,1-1 0,2 19-1,-1-25 156,-1 0-1,1 0 0,0 0 0,1 0 0,0-1 0,0 1 0,0 0 0,0-1 1,1 0-1,0 1 0,0-1 0,7 8 979,1-23 4039,-5 3-4957,0 0 0,0-1-1,-1 0 1,0 0 0,0 0 0,-1-1-1,0 1 1,0-1 0,4-15-1,-6 12 13,1 1 0,-2 0 0,1-1 0,-2 1 0,1-1 0,-1 1-1,-3-13 1,3 20-167,-1 0-1,1 1 0,-1-1 1,0 1-1,-1-1 1,1 1-1,-1 0 0,1 0 1,-1-1-1,0 1 0,0 0 1,0 1-1,-1-1 1,1 0-1,-1 0 0,1 1 1,-1 0-1,0-1 0,0 1 1,0 0-1,0 1 1,0-1-1,-1 0 0,1 1 1,-1 0-1,-3-2 1,2 1-247,4 2 188,1 0-1,-1-1 0,1 1 1,-1 0-1,0-1 0,1 1 1,-1 0-1,0 0 0,1 0 1,-1 0-1,0 0 0,1 0 1,-1 0-1,0 0 1,1 0-1,-1 0 0,0 0 1,1 0-1,-1 0 0,1 0 1,-1 0-1,0 1 0,1-1 1,-1 0-1,0 1 0,1-1 1,-1 0-1,1 1 1,-1-1-1,1 1 0,-1-1 1,1 1-1,-1-1 0,0 1 1,-6 7 22,0 0 0,0 1 1,1 0-1,0 0 0,1 0 1,0 1-1,0 0 0,1 0 1,0 0-1,1 0 0,-3 12 1,3-4-50,0 1 1,1-1-1,1 1 1,1-1 0,2 26-1,-1-35 88,1 1-1,-1-1 1,1 0 0,1 0-1,0 0 1,0 0-1,0 0 1,1-1 0,1 1-1,0-1 1,0 0-1,8 9 1,-8-12 68,0 0 0,0-1 0,1 0 0,0 0 0,0-1 0,0 1 0,0-1 0,0 0 0,1-1 0,0 0 0,-1 0 0,1 0 0,0-1 0,0 0 0,0 0 0,-1-1 0,10 0 0,3-1-565,0-1 0,0-1 0,0 0 1,36-13-1,-10 1-2262</inkml:trace>
</inkml:ink>
</file>

<file path=ppt/ink/ink1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41:35.867"/>
    </inkml:context>
    <inkml:brush xml:id="br0">
      <inkml:brushProperty name="width" value="0.05" units="cm"/>
      <inkml:brushProperty name="height" value="0.05" units="cm"/>
    </inkml:brush>
  </inkml:definitions>
  <inkml:trace contextRef="#ctx0" brushRef="#br0">414 17 5785,'0'0'2714,"-15"-7"-13,1 4-2735,1 1 0,0 0 0,-1 0 0,1 1 0,-1 1 0,1 0 0,-1 1 0,-24 5 0,8 1 194,-48 18-1,66-21-155,1 1 1,0 1-1,0 0 0,1 0 1,0 1-1,0 0 0,-11 11 1,21-18-38,0 0 1,-1 1 0,1-1-1,0 0 1,0 0 0,-1 1-1,1-1 1,0 0 0,0 0 0,0 1-1,0-1 1,-1 0 0,1 1-1,0-1 1,0 0 0,0 1-1,0-1 1,0 0 0,0 1-1,0-1 1,0 0 0,0 1-1,0-1 1,0 0 0,0 1-1,0-1 1,0 0 0,0 1-1,0-1 1,0 0 0,1 0-1,-1 1 1,0-1 0,17 12 444,55 15-133,-26-11-214,54 27 0,-72-29-68,-19-10 5,0 0-1,1 1 1,-2 0-1,1 0 1,-1 1 0,1 0-1,-2 1 1,14 14-1,-20-21 0,-1 1 6,0-1 0,0 0 0,1 1 1,-1-1-1,0 1 0,0-1 0,0 0 1,0 1-1,1-1 0,-1 1 0,0-1 0,0 0 1,0 1-1,0-1 0,0 1 0,0-1 1,0 0-1,0 1 0,0-1 0,0 1 1,-1-1-1,1 0 0,0 1 0,0-1 0,0 1 1,0-1-1,-1 0 0,1 1 0,0-1 1,0 0-1,0 1 0,-1-1 0,1 0 0,0 0 1,-1 1-1,1-1 0,0 0 0,-1 0 1,0 1-1,-1 3 16,-2 3 13,-1-1 0,0 1-1,0-1 1,-1 0-1,0 0 1,0-1-1,0 1 1,0-1-1,-1-1 1,0 1 0,-13 5-1,-41 18 152,-2-3 0,-80 22 1,118-42-554,6-2-701</inkml:trace>
</inkml:ink>
</file>

<file path=ppt/ink/ink1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41:39.710"/>
    </inkml:context>
    <inkml:brush xml:id="br0">
      <inkml:brushProperty name="width" value="0.05" units="cm"/>
      <inkml:brushProperty name="height" value="0.05" units="cm"/>
    </inkml:brush>
  </inkml:definitions>
  <inkml:trace contextRef="#ctx0" brushRef="#br0">60 287 5153,'-40'-40'3913,"39"39"-3557,-14-10 1439,11 9-4139,18 1 2524,-1 1 0,1 1 1,19 3-1,28 2 704,0-9-59,114-20 1,-109 11-609,85-2 0,315-18 472,-227 12-550,-123 11 90,327-19 415,368 8-464,-42 16 1195,-523-16 231,-86 5-1174,191-14-309,405 15-66,-528 19-554,-203-5-1128</inkml:trace>
</inkml:ink>
</file>

<file path=ppt/ink/ink1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41:45.197"/>
    </inkml:context>
    <inkml:brush xml:id="br0">
      <inkml:brushProperty name="width" value="0.05" units="cm"/>
      <inkml:brushProperty name="height" value="0.05" units="cm"/>
    </inkml:brush>
  </inkml:definitions>
  <inkml:trace contextRef="#ctx0" brushRef="#br0">1 82 3905,'0'0'6737,"5"0"-6669,151-27 357,53-6-143,-168 29-238,210-14 675,-249 18-912</inkml:trace>
</inkml:ink>
</file>

<file path=ppt/ink/ink1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41:45.581"/>
    </inkml:context>
    <inkml:brush xml:id="br0">
      <inkml:brushProperty name="width" value="0.05" units="cm"/>
      <inkml:brushProperty name="height" value="0.05" units="cm"/>
    </inkml:brush>
  </inkml:definitions>
  <inkml:trace contextRef="#ctx0" brushRef="#br0">1 0 7226,'0'0'6257</inkml:trace>
</inkml:ink>
</file>

<file path=ppt/ink/ink1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41:46.187"/>
    </inkml:context>
    <inkml:brush xml:id="br0">
      <inkml:brushProperty name="width" value="0.05" units="cm"/>
      <inkml:brushProperty name="height" value="0.05" units="cm"/>
    </inkml:brush>
  </inkml:definitions>
  <inkml:trace contextRef="#ctx0" brushRef="#br0">12 41 4089,'0'0'7229,"0"-14"-1893,0-13-5062,-6 43-6593,1 25 6767,8 268-1117,-2-99 4320</inkml:trace>
</inkml:ink>
</file>

<file path=ppt/ink/ink1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41:47.325"/>
    </inkml:context>
    <inkml:brush xml:id="br0">
      <inkml:brushProperty name="width" value="0.05" units="cm"/>
      <inkml:brushProperty name="height" value="0.05" units="cm"/>
    </inkml:brush>
  </inkml:definitions>
  <inkml:trace contextRef="#ctx0" brushRef="#br0">103 316 7706,'-1'-2'6507,"-5"-16"-5254,2 9-1090,3 6-58,-1 0 1,1 0 0,0 0-1,0 0 1,0 0-1,0 0 1,1-1 0,-1 1-1,1-5 1,2-13 6,1 1-1,1 0 1,0 0 0,2 1 0,0 0-1,1 0 1,1 0 0,1 0 0,16-24-1,-23 41-165,-1 0 0,0 0 0,1-1 0,-1 1 0,1 1 0,0-1 0,-1 0 0,1 0-1,0 1 1,0-1 0,0 1 0,0-1 0,0 1 0,1 0 0,-1 0 0,0 0 0,1 0-1,-1 0 1,0 1 0,1-1 0,-1 1 0,1 0 0,-1-1 0,6 1 0,-4 1-48,0 0 1,0 0 0,0 1 0,-1-1 0,1 1 0,0 0 0,0 0-1,-1 0 1,1 0 0,-1 0 0,0 1 0,0 0 0,0 0 0,5 5 0,-3-3 34,-1 1 1,0-1 0,0 0-1,-1 1 1,1 0 0,-1 0 0,-1 0-1,1 1 1,-1-1 0,0 0-1,0 1 1,-1-1 0,0 1 0,0 0-1,0 0 1,-1-1 0,0 1 0,-1 0-1,1 0 1,-4 12 0,0-7 64,0 1 0,-1-1 0,0 0 1,-1-1-1,0 1 0,-1-1 0,0-1 0,-1 1 1,-18 17-1,-56 52-61,49-51 25,2 1 1,-53 68 0,84-99 99,0 1-1,0 0 1,1 0 0,-1 0-1,0 0 1,0 0-1,0 0 1,0 0 0,0 0-1,0 0 1,0 0-1,0 0 1,0 0 0,1 0-1,-1 0 1,0-1-1,0 1 1,0 0 0,0 0-1,0 0 1,0 0-1,0 0 1,0 0 0,1 0-1,-1 0 1,0 0-1,0 0 1,0 0 0,0 1-1,0-1 1,0 0-1,0 0 1,0 0 0,1 0-1,-1 0 1,0 0-1,0 0 1,0 0 0,0 0-1,0 0 1,0 0-1,0 0 1,0 0 0,0 0-1,0 1 1,0-1-1,1 0 1,-1 0 0,0 0-1,0 0 1,0 0-1,0 0 1,0 0 0,0 0-1,0 1 1,0-1-1,0 0 1,0 0 0,0 0-1,0 0 1,0 0-1,0 0 1,0 0 0,0 1-1,17-8 623,13-6-1106,3-2 323,2 1-1,0 2 0,0 2 1,1 1-1,0 2 0,1 1 0,0 2 1,65 1-1,-79 1-1136</inkml:trace>
</inkml:ink>
</file>

<file path=ppt/ink/ink1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2:56.036"/>
    </inkml:context>
    <inkml:brush xml:id="br0">
      <inkml:brushProperty name="width" value="0.05" units="cm"/>
      <inkml:brushProperty name="height" value="0.05" units="cm"/>
      <inkml:brushProperty name="color" value="#004F8B"/>
    </inkml:brush>
  </inkml:definitions>
  <inkml:trace contextRef="#ctx0" brushRef="#br0">0 0 1488,'0'0'5465</inkml:trace>
</inkml:ink>
</file>

<file path=ppt/ink/ink1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2:58.830"/>
    </inkml:context>
    <inkml:brush xml:id="br0">
      <inkml:brushProperty name="width" value="0.05" units="cm"/>
      <inkml:brushProperty name="height" value="0.05" units="cm"/>
      <inkml:brushProperty name="color" value="#004F8B"/>
    </inkml:brush>
  </inkml:definitions>
  <inkml:trace contextRef="#ctx0" brushRef="#br0">170 1 1784,'0'0'9169,"-17"1"-10939,-14 4 1590,29-5 142,-7 3-189,6 0 183,-6 4-46,0 0-1,0 1 1,0 0 0,1 1 0,1 0-1,-11 14 1,17-21 79,0 0-1,-1-1 1,1 1-1,0 0 1,0 0-1,0 0 1,1 0-1,-1 0 1,0 0-1,1 0 1,-1 0-1,1 0 1,0 0-1,-1 1 1,1-1-1,0 0 1,0 0-1,1 0 1,-1 0-1,0 0 1,1 1-1,-1-1 1,1 0-1,0 0 1,0 0-1,0 0 1,0 0-1,0-1 1,0 1-1,0 0 1,1 0 0,-1-1-1,0 1 1,1-1-1,0 1 1,-1-1-1,1 0 1,0 1-1,0-1 1,-1 0-1,1 0 1,0 0-1,0 0 1,0-1-1,4 2 1,5 2 201,1-1 0,0 0 1,0 0-1,0-2 1,1 1-1,-1-1 0,0-1 1,21-2-1,-23 1-50,-1 0 0,0-1 0,0 0 0,0 0 0,0-1 0,-1 0 0,1-1 0,-1 0 0,1 0 0,-1-1-1,-1 0 1,9-6 0,-14 9-78,0-1 1,0 1-1,-1 0 0,1 0 0,-1-1 0,1 1 0,-1-1 0,0 1 0,0-1 0,0 0 0,-1 1 1,1-1-1,0 0 0,-1 0 0,0 1 0,0-1 0,0 0 0,0 0 0,0 0 0,0 1 0,-1-1 0,1 0 1,-1 0-1,0 1 0,0-1 0,-2-4 0,1 3-87,1 1 0,-1-1-1,0 1 1,0-1 0,0 1 0,-1 0-1,1 0 1,-1 0 0,0 0 0,1 1 0,-1-1-1,0 1 1,-1 0 0,1-1 0,0 1 0,-1 1-1,1-1 1,-8-2 0,1 2-80,-1 1 1,1 1-1,-1 0 0,0 0 0,1 1 1,-1 0-1,1 0 0,-1 1 1,1 1-1,0 0 0,-10 5 1,7-3 114,0 1 1,1 0 0,0 1-1,0 0 1,0 1 0,1 0-1,1 1 1,-11 10 0,20-17-7,-1-1 1,1 0 0,0 1-1,-1-1 1,1 1 0,0-1 0,0 1-1,0-1 1,0 1 0,0 0-1,0 0 1,0 0 0,1-1-1,-1 1 1,1 0 0,-1 0-1,1 0 1,0 0 0,-1 0 0,1 0-1,0 0 1,0 0 0,1 0-1,-1 0 1,0 0 0,1 0-1,-1 0 1,1-1 0,0 1-1,-1 0 1,1 0 0,0 0 0,0-1-1,0 1 1,0 0 0,3 2-1,-1-1 56,1 0 0,-1-1 0,1 1-1,0-1 1,-1 0 0,1 0 0,0 0-1,1 0 1,-1-1 0,0 1 0,0-1-1,0 0 1,1-1 0,-1 1 0,7-1-1,-2 0 61,-1 0-1,1 0 0,0-1 0,0-1 1,-1 0-1,1 0 0,-1 0 0,1-1 1,-1 0-1,0-1 0,0 0 0,-1 0 1,15-11-1,-21 14 208,-2-4-532,-1-1-1,1 1 1,-1 0 0,0 0 0,-6-10 0,3 5 42,3 6-138,2 4 278,0 0-1,0-1 1,0 1 0,0 0-1,-1-1 1,1 1 0,0 0-1,0-1 1,0 1-1,0 0 1,0-1 0,-1 1-1,1 0 1,0 0 0,0-1-1,0 1 1,-1 0 0,1 0-1,0-1 1,-1 1 0,1 0-1,0 0 1,0 0-1,-1 0 1,1-1 0,0 1-1,-1 0 1,1 0 0,0 0-1,-1 0 1,1 0 0,-9-2-207,0-2 82,6 3 35,0-1 0,0 1 0,0 0-1,-1 0 1,1 0 0,0 1 0,0-1 0,0 1-1,-6-1 1,-38 7-1250,46-5 1284,1-1 0,-1 0 0,1 0 0,-1 0 0,1 1 0,-1-1 0,1 0-1,-1 1 1,1-1 0,-1 0 0,1 1 0,0-1 0,-1 1 0,1-1 0,0 0 0,-1 1 0,1-1-1,0 1 1,-1-1 0,1 1 0,0 0 0,0-1 0,0 1 0,0-1 0,-1 1 0,1-1 0,0 2-1,-2 3 57,-12 26 33,14-31 11,0 0 0,0 0 0,-1 1 0,1-1 0,0 0 0,0 0 0,0 0 1,-1 1-1,1-1 0,0 0 0,0 0 0,0 1 0,0-1 0,0 0 0,0 0 0,0 0 0,-1 1 0,1-1 1,0 0-1,0 1 0,0-1 0,0 0 0,0 0 0,0 1 0,0-1 0,0 0 0,0 0 0,1 1 0,-1-1 1,0 0-1,0 0 0,0 1 0,0-1 0,0 0 0,0 0 0,0 1 0,1-1 0,-1 0 0,0 0 0,0 0 1,0 1-1,0-1 0,1 0 0,-1 0 0,0 0 0,0 0 0,1 0 0,-1 1 0,0-1 0,0 0 0,1 0 1,-1 0-1,0 0 0,0 0 0,1 0 0,-1 0 0,0 0 0,0 0 0,1 0 0,-1 0 0,0 0 1,0 0-1,1 0 0,-1 0 0,1 0 0,5 1 272,5 1 22,0-1-1,0 0 1,0 0-1,0-1 0,13-2 1,-17 2-68,-1-1 0,1-1 1,0 1-1,-1-1 0,0 0 1,0-1-1,1 1 0,-1-1 1,-1-1-1,1 1 0,9-8 1,-11 8-24,6-9 545,-10 11-843,0 0 0,0-1 0,0 1 0,-1 0 0,1 0 0,0 0 0,-1 0 0,1 1-1,-1-1 1,1 0 0,-1 0 0,0 0 0,1 0 0,-1 0 0,0 1 0,0-1 0,1 0 0,-1 1-1,0-1 1,0 0 0,0 1 0,-1-1 0,-1-1 44,-1-2-52,-1 1 0,1 0 0,-1 0-1,0 1 1,0-1 0,0 1 0,0 0 0,0 0 0,-1 1-1,1-1 1,0 1 0,-1 1 0,-10-1 0,4 1-75,0 1 0,0 1 1,-15 4-1,25-6 143,0 0 0,0 1 0,0-1-1,0 1 1,0-1 0,0 1 0,0 0 0,0 0 0,1 0 0,-1 0-1,0 0 1,1 0 0,-1 1 0,0-1 0,1 0 0,0 1 0,-1 0-1,1-1 1,0 1 0,0 0 0,0-1 0,0 1 0,0 0-1,0 0 1,0 0 0,0 0 0,0 3 0,1-4-7,16 10 1217,-7-7-1088,0-1 0,0 0-1,1 0 1,-1-1 0,0 0 0,1-1 0,-1 0 0,1 0 0,0-1 0,9-1 0,-12 0 32,0-1 0,0 1 1,0-1-1,13-5 0,-19 6 267,3 4 3184,2 7-3177,-4-6-303,0 0 0,0-1 1,0 1-1,-1 0 0,1 0 0,-1 0 0,0 0 1,0 0-1,0 5 0,1 0 336</inkml:trace>
</inkml:ink>
</file>

<file path=ppt/ink/ink1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2:59.562"/>
    </inkml:context>
    <inkml:brush xml:id="br0">
      <inkml:brushProperty name="width" value="0.05" units="cm"/>
      <inkml:brushProperty name="height" value="0.05" units="cm"/>
      <inkml:brushProperty name="color" value="#004F8B"/>
    </inkml:brush>
  </inkml:definitions>
  <inkml:trace contextRef="#ctx0" brushRef="#br0">23 11 2072,'0'0'6328,"-15"-7"-13041,7 4 10877</inkml:trace>
</inkml:ink>
</file>

<file path=ppt/ink/ink1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01.486"/>
    </inkml:context>
    <inkml:brush xml:id="br0">
      <inkml:brushProperty name="width" value="0.05" units="cm"/>
      <inkml:brushProperty name="height" value="0.05" units="cm"/>
      <inkml:brushProperty name="color" value="#004F8B"/>
    </inkml:brush>
  </inkml:definitions>
  <inkml:trace contextRef="#ctx0" brushRef="#br0">1 1 2417,'0'0'13680,"1"22"-14378,6 67 805,0 34 350,4-11-73,3 57-175,-13-162-195,-1 29 252,4 17-258,-4 3 9,0-2-26,2-15 9,-2-32-1,-1 48 8,2 2-5,2 56 46,-3-72-48,0 31 0,-1-70 3,0-4 1,0 6 0,0 49 1,-5 20 25,-3 106 10,11-121-8,0-39 9,-1 1 0,-1-1 0,-1 1 0,-4 24-1,4-36-522</inkml:trace>
</inkml:ink>
</file>

<file path=ppt/ink/ink1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02.561"/>
    </inkml:context>
    <inkml:brush xml:id="br0">
      <inkml:brushProperty name="width" value="0.05" units="cm"/>
      <inkml:brushProperty name="height" value="0.05" units="cm"/>
      <inkml:brushProperty name="color" value="#004F8B"/>
    </inkml:brush>
  </inkml:definitions>
  <inkml:trace contextRef="#ctx0" brushRef="#br0">0 98 4545,'0'0'7544,"15"18"-5822,77 99-602,-55-61-1012,-13-18 140,2 0-1,53 58 1,-73-88-178,-6-7 54,1 0 0,-1-1 0,1 1 0,-1 0 0,1-1 0,-1 1 0,1-1 1,-1 1-1,1 0 0,-1-1 0,1 1 0,0-1 0,-1 0 0,1 1 1,0-1-1,-1 1 0,1-1 0,0 0 0,0 0 0,-1 1 0,1-1 0,0 0 1,1 0 587,-1 0-728,-1 0 0,1 0 1,0 0-1,0 0 0,-1-1 0,1 1 1,0 0-1,-1-1 0,1 1 0,-1 0 1,1-1-1,0 1 0,-1 0 0,1-1 1,-1 1-1,1-1 0,-1 1 0,1-1 1,-1 0-1,1 1 0,-1-1 0,0 1 1,1-1-1,-1 0 0,0 1 0,0-1 1,1 0-1,-1 1 0,0-1 0,0-1 1,14-34 115,-2-2 1,-2 1 0,8-57 0,14-55-79,-24 116-7,-5 20-13,0 0 0,1 0 0,7-14 0,-11 26-33,2-5-642,-1 1-3061</inkml:trace>
</inkml:ink>
</file>

<file path=ppt/ink/ink1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03.322"/>
    </inkml:context>
    <inkml:brush xml:id="br0">
      <inkml:brushProperty name="width" value="0.05" units="cm"/>
      <inkml:brushProperty name="height" value="0.05" units="cm"/>
      <inkml:brushProperty name="color" value="#004F8B"/>
    </inkml:brush>
  </inkml:definitions>
  <inkml:trace contextRef="#ctx0" brushRef="#br0">1 102 2801,'0'0'5785,"14"-6"-2559,27-9-2581,76-20-1,-25 18-328,1 4-1,162-3 0,-246 17 25,-1 0-3178</inkml:trace>
</inkml:ink>
</file>

<file path=ppt/ink/ink1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04.389"/>
    </inkml:context>
    <inkml:brush xml:id="br0">
      <inkml:brushProperty name="width" value="0.05" units="cm"/>
      <inkml:brushProperty name="height" value="0.05" units="cm"/>
      <inkml:brushProperty name="color" value="#004F8B"/>
    </inkml:brush>
  </inkml:definitions>
  <inkml:trace contextRef="#ctx0" brushRef="#br0">1 1 5521,'0'0'7706,"-1"7"-9540,8 195 1188,0-35 936,6 95 541,-11-252-3020</inkml:trace>
</inkml:ink>
</file>

<file path=ppt/ink/ink1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04.903"/>
    </inkml:context>
    <inkml:brush xml:id="br0">
      <inkml:brushProperty name="width" value="0.05" units="cm"/>
      <inkml:brushProperty name="height" value="0.05" units="cm"/>
      <inkml:brushProperty name="color" value="#004F8B"/>
    </inkml:brush>
  </inkml:definitions>
  <inkml:trace contextRef="#ctx0" brushRef="#br0">1 64 2184,'0'0'8448,"0"-2"-7950,12-5-104,8-1 16,0 1 0,1 2 1,0 0-1,41-4 0,99 0 1084,-46 5-1298,-36-1-1870,-70 2-1627</inkml:trace>
</inkml:ink>
</file>

<file path=ppt/ink/ink1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05.352"/>
    </inkml:context>
    <inkml:brush xml:id="br0">
      <inkml:brushProperty name="width" value="0.05" units="cm"/>
      <inkml:brushProperty name="height" value="0.05" units="cm"/>
      <inkml:brushProperty name="color" value="#004F8B"/>
    </inkml:brush>
  </inkml:definitions>
  <inkml:trace contextRef="#ctx0" brushRef="#br0">1 1 1704,'1'0'8511,"14"0"-6406,-4-1-1869,31 3 1155,88 7-2562,-104-9-595</inkml:trace>
</inkml:ink>
</file>

<file path=ppt/ink/ink1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06.525"/>
    </inkml:context>
    <inkml:brush xml:id="br0">
      <inkml:brushProperty name="width" value="0.05" units="cm"/>
      <inkml:brushProperty name="height" value="0.05" units="cm"/>
      <inkml:brushProperty name="color" value="#004F8B"/>
    </inkml:brush>
  </inkml:definitions>
  <inkml:trace contextRef="#ctx0" brushRef="#br0">331 2 4441,'0'0'8050,"-16"-1"-9316,-20 0 923,31 2 202,0-1-1,0 1 0,0-1 0,0 1 1,1 1-1,-1-1 0,0 1 1,1 0-1,-1 0 0,1 0 1,0 0-1,-8 6 0,-1 0-390,4-3 166,-2 1 82,-1 0 0,2 1 0,-1 1 1,-19 16-1,28-22 286,1-1 1,-1 1 0,1 0-1,-1 0 1,1-1 0,0 1-1,0 0 1,0 0 0,0 0-1,0 0 1,0 1 0,0-1-1,1 0 1,-1 0 0,1 0-1,-1 1 1,1-1 0,0 0-1,0 0 1,0 1 0,0-1-1,1 0 1,-1 0 0,0 1-1,1-1 1,0 0 0,-1 0-1,1 0 1,0 0 0,0 0-1,0 0 1,1 0 0,-1 0-1,0 0 1,3 2 0,-2-1 81,1-1 0,-1 0-1,0 0 1,1 0 0,0 0 0,0-1 0,-1 1 0,1-1 0,0 1 0,0-1 0,0 0 0,1 0-1,-1 0 1,0-1 0,0 1 0,0-1 0,1 0 0,-1 0 0,0 0 0,0 0 0,1 0 0,-1-1-1,0 1 1,0-1 0,0 0 0,0 0 0,0 0 0,6-3 0,-2 1 89,0-1 1,0 0 0,0 0-1,-1 0 1,1-1-1,-1 0 1,-1 0-1,1-1 1,0 1-1,8-13 1,6-13-178,-21 54-25,-8 174 283,18 218 1,-7-398-189,-1 0-1,-1 0 0,-1 0 1,0 0-1,-1-1 0,-7 26 1,8-37-128,0 0 1,-1 0-1,0 0 1,0-1 0,0 1-1,0-1 1,-1 0-1,0 1 1,0-1 0,0 0-1,0-1 1,0 1-1,-1 0 1,0-1 0,0 0-1,0 0 1,0 0-1,0 0 1,-1-1 0,1 0-1,-1 0 1,0 0-1,1 0 1,-1-1 0,0 0-1,-7 1 1,4-1 62,0 0 0,0-1 0,-1 0 1,1 0-1,0-1 0,-1 0 0,1 0 0,0-1 0,0 0 1,-14-6-1,17 5 71,0 1 1,1-1 0,-1 0-1,1-1 1,-1 1 0,1-1-1,0 0 1,1 0-1,-1 0 1,1 0 0,-1-1-1,1 1 1,0-1 0,1 0-1,-1 0 1,1 0 0,-2-8-1,-2-9 98,1 0 0,1-1-1,2 1 1,0-1 0,1 0 0,1 0-1,5-35 1,-1 27-72,2 1 0,1 0 1,1 0-1,1 1 0,16-32 0,-15 42 14,0 1 0,1 1 1,2-1-1,-1 2 0,18-18 0,80-69 725,-95 90-752,2-2-1397,31-18 0,-35 25-1081</inkml:trace>
</inkml:ink>
</file>

<file path=ppt/ink/ink1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07.065"/>
    </inkml:context>
    <inkml:brush xml:id="br0">
      <inkml:brushProperty name="width" value="0.05" units="cm"/>
      <inkml:brushProperty name="height" value="0.05" units="cm"/>
      <inkml:brushProperty name="color" value="#004F8B"/>
    </inkml:brush>
  </inkml:definitions>
  <inkml:trace contextRef="#ctx0" brushRef="#br0">0 51 4265,'0'0'6233,"10"-4"-4356,8-4-1351,-1 2 0,2 0 0,-1 1 0,0 1 0,25-3 0,105 0 840,-115 4-3196</inkml:trace>
</inkml:ink>
</file>

<file path=ppt/ink/ink1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07.434"/>
    </inkml:context>
    <inkml:brush xml:id="br0">
      <inkml:brushProperty name="width" value="0.05" units="cm"/>
      <inkml:brushProperty name="height" value="0.05" units="cm"/>
      <inkml:brushProperty name="color" value="#004F8B"/>
    </inkml:brush>
  </inkml:definitions>
  <inkml:trace contextRef="#ctx0" brushRef="#br0">1 62 2873,'1'0'5791,"17"-4"-3353,186-32 2716,-143 28-5600,-28 0-1096,-17 3-475</inkml:trace>
</inkml:ink>
</file>

<file path=ppt/ink/ink1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08.610"/>
    </inkml:context>
    <inkml:brush xml:id="br0">
      <inkml:brushProperty name="width" value="0.05" units="cm"/>
      <inkml:brushProperty name="height" value="0.05" units="cm"/>
      <inkml:brushProperty name="color" value="#004F8B"/>
    </inkml:brush>
  </inkml:definitions>
  <inkml:trace contextRef="#ctx0" brushRef="#br0">1 145 6769,'0'0'6223,"2"8"-7020,7 25 788,-2 0 0,-1 1 0,-1 0 0,-2 0 0,-1 0 0,-6 68 0,4-99 20,-1 0-1,0 0 1,1 0 0,-1 0-1,-1 0 1,1 0 0,0 0-1,-1-1 1,1 1 0,-4 4 1002,5-14-471,3-17-366,1 1 0,1 0 0,1 0 0,1 0 0,2 1 0,0 0 0,0 0 0,2 1 0,1 0 0,1 1 0,0 1 0,2 0 0,28-29 0,-42 46-176,14-11 42,1 0 1,21-14-1,-33 24-65,0 1-1,1-1 0,0 1 0,-1 0 0,1 0 1,0 0-1,0 1 0,0 0 0,0 0 1,1 0-1,-1 0 0,0 1 0,0 0 1,6 1-1,-8-1-41,-1 1 1,1 0-1,-1 1 1,1-1-1,-1 0 1,0 1-1,1-1 1,-1 1-1,0 0 1,0 0-1,0 0 1,0 0-1,-1 0 0,1 0 1,0 0-1,-1 1 1,0-1-1,1 0 1,-1 1-1,0-1 1,0 1-1,-1 0 1,2 3-1,2 8-165,-1 1-1,2 25 1,-5-39 221,3 27-166,-2 1 0,-2-1 0,0 0 0,-11 54 1491,13-86-1036,2-28 174,1 0 0,16-61 1,-14 73-290,1 0 1,0 0 0,2 1-1,0 0 1,20-30 0,-23 42-156,1-1-1,-1 1 1,1 1-1,1-1 1,-1 1-1,1 0 1,0 1-1,1 0 1,-1 0-1,1 1 1,0 0 0,0 1-1,0 0 1,1 0-1,-1 1 1,1 0-1,-1 0 1,16 1-1,-23 1-72,1 0-1,-1 0 1,0 0 0,0 1-1,0 0 1,1-1-1,-1 1 1,0 0-1,0 0 1,0 0 0,0 0-1,0 0 1,0 1-1,0-1 1,-1 0-1,1 1 1,2 2-1,-1 0-22,1 1-1,-1 0 1,1 0-1,-1 0 1,-1 0 0,4 9-1,0 5 42,0 0 0,5 38-1,-2 58 263,-9-80-657,11 61 0,-11-95-293</inkml:trace>
</inkml:ink>
</file>

<file path=ppt/ink/ink1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09.898"/>
    </inkml:context>
    <inkml:brush xml:id="br0">
      <inkml:brushProperty name="width" value="0.05" units="cm"/>
      <inkml:brushProperty name="height" value="0.05" units="cm"/>
      <inkml:brushProperty name="color" value="#004F8B"/>
    </inkml:brush>
  </inkml:definitions>
  <inkml:trace contextRef="#ctx0" brushRef="#br0">340 143 5705,'1'-2'5009,"-6"-15"-3104,-10-26-1281,11 37-684,1 0 0,-2 1 0,1 0 0,0-1 0,-1 1 0,0 1-1,0-1 1,-1 1 0,1 0 0,-1 0 0,0 0 0,0 1 0,0 0 0,0 0 0,-1 1 0,1 0 0,-1 0 0,0 0 0,1 1 0,-11-1 0,11 1 14,0 0 1,0 1-1,-1 0 1,1 0-1,0 1 1,0-1-1,0 1 1,0 1-1,0-1 1,0 1-1,0 0 1,0 0-1,0 1 1,1 0 0,-1 0-1,1 0 1,0 1-1,0-1 1,0 1-1,1 1 1,-1-1-1,-6 8 1,5-1-60,0-1 0,1 1 0,0 0 1,0 0-1,1 1 0,-4 19 0,7-25 107,0-1-1,0 1 0,0-1 0,1 1 0,-1-1 0,2 1 1,-1-1-1,0 1 0,1-1 0,0 1 0,0-1 0,1 0 1,0 1-1,0-1 0,0 0 0,5 9 0,-5-12 41,-1-1 0,1 1 0,-1-1 0,1 0-1,0 1 1,-1-1 0,1 0 0,0 0 0,0 0 0,0 0 0,0 0-1,0-1 1,0 1 0,0 0 0,0-1 0,0 0 0,0 1-1,0-1 1,0 0 0,0 0 0,1 0 0,-1 0 0,0-1 0,0 1-1,0-1 1,0 1 0,0-1 0,0 1 0,0-1 0,0 0-1,0 0 1,0 0 0,-1 0 0,1-1 0,2 0 0,5-5 317,0 0 0,0-1 0,0 0 0,14-16 0,-18 18-39,-1 0-1,1 0 1,-1 0-1,4-9 1,-7 13 371,6 51-2430,-14 404 2918,8-37-66,-2-398-1008,0 1 0,-2-1 0,-7 29 0,8-40-170,0-1 0,0 1 0,-1-1 1,1 0-1,-2 0 0,1 0 0,-1 0 0,1 0 1,-2-1-1,1 1 0,-1-1 0,-9 8 0,11-11 73,0 0-1,0 0 0,0-1 0,-1 1 1,1-1-1,0 0 0,-1 0 1,1 0-1,-1 0 0,0-1 0,1 1 1,-1-1-1,0 0 0,-6-1 0,8 1 26,0 0-1,0-1 0,0 1 0,0-1 0,0 1 0,0-1 1,-1 0-1,2 0 0,-1 0 0,0 0 0,0 0 1,0 0-1,0-1 0,1 1 0,-1-1 0,0 1 0,1-1 1,0 0-1,-1 1 0,1-1 0,0 0 0,0 0 1,0 0-1,-2-4 0,-3-16 179,1-1 0,1 0 0,-3-44 0,8-71 159,0 105-381,1-30 106,14-93-1,-11 131-87,1 0 0,0 1 0,2-1 0,1 2 0,1-1-1,21-36 1,-9 26-558,2 1-1,0 2 1,2 0-1,2 2 1,45-39 0,-25 28-2371</inkml:trace>
</inkml:ink>
</file>

<file path=ppt/ink/ink1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10.560"/>
    </inkml:context>
    <inkml:brush xml:id="br0">
      <inkml:brushProperty name="width" value="0.05" units="cm"/>
      <inkml:brushProperty name="height" value="0.05" units="cm"/>
      <inkml:brushProperty name="color" value="#004F8B"/>
    </inkml:brush>
  </inkml:definitions>
  <inkml:trace contextRef="#ctx0" brushRef="#br0">0 97 3209,'0'0'8534,"4"-2"-8304,63-18 1463,2 3 0,0 3-1,99-7 1,-168 21-1694,108-11-717,-36 1-4366,-56 8 2697</inkml:trace>
</inkml:ink>
</file>

<file path=ppt/ink/ink1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10.826"/>
    </inkml:context>
    <inkml:brush xml:id="br0">
      <inkml:brushProperty name="width" value="0.05" units="cm"/>
      <inkml:brushProperty name="height" value="0.05" units="cm"/>
      <inkml:brushProperty name="color" value="#004F8B"/>
    </inkml:brush>
  </inkml:definitions>
  <inkml:trace contextRef="#ctx0" brushRef="#br0">1 0 4665,'0'0'3969,"1"0"-2729,1 0-32,23 20-167,-13-7-361,4 5-160,-6 1-360,1-1-32,-4 4-80,-7-4-176,-1 3-728,-10-2-593</inkml:trace>
</inkml:ink>
</file>

<file path=ppt/ink/ink1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14.015"/>
    </inkml:context>
    <inkml:brush xml:id="br0">
      <inkml:brushProperty name="width" value="0.05" units="cm"/>
      <inkml:brushProperty name="height" value="0.05" units="cm"/>
      <inkml:brushProperty name="color" value="#004F8B"/>
    </inkml:brush>
  </inkml:definitions>
  <inkml:trace contextRef="#ctx0" brushRef="#br0">0 2289 3225,'0'0'10227,"5"-16"-9797,94-173 614,-80 156-884,2 2 0,2 0-1,1 1 1,28-27 0,-16 28-130,0 1 1,63-36 0,-67 45-32,0 0 0,-2-2 0,-1-2 0,-1 0 0,27-29 0,13-41 24,-5 7-20,3-3 13,-43 57 4,1 0 1,42-42-1,68-37 5,-91 78-27,-2-1 0,69-75 0,-28 4 117,23-26 77,-84 107-120,2 1 0,0 1 0,33-22 0,29-14-20,66-51 4,-132 93-45,0-1-1,-1-1 1,0-1-1,-2 0 1,18-27 0,21-33 41,19-33 456,-62 95-252,-10 15-341,0 0 0,-1 0 1,1 0-1,-1 0 1,1 0-1,-1-1 0,0 1 1,0 0-1,0-1 0,0 1 1,0-1-1,0-2 1,-11 3-422,0 0 464,-1 1 0,1 0 0,0 0 0,0 1 0,-1 1 0,1 0 0,0 0 0,-1 1-1,1 1 1,-11 3 0,-165 74-475,183-79 491,0 0 0,1 1 0,-1-1 0,1 1-1,-1 0 1,1 0 0,0 0 0,-3 3 0,4-4 662,14-3-448,1-1-1,-1 0 0,0-1 1,0 0-1,0-1 0,-1-1 1,1 0-1,15-11 0,27-11-120,-38 21-47,27-12 2,76-22 1,-119 41-62,-1 0 1,1 0-1,-1 0 0,1 0 0,0 0 0,-1 0 0,1 0 1,0 0-1,-1 0 0,1 0 0,-1 1 0,1-1 1,0 0-1,-1 0 0,1 1 0,-1-1 0,1 0 1,-1 1-1,1-1 0,-1 0 0,1 1 0,-1-1 1,1 1-1,-1-1 0,0 1 0,1-1 0,-1 1 1,0-1-1,1 1 0,-1-1 0,0 1 0,1 0 0,-1-1 1,0 1-1,0-1 0,0 1 0,0 0 0,0-1 1,0 1-1,0 0 0,7 40 6,-1-1 0,-3 1 0,-1 0 0,-4 41 0,2 11 3,-7 31 246,1-13-2497</inkml:trace>
</inkml:ink>
</file>

<file path=ppt/ink/ink1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14.898"/>
    </inkml:context>
    <inkml:brush xml:id="br0">
      <inkml:brushProperty name="width" value="0.05" units="cm"/>
      <inkml:brushProperty name="height" value="0.05" units="cm"/>
      <inkml:brushProperty name="color" value="#004F8B"/>
    </inkml:brush>
  </inkml:definitions>
  <inkml:trace contextRef="#ctx0" brushRef="#br0">1 61 5889,'0'0'8346,"11"-2"-7484,41-14-873,0 3 0,1 3 1,1 1-1,84-2 0,-125 11-1557</inkml:trace>
</inkml:ink>
</file>

<file path=ppt/ink/ink1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15.302"/>
    </inkml:context>
    <inkml:brush xml:id="br0">
      <inkml:brushProperty name="width" value="0.05" units="cm"/>
      <inkml:brushProperty name="height" value="0.05" units="cm"/>
      <inkml:brushProperty name="color" value="#004F8B"/>
    </inkml:brush>
  </inkml:definitions>
  <inkml:trace contextRef="#ctx0" brushRef="#br0">37 1 5625,'0'0'7282,"-3"4"-7778,-1 3 423,1 0 0,1 0 0,-1 0 0,1 1 1,1-1-1,-1 1 0,0 9 0,-1 64-76,2-39 132,-10 166-400</inkml:trace>
</inkml:ink>
</file>

<file path=ppt/ink/ink1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16.201"/>
    </inkml:context>
    <inkml:brush xml:id="br0">
      <inkml:brushProperty name="width" value="0.05" units="cm"/>
      <inkml:brushProperty name="height" value="0.05" units="cm"/>
      <inkml:brushProperty name="color" value="#004F8B"/>
    </inkml:brush>
  </inkml:definitions>
  <inkml:trace contextRef="#ctx0" brushRef="#br0">11 57 7546,'3'-3'8508,"16"-11"-6906,13-9-1480,-19 16-138,-2 6-64,-1-2 53,-6 2-19,0 0-1,0 0 0,-1 0 1,1 1-1,0-1 1,8 1-1,-8-1-5,0 1 0,0 1 0,0-1 0,0 0-1,0 1 1,0 0 0,0 0 0,0 0 0,0 0 0,0 1 0,3 1 0,-6-2-88,15 17-1754,-15-18 1875,22 32-342,-22-30 247,3 8-402,-6-7 396,-10 26-339,-1-2 0,-1 0 0,-2 0 0,-29 37 0,-8 14 363,-23 47 3021,92-126-1086,70-13-1164,-56 8-528,1 1-1,40-2 1,-69 7-49,12 0-1479</inkml:trace>
</inkml:ink>
</file>

<file path=ppt/ink/ink1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36.060"/>
    </inkml:context>
    <inkml:brush xml:id="br0">
      <inkml:brushProperty name="width" value="0.05" units="cm"/>
      <inkml:brushProperty name="height" value="0.05" units="cm"/>
      <inkml:brushProperty name="color" value="#004F8B"/>
    </inkml:brush>
  </inkml:definitions>
  <inkml:trace contextRef="#ctx0" brushRef="#br0">2619 2490 2328,'29'-9'2000,"-13"-2"6878,-40-7-7600,-7 1-1142,23 12 8,-11-5 1086,-13-5-1121,-36-19 877,60 30-919,-13-9 682,8 6-694,8 4 20,-1 0 0,1 0 1,0-1-1,0 0 0,1 0 0,-1 0 0,-5-8 0,-120-126 895,83 75-482,13 19-260,-2 1 1,-2 1-1,-75-61 0,73 70-188,-7-5 62,2-1 0,1-3 0,-44-54 1,44 38-63,-4 1 0,-1 3 0,-66-56 0,-28 2-6,73 57 18,-81-77-1,0-33 77,95 96 94,-121-106-1,62 73-115,-157-171 1,91 92-30,180 177-113,1-1-1,-1 1 0,0 0 0,1-1 0,-1 1 0,1 0 0,-1 0 0,0-1 0,1 1 1,-1 0-1,0 0 0,1 0 0,-1 0 0,0 0 0,0 0 0,1 0 0,-1 0 0,0 0 0,1 0 1,-1 0-1,0 0 0,1 1 0,-1-1 0,0 0 0,1 0 0,-1 1 0,1-1 0,-1 1 1,0-1-1,1 0 0,-1 1 0,1-1 0,-1 1 0,1-1 0,-1 1 0,0 0 0,-15 22 162,15-20-217,-7 10 68,1 0 0,1 1 0,-6 19 0,2-6 14,-67 203-22,80-382 2248,14-151-2360,-17 302 88,0 0 1,0 0-1,0 0 1,0 0-1,0 0 1,1 0-1,-1 0 0,0 0 1,1 0-1,-1 0 1,0 0-1,1 0 1,-1 0-1,1 0 0,0 0 1,-1 0-1,1 0 1,0 0-1,-1 0 1,1 1-1,0-1 1,0 0-1,0 0 0,0 1 1,1-1-1,24-1-1386,-19 2 1863,179 24-430,-72-7 29,-97-15-474,49 8 1374,-35 2-2344,-6 6-3720,-19-9 986</inkml:trace>
</inkml:ink>
</file>

<file path=ppt/ink/ink1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37.591"/>
    </inkml:context>
    <inkml:brush xml:id="br0">
      <inkml:brushProperty name="width" value="0.05" units="cm"/>
      <inkml:brushProperty name="height" value="0.05" units="cm"/>
      <inkml:brushProperty name="color" value="#004F8B"/>
    </inkml:brush>
  </inkml:definitions>
  <inkml:trace contextRef="#ctx0" brushRef="#br0">18 82 1456,'-18'-2'11876,"34"-4"-8563,48-6-4905,-54 11 2753,68-14-773,219-29 178,-274 43-3819,-16 2-4</inkml:trace>
</inkml:ink>
</file>

<file path=ppt/ink/ink1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37.986"/>
    </inkml:context>
    <inkml:brush xml:id="br0">
      <inkml:brushProperty name="width" value="0.05" units="cm"/>
      <inkml:brushProperty name="height" value="0.05" units="cm"/>
      <inkml:brushProperty name="color" value="#004F8B"/>
    </inkml:brush>
  </inkml:definitions>
  <inkml:trace contextRef="#ctx0" brushRef="#br0">26 1 4105,'0'0'7758,"-1"7"-11639,-11 120 2456,5-80 2359,3-1 0,3 86 0,2-124 359,-1-6-2023</inkml:trace>
</inkml:ink>
</file>

<file path=ppt/ink/ink1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38.420"/>
    </inkml:context>
    <inkml:brush xml:id="br0">
      <inkml:brushProperty name="width" value="0.05" units="cm"/>
      <inkml:brushProperty name="height" value="0.05" units="cm"/>
      <inkml:brushProperty name="color" value="#004F8B"/>
    </inkml:brush>
  </inkml:definitions>
  <inkml:trace contextRef="#ctx0" brushRef="#br0">63 67 3857,'0'0'3790,"-2"7"-6552,-19 51 2585,10-28 490,0 1 0,-7 38 0,20-52 5173,14-59 3217,-8 22-10372,71-184 984,-76 192-1562</inkml:trace>
</inkml:ink>
</file>

<file path=ppt/ink/ink1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45.407"/>
    </inkml:context>
    <inkml:brush xml:id="br0">
      <inkml:brushProperty name="width" value="0.05" units="cm"/>
      <inkml:brushProperty name="height" value="0.05" units="cm"/>
    </inkml:brush>
  </inkml:definitions>
  <inkml:trace contextRef="#ctx0" brushRef="#br0">1 2 2657,'10'0'760,"8"-2"872,6 2-400,4 0-431,7 2-129,2 1-176,5 0-8,-1-2-40,4 2-56,5 0-144,6 0-56,5-2-96,1-1-120,2 0-472,-6 0-456</inkml:trace>
</inkml:ink>
</file>

<file path=ppt/ink/ink1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42.027"/>
    </inkml:context>
    <inkml:brush xml:id="br0">
      <inkml:brushProperty name="width" value="0.05" units="cm"/>
      <inkml:brushProperty name="height" value="0.05" units="cm"/>
    </inkml:brush>
  </inkml:definitions>
  <inkml:trace contextRef="#ctx0" brushRef="#br0">59 3 2040,'-22'-1'-527,"-9"0"5556,26 1-1230,24 0-2523,-17 0-1348,307-1 1258,-104 18-3976,-157-11 587</inkml:trace>
</inkml:ink>
</file>

<file path=ppt/ink/ink1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42.898"/>
    </inkml:context>
    <inkml:brush xml:id="br0">
      <inkml:brushProperty name="width" value="0.05" units="cm"/>
      <inkml:brushProperty name="height" value="0.05" units="cm"/>
    </inkml:brush>
  </inkml:definitions>
  <inkml:trace contextRef="#ctx0" brushRef="#br0">7 11 1272,'-6'1'10422,"16"1"-8781,24-1-2539,120-13-23,-105 10-401</inkml:trace>
</inkml:ink>
</file>

<file path=ppt/ink/ink1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43.448"/>
    </inkml:context>
    <inkml:brush xml:id="br0">
      <inkml:brushProperty name="width" value="0.05" units="cm"/>
      <inkml:brushProperty name="height" value="0.05" units="cm"/>
    </inkml:brush>
  </inkml:definitions>
  <inkml:trace contextRef="#ctx0" brushRef="#br0">0 37 696,'0'0'10925,"6"1"-9182,15-1-1196,-1-1 0,0 0 0,31-7 0,15-2-256,208-7-651,-88 16-3211,-100 3 893</inkml:trace>
</inkml:ink>
</file>

<file path=ppt/ink/ink1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43.965"/>
    </inkml:context>
    <inkml:brush xml:id="br0">
      <inkml:brushProperty name="width" value="0.05" units="cm"/>
      <inkml:brushProperty name="height" value="0.05" units="cm"/>
    </inkml:brush>
  </inkml:definitions>
  <inkml:trace contextRef="#ctx0" brushRef="#br0">0 18 1904,'0'0'9468,"4"0"-8847,415-13 1108,-168 10-5429,-175 2 1296</inkml:trace>
</inkml:ink>
</file>

<file path=ppt/ink/ink1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44.485"/>
    </inkml:context>
    <inkml:brush xml:id="br0">
      <inkml:brushProperty name="width" value="0.05" units="cm"/>
      <inkml:brushProperty name="height" value="0.05" units="cm"/>
    </inkml:brush>
  </inkml:definitions>
  <inkml:trace contextRef="#ctx0" brushRef="#br0">0 41 1656,'0'0'10285,"11"-1"-8087,343-26-1043,-111 18-5376,-172 6 1974</inkml:trace>
</inkml:ink>
</file>

<file path=ppt/ink/ink1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45.010"/>
    </inkml:context>
    <inkml:brush xml:id="br0">
      <inkml:brushProperty name="width" value="0.05" units="cm"/>
      <inkml:brushProperty name="height" value="0.05" units="cm"/>
    </inkml:brush>
  </inkml:definitions>
  <inkml:trace contextRef="#ctx0" brushRef="#br0">0 30 3513,'0'0'4737,"11"-2"-2126,26-6-1903,-1 2 1,54-2-1,87 4-517,-101 4-324,175 0-3010,-188-2 868</inkml:trace>
</inkml:ink>
</file>

<file path=ppt/ink/ink1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46.818"/>
    </inkml:context>
    <inkml:brush xml:id="br0">
      <inkml:brushProperty name="width" value="0.05" units="cm"/>
      <inkml:brushProperty name="height" value="0.05" units="cm"/>
    </inkml:brush>
  </inkml:definitions>
  <inkml:trace contextRef="#ctx0" brushRef="#br0">1 26 3609,'3'-2'9453,"17"-8"-8768,-11 6-639,-7 2-33,1 1-1,0 0 1,0 0 0,0 0-1,-1 0 1,1 0-1,0 1 1,0-1 0,0 1-1,0 0 1,0 0-1,0 0 1,6 1 0,30 1-352,-25 4-347,-2-2 613,24 9-230,-25-7 249,0 0-1,-1 1 0,0 0 1,0 1-1,0 0 0,10 13 1,-11-11 42,-1 0 1,0 1 0,-1 0-1,0 1 1,-1-1 0,0 1-1,-1 1 1,0-1 0,-1 1 0,4 19-1,-2-6 55,-2 0-1,-2 0 1,0 0-1,-2 37 1,-2-50 10,0 0 0,-1-1 0,0 1 0,0-1 0,-2 0 1,-7 17-1,12-23-156</inkml:trace>
</inkml:ink>
</file>

<file path=ppt/ink/ink1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47.690"/>
    </inkml:context>
    <inkml:brush xml:id="br0">
      <inkml:brushProperty name="width" value="0.05" units="cm"/>
      <inkml:brushProperty name="height" value="0.05" units="cm"/>
    </inkml:brush>
  </inkml:definitions>
  <inkml:trace contextRef="#ctx0" brushRef="#br0">0 73 6329,'1'-2'7247,"14"-14"-6213,-7 9-1032,0 1 0,1 1 0,0 0 0,0 0 0,0 0 0,1 1 0,-1 1 0,1 0 0,12-3 0,-8 4-337,-1 0 1,0 1-1,1 1 0,24 2 1,-34-2 196,-1 1 0,1 0 0,-1 0 1,1 0-1,-1 0 0,1 0 0,-1 1 1,0 0-1,0-1 0,5 5 0,-7-5 101,1 0-1,-1 1 0,0 0 1,0-1-1,1 1 1,-1 0-1,0-1 0,0 1 1,0 0-1,-1 0 0,1 0 1,0 0-1,-1 0 1,1 0-1,-1 0 0,0 0 1,0 0-1,0 0 1,0 4-1,-1-2 53,0 0 0,0 0 1,-1 0-1,1-1 0,-1 1 0,0 0 0,0-1 1,-1 1-1,1-1 0,-1 0 0,1 0 1,-1 0-1,0 0 0,0 0 0,-1-1 0,1 1 1,0-1-1,-5 2 0,-9 7-14,-1-1-1,-23 9 1,33-16-21,-1 1 1,1-1-1,-1-1 1,1 1 0,-1-1-1,-12 1 1,25-13 307,1 5-235,0 0 1,0 0-1,1 1 0,-1-1 1,1 1-1,0 0 1,0 1-1,0 0 1,1 0-1,-1 0 0,1 1 1,-1 0-1,1 0 1,0 0-1,8 0 1,-4 0-32,1 0 0,0 1 0,0 0 0,-1 0 0,1 2 0,0-1 0,0 2 0,11 2 0,-19-3-62,0 0-1,0 0 0,-1 1 1,1-1-1,-1 1 1,1 0-1,-1 0 1,0 0-1,0 1 1,0-1-1,0 1 0,0 0 1,-1-1-1,1 1 1,-1 1-1,0-1 1,1 0-1,-1 0 1,-1 1-1,1-1 0,-1 1 1,1-1-1,-1 1 1,0 0-1,0 0 1,0 0-1,-1-1 1,1 5-1,-1-2 61,0 0-1,1-1 1,-2 1-1,1 0 1,-1-1-1,0 1 1,0 0-1,0-1 1,-1 1-1,0-1 1,0 0-1,-1 1 1,1-1-1,-6 7 1,3-6 23,0 1 0,-1-1 1,0 0-1,0-1 0,-1 1 0,1-1 0,-1 0 1,-14 7-1,-7 0-42,-1-1 1,0-1-1,-1-2 1,-36 7-1,64-15-17,-18 3-757,7-1-782</inkml:trace>
</inkml:ink>
</file>

<file path=ppt/ink/ink1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48.221"/>
    </inkml:context>
    <inkml:brush xml:id="br0">
      <inkml:brushProperty name="width" value="0.05" units="cm"/>
      <inkml:brushProperty name="height" value="0.05" units="cm"/>
    </inkml:brush>
  </inkml:definitions>
  <inkml:trace contextRef="#ctx0" brushRef="#br0">1 35 1184,'0'0'9948,"9"-2"-8892,77-12-1320,130-4 0,-191 18-1626</inkml:trace>
</inkml:ink>
</file>

<file path=ppt/ink/ink1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48.877"/>
    </inkml:context>
    <inkml:brush xml:id="br0">
      <inkml:brushProperty name="width" value="0.05" units="cm"/>
      <inkml:brushProperty name="height" value="0.05" units="cm"/>
    </inkml:brush>
  </inkml:definitions>
  <inkml:trace contextRef="#ctx0" brushRef="#br0">78 6 3273,'53'-2'5306,"-26"0"-4680,0 1-1,35 3 0,-56-1-810,0 0 1,0 0 0,0 0-1,-1 0 1,1 1 0,0 0-1,-1 0 1,1 1 0,-1 0 0,1 0-1,-1 0 1,0 0 0,-1 1-1,1 0 1,6 7 0,-7-6 131,-1 0-1,0 1 1,0 0 0,-1-1 0,1 1 0,-1 0 0,-1 0 0,1 0 0,-1 0 0,0 1 0,0-1 0,-1 0 0,0 0 0,0 1 0,-2 8 0,1-4 136,-1 1 1,0-1-1,-1 1 1,0-1 0,-1 0-1,-1 0 1,-6 13 0,5-15 30,-1-1 0,0 1 0,0-1 1,-1-1-1,0 0 0,0 0 0,0 0 1,-1-1-1,0 0 0,-1-1 1,1 0-1,-1-1 0,0 0 0,0 0 1,0-1-1,-1 0 0,1-1 0,-1 0 1,1-1-1,-1 0 0,-17-1 0,21-1 58,-1-1 0,1 0 0,-1-1-1,1 1 1,0-1 0,0-1 0,-9-5-1,12 7-160,1-1 0,-1 1-1,1-1 1,-1 1 0,1-1-1,0 0 1,0 0 0,0-1-1,1 1 1,-1 0 0,1-1-1,0 0 1,0 0-1,0 1 1,-2-6 0,3-4-2577</inkml:trace>
</inkml:ink>
</file>

<file path=ppt/ink/ink1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49.261"/>
    </inkml:context>
    <inkml:brush xml:id="br0">
      <inkml:brushProperty name="width" value="0.05" units="cm"/>
      <inkml:brushProperty name="height" value="0.05" units="cm"/>
    </inkml:brush>
  </inkml:definitions>
  <inkml:trace contextRef="#ctx0" brushRef="#br0">1 1 3049,'0'0'5393,"0"7"-10994</inkml:trace>
</inkml:ink>
</file>

<file path=ppt/ink/ink1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49.754"/>
    </inkml:context>
    <inkml:brush xml:id="br0">
      <inkml:brushProperty name="width" value="0.05" units="cm"/>
      <inkml:brushProperty name="height" value="0.05" units="cm"/>
    </inkml:brush>
  </inkml:definitions>
  <inkml:trace contextRef="#ctx0" brushRef="#br0">14 0 3881,'0'0'1032,"-14"19"7378,19-20-5087,-1-5-3579,-2 3-1027</inkml:trace>
</inkml:ink>
</file>

<file path=ppt/ink/ink1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50.802"/>
    </inkml:context>
    <inkml:brush xml:id="br0">
      <inkml:brushProperty name="width" value="0.05" units="cm"/>
      <inkml:brushProperty name="height" value="0.05" units="cm"/>
    </inkml:brush>
  </inkml:definitions>
  <inkml:trace contextRef="#ctx0" brushRef="#br0">223 27 2328,'1'-4'7963,"0"-5"-4688,1 0-3515,-2 5-3352,-6 3 3465,1 1-1,-1 0 0,1 1 1,-1-1-1,0 1 1,1 0-1,-1 1 1,1-1-1,0 1 1,-1 0-1,1 0 1,0 1-1,0-1 0,0 1 1,1 1-1,-1-1 1,1 0-1,0 1 1,-1 0-1,2 0 1,-1 0-1,0 1 0,1-1 1,-6 11-1,-4 9-66,2 1-1,0 0 1,-12 45-1,-12 82 191,32-137 182,1 0 1,1 0 0,0 0 0,1 0 0,0 0 0,2 0 0,-1 0 0,2 0 0,0 0 0,1-1 0,6 18 0,-2-14-407</inkml:trace>
</inkml:ink>
</file>

<file path=ppt/ink/ink1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52.053"/>
    </inkml:context>
    <inkml:brush xml:id="br0">
      <inkml:brushProperty name="width" value="0.05" units="cm"/>
      <inkml:brushProperty name="height" value="0.05" units="cm"/>
    </inkml:brush>
  </inkml:definitions>
  <inkml:trace contextRef="#ctx0" brushRef="#br0">2 50 3353,'-1'-2'12095,"6"-6"-12616,3 3 485,-1 1 0,1-1-1,0 2 1,0-1-1,0 1 1,0 0 0,1 1-1,-1-1 1,1 2 0,-1-1-1,17 1 1,-7-1-59,35 0-44,-49 3 26,0-1-1,0 0 1,-1 1-1,1 0 1,0 0-1,-1 0 0,1 0 1,-1 0-1,1 1 1,-1 0-1,4 2 1,-6-3-341,-1 7 171,0 0-1,0 0 1,-1 0 0,-3 10-1,3-10 156,-2-2 173,1 0 1,-1 0-1,0 0 1,0 0 0,0 0-1,-1-1 1,0 1-1,0-1 1,0 0-1,-1-1 1,-9 9 0,-3 4 183,13-14-107,-5 6-127,20-12 1107,21-13-1185,-24 13-116,-3 2-254,4 3 196,-3 0 116,0-1 0,0 1 0,-1 0 0,1 0 0,0 1 1,-1-1-1,1 1 0,-1 1 0,0-1 0,0 1 0,0-1 1,0 2-1,-1-1 0,0 0 0,0 1 0,0 0 0,0 0 1,-1 0-1,6 10 0,-5-5 138,0 0-1,0 0 1,-1 0-1,-1 1 1,0-1-1,0 1 1,-1 0-1,0 0 1,-2 18 0,1-24 47,-1 1 0,0-1 0,0 0 1,0 0-1,-1 0 0,0 0 1,0 0-1,0 0 0,0-1 1,-1 1-1,0-1 0,0 1 0,0-1 1,0 0-1,-1 0 0,0 0 1,0-1-1,0 1 0,0-1 1,0 0-1,-8 4 0,2-2 105,-1-1-1,0 0 1,1 0-1,-1-1 0,0-1 1,-21 3-1,26-5-47,1 1 0,-1-1-1,0 0 1,0-1-1,0 1 1,1-1 0,-1 0-1,0 0 1,1-1 0,-1 0-1,1 0 1,-1 0-1,1-1 1,-10-6 0,7-1-629,2-3-553</inkml:trace>
</inkml:ink>
</file>

<file path=ppt/ink/ink1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52.361"/>
    </inkml:context>
    <inkml:brush xml:id="br0">
      <inkml:brushProperty name="width" value="0.05" units="cm"/>
      <inkml:brushProperty name="height" value="0.05" units="cm"/>
    </inkml:brush>
  </inkml:definitions>
  <inkml:trace contextRef="#ctx0" brushRef="#br0">1 22 3617,'0'0'2064,"1"0"-1032,1 0 105,1 0-65,44-4-80,-46 4-216,29-4-160,-12 1-304,4 0-151,3-2-530,0 2-463</inkml:trace>
</inkml:ink>
</file>

<file path=ppt/ink/ink1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52.974"/>
    </inkml:context>
    <inkml:brush xml:id="br0">
      <inkml:brushProperty name="width" value="0.05" units="cm"/>
      <inkml:brushProperty name="height" value="0.05" units="cm"/>
    </inkml:brush>
  </inkml:definitions>
  <inkml:trace contextRef="#ctx0" brushRef="#br0">159 0 3281,'0'0'1235,"-18"8"-4448,8-2 3128,0 1 1,0 0-1,1 0 1,0 1-1,0 0 1,1 1-1,0 0 1,1 0-1,0 1 1,-9 16-1,12-20 719,-10 26-1279,16-17 2745,-2-14-1738,0 0 1,1-1 0,-1 1-1,1 0 1,0-1-1,-1 1 1,1 0 0,0-1-1,-1 1 1,1-1-1,0 1 1,0-1 0,-1 1-1,1-1 1,0 0-1,0 1 1,1-1 0,50 14 836,-29-9-1320,-1 1 1,0 2-1,0 0 0,22 11 0,-37-15 9,-1 0 0,0 0 0,0 0 0,-1 0 1,1 1-1,-1 0 0,0 0 0,0 1 0,-1 0 0,1-1 0,-1 1 0,-1 1 0,1-1 0,-1 0 0,0 1 0,0 0 1,3 13-1,-5-15 133,0 0 0,0-1 1,0 1-1,-1 0 1,0 0-1,0 0 1,0-1-1,0 1 1,-1 0-1,1 0 0,-1-1 1,0 1-1,-1 0 1,1-1-1,-1 1 1,0-1-1,-3 6 0,0-5 46,1 0 0,-1 0-1,0 0 1,0 0 0,0-1-1,-1 0 1,0 0 0,1-1-1,-1 1 1,-1-1 0,-10 4-1,-2 0 193,0-1-1,0 0 0,-21 2 1,31-6-53,1-1 0,-1 0 0,1-1 0,-1 0 1,1 0-1,-1-1 0,1 0 0,-1 0 0,-14-5 1,22 5-256,-1 1 1,1-1 0,0 0 0,0 1 0,0-1 0,0 0 0,0 0-1,0 0 1,0 0 0,0 0 0,0 0 0,0 0 0,0 0 0,0 0-1,1 0 1,-1-1 0,0 1 0,1 0 0,-1 0 0,0-3 0,-1-8-2374</inkml:trace>
</inkml:ink>
</file>

<file path=ppt/ink/ink1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53.142"/>
    </inkml:context>
    <inkml:brush xml:id="br0">
      <inkml:brushProperty name="width" value="0.05" units="cm"/>
      <inkml:brushProperty name="height" value="0.05" units="cm"/>
    </inkml:brush>
  </inkml:definitions>
  <inkml:trace contextRef="#ctx0" brushRef="#br0">0 0 5625,'0'0'448</inkml:trace>
</inkml:ink>
</file>

<file path=ppt/ink/ink1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53.341"/>
    </inkml:context>
    <inkml:brush xml:id="br0">
      <inkml:brushProperty name="width" value="0.05" units="cm"/>
      <inkml:brushProperty name="height" value="0.05" units="cm"/>
    </inkml:brush>
  </inkml:definitions>
  <inkml:trace contextRef="#ctx0" brushRef="#br0">1 125 664,'4'1'11523,"39"-13"-9987,-30-1-96,-2-2-7,-2-1-185,-3 1-216,-5-1-576,-1 2-240,-4 6-560,-2-3-392,-8 7-840,-2 2-913</inkml:trace>
</inkml:ink>
</file>

<file path=ppt/ink/ink1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2:56.036"/>
    </inkml:context>
    <inkml:brush xml:id="br0">
      <inkml:brushProperty name="width" value="0.05" units="cm"/>
      <inkml:brushProperty name="height" value="0.05" units="cm"/>
      <inkml:brushProperty name="color" value="#004F8B"/>
    </inkml:brush>
  </inkml:definitions>
  <inkml:trace contextRef="#ctx0" brushRef="#br0">0 0 1488,'0'0'5465</inkml:trace>
</inkml:ink>
</file>

<file path=ppt/ink/ink1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2:58.830"/>
    </inkml:context>
    <inkml:brush xml:id="br0">
      <inkml:brushProperty name="width" value="0.05" units="cm"/>
      <inkml:brushProperty name="height" value="0.05" units="cm"/>
      <inkml:brushProperty name="color" value="#004F8B"/>
    </inkml:brush>
  </inkml:definitions>
  <inkml:trace contextRef="#ctx0" brushRef="#br0">170 1 1784,'0'0'9169,"-17"1"-10939,-14 4 1590,29-5 142,-7 3-189,6 0 183,-6 4-46,0 0-1,0 1 1,0 0 0,1 1 0,1 0-1,-11 14 1,17-21 79,0 0-1,-1-1 1,1 1-1,0 0 1,0 0-1,0 0 1,1 0-1,-1 0 1,0 0-1,1 0 1,-1 0-1,1 0 1,0 0-1,-1 1 1,1-1-1,0 0 1,0 0-1,1 0 1,-1 0-1,0 0 1,1 1-1,-1-1 1,1 0-1,0 0 1,0 0-1,0 0 1,0 0-1,0-1 1,0 1-1,0 0 1,1 0 0,-1-1-1,0 1 1,1-1-1,0 1 1,-1-1-1,1 0 1,0 1-1,0-1 1,-1 0-1,1 0 1,0 0-1,0 0 1,0-1-1,4 2 1,5 2 201,1-1 0,0 0 1,0 0-1,0-2 1,1 1-1,-1-1 0,0-1 1,21-2-1,-23 1-50,-1 0 0,0-1 0,0 0 0,0 0 0,0-1 0,-1 0 0,1-1 0,-1 0 0,1 0 0,-1-1-1,-1 0 1,9-6 0,-14 9-78,0-1 1,0 1-1,-1 0 0,1 0 0,-1-1 0,1 1 0,-1-1 0,0 1 0,0-1 0,0 0 0,-1 1 1,1-1-1,0 0 0,-1 0 0,0 1 0,0-1 0,0 0 0,0 0 0,0 0 0,0 1 0,-1-1 0,1 0 1,-1 0-1,0 1 0,0-1 0,-2-4 0,1 3-87,1 1 0,-1-1-1,0 1 1,0-1 0,0 1 0,-1 0-1,1 0 1,-1 0 0,0 0 0,1 1 0,-1-1-1,0 1 1,-1 0 0,1-1 0,0 1 0,-1 1-1,1-1 1,-8-2 0,1 2-80,-1 1 1,1 1-1,-1 0 0,0 0 0,1 1 1,-1 0-1,1 0 0,-1 1 1,1 1-1,0 0 0,-10 5 1,7-3 114,0 1 1,1 0 0,0 1-1,0 0 1,0 1 0,1 0-1,1 1 1,-11 10 0,20-17-7,-1-1 1,1 0 0,0 1-1,-1-1 1,1 1 0,0-1 0,0 1-1,0-1 1,0 1 0,0 0-1,0 0 1,0 0 0,1-1-1,-1 1 1,1 0 0,-1 0-1,1 0 1,0 0 0,-1 0 0,1 0-1,0 0 1,0 0 0,1 0-1,-1 0 1,0 0 0,1 0-1,-1 0 1,1-1 0,0 1-1,-1 0 1,1 0 0,0 0 0,0-1-1,0 1 1,0 0 0,3 2-1,-1-1 56,1 0 0,-1-1 0,1 1-1,0-1 1,-1 0 0,1 0 0,0 0-1,1 0 1,-1-1 0,0 1 0,0-1-1,0 0 1,1-1 0,-1 1 0,7-1-1,-2 0 61,-1 0-1,1 0 0,0-1 0,0-1 1,-1 0-1,1 0 0,-1 0 0,1-1 1,-1 0-1,0-1 0,0 0 0,-1 0 1,15-11-1,-21 14 208,-2-4-532,-1-1-1,1 1 1,-1 0 0,0 0 0,-6-10 0,3 5 42,3 6-138,2 4 278,0 0-1,0-1 1,0 1 0,0 0-1,-1-1 1,1 1 0,0 0-1,0-1 1,0 1-1,0 0 1,0-1 0,-1 1-1,1 0 1,0 0 0,0-1-1,0 1 1,-1 0 0,1 0-1,0-1 1,-1 1 0,1 0-1,0 0 1,0 0-1,-1 0 1,1-1 0,0 1-1,-1 0 1,1 0 0,0 0-1,-1 0 1,1 0 0,-9-2-207,0-2 82,6 3 35,0-1 0,0 1 0,0 0-1,-1 0 1,1 0 0,0 1 0,0-1 0,0 1-1,-6-1 1,-38 7-1250,46-5 1284,1-1 0,-1 0 0,1 0 0,-1 0 0,1 1 0,-1-1 0,1 0-1,-1 1 1,1-1 0,-1 0 0,1 1 0,0-1 0,-1 1 0,1-1 0,0 0 0,-1 1 0,1-1-1,0 1 1,-1-1 0,1 1 0,0 0 0,0-1 0,0 1 0,0-1 0,-1 1 0,1-1 0,0 2-1,-2 3 57,-12 26 33,14-31 11,0 0 0,0 0 0,-1 1 0,1-1 0,0 0 0,0 0 0,0 0 1,-1 1-1,1-1 0,0 0 0,0 0 0,0 1 0,0-1 0,0 0 0,0 0 0,0 0 0,-1 1 0,1-1 1,0 0-1,0 1 0,0-1 0,0 0 0,0 0 0,0 1 0,0-1 0,0 0 0,0 0 0,1 1 0,-1-1 1,0 0-1,0 0 0,0 1 0,0-1 0,0 0 0,0 0 0,0 1 0,1-1 0,-1 0 0,0 0 0,0 0 1,0 1-1,0-1 0,1 0 0,-1 0 0,0 0 0,0 0 0,1 0 0,-1 1 0,0-1 0,0 0 0,1 0 1,-1 0-1,0 0 0,0 0 0,1 0 0,-1 0 0,0 0 0,0 0 0,1 0 0,-1 0 0,0 0 1,0 0-1,1 0 0,-1 0 0,1 0 0,5 1 272,5 1 22,0-1-1,0 0 1,0 0-1,0-1 0,13-2 1,-17 2-68,-1-1 0,1-1 1,0 1-1,-1-1 0,0 0 1,0-1-1,1 1 0,-1-1 1,-1-1-1,1 1 0,9-8 1,-11 8-24,6-9 545,-10 11-843,0 0 0,0-1 0,0 1 0,-1 0 0,1 0 0,0 0 0,-1 0 0,1 1-1,-1-1 1,1 0 0,-1 0 0,0 0 0,1 0 0,-1 0 0,0 1 0,0-1 0,1 0 0,-1 1-1,0-1 1,0 0 0,0 1 0,-1-1 0,-1-1 44,-1-2-52,-1 1 0,1 0 0,-1 0-1,0 1 1,0-1 0,0 1 0,0 0 0,0 0 0,-1 1-1,1-1 1,0 1 0,-1 1 0,-10-1 0,4 1-75,0 1 0,0 1 1,-15 4-1,25-6 143,0 0 0,0 1 0,0-1-1,0 1 1,0-1 0,0 1 0,0 0 0,0 0 0,1 0 0,-1 0-1,0 0 1,1 0 0,-1 1 0,0-1 0,1 0 0,0 1 0,-1 0-1,1-1 1,0 1 0,0 0 0,0-1 0,0 1 0,0 0-1,0 0 1,0 0 0,0 0 0,0 3 0,1-4-7,16 10 1217,-7-7-1088,0-1 0,0 0-1,1 0 1,-1-1 0,0 0 0,1-1 0,-1 0 0,1 0 0,0-1 0,9-1 0,-12 0 32,0-1 0,0 1 1,0-1-1,13-5 0,-19 6 267,3 4 3184,2 7-3177,-4-6-303,0 0 0,0-1 1,0 1-1,-1 0 0,1 0 0,-1 0 0,0 0 1,0 0-1,0 5 0,1 0 336</inkml:trace>
</inkml:ink>
</file>

<file path=ppt/ink/ink1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2:59.562"/>
    </inkml:context>
    <inkml:brush xml:id="br0">
      <inkml:brushProperty name="width" value="0.05" units="cm"/>
      <inkml:brushProperty name="height" value="0.05" units="cm"/>
      <inkml:brushProperty name="color" value="#004F8B"/>
    </inkml:brush>
  </inkml:definitions>
  <inkml:trace contextRef="#ctx0" brushRef="#br0">23 11 2072,'0'0'6328,"-15"-7"-13041,7 4 10877</inkml:trace>
</inkml:ink>
</file>

<file path=ppt/ink/ink1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01.486"/>
    </inkml:context>
    <inkml:brush xml:id="br0">
      <inkml:brushProperty name="width" value="0.05" units="cm"/>
      <inkml:brushProperty name="height" value="0.05" units="cm"/>
      <inkml:brushProperty name="color" value="#004F8B"/>
    </inkml:brush>
  </inkml:definitions>
  <inkml:trace contextRef="#ctx0" brushRef="#br0">1 1 2417,'0'0'13680,"1"22"-14378,6 67 805,0 34 350,4-11-73,3 57-175,-13-162-195,-1 29 252,4 17-258,-4 3 9,0-2-26,2-15 9,-2-32-1,-1 48 8,2 2-5,2 56 46,-3-72-48,0 31 0,-1-70 3,0-4 1,0 6 0,0 49 1,-5 20 25,-3 106 10,11-121-8,0-39 9,-1 1 0,-1-1 0,-1 1 0,-4 24-1,4-36-522</inkml:trace>
</inkml:ink>
</file>

<file path=ppt/ink/ink1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02.561"/>
    </inkml:context>
    <inkml:brush xml:id="br0">
      <inkml:brushProperty name="width" value="0.05" units="cm"/>
      <inkml:brushProperty name="height" value="0.05" units="cm"/>
      <inkml:brushProperty name="color" value="#004F8B"/>
    </inkml:brush>
  </inkml:definitions>
  <inkml:trace contextRef="#ctx0" brushRef="#br0">0 98 4545,'0'0'7544,"15"18"-5822,77 99-602,-55-61-1012,-13-18 140,2 0-1,53 58 1,-73-88-178,-6-7 54,1 0 0,-1-1 0,1 1 0,-1 0 0,1-1 0,-1 1 0,1-1 1,-1 1-1,1 0 0,-1-1 0,1 1 0,0-1 0,-1 0 0,1 1 1,0-1-1,-1 1 0,1-1 0,0 0 0,0 0 0,-1 1 0,1-1 0,0 0 1,1 0 587,-1 0-728,-1 0 0,1 0 1,0 0-1,0 0 0,-1-1 0,1 1 1,0 0-1,-1-1 0,1 1 0,-1 0 1,1-1-1,0 1 0,-1 0 0,1-1 1,-1 1-1,1-1 0,-1 1 0,1-1 1,-1 0-1,1 1 0,-1-1 0,0 1 1,1-1-1,-1 0 0,0 1 0,0-1 1,1 0-1,-1 1 0,0-1 0,0-1 1,14-34 115,-2-2 1,-2 1 0,8-57 0,14-55-79,-24 116-7,-5 20-13,0 0 0,1 0 0,7-14 0,-11 26-33,2-5-642,-1 1-3061</inkml:trace>
</inkml:ink>
</file>

<file path=ppt/ink/ink1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03.322"/>
    </inkml:context>
    <inkml:brush xml:id="br0">
      <inkml:brushProperty name="width" value="0.05" units="cm"/>
      <inkml:brushProperty name="height" value="0.05" units="cm"/>
      <inkml:brushProperty name="color" value="#004F8B"/>
    </inkml:brush>
  </inkml:definitions>
  <inkml:trace contextRef="#ctx0" brushRef="#br0">1 102 2801,'0'0'5785,"14"-6"-2559,27-9-2581,76-20-1,-25 18-328,1 4-1,162-3 0,-246 17 25,-1 0-3178</inkml:trace>
</inkml:ink>
</file>

<file path=ppt/ink/ink1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04.389"/>
    </inkml:context>
    <inkml:brush xml:id="br0">
      <inkml:brushProperty name="width" value="0.05" units="cm"/>
      <inkml:brushProperty name="height" value="0.05" units="cm"/>
      <inkml:brushProperty name="color" value="#004F8B"/>
    </inkml:brush>
  </inkml:definitions>
  <inkml:trace contextRef="#ctx0" brushRef="#br0">1 1 5521,'0'0'7706,"-1"7"-9540,8 195 1188,0-35 936,6 95 541,-11-252-3020</inkml:trace>
</inkml:ink>
</file>

<file path=ppt/ink/ink1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04.903"/>
    </inkml:context>
    <inkml:brush xml:id="br0">
      <inkml:brushProperty name="width" value="0.05" units="cm"/>
      <inkml:brushProperty name="height" value="0.05" units="cm"/>
      <inkml:brushProperty name="color" value="#004F8B"/>
    </inkml:brush>
  </inkml:definitions>
  <inkml:trace contextRef="#ctx0" brushRef="#br0">1 64 2184,'0'0'8448,"0"-2"-7950,12-5-104,8-1 16,0 1 0,1 2 1,0 0-1,41-4 0,99 0 1084,-46 5-1298,-36-1-1870,-70 2-1627</inkml:trace>
</inkml:ink>
</file>

<file path=ppt/ink/ink1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05.352"/>
    </inkml:context>
    <inkml:brush xml:id="br0">
      <inkml:brushProperty name="width" value="0.05" units="cm"/>
      <inkml:brushProperty name="height" value="0.05" units="cm"/>
      <inkml:brushProperty name="color" value="#004F8B"/>
    </inkml:brush>
  </inkml:definitions>
  <inkml:trace contextRef="#ctx0" brushRef="#br0">1 1 1704,'1'0'8511,"14"0"-6406,-4-1-1869,31 3 1155,88 7-2562,-104-9-595</inkml:trace>
</inkml:ink>
</file>

<file path=ppt/ink/ink1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06.525"/>
    </inkml:context>
    <inkml:brush xml:id="br0">
      <inkml:brushProperty name="width" value="0.05" units="cm"/>
      <inkml:brushProperty name="height" value="0.05" units="cm"/>
      <inkml:brushProperty name="color" value="#004F8B"/>
    </inkml:brush>
  </inkml:definitions>
  <inkml:trace contextRef="#ctx0" brushRef="#br0">331 2 4441,'0'0'8050,"-16"-1"-9316,-20 0 923,31 2 202,0-1-1,0 1 0,0-1 0,0 1 1,1 1-1,-1-1 0,0 1 1,1 0-1,-1 0 0,1 0 1,0 0-1,-8 6 0,-1 0-390,4-3 166,-2 1 82,-1 0 0,2 1 0,-1 1 1,-19 16-1,28-22 286,1-1 1,-1 1 0,1 0-1,-1 0 1,1-1 0,0 1-1,0 0 1,0 0 0,0 0-1,0 0 1,0 1 0,0-1-1,1 0 1,-1 0 0,1 0-1,-1 1 1,1-1 0,0 0-1,0 0 1,0 1 0,0-1-1,1 0 1,-1 0 0,0 1-1,1-1 1,0 0 0,-1 0-1,1 0 1,0 0 0,0 0-1,0 0 1,1 0 0,-1 0-1,0 0 1,3 2 0,-2-1 81,1-1 0,-1 0-1,0 0 1,1 0 0,0 0 0,0-1 0,-1 1 0,1-1 0,0 1 0,0-1 0,0 0 0,1 0-1,-1 0 1,0-1 0,0 1 0,0-1 0,1 0 0,-1 0 0,0 0 0,0 0 0,1 0 0,-1-1-1,0 1 1,0-1 0,0 0 0,0 0 0,0 0 0,6-3 0,-2 1 89,0-1 1,0 0 0,0 0-1,-1 0 1,1-1-1,-1 0 1,-1 0-1,1-1 1,0 1-1,8-13 1,6-13-178,-21 54-25,-8 174 283,18 218 1,-7-398-189,-1 0-1,-1 0 0,-1 0 1,0 0-1,-1-1 0,-7 26 1,8-37-128,0 0 1,-1 0-1,0 0 1,0-1 0,0 1-1,0-1 1,-1 0-1,0 1 1,0-1 0,0 0-1,0-1 1,0 1-1,-1 0 1,0-1 0,0 0-1,0 0 1,0 0-1,0 0 1,-1-1 0,1 0-1,-1 0 1,0 0-1,1 0 1,-1-1 0,0 0-1,-7 1 1,4-1 62,0 0 0,0-1 0,-1 0 1,1 0-1,0-1 0,-1 0 0,1 0 0,0-1 0,0 0 1,-14-6-1,17 5 71,0 1 1,1-1 0,-1 0-1,1-1 1,-1 1 0,1-1-1,0 0 1,1 0-1,-1 0 1,1 0 0,-1-1-1,1 1 1,0-1 0,1 0-1,-1 0 1,1 0 0,-2-8-1,-2-9 98,1 0 0,1-1-1,2 1 1,0-1 0,1 0 0,1 0-1,5-35 1,-1 27-72,2 1 0,1 0 1,1 0-1,1 1 0,16-32 0,-15 42 14,0 1 0,1 1 1,2-1-1,-1 2 0,18-18 0,80-69 725,-95 90-752,2-2-1397,31-18 0,-35 25-1081</inkml:trace>
</inkml:ink>
</file>

<file path=ppt/ink/ink1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07.065"/>
    </inkml:context>
    <inkml:brush xml:id="br0">
      <inkml:brushProperty name="width" value="0.05" units="cm"/>
      <inkml:brushProperty name="height" value="0.05" units="cm"/>
      <inkml:brushProperty name="color" value="#004F8B"/>
    </inkml:brush>
  </inkml:definitions>
  <inkml:trace contextRef="#ctx0" brushRef="#br0">0 51 4265,'0'0'6233,"10"-4"-4356,8-4-1351,-1 2 0,2 0 0,-1 1 0,0 1 0,25-3 0,105 0 840,-115 4-3196</inkml:trace>
</inkml:ink>
</file>

<file path=ppt/ink/ink1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07.434"/>
    </inkml:context>
    <inkml:brush xml:id="br0">
      <inkml:brushProperty name="width" value="0.05" units="cm"/>
      <inkml:brushProperty name="height" value="0.05" units="cm"/>
      <inkml:brushProperty name="color" value="#004F8B"/>
    </inkml:brush>
  </inkml:definitions>
  <inkml:trace contextRef="#ctx0" brushRef="#br0">1 62 2873,'1'0'5791,"17"-4"-3353,186-32 2716,-143 28-5600,-28 0-1096,-17 3-475</inkml:trace>
</inkml:ink>
</file>

<file path=ppt/ink/ink1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08.610"/>
    </inkml:context>
    <inkml:brush xml:id="br0">
      <inkml:brushProperty name="width" value="0.05" units="cm"/>
      <inkml:brushProperty name="height" value="0.05" units="cm"/>
      <inkml:brushProperty name="color" value="#004F8B"/>
    </inkml:brush>
  </inkml:definitions>
  <inkml:trace contextRef="#ctx0" brushRef="#br0">1 145 6769,'0'0'6223,"2"8"-7020,7 25 788,-2 0 0,-1 1 0,-1 0 0,-2 0 0,-1 0 0,-6 68 0,4-99 20,-1 0-1,0 0 1,1 0 0,-1 0-1,-1 0 1,1 0 0,0 0-1,-1-1 1,1 1 0,-4 4 1002,5-14-471,3-17-366,1 1 0,1 0 0,1 0 0,1 0 0,2 1 0,0 0 0,0 0 0,2 1 0,1 0 0,1 1 0,0 1 0,2 0 0,28-29 0,-42 46-176,14-11 42,1 0 1,21-14-1,-33 24-65,0 1-1,1-1 0,0 1 0,-1 0 0,1 0 1,0 0-1,0 1 0,0 0 0,0 0 1,1 0-1,-1 0 0,0 1 0,0 0 1,6 1-1,-8-1-41,-1 1 1,1 0-1,-1 1 1,1-1-1,-1 0 1,0 1-1,1-1 1,-1 1-1,0 0 1,0 0-1,0 0 1,0 0-1,-1 0 0,1 0 1,0 0-1,-1 1 1,0-1-1,1 0 1,-1 1-1,0-1 1,0 1-1,-1 0 1,2 3-1,2 8-165,-1 1-1,2 25 1,-5-39 221,3 27-166,-2 1 0,-2-1 0,0 0 0,-11 54 1491,13-86-1036,2-28 174,1 0 0,16-61 1,-14 73-290,1 0 1,0 0 0,2 1-1,0 0 1,20-30 0,-23 42-156,1-1-1,-1 1 1,1 1-1,1-1 1,-1 1-1,1 0 1,0 1-1,1 0 1,-1 0-1,1 1 1,0 0 0,0 1-1,0 0 1,1 0-1,-1 1 1,1 0-1,-1 0 1,16 1-1,-23 1-72,1 0-1,-1 0 1,0 0 0,0 1-1,0 0 1,1-1-1,-1 1 1,0 0-1,0 0 1,0 0 0,0 0-1,0 0 1,0 1-1,0-1 1,-1 0-1,1 1 1,2 2-1,-1 0-22,1 1-1,-1 0 1,1 0-1,-1 0 1,-1 0 0,4 9-1,0 5 42,0 0 0,5 38-1,-2 58 263,-9-80-657,11 61 0,-11-95-293</inkml:trace>
</inkml:ink>
</file>

<file path=ppt/ink/ink1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09.898"/>
    </inkml:context>
    <inkml:brush xml:id="br0">
      <inkml:brushProperty name="width" value="0.05" units="cm"/>
      <inkml:brushProperty name="height" value="0.05" units="cm"/>
      <inkml:brushProperty name="color" value="#004F8B"/>
    </inkml:brush>
  </inkml:definitions>
  <inkml:trace contextRef="#ctx0" brushRef="#br0">340 143 5705,'1'-2'5009,"-6"-15"-3104,-10-26-1281,11 37-684,1 0 0,-2 1 0,1 0 0,0-1 0,-1 1 0,0 1-1,0-1 1,-1 1 0,1 0 0,-1 0 0,0 0 0,0 1 0,0 0 0,0 0 0,-1 1 0,1 0 0,-1 0 0,0 0 0,1 1 0,-11-1 0,11 1 14,0 0 1,0 1-1,-1 0 1,1 0-1,0 1 1,0-1-1,0 1 1,0 1-1,0-1 1,0 1-1,0 0 1,0 0-1,0 1 1,1 0 0,-1 0-1,1 0 1,0 1-1,0-1 1,0 1-1,1 1 1,-1-1-1,-6 8 1,5-1-60,0-1 0,1 1 0,0 0 1,0 0-1,1 1 0,-4 19 0,7-25 107,0-1-1,0 1 0,0-1 0,1 1 0,-1-1 0,2 1 1,-1-1-1,0 1 0,1-1 0,0 1 0,0-1 0,1 0 1,0 1-1,0-1 0,0 0 0,5 9 0,-5-12 41,-1-1 0,1 1 0,-1-1 0,1 0-1,0 1 1,-1-1 0,1 0 0,0 0 0,0 0 0,0 0 0,0 0-1,0-1 1,0 1 0,0 0 0,0-1 0,0 0 0,0 1-1,0-1 1,0 0 0,0 0 0,1 0 0,-1 0 0,0-1 0,0 1-1,0-1 1,0 1 0,0-1 0,0 1 0,0-1 0,0 0-1,0 0 1,0 0 0,-1 0 0,1-1 0,2 0 0,5-5 317,0 0 0,0-1 0,0 0 0,14-16 0,-18 18-39,-1 0-1,1 0 1,-1 0-1,4-9 1,-7 13 371,6 51-2430,-14 404 2918,8-37-66,-2-398-1008,0 1 0,-2-1 0,-7 29 0,8-40-170,0-1 0,0 1 0,-1-1 1,1 0-1,-2 0 0,1 0 0,-1 0 0,1 0 1,-2-1-1,1 1 0,-1-1 0,-9 8 0,11-11 73,0 0-1,0 0 0,0-1 0,-1 1 1,1-1-1,0 0 0,-1 0 1,1 0-1,-1 0 0,0-1 0,1 1 1,-1-1-1,0 0 0,-6-1 0,8 1 26,0 0-1,0-1 0,0 1 0,0-1 0,0 1 0,0-1 1,-1 0-1,2 0 0,-1 0 0,0 0 0,0 0 1,0 0-1,0-1 0,1 1 0,-1-1 0,0 1 0,1-1 1,0 0-1,-1 1 0,1-1 0,0 0 0,0 0 1,0 0-1,-2-4 0,-3-16 179,1-1 0,1 0 0,-3-44 0,8-71 159,0 105-381,1-30 106,14-93-1,-11 131-87,1 0 0,0 1 0,2-1 0,1 2 0,1-1-1,21-36 1,-9 26-558,2 1-1,0 2 1,2 0-1,2 2 1,45-39 0,-25 28-2371</inkml:trace>
</inkml:ink>
</file>

<file path=ppt/ink/ink1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10.560"/>
    </inkml:context>
    <inkml:brush xml:id="br0">
      <inkml:brushProperty name="width" value="0.05" units="cm"/>
      <inkml:brushProperty name="height" value="0.05" units="cm"/>
      <inkml:brushProperty name="color" value="#004F8B"/>
    </inkml:brush>
  </inkml:definitions>
  <inkml:trace contextRef="#ctx0" brushRef="#br0">0 97 3209,'0'0'8534,"4"-2"-8304,63-18 1463,2 3 0,0 3-1,99-7 1,-168 21-1694,108-11-717,-36 1-4366,-56 8 2697</inkml:trace>
</inkml:ink>
</file>

<file path=ppt/ink/ink1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10.826"/>
    </inkml:context>
    <inkml:brush xml:id="br0">
      <inkml:brushProperty name="width" value="0.05" units="cm"/>
      <inkml:brushProperty name="height" value="0.05" units="cm"/>
      <inkml:brushProperty name="color" value="#004F8B"/>
    </inkml:brush>
  </inkml:definitions>
  <inkml:trace contextRef="#ctx0" brushRef="#br0">1 0 4665,'0'0'3969,"1"0"-2729,1 0-32,23 20-167,-13-7-361,4 5-160,-6 1-360,1-1-32,-4 4-80,-7-4-176,-1 3-728,-10-2-593</inkml:trace>
</inkml:ink>
</file>

<file path=ppt/ink/ink1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14.015"/>
    </inkml:context>
    <inkml:brush xml:id="br0">
      <inkml:brushProperty name="width" value="0.05" units="cm"/>
      <inkml:brushProperty name="height" value="0.05" units="cm"/>
      <inkml:brushProperty name="color" value="#004F8B"/>
    </inkml:brush>
  </inkml:definitions>
  <inkml:trace contextRef="#ctx0" brushRef="#br0">0 2289 3225,'0'0'10227,"5"-16"-9797,94-173 614,-80 156-884,2 2 0,2 0-1,1 1 1,28-27 0,-16 28-130,0 1 1,63-36 0,-67 45-32,0 0 0,-2-2 0,-1-2 0,-1 0 0,27-29 0,13-41 24,-5 7-20,3-3 13,-43 57 4,1 0 1,42-42-1,68-37 5,-91 78-27,-2-1 0,69-75 0,-28 4 117,23-26 77,-84 107-120,2 1 0,0 1 0,33-22 0,29-14-20,66-51 4,-132 93-45,0-1-1,-1-1 1,0-1-1,-2 0 1,18-27 0,21-33 41,19-33 456,-62 95-252,-10 15-341,0 0 0,-1 0 1,1 0-1,-1 0 1,1 0-1,-1-1 0,0 1 1,0 0-1,0-1 0,0 1 1,0-1-1,0-2 1,-11 3-422,0 0 464,-1 1 0,1 0 0,0 0 0,0 1 0,-1 1 0,1 0 0,0 0 0,-1 1-1,1 1 1,-11 3 0,-165 74-475,183-79 491,0 0 0,1 1 0,-1-1 0,1 1-1,-1 0 1,1 0 0,0 0 0,-3 3 0,4-4 662,14-3-448,1-1-1,-1 0 0,0-1 1,0 0-1,0-1 0,-1-1 1,1 0-1,15-11 0,27-11-120,-38 21-47,27-12 2,76-22 1,-119 41-62,-1 0 1,1 0-1,-1 0 0,1 0 0,0 0 0,-1 0 0,1 0 1,0 0-1,-1 0 0,1 0 0,-1 1 0,1-1 1,0 0-1,-1 0 0,1 1 0,-1-1 0,1 0 1,-1 1-1,1-1 0,-1 0 0,1 1 0,-1-1 1,1 1-1,-1-1 0,0 1 0,1-1 0,-1 1 1,0-1-1,1 1 0,-1-1 0,0 1 0,1 0 0,-1-1 1,0 1-1,0-1 0,0 1 0,0 0 0,0-1 1,0 1-1,0 0 0,7 40 6,-1-1 0,-3 1 0,-1 0 0,-4 41 0,2 11 3,-7 31 246,1-13-2497</inkml:trace>
</inkml:ink>
</file>

<file path=ppt/ink/ink1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14.898"/>
    </inkml:context>
    <inkml:brush xml:id="br0">
      <inkml:brushProperty name="width" value="0.05" units="cm"/>
      <inkml:brushProperty name="height" value="0.05" units="cm"/>
      <inkml:brushProperty name="color" value="#004F8B"/>
    </inkml:brush>
  </inkml:definitions>
  <inkml:trace contextRef="#ctx0" brushRef="#br0">1 61 5889,'0'0'8346,"11"-2"-7484,41-14-873,0 3 0,1 3 1,1 1-1,84-2 0,-125 11-1557</inkml:trace>
</inkml:ink>
</file>

<file path=ppt/ink/ink1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15.302"/>
    </inkml:context>
    <inkml:brush xml:id="br0">
      <inkml:brushProperty name="width" value="0.05" units="cm"/>
      <inkml:brushProperty name="height" value="0.05" units="cm"/>
      <inkml:brushProperty name="color" value="#004F8B"/>
    </inkml:brush>
  </inkml:definitions>
  <inkml:trace contextRef="#ctx0" brushRef="#br0">37 1 5625,'0'0'7282,"-3"4"-7778,-1 3 423,1 0 0,1 0 0,-1 0 0,1 1 1,1-1-1,-1 1 0,0 9 0,-1 64-76,2-39 132,-10 166-400</inkml:trace>
</inkml:ink>
</file>

<file path=ppt/ink/ink1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16.201"/>
    </inkml:context>
    <inkml:brush xml:id="br0">
      <inkml:brushProperty name="width" value="0.05" units="cm"/>
      <inkml:brushProperty name="height" value="0.05" units="cm"/>
      <inkml:brushProperty name="color" value="#004F8B"/>
    </inkml:brush>
  </inkml:definitions>
  <inkml:trace contextRef="#ctx0" brushRef="#br0">11 57 7546,'3'-3'8508,"16"-11"-6906,13-9-1480,-19 16-138,-2 6-64,-1-2 53,-6 2-19,0 0-1,0 0 0,-1 0 1,1 1-1,0-1 1,8 1-1,-8-1-5,0 1 0,0 1 0,0-1 0,0 0-1,0 1 1,0 0 0,0 0 0,0 0 0,0 0 0,0 1 0,3 1 0,-6-2-88,15 17-1754,-15-18 1875,22 32-342,-22-30 247,3 8-402,-6-7 396,-10 26-339,-1-2 0,-1 0 0,-2 0 0,-29 37 0,-8 14 363,-23 47 3021,92-126-1086,70-13-1164,-56 8-528,1 1-1,40-2 1,-69 7-49,12 0-1479</inkml:trace>
</inkml:ink>
</file>

<file path=ppt/ink/ink1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36.060"/>
    </inkml:context>
    <inkml:brush xml:id="br0">
      <inkml:brushProperty name="width" value="0.05" units="cm"/>
      <inkml:brushProperty name="height" value="0.05" units="cm"/>
      <inkml:brushProperty name="color" value="#004F8B"/>
    </inkml:brush>
  </inkml:definitions>
  <inkml:trace contextRef="#ctx0" brushRef="#br0">2619 2490 2328,'29'-9'2000,"-13"-2"6878,-40-7-7600,-7 1-1142,23 12 8,-11-5 1086,-13-5-1121,-36-19 877,60 30-919,-13-9 682,8 6-694,8 4 20,-1 0 0,1 0 1,0-1-1,0 0 0,1 0 0,-1 0 0,-5-8 0,-120-126 895,83 75-482,13 19-260,-2 1 1,-2 1-1,-75-61 0,73 70-188,-7-5 62,2-1 0,1-3 0,-44-54 1,44 38-63,-4 1 0,-1 3 0,-66-56 0,-28 2-6,73 57 18,-81-77-1,0-33 77,95 96 94,-121-106-1,62 73-115,-157-171 1,91 92-30,180 177-113,1-1-1,-1 1 0,0 0 0,1-1 0,-1 1 0,1 0 0,-1 0 0,0-1 0,1 1 1,-1 0-1,0 0 0,1 0 0,-1 0 0,0 0 0,0 0 0,1 0 0,-1 0 0,0 0 0,1 0 1,-1 0-1,0 0 0,1 1 0,-1-1 0,0 0 0,1 0 0,-1 1 0,1-1 0,-1 1 1,0-1-1,1 0 0,-1 1 0,1-1 0,-1 1 0,1-1 0,-1 1 0,0 0 0,-15 22 162,15-20-217,-7 10 68,1 0 0,1 1 0,-6 19 0,2-6 14,-67 203-22,80-382 2248,14-151-2360,-17 302 88,0 0 1,0 0-1,0 0 1,0 0-1,0 0 1,1 0-1,-1 0 0,0 0 1,1 0-1,-1 0 1,0 0-1,1 0 1,-1 0-1,1 0 0,0 0 1,-1 0-1,1 0 1,0 0-1,-1 0 1,1 1-1,0-1 1,0 0-1,0 0 0,0 1 1,1-1-1,24-1-1386,-19 2 1863,179 24-430,-72-7 29,-97-15-474,49 8 1374,-35 2-2344,-6 6-3720,-19-9 986</inkml:trace>
</inkml:ink>
</file>

<file path=ppt/ink/ink1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37.591"/>
    </inkml:context>
    <inkml:brush xml:id="br0">
      <inkml:brushProperty name="width" value="0.05" units="cm"/>
      <inkml:brushProperty name="height" value="0.05" units="cm"/>
      <inkml:brushProperty name="color" value="#004F8B"/>
    </inkml:brush>
  </inkml:definitions>
  <inkml:trace contextRef="#ctx0" brushRef="#br0">18 82 1456,'-18'-2'11876,"34"-4"-8563,48-6-4905,-54 11 2753,68-14-773,219-29 178,-274 43-3819,-16 2-4</inkml:trace>
</inkml:ink>
</file>

<file path=ppt/ink/ink1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37.986"/>
    </inkml:context>
    <inkml:brush xml:id="br0">
      <inkml:brushProperty name="width" value="0.05" units="cm"/>
      <inkml:brushProperty name="height" value="0.05" units="cm"/>
      <inkml:brushProperty name="color" value="#004F8B"/>
    </inkml:brush>
  </inkml:definitions>
  <inkml:trace contextRef="#ctx0" brushRef="#br0">26 1 4105,'0'0'7758,"-1"7"-11639,-11 120 2456,5-80 2359,3-1 0,3 86 0,2-124 359,-1-6-2023</inkml:trace>
</inkml:ink>
</file>

<file path=ppt/ink/ink1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38.420"/>
    </inkml:context>
    <inkml:brush xml:id="br0">
      <inkml:brushProperty name="width" value="0.05" units="cm"/>
      <inkml:brushProperty name="height" value="0.05" units="cm"/>
      <inkml:brushProperty name="color" value="#004F8B"/>
    </inkml:brush>
  </inkml:definitions>
  <inkml:trace contextRef="#ctx0" brushRef="#br0">63 67 3857,'0'0'3790,"-2"7"-6552,-19 51 2585,10-28 490,0 1 0,-7 38 0,20-52 5173,14-59 3217,-8 22-10372,71-184 984,-76 192-1562</inkml:trace>
</inkml:ink>
</file>

<file path=ppt/ink/ink1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42.027"/>
    </inkml:context>
    <inkml:brush xml:id="br0">
      <inkml:brushProperty name="width" value="0.05" units="cm"/>
      <inkml:brushProperty name="height" value="0.05" units="cm"/>
    </inkml:brush>
  </inkml:definitions>
  <inkml:trace contextRef="#ctx0" brushRef="#br0">59 3 2040,'-22'-1'-527,"-9"0"5556,26 1-1230,24 0-2523,-17 0-1348,307-1 1258,-104 18-3976,-157-11 587</inkml:trace>
</inkml:ink>
</file>

<file path=ppt/ink/ink1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42.898"/>
    </inkml:context>
    <inkml:brush xml:id="br0">
      <inkml:brushProperty name="width" value="0.05" units="cm"/>
      <inkml:brushProperty name="height" value="0.05" units="cm"/>
    </inkml:brush>
  </inkml:definitions>
  <inkml:trace contextRef="#ctx0" brushRef="#br0">7 11 1272,'-6'1'10422,"16"1"-8781,24-1-2539,120-13-23,-105 10-401</inkml:trace>
</inkml:ink>
</file>

<file path=ppt/ink/ink1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43.448"/>
    </inkml:context>
    <inkml:brush xml:id="br0">
      <inkml:brushProperty name="width" value="0.05" units="cm"/>
      <inkml:brushProperty name="height" value="0.05" units="cm"/>
    </inkml:brush>
  </inkml:definitions>
  <inkml:trace contextRef="#ctx0" brushRef="#br0">0 37 696,'0'0'10925,"6"1"-9182,15-1-1196,-1-1 0,0 0 0,31-7 0,15-2-256,208-7-651,-88 16-3211,-100 3 893</inkml:trace>
</inkml:ink>
</file>

<file path=ppt/ink/ink1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43.965"/>
    </inkml:context>
    <inkml:brush xml:id="br0">
      <inkml:brushProperty name="width" value="0.05" units="cm"/>
      <inkml:brushProperty name="height" value="0.05" units="cm"/>
    </inkml:brush>
  </inkml:definitions>
  <inkml:trace contextRef="#ctx0" brushRef="#br0">0 18 1904,'0'0'9468,"4"0"-8847,415-13 1108,-168 10-5429,-175 2 1296</inkml:trace>
</inkml:ink>
</file>

<file path=ppt/ink/ink1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44.485"/>
    </inkml:context>
    <inkml:brush xml:id="br0">
      <inkml:brushProperty name="width" value="0.05" units="cm"/>
      <inkml:brushProperty name="height" value="0.05" units="cm"/>
    </inkml:brush>
  </inkml:definitions>
  <inkml:trace contextRef="#ctx0" brushRef="#br0">0 41 1656,'0'0'10285,"11"-1"-8087,343-26-1043,-111 18-5376,-172 6 1974</inkml:trace>
</inkml:ink>
</file>

<file path=ppt/ink/ink1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45.010"/>
    </inkml:context>
    <inkml:brush xml:id="br0">
      <inkml:brushProperty name="width" value="0.05" units="cm"/>
      <inkml:brushProperty name="height" value="0.05" units="cm"/>
    </inkml:brush>
  </inkml:definitions>
  <inkml:trace contextRef="#ctx0" brushRef="#br0">0 30 3513,'0'0'4737,"11"-2"-2126,26-6-1903,-1 2 1,54-2-1,87 4-517,-101 4-324,175 0-3010,-188-2 868</inkml:trace>
</inkml:ink>
</file>

<file path=ppt/ink/ink1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46.818"/>
    </inkml:context>
    <inkml:brush xml:id="br0">
      <inkml:brushProperty name="width" value="0.05" units="cm"/>
      <inkml:brushProperty name="height" value="0.05" units="cm"/>
    </inkml:brush>
  </inkml:definitions>
  <inkml:trace contextRef="#ctx0" brushRef="#br0">1 26 3609,'3'-2'9453,"17"-8"-8768,-11 6-639,-7 2-33,1 1-1,0 0 1,0 0 0,0 0-1,-1 0 1,1 0-1,0 1 1,0-1 0,0 1-1,0 0 1,0 0-1,0 0 1,6 1 0,30 1-352,-25 4-347,-2-2 613,24 9-230,-25-7 249,0 0-1,-1 1 0,0 0 1,0 1-1,0 0 0,10 13 1,-11-11 42,-1 0 1,0 1 0,-1 0-1,0 1 1,-1-1 0,0 1-1,-1 1 1,0-1 0,-1 1 0,4 19-1,-2-6 55,-2 0-1,-2 0 1,0 0-1,-2 37 1,-2-50 10,0 0 0,-1-1 0,0 1 0,0-1 0,-2 0 1,-7 17-1,12-23-156</inkml:trace>
</inkml:ink>
</file>

<file path=ppt/ink/ink1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47.690"/>
    </inkml:context>
    <inkml:brush xml:id="br0">
      <inkml:brushProperty name="width" value="0.05" units="cm"/>
      <inkml:brushProperty name="height" value="0.05" units="cm"/>
    </inkml:brush>
  </inkml:definitions>
  <inkml:trace contextRef="#ctx0" brushRef="#br0">0 73 6329,'1'-2'7247,"14"-14"-6213,-7 9-1032,0 1 0,1 1 0,0 0 0,0 0 0,0 0 0,1 1 0,-1 1 0,1 0 0,12-3 0,-8 4-337,-1 0 1,0 1-1,1 1 0,24 2 1,-34-2 196,-1 1 0,1 0 0,-1 0 1,1 0-1,-1 0 0,1 0 0,-1 1 1,0 0-1,0-1 0,5 5 0,-7-5 101,1 0-1,-1 1 0,0 0 1,0-1-1,1 1 1,-1 0-1,0-1 0,0 1 1,0 0-1,-1 0 0,1 0 1,0 0-1,-1 0 1,1 0-1,-1 0 0,0 0 1,0 0-1,0 0 1,0 4-1,-1-2 53,0 0 0,0 0 1,-1 0-1,1-1 0,-1 1 0,0 0 0,0-1 1,-1 1-1,1-1 0,-1 0 0,1 0 1,-1 0-1,0 0 0,0 0 0,-1-1 0,1 1 1,0-1-1,-5 2 0,-9 7-14,-1-1-1,-23 9 1,33-16-21,-1 1 1,1-1-1,-1-1 1,1 1 0,-1-1-1,-12 1 1,25-13 307,1 5-235,0 0 1,0 0-1,1 1 0,-1-1 1,1 1-1,0 0 1,0 1-1,0 0 1,1 0-1,-1 0 0,1 1 1,-1 0-1,1 0 1,0 0-1,8 0 1,-4 0-32,1 0 0,0 1 0,0 0 0,-1 0 0,1 2 0,0-1 0,0 2 0,11 2 0,-19-3-62,0 0-1,0 0 0,-1 1 1,1-1-1,-1 1 1,1 0-1,-1 0 1,0 0-1,0 1 1,0-1-1,0 1 0,0 0 1,-1-1-1,1 1 1,-1 1-1,0-1 1,1 0-1,-1 0 1,-1 1-1,1-1 0,-1 1 1,1-1-1,-1 1 1,0 0-1,0 0 1,0 0-1,-1-1 1,1 5-1,-1-2 61,0 0-1,1-1 1,-2 1-1,1 0 1,-1-1-1,0 1 1,0 0-1,0-1 1,-1 1-1,0-1 1,0 0-1,-1 1 1,1-1-1,-6 7 1,3-6 23,0 1 0,-1-1 1,0 0-1,0-1 0,-1 1 0,1-1 0,-1 0 1,-14 7-1,-7 0-42,-1-1 1,0-1-1,-1-2 1,-36 7-1,64-15-17,-18 3-757,7-1-782</inkml:trace>
</inkml:ink>
</file>

<file path=ppt/ink/ink1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48.221"/>
    </inkml:context>
    <inkml:brush xml:id="br0">
      <inkml:brushProperty name="width" value="0.05" units="cm"/>
      <inkml:brushProperty name="height" value="0.05" units="cm"/>
    </inkml:brush>
  </inkml:definitions>
  <inkml:trace contextRef="#ctx0" brushRef="#br0">1 35 1184,'0'0'9948,"9"-2"-8892,77-12-1320,130-4 0,-191 18-1626</inkml:trace>
</inkml:ink>
</file>

<file path=ppt/ink/ink1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48.877"/>
    </inkml:context>
    <inkml:brush xml:id="br0">
      <inkml:brushProperty name="width" value="0.05" units="cm"/>
      <inkml:brushProperty name="height" value="0.05" units="cm"/>
    </inkml:brush>
  </inkml:definitions>
  <inkml:trace contextRef="#ctx0" brushRef="#br0">78 6 3273,'53'-2'5306,"-26"0"-4680,0 1-1,35 3 0,-56-1-810,0 0 1,0 0 0,0 0-1,-1 0 1,1 1 0,0 0-1,-1 0 1,1 1 0,-1 0 0,1 0-1,-1 0 1,0 0 0,-1 1-1,1 0 1,6 7 0,-7-6 131,-1 0-1,0 1 1,0 0 0,-1-1 0,1 1 0,-1 0 0,-1 0 0,1 0 0,-1 0 0,0 1 0,0-1 0,-1 0 0,0 0 0,0 1 0,-2 8 0,1-4 136,-1 1 1,0-1-1,-1 1 1,0-1 0,-1 0-1,-1 0 1,-6 13 0,5-15 30,-1-1 0,0 1 0,0-1 1,-1-1-1,0 0 0,0 0 0,0 0 1,-1-1-1,0 0 0,-1-1 1,1 0-1,-1-1 0,0 0 0,0 0 1,0-1-1,-1 0 0,1-1 0,-1 0 1,1-1-1,-1 0 0,-17-1 0,21-1 58,-1-1 0,1 0 0,-1-1-1,1 1 1,0-1 0,0-1 0,-9-5-1,12 7-160,1-1 0,-1 1-1,1-1 1,-1 1 0,1-1-1,0 0 1,0 0 0,0-1-1,1 1 1,-1 0 0,1-1-1,0 0 1,0 0-1,0 1 1,-2-6 0,3-4-2577</inkml:trace>
</inkml:ink>
</file>

<file path=ppt/ink/ink1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49.261"/>
    </inkml:context>
    <inkml:brush xml:id="br0">
      <inkml:brushProperty name="width" value="0.05" units="cm"/>
      <inkml:brushProperty name="height" value="0.05" units="cm"/>
    </inkml:brush>
  </inkml:definitions>
  <inkml:trace contextRef="#ctx0" brushRef="#br0">1 1 3049,'0'0'5393,"0"7"-10994</inkml:trace>
</inkml:ink>
</file>

<file path=ppt/ink/ink1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49.754"/>
    </inkml:context>
    <inkml:brush xml:id="br0">
      <inkml:brushProperty name="width" value="0.05" units="cm"/>
      <inkml:brushProperty name="height" value="0.05" units="cm"/>
    </inkml:brush>
  </inkml:definitions>
  <inkml:trace contextRef="#ctx0" brushRef="#br0">14 0 3881,'0'0'1032,"-14"19"7378,19-20-5087,-1-5-3579,-2 3-1027</inkml:trace>
</inkml:ink>
</file>

<file path=ppt/ink/ink1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50.802"/>
    </inkml:context>
    <inkml:brush xml:id="br0">
      <inkml:brushProperty name="width" value="0.05" units="cm"/>
      <inkml:brushProperty name="height" value="0.05" units="cm"/>
    </inkml:brush>
  </inkml:definitions>
  <inkml:trace contextRef="#ctx0" brushRef="#br0">223 27 2328,'1'-4'7963,"0"-5"-4688,1 0-3515,-2 5-3352,-6 3 3465,1 1-1,-1 0 0,1 1 1,-1-1-1,0 1 1,1 0-1,-1 1 1,1-1-1,0 1 1,-1 0-1,1 0 1,0 1-1,0-1 0,0 1 1,1 1-1,-1-1 1,1 0-1,0 1 1,-1 0-1,2 0 1,-1 0-1,0 1 0,1-1 1,-6 11-1,-4 9-66,2 1-1,0 0 1,-12 45-1,-12 82 191,32-137 182,1 0 1,1 0 0,0 0 0,1 0 0,0 0 0,2 0 0,-1 0 0,2 0 0,0 0 0,1-1 0,6 18 0,-2-14-407</inkml:trace>
</inkml:ink>
</file>

<file path=ppt/ink/ink1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52.053"/>
    </inkml:context>
    <inkml:brush xml:id="br0">
      <inkml:brushProperty name="width" value="0.05" units="cm"/>
      <inkml:brushProperty name="height" value="0.05" units="cm"/>
    </inkml:brush>
  </inkml:definitions>
  <inkml:trace contextRef="#ctx0" brushRef="#br0">2 50 3353,'-1'-2'12095,"6"-6"-12616,3 3 485,-1 1 0,1-1-1,0 2 1,0-1-1,0 1 1,0 0 0,1 1-1,-1-1 1,1 2 0,-1-1-1,17 1 1,-7-1-59,35 0-44,-49 3 26,0-1-1,0 0 1,-1 1-1,1 0 1,0 0-1,-1 0 0,1 0 1,-1 0-1,1 1 1,-1 0-1,4 2 1,-6-3-341,-1 7 171,0 0-1,0 0 1,-1 0 0,-3 10-1,3-10 156,-2-2 173,1 0 1,-1 0-1,0 0 1,0 0 0,0 0-1,-1-1 1,0 1-1,0-1 1,0 0-1,-1-1 1,-9 9 0,-3 4 183,13-14-107,-5 6-127,20-12 1107,21-13-1185,-24 13-116,-3 2-254,4 3 196,-3 0 116,0-1 0,0 1 0,-1 0 0,1 0 0,0 1 1,-1-1-1,1 1 0,-1 1 0,0-1 0,0 1 0,0-1 1,0 2-1,-1-1 0,0 0 0,0 1 0,0 0 0,0 0 1,-1 0-1,6 10 0,-5-5 138,0 0-1,0 0 1,-1 0-1,-1 1 1,0-1-1,0 1 1,-1 0-1,0 0 1,-2 18 0,1-24 47,-1 1 0,0-1 0,0 0 1,0 0-1,-1 0 0,0 0 1,0 0-1,0 0 0,0-1 1,-1 1-1,0-1 0,0 1 0,0-1 1,0 0-1,-1 0 0,0 0 1,0-1-1,0 1 0,0-1 1,0 0-1,-8 4 0,2-2 105,-1-1-1,0 0 1,1 0-1,-1-1 0,0-1 1,-21 3-1,26-5-47,1 1 0,-1-1-1,0 0 1,0-1-1,0 1 1,1-1 0,-1 0-1,0 0 1,1-1 0,-1 0-1,1 0 1,-1 0-1,1-1 1,-10-6 0,7-1-629,2-3-553</inkml:trace>
</inkml:ink>
</file>

<file path=ppt/ink/ink1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52.361"/>
    </inkml:context>
    <inkml:brush xml:id="br0">
      <inkml:brushProperty name="width" value="0.05" units="cm"/>
      <inkml:brushProperty name="height" value="0.05" units="cm"/>
    </inkml:brush>
  </inkml:definitions>
  <inkml:trace contextRef="#ctx0" brushRef="#br0">1 22 3617,'0'0'2064,"1"0"-1032,1 0 105,1 0-65,44-4-80,-46 4-216,29-4-160,-12 1-304,4 0-151,3-2-530,0 2-463</inkml:trace>
</inkml:ink>
</file>

<file path=ppt/ink/ink1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52.974"/>
    </inkml:context>
    <inkml:brush xml:id="br0">
      <inkml:brushProperty name="width" value="0.05" units="cm"/>
      <inkml:brushProperty name="height" value="0.05" units="cm"/>
    </inkml:brush>
  </inkml:definitions>
  <inkml:trace contextRef="#ctx0" brushRef="#br0">159 0 3281,'0'0'1235,"-18"8"-4448,8-2 3128,0 1 1,0 0-1,1 0 1,0 1-1,0 0 1,1 1-1,0 0 1,1 0-1,0 1 1,-9 16-1,12-20 719,-10 26-1279,16-17 2745,-2-14-1738,0 0 1,1-1 0,-1 1-1,1 0 1,0-1-1,-1 1 1,1 0 0,0-1-1,-1 1 1,1-1-1,0 1 1,0-1 0,-1 1-1,1-1 1,0 0-1,0 1 1,1-1 0,50 14 836,-29-9-1320,-1 1 1,0 2-1,0 0 0,22 11 0,-37-15 9,-1 0 0,0 0 0,0 0 0,-1 0 1,1 1-1,-1 0 0,0 0 0,0 1 0,-1 0 0,1-1 0,-1 1 0,-1 1 0,1-1 0,-1 0 0,0 1 0,0 0 1,3 13-1,-5-15 133,0 0 0,0-1 1,0 1-1,-1 0 1,0 0-1,0 0 1,0-1-1,0 1 1,-1 0-1,1 0 0,-1-1 1,0 1-1,-1 0 1,1-1-1,-1 1 1,0-1-1,-3 6 0,0-5 46,1 0 0,-1 0-1,0 0 1,0 0 0,0-1-1,-1 0 1,0 0 0,1-1-1,-1 1 1,-1-1 0,-10 4-1,-2 0 193,0-1-1,0 0 0,-21 2 1,31-6-53,1-1 0,-1 0 0,1-1 0,-1 0 1,1 0-1,-1-1 0,1 0 0,-1 0 0,-14-5 1,22 5-256,-1 1 1,1-1 0,0 0 0,0 1 0,0-1 0,0 0 0,0 0-1,0 0 1,0 0 0,0 0 0,0 0 0,0 0 0,0 0 0,0 0-1,1 0 1,-1-1 0,0 1 0,1 0 0,-1 0 0,0-3 0,-1-8-2374</inkml:trace>
</inkml:ink>
</file>

<file path=ppt/ink/ink1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53.142"/>
    </inkml:context>
    <inkml:brush xml:id="br0">
      <inkml:brushProperty name="width" value="0.05" units="cm"/>
      <inkml:brushProperty name="height" value="0.05" units="cm"/>
    </inkml:brush>
  </inkml:definitions>
  <inkml:trace contextRef="#ctx0" brushRef="#br0">0 0 5625,'0'0'448</inkml:trace>
</inkml:ink>
</file>

<file path=ppt/ink/ink1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3:53.341"/>
    </inkml:context>
    <inkml:brush xml:id="br0">
      <inkml:brushProperty name="width" value="0.05" units="cm"/>
      <inkml:brushProperty name="height" value="0.05" units="cm"/>
    </inkml:brush>
  </inkml:definitions>
  <inkml:trace contextRef="#ctx0" brushRef="#br0">1 125 664,'4'1'11523,"39"-13"-9987,-30-1-96,-2-2-7,-2-1-185,-3 1-216,-5-1-576,-1 2-240,-4 6-560,-2-3-392,-8 7-840,-2 2-913</inkml:trace>
</inkml:ink>
</file>

<file path=ppt/ink/ink1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5:29.135"/>
    </inkml:context>
    <inkml:brush xml:id="br0">
      <inkml:brushProperty name="width" value="0.05" units="cm"/>
      <inkml:brushProperty name="height" value="0.05" units="cm"/>
      <inkml:brushProperty name="color" value="#004F8B"/>
    </inkml:brush>
  </inkml:definitions>
  <inkml:trace contextRef="#ctx0" brushRef="#br0">0 0 10728,'3110'2628'0</inkml:trace>
</inkml:ink>
</file>

<file path=ppt/ink/ink1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5:31.777"/>
    </inkml:context>
    <inkml:brush xml:id="br0">
      <inkml:brushProperty name="width" value="0.05" units="cm"/>
      <inkml:brushProperty name="height" value="0.05" units="cm"/>
      <inkml:brushProperty name="color" value="#004F8B"/>
    </inkml:brush>
  </inkml:definitions>
  <inkml:trace contextRef="#ctx0" brushRef="#br0">1 245 1872,'1'-1'4019,"11"-20"-2072,11-11-1541,-18 24-29,15-14 3013,-12 14-4721,6 24-5888,-9 3 7200,-2 1 1,0 0-1,-1 0 0,-2 29 1,0-21 786,3 21 500,-1-26-1043,-1 1 1,-1-1 0,-6 39 10097,2-79-8754,-4-16-1444,2-1-1,-5-67 1,6-81-52,7 87-712,22 88-194,34-4 931,112-7 1,-100 12-104,153 5-37,-106 4 236,-116-3-160,8 0-460</inkml:trace>
</inkml:ink>
</file>

<file path=ppt/ink/ink1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5:41.607"/>
    </inkml:context>
    <inkml:brush xml:id="br0">
      <inkml:brushProperty name="width" value="0.05" units="cm"/>
      <inkml:brushProperty name="height" value="0.05" units="cm"/>
      <inkml:brushProperty name="color" value="#004F8B"/>
    </inkml:brush>
  </inkml:definitions>
  <inkml:trace contextRef="#ctx0" brushRef="#br0">445 0 3393,'0'0'8850,"-15"1"-11682,4-1 2767,7 0 40,1 0 1,-1 0-1,1 0 0,-1 1 1,0-1-1,1 1 1,-1 0-1,1 0 1,-1 0-1,1 1 1,-4 1-1,-47 18 17,-5 0 95,1 3-1,-74 43 1,87-36 436,44-30-454,-17 11-151,17-11 118,1-1 0,0 0 0,-1 0 1,1 0-1,0 1 0,-1-1 0,1 0 0,0 0 1,0 1-1,-1-1 0,1 0 0,0 1 0,0-1 0,0 0 1,-1 1-1,1-1 0,0 0 0,0 1 0,0-1 1,0 0-1,0 1 0,0-1 0,0 0 0,0 1 0,0-1 1,0 1-1,0-1 0,0 0 0,0 1 0,0-1 1,0 0-1,0 1 0,0-1 0,0 0 0,0 1 0,0-1 1,1 0-1,-1 1 0,0-1 0,0 0 0,0 1 1,1-1-1,-1 0 0,0 0 0,1 1 0,-1-1 0,0 0 1,0 0-1,1 1 0,-1-1 0,0 0 0,1 0 1,18 7 128,0-1 1,0-1 0,0-1 0,1-1 0,-1-1 0,38 0 0,-22 0-175,46 8 1,-61-9-207</inkml:trace>
</inkml:ink>
</file>

<file path=ppt/ink/ink1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5:44.385"/>
    </inkml:context>
    <inkml:brush xml:id="br0">
      <inkml:brushProperty name="width" value="0.05" units="cm"/>
      <inkml:brushProperty name="height" value="0.05" units="cm"/>
      <inkml:brushProperty name="color" value="#004F8B"/>
    </inkml:brush>
  </inkml:definitions>
  <inkml:trace contextRef="#ctx0" brushRef="#br0">1 5 1912,'0'0'5954,"0"-1"-5770,0-1-120,0 1-248</inkml:trace>
</inkml:ink>
</file>

<file path=ppt/ink/ink1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5:49.178"/>
    </inkml:context>
    <inkml:brush xml:id="br0">
      <inkml:brushProperty name="width" value="0.05" units="cm"/>
      <inkml:brushProperty name="height" value="0.05" units="cm"/>
      <inkml:brushProperty name="color" value="#004F8B"/>
    </inkml:brush>
  </inkml:definitions>
  <inkml:trace contextRef="#ctx0" brushRef="#br0">154 47 776,'-108'0'4273,"62"0"3751,53-2-7509,56-11-331,1 2-1,109-4 1,-142 13-255,121-1-450,-119 3-1378</inkml:trace>
</inkml:ink>
</file>

<file path=ppt/ink/ink1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5:49.612"/>
    </inkml:context>
    <inkml:brush xml:id="br0">
      <inkml:brushProperty name="width" value="0.05" units="cm"/>
      <inkml:brushProperty name="height" value="0.05" units="cm"/>
      <inkml:brushProperty name="color" value="#004F8B"/>
    </inkml:brush>
  </inkml:definitions>
  <inkml:trace contextRef="#ctx0" brushRef="#br0">52 1 3401,'0'0'5254,"-4"3"-6531,-1 4 1247,1 0 0,0 1 1,1-1-1,-1 1 0,2-1 1,-1 1-1,1 0 0,0 0 0,0 0 1,0 9-1,-3 95 513,4-75-378,-3 52 229,-1 52 2951</inkml:trace>
</inkml:ink>
</file>

<file path=ppt/ink/ink1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5:50.310"/>
    </inkml:context>
    <inkml:brush xml:id="br0">
      <inkml:brushProperty name="width" value="0.05" units="cm"/>
      <inkml:brushProperty name="height" value="0.05" units="cm"/>
      <inkml:brushProperty name="color" value="#004F8B"/>
    </inkml:brush>
  </inkml:definitions>
  <inkml:trace contextRef="#ctx0" brushRef="#br0">25 0 3793,'0'0'5396,"-1"6"-6895,-10 107 531,-2 40 10616,21-214-9530,-3 0 0,-4-63 0,-1 116-210,0 14-4043,-2 178 1263,3-107 3651,-1-76-474,0-1-248,0 2-469</inkml:trace>
</inkml:ink>
</file>

<file path=ppt/ink/ink1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5:35.223"/>
    </inkml:context>
    <inkml:brush xml:id="br0">
      <inkml:brushProperty name="width" value="0.05" units="cm"/>
      <inkml:brushProperty name="height" value="0.05" units="cm"/>
      <inkml:brushProperty name="color" value="#004F8B"/>
    </inkml:brush>
  </inkml:definitions>
  <inkml:trace contextRef="#ctx0" brushRef="#br0">1 49 2473,'0'0'10946,"7"-1"-9850,386-32 365,-124 21-3753,-208 11 713,1-1-372</inkml:trace>
</inkml:ink>
</file>

<file path=ppt/ink/ink1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5:35.632"/>
    </inkml:context>
    <inkml:brush xml:id="br0">
      <inkml:brushProperty name="width" value="0.05" units="cm"/>
      <inkml:brushProperty name="height" value="0.05" units="cm"/>
      <inkml:brushProperty name="color" value="#004F8B"/>
    </inkml:brush>
  </inkml:definitions>
  <inkml:trace contextRef="#ctx0" brushRef="#br0">0 23 2328,'0'0'2120,"8"0"718,156 1 405,88-12-3232,-224 9 47,319-8-1977,-333 10 426</inkml:trace>
</inkml:ink>
</file>

<file path=ppt/ink/ink1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5:56.090"/>
    </inkml:context>
    <inkml:brush xml:id="br0">
      <inkml:brushProperty name="width" value="0.05" units="cm"/>
      <inkml:brushProperty name="height" value="0.05" units="cm"/>
      <inkml:brushProperty name="color" value="#004F8B"/>
    </inkml:brush>
  </inkml:definitions>
  <inkml:trace contextRef="#ctx0" brushRef="#br0">181 100 4025,'0'-99'8412,"-10"102"-10291,4 1 1732,0 1-1,0 1 1,0-1 0,1 1-1,0 0 1,0 0-1,1 0 1,0 1 0,0 0-1,0 0 1,1 0-1,-5 13 1,6-14 94,-22 47 44,4 1 0,-28 112 0,44-142 282,1 0 1,1 0-1,1 0 1,1 0 0,1 0-1,1 1 1,2-1-1,9 37 1,-11-56-33,0-1 1,0 0-1,0 1 1,0-1-1,1 0 1,0 0-1,0 0 0,0 0 1,5 4-1,-7-7-208,0 0 0,0 0 0,0 0 0,0 0 0,0-1 0,0 1 0,1 0 0,-1-1 0,0 1 0,0-1-1,0 1 1,1-1 0,-1 0 0,0 1 0,0-1 0,1 0 0,-1 0 0,0 0 0,1 0 0,-1 0-1,0 0 1,1 0 0,-1 0 0,0-1 0,0 1 0,1-1 0,-1 1 0,0-1 0,0 1 0,0-1 0,0 1-1,1-1 1,-1 0 0,0 0 0,0 0 0,0 1 0,-1-1 0,3-2 0,1-3-1464</inkml:trace>
</inkml:ink>
</file>

<file path=ppt/ink/ink1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5:57.027"/>
    </inkml:context>
    <inkml:brush xml:id="br0">
      <inkml:brushProperty name="width" value="0.05" units="cm"/>
      <inkml:brushProperty name="height" value="0.05" units="cm"/>
      <inkml:brushProperty name="color" value="#004F8B"/>
    </inkml:brush>
  </inkml:definitions>
  <inkml:trace contextRef="#ctx0" brushRef="#br0">1 80 4817,'-1'-4'3909,"12"-12"-3730,-7 11-99,1-1 1,0 2-1,0-1 1,0 0-1,1 1 1,0 0 0,-1 0-1,2 1 1,-1 0-1,0 0 1,1 0-1,-1 1 1,1 0-1,0 0 1,-1 0 0,12 0-1,-15 1-80,1 1 0,-1 0-1,1 0 1,-1 0 0,1 1 0,-1-1-1,1 1 1,-1 0 0,1 0-1,-1 0 1,0 0 0,1 1 0,-1-1-1,0 1 1,0 0 0,0 0-1,3 2 1,-4-1-33,0 0 0,-1-1-1,1 1 1,0 0 0,-1 0 0,0 0 0,0 0-1,0 0 1,0 0 0,0 1 0,-1-1-1,1 0 1,-1 0 0,0 0 0,0 1 0,0-1-1,0 0 1,-1 0 0,-1 6 0,1 2 89,-2-1 1,1 1 0,-2-1 0,1 0-1,-1 0 1,-1-1 0,1 1 0,-2-1-1,1 0 1,-1 0 0,-1-1 0,0 0 0,0 0-1,0 0 1,-1-1 0,0 0 0,-17 10-1,24-16 447,15-8-1242,-10 6 743,-1-1 0,1 1 0,0 0 0,0 0-1,0 0 1,0 1 0,0-1 0,1 1 0,-1 0 0,0 0-1,0 0 1,0 1 0,0-1 0,0 1 0,0 0 0,0 0-1,0 1 1,0-1 0,-1 1 0,1 0 0,-1 0 0,1 0-1,4 4 1,-4-3-25,-1-1-1,0 1 0,0-1 0,0 1 1,0 0-1,0 0 0,-1 0 0,0 1 1,1-1-1,-1 0 0,0 1 1,-1 0-1,1-1 0,-1 1 0,1 0 1,1 8-1,-4-10 52,1 1 0,0 0 0,0 0 1,-1 0-1,0 0 0,1-1 0,-1 1 0,0 0 1,-1-1-1,1 1 0,0-1 0,-1 1 0,1-1 1,-1 1-1,0-1 0,0 0 0,0 0 0,0 0 1,0 0-1,0 0 0,0-1 0,-1 1 0,1-1 0,-5 3 1,-9 3 111,0-1 0,0 0 1,-1-1-1,0-1 0,0 0 0,0-1 1,0-1-1,0-1 0,-19-1 1,34 0-567</inkml:trace>
</inkml:ink>
</file>

<file path=ppt/ink/ink1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5:57.326"/>
    </inkml:context>
    <inkml:brush xml:id="br0">
      <inkml:brushProperty name="width" value="0.05" units="cm"/>
      <inkml:brushProperty name="height" value="0.05" units="cm"/>
      <inkml:brushProperty name="color" value="#004F8B"/>
    </inkml:brush>
  </inkml:definitions>
  <inkml:trace contextRef="#ctx0" brushRef="#br0">1 64 5729,'0'-2'2585,"0"1"-1649,0-1-288,1 1-584,1 0-120,32-26 24,-13 25 40,4-4 40,3 2-8,2-3-8,2 1 8,-1 3-512,-4 1-712</inkml:trace>
</inkml:ink>
</file>

<file path=ppt/ink/ink1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5:57.823"/>
    </inkml:context>
    <inkml:brush xml:id="br0">
      <inkml:brushProperty name="width" value="0.05" units="cm"/>
      <inkml:brushProperty name="height" value="0.05" units="cm"/>
      <inkml:brushProperty name="color" value="#004F8B"/>
    </inkml:brush>
  </inkml:definitions>
  <inkml:trace contextRef="#ctx0" brushRef="#br0">86 1 2280,'-4'1'13,"0"0"0,0 0 0,0 0 0,0 1 0,0 0 0,1 0-1,-1 0 1,1 0 0,-1 1 0,1-1 0,0 1 0,0 0 0,0 0-1,0 0 1,1 0 0,-1 0 0,1 0 0,0 1 0,-3 6 0,2-5-55,0 1 1,0 0-1,1 1 1,0-1-1,1 0 1,-1 0 0,1 1-1,1-1 1,-1 1-1,1-1 1,1 14-1,0-18 209,0 1 0,0-1 0,0 1-1,0-1 1,1 1 0,-1-1 0,1 0-1,0 0 1,0 1 0,0-1 0,0-1-1,0 1 1,0 0 0,0 0 0,0-1-1,1 1 1,2 1 0,46 20 1033,-48-22-1207,57 20 174,-40-15-181,0 1-1,0 0 1,0 2 0,-1 0-1,-1 2 1,24 15-1,-41-25 16,0 0 0,1 0 0,-1 0 0,0 0 0,0 1 0,0-1 0,0 0 0,0 0 0,0 1 0,0-1 0,0 1 0,0-1 0,0 0 0,-1 1 0,1 0 0,-1-1 0,1 1 0,-1-1-1,0 1 1,1 2 0,-2-2 19,1-1-1,0 1 0,-1-1 0,0 0 0,1 1 0,-1-1 0,0 0 1,1 1-1,-1-1 0,0 0 0,0 0 0,0 0 0,0 0 0,0 0 0,-1 0 1,1 0-1,-2 2 0,-5 1 171,-1 0 0,1 0 0,0 0-1,-1-1 1,0-1 0,-9 2 0,-8 2 322,-1-2 0,0-1 0,0-2 0,-38-1 1,64 0-499,-1-1 1,0 1-1,0 0 1,1 0-1,-1-1 1,0 1 0,1-1-1,-1 1 1,0-1-1,1 0 1,-1 0-1,-2-1 1,0-6-1926</inkml:trace>
</inkml:ink>
</file>

<file path=ppt/ink/ink1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5:58.148"/>
    </inkml:context>
    <inkml:brush xml:id="br0">
      <inkml:brushProperty name="width" value="0.05" units="cm"/>
      <inkml:brushProperty name="height" value="0.05" units="cm"/>
      <inkml:brushProperty name="color" value="#004F8B"/>
    </inkml:brush>
  </inkml:definitions>
  <inkml:trace contextRef="#ctx0" brushRef="#br0">0 42 1424,'2'9'8386,"-1"-9"-8077,0 0 0,-1 0 1,1 0-1,0-1 0,-1 1 0,1 0 0,0 0 0,-1 0 0,1-1 1,0 1-1,-1 0 0,1-1 0,0 1 0,-1 0 0,1-1 1,-1 1-1,1-1 0,-1 1 0,2-2 0,1-13-2587,-7-14-267</inkml:trace>
</inkml:ink>
</file>

<file path=ppt/ink/ink1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5:51.328"/>
    </inkml:context>
    <inkml:brush xml:id="br0">
      <inkml:brushProperty name="width" value="0.05" units="cm"/>
      <inkml:brushProperty name="height" value="0.05" units="cm"/>
      <inkml:brushProperty name="color" value="#004F8B"/>
    </inkml:brush>
  </inkml:definitions>
  <inkml:trace contextRef="#ctx0" brushRef="#br0">3 43 2336,'-3'1'5382,"10"-1"-2194,25 0-1337,46 0-1820,211-28 2199,-149 13-1665,-130 14-454</inkml:trace>
</inkml:ink>
</file>

<file path=ppt/ink/ink1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5:51.710"/>
    </inkml:context>
    <inkml:brush xml:id="br0">
      <inkml:brushProperty name="width" value="0.05" units="cm"/>
      <inkml:brushProperty name="height" value="0.05" units="cm"/>
      <inkml:brushProperty name="color" value="#004F8B"/>
    </inkml:brush>
  </inkml:definitions>
  <inkml:trace contextRef="#ctx0" brushRef="#br0">43 1 2152,'0'0'3776,"-2"5"-4734,-4 11 1088,1-1-1,0 1 0,1-1 1,0 1-1,-1 20 0,-3 91 948,6-79-1041,0 125 2702</inkml:trace>
</inkml:ink>
</file>

<file path=ppt/ink/ink1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5:52.278"/>
    </inkml:context>
    <inkml:brush xml:id="br0">
      <inkml:brushProperty name="width" value="0.05" units="cm"/>
      <inkml:brushProperty name="height" value="0.05" units="cm"/>
      <inkml:brushProperty name="color" value="#004F8B"/>
    </inkml:brush>
  </inkml:definitions>
  <inkml:trace contextRef="#ctx0" brushRef="#br0">23 11 5081,'0'-3'3695,"-1"7"-4415,-12 240 54,14-286 9356,-5-46-6613,-1-36-2982,5 122 737</inkml:trace>
</inkml:ink>
</file>

<file path=ppt/ink/ink1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5:52.670"/>
    </inkml:context>
    <inkml:brush xml:id="br0">
      <inkml:brushProperty name="width" value="0.05" units="cm"/>
      <inkml:brushProperty name="height" value="0.05" units="cm"/>
      <inkml:brushProperty name="color" value="#004F8B"/>
    </inkml:brush>
  </inkml:definitions>
  <inkml:trace contextRef="#ctx0" brushRef="#br0">36 0 4945,'0'0'2207,"5"4"-2455,11 14 343,-2 0 0,1 1 0,-2 0 0,-1 1 0,0 1 0,-1 0 0,-1 0 0,-2 1 1,0 0-1,-1 1 0,-1 0 0,-1 0 0,-1 0 0,1 30 0,-4-12 43,-2 1 1,-2 0 0,-14 69 0,14-97-85,-1 0 1,0 0 0,-1 0-1,-1-1 1,0 0 0,-1 0-1,0 0 1,-1-1 0,0 0-1,-1-1 1,-1 0 0,1 0-1,-2-1 1,-15 12 0,-17 8-822</inkml:trace>
</inkml:ink>
</file>

<file path=ppt/ink/ink1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5:53.080"/>
    </inkml:context>
    <inkml:brush xml:id="br0">
      <inkml:brushProperty name="width" value="0.05" units="cm"/>
      <inkml:brushProperty name="height" value="0.05" units="cm"/>
      <inkml:brushProperty name="color" value="#004F8B"/>
    </inkml:brush>
  </inkml:definitions>
  <inkml:trace contextRef="#ctx0" brushRef="#br0">101 4 4809,'0'0'80,"0"0"0,0 0 0,0 0 0,-1-1 0,1 1 0,0 0 0,0 0 1,0 0-1,0-1 0,0 1 0,0 0 0,0 0 0,-1 0 0,1 0 0,0 0 0,0-1 0,0 1 0,0 0 0,-1 0 0,1 0 0,0 0 0,0 0 1,0 0-1,-1 0 0,1 0 0,0 0 0,0 0 0,0 0 0,-1-1 0,1 1 0,0 0 0,0 0 0,0 0 0,-1 1 0,1-1 0,0 0 0,0 0 1,0 0-1,-1 0 0,1 0 0,0 0 0,0 0 0,-8 10-75,-3 16-1274,-12 72 1603,4 1-1,4 1 0,-2 157 1,17-238-179,0 0 0,6 28 0,-5-42-124,0 1 0,0-1 1,1 0-1,0 0 1,0 0-1,0 0 1,1 0-1,-1 0 1,1-1-1,1 1 1,-1-1-1,0 0 1,6 5-1,25 14-1024</inkml:trace>
</inkml:ink>
</file>

<file path=ppt/ink/ink1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5:53.598"/>
    </inkml:context>
    <inkml:brush xml:id="br0">
      <inkml:brushProperty name="width" value="0.05" units="cm"/>
      <inkml:brushProperty name="height" value="0.05" units="cm"/>
      <inkml:brushProperty name="color" value="#004F8B"/>
    </inkml:brush>
  </inkml:definitions>
  <inkml:trace contextRef="#ctx0" brushRef="#br0">0 1 4241,'4'-1'6211,"-4"1"-6119,9 11 772,8 18-1611,0 10 953,-1 1 307,40 70 1,-48-98-416,1 1 0,0-1 0,1 0 0,0-1 0,1 0 0,1-1 0,-1 0-1,1-1 1,15 9 0,23 11 576,-49-28-554</inkml:trace>
</inkml:ink>
</file>

<file path=ppt/ink/ink1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5:53.859"/>
    </inkml:context>
    <inkml:brush xml:id="br0">
      <inkml:brushProperty name="width" value="0.05" units="cm"/>
      <inkml:brushProperty name="height" value="0.05" units="cm"/>
      <inkml:brushProperty name="color" value="#004F8B"/>
    </inkml:brush>
  </inkml:definitions>
  <inkml:trace contextRef="#ctx0" brushRef="#br0">376 0 5513,'0'0'588,"-10"4"503,2 1-1101,-1 0 0,1 1 1,0 0-1,1 0 0,0 1 0,0 0 0,0 1 0,1-1 1,0 1-1,-9 15 0,-5 13 552,-21 54 0,27-57-38,-2-1 0,-22 37-1,21-46-276,-2-1-1,-21 20 0,-18 21 100,43-44-976</inkml:trace>
</inkml:ink>
</file>

<file path=ppt/ink/ink1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5:54.610"/>
    </inkml:context>
    <inkml:brush xml:id="br0">
      <inkml:brushProperty name="width" value="0.05" units="cm"/>
      <inkml:brushProperty name="height" value="0.05" units="cm"/>
      <inkml:brushProperty name="color" value="#004F8B"/>
    </inkml:brush>
  </inkml:definitions>
  <inkml:trace contextRef="#ctx0" brushRef="#br0">1 48 1696,'0'0'8918,"6"-1"-7939,55-12 674,85-8-1,-53 9-473,-84 12-1495,-6 0-2268</inkml:trace>
</inkml:ink>
</file>

<file path=ppt/ink/ink1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5:55.013"/>
    </inkml:context>
    <inkml:brush xml:id="br0">
      <inkml:brushProperty name="width" value="0.05" units="cm"/>
      <inkml:brushProperty name="height" value="0.05" units="cm"/>
      <inkml:brushProperty name="color" value="#004F8B"/>
    </inkml:brush>
  </inkml:definitions>
  <inkml:trace contextRef="#ctx0" brushRef="#br0">1 21 2304,'-1'5'11184,"22"-3"-11050,1-2 0,-1 0 0,0-1 0,1-1 0,28-8 0,19 0-34,-2 5-2068,-33 5-878</inkml:trace>
</inkml:ink>
</file>

<file path=ppt/ink/ink1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5:59.546"/>
    </inkml:context>
    <inkml:brush xml:id="br0">
      <inkml:brushProperty name="width" value="0.05" units="cm"/>
      <inkml:brushProperty name="height" value="0.05" units="cm"/>
      <inkml:brushProperty name="color" value="#004F8B"/>
    </inkml:brush>
  </inkml:definitions>
  <inkml:trace contextRef="#ctx0" brushRef="#br0">9 44 2000,'0'0'2856,"-8"-2"1398,8 2-4222,0 0 0,0 0-1,0 0 1,0 0 0,0 0 0,0 0-1,0 0 1,1 0 0,-1-1 0,0 1-1,0 0 1,0 0 0,0 0 0,0 0-1,0 0 1,0 0 0,0 0 0,0 0-1,0 0 1,0-1 0,0 1 0,1 0-1,-1 0 1,0 0 0,0 0-1,0 0 1,0 0 0,0-1 0,0 1-1,0 0 1,0 0 0,0 0 0,0 0-1,0 0 1,0 0 0,0 0 0,0-1-1,0 1 1,-1 0 0,1 0 0,0 0-1,0 0 1,0 0 0,0 0 0,0 0-1,0-1 1,0 1 0,0 0-1,0 0 1,0 0 0,0 0 0,-1 0-1,1 0 1,0 0 0,0 0 0,0 0-1,0 0 1,0 0 0,0 0 0,-1 0-1,32-8 0,0 1-1,0 2 1,1 1-1,47 0 0,17-2 152,-37 3-1424,-49 5-814</inkml:trace>
</inkml:ink>
</file>

<file path=ppt/ink/ink1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5:59.888"/>
    </inkml:context>
    <inkml:brush xml:id="br0">
      <inkml:brushProperty name="width" value="0.05" units="cm"/>
      <inkml:brushProperty name="height" value="0.05" units="cm"/>
      <inkml:brushProperty name="color" value="#004F8B"/>
    </inkml:brush>
  </inkml:definitions>
  <inkml:trace contextRef="#ctx0" brushRef="#br0">40 1 1480,'-1'9'52,"-14"68"2109,4 0-1,-1 147 1,13-212-481</inkml:trace>
</inkml:ink>
</file>

<file path=ppt/ink/ink1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00.412"/>
    </inkml:context>
    <inkml:brush xml:id="br0">
      <inkml:brushProperty name="width" value="0.05" units="cm"/>
      <inkml:brushProperty name="height" value="0.05" units="cm"/>
      <inkml:brushProperty name="color" value="#004F8B"/>
    </inkml:brush>
  </inkml:definitions>
  <inkml:trace contextRef="#ctx0" brushRef="#br0">57 0 3457,'0'0'6815,"-2"6"-9148,-7 19 2177,1 0 0,2 0-1,0 1 1,2 0 0,-3 41-1,-7 31 5745</inkml:trace>
</inkml:ink>
</file>

<file path=ppt/ink/ink1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01.674"/>
    </inkml:context>
    <inkml:brush xml:id="br0">
      <inkml:brushProperty name="width" value="0.05" units="cm"/>
      <inkml:brushProperty name="height" value="0.05" units="cm"/>
      <inkml:brushProperty name="color" value="#004F8B"/>
    </inkml:brush>
  </inkml:definitions>
  <inkml:trace contextRef="#ctx0" brushRef="#br0">253 108 2328,'0'0'582,"-7"-18"2969,2 8-3447,4 6-14,-1 1 1,0 0 0,1-1 0,-2 1-1,1 0 1,0 0 0,0 0 0,-5-4 0,4 4-12,-1 0 0,1 0 1,-1 0-1,0 0 0,0 0 1,0 1-1,0 0 0,-7-3 1,0 0-5,8 3-94,0 0 1,0 1-1,0-1 0,-1 1 1,1-1-1,0 1 1,-1 0-1,1 0 0,0 1 1,-1-1-1,1 1 0,-1-1 1,1 1-1,-1 0 0,1 0 1,-1 1-1,1-1 0,-1 1 1,1 0-1,0 0 0,-1 0 1,1 0-1,0 0 0,0 1 1,0 0-1,0-1 0,0 1 1,0 0-1,0 0 0,0 1 1,1-1-1,-1 1 1,1-1-1,0 1 0,0 0 1,0 0-1,0 0 0,-2 4 1,-3 8-249,0 0 0,1 1 1,1 0-1,0 0 0,1 0 1,-2 19-1,3-13 282,1 0 1,1 1-1,3 40 0,-1-50 347,1 0-1,1 0 1,0 0 0,0-1-1,1 1 1,1-1 0,11 21-1,-15-31-233,0 0 1,0-1-1,0 1 0,0 0 0,1-1 0,-1 1 1,1-1-1,-1 0 0,1 1 0,-1-1 0,1 0 1,0 0-1,-1 0 0,1 0 0,0 0 0,0-1 1,0 1-1,0 0 0,-1-1 0,1 0 0,0 1 1,0-1-1,0 0 0,0 0 0,0 0 0,0 0 1,0 0-1,3-1 0,4-1 64,0-1 0,-1 0 0,1 0 0,-1-1 0,8-5 0,5-2-1050,-2 4-875</inkml:trace>
</inkml:ink>
</file>

<file path=ppt/ink/ink1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02.168"/>
    </inkml:context>
    <inkml:brush xml:id="br0">
      <inkml:brushProperty name="width" value="0.05" units="cm"/>
      <inkml:brushProperty name="height" value="0.05" units="cm"/>
      <inkml:brushProperty name="color" value="#004F8B"/>
    </inkml:brush>
  </inkml:definitions>
  <inkml:trace contextRef="#ctx0" brushRef="#br0">109 39 2561,'-5'1'83,"0"0"0,1 0 0,-1 0 1,1 1-1,0 0 0,-1 0 1,1 0-1,0 0 0,0 0 0,0 1 1,1 0-1,-1 0 0,0 0 1,1 0-1,0 1 0,0-1 0,0 1 1,0 0-1,1 0 0,-1 0 1,-3 8-1,3-5 98,-1 0 1,1 0-1,0 0 1,1 0-1,0 0 1,0 1-1,0 0 1,1-1-1,0 1 1,0 0-1,1-1 1,2 16-1,-1-19-66,0 0 1,0 0-1,0 0 1,1 0-1,0 0 0,0 0 1,0-1-1,0 1 1,1 0-1,-1-1 0,1 0 1,0 0-1,0 0 0,0 0 1,0 0-1,0-1 1,1 1-1,0-1 0,-1 0 1,1 0-1,0 0 0,0 0 1,0-1-1,0 0 1,0 1-1,0-2 0,0 1 1,0 0-1,1-1 0,-1 0 1,6 0-1,0 0 73,0-1 0,0 0 0,0-1-1,0 0 1,0 0 0,-1-1 0,1-1-1,-1 1 1,1-1 0,-1-1 0,0 0 0,9-7-1,-9 5 29,0 0-1,-1-1 0,1-1 0,-2 1 0,1-1 0,-1 0 0,-1-1 0,9-14 0,-13 18-202,1 1-1,-1-1 1,0 0-1,0 0 1,0 0 0,-1 0-1,0 0 1,0 0-1,-1 0 1,1 0-1,-2-1 1,1 1-1,0 0 1,-1 0 0,0 0-1,-1 0 1,-2-9-1,3 13-122,0-1-1,-1 1 1,1 0 0,0 0-1,-1 0 1,1 0-1,-1 0 1,0 0-1,0 0 1,1 0 0,-1 1-1,-1-1 1,1 1-1,0-1 1,0 1-1,-5-2 1,2 1 3,0 0-1,0 1 1,-1 0-1,1 0 1,-1 0-1,1 1 1,-9-1 0,-2 2-322,1 1 1,-1 1 0,1 0-1,-25 8 1,15-1-1579</inkml:trace>
</inkml:ink>
</file>

<file path=ppt/ink/ink1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02.678"/>
    </inkml:context>
    <inkml:brush xml:id="br0">
      <inkml:brushProperty name="width" value="0.05" units="cm"/>
      <inkml:brushProperty name="height" value="0.05" units="cm"/>
      <inkml:brushProperty name="color" value="#004F8B"/>
    </inkml:brush>
  </inkml:definitions>
  <inkml:trace contextRef="#ctx0" brushRef="#br0">187 9 5321,'-9'-2'147,"0"0"0,0 0 0,-1 1 0,1 0-1,0 1 1,-1 0 0,1 0 0,0 1 0,0 0 0,-1 1-1,1 0 1,0 1 0,0-1 0,1 2 0,-1-1 0,1 1 0,-12 7-1,19-10-148,0-1 0,0 1 0,1-1-1,-1 1 1,0 0 0,0-1-1,0 1 1,1 0 0,-1-1 0,0 1-1,1 0 1,-1 0 0,0 0 0,1 0-1,0-1 1,-1 1 0,0 2-1,1-3 17,0 1 0,0-1 0,0 1 0,0-1 0,0 1 0,1-1-1,-1 1 1,0 0 0,0-1 0,0 1 0,1-1 0,-1 1 0,0-1-1,0 0 1,1 1 0,-1-1 0,0 1 0,1-1 0,-1 1 0,1-1-1,-1 0 1,0 1 0,1-1 0,2 2 51,0 0 1,1-1-1,-1 1 1,0-1-1,0 0 0,0 0 1,1 0-1,-1-1 1,6 1-1,72 4 380,-43-4-518,0 2 0,1 1-1,60 15 1,-96-18 42,-1-1 0,0 1 1,1 0-1,-1 0 0,0 0 0,0 0 1,1 0-1,-1 0 0,0 1 0,0-1 0,0 1 1,0-1-1,-1 1 0,1 0 0,0 0 1,-1 0-1,1 0 0,-1 0 0,0 0 1,2 4-1,-3-4 29,0-1 0,0 1 0,0 0 0,0 0 0,0 0 0,0-1 0,-1 1 0,1 0 0,-1 0 0,0-1 1,1 1-1,-1-1 0,0 1 0,0 0 0,0-1 0,0 1 0,0-1 0,0 0 0,-1 1 0,1-1 0,0 0 0,-1 0 0,1 0 0,-1 0 0,1 0 1,-1 0-1,1 0 0,-1 0 0,-2 0 0,-14 8 192,-1-1 0,0-1 0,-1 0 1,1-2-1,-35 6 0,-103 5 374,138-16-677,17 0-763</inkml:trace>
</inkml:ink>
</file>

<file path=ppt/ink/ink1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03.358"/>
    </inkml:context>
    <inkml:brush xml:id="br0">
      <inkml:brushProperty name="width" value="0.05" units="cm"/>
      <inkml:brushProperty name="height" value="0.05" units="cm"/>
      <inkml:brushProperty name="color" value="#004F8B"/>
    </inkml:brush>
  </inkml:definitions>
  <inkml:trace contextRef="#ctx0" brushRef="#br0">0 70 4809,'2'-3'194,"-1"-1"0,1 1 0,0 0 1,1-1-1,-1 1 0,1 0 0,-1 1 0,1-1 0,0 0 0,0 1 0,0-1 1,0 1-1,0 0 0,1 0 0,-1 0 0,1 1 0,-1-1 0,1 1 0,5-2 1,6-1 182,0 0 1,0 1 0,24-3-1,-32 6-338,0-1-1,0 1 0,0 0 1,0 0-1,0 1 0,0 0 1,-1 0-1,1 1 0,9 3 1,-13-4-77,0 1 0,0 0 1,0 0-1,0 0 0,-1 0 1,1 0-1,-1 1 0,1-1 1,-1 1-1,0-1 0,0 1 1,0 0-1,0 0 0,-1 0 1,1 0-1,-1 0 0,0 0 0,0 0 1,0 1-1,0-1 0,0 6 1,0-5 14,0 1 1,-1-1 0,0 1-1,0-1 1,-1 1 0,1-1-1,-1 0 1,0 1-1,0-1 1,0 0 0,-1 1-1,0-1 1,-2 5 0,0-2 48,-1 1 0,0-1 0,0 0 0,-1 0 0,0-1 0,-10 9 0,4-5 62,-1-1 1,1 0 0,-2-1 0,1 0-1,-1-1 1,-1-1 0,-19 7 0,32-13 205,8-7-1087,-1 2 746,0 2 0,-1-1 0,2 1 0,-1-1 0,0 1 0,0 1 0,1-1 1,0 1-1,-1 0 0,1 0 0,0 1 0,0 0 0,0 0 0,0 0 0,0 1 0,0-1 0,8 2 1,-3 0-59,-1 0 1,0 1-1,0 0 1,-1 0-1,1 1 1,0 1-1,-1 0 1,11 5 0,-15-7 59,-1 1 0,0-1 0,0 1 0,0-1-1,-1 1 1,1 0 0,0 0 0,-1 1 0,0-1 0,0 1 0,0 0 0,0 0 0,-1 0 0,1 0 0,-1 0 0,0 0 0,-1 1 0,1-1 0,1 8 0,-3-10 59,0 1 0,-1-1-1,0 0 1,1 0 0,-1 1-1,0-1 1,0 0 0,0 0 0,0 0-1,0 0 1,-1 0 0,1 0-1,-1-1 1,1 1 0,-1 0 0,0-1-1,1 1 1,-1-1 0,0 0-1,0 1 1,0-1 0,0 0 0,0 0-1,-1 0 1,-2 0 0,-10 6 204,-1-2-1,-18 5 1,33-10-209,-34 9 471,0-3 0,0-1 0,-63 1 0,96-6-818</inkml:trace>
</inkml:ink>
</file>

<file path=ppt/ink/ink1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03.675"/>
    </inkml:context>
    <inkml:brush xml:id="br0">
      <inkml:brushProperty name="width" value="0.05" units="cm"/>
      <inkml:brushProperty name="height" value="0.05" units="cm"/>
      <inkml:brushProperty name="color" value="#004F8B"/>
    </inkml:brush>
  </inkml:definitions>
  <inkml:trace contextRef="#ctx0" brushRef="#br0">0 125 2705,'2'-10'800,"2"-2"976,4 3-600,2-1-375,2 1-81,4-2-40,2 3 8,4-1 40,3 0-24,5 0-168,-2 3-95,5-1-185,1 1-88,-2 3-128,2-2-16,-6 4-777,-7 1-1055</inkml:trace>
</inkml:ink>
</file>

<file path=ppt/ink/ink1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04.204"/>
    </inkml:context>
    <inkml:brush xml:id="br0">
      <inkml:brushProperty name="width" value="0.05" units="cm"/>
      <inkml:brushProperty name="height" value="0.05" units="cm"/>
      <inkml:brushProperty name="color" value="#004F8B"/>
    </inkml:brush>
  </inkml:definitions>
  <inkml:trace contextRef="#ctx0" brushRef="#br0">48 0 2945,'0'0'212,"-4"9"-139,-3 3-145,0 1-1,1 0 1,1 1 0,-5 18-1,8-25 165,0 1 0,0 0 0,1 0 0,0 0 0,1 0 1,0 0-1,0 0 0,1 1 0,0-1 0,2 8 0,-2-14 60,0 0 0,0 0-1,0-1 1,0 1 0,0 0 0,0-1 0,1 1 0,-1-1 0,1 0-1,-1 1 1,1-1 0,-1 0 0,1 0 0,0 0 0,0 0-1,0 0 1,-1 0 0,4 0 0,40 11 718,-31-9-734,19 5-122,-1 1 0,0 1-1,0 2 1,41 22-1,-72-34-23,1 1 0,-1 0-1,1 0 1,0 0 0,-1 0 0,0 0-1,1 0 1,-1 0 0,0 1-1,0-1 1,1 1 0,-1-1 0,0 1-1,0-1 1,-1 1 0,1-1-1,1 4 1,-2-4 6,0 0-1,0 0 1,0 0-1,0 0 1,-1 0 0,1 0-1,0 0 1,-1 0-1,1 0 1,0 0-1,-1 0 1,1 0 0,-1 0-1,0 0 1,1-1-1,-1 1 1,0 0-1,1 0 1,-1-1 0,0 1-1,0 0 1,-1 0-1,-5 3 72,-1 1 0,1-2 0,-1 1 0,0-1 0,-14 4 0,-13 2 266,0-1 0,0-1 0,0-2 1,-37 0-1,70-5-816</inkml:trace>
</inkml:ink>
</file>

<file path=ppt/ink/ink1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04.594"/>
    </inkml:context>
    <inkml:brush xml:id="br0">
      <inkml:brushProperty name="width" value="0.05" units="cm"/>
      <inkml:brushProperty name="height" value="0.05" units="cm"/>
      <inkml:brushProperty name="color" value="#004F8B"/>
    </inkml:brush>
  </inkml:definitions>
  <inkml:trace contextRef="#ctx0" brushRef="#br0">4 1 3393,'0'0'-270,"-1"8"-2003,0 2 2282,0-1 0,1 1 0,0 0 0,0-1 0,2 1 0,-1-1 0,4 14 0,-4-20 147,0 1 0,-1-1 0,1 1 0,1-1 1,-1 0-1,1 0 0,-1 0 0,1 0 0,0 0 0,0 0 0,0 0 0,0-1 0,1 1 0,-1-1 0,1 1 0,-1-1 0,1 0 0,0 0 0,0 0 0,0 0 0,0-1 0,0 1 1,0-1-1,1 0 0,3 1 0,-3-2 185,0 0 1,0 0-1,0-1 0,0 0 1,0 0-1,0 0 1,-1 0-1,1 0 1,0-1-1,-1 0 0,1 1 1,-1-2-1,0 1 1,1 0-1,-1-1 1,0 1-1,0-1 0,3-3 1,-2 1 184,1 0 1,-1 0-1,0 0 1,0-1-1,-1 1 1,0-1-1,1 0 1,-2 0-1,1 0 1,1-8-1,-4 12-535,0 0 0,0 0-1,0 0 1,0 0 0,0 0 0,-1 0-1,1 0 1,-1 0 0,0 1-1,1-1 1,-1 0 0,0 0 0,0 0-1,0 0 1,0 1 0,0-1-1,-1 1 1,1-1 0,0 1-1,-1-1 1,1 1 0,-1 0 0,0-1-1,1 1 1,-1 0 0,0 0-1,0 0 1,0 1 0,1-1-1,-1 0 1,0 1 0,0-1 0,-3 0-1,-19-2-2401</inkml:trace>
</inkml:ink>
</file>

<file path=ppt/ink/ink1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5:34.775"/>
    </inkml:context>
    <inkml:brush xml:id="br0">
      <inkml:brushProperty name="width" value="0.05" units="cm"/>
      <inkml:brushProperty name="height" value="0.05" units="cm"/>
      <inkml:brushProperty name="color" value="#004F8B"/>
    </inkml:brush>
  </inkml:definitions>
  <inkml:trace contextRef="#ctx0" brushRef="#br0">0 67 2152,'0'0'9768,"10"-1"-7810,216-24-281,-27 0-3034,-65 14-2177,-57 6 872</inkml:trace>
</inkml:ink>
</file>

<file path=ppt/ink/ink1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5:36.995"/>
    </inkml:context>
    <inkml:brush xml:id="br0">
      <inkml:brushProperty name="width" value="0.05" units="cm"/>
      <inkml:brushProperty name="height" value="0.05" units="cm"/>
      <inkml:brushProperty name="color" value="#004F8B"/>
    </inkml:brush>
  </inkml:definitions>
  <inkml:trace contextRef="#ctx0" brushRef="#br0">469 14 2409,'0'0'2401,"-2"-10"5325,1 6-8321,-23 17-3723,1 1 4079,-23 21-1,27-20 864,0-1-1,-2 0 1,-36 18-1,-55 26-280,64-31-290,-8 13 109,44-29 266,11-10-358,1 0 1,-1 0 0,0 0-1,1 0 1,-1-1 0,0 1 0,0 0-1,0 0 1,0-1 0,1 1 0,-1 0-1,0-1 1,0 1 0,0-1 0,-1 1-1,1-1 1,0 1 0,0-1-1,0 0 1,0 0 0,0 0 0,0 1-1,0-1 1,-1 0 0,1 0 0,0 0-1,-1-1 1</inkml:trace>
</inkml:ink>
</file>

<file path=ppt/ink/ink1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07.949"/>
    </inkml:context>
    <inkml:brush xml:id="br0">
      <inkml:brushProperty name="width" value="0.05" units="cm"/>
      <inkml:brushProperty name="height" value="0.05" units="cm"/>
      <inkml:brushProperty name="color" value="#004F8B"/>
    </inkml:brush>
  </inkml:definitions>
  <inkml:trace contextRef="#ctx0" brushRef="#br0">11 1 2817,'-5'139'8331,"0"-53"-8643,5 0-4057,1-62 1895</inkml:trace>
</inkml:ink>
</file>

<file path=ppt/ink/ink1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08.176"/>
    </inkml:context>
    <inkml:brush xml:id="br0">
      <inkml:brushProperty name="width" value="0.05" units="cm"/>
      <inkml:brushProperty name="height" value="0.05" units="cm"/>
      <inkml:brushProperty name="color" value="#004F8B"/>
    </inkml:brush>
  </inkml:definitions>
  <inkml:trace contextRef="#ctx0" brushRef="#br0">22 1 2465,'-6'150'6832,"-3"43"-3246,4-147-4606,4-36-1369</inkml:trace>
</inkml:ink>
</file>

<file path=ppt/ink/ink1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07.640"/>
    </inkml:context>
    <inkml:brush xml:id="br0">
      <inkml:brushProperty name="width" value="0.05" units="cm"/>
      <inkml:brushProperty name="height" value="0.05" units="cm"/>
      <inkml:brushProperty name="color" value="#004F8B"/>
    </inkml:brush>
  </inkml:definitions>
  <inkml:trace contextRef="#ctx0" brushRef="#br0">0 0 3081,'0'38'3931,"1"69"1463,8 54-4856,-7-147-1683,1 1-516</inkml:trace>
</inkml:ink>
</file>

<file path=ppt/ink/ink1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06.730"/>
    </inkml:context>
    <inkml:brush xml:id="br0">
      <inkml:brushProperty name="width" value="0.05" units="cm"/>
      <inkml:brushProperty name="height" value="0.05" units="cm"/>
      <inkml:brushProperty name="color" value="#004F8B"/>
    </inkml:brush>
  </inkml:definitions>
  <inkml:trace contextRef="#ctx0" brushRef="#br0">15 39 2048,'1'-15'8221,"-4"-9"-4722,1 28-3533,1-1-1,-1 0 1,1 0-1,-1 1 1,1-1-1,0 0 1,0 1 0,1-1-1,-1 1 1,1 0-1,-1 3 1,2 50 76,0-29-25,-1-10-31,0 13-89,5 44 1,-1-51-754</inkml:trace>
</inkml:ink>
</file>

<file path=ppt/ink/ink1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07.247"/>
    </inkml:context>
    <inkml:brush xml:id="br0">
      <inkml:brushProperty name="width" value="0.05" units="cm"/>
      <inkml:brushProperty name="height" value="0.05" units="cm"/>
      <inkml:brushProperty name="color" value="#004F8B"/>
    </inkml:brush>
  </inkml:definitions>
  <inkml:trace contextRef="#ctx0" brushRef="#br0">0 0 4737,'0'0'6597,"2"15"-4640,5 68-1668,-5 107-1,-2-115-1909,0-56-304</inkml:trace>
</inkml:ink>
</file>

<file path=ppt/ink/ink1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09.270"/>
    </inkml:context>
    <inkml:brush xml:id="br0">
      <inkml:brushProperty name="width" value="0.05" units="cm"/>
      <inkml:brushProperty name="height" value="0.05" units="cm"/>
      <inkml:brushProperty name="color" value="#004F8B"/>
    </inkml:brush>
  </inkml:definitions>
  <inkml:trace contextRef="#ctx0" brushRef="#br0">142 178 4257,'21'-69'6856,"-16"56"-6228,0-1 0,-1 0 0,0-1 1,-1 1-1,1-24 0,-4 39-707,-1 1 0,0-1-1,1 1 1,-1-1 0,0 1 0,0-1 0,1 0 0,-1 1 0,-1-1 0,1 0-1,-2 2 1,-2 4-77,-12 26-199,-15 45-1,-7 12 362,9-37 76,21-39-26,0 1 1,1-1 0,1 2-1,0-1 1,-5 22-1,13-29 2828,4-13-1160,8-11-1541,-1-1 1,0 0-1,-2-1 1,0 0-1,-1-1 1,8-23-1,37-128-182,-49 150 29,-3 14-31,0 0-4,-1 0-1,2 0 1,-1 0 0,1 0 0,6-10 0,-1 15-346,-6 2 331,1-1-1,-1 1 1,1 0-1,-1 0 1,0 0-1,1 1 1,-1-1-1,0 0 1,0 1-1,0 0 1,0-1-1,0 1 1,0 0-1,-1 0 1,1 0-1,0 0 1,-1 0 0,2 3-1,28 54-87,-19-35 106,-3-7-162,1-1-1,0 0 0,1-1 0,0 0 0,1-1 1,1 0-1,1-1 0,0-1 0,0 0 1,26 16-1,-14-12-2753</inkml:trace>
</inkml:ink>
</file>

<file path=ppt/ink/ink1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10.789"/>
    </inkml:context>
    <inkml:brush xml:id="br0">
      <inkml:brushProperty name="width" value="0.05" units="cm"/>
      <inkml:brushProperty name="height" value="0.05" units="cm"/>
      <inkml:brushProperty name="color" value="#004F8B"/>
    </inkml:brush>
  </inkml:definitions>
  <inkml:trace contextRef="#ctx0" brushRef="#br0">120 58 3425,'-2'-4'6801,"-16"-10"-5112,-15-3-1587,18 11 377,3 7-402,-20-1-49,24 0 539,22 0-27,123-8 618,19-1-2756</inkml:trace>
</inkml:ink>
</file>

<file path=ppt/ink/ink1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11.143"/>
    </inkml:context>
    <inkml:brush xml:id="br0">
      <inkml:brushProperty name="width" value="0.05" units="cm"/>
      <inkml:brushProperty name="height" value="0.05" units="cm"/>
      <inkml:brushProperty name="color" value="#004F8B"/>
    </inkml:brush>
  </inkml:definitions>
  <inkml:trace contextRef="#ctx0" brushRef="#br0">33 0 4305,'0'0'2778,"-1"7"-2731,-10 43 1176,3 1 0,1 0 0,2 82 1,5-132-1773</inkml:trace>
</inkml:ink>
</file>

<file path=ppt/ink/ink1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11.495"/>
    </inkml:context>
    <inkml:brush xml:id="br0">
      <inkml:brushProperty name="width" value="0.05" units="cm"/>
      <inkml:brushProperty name="height" value="0.05" units="cm"/>
      <inkml:brushProperty name="color" value="#004F8B"/>
    </inkml:brush>
  </inkml:definitions>
  <inkml:trace contextRef="#ctx0" brushRef="#br0">22 0 4313,'0'0'4542,"-1"10"-4228,-20 216 2093,21-226-2405,0 1 0,0 0 1,0-1-1,0 1 0,0 0 1,1-1-1,-1 1 0,0 0 0,0-1 1,0 1-1,1-1 0,-1 1 1,0 0-1,1-1 0,-1 1 1,0-1-1,1 1 0,-1-1 0,1 1 1,-1-1-1,1 1 0,-1-1 1,1 0-1,0 1 0</inkml:trace>
</inkml:ink>
</file>

<file path=ppt/ink/ink1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11.901"/>
    </inkml:context>
    <inkml:brush xml:id="br0">
      <inkml:brushProperty name="width" value="0.05" units="cm"/>
      <inkml:brushProperty name="height" value="0.05" units="cm"/>
      <inkml:brushProperty name="color" value="#004F8B"/>
    </inkml:brush>
  </inkml:definitions>
  <inkml:trace contextRef="#ctx0" brushRef="#br0">1 46 6753,'1'-5'572,"-1"1"-1,1-1 0,0 0 1,1 0-1,-1 1 0,1-1 0,4-6 1,-5 9 285,1 3-785,0-1 0,0 0 0,0 1 0,0 0 0,0-1 0,-1 1 0,1 0 0,0 0 0,0 0 0,0 0 0,-1 0 0,1 0 0,-1 0-1,1 1 1,-1-1 0,1 1 0,-1-1 0,0 1 0,1 0 0,-1-1 0,1 4 0,20 46-428,-18-39 459,18 46 0,-3 1 1,16 86 0,-31-119-143,-1 1 1,0 0 0,-2 0 0,-2 1-1,0-1 1,-2 0 0,-1 0 0,-7 29 0,-2-13-1101</inkml:trace>
</inkml:ink>
</file>

<file path=ppt/ink/ink1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12.647"/>
    </inkml:context>
    <inkml:brush xml:id="br0">
      <inkml:brushProperty name="width" value="0.05" units="cm"/>
      <inkml:brushProperty name="height" value="0.05" units="cm"/>
      <inkml:brushProperty name="color" value="#004F8B"/>
    </inkml:brush>
  </inkml:definitions>
  <inkml:trace contextRef="#ctx0" brushRef="#br0">28 5 2008,'0'-4'5862,"0"4"-5840,0 0 0,0 0 0,0 0 0,0 0-1,0 0 1,0 0 0,-1 0 0,1 0 0,0 0 0,0 0 0,0 0 0,0 0 0,0 0 0,0 0 0,0 0-1,0 0 1,0 0 0,0 0 0,0 0 0,0 0 0,0 0 0,0 0 0,-10 50 33,3 0 1,2 1 0,2 71-1,2-100-78,1 22 485,1 0 1,2-1-1,2 1 1,2-1-1,2 0 1,18 52 0,-14-53-332,-5-16-105,1 0 1,13 25-1,-12-33-1077</inkml:trace>
</inkml:ink>
</file>

<file path=ppt/ink/ink1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13.183"/>
    </inkml:context>
    <inkml:brush xml:id="br0">
      <inkml:brushProperty name="width" value="0.05" units="cm"/>
      <inkml:brushProperty name="height" value="0.05" units="cm"/>
      <inkml:brushProperty name="color" value="#004F8B"/>
    </inkml:brush>
  </inkml:definitions>
  <inkml:trace contextRef="#ctx0" brushRef="#br0">0 0 5681,'0'0'5736,"2"6"-6077,23 62 302,-20-52 250,0 1 0,1-1-1,1 0 1,1 0 0,15 23-1,-22-37-257,0 0 0,1-1-1,-1 1 1,1-1 0,0 1-1,0-1 1,-1 1 0,1-1-1,0 0 1,0 0 0,3 1-1,11 4-1619</inkml:trace>
</inkml:ink>
</file>

<file path=ppt/ink/ink1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13.479"/>
    </inkml:context>
    <inkml:brush xml:id="br0">
      <inkml:brushProperty name="width" value="0.05" units="cm"/>
      <inkml:brushProperty name="height" value="0.05" units="cm"/>
      <inkml:brushProperty name="color" value="#004F8B"/>
    </inkml:brush>
  </inkml:definitions>
  <inkml:trace contextRef="#ctx0" brushRef="#br0">238 1 6393,'0'0'3145,"-4"4"-3053,-11 16 194,0 1-1,1 0 1,2 1 0,0 0-1,1 1 1,-11 35 0,-38 151 953,59-205-1229,-66 252 493,63-243-1810</inkml:trace>
</inkml:ink>
</file>

<file path=ppt/ink/ink1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14.144"/>
    </inkml:context>
    <inkml:brush xml:id="br0">
      <inkml:brushProperty name="width" value="0.05" units="cm"/>
      <inkml:brushProperty name="height" value="0.05" units="cm"/>
      <inkml:brushProperty name="color" value="#004F8B"/>
    </inkml:brush>
  </inkml:definitions>
  <inkml:trace contextRef="#ctx0" brushRef="#br0">16 22 3377,'-10'0'8941,"5"0"-7110,9-2 584,45-6-2480,51-2 0,-66 9-1094</inkml:trace>
</inkml:ink>
</file>

<file path=ppt/ink/ink1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14.381"/>
    </inkml:context>
    <inkml:brush xml:id="br0">
      <inkml:brushProperty name="width" value="0.05" units="cm"/>
      <inkml:brushProperty name="height" value="0.05" units="cm"/>
      <inkml:brushProperty name="color" value="#004F8B"/>
    </inkml:brush>
  </inkml:definitions>
  <inkml:trace contextRef="#ctx0" brushRef="#br0">0 14 6433,'0'0'5746,"2"0"-5234,-1 0-88,35 3-48,-13-5-176,7 0-72,14-4-1232,11 0-1897</inkml:trace>
</inkml:ink>
</file>

<file path=ppt/ink/ink1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14.722"/>
    </inkml:context>
    <inkml:brush xml:id="br0">
      <inkml:brushProperty name="width" value="0.05" units="cm"/>
      <inkml:brushProperty name="height" value="0.05" units="cm"/>
      <inkml:brushProperty name="color" value="#004F8B"/>
    </inkml:brush>
  </inkml:definitions>
  <inkml:trace contextRef="#ctx0" brushRef="#br0">1 79 6865,'0'-3'7529,"9"-11"-5568,-3 9-1860,1-1-1,1 1 0,-1 1 1,1-1-1,-1 1 0,1 1 0,0 0 1,1 0-1,-1 0 0,9-1 0,-7 2-168,74-12 296,-29 14-4354,-36 3 148</inkml:trace>
</inkml:ink>
</file>

<file path=ppt/ink/ink1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15.001"/>
    </inkml:context>
    <inkml:brush xml:id="br0">
      <inkml:brushProperty name="width" value="0.05" units="cm"/>
      <inkml:brushProperty name="height" value="0.05" units="cm"/>
      <inkml:brushProperty name="color" value="#004F8B"/>
    </inkml:brush>
  </inkml:definitions>
  <inkml:trace contextRef="#ctx0" brushRef="#br0">30 1 3705,'0'0'1954,"-1"7"-754,-9 43-606,3 1 0,2-1 0,1 71 0,4-82-54,-2 118 1331,2-155-1884</inkml:trace>
</inkml:ink>
</file>

<file path=ppt/ink/ink1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15.348"/>
    </inkml:context>
    <inkml:brush xml:id="br0">
      <inkml:brushProperty name="width" value="0.05" units="cm"/>
      <inkml:brushProperty name="height" value="0.05" units="cm"/>
      <inkml:brushProperty name="color" value="#004F8B"/>
    </inkml:brush>
  </inkml:definitions>
  <inkml:trace contextRef="#ctx0" brushRef="#br0">1 0 6033,'0'0'407,"3"10"1192,0 8-1104,0 0 0,-2 0-1,0 0 1,-1-1 0,-3 32 0,6 3 1054</inkml:trace>
</inkml:ink>
</file>

<file path=ppt/ink/ink1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16.024"/>
    </inkml:context>
    <inkml:brush xml:id="br0">
      <inkml:brushProperty name="width" value="0.05" units="cm"/>
      <inkml:brushProperty name="height" value="0.05" units="cm"/>
      <inkml:brushProperty name="color" value="#004F8B"/>
    </inkml:brush>
  </inkml:definitions>
  <inkml:trace contextRef="#ctx0" brushRef="#br0">178 21 4497,'1'-2'518,"-1"1"-98,0 0 0,0 1 0,1-1 1,-1 0-1,0 0 0,0 0 0,0 1 0,0-1 0,0 0 1,0 0-1,0 0 0,0 1 0,-1-1 0,1 0 1,0 0-1,0 0 0,-1 1 0,1-1 0,-1-1 0,-9 1-1509,4 3 1046,1 0 0,0 0-1,0 1 1,0 0 0,0 0-1,1 0 1,-1 0 0,1 1 0,0 0-1,0 0 1,0 0 0,0 0-1,1 1 1,-1-1 0,1 1-1,0 0 1,1 0 0,-3 7-1,-6 8-145,-13 37 0,22-50 141,0-1 0,0 1-1,0 0 1,1 0 0,0 0-1,1-1 1,0 1 0,0 0 0,0 0-1,2 9 1,-1-14 44,0 0 1,0 1-1,0-1 1,0 0-1,1 0 1,-1 0 0,1 0-1,-1 0 1,1 0-1,0 0 1,0 0-1,0-1 1,3 3-1,35 20 74,-11-7-71,-23-12-14,1 0 0,-1 0 0,-1 1 1,1 0-1,-1 0 0,0 1 0,0-1 0,0 1 0,-1 0 1,4 9-1,-7-14 30,0 0-1,-1 1 1,1-1 0,0 1 0,-1-1 0,1 1 0,-1-1 0,0 1-1,0 0 1,0-1 0,0 1 0,-1-1 0,1 1 0,-1-1 0,1 1 0,-1-1-1,0 1 1,0-1 0,0 0 0,0 1 0,-1-1 0,1 0 0,-1 0-1,1 0 1,-1 0 0,1 0 0,-1 0 0,0 0 0,0-1 0,0 1-1,0-1 1,-1 1 0,1-1 0,0 0 0,0 0 0,-4 2 0,-1 0 171,-1-1 1,1 1 0,-1-1 0,1 0 0,-1-1-1,0 0 1,-15 1 0,18-2-76,0 0 1,0 0-1,0-1 0,0 1 0,0-1 1,0-1-1,0 1 0,0 0 1,0-1-1,1 0 0,-1 0 1,1-1-1,-7-3 0,10 5-218,0 0-1,0 0 0,0 0 0,0 0 1,1 0-1,-1-1 0,0 1 0,0 0 1,1 0-1,-1 0 0,1-1 0,-1 1 1,1 0-1,-1-2 0,0-9-2146</inkml:trace>
</inkml:ink>
</file>

<file path=ppt/ink/ink1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16.316"/>
    </inkml:context>
    <inkml:brush xml:id="br0">
      <inkml:brushProperty name="width" value="0.05" units="cm"/>
      <inkml:brushProperty name="height" value="0.05" units="cm"/>
      <inkml:brushProperty name="color" value="#004F8B"/>
    </inkml:brush>
  </inkml:definitions>
  <inkml:trace contextRef="#ctx0" brushRef="#br0">0 0 5961,'0'0'3050,"2"7"-3082,-1 0-76,2 4 230,0 0-1,-1-1 1,-1 1-1,0 0 1,0 1-1,-1-1 1,-2 15-1,-2-5 311,2 0-1,-1 26 0</inkml:trace>
</inkml:ink>
</file>

<file path=ppt/ink/ink1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16.490"/>
    </inkml:context>
    <inkml:brush xml:id="br0">
      <inkml:brushProperty name="width" value="0.05" units="cm"/>
      <inkml:brushProperty name="height" value="0.05" units="cm"/>
      <inkml:brushProperty name="color" value="#004F8B"/>
    </inkml:brush>
  </inkml:definitions>
  <inkml:trace contextRef="#ctx0" brushRef="#br0">3 8 6553,'-3'-7'6226</inkml:trace>
</inkml:ink>
</file>

<file path=ppt/ink/ink1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17.161"/>
    </inkml:context>
    <inkml:brush xml:id="br0">
      <inkml:brushProperty name="width" value="0.05" units="cm"/>
      <inkml:brushProperty name="height" value="0.05" units="cm"/>
      <inkml:brushProperty name="color" value="#004F8B"/>
    </inkml:brush>
  </inkml:definitions>
  <inkml:trace contextRef="#ctx0" brushRef="#br0">22 7 4097,'0'0'1988,"-1"10"-3345,-2 9 1200,-14 185 9976,23-222-10277,-5 13 1014,10-23-535,1 0-1,23-38 0,-29 57-94,0 0 0,0 1 0,1-1 0,0 1 0,0 1 0,1-1 0,0 1 0,0 1 0,1-1 0,12-6 0,-20 12 69,1 1 0,-1-1 0,0 1 1,0-1-1,0 1 0,0 0 0,0 0 0,0-1 0,1 1 1,-1 0-1,0 0 0,0 0 0,0 0 0,0 1 0,1-1 0,-1 0 1,0 0-1,0 1 0,0-1 0,0 1 0,0-1 0,0 1 1,0-1-1,2 2 0,-1 0-37,1 0 0,-1 0-1,0 1 1,1-1 0,-1 1 0,0 0 0,0 0 0,2 5 0,3 7-173,-1 0 1,7 29-1,-11-37 215,1 5 63,-1 0 1,0 0 0,-1 1-1,-1-1 1,0 0 0,0 1-1,-1-1 1,-1 0 0,0 0-1,-1 1 1,-4 11 0,6-19-1216</inkml:trace>
</inkml:ink>
</file>

<file path=ppt/ink/ink1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17.892"/>
    </inkml:context>
    <inkml:brush xml:id="br0">
      <inkml:brushProperty name="width" value="0.05" units="cm"/>
      <inkml:brushProperty name="height" value="0.05" units="cm"/>
      <inkml:brushProperty name="color" value="#004F8B"/>
    </inkml:brush>
  </inkml:definitions>
  <inkml:trace contextRef="#ctx0" brushRef="#br0">2 63 8282,'-1'-3'6865,"1"1"-6851,0 1 1,1 0 0,-1 0-1,0 0 1,1 0-1,-1-1 1,1 1 0,-1 0-1,1 0 1,0 0 0,-1 0-1,1 0 1,0 0-1,0 0 1,1-1 0,29-26-263,-27 26 208,1 0 0,-1 1 0,0-1 0,1 1 1,-1-1-1,1 1 0,-1 1 0,1-1 0,0 1 1,-1-1-1,1 1 0,-1 1 0,1-1 0,7 2 1,7 0-73,-10-2 35,0 2 0,0-1 0,-1 2 0,1-1 0,0 1 0,-1 0 0,0 1 0,10 5-1,-15-7 32,0-1-1,-1 1 1,0 0 0,1-1-1,-1 1 1,0 1-1,0-1 1,0 0-1,0 0 1,0 1-1,-1-1 1,3 6-1,-3-6 9,-1-1 0,1 1-1,-1 0 1,0 0 0,0 0 0,0 0-1,0 0 1,0-1 0,0 1-1,0 0 1,-1 0 0,1 0-1,-1 0 1,1-1 0,-1 1-1,0 0 1,1 0 0,-1-1 0,0 1-1,0-1 1,0 1 0,-3 2-1,-2 2-168,0 0 0,0 0-1,-1-1 1,0 1-1,0-2 1,-1 1 0,1-1-1,-1 0 1,0 0 0,-10 2-1,-10 3-1986,-46 9 0,72-17 1156,32-5 872,-24 3 262,-1 0 1,1 0-1,0 0 0,-1 1 1,1 0-1,7 1 0,4 2 150,0 0 0,0 1 0,18 8 0,-28-10-228,-1 1 1,1 0-1,-1 0 1,0 0 0,0 1-1,0 0 1,-1 1 0,1-1-1,-1 1 1,7 7 0,-11-10-17,0-1 1,0 0 0,0 0-1,-1 0 1,1 0-1,0 1 1,-1-1 0,1 0-1,-1 0 1,1 1-1,-1-1 1,0 1 0,1-1-1,-1 0 1,0 1-1,0-1 1,0 1 0,0-1-1,0 0 1,0 1 0,-1-1-1,1 1 1,-1 0-1,0 0 23,0 0 0,0 0 0,0 0 0,-1-1 1,1 1-1,-1 0 0,1-1 0,-1 1 0,0-1 0,0 0 0,1 0 0,-1 1 0,-3 0 0,-6 3 167,0-1 0,0 0 1,-1-1-1,-13 2 0,24-5-169,-35 7 319,1-3-1,-54 0 1,87-4-1341</inkml:trace>
</inkml:ink>
</file>

<file path=ppt/ink/ink1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18.190"/>
    </inkml:context>
    <inkml:brush xml:id="br0">
      <inkml:brushProperty name="width" value="0.05" units="cm"/>
      <inkml:brushProperty name="height" value="0.05" units="cm"/>
      <inkml:brushProperty name="color" value="#004F8B"/>
    </inkml:brush>
  </inkml:definitions>
  <inkml:trace contextRef="#ctx0" brushRef="#br0">0 17 4929,'0'0'6185,"2"-2"-5985,-1 1-80,1 1-56,1-2-48,49-9-8,-51 11-368,27 0-512</inkml:trace>
</inkml:ink>
</file>

<file path=ppt/ink/ink1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18.651"/>
    </inkml:context>
    <inkml:brush xml:id="br0">
      <inkml:brushProperty name="width" value="0.05" units="cm"/>
      <inkml:brushProperty name="height" value="0.05" units="cm"/>
      <inkml:brushProperty name="color" value="#004F8B"/>
    </inkml:brush>
  </inkml:definitions>
  <inkml:trace contextRef="#ctx0" brushRef="#br0">20 0 2617,'-2'4'71,"-1"1"1,1-1 0,0 0 0,0 0 0,0 1-1,0-1 1,1 1 0,0 0 0,0-1 0,0 1-1,0 7 1,2-9 82,0 0 0,0 1 0,0-1-1,0 0 1,0 0 0,1 0 0,-1 0 0,1 0-1,0 0 1,0-1 0,0 1 0,0-1 0,0 1-1,1-1 1,-1 0 0,1 1 0,3 1 0,8 7 85,0-1-121,-1 1 1,0 1-1,16 18 1,-26-28-107,-1 1 1,0-1-1,0 1 1,0 0-1,-1 0 0,1 0 1,-1 0-1,1 0 1,-1 0-1,0 0 1,0 0-1,0 1 1,-1-1-1,1 0 0,-1 0 1,0 1-1,1-1 1,-2 0-1,1 1 1,0-1-1,-1 0 1,1 1-1,-1-1 0,-2 4 1,2-4 98,-1 0 1,-1-1-1,1 1 0,0-1 0,-1 1 1,1-1-1,-1 0 0,0 0 1,1 0-1,-1-1 0,0 1 1,0-1-1,0 1 0,-1-1 1,1 0-1,0 0 0,0 0 0,-5 0 1,3 0-88,1 0-1,-1-1 1,0 1 0,0-1 0,1 0 0,-1 0-1,0-1 1,0 1 0,1-1 0,-1 0 0,1 0 0,-7-3-1,3 0-972</inkml:trace>
</inkml:ink>
</file>

<file path=ppt/ink/ink1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19.024"/>
    </inkml:context>
    <inkml:brush xml:id="br0">
      <inkml:brushProperty name="width" value="0.05" units="cm"/>
      <inkml:brushProperty name="height" value="0.05" units="cm"/>
      <inkml:brushProperty name="color" value="#004F8B"/>
    </inkml:brush>
  </inkml:definitions>
  <inkml:trace contextRef="#ctx0" brushRef="#br0">0 23 3673,'0'0'2506,"1"19"-3557,0 13 1420,-1-24 242,13-10 4481,18-5-3431,-30 7-1607,-1 0 0,0 0 0,1 0 0,-1 0 0,0 0 0,1 0-1,-1 0 1,1 0 0,-1 0 0,0 0 0,1 0 0,-1 0 0,0-1-1,1 1 1,-1 0 0,0 0 0,1 0 0,-1-1 0,0 1 0,1 0-1,-1 0 1,0-1 0,0 1 0,1 0 0,-1-1 0,0 1 0,0 0 0,0-1-1,0 1 1,1-1 0,1-3 289,2-6 633,1 0 1,-2 0 0,6-20 0,-9 28-966</inkml:trace>
</inkml:ink>
</file>

<file path=ppt/ink/ink1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28.294"/>
    </inkml:context>
    <inkml:brush xml:id="br0">
      <inkml:brushProperty name="width" value="0.05" units="cm"/>
      <inkml:brushProperty name="height" value="0.05" units="cm"/>
    </inkml:brush>
  </inkml:definitions>
  <inkml:trace contextRef="#ctx0" brushRef="#br0">0 2392 1976,'0'0'9644,"24"-20"-6678,9-8-2813,-2 3 810,-2-2-852,-17 15 119,18-22-33,-9 7-11,39-60 120,37-47 198,-70 107-424,1 2 1,2 0 0,0 2 0,1 1 0,39-20-1,41-29 195,-11-11-187,-71 59-27,-2-2 1,-2-1 0,0-1 0,24-34 0,36-40 222,-42 55-104,49-47 167,-20 32-302,46-41 20,-80 65-54,-14 15 19,-1-2 0,-1 0 0,32-47 0,-40 49-9,6-11 12,1 0 0,2 1 1,1 1-1,29-28 0,-25 34 59,4-6-19,45-31 1,3 3 204,81-75 1,-138 110-216,-2-2 1,-1 0-1,-1-1 0,24-44 0,-23 36 48,2 1 0,35-43 1,3 18 221,-59 58-308,13-10 133,-7 4-401,-6 7 215,-1 0 0,0 0 0,0 0 0,0 0 0,0 0 0,0-1 0,0 1 0,0 0 0,0 0 0,0 0 0,0 0 0,0 0 0,0 0 0,0 0 0,0 0 0,0 0 0,0-1 0,0 1 0,0 0 0,0 0 0,0 0 0,0 0 0,0 0 0,0 0 0,0 0 0,0 0 0,0 0 0,0-1 0,0 1 0,0 0 0,0 0 0,0 0 0,-1 0 0,1 0 0,0 0 0,0 0 0,0 0 0,0 0 0,0 0 0,0 0 0,0 0 0,0 0 0,0-1 0,0 1 0,-1 0 0,1 0 0,0 0 0,0 0 0,0 0 0,0 0 0,0 0 0,0 0 0,0 0 0,0 0 0,0 0 0,-1 0 0,1 0 0,0 0 0,0 0 0,0 0 0,0 1 0,-13-1-15,0 1 0,0 0 0,0 1 0,1 1 0,-1 0 0,1 1 0,0 0 0,0 1 0,0 0 0,0 1 0,1 0 0,-11 8 0,-10 9 21,1 1-1,-49 51 1,35-34-57,43-39 62,3-1 945,3-3-805,2-4-39,49-48-70,-27 25 1,1 2 0,1 0 0,47-30 1,-68 51-6,37-18 109,-45 24-162,1-1 1,-1 1-1,0-1 0,1 1 1,-1 0-1,1-1 0,-1 1 0,1 0 1,-1 0-1,1 0 0,-1 0 1,1 0-1,-1 0 0,1 0 1,-1 1-1,0-1 0,1 1 1,-1-1-1,1 1 0,-1-1 0,0 1 1,1 0-1,-1-1 0,0 1 1,0 0-1,0 0 0,1 0 1,-1 0-1,0 0 0,0 0 1,0 1-1,-1-1 0,2 2 0,1 3 8,0 0-1,0 0 0,-1 0 0,0 0 0,2 12 0,21 104-6,19 84 157,-43-203-233,-1 0 0,1 0 0,0 0 0,0-1 0,0 1 1,1 0-1,-1-1 0,1 1 0,-1-1 0,3 3 0</inkml:trace>
</inkml:ink>
</file>

<file path=ppt/ink/ink1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29.116"/>
    </inkml:context>
    <inkml:brush xml:id="br0">
      <inkml:brushProperty name="width" value="0.05" units="cm"/>
      <inkml:brushProperty name="height" value="0.05" units="cm"/>
    </inkml:brush>
  </inkml:definitions>
  <inkml:trace contextRef="#ctx0" brushRef="#br0">0 23 4377,'0'0'5250,"9"-1"-4529,191-6 1627,-115 7-1917,-46 0-269,12 0 359,0-2-1,63-10 0,-113 11-1303</inkml:trace>
</inkml:ink>
</file>

<file path=ppt/ink/ink1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29.448"/>
    </inkml:context>
    <inkml:brush xml:id="br0">
      <inkml:brushProperty name="width" value="0.05" units="cm"/>
      <inkml:brushProperty name="height" value="0.05" units="cm"/>
    </inkml:brush>
  </inkml:definitions>
  <inkml:trace contextRef="#ctx0" brushRef="#br0">3 0 4993,'0'0'1299,"0"6"-3027,0 342 5088,-3-313-2201,3-34-1632</inkml:trace>
</inkml:ink>
</file>

<file path=ppt/ink/ink1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30.007"/>
    </inkml:context>
    <inkml:brush xml:id="br0">
      <inkml:brushProperty name="width" value="0.05" units="cm"/>
      <inkml:brushProperty name="height" value="0.05" units="cm"/>
    </inkml:brush>
  </inkml:definitions>
  <inkml:trace contextRef="#ctx0" brushRef="#br0">1 50 6521,'2'-3'306,"1"1"-1,-1-1 1,1 1-1,0-1 1,0 1 0,0 0-1,0 0 1,1 0-1,-1 1 1,0-1-1,1 1 1,5-2-1,50-11 532,-38 10 253,-18 3-1027,-1 1 1,1-1-1,0 0 0,0 1 1,0 0-1,0 0 0,0 0 1,0 0-1,0 0 0,0 0 1,0 1-1,0-1 0,0 1 1,-1 0-1,1 0 0,0 0 1,0 0-1,-1 0 0,5 4 1,-5-3-111,0 0 0,0 1 0,-1 0 0,1-1 0,-1 1 0,1 0 1,-1 0-1,0-1 0,0 1 0,-1 0 0,1 0 0,0 0 0,-1 0 1,0 0-1,0 1 0,0-1 0,0 0 0,0 0 0,-1 3 0,0 6 18,-1 0 0,-1 0-1,0 0 1,0-1 0,-1 1-1,0-1 1,-1 0-1,-1 0 1,0 0 0,0-1-1,-8 11 1,-7 4 93,0-1 0,-50 41 0,56-50 55,14-14 386,7-1-252,25-6-93,0 0 0,46-17 0,-43 12-856,-7 4-471</inkml:trace>
</inkml:ink>
</file>

<file path=ppt/ink/ink1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30.726"/>
    </inkml:context>
    <inkml:brush xml:id="br0">
      <inkml:brushProperty name="width" value="0.05" units="cm"/>
      <inkml:brushProperty name="height" value="0.05" units="cm"/>
    </inkml:brush>
  </inkml:definitions>
  <inkml:trace contextRef="#ctx0" brushRef="#br0">0 105 2785,'0'0'10362,"7"-2"-9309,19-7-623,0 0-1,1 2 0,39-5 0,91-4 239,6-1-39,-45-9-731,-93 19-1997</inkml:trace>
</inkml:ink>
</file>

<file path=ppt/ink/ink1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30.990"/>
    </inkml:context>
    <inkml:brush xml:id="br0">
      <inkml:brushProperty name="width" value="0.05" units="cm"/>
      <inkml:brushProperty name="height" value="0.05" units="cm"/>
    </inkml:brush>
  </inkml:definitions>
  <inkml:trace contextRef="#ctx0" brushRef="#br0">6 6 3577,'-5'-4'5583,"4"3"-4323,5 2 447,1 2-1693,0 1 0,0-1 1,-1 1-1,1 0 0,-1 0 1,0 1-1,0-1 0,0 1 1,-1 0-1,0 0 0,0 0 1,0 0-1,0 1 0,-1-1 1,0 1-1,0-1 1,0 1-1,-1 0 0,0 0 1,0 0-1,0 0 0,-1 0 1,0 0-1,-1 9 0,-3 14-993</inkml:trace>
</inkml:ink>
</file>

<file path=ppt/ink/ink1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32.132"/>
    </inkml:context>
    <inkml:brush xml:id="br0">
      <inkml:brushProperty name="width" value="0.05" units="cm"/>
      <inkml:brushProperty name="height" value="0.05" units="cm"/>
    </inkml:brush>
  </inkml:definitions>
  <inkml:trace contextRef="#ctx0" brushRef="#br0">116 15 2913,'0'0'4545,"-16"-4"-6018,6 1 1545,7 1-42,-1 1 0,1 0 0,0 0 0,-1 0 0,1 1 0,0-1 0,-1 1 0,1 0 0,0 0 0,-1 0 0,1 0 0,-5 1 0,-34 3 3344,53-2-734,19 1-2131,0-2 0,46-2-1,-11-1-2598,-31 2-45</inkml:trace>
</inkml:ink>
</file>

<file path=ppt/ink/ink1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32.584"/>
    </inkml:context>
    <inkml:brush xml:id="br0">
      <inkml:brushProperty name="width" value="0.05" units="cm"/>
      <inkml:brushProperty name="height" value="0.05" units="cm"/>
    </inkml:brush>
  </inkml:definitions>
  <inkml:trace contextRef="#ctx0" brushRef="#br0">0 42 3641,'0'0'12072,"11"-4"-10864,4-2-1252,1 0 1,0 2 0,0 0-1,0 0 1,24-1-1,94-1-1263,-80 5 209,6 0-782,-4 0-381</inkml:trace>
</inkml:ink>
</file>

<file path=ppt/ink/ink1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32.976"/>
    </inkml:context>
    <inkml:brush xml:id="br0">
      <inkml:brushProperty name="width" value="0.05" units="cm"/>
      <inkml:brushProperty name="height" value="0.05" units="cm"/>
    </inkml:brush>
  </inkml:definitions>
  <inkml:trace contextRef="#ctx0" brushRef="#br0">0 33 2857,'0'0'10737,"12"-2"-9104,27-7-1582,0 2 0,74-4-1,22 8-3180,-98 3 539</inkml:trace>
</inkml:ink>
</file>

<file path=ppt/ink/ink1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33.391"/>
    </inkml:context>
    <inkml:brush xml:id="br0">
      <inkml:brushProperty name="width" value="0.05" units="cm"/>
      <inkml:brushProperty name="height" value="0.05" units="cm"/>
    </inkml:brush>
  </inkml:definitions>
  <inkml:trace contextRef="#ctx0" brushRef="#br0">1 45 3673,'0'0'2074,"19"-2"2784,9-2-4367,270-30 401,-238 31-3459,-31 1 300</inkml:trace>
</inkml:ink>
</file>

<file path=ppt/ink/ink1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34.244"/>
    </inkml:context>
    <inkml:brush xml:id="br0">
      <inkml:brushProperty name="width" value="0.05" units="cm"/>
      <inkml:brushProperty name="height" value="0.05" units="cm"/>
    </inkml:brush>
  </inkml:definitions>
  <inkml:trace contextRef="#ctx0" brushRef="#br0">17 7 3585,'3'-6'11344,"-3"6"-11256,12 16-33,1 0 0,0-1 0,2-1 0,-1 0 0,2 0 1,0-2-1,22 14 0,-37-25-39,8 15-784,-9-12 736,0-1 1,-1 1-1,1 0 0,-1-1 1,1 1-1,-1-1 1,0 1-1,-3 5 0,1 1 2,1-2-39,0-5 41,-7 4 10,-16 15-5,-8 8-30,-52 58 0</inkml:trace>
</inkml:ink>
</file>

<file path=ppt/ink/ink1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35.638"/>
    </inkml:context>
    <inkml:brush xml:id="br0">
      <inkml:brushProperty name="width" value="0.05" units="cm"/>
      <inkml:brushProperty name="height" value="0.05" units="cm"/>
    </inkml:brush>
  </inkml:definitions>
  <inkml:trace contextRef="#ctx0" brushRef="#br0">129 123 1896,'6'-26'7477,"-3"16"-6234,-1 0 1,0-1-1,0-16 0,-3 25-1292,1 1 0,-1-1 0,0 1 0,0-1 0,0 1 0,-1 0 0,1-1 1,0 1-1,0 0 0,-1 0 0,1 0 0,-1 0 0,1 0 0,-1 0 0,1 1 0,-1-1 0,1 0 1,-1 1-1,0-1 0,-2 1 0,-7-6 50,8 5 6,0-1 1,0 1-1,-1 0 0,1 0 0,0 0 1,-1 0-1,1 0 0,0 1 0,-1-1 0,1 1 1,-7 1-1,8-2-15,1 1 0,-1 0 0,1-1 0,-1 1 0,1 0 0,-1 0 1,0 0-1,1 1 0,-1-1 0,1 0 0,-1 0 0,1 1 0,-1-1 0,1 1 0,-1 0 0,1-1 0,-1 1 0,1 0 1,0 0-1,-1 0 0,1 0 0,0 0 0,0 0 0,0 0 0,0 0 0,0 0 0,0 1 0,-1 1 0,0 2-26,0 0-1,1 0 0,0 1 1,0-1-1,0 1 0,0-1 0,1 1 1,0-1-1,1 8 0,-1 16 14,-2-5 47,-1-2 57,1 0 0,1 1 1,1-1-1,1 1 0,1-1 0,7 34 1,3-36-518,-4-11-635</inkml:trace>
</inkml:ink>
</file>

<file path=ppt/ink/ink1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36.115"/>
    </inkml:context>
    <inkml:brush xml:id="br0">
      <inkml:brushProperty name="width" value="0.05" units="cm"/>
      <inkml:brushProperty name="height" value="0.05" units="cm"/>
    </inkml:brush>
  </inkml:definitions>
  <inkml:trace contextRef="#ctx0" brushRef="#br0">0 1 3673,'0'0'5493,"1"15"-4475,0 23-675,11 187 1662,4-148-2817,-10-56-954</inkml:trace>
</inkml:ink>
</file>

<file path=ppt/ink/ink1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36.559"/>
    </inkml:context>
    <inkml:brush xml:id="br0">
      <inkml:brushProperty name="width" value="0.05" units="cm"/>
      <inkml:brushProperty name="height" value="0.05" units="cm"/>
    </inkml:brush>
  </inkml:definitions>
  <inkml:trace contextRef="#ctx0" brushRef="#br0">11 0 3297,'0'0'4789,"0"16"-3150,-5 67-577,2-40-769,1 0-1,2 1 1,11 82-1,-8-109-1239</inkml:trace>
</inkml:ink>
</file>

<file path=ppt/ink/ink1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37.148"/>
    </inkml:context>
    <inkml:brush xml:id="br0">
      <inkml:brushProperty name="width" value="0.05" units="cm"/>
      <inkml:brushProperty name="height" value="0.05" units="cm"/>
    </inkml:brush>
  </inkml:definitions>
  <inkml:trace contextRef="#ctx0" brushRef="#br0">0 1 2096,'0'0'4227,"6"16"-416,-2 6-3183,-1 1 0,1 34 1,11 62-4161,-14-5-965,-10 6 7032,8-75-590,1-36-1787,0 1-1,0 0 0,-1-1 0,0 1 0,0-1 0,-1 1 0,-1-1 1,-3 11-1,2-12-1984</inkml:trace>
</inkml:ink>
</file>

<file path=ppt/ink/ink1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38.743"/>
    </inkml:context>
    <inkml:brush xml:id="br0">
      <inkml:brushProperty name="width" value="0.05" units="cm"/>
      <inkml:brushProperty name="height" value="0.05" units="cm"/>
    </inkml:brush>
  </inkml:definitions>
  <inkml:trace contextRef="#ctx0" brushRef="#br0">237 123 3889,'-1'-8'4900,"-5"-16"342,6 24-5276,0-1 0,0 0-1,-1 1 1,1-1-1,0 0 1,0 1-1,-1-1 1,1 0 0,-1 1-1,1-1 1,0 1-1,-1-1 1,1 1-1,-1-1 1,0 1-1,1-1 1,-1 1 0,1-1-1,-1 1 1,0 0-1,1-1 1,-1 1-1,0 0 1,1 0 0,-2-1-1,-2 2-34,1-1 0,0 1 1,0 0-1,0 0 0,0 1 0,0-1 0,0 1 0,0-1 0,0 1 0,1 0 1,-1 0-1,1 0 0,-1 0 0,1 1 0,-4 3 0,-32 45-50,31-42 65,-14 21 82,1 2 0,1 0 0,2 1-1,2 0 1,-15 45 8582,34-86-6779,15-36-2635,20-49 820,-24 57-120,1 1 0,2 1 1,1 1-1,1 0 1,34-39-1,-53 70 74,0 1-1,0 0 0,0 0 1,0 0-1,0 0 0,0 0 1,0 0-1,0 0 0,1 0 1,-1 0-1,0 1 0,0-1 1,1 0-1,-1 1 1,1-1-1,-1 1 0,0 0 1,1-1-1,-1 1 0,1 0 1,-1 0-1,1 0 0,-1 0 1,1 0-1,-1 0 1,1 0-1,1 1 0,-1 0-29,1 1-1,0 0 1,-1-1 0,0 1-1,1 0 1,-1 0-1,0 0 1,0 1 0,0-1-1,0 0 1,0 1 0,2 5-1,26 42-60,56 71 0,-70-102-4,1 0 1,1-1 0,0-1-1,2-1 1,-1-1-1,30 18 1,-39-27-1475</inkml:trace>
</inkml:ink>
</file>

<file path=ppt/ink/ink1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39.940"/>
    </inkml:context>
    <inkml:brush xml:id="br0">
      <inkml:brushProperty name="width" value="0.05" units="cm"/>
      <inkml:brushProperty name="height" value="0.05" units="cm"/>
    </inkml:brush>
  </inkml:definitions>
  <inkml:trace contextRef="#ctx0" brushRef="#br0">16 37 3145,'-15'-12'12831,"25"9"-12008,-2 1-1524,11-2 852,0 2-1,0 0 0,0 1 1,32 2-1,27-2 552,-40-4-256,11 0 87,-18 4-3815</inkml:trace>
</inkml:ink>
</file>

<file path=ppt/ink/ink1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40.320"/>
    </inkml:context>
    <inkml:brush xml:id="br0">
      <inkml:brushProperty name="width" value="0.05" units="cm"/>
      <inkml:brushProperty name="height" value="0.05" units="cm"/>
    </inkml:brush>
  </inkml:definitions>
  <inkml:trace contextRef="#ctx0" brushRef="#br0">3 0 4433,'0'0'2152,"0"6"-2486,-1 192 427,-1 11 4944</inkml:trace>
</inkml:ink>
</file>

<file path=ppt/ink/ink1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41.778"/>
    </inkml:context>
    <inkml:brush xml:id="br0">
      <inkml:brushProperty name="width" value="0.05" units="cm"/>
      <inkml:brushProperty name="height" value="0.05" units="cm"/>
    </inkml:brush>
  </inkml:definitions>
  <inkml:trace contextRef="#ctx0" brushRef="#br0">1 74 5953,'0'-3'8695,"18"-15"-8468,25-13-185,-36 27-11,-1 1 0,1 0 1,0 1-1,0-1 0,0 1 1,1 1-1,-1-1 0,0 1 1,1 1-1,-1-1 0,1 1 1,11 2-1,0-2 68,-4 0-45,3 0-3,1 0-1,28 5 1,-43-4-86,0-1 0,0 1 0,0 0 0,0 0 0,-1 0 0,1 1 0,-1 0 0,1-1 0,-1 1 0,1 0 0,-1 1 0,0-1 0,0 0 0,0 1 0,0 0 0,-1 0 1,1 0-1,2 4 0,-4-5 11,0-1 1,-1 0-1,1 1 1,-1-1-1,1 1 1,-1-1-1,0 0 1,1 1 0,-1-1-1,0 1 1,0-1-1,0 1 1,0-1-1,0 1 1,-1-1-1,1 1 1,0-1 0,-1 1-1,1-1 1,-2 3-1,0-1-5,0 0-1,0 0 0,0 0 1,-1 0-1,1-1 0,-1 1 1,1-1-1,-5 4 1,-4 2-19,-1-1 0,0 0 0,-18 7 0,-200 74 150,228-87 727,10-1-544,66-1 58,89-14 0,-67 5-44,-74 8-59,11-1-3024</inkml:trace>
</inkml:ink>
</file>

<file path=ppt/ink/ink1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43.046"/>
    </inkml:context>
    <inkml:brush xml:id="br0">
      <inkml:brushProperty name="width" value="0.05" units="cm"/>
      <inkml:brushProperty name="height" value="0.05" units="cm"/>
    </inkml:brush>
  </inkml:definitions>
  <inkml:trace contextRef="#ctx0" brushRef="#br0">2 1 2961,'0'0'11083,"4"7"-11432,9 15 268,-2 0 0,0 1 0,-2 0 0,0 1 1,-2 0-1,7 32 0,15 155 153,-25-173-39,-2 1 0,-5 56 0,1-77-4,0 1 0,-2-1-1,0 1 1,-1-1 0,-1-1 0,-1 1 0,-10 19 0,-23 33-1080,16-34-779</inkml:trace>
</inkml:ink>
</file>

<file path=ppt/ink/ink1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43.861"/>
    </inkml:context>
    <inkml:brush xml:id="br0">
      <inkml:brushProperty name="width" value="0.05" units="cm"/>
      <inkml:brushProperty name="height" value="0.05" units="cm"/>
    </inkml:brush>
  </inkml:definitions>
  <inkml:trace contextRef="#ctx0" brushRef="#br0">257 15 3633,'0'0'799,"1"-6"4829,-1 6-5682,0-1 0,0 1-1,0 0 1,0-1 0,0 1-1,0-1 1,0 1 0,0 0 0,-1-1-1,1 1 1,0 0 0,0 0 0,-1-1-1,1 1 1,0 0 0,0-1 0,-1 1-1,1 0 1,0 0 0,0 0 0,-1-1-1,1 1 1,0 0 0,-1 0-1,1 0 1,0 0 0,-1 0 0,1 0-1,-1-1 1,1 1 0,0 0 0,-1 0-1,0 0 1,-5 0-46,-1-1 0,1 1-1,-1 0 1,0 1 0,1-1-1,-1 1 1,1 1 0,-1-1 0,1 1-1,0 0 1,-1 1 0,1-1 0,0 1-1,-6 5 1,4-2 48,0 0 1,1 0-1,0 1 1,1-1-1,0 2 0,0-1 1,0 1-1,1 0 0,-5 9 1,-1 6 63,1 1 1,1 0-1,1 1 0,2 0 1,0 0-1,-4 44 0,5-19-10,-2 10 237,2 66 0,5-106 1,2 1 1,0-1 0,1 0-1,1 0 1,1-1 0,1 1-1,11 23 1,-12-30-89,1 0-1,0 0 1,1 0 0,1-1-1,0 0 1,1 0 0,14 14-1,-1-8-664</inkml:trace>
</inkml:ink>
</file>

<file path=ppt/ink/ink1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44.427"/>
    </inkml:context>
    <inkml:brush xml:id="br0">
      <inkml:brushProperty name="width" value="0.05" units="cm"/>
      <inkml:brushProperty name="height" value="0.05" units="cm"/>
    </inkml:brush>
  </inkml:definitions>
  <inkml:trace contextRef="#ctx0" brushRef="#br0">1 13 3041,'3'-7'8212,"-3"6"-8198,0 1 1,0 0 0,1-1 0,-1 1 0,0 0 0,0 0 0,0-1 0,1 1 0,-1 0-1,0 0 1,0-1 0,1 1 0,-1 0 0,0 0 0,0 0 0,1 0 0,-1-1-1,0 1 1,1 0 0,-1 0 0,0 0 0,0 0 0,1 0 0,-1 0 0,0 0-1,1 0 1,-1 0 0,0 0 0,1 0 0,-1 0 0,0 0 0,1 0 0,0 0 0,7 6-44,0-1 1,0 2-1,0-1 1,-1 1 0,1 0-1,-2 0 1,1 1-1,10 17 1,-9-14-1,1 1 0,0-1 0,1 0 0,17 14 0,-14-16-1111</inkml:trace>
</inkml:ink>
</file>

<file path=ppt/ink/ink1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44.722"/>
    </inkml:context>
    <inkml:brush xml:id="br0">
      <inkml:brushProperty name="width" value="0.05" units="cm"/>
      <inkml:brushProperty name="height" value="0.05" units="cm"/>
    </inkml:brush>
  </inkml:definitions>
  <inkml:trace contextRef="#ctx0" brushRef="#br0">228 1 6937,'0'0'2634,"-2"5"-3681,-50 98 1582,4 2-1,4 2 1,-36 139-1,79-236-588,0-3-456</inkml:trace>
</inkml:ink>
</file>

<file path=ppt/ink/ink1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45.509"/>
    </inkml:context>
    <inkml:brush xml:id="br0">
      <inkml:brushProperty name="width" value="0.05" units="cm"/>
      <inkml:brushProperty name="height" value="0.05" units="cm"/>
    </inkml:brush>
  </inkml:definitions>
  <inkml:trace contextRef="#ctx0" brushRef="#br0">2 67 3641,'-1'-9'13392,"1"8"-13223,7-4-82,0 0 1,0 0-1,0 1 0,0 0 0,1 0 0,0 1 0,0 0 0,0 0 0,0 1 0,0 0 0,9-1 1,19-3-137,47-2 1,-57 11-2920,-14 1 36</inkml:trace>
</inkml:ink>
</file>

<file path=ppt/ink/ink1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45.733"/>
    </inkml:context>
    <inkml:brush xml:id="br0">
      <inkml:brushProperty name="width" value="0.05" units="cm"/>
      <inkml:brushProperty name="height" value="0.05" units="cm"/>
    </inkml:brush>
  </inkml:definitions>
  <inkml:trace contextRef="#ctx0" brushRef="#br0">0 13 7282,'0'0'6369,"2"0"-5377,-1 0-136,2 0-112,47 3-311,-27-5-129,6 1-328,1-7-376,10 4-1529</inkml:trace>
</inkml:ink>
</file>

<file path=ppt/ink/ink1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46.489"/>
    </inkml:context>
    <inkml:brush xml:id="br0">
      <inkml:brushProperty name="width" value="0.05" units="cm"/>
      <inkml:brushProperty name="height" value="0.05" units="cm"/>
    </inkml:brush>
  </inkml:definitions>
  <inkml:trace contextRef="#ctx0" brushRef="#br0">0 22 3513,'0'0'10429,"6"-1"-9991,55-8 123,1 3 0,0 3 0,67 4 0,17 0 57,-107-3 40,12 0-3059</inkml:trace>
</inkml:ink>
</file>

<file path=ppt/ink/ink1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46.848"/>
    </inkml:context>
    <inkml:brush xml:id="br0">
      <inkml:brushProperty name="width" value="0.05" units="cm"/>
      <inkml:brushProperty name="height" value="0.05" units="cm"/>
    </inkml:brush>
  </inkml:definitions>
  <inkml:trace contextRef="#ctx0" brushRef="#br0">35 1 5201,'0'0'3145,"-1"5"-4530,-12 72 1791,-4 115-1,15-165-286,1 119 1612,1-144-2319</inkml:trace>
</inkml:ink>
</file>

<file path=ppt/ink/ink1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47.594"/>
    </inkml:context>
    <inkml:brush xml:id="br0">
      <inkml:brushProperty name="width" value="0.05" units="cm"/>
      <inkml:brushProperty name="height" value="0.05" units="cm"/>
    </inkml:brush>
  </inkml:definitions>
  <inkml:trace contextRef="#ctx0" brushRef="#br0">42 51 9858,'0'0'2070,"16"-7"823,-7 3-2844,6-3 285,0 0 0,0 1 0,1 1 0,-1 0 1,18-2-1,-30 6-350,0 0 0,0 1 0,0 0 1,0-1-1,0 1 0,0 0 0,0 1 0,0-1 1,0 0-1,0 1 0,-1 0 0,1 0 1,0 0-1,0 0 0,0 0 0,-1 0 1,1 1-1,-1-1 0,1 1 0,-1 0 0,0-1 1,1 1-1,-1 0 0,0 1 0,0-1 1,0 0-1,-1 1 0,1-1 0,-1 1 0,1-1 1,-1 1-1,0-1 0,0 1 0,0 0 1,0 0-1,0 0 0,-1 0 0,1 3 0,0 2-49,0 1-1,0-1 0,-1 0 1,0 0-1,-1 0 1,0 0-1,0 1 0,0-1 1,-1 0-1,-1-1 0,1 1 1,-1 0-1,-1-1 0,1 1 1,-1-1-1,0 0 0,-1 0 1,0-1-1,0 0 0,0 1 1,-1-1-1,-6 5 0,-6 3 50,0-1 0,-1 0-1,0-2 1,0 0 0,-1-1-1,-39 13 1,57-22 33,0-1 1,0 1-1,0-1 0,0 1 0,1 0 0,-1 0 1,0 0-1,0 0 0,1 0 0,-1 0 0,0 0 1,-1 2-1,4-2 16,-1-1 0,0 0-1,1 1 1,-1-1 0,0 1 0,1-1 0,-1 0 0,0 1-1,1-1 1,-1 0 0,1 0 0,-1 1 0,0-1 0,1 0 0,-1 0-1,1 0 1,-1 1 0,1-1 0,-1 0 0,1 0 0,-1 0-1,1 0 1,-1 0 0,1 0 0,-1 0 0,1 0 0,-1 0 0,1 0-1,57-1 991,33-7-557,95-3 1517,-186 11-1959</inkml:trace>
</inkml:ink>
</file>

<file path=ppt/ink/ink1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49.453"/>
    </inkml:context>
    <inkml:brush xml:id="br0">
      <inkml:brushProperty name="width" value="0.05" units="cm"/>
      <inkml:brushProperty name="height" value="0.05" units="cm"/>
    </inkml:brush>
  </inkml:definitions>
  <inkml:trace contextRef="#ctx0" brushRef="#br0">340 47 2977,'0'0'3807,"-1"-1"-3766,1-1 0,-1 1-1,1 0 1,-1-1 0,0 1 0,0 0 0,0 0-1,0 0 1,0 0 0,0 0 0,0 0-1,0 0 1,0 0 0,0 0 0,0 0 0,-1 0-1,1 1 1,-3-2 0,-33-18-324,28 15 82,5 4-12,-7 3 148,-5-1-77,-1 1-1,0 1 0,1 0 0,0 1 0,0 1 0,0 1 0,-26 12 1,36-14 38,0 0-1,0 0 1,1 0 0,-1 1 0,1-1 0,0 1 0,-6 8 0,10-11 160,4 5 4315,-2-7-4303,0 1 0,0-1 0,0 1-1,0-1 1,0 0 0,0 1 0,0-1-1,0 0 1,0 0 0,0 0 0,1 0 0,-1 0-1,0 0 1,1 0 0,2 0 1990,19 0-627,30 3-1392,-6 0-66,-37 2-53,30 12-32,-28-3-65,-3-5 156,-6-7 5,0 1 0,0 1 0,0-1 0,0 0 0,-1 1 0,1-1 0,-1 1 0,0 0 0,0 0 0,1 6 0,2-3-25,-3-5 15,-1 1 1,1-1-1,-1 0 1,0 1-1,0-1 1,0 1-1,0-1 1,-1 1-1,1 0 1,-1-1-1,1 1 1,-1 0-1,0-1 1,0 1 0,0 4-1,1 2-32,0-7 22,-1 1 1,0 0-1,1 0 0,-1 0 0,0-1 0,0 1 0,-1 0 0,1 0 1,-1-1-1,-1 6 0,0 1 14,-1-1 0,-1 0 0,1 0 0,-2 0 0,-8 13 0,10-17 46,0-1-1,0 0 1,0 0 0,-1 0-1,1 0 1,-1 0-1,1-1 1,-1 0 0,0 1-1,0-1 1,0-1-1,0 1 1,-8 1 0,4-1 51,1 0 0,-1-1 0,0 0 0,0 0 0,1-1 0,-1 0-1,0 0 1,0-1 0,1 0 0,-1 0 0,0-1 0,1 0 0,-1 0 0,1-1 0,0 0 0,0 0 0,0-1 0,0 0 0,1 0 0,-1-1 0,1 1 0,-6-7 0,2 2 9,5 6-210,0-1 1,1 0-1,-1 0 1,1 0-1,0 0 1,-5-9-1,4 2-947</inkml:trace>
</inkml:ink>
</file>

<file path=ppt/ink/ink1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49.775"/>
    </inkml:context>
    <inkml:brush xml:id="br0">
      <inkml:brushProperty name="width" value="0.05" units="cm"/>
      <inkml:brushProperty name="height" value="0.05" units="cm"/>
    </inkml:brush>
  </inkml:definitions>
  <inkml:trace contextRef="#ctx0" brushRef="#br0">33 0 8994,'0'0'1120,"-10"39"-5329,7-14 4265,0 3 96,2 3 184,-7 0 56,8 0 25,-3-1-25,-1-5-96,4 0-16,1-8 0,-1-4 88,5-4-600,1-2-1216</inkml:trace>
</inkml:ink>
</file>

<file path=ppt/ink/ink1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49.952"/>
    </inkml:context>
    <inkml:brush xml:id="br0">
      <inkml:brushProperty name="width" value="0.05" units="cm"/>
      <inkml:brushProperty name="height" value="0.05" units="cm"/>
    </inkml:brush>
  </inkml:definitions>
  <inkml:trace contextRef="#ctx0" brushRef="#br0">6 2 10610,'-6'-2'912</inkml:trace>
</inkml:ink>
</file>

<file path=ppt/ink/ink1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50.519"/>
    </inkml:context>
    <inkml:brush xml:id="br0">
      <inkml:brushProperty name="width" value="0.05" units="cm"/>
      <inkml:brushProperty name="height" value="0.05" units="cm"/>
    </inkml:brush>
  </inkml:definitions>
  <inkml:trace contextRef="#ctx0" brushRef="#br0">21 1 5513,'0'0'1534,"0"6"-3684,1 47 2387,-3 1 0,-16 92 0,16-132 6039,4-17-3293,9-35-2615,1-1-228,-6 21-344,1 1 0,0 0-1,2 0 1,0 0 0,18-25 0,-23 37 102,1 1 0,-1-1 0,1 0 0,0 1 0,0 0 0,0 0-1,0 1 1,1-1 0,5-2 0,-7 5 66,0-1-1,0 1 1,0 0-1,0 0 1,0 1-1,0-1 0,0 1 1,0 0-1,0 0 1,0 0-1,0 0 0,0 1 1,0 0-1,0 0 1,6 2-1,-4-1 1,-1 1-1,1 0 1,-1 0 0,0 0-1,0 1 1,0 0 0,0 0-1,-1 0 1,1 0 0,-1 1-1,0-1 1,0 1-1,-1 0 1,0 1 0,0-1-1,3 7 1,-2-4 44,-1-1-1,-1 1 1,1 0-1,-1 0 1,0 0 0,-1 0-1,0 1 1,-1-1-1,1 0 1,-1 1 0,-2 11-1,0-11-1254</inkml:trace>
</inkml:ink>
</file>

<file path=ppt/ink/ink1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51.178"/>
    </inkml:context>
    <inkml:brush xml:id="br0">
      <inkml:brushProperty name="width" value="0.05" units="cm"/>
      <inkml:brushProperty name="height" value="0.05" units="cm"/>
    </inkml:brush>
  </inkml:definitions>
  <inkml:trace contextRef="#ctx0" brushRef="#br0">1 35 7178,'0'-5'3181,"10"-2"-713,2 3-2161,0 0 0,0 0 1,0 1-1,1 0 0,0 1 1,-1 1-1,1 0 0,0 1 1,-1 0-1,23 3 0,-27-1-382,0 0 1,-1 0-1,1 1 0,0 0 0,-1 1 0,0-1 0,13 10 0,-18-12 24,-1 0 0,0 0 1,0 0-1,0 0 1,0 0-1,0 0 1,0 0-1,0 1 1,0-1-1,0 0 0,-1 0 1,1 1-1,-1-1 1,1 1-1,-1-1 1,1 1-1,-1-1 1,0 0-1,1 3 0,-2-2-6,1 0-1,-1 0 1,0 0-1,1 0 0,-1 0 1,0 0-1,0-1 1,0 1-1,0 0 0,-1-1 1,1 1-1,0 0 0,-1-1 1,1 0-1,-1 1 1,0-1-1,1 0 0,-1 0 1,-2 1-1,-7 6-94,0-1 1,-1 0-1,0-1 0,-1-1 0,1 0 1,-1 0-1,0-1 0,0-1 0,-26 3 1,37-6 263,9-6-681,-1 4 604,-1-1 0,1 1-1,0 0 1,-1 0-1,1 0 1,0 1 0,0 0-1,0 0 1,0 0 0,1 1-1,-1 0 1,0 1-1,0-1 1,0 1 0,0 0-1,0 0 1,0 1-1,0 0 1,8 3 0,-7-1-39,0-1 0,0 1 0,-1 0 0,1 1 1,-1 0-1,0 0 0,-1 0 0,1 0 0,-1 1 1,0 0-1,0 0 0,-1 1 0,5 9 0,-7-13-5,-1 1 0,1-1 0,-1 1-1,0-1 1,0 1 0,-1-1 0,1 1-1,-1 0 1,0-1 0,0 1 0,0 0-1,0 0 1,-1-1 0,0 1 0,1 0-1,-1-1 1,0 1 0,-1-1 0,1 1-1,-1-1 1,1 0 0,-1 0 0,0 0-1,0 1 1,-1-2 0,1 1 0,-1 0-1,1 0 1,-6 3 0,0 1 41,-1-1 0,1-1-1,-1 0 1,0 0 0,0-1 0,-1 0 0,0 0 0,1-1 0,-1 0-1,-12 1 1,14-2-14,0-1-1,-1 0 1,1-1-1,-1 1 1,1-2 0,-1 1-1,1-1 1,-1-1-1,1 1 1,0-2 0,-1 1-1,-11-6 1,9 0-1159,3-1-1367</inkml:trace>
</inkml:ink>
</file>

<file path=ppt/ink/ink1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51.462"/>
    </inkml:context>
    <inkml:brush xml:id="br0">
      <inkml:brushProperty name="width" value="0.05" units="cm"/>
      <inkml:brushProperty name="height" value="0.05" units="cm"/>
    </inkml:brush>
  </inkml:definitions>
  <inkml:trace contextRef="#ctx0" brushRef="#br0">0 47 9226,'0'-2'2489,"0"1"-1377,0-1-200,2 1-448,-1-1-80,1 1-40,-1-1-24,48-25-32,-28 23-16,0 3-104,2-1-64,2 1-224,1 1-352,3 0-1072,-2 1-921</inkml:trace>
</inkml:ink>
</file>

<file path=ppt/ink/ink1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51.919"/>
    </inkml:context>
    <inkml:brush xml:id="br0">
      <inkml:brushProperty name="width" value="0.05" units="cm"/>
      <inkml:brushProperty name="height" value="0.05" units="cm"/>
    </inkml:brush>
  </inkml:definitions>
  <inkml:trace contextRef="#ctx0" brushRef="#br0">0 0 1992,'8'5'1234,"-1"-2"0,1 1-1,0-1 1,9 2 0,38 7 1404,-36-8-2528,0 0-1,33 13 1,-47-15-53,0 1 0,0-1-1,0 1 1,-1 0 0,1 0-1,-1 1 1,0-1 0,0 1-1,0 0 1,0 0 0,-1 0-1,1 0 1,-1 1 0,4 6 0,-6-7-56,1-1 0,-1 0 0,1 1 0,-1-1 1,0 0-1,0 1 0,-1-1 0,1 1 0,-1 0 1,1-1-1,-1 1 0,0-1 0,-1 1 0,1 0 1,-1-1-1,1 1 0,-1-1 0,0 1 0,0-1 1,-1 1-1,1-1 0,-1 0 0,0 0 0,1 0 1,-1 0-1,-1 0 0,1 0 0,0 0 0,-1-1 1,1 1-1,-1-1 0,0 0 0,-5 4 0,0-1 37,0 0-1,0-1 1,0 0-1,-1-1 0,1 1 1,-1-2-1,0 1 0,0-1 1,0 0-1,0-1 1,0 0-1,-11-1 0,6-2-554,2-4-477</inkml:trace>
</inkml:ink>
</file>

<file path=ppt/ink/ink1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52.263"/>
    </inkml:context>
    <inkml:brush xml:id="br0">
      <inkml:brushProperty name="width" value="0.05" units="cm"/>
      <inkml:brushProperty name="height" value="0.05" units="cm"/>
    </inkml:brush>
  </inkml:definitions>
  <inkml:trace contextRef="#ctx0" brushRef="#br0">64 0 2737,'-4'1'12,"1"0"1,-1 0-1,1 1 1,0-1 0,-1 1-1,1 0 1,0 0-1,0 0 1,0 0-1,1 0 1,-1 1 0,0-1-1,1 1 1,0 0-1,-1 0 1,1 0 0,0 0-1,1 0 1,-1 0-1,0 0 1,1 1 0,0-1-1,0 1 1,0-1-1,0 1 1,0-1 0,1 1-1,-1-1 1,1 1-1,0 0 1,0-1-1,1 1 1,0 4 0,0-7 247,0 1 1,0-1 0,0 0 0,0 1 0,0-1-1,0 0 1,1 1 0,-1-1 0,0 0-1,1 0 1,-1 0 0,1 0 0,-1 0 0,1-1-1,-1 1 1,1 0 0,0-1 0,-1 1-1,1-1 1,0 0 0,0 1 0,-1-1 0,1 0-1,0 0 1,0 0 0,-1 0 0,4-1-1,2 1 363,1-1-1,-1 0 0,0 0 1,1-1-1,8-3 0,-10 2-122,-1 0 0,0 0 0,1 0 0,-1 0-1,0-1 1,0 0 0,4-5 0,-7 8-446,-1-1 1,1 0-1,-1 1 1,1-1 0,-1 0-1,1 0 1,-1 0-1,0 0 1,0 0-1,0-1 1,0 1-1,0 0 1,-1 0-1,1-1 1,-1 1 0,1 0-1,-1-1 1,0 1-1,0 0 1,0-1-1,0-2 1,-4-3-1426</inkml:trace>
</inkml:ink>
</file>

<file path=ppt/ink/ink1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54.778"/>
    </inkml:context>
    <inkml:brush xml:id="br0">
      <inkml:brushProperty name="width" value="0.05" units="cm"/>
      <inkml:brushProperty name="height" value="0.05" units="cm"/>
    </inkml:brush>
  </inkml:definitions>
  <inkml:trace contextRef="#ctx0" brushRef="#br0">2 65 3081,'-1'-1'6241,"8"-2"-2633,26-4-1795,42-4-2356,292-28 3141,-362 38-2904,13-1 1189,-4 1-5107</inkml:trace>
</inkml:ink>
</file>

<file path=ppt/ink/ink1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55.154"/>
    </inkml:context>
    <inkml:brush xml:id="br0">
      <inkml:brushProperty name="width" value="0.05" units="cm"/>
      <inkml:brushProperty name="height" value="0.05" units="cm"/>
    </inkml:brush>
  </inkml:definitions>
  <inkml:trace contextRef="#ctx0" brushRef="#br0">39 0 3249,'0'0'2304,"-5"7"-2716,-1 7 605,0 0 0,1 1 0,1-1 0,0 1 0,1-1 0,1 1-1,0 0 1,1 18 0,1 10 1244,9 76-1,-7-105-953,-2-13-1130</inkml:trace>
</inkml:ink>
</file>

<file path=ppt/ink/ink1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55.800"/>
    </inkml:context>
    <inkml:brush xml:id="br0">
      <inkml:brushProperty name="width" value="0.05" units="cm"/>
      <inkml:brushProperty name="height" value="0.05" units="cm"/>
    </inkml:brush>
  </inkml:definitions>
  <inkml:trace contextRef="#ctx0" brushRef="#br0">0 58 8066,'0'-1'5507,"17"-11"-4276,21-10-710,-35 20-387,1 0 0,-1 0 0,1 0 1,-1 0-1,1 0 0,0 1 1,0 0-1,0 0 0,0 0 1,4 0-1,3-1-18,-2-1 84,-2 3-196,3 3-61,24 6-24,-31-9 15,-3 0 50,1 0-1,-1 0 1,1 0-1,-1 0 1,1 0-1,-1 0 1,1 0-1,-1 0 1,1 1-1,-1-1 1,1 0-1,-1 0 1,1 0-1,-1 0 1,1 1-1,-1-1 1,0 0-1,1 0 1,-1 1-1,0-1 1,1 0-1,-1 1 1,0-1-1,1 1 1,-1-1-1,0 0 1,1 1-1,-1-1 1,0 1-1,0-1 1,0 1-1,1-1 1,-1 1-1,0-1 1,0 0-1,0 1 1,0-1-1,0 2 1,1 5-90,7 28-76,-9-21 4,-9 6 99,0-2 1,-2 1 0,0-2 0,-16 18 0,-64 64 250,91-98-15,-1-1 372,9 0-308,15-4-81,-1-1 0,-1 0 0,35-15-1,10-2 47,-7 2-1903,-38 13-181</inkml:trace>
</inkml:ink>
</file>

<file path=ppt/ink/ink1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56.129"/>
    </inkml:context>
    <inkml:brush xml:id="br0">
      <inkml:brushProperty name="width" value="0.05" units="cm"/>
      <inkml:brushProperty name="height" value="0.05" units="cm"/>
    </inkml:brush>
  </inkml:definitions>
  <inkml:trace contextRef="#ctx0" brushRef="#br0">0 0 7346,'0'0'1271,"6"2"-270,1 2-982,0 1-1,0 0 1,0 1 0,-1 0-1,1 0 1,-1 0 0,-1 0-1,1 1 1,-1 0 0,0 0-1,-1 1 1,0-1-1,5 12 1,2 6 105,-2 0-1,0 0 0,6 33 1,-10-30 1,-2 0-1,-1 0 1,-1 1-1,-1-1 1,-2 0 0,-1 0-1,-1 0 1,-1 0 0,-1 0-1,-2-1 1,-1 0 0,-15 32-1,18-47-218,0-1-1,-1 0 0,-8 11 0,-31 25-1645</inkml:trace>
</inkml:ink>
</file>

<file path=ppt/ink/ink1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56.571"/>
    </inkml:context>
    <inkml:brush xml:id="br0">
      <inkml:brushProperty name="width" value="0.05" units="cm"/>
      <inkml:brushProperty name="height" value="0.05" units="cm"/>
    </inkml:brush>
  </inkml:definitions>
  <inkml:trace contextRef="#ctx0" brushRef="#br0">120 1 4617,'0'0'2951,"-1"5"-4000,-90 348 977,82-314 362,2-1 1,-4 74-1,11-90-158,1 0-1,0 0 1,2 1 0,0-1-1,1-1 1,11 32-1,-12-46-131,0 1 0,1 0 0,0-1 0,0 0-1,0 0 1,1 0 0,0-1 0,11 11 0,18 14-1060</inkml:trace>
</inkml:ink>
</file>

<file path=ppt/ink/ink1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57.046"/>
    </inkml:context>
    <inkml:brush xml:id="br0">
      <inkml:brushProperty name="width" value="0.05" units="cm"/>
      <inkml:brushProperty name="height" value="0.05" units="cm"/>
    </inkml:brush>
  </inkml:definitions>
  <inkml:trace contextRef="#ctx0" brushRef="#br0">1 2 4841,'0'0'5299,"12"-1"-1241,-4 1-4026,0 1-1,-1-1 1,1 2 0,0-1 0,-1 1 0,1 0-1,-1 1 1,1-1 0,-1 2 0,0-1 0,0 1-1,-1 0 1,8 5 0,38 30 465,-2 1-1,49 53 0,-68-63-206,22 15-1278</inkml:trace>
</inkml:ink>
</file>

<file path=ppt/ink/ink1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57.284"/>
    </inkml:context>
    <inkml:brush xml:id="br0">
      <inkml:brushProperty name="width" value="0.05" units="cm"/>
      <inkml:brushProperty name="height" value="0.05" units="cm"/>
    </inkml:brush>
  </inkml:definitions>
  <inkml:trace contextRef="#ctx0" brushRef="#br0">320 0 7354,'0'0'1384,"-1"0"-832,-30 22-496,12-4-72,-4 13 72,-6 6 0,-5 9 40,1 1 16,-1 2 24,5 0 8,0-4 48,-2-5 256,5-5-1392</inkml:trace>
</inkml:ink>
</file>

<file path=ppt/ink/ink1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57.877"/>
    </inkml:context>
    <inkml:brush xml:id="br0">
      <inkml:brushProperty name="width" value="0.05" units="cm"/>
      <inkml:brushProperty name="height" value="0.05" units="cm"/>
    </inkml:brush>
  </inkml:definitions>
  <inkml:trace contextRef="#ctx0" brushRef="#br0">30 42 2897,'-10'-3'5188,"-6"-2"1654,16 5-6803,0 0 0,-1 0 1,1 0-1,0-1 0,0 1 1,0 0-1,0 0 0,-1 0 1,1 0-1,0-1 0,0 1 1,0 0-1,0 0 1,0 0-1,-1 0 0,1-1 1,0 1-1,0 0 0,0 0 1,0 0-1,0-1 0,0 1 1,0 0-1,0 0 0,0-1 1,0 1-1,0 0 0,0 0 1,0 0-1,0-1 1,0 1-1,0 0 0,0 0 1,0-1-1,0 1 0,0 0 1,1 0-1,-1 0 0,0-1 1,0 1-1,0 0 0,0 0 1,0 0-1,0 0 0,1-1 1,-1 1-1,0 0 1,0 0-1,0 0 0,1 0 1,-1 0-1,0 0 0,1-1 1,4-1 56,1 0 1,-1 0 0,1 1 0,0-1 0,0 1-1,0 0 1,0 1 0,10 0 0,6-2 60,3-1-117,-3 0-1645,43-1 0,-48 5-1486</inkml:trace>
</inkml:ink>
</file>

<file path=ppt/ink/ink1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58.111"/>
    </inkml:context>
    <inkml:brush xml:id="br0">
      <inkml:brushProperty name="width" value="0.05" units="cm"/>
      <inkml:brushProperty name="height" value="0.05" units="cm"/>
    </inkml:brush>
  </inkml:definitions>
  <inkml:trace contextRef="#ctx0" brushRef="#br0">1 39 7626,'0'0'5017,"1"0"-4001,1 0 56,39 2-112,-16-5-143,11 0-369,2-2-152,10-1-464,0-1-336,1 0-1369,0-2-1416</inkml:trace>
</inkml:ink>
</file>

<file path=ppt/ink/ink1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58.439"/>
    </inkml:context>
    <inkml:brush xml:id="br0">
      <inkml:brushProperty name="width" value="0.05" units="cm"/>
      <inkml:brushProperty name="height" value="0.05" units="cm"/>
    </inkml:brush>
  </inkml:definitions>
  <inkml:trace contextRef="#ctx0" brushRef="#br0">1 75 7650,'0'-2'6757,"12"-7"-5801,3 1-710,0 0 0,1 2 0,0-1 0,0 2 1,25-5-1,93-5 642,-46 11-5373,-69 3 916</inkml:trace>
</inkml:ink>
</file>

<file path=ppt/ink/ink1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58.714"/>
    </inkml:context>
    <inkml:brush xml:id="br0">
      <inkml:brushProperty name="width" value="0.05" units="cm"/>
      <inkml:brushProperty name="height" value="0.05" units="cm"/>
    </inkml:brush>
  </inkml:definitions>
  <inkml:trace contextRef="#ctx0" brushRef="#br0">60 0 3873,'0'0'1906,"-4"5"-1185,0 3-777,0-1 0,0 2 0,1-1 1,0 0-1,0 1 0,-2 13 0,-7 62 147,7-45 72,4-28-101,-4 17 434,2 0 0,1 0 0,1 0 0,4 43 0,-1-63-2263</inkml:trace>
</inkml:ink>
</file>

<file path=ppt/ink/ink1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6:59.384"/>
    </inkml:context>
    <inkml:brush xml:id="br0">
      <inkml:brushProperty name="width" value="0.05" units="cm"/>
      <inkml:brushProperty name="height" value="0.05" units="cm"/>
    </inkml:brush>
  </inkml:definitions>
  <inkml:trace contextRef="#ctx0" brushRef="#br0">119 35 7098,'0'1'5063,"6"-3"-4319,17-6-196,1 1 0,0 1 0,1 1 0,-1 2 0,1 0 0,0 2 0,35 1 0,-58 0-572,0 0 0,0 0 0,0 1 0,0-1-1,0 0 1,0 1 0,0-1 0,1 1 0,-1 0 0,-1 0 0,1 0 0,0 0-1,0 0 1,0 0 0,0 0 0,-1 0 0,1 1 0,-1-1 0,1 1 0,-1-1-1,1 1 1,-1 0 0,0-1 0,0 1 0,0 0 0,0 0 0,0 0 0,0 0-1,0 0 1,-1 0 0,1 0 0,-1 0 0,1 0 0,-1 0 0,0 0 0,0 4-1,-1-1-39,0 1 0,0-1 0,0 0 0,-1 0 1,0 1-1,0-1 0,0 0 0,-1-1 0,0 1 0,0 0 0,0-1 0,0 1 0,-6 4 0,-3 3 26,-1-1 1,0-1 0,0 0 0,-1-1 0,0-1 0,-19 9-1,-99 34 55,70-28 19,2 0 93,57-22 380,9-1-190,36 1-36,0-3-1,0-1 1,54-11-1,-40 5-152,62-10 1159,-117 19-1308</inkml:trace>
</inkml:ink>
</file>

<file path=ppt/ink/ink1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00.097"/>
    </inkml:context>
    <inkml:brush xml:id="br0">
      <inkml:brushProperty name="width" value="0.05" units="cm"/>
      <inkml:brushProperty name="height" value="0.05" units="cm"/>
    </inkml:brush>
  </inkml:definitions>
  <inkml:trace contextRef="#ctx0" brushRef="#br0">357 116 3489,'-1'-4'7783,"3"-15"-5856,1 9-1833,1-21 115,-3 30-402,-2 0 110,1 0 0,0 1 0,-1-1 0,1 0 0,-1 0 0,1 0 0,-1 1 0,1-1 0,-1 0 0,0 1 0,1-1-1,-1 0 1,0 1 0,1-1 0,-1 1 0,0-1 0,0 1 0,0 0 0,0-1 0,-1 0 0,-4-3-39,0 0 0,0 0 0,-1 0 0,1 1 0,-1 0 0,0 0 0,0 0 0,0 1 0,0 0 0,0 1 0,0-1 0,0 1 0,-11 1 0,0-1 114,-1 2 0,1 0 0,-36 7 0,48-6 15,0 0 1,0 0 0,1 0-1,-1 0 1,1 1-1,0 0 1,0 0 0,0 1-1,0-1 1,0 1-1,1 0 1,-1 1 0,1-1-1,0 1 1,1-1 0,-5 8-1,0 2 11,1-1 0,1 1 0,0 1 0,1-1 0,1 1 0,0 0 0,1 0 0,0 0 0,1 0 0,1 1 0,1-1 0,0 1 0,1-1 0,0 0 0,7 29 0,-6-38 183,1 0-1,-1-1 1,1 1 0,1-1-1,-1 0 1,1 1 0,-1-1-1,1-1 1,1 1 0,-1-1-1,1 0 1,0 0-1,0 0 1,0 0 0,0-1-1,1 0 1,-1 0 0,1 0-1,0-1 1,0 0-1,0 0 1,9 1 0,2 1 380,-1-2-1,0 0 1,31 0 0,12-6-2019,-25 0-421</inkml:trace>
</inkml:ink>
</file>

<file path=ppt/ink/ink1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00.551"/>
    </inkml:context>
    <inkml:brush xml:id="br0">
      <inkml:brushProperty name="width" value="0.05" units="cm"/>
      <inkml:brushProperty name="height" value="0.05" units="cm"/>
    </inkml:brush>
  </inkml:definitions>
  <inkml:trace contextRef="#ctx0" brushRef="#br0">19 100 7522,'0'0'1868,"-1"7"-3492,-13 85-187,10 56 4543,4-145-2570,0 0-1,0 0 0,1 0 1,-1 0-1,0 0 1,1 0-1,0 0 1,0 0-1,0 0 1,0 0-1,0 0 0,1-1 1,-1 1-1,1 0 1,0-1-1,0 1 1,0-1-1,0 0 0,0 0 1,0 0-1,1 0 1,-1 0-1,1 0 1,-1 0-1,1-1 0,0 1 1,-1-1-1,1 0 1,0 0-1,0 0 1,0 0-1,0-1 0,0 1 1,0-1-1,0 1 1,0-1-1,0 0 1,6-1-1,8-1 292,0 0-1,0-1 1,-1-1-1,1 0 1,26-12-1,-33 12-365,0 0 0,-1-1-1,1-1 1,-1 1 0,-1-1 0,1-1-1,-1 0 1,0 0 0,-1 0-1,1-1 1,-2 0 0,1-1-1,8-14 1,-8 11-122,-2 1 0,0-1 0,0-1-1,-1 1 1,-1 0 0,0-1 0,-1 0 0,0 0 0,-1 0-1,0-24 1,-2 32-71,1 1-1,0-1 0,-1 0 1,0 1-1,0-1 0,-1 0 1,1 1-1,-1 0 0,0-1 1,0 1-1,0 0 0,-1 0 1,0 0-1,1 0 1,-1 1-1,-6-7 0,3 6-69,0-1 0,0 1 0,0 0-1,0 1 1,-1 0 0,1 0 0,-1 0-1,0 1 1,0 0 0,-8-2 0,0 2-55,-1 0 0,0 1 1,0 0-1,0 1 0,0 1 1,0 1-1,0 0 0,1 1 0,-21 6 1,9 4-1216,7 2-1109</inkml:trace>
</inkml:ink>
</file>

<file path=ppt/ink/ink1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01.063"/>
    </inkml:context>
    <inkml:brush xml:id="br0">
      <inkml:brushProperty name="width" value="0.05" units="cm"/>
      <inkml:brushProperty name="height" value="0.05" units="cm"/>
    </inkml:brush>
  </inkml:definitions>
  <inkml:trace contextRef="#ctx0" brushRef="#br0">113 1 8730,'0'0'2062,"-11"6"-4519,6-1 2462,0 0-1,0 1 0,0-1 1,0 1-1,1 0 1,0 0-1,0 1 0,1-1 1,0 1-1,0 0 1,0 0-1,1 0 1,0 0-1,0 0 0,-1 13 1,3-19 244,9 6 2046,-3-3-2006,0 0 0,1-1-1,-1 1 1,1-1 0,0-1-1,0 1 1,0-1 0,13 2-1,1-1-238,0 0 0,-1 2 0,1 0-1,24 11 1,-37-13-109,0 1 0,0 0 0,0 0 0,0 1 0,0 0 0,-1 0 1,0 1-1,0 0 0,-1 0 0,1 0 0,-1 1 0,7 11 0,-12-16 33,0-1 0,0 1 0,0 0 1,0 0-1,0 0 0,0 0 0,-1-1 0,1 1 0,-1 0 1,1 0-1,-1 1 0,0-1 0,0 0 0,0 0 1,0 0-1,0 0 0,0 0 0,-1 0 0,1 0 0,-1 0 1,-1 3-1,0-2 1,0 0 1,0 0-1,0-1 0,0 1 1,0-1-1,-1 1 1,1-1-1,-1 0 1,0 0-1,0 0 0,1-1 1,-5 3-1,-8 2 20,-1 0-1,0 0 1,0-2-1,-20 4 1,6-2-184,-1-1 0,1-1 0,-1-1-1,-59-4 1,76-1-2123</inkml:trace>
</inkml:ink>
</file>

<file path=ppt/ink/ink1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01.730"/>
    </inkml:context>
    <inkml:brush xml:id="br0">
      <inkml:brushProperty name="width" value="0.05" units="cm"/>
      <inkml:brushProperty name="height" value="0.05" units="cm"/>
    </inkml:brush>
  </inkml:definitions>
  <inkml:trace contextRef="#ctx0" brushRef="#br0">69 48 9562,'0'-2'5916,"13"-7"-5111,5 2-537,0 0-1,1 1 0,-1 2 0,1 0 0,0 0 0,0 2 0,21 0 0,-35 2-312,1 0 0,-1 0 0,0 1 1,1 0-1,-1 0 0,0 0 0,0 1 0,0 0 0,0 0 1,0 0-1,8 5 0,-11-5 6,0-1-1,-1 0 1,1 1-1,-1-1 1,1 1-1,-1 0 1,0-1 0,0 1-1,0 0 1,0 0-1,0 0 1,0 0-1,0 0 1,-1 0 0,1 0-1,-1 0 1,1 0-1,-1 0 1,0 0-1,0 1 1,0-1 0,0 0-1,0 0 1,0 0-1,0 0 1,-1 0-1,1 0 1,-1 0 0,0 0-1,0 0 1,1 0-1,-3 2 1,-1 4-41,0-1 1,-1 0-1,0-1 1,-1 1-1,1-1 0,-1 0 1,0-1-1,-1 1 1,1-1-1,-1 0 0,0-1 1,-1 0-1,-8 4 1,-13 6-440,-1-2 0,-31 8 0,50-19 127,15-7 199,20-8 75,-9 8 193,1 1 1,0 1-1,1 0 1,-1 1-1,1 1 1,0 1 0,18 0-1,-29 1-69,0 1-1,0 0 0,0 0 1,0 0-1,0 1 1,0-1-1,-1 1 1,1 1-1,0-1 1,-1 1-1,0 0 0,1 0 1,-1 1-1,-1 0 1,1-1-1,0 2 1,-1-1-1,0 0 1,0 1-1,0 0 0,-1 0 1,6 9-1,-5-5-56,0 0 1,0 0-1,-1 1 0,0-1 0,0 1 0,-1 0 0,2 20 0,-4-26 21,0 0 0,0 0 0,0 1-1,-1-1 1,1 0 0,-1 0 0,0 0-1,0 0 1,0 0 0,-1 0 0,0 0-1,1 0 1,-1 0 0,-1-1 0,1 1 0,0-1-1,-1 1 1,0-1 0,0 0 0,0 0-1,-6 5 1,-3-1-35,0 0 0,-1-1-1,0-1 1,0 0 0,0 0 0,-1-1 0,1-1-1,-16 2 1,-113 5-406,131-10 433,-5 1-105,4 0-231,0-1 1,0 0-1,1-1 0,-23-4 1,19 1-1862</inkml:trace>
</inkml:ink>
</file>

<file path=ppt/ink/ink1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02.069"/>
    </inkml:context>
    <inkml:brush xml:id="br0">
      <inkml:brushProperty name="width" value="0.05" units="cm"/>
      <inkml:brushProperty name="height" value="0.05" units="cm"/>
    </inkml:brush>
  </inkml:definitions>
  <inkml:trace contextRef="#ctx0" brushRef="#br0">1 57 6465,'3'-2'7282,"-2"1"-6306,44-19-128,-22 14-160,3 4-71,5-3-9,0 1-88,1-1-176,5 1-80,-1 1-152,-1 1-40,-5 1-320,-6-1-360,-6 2-1209,-5 0-1063</inkml:trace>
</inkml:ink>
</file>

<file path=ppt/ink/ink1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02.536"/>
    </inkml:context>
    <inkml:brush xml:id="br0">
      <inkml:brushProperty name="width" value="0.05" units="cm"/>
      <inkml:brushProperty name="height" value="0.05" units="cm"/>
    </inkml:brush>
  </inkml:definitions>
  <inkml:trace contextRef="#ctx0" brushRef="#br0">1 1 208,'0'10'198,"-1"-6"211,1 0 0,0 0 0,0-1 0,0 1 0,1 0 0,0 0 0,-1-1 0,3 6 1,7-6 4796,18 0-4547,0 0-1,0-2 1,0-1 0,35-5-1,-23 2-283,63 3-1,-97 1-371,-1 0 0,1 0 0,-1 1 0,0-1 0,0 1 0,1 1 0,-1-1-1,-1 1 1,1-1 0,0 2 0,-1-1 0,1 0 0,-1 1 0,0 0 0,0 0 0,-1 0 0,1 0 0,-1 1 0,0-1-1,0 1 1,0 0 0,-1 0 0,1 0 0,2 9 0,-3-7-68,0 0 0,0 0 0,0 1 1,-1-1-1,0 1 0,0-1 0,-1 1 0,0-1 0,0 1 0,-1-1 0,0 1 1,-1-1-1,1 1 0,-1-1 0,0 0 0,-1 0 0,-6 13 0,6-16 50,-1 0 0,0 0 0,0 0 0,0 0-1,0 0 1,0-1 0,-1 0 0,1 0 0,-1 0 0,0 0-1,0-1 1,0 1 0,0-1 0,0-1 0,-1 1-1,-8 1 1,-9 0 59,-1 0 0,-35-1 0,45-2-92,-2 1-436,1-1 0,-24-4 1,18-3-1771</inkml:trace>
</inkml:ink>
</file>

<file path=ppt/ink/ink1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02.895"/>
    </inkml:context>
    <inkml:brush xml:id="br0">
      <inkml:brushProperty name="width" value="0.05" units="cm"/>
      <inkml:brushProperty name="height" value="0.05" units="cm"/>
    </inkml:brush>
  </inkml:definitions>
  <inkml:trace contextRef="#ctx0" brushRef="#br0">94 0 3561,'-8'0'-45,"1"1"1,-1-1-1,1 1 1,0 1-1,-15 4 1,20-6 47,0 1 0,1 0 0,-1-1 0,0 1 0,0 0 0,0 0 0,1 0 0,-1 0 0,1 1 0,-1-1 0,1 0 0,-1 1 0,1-1 0,0 1 0,-1-1 0,1 1 0,0 0 0,0-1 0,0 1 0,0 0 0,1 0 0,-1 0 0,0 0 0,1 0 0,-1-1 0,1 1 0,0 2 0,0-3 203,0 0-1,1 0 1,-1 0 0,0 0 0,1 0-1,-1 0 1,1 0 0,-1 0-1,1 0 1,0-1 0,-1 1-1,1 0 1,0 0 0,0-1 0,-1 1-1,1-1 1,0 1 0,0 0-1,0-1 1,0 1 0,0-1-1,0 0 1,0 1 0,0-1 0,-1 0-1,1 0 1,0 0 0,1 1-1,0-1 1,34 2 3420,-34-2-3406,8 0 559,0-1-1,0 0 1,-1-1 0,1 0-1,14-5 1,-20 5-619,1 1-1,-1-1 1,1 0 0,-1 0 0,0-1-1,0 1 1,0-1 0,0 0-1,0 0 1,-1-1 0,1 1 0,-1-1-1,3-3 1</inkml:trace>
</inkml:ink>
</file>

<file path=ppt/ink/ink1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04.430"/>
    </inkml:context>
    <inkml:brush xml:id="br0">
      <inkml:brushProperty name="width" value="0.05" units="cm"/>
      <inkml:brushProperty name="height" value="0.05" units="cm"/>
    </inkml:brush>
  </inkml:definitions>
  <inkml:trace contextRef="#ctx0" brushRef="#br0">1 34 3017,'0'0'3674,"1"-17"4143,1 0-8529,-1 17 623,3 4-158,5 6 246,5 7 17,-1 0-1,-1 1 1,0 0 0,-1 1 0,11 27 0,-12-18 26,-1-1 1,-1 1 0,-1 0 0,-2 1 0,0 0 0,-2 0-1,-2 0 1,-3 51 0,-1-59 29,-2 0 1,-14 37-1,19-58-72,-9 21 139,0-1 0,-1 0-1,-19 27 1,28-46-84,1 5 3079</inkml:trace>
</inkml:ink>
</file>

<file path=ppt/ink/ink1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05.268"/>
    </inkml:context>
    <inkml:brush xml:id="br0">
      <inkml:brushProperty name="width" value="0.05" units="cm"/>
      <inkml:brushProperty name="height" value="0.05" units="cm"/>
    </inkml:brush>
  </inkml:definitions>
  <inkml:trace contextRef="#ctx0" brushRef="#br0">1 69 4881,'-1'-2'7269,"1"1"-7209,1 0 0,-1 0 0,0 1 0,0-1 0,0 0 1,1 1-1,-1-1 0,0 1 0,0-1 0,1 0 0,-1 1 0,1-1 0,-1 1 0,1-1 0,-1 1 1,0-1-1,1 1 0,0-1 0,-1 1 0,1 0 0,0-1 0,10-6-59,1 0 0,0 2-1,0-1 1,0 1 0,1 1 0,0 0-1,0 1 1,25-3 0,-35 5 17,14-1 85,1 0 0,-1 1 0,0 1 0,23 2 0,-37-2-122,0 0 0,0 1 0,0-1 0,0 1 0,0 0 0,0-1 0,0 1 1,-1 1-1,1-1 0,0 0 0,-1 1 0,1-1 0,0 1 0,-1 0 0,0 0 0,1 0 0,-1 0 0,0 0 0,0 1 0,0-1 0,0 0 0,-1 1 0,1 0 0,-1-1 0,0 1 0,1 0 1,-1 0-1,0 0 0,-1 0 0,1 0 0,0 0 0,0 4 0,-2-4-4,1 1 1,-1-1-1,1 0 0,-1 0 0,0 1 1,0-1-1,0 0 0,-1 0 1,1 0-1,-1 0 0,1 0 1,-1 0-1,0-1 0,0 1 1,0-1-1,-1 1 0,1-1 1,-1 0-1,1 1 0,-1-1 1,-6 3-1,1 0 3,-1 0-1,1-1 1,-1 0-1,-1 0 1,1-1-1,0 0 1,-13 1-1,20-3 54,4-4-553,-2 3 519,1-1 1,-1 0-1,0 0 1,1 0-1,-1 1 1,1-1-1,-1 0 1,1 1-1,-1-1 1,1 0-1,0 1 1,-1-1-1,1 1 1,0-1-1,-1 1 1,1-1-1,0 1 1,0 0-1,-1-1 1,1 1-1,0 0 1,1-1-1,36-20 244,-32 18-81,2 1 84,1 6-219,24 7-29,-25-8-62,-5-1 11,1 7 12,13 23-34,-13-25 12,-3-2-12,-3 5 45,-4 27-7,6-35 37,-1-1 0,1 1 0,0 0 0,0-1 0,-1 1 0,1-1 0,-1 1 0,1 0 0,-1-1 0,0 1 0,1-1 0,-1 0 0,0 1 0,0-1 0,0 0 0,0 1 0,0-1 0,0 0 0,-2 1 1,-2 3 7,-1 1 43,0 0 0,0-1-1,-1 1 1,1-1 0,-1 0 0,-1-1-1,1 0 1,0 0 0,-1-1 0,-15 6-1,8-5-106,0 0 0,0-1-1,0-1 1,-30 1-1,36-3-1065</inkml:trace>
</inkml:ink>
</file>

<file path=ppt/ink/ink1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05.584"/>
    </inkml:context>
    <inkml:brush xml:id="br0">
      <inkml:brushProperty name="width" value="0.05" units="cm"/>
      <inkml:brushProperty name="height" value="0.05" units="cm"/>
    </inkml:brush>
  </inkml:definitions>
  <inkml:trace contextRef="#ctx0" brushRef="#br0">0 63 8162,'0'-2'5046,"12"-6"-4610,15-2 9,1 1 1,0 1-1,0 1 0,55-5 0,3 6-2463,-62 5-71</inkml:trace>
</inkml:ink>
</file>

<file path=ppt/ink/ink1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06.108"/>
    </inkml:context>
    <inkml:brush xml:id="br0">
      <inkml:brushProperty name="width" value="0.05" units="cm"/>
      <inkml:brushProperty name="height" value="0.05" units="cm"/>
    </inkml:brush>
  </inkml:definitions>
  <inkml:trace contextRef="#ctx0" brushRef="#br0">1 0 440,'-1'3'877,"2"2"3128,11 2 14,-7-4-3875,1-1 0,1 0 0,-1 0 1,0 0-1,0-1 0,1 0 0,-1 0 1,0-1-1,1 1 0,-1-2 0,8 0 1,10-1 63,-1 0 1,1 1-1,42 5 1,-59-3-186,1 0 0,0 0 1,-1 1-1,0 0 0,1 1 1,-1-1-1,0 1 0,0 1 1,-1-1-1,1 1 0,-1 0 0,1 1 1,-1 0-1,-1 0 0,10 9 1,-13-12-28,-1 0 1,1 0-1,0 0 0,-1 1 1,1-1-1,-1 0 1,0 1-1,0-1 1,0 1-1,0 0 1,0-1-1,-1 1 0,1 0 1,-1-1-1,0 1 1,1 0-1,-1 0 1,0-1-1,-1 1 1,1 0-1,-1 4 1,-1-4 6,0 1 0,0-1 0,0 0 0,0 0 0,0 0 0,0 0 0,-1 0 0,1-1 0,-1 1 0,0-1 0,0 0 0,0 0 0,-6 4 0,-8 2 70,0-1 1,-1 0 0,1-1-1,-1-1 1,-19 3-1,35-8-70,-9 3-103,0-1 0,-1 0 0,0 0 0,1-2 0,-1 1 0,1-1 0,-21-4 0,16-4-1745</inkml:trace>
</inkml:ink>
</file>

<file path=ppt/ink/ink1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06.489"/>
    </inkml:context>
    <inkml:brush xml:id="br0">
      <inkml:brushProperty name="width" value="0.05" units="cm"/>
      <inkml:brushProperty name="height" value="0.05" units="cm"/>
    </inkml:brush>
  </inkml:definitions>
  <inkml:trace contextRef="#ctx0" brushRef="#br0">19 1 3841,'0'0'371,"-7"13"-2436,4 0 2316,0-1 1,-2 25-1,5-32 44,0-1 1,0 0-1,0 1 1,0-1-1,1 0 1,2 8-1,-3-10-80,1-1-1,0 0 0,-1 1 0,1-1 1,0 0-1,-1 0 0,1 1 1,0-1-1,0 0 0,0 0 1,0 0-1,0 0 0,1 0 1,-1 0-1,0 0 0,0 0 1,1-1-1,-1 1 0,0 0 1,3 0-1,-3-1 2,1 0 1,0 1-1,0-1 1,0 0-1,0-1 1,0 1-1,0 0 1,0 0-1,0-1 1,0 1-1,-1-1 1,1 0-1,0 1 1,0-1-1,0 0 1,-1 0-1,1 0 0,-1 0 1,1-1-1,-1 1 1,1 0-1,-1-1 1,0 1-1,1-1 1,-1 1-1,0-1 1,0 1-1,0-1 1,0 0-1,0 0 1,-1 1-1,1-1 1,0-4-1,1 1 40,0-1 0,0 0 1,0 0-1,-1 0 0,0 0 0,-1 0 1,1 0-1,-1 0 0,-1-11 0,1 17-329,0-1-1,0 1 0,0-1 1,0 1-1,0-1 0,-1 1 1,1-1-1,0 1 1,0 0-1,0-1 0,-1 1 1,1-1-1,0 1 1,0 0-1,-1-1 0,1 1 1,0 0-1,-1-1 1,1 1-1,0 0 0,-1 0 1,1-1-1,-1 1 1,1 0-1,0 0 0,-1-1 1,1 1-1,-1 0 0,1 0 1,-1 0-1,1 0 1,-1 0-1,1 0 0,-1 0 1,0 0-1,-8 2-4265</inkml:trace>
</inkml:ink>
</file>

<file path=ppt/ink/ink1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15.539"/>
    </inkml:context>
    <inkml:brush xml:id="br0">
      <inkml:brushProperty name="width" value="0.05" units="cm"/>
      <inkml:brushProperty name="height" value="0.05" units="cm"/>
    </inkml:brush>
  </inkml:definitions>
  <inkml:trace contextRef="#ctx0" brushRef="#br0">129 27 1504,'0'0'1754,"-1"-3"532,-4-8-3453,3 12 1137,-1-1-1,1 0 1,0-1-1,-1 1 1,1 0 0,0-1-1,0 1 1,0-1-1,-1 0 1,1 0 0,-3-1-1,3 1-29,-1 0 0,0 0 0,1 0-1,-1 0 1,0 1 0,1-1 0,-1 1-1,0-1 1,0 1 0,1 0 0,-1 0-1,0 1 1,0-1 0,-4 2 0,-26 2-56,26-3 42,-1-1 433</inkml:trace>
</inkml:ink>
</file>

<file path=ppt/ink/ink1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17.473"/>
    </inkml:context>
    <inkml:brush xml:id="br0">
      <inkml:brushProperty name="width" value="0.05" units="cm"/>
      <inkml:brushProperty name="height" value="0.05" units="cm"/>
    </inkml:brush>
  </inkml:definitions>
  <inkml:trace contextRef="#ctx0" brushRef="#br0">0 109 2393,'32'3'1924,"34"-1"0,83-11-304,-25 1-1009,302-2 422,160-5-647,-4-4 87,-155 1-242,-149 5-140,-111 6 184,298-7-554,-435 14-1313</inkml:trace>
</inkml:ink>
</file>

<file path=ppt/ink/ink1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19.840"/>
    </inkml:context>
    <inkml:brush xml:id="br0">
      <inkml:brushProperty name="width" value="0.05" units="cm"/>
      <inkml:brushProperty name="height" value="0.05" units="cm"/>
    </inkml:brush>
  </inkml:definitions>
  <inkml:trace contextRef="#ctx0" brushRef="#br0">25 442 1328,'0'0'1291,"-23"6"-3206,22-4 1465,0 4 2824,16-1 547,21 1-2140,0-2 1,69-2-1,84-13 310,-122 6-640,247-29 1022,61-4-1099,-42 10-246,-15 2-89,93-7 88,-85 6-67,52-4 60,696-71 1390,-995 93-1336,860-80 418,7 49-360,-623 40-169,1440 8 655,766 3 608,-2211-18-591,51-2 79,-340 13-2085,-17 1-527</inkml:trace>
</inkml:ink>
</file>

<file path=ppt/ink/ink1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22.676"/>
    </inkml:context>
    <inkml:brush xml:id="br0">
      <inkml:brushProperty name="width" value="0.05" units="cm"/>
      <inkml:brushProperty name="height" value="0.05" units="cm"/>
    </inkml:brush>
  </inkml:definitions>
  <inkml:trace contextRef="#ctx0" brushRef="#br0">1 113 816,'16'-64'2194,"-16"63"-2078,2-1 305,0 0 0,0 1-1,0-1 1,0 0 0,-1 0 0,1 0-1,-1 0 1,1 0 0,-1-1 0,1-2-1,7-9 2719,-6 9-2790,-1 1-1239,0 12-1830,-5 125 2413,1-76-77,1-20 277,-2 35 147,10 97 1,8-70-21,-8-58-38,-1 1 1,0 41 0,7 66 34,-3-60-5,34 287-20,-7-77 1,-26-200 5,0-2-4,-1 105 0,5 72 7,-1-97 11,15 300-139,-16-177 281,-11-292-509,-1 2 7126</inkml:trace>
</inkml:ink>
</file>

<file path=ppt/ink/ink1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23.920"/>
    </inkml:context>
    <inkml:brush xml:id="br0">
      <inkml:brushProperty name="width" value="0.05" units="cm"/>
      <inkml:brushProperty name="height" value="0.05" units="cm"/>
    </inkml:brush>
  </inkml:definitions>
  <inkml:trace contextRef="#ctx0" brushRef="#br0">0 100 3257,'2'-13'1441,"1"0"0,7-21 0,-1 3 1348,-9 30-2090,0-3 1357,0 1-1545,1 7-2297,7 37 1700,-1-1 0,-3 1 0,-1 58 0,1-5 71,6 301-50,-5-104 65,18 60-50,-2-68 53,-6-73 13,5 127-20,-2-37 491,0-40-337,-12-179-360,-5-67-1813</inkml:trace>
</inkml:ink>
</file>

<file path=ppt/ink/ink1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26.187"/>
    </inkml:context>
    <inkml:brush xml:id="br0">
      <inkml:brushProperty name="width" value="0.05" units="cm"/>
      <inkml:brushProperty name="height" value="0.05" units="cm"/>
    </inkml:brush>
  </inkml:definitions>
  <inkml:trace contextRef="#ctx0" brushRef="#br0">0 593 1560,'12'0'3518,"253"-16"-243,-47 1-3073,614-31 48,-590 31 44,342-35 442,-62 5-351,157-7-20,-516 38-341,54-3 8,427-16 37,-252 11-26,522-4-10,-211 10 565,728-2 2,-282 9-229,-863 2-329,2760-97 2123,-1748 61-1299,-116 6 422,-978 30-2971,-201 7-1211</inkml:trace>
</inkml:ink>
</file>

<file path=ppt/ink/ink1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27.914"/>
    </inkml:context>
    <inkml:brush xml:id="br0">
      <inkml:brushProperty name="width" value="0.05" units="cm"/>
      <inkml:brushProperty name="height" value="0.05" units="cm"/>
    </inkml:brush>
  </inkml:definitions>
  <inkml:trace contextRef="#ctx0" brushRef="#br0">277 73 2361,'1'-3'4371,"-4"-16"-2100,-3-12-1701,4 23 389,2 2 649,0 0-1262,-2 10-2150,-3 22 1730,1 1-1,1 0 1,2-1 0,1 29-1,-2 33 41,-9 132 48,1-45-6,-16 545 43,-1-288-14,8-214-22,-27 558-36,-10-202 83,33-425-21,11-84 229,3 0-1,-1 116 1,12-154 1594</inkml:trace>
</inkml:ink>
</file>

<file path=ppt/ink/ink1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29.241"/>
    </inkml:context>
    <inkml:brush xml:id="br0">
      <inkml:brushProperty name="width" value="0.05" units="cm"/>
      <inkml:brushProperty name="height" value="0.05" units="cm"/>
    </inkml:brush>
  </inkml:definitions>
  <inkml:trace contextRef="#ctx0" brushRef="#br0">78 205 2945,'-3'-3'667,"1"0"0,-1 0 1,1-1-1,0 1 1,0-1-1,0 1 1,0-1-1,1 0 0,0 0 1,-2-6-1,-1-23-2099,4 34 1264,0 1 0,-1-1-1,1 1 1,-1-1 0,1 0 0,-1 1 0,1-1 0,-1 0 0,0 1-1,0-1 1,1 0 0,-2 2 0,-4 6-161,3 3 230,1 1 1,0 0 0,1-1 0,0 1-1,1 0 1,2 13 0,-2 7 91,-1 39 66,-1-33 280,2 1-1,11 81 5697,-10-126-4876,1-11-773,0 0 1,-1 0 0,-1-1 0,-2-22-1,-12-73-101,6 61-108,0 3-121,5 34-101,0-1 1,0-1-1,2 1 1,0 0-1,0 0 1,2-1-1,3-24 1,-3 34-274,-1 6 306,0-1-1,0 1 1,1-1 0,-1 1 0,0-1-1,0 1 1,1-1 0,-1 1-1,0-1 1,1 1 0,-1-1-1,0 1 1,1 0 0,-1-1 0,1 1-1,-1 0 1,1-1 0,-1 1-1,1 0 1,-1 0 0,1-1-1,-1 1 1,1 0 0,-1 0 0,2 0-1,4-4-13,3-1 28,0-1 1,1 2 0,0-1 0,0 1 0,1 1 0,-1 0-1,20-3 1,-2 2 123,43-12-1,5-1-1267,-57 14-191</inkml:trace>
</inkml:ink>
</file>

<file path=ppt/ink/ink1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29.616"/>
    </inkml:context>
    <inkml:brush xml:id="br0">
      <inkml:brushProperty name="width" value="0.05" units="cm"/>
      <inkml:brushProperty name="height" value="0.05" units="cm"/>
    </inkml:brush>
  </inkml:definitions>
  <inkml:trace contextRef="#ctx0" brushRef="#br0">1 14 2417,'0'0'6429,"9"1"-3578,31 0-2227,1-1-1,69-11 1,-101 10-834,17-2-961</inkml:trace>
</inkml:ink>
</file>

<file path=ppt/ink/ink1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30.501"/>
    </inkml:context>
    <inkml:brush xml:id="br0">
      <inkml:brushProperty name="width" value="0.05" units="cm"/>
      <inkml:brushProperty name="height" value="0.05" units="cm"/>
    </inkml:brush>
  </inkml:definitions>
  <inkml:trace contextRef="#ctx0" brushRef="#br0">35 92 3097,'0'-18'7855,"-1"8"-8713,-6 12-4266,4 2 5095,0 0 0,0 1 1,0 0-1,1 0 0,-1 0 1,1 0-1,1 0 0,-1 0 1,1 0-1,-1 1 0,2-1 1,-1 0-1,1 1 0,-1-1 0,1 1 1,1-1-1,1 10 0,0 3 308,1 0 0,1-1-1,0 1 1,12 28 0,-14-41-67,0 0 0,1 0 0,0-1 1,0 1-1,0 0 0,0-1 0,1 0 1,-1 0-1,1 0 0,0 0 0,5 3 1,-7-6-105,0 0 0,0 0 0,0 0 0,0 0 0,1 0 0,-1 0 0,0-1 0,0 1 0,1-1 0,-1 1 0,1-1 1,-1 0-1,0 0 0,1 0 0,-1 0 0,0 0 0,1-1 0,-1 1 0,0-1 0,1 0 0,-1 1 0,0-1 0,0 0 0,0 0 1,0 0-1,1-1 0,1-1 0,4-3 55,0 0 1,0-1-1,-1 0 1,1-1-1,-2 1 1,1-1 0,-1-1-1,0 1 1,-1-1-1,0 0 1,-1 0-1,1-1 1,-2 1-1,1-1 1,-2 0-1,3-11 1,-4 13-239,0 1 1,0-1 0,-1 0-1,0 0 1,0 0-1,-1 0 1,0 1-1,-1-1 1,0 0-1,0 1 1,0-1-1,-1 1 1,0 0-1,-1 0 1,1 0-1,-1 0 1,-1 0-1,1 1 1,-1 0-1,0 0 1,-9-8-1,13 13-89,-1-1 0,0 1 0,0-1 0,0 1 0,0 0 0,0 0 0,0-1 0,0 1 1,0 1-1,0-1 0,0 0 0,-1 0 0,1 1 0,0 0 0,-1-1 0,1 1 0,0 0 0,-1 0 0,1 0 0,0 0 0,-1 1 0,1-1 0,0 0 0,-3 2 0,-8 3-1561</inkml:trace>
</inkml:ink>
</file>

<file path=ppt/ink/ink1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31.127"/>
    </inkml:context>
    <inkml:brush xml:id="br0">
      <inkml:brushProperty name="width" value="0.05" units="cm"/>
      <inkml:brushProperty name="height" value="0.05" units="cm"/>
    </inkml:brush>
  </inkml:definitions>
  <inkml:trace contextRef="#ctx0" brushRef="#br0">5 0 4169,'0'0'2374,"2"7"-3953,2 5 1486,-1-1 1,0 1 0,0 1 0,-1-1-1,-1 0 1,0 0 0,-1 19 0,-15 90 862,8-84-574,5-1 4437,3-42-916,5-15-3495,0 1 0,1 0 0,2 0 0,0 1 0,0 0 0,2 0 0,21-28 1,-23 37-636,0-1 0,1 2 0,0 0 1,1 0-1,-1 0 0,1 1 1,1 1-1,0 0 0,0 1 1,0 0-1,1 1 0,0 0 0,18-4 1,-28 8 225,-3 1 159,0 0 0,0-1 0,0 1 0,1 0 0,-1 0 0,0 0 0,0-1 0,1 1 1,-1 0-1,0 0 0,0 0 0,1 0 0,-1 0 0,0 0 0,0 0 0,1 0 0,-1 0 0,0 0 0,0 0 0,1 0 0,-1 0 1,0 0-1,1 0 0,-1 0 0,0 0 0,0 0 0,1 0 0,-1 0 0,0 0 0,0 0 0,1 0 0,-1 1 0,0-1 0,0 0 1,1 0-1,-1 0 0,0 0 0,0 1 0,0-1 0,1 0 0,-1 0 0,0 0 0,0 1 0,0-1 0,0 0 0,0 0 0,1 1 1,-1-1-1,0 0 0,0 1 0,0-1 0,0 0 0,0 0 0,0 1 0,0-1 0,0 0 0,0 1 0,0-1 0,0 0 0,0 0 1,0 1-1,0-1 0,0 0 0,0 0 0,-1 1 0,-11 91-248,8-71 364,0 1 1,1-1-1,2 1 0,0 0 0,4 36 0,-3-56-30,0 0-1,0 0 0,1 0 0,-1 0 1,1 0-1,-1 0 0,1 0 0,0 0 1,0-1-1,0 1 0,0 0 1,0 0-1,0-1 0,1 1 0,-1 0 1,0-1-1,1 0 0,-1 1 0,1-1 1,0 0-1,-1 0 0,1 0 1,0 0-1,0 0 0,-1 0 0,1 0 1,0 0-1,0-1 0,0 1 0,0-1 1,0 0-1,0 1 0,0-1 1,0 0-1,4-1 0,1 1-253,1-2-1,-1 1 1,1-1-1,-1-1 1,0 1-1,1-1 1,-2 0-1,9-5 1,19-12-1885</inkml:trace>
</inkml:ink>
</file>

<file path=ppt/ink/ink1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31.555"/>
    </inkml:context>
    <inkml:brush xml:id="br0">
      <inkml:brushProperty name="width" value="0.05" units="cm"/>
      <inkml:brushProperty name="height" value="0.05" units="cm"/>
    </inkml:brush>
  </inkml:definitions>
  <inkml:trace contextRef="#ctx0" brushRef="#br0">93 121 3577,'0'-1'16,"0"0"1,0 0-1,0 1 1,-1-1 0,1 0-1,0 1 1,0-1-1,0 0 1,-1 0-1,1 1 1,0-1 0,-1 0-1,1 1 1,-1-1-1,1 1 1,0-1-1,-1 0 1,0 1-1,1-1 1,-1 1 0,1-1-1,-1 1 1,1 0-1,-1-1 1,0 1-1,0 0 1,1-1 0,-1 1-1,0 0 1,1 0-1,-1-1 1,0 1-1,0 0 1,1 0-1,-1 0 1,0 0 0,0 0-1,1 0 1,-1 0-1,0 0 1,0 1-1,1-1 1,-1 0 0,0 0-1,1 1 1,-1-1-1,0 0 1,1 1-1,-2 0 1,1-1-39,-1 1-1,1 0 1,0-1-1,-1 1 1,1 0-1,0 0 1,0 0-1,0 0 1,0 0 0,0 0-1,0 1 1,0-1-1,0 0 1,0 0-1,1 1 1,-1-1-1,0 0 1,1 1 0,-1-1-1,1 1 1,-1-1-1,1 1 1,0-1-1,0 1 1,0-1-1,0 1 1,0-1 0,0 1-1,0-1 1,0 1-1,0-1 1,1 0-1,0 3 1,0-1 234,-1 0 0,1 0 0,0 0 1,0 0-1,1-1 0,-1 1 0,0 0 0,1-1 0,0 1 0,-1-1 0,1 1 1,0-1-1,0 0 0,1 0 0,3 3 0,-2-3 9,0 0-1,1-1 0,-1 0 1,1 0-1,-1 0 0,1-1 1,-1 0-1,1 1 0,-1-2 1,1 1-1,-1 0 0,1-1 1,-1 0-1,1 0 0,-1 0 1,8-4-1,7-2 28,-1-2 1,23-13 0,-38 20-209,3-2 18,0 0 0,0 0 0,-1 0 1,1 0-1,-1-1 0,0 0 0,-1 0 0,1-1 0,-1 1 1,6-10-1,-9 12-76,0 1 0,0 0 0,0 0 1,-1-1-1,1 1 0,0 0 0,-1-1 1,0 1-1,1-1 0,-1 1 0,0-1 0,0 1 1,-1 0-1,1-1 0,0 1 0,-1-1 1,1 1-1,-1 0 0,0-1 0,0 1 0,0 0 1,0 0-1,0-1 0,0 1 0,-1 0 1,1 0-1,-1 0 0,0 1 0,1-1 0,-1 0 1,0 1-1,-4-3 0,2 1-100,0 1 0,0 0 0,0 0-1,0 0 1,-1 1 0,1-1 0,-1 1 0,1 0-1,-1 0 1,1 1 0,-1 0 0,0-1 0,1 1-1,-1 1 1,0-1 0,1 1 0,-1 0 0,-4 1-1,-4 2 50,0 0-1,0 0 0,1 1 0,0 1 0,-12 7 1,16-8 112,0 0 1,1 1 0,0 0 0,0 0-1,0 0 1,1 1 0,0 0-1,0 1 1,1-1 0,0 1 0,0 0-1,1 0 1,0 1 0,0-1 0,1 1-1,0 0 1,1 0 0,0 0 0,0 0-1,1 0 1,0 1 0,1-1-1,0 0 1,0 1 0,1-1 0,0 0-1,1 0 1,0 0 0,0 0 0,1 0-1,0 0 1,0 0 0,10 15 0,-9-19 26,0 0 0,0 0 1,1 0-1,-1-1 1,1 1-1,0-1 1,1-1-1,-1 1 0,0-1 1,1 0-1,0 0 1,0 0-1,0-1 1,0 0-1,0 0 0,0 0 1,1-1-1,-1 0 1,0-1-1,12 1 1,29-1-424</inkml:trace>
</inkml:ink>
</file>

<file path=ppt/ink/ink1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32.099"/>
    </inkml:context>
    <inkml:brush xml:id="br0">
      <inkml:brushProperty name="width" value="0.05" units="cm"/>
      <inkml:brushProperty name="height" value="0.05" units="cm"/>
    </inkml:brush>
  </inkml:definitions>
  <inkml:trace contextRef="#ctx0" brushRef="#br0">0 51 6033,'7'-49'6375,"-6"48"-5575,8 1-36,7 9-929,0 1 0,-1 0-1,0 1 1,0 1-1,23 24 1,2 0 245,-16-14-97,28 21 117,-15-20-3173,-21-16 101</inkml:trace>
</inkml:ink>
</file>

<file path=ppt/ink/ink1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32.327"/>
    </inkml:context>
    <inkml:brush xml:id="br0">
      <inkml:brushProperty name="width" value="0.05" units="cm"/>
      <inkml:brushProperty name="height" value="0.05" units="cm"/>
    </inkml:brush>
  </inkml:definitions>
  <inkml:trace contextRef="#ctx0" brushRef="#br0">306 0 5833,'0'0'1481,"-2"0"-2034,1 0-383,-32 29-88,17-9 224,-5 5 536,-1 5 224,-5-3 72,-2 1 48,-2-3 48,-3 2 40,4-4 144,5 1 128,4-2-304,8-1-1184</inkml:trace>
</inkml:ink>
</file>

<file path=ppt/ink/ink1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32.597"/>
    </inkml:context>
    <inkml:brush xml:id="br0">
      <inkml:brushProperty name="width" value="0.05" units="cm"/>
      <inkml:brushProperty name="height" value="0.05" units="cm"/>
    </inkml:brush>
  </inkml:definitions>
  <inkml:trace contextRef="#ctx0" brushRef="#br0">1 38 8906,'0'0'4073,"1"0"-3945,26-5-56,-8 1-136,5-1-192,17 0-288,5-3-321,18 2-823,5 2-672</inkml:trace>
</inkml:ink>
</file>

<file path=ppt/ink/ink1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32.881"/>
    </inkml:context>
    <inkml:brush xml:id="br0">
      <inkml:brushProperty name="width" value="0.05" units="cm"/>
      <inkml:brushProperty name="height" value="0.05" units="cm"/>
    </inkml:brush>
  </inkml:definitions>
  <inkml:trace contextRef="#ctx0" brushRef="#br0">153 4 3617,'-17'-3'2940,"-17"3"-3004,31 1 50,1 0 0,-1 1-1,1-1 1,0 0-1,-1 1 1,1-1 0,0 1-1,0 0 1,0 0-1,0 0 1,0 0 0,1 0-1,-1 0 1,1 0 0,-1 0-1,1 1 1,0-1-1,0 1 1,0-1 0,-1 4-1,-3 4-43,-35 73-92,37-75 191,0 1 0,0 0 1,1-1-1,0 1 0,0 0 1,1 0-1,0 0 0,1 11 1,0-18 16,0-1 1,1 1 0,-1 0-1,0-1 1,1 1-1,0 0 1,-1-1 0,1 1-1,0-1 1,0 1 0,0-1-1,-1 1 1,2-1 0,-1 0-1,0 1 1,0-1-1,0 0 1,1 0 0,-1 0-1,0 0 1,1 0 0,-1 0-1,1 0 1,1 0-1,2 1-5,1-1-1,-1 1 1,0-1-1,1 0 0,-1-1 1,8 1-1,16-1-1262</inkml:trace>
</inkml:ink>
</file>

<file path=ppt/ink/ink1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33.251"/>
    </inkml:context>
    <inkml:brush xml:id="br0">
      <inkml:brushProperty name="width" value="0.05" units="cm"/>
      <inkml:brushProperty name="height" value="0.05" units="cm"/>
    </inkml:brush>
  </inkml:definitions>
  <inkml:trace contextRef="#ctx0" brushRef="#br0">132 48 4905,'-3'0'9,"0"0"-1,0-1 1,-1 1 0,1 1-1,0-1 1,0 0-1,0 1 1,0-1 0,0 1-1,0 0 1,0 0-1,0 0 1,0 0 0,1 1-1,-1-1 1,0 1 0,1 0-1,-1 0 1,1 0-1,-1 0 1,1 0 0,0 0-1,0 1 1,0-1 0,-2 4-1,-4 5-250,1 0-1,0 0 1,1 1-1,-9 20 1,12-23 316,0 0 0,1-1 0,-1 1 0,2 0 0,-1 0 0,1 0 0,1 13 0,0-19 85,0 0-1,0-1 0,0 1 0,1-1 1,-1 1-1,1-1 0,0 1 0,0-1 1,0 1-1,0-1 0,0 0 0,0 0 1,1 1-1,-1-1 0,1 0 1,-1 0-1,1 0 0,0-1 0,0 1 1,0 0-1,0-1 0,0 1 0,0-1 1,0 0-1,1 1 0,-1-1 0,0 0 1,1 0-1,-1-1 0,5 2 0,4 0 177,0-1-1,0 0 1,0-1-1,0 0 1,0 0-1,0-1 1,0-1-1,0 0 1,0 0-1,0-1 1,-1 0-1,0-1 1,11-6-1,-14 7-357,0-1 0,0 0-1,0 0 1,-1-1 0,1 0-1,-1 0 1,-1-1 0,1 1-1,-1-1 1,0-1 0,0 1-1,-1-1 1,0 1 0,0-1-1,0-1 1,-1 1 0,0 0-1,3-15 1,-3 12-107,-2 0 0,0 0 1,0 0-1,0 0 0,-2 0 0,1 0 1,-1 1-1,-3-13 0,4 20 36,-1-1 0,0 0 0,0 0 0,0 0 0,0 1 1,0-1-1,-1 1 0,1-1 0,-1 1 0,0-1 0,0 1 0,0 0 0,0 0 0,0 0 0,0 0 0,0 0 1,-1 0-1,1 1 0,-1-1 0,1 1 0,-1 0 0,0-1 0,1 1 0,-1 0 0,0 1 0,0-1 1,0 0-1,0 1 0,0 0 0,0 0 0,-4 0 0,-7 1-167,1 0 0,0 1 0,1 1 0,-1 0 0,-20 9 0,-23 10-621</inkml:trace>
</inkml:ink>
</file>

<file path=ppt/ink/ink1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33.979"/>
    </inkml:context>
    <inkml:brush xml:id="br0">
      <inkml:brushProperty name="width" value="0.05" units="cm"/>
      <inkml:brushProperty name="height" value="0.05" units="cm"/>
    </inkml:brush>
  </inkml:definitions>
  <inkml:trace contextRef="#ctx0" brushRef="#br0">9 105 3841,'0'8'-1475,"2"59"1404,0-38 731,-1 1-1,-1 0 1,-2 0 0,-9 41 8469,15-125-8925,2 25-423,2 0-1,1 1 1,14-30 0,-19 49 188,1 0 1,0 0-1,0 0 1,0 1-1,1 0 1,1 0-1,-1 0 1,1 1-1,1 0 1,-1 0-1,1 1 1,15-10-1,-20 15 32,-1 0 0,0 0 0,1 0 0,-1 0 0,1 0-1,-1 0 1,1 1 0,0-1 0,-1 1 0,1 0-1,-1-1 1,1 1 0,0 1 0,-1-1 0,1 0-1,0 1 1,-1-1 0,1 1 0,3 1 0,-3 0-25,0 0 0,0 0 0,0 0 0,0 0 0,0 1 0,0 0 0,0-1 0,-1 1 0,1 0 0,-1 0 0,0 0 0,2 4 0,2 5-18,0 1 1,-1 0-1,0 0 1,-1 1-1,-1-1 0,3 18 1,-5-24 70,0-1-1,0 0 1,-1 1 0,0 0 0,0-1 0,0 1 0,-1-1 0,0 1 0,0-1 0,0 0 0,-1 1 0,0-1 0,0 0 0,-1 0-1,-6 11 1715,8-19-1576,0-1-1,0 1 1,0 0-1,0 0 1,1-1-1,-1 1 1,1 0 0,0-4-1,0-2-151,1 1 0,0-1-1,0 1 1,1 0 0,0 0 0,0-1-1,1 1 1,6-12 0,34-51-512,-31 52 302,1 1 0,1 0 1,1 1-1,17-15 0,-27 26 123,1 1 0,-1 0 1,1 0-1,0 0 0,0 0 0,0 1 1,0 0-1,0 0 0,1 1 0,-1 0 1,1 0-1,0 0 0,0 1 0,0 0 1,-1 0-1,15 1 0,-18 1 28,0 0-1,-1 0 1,1 0-1,0 0 0,-1 1 1,1-1-1,0 1 1,-1 0-1,0-1 1,1 1-1,-1 0 0,0 0 1,0 1-1,0-1 1,0 0-1,-1 1 1,1-1-1,-1 1 0,1-1 1,-1 1-1,0 0 1,0 0-1,0-1 1,0 1-1,0 4 0,3 10-34,-1 0-1,-1 0 0,0 19 0,-1-30 89,0 43 96,-2-1 1,-11 69 0,12-115 42,0-1-868</inkml:trace>
</inkml:ink>
</file>

<file path=ppt/ink/ink1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34.553"/>
    </inkml:context>
    <inkml:brush xml:id="br0">
      <inkml:brushProperty name="width" value="0.05" units="cm"/>
      <inkml:brushProperty name="height" value="0.05" units="cm"/>
    </inkml:brush>
  </inkml:definitions>
  <inkml:trace contextRef="#ctx0" brushRef="#br0">16 4 3337,'2'-3'4627,"3"5"-5960,-3 4 1212,0 0 0,-1 0 0,1 0 0,-1 1 0,0-1 0,-1 0 0,0 11 0,-4 53 840,0-33-350,-20 496 4153,24-524-4957,2-2-793</inkml:trace>
</inkml:ink>
</file>

<file path=ppt/ink/ink1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34.865"/>
    </inkml:context>
    <inkml:brush xml:id="br0">
      <inkml:brushProperty name="width" value="0.05" units="cm"/>
      <inkml:brushProperty name="height" value="0.05" units="cm"/>
    </inkml:brush>
  </inkml:definitions>
  <inkml:trace contextRef="#ctx0" brushRef="#br0">1 95 8426,'1'-5'241,"0"1"0,0 0-1,1-1 1,-1 1 0,1 0 0,0 0 0,0 0 0,1 0 0,-1 0 0,1 0 0,0 1-1,0-1 1,0 1 0,0 0 0,1 0 0,-1 0 0,1 0 0,0 0 0,0 1 0,0 0 0,0 0-1,0 0 1,0 0 0,1 1 0,-1-1 0,7 0 0,0-1-140,0 1 1,1 0-1,-1 1 1,1 0-1,0 1 1,-1 0-1,1 1 1,-1 0-1,1 1 1,-1 0-1,19 7 1,-26-8-118,0 1 1,1 0 0,-1-1 0,0 2-1,0-1 1,-1 0 0,1 1-1,0 0 1,-1 0 0,1 0 0,-1 0-1,0 0 1,0 1 0,0-1-1,-1 1 1,1 0 0,-1 0 0,0 0-1,0 0 1,0 0 0,-1 0-1,1 1 1,-1-1 0,0 1 0,0-1-1,-1 0 1,1 1 0,-1 0-1,0-1 1,0 1 0,-1-1 0,0 7-1,-1-6-4,1 0-1,-1 0 1,0 0-1,0 0 0,-1 0 1,1-1-1,-1 1 1,0-1-1,-1 0 1,1 1-1,-1-2 0,1 1 1,-1 0-1,0-1 1,-1 1-1,1-1 1,0 0-1,-1-1 0,0 1 1,0-1-1,-5 2 1,-12 5-183,-1-1 0,0-2 0,-31 6 0,8-5-935,3-5-1493</inkml:trace>
</inkml:ink>
</file>

<file path=ppt/ink/ink1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35.842"/>
    </inkml:context>
    <inkml:brush xml:id="br0">
      <inkml:brushProperty name="width" value="0.05" units="cm"/>
      <inkml:brushProperty name="height" value="0.05" units="cm"/>
    </inkml:brush>
  </inkml:definitions>
  <inkml:trace contextRef="#ctx0" brushRef="#br0">0 70 4097,'1'-4'726,"-1"1"-1,1-1 1,0 1 0,0-1 0,0 1 0,0-1-1,0 1 1,1 0 0,2-5 0,-2 4-211,1 0 0,-1 1 0,1-1-1,0 1 1,0-1 0,6-4 0,-8 7-275,3 2-304,1 0 1,-1 0-1,1 0 0,-1 0 0,0 1 0,0-1 0,1 1 0,-1 0 1,6 4-1,35 27-169,-37-27 233,51 44 78,-42-34-625,1 0-1,1-2 1,33 21-1,-51-34 312,1 0 1,-1-1-1,1 1 1,0 0-1,-1 0 1,1-1-1,0 0 1,0 1-1,0-1 1,-1 0-1,1 0 1,0 1-1,0-2 1,0 1-1,-1 0 1,1 0-1,0 0 1,0-1-1,-1 1 1,3-2-1,-2 1 123,0 0 0,0-1 0,0 1-1,0-1 1,0 0 0,0 1 0,-1-1-1,1 0 1,0 0 0,-1 0 0,0 0-1,3-5 1,1-6 621,0-1 1,-1 0-1,0 0 0,2-18 0,-3 16 304,8-40 2066,-10 54-1959,-3 3-1729,0 0 649,1 1 1,-1-1-1,1 0 1,-1 1-1,1-1 0,0 1 1,0-1-1,-1 1 1,1 0-1,0-1 0,0 1 1,1 0-1,-1 0 1,-1 3-1,1-2-39,-72 166-460,40-87 1049,-59 106-1,86-180-287,4-6-68,1 0-1,-1 0 1,1-1 0,0 1 0,-1 0 0,1 0 0,0 0-1,0 1 1,0-1 0,1 0 0,-1 0 0,1 0 0,-1 1-1,1-1 1,-1 0 0,1 3 0,0-3-440</inkml:trace>
</inkml:ink>
</file>

<file path=ppt/ink/ink1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36.132"/>
    </inkml:context>
    <inkml:brush xml:id="br0">
      <inkml:brushProperty name="width" value="0.05" units="cm"/>
      <inkml:brushProperty name="height" value="0.05" units="cm"/>
    </inkml:brush>
  </inkml:definitions>
  <inkml:trace contextRef="#ctx0" brushRef="#br0">8 40 4081,'-8'0'9738,"33"-13"-9274,-4 9-136,16-2-392,3 0-328,13 0-1288,10 1-993</inkml:trace>
</inkml:ink>
</file>

<file path=ppt/ink/ink1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36.434"/>
    </inkml:context>
    <inkml:brush xml:id="br0">
      <inkml:brushProperty name="width" value="0.05" units="cm"/>
      <inkml:brushProperty name="height" value="0.05" units="cm"/>
    </inkml:brush>
  </inkml:definitions>
  <inkml:trace contextRef="#ctx0" brushRef="#br0">170 2 4849,'-6'-1'459,"1"1"1,-1-1-1,0 1 0,0 1 1,-7 0-1,9 0-486,-1 0 0,1 1 0,0-1 0,0 1 0,0 0 0,0 0 0,0 1 0,0-1 0,0 1 0,1 0 0,-1 0 0,1 0 0,0 0 0,0 1 0,0-1 0,0 1 0,1 0 0,-3 4 0,-4 7 57,1 0-1,1 1 1,0 0-1,1 0 1,-5 21-1,8-26 110,1 0-1,0 0 1,1 0-1,0 1 0,1-1 1,0 0-1,0 0 1,2 1-1,2 11 1,-3-20-98,0 0 0,1 0 0,0 1 0,-1-1 0,1 0 0,1-1 1,-1 1-1,0 0 0,1-1 0,-1 1 0,1-1 0,0 0 0,0 0 0,0 0 0,0 0 1,0 0-1,0-1 0,0 1 0,0-1 0,1 0 0,-1 0 0,1 0 0,-1 0 0,1-1 0,-1 1 1,1-1-1,4 0 0,40 2-924</inkml:trace>
</inkml:ink>
</file>

<file path=ppt/ink/ink1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36.816"/>
    </inkml:context>
    <inkml:brush xml:id="br0">
      <inkml:brushProperty name="width" value="0.05" units="cm"/>
      <inkml:brushProperty name="height" value="0.05" units="cm"/>
    </inkml:brush>
  </inkml:definitions>
  <inkml:trace contextRef="#ctx0" brushRef="#br0">127 63 4265,'-1'-2'227,"-1"0"0,1 0 0,-1 1 0,0-1 0,1 0 0,-1 1 0,0-1 0,0 1 1,0-1-1,0 1 0,-1 0 0,1 0 0,0 0 0,0 0 0,-1 1 0,1-1 0,0 0 0,-4 1 0,4 0-178,0 0-1,-1 0 1,1 1-1,0-1 1,-1 1 0,1-1-1,0 1 1,0 0-1,0 0 1,0 0-1,0 0 1,0 0-1,0 1 1,0-1 0,-3 3-1,0 1-81,1 0-1,-1 1 0,1-1 1,0 1-1,1 0 0,-1 0 1,1 0-1,0 0 0,1 1 1,0-1-1,-3 12 1,3-6 155,0-1 1,1 1 0,1 0 0,0-1 0,1 1 0,2 17 0,-3-26-8,1-1-1,-1 1 1,1-1-1,0 1 1,-1-1-1,1 1 1,0-1 0,0 1-1,1-1 1,-1 0-1,0 0 1,1 0-1,0 1 1,-1-1 0,1-1-1,0 1 1,0 0-1,0 0 1,0-1-1,0 1 1,0-1 0,1 0-1,-1 1 1,0-1-1,1 0 1,-1 0-1,1-1 1,-1 1 0,1 0-1,0-1 1,-1 0-1,1 0 1,-1 1-1,5-2 1,1 0-17,0-1 0,0 0 1,0 0-1,0-1 0,0 0 0,-1 0 1,1-1-1,-1 0 0,0 0 0,0-1 1,6-5-1,0-1-207,0-1 1,0 0-1,-1-1 1,12-16-1,-21 25 47,0 0 0,-1-1-1,1 1 1,-1-1 0,0 1 0,0-1-1,0 0 1,-1 0 0,1 1 0,-1-1-1,-1 0 1,1-1 0,0 1 0,-1 0-1,0 0 1,-1 0 0,1 0 0,-1 0-1,-1-5 1,1 6-37,-1 0 0,1 0 0,-1 1 1,0-1-1,0 1 0,0-1 0,-1 1 0,1 0 0,-1 0 0,0 0 0,0 0 1,0 0-1,0 1 0,0-1 0,-1 1 0,1 0 0,-1 0 0,0 0 1,1 0-1,-1 1 0,0 0 0,0 0 0,0 0 0,-4-1 0,-2 1-135,0 0 0,0 0 0,0 1-1,0 0 1,0 1 0,0 0 0,-17 5 0,-4 2-665</inkml:trace>
</inkml:ink>
</file>

<file path=ppt/ink/ink1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37.514"/>
    </inkml:context>
    <inkml:brush xml:id="br0">
      <inkml:brushProperty name="width" value="0.05" units="cm"/>
      <inkml:brushProperty name="height" value="0.05" units="cm"/>
    </inkml:brush>
  </inkml:definitions>
  <inkml:trace contextRef="#ctx0" brushRef="#br0">37 144 1560,'-37'201'9164,"39"-206"-7904,-2 4-1197,12-34 376,1 0-1,32-61 1,-41 87-500,2 1-1,-1-1 1,1 1-1,0 1 1,1-1-1,-1 1 1,2 0 0,-1 0-1,1 1 1,0 0-1,0 0 1,0 1-1,1 0 1,0 1 0,0 0-1,14-4 1,-20 7 63,1 0 1,-1 1-1,0-1 0,1 1 1,0 0-1,-1 0 1,1 0-1,-1 1 1,1-1-1,-1 1 0,0 0 1,1 0-1,-1 0 1,0 0-1,1 1 1,-1-1-1,5 5 1,-3-3-16,-1 1 1,0-1 0,0 1 0,0 0-1,-1 0 1,0 1 0,1-1 0,-1 1 0,-1-1-1,1 1 1,2 5 0,-3-5 39,0-1 1,-1 1-1,1-1 1,-1 1-1,0 0 1,0 0-1,0-1 1,-1 1-1,1 0 1,-1 0-1,0 0 1,-1-1-1,1 1 1,-1 0-1,0 0 1,0-1-1,-1 1 1,1 0-1,-1-1 1,0 1-1,0-1 1,-1 0-1,1 0 0,-1 0 1,0 0-1,0 0 1,-4 4-1,6-8 20,1 0 0,-1 0-1,1 0 1,-1 1-1,1-1 1,0 0 0,-1 0-1,1 0 1,-1 0-1,1 0 1,-1 0 0,1 0-1,-1-1 1,1 1-1,-1 0 1,1 0-1,-1 0 1,1 0 0,-1 0-1,1-1 1,0 1-1,-1 0 1,1-1 0,-1 1-1,1 0 1,0 0-1,-1-1 1,1 1 0,0-1-1,0 1 1,-1 0-1,1-1 1,0 1 0,0-1-1,-1 1 1,1 0-1,0-1 1,0 1 0,0-1-1,0 1 1,0-1-1,0 1 1,-1-1-1,1 0 1,-5-26 636,6 17-725,0 1 1,1 0 0,1 0 0,-1 0 0,1 0-1,1 0 1,-1 1 0,2-1 0,-1 1 0,1 0-1,0 0 1,1 0 0,0 1 0,0 0 0,0 0-1,1 1 1,0 0 0,1 0 0,-1 0 0,16-8-1,-11 7-82,-1 1 1,1 0-1,0 1 0,1 0 0,-1 1 0,1 1 0,0-1 0,0 2 0,0 0 0,1 1 0,-1 0 0,0 1 0,0 0 0,20 4 0,-30-4 78,0 1 0,-1 0 0,1 0 0,-1 0 0,1 0 0,-1 0 0,0 0 0,1 1 0,-1-1 0,0 1 0,0-1 0,0 1 0,0 0 0,0 0 0,0 0 0,-1 0 0,3 4 1,-1-2 23,-1 1 0,0 0 0,0 0 0,-1 0 0,0-1 0,1 1 0,-2 0 0,2 9 0,-2 7 84,-1-1 0,-1 0-1,-6 32 1,6-45-61,2-5-5,-5 45 295,5-45-293,0 1 1,0 0-1,0 0 0,0 0 0,1-1 0,0 1 1,-1 0-1,1-1 0,0 1 0,0-1 0,1 1 1,-1-1-1,0 1 0,1-1 0,2 3 0,13 10-1141</inkml:trace>
</inkml:ink>
</file>

<file path=ppt/ink/ink1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37.788"/>
    </inkml:context>
    <inkml:brush xml:id="br0">
      <inkml:brushProperty name="width" value="0.05" units="cm"/>
      <inkml:brushProperty name="height" value="0.05" units="cm"/>
    </inkml:brush>
  </inkml:definitions>
  <inkml:trace contextRef="#ctx0" brushRef="#br0">176 15 6777,'-5'-14'905,"-3"13"-941,7 2-56,-1 1 0,1-1 0,0 1 0,0-1 0,-1 1 0,1 0 0,0-1 0,1 1 0,-1 0 0,0 0 0,0 0-1,1 0 1,-1 2 0,-69 340 2650,34-150-427,-3-47-1556,36-129-1522</inkml:trace>
</inkml:ink>
</file>

<file path=ppt/ink/ink1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38.054"/>
    </inkml:context>
    <inkml:brush xml:id="br0">
      <inkml:brushProperty name="width" value="0.05" units="cm"/>
      <inkml:brushProperty name="height" value="0.05" units="cm"/>
    </inkml:brush>
  </inkml:definitions>
  <inkml:trace contextRef="#ctx0" brushRef="#br0">1 27 7290,'8'-4'607,"0"0"0,0 1 0,0 0 0,0 0 0,1 0 0,-1 1 0,1 1 0,9-1 0,-6 1-321,-1 0 0,1 2 1,0-1-1,-1 1 0,1 1 0,13 4 0,-17-4-247,0 1-1,0-1 1,-1 2-1,1-1 1,-1 1-1,0 0 1,0 1-1,0 0 1,6 6-1,-9-7 3,0 0 0,0 0-1,-1 0 1,0 1 0,0-1-1,0 1 1,0 0 0,-1 0-1,0 0 1,0 0 0,0 0-1,-1 1 1,1-1 0,0 8-1,-2-9-27,0-1-1,0 1 1,0-1-1,-1 0 1,1 1 0,-1-1-1,0 1 1,1-1-1,-2 0 1,1 0-1,0 1 1,-1-1-1,1 0 1,-1 0-1,0 0 1,0-1-1,-4 5 1,-1 0-77,0 0 0,0-1 0,-1 0 1,1-1-1,-15 8 0,-34 15-1279</inkml:trace>
</inkml:ink>
</file>

<file path=ppt/ink/ink1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40.147"/>
    </inkml:context>
    <inkml:brush xml:id="br0">
      <inkml:brushProperty name="width" value="0.05" units="cm"/>
      <inkml:brushProperty name="height" value="0.05" units="cm"/>
    </inkml:brush>
  </inkml:definitions>
  <inkml:trace contextRef="#ctx0" brushRef="#br0">16 89 3417,'0'0'2179,"-10"-1"4096,10 1-6211,0 0-1,0 0 1,0 0 0,-1 0 0,1 0 0,0 0-1,0 0 1,0 0 0,0 0 0,0 0 0,-1 0-1,1 0 1,0 0 0,0 0 0,0 0 0,0 0-1,-1 0 1,1 0 0,0 0 0,0 0 0,0 0-1,0 0 1,-1 0 0,1-1 0,0 1 0,0 0-1,0 0 1,0 0 0,0 0 0,0 0 0,-1 0-1,1 0 1,0-1 0,0 1 0,0 0 0,0 0-1,0 0 1,0 0 0,0-1 0,0 1 0,0 0-1,0 0 1,0 0 0,0 0 0,0 0 0,0-1-1,0 1 1,0 0 0,0 0 0,0 0 0,0 0-1,0-1 1,0 1 0,0 0 0,0 0-1,0 0 1,4-3-42,1 0-1,-1 0 1,1 1 0,0-1-1,0 2 1,0-1-1,0 0 1,0 1-1,9-2 1,55-3 46,-33 4-16,54-9-152,125-29 0,-213 39-1175</inkml:trace>
</inkml:ink>
</file>

<file path=ppt/ink/ink1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40.492"/>
    </inkml:context>
    <inkml:brush xml:id="br0">
      <inkml:brushProperty name="width" value="0.05" units="cm"/>
      <inkml:brushProperty name="height" value="0.05" units="cm"/>
    </inkml:brush>
  </inkml:definitions>
  <inkml:trace contextRef="#ctx0" brushRef="#br0">59 1 2633,'-2'0'102,"1"0"1,0 1 0,0-1 0,0 1-1,-1-1 1,1 1 0,0-1 0,0 1-1,0-1 1,0 1 0,0 0 0,0 0-1,0-1 1,0 1 0,0 0 0,1 0-1,-1 0 1,0 0 0,0 0 0,1 0-1,-1 0 1,1 1 0,-1-1 0,1 0-1,-1 1 1,-8 34-205,-13 142 873,19-145 470,2 0 1,2 0-1,6 47 0,-4-65 362</inkml:trace>
</inkml:ink>
</file>

<file path=ppt/ink/ink1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40.941"/>
    </inkml:context>
    <inkml:brush xml:id="br0">
      <inkml:brushProperty name="width" value="0.05" units="cm"/>
      <inkml:brushProperty name="height" value="0.05" units="cm"/>
    </inkml:brush>
  </inkml:definitions>
  <inkml:trace contextRef="#ctx0" brushRef="#br0">0 10 5105,'3'-2'6348,"2"-3"-4568,-5 5-1800,0 0 0,0 0-1,1-1 1,-1 1-1,0 0 1,0 0 0,1 0-1,-1-1 1,0 1 0,0 0-1,0 0 1,1 0-1,-1 0 1,0 0 0,1 0-1,-1-1 1,0 1-1,0 0 1,1 0 0,-1 0-1,0 0 1,1 0 0,-1 0-1,0 0 1,0 0-1,1 0 1,-1 0 0,0 0-1,1 1 1,-1-1-1,0 0 1,0 0 0,1 0-1,-1 0 1,0 0 0,0 0-1,1 1 1,-1-1-1,0 0 1,0 0 0,1 1-1,2 7-42,-1 0 0,1 0-1,-1 1 1,-1-1-1,1 1 1,-1 16 0,-3 63 151,-1-30 179,2-11 2231</inkml:trace>
</inkml:ink>
</file>

<file path=ppt/ink/ink1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42.588"/>
    </inkml:context>
    <inkml:brush xml:id="br0">
      <inkml:brushProperty name="width" value="0.05" units="cm"/>
      <inkml:brushProperty name="height" value="0.05" units="cm"/>
    </inkml:brush>
  </inkml:definitions>
  <inkml:trace contextRef="#ctx0" brushRef="#br0">0 58 2144,'0'0'13803,"10"-5"-13641,12-2-117,1 1 1,-1 1-1,42-4 1,81 0-11,-83 6-28,26 0-22,91-7-2731</inkml:trace>
</inkml:ink>
</file>

<file path=ppt/ink/ink1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43.076"/>
    </inkml:context>
    <inkml:brush xml:id="br0">
      <inkml:brushProperty name="width" value="0.05" units="cm"/>
      <inkml:brushProperty name="height" value="0.05" units="cm"/>
    </inkml:brush>
  </inkml:definitions>
  <inkml:trace contextRef="#ctx0" brushRef="#br0">42 4 3105,'0'0'5422,"-1"-3"-3224,-4 9-2966,-2 13 665,1 1 1,2 0-1,0 0 1,1 0-1,-1 35 0,0-6 181,0 110 1354,5-101 2559</inkml:trace>
</inkml:ink>
</file>

<file path=ppt/ink/ink1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43.786"/>
    </inkml:context>
    <inkml:brush xml:id="br0">
      <inkml:brushProperty name="width" value="0.05" units="cm"/>
      <inkml:brushProperty name="height" value="0.05" units="cm"/>
    </inkml:brush>
  </inkml:definitions>
  <inkml:trace contextRef="#ctx0" brushRef="#br0">26 1 1432,'-1'0'7935,"0"17"-8395,-10 127-24,0 4 4045,9-136-1809</inkml:trace>
</inkml:ink>
</file>

<file path=ppt/ink/ink1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44.461"/>
    </inkml:context>
    <inkml:brush xml:id="br0">
      <inkml:brushProperty name="width" value="0.05" units="cm"/>
      <inkml:brushProperty name="height" value="0.05" units="cm"/>
    </inkml:brush>
  </inkml:definitions>
  <inkml:trace contextRef="#ctx0" brushRef="#br0">216 143 6905,'8'-42'7513,"-5"11"-6894,-3 28-805,1 3 155,-1-1 0,0 1 0,0 0-1,0-1 1,0 1 0,0 0 0,0-1 0,0 1-1,0 0 1,0-1 0,0 1 0,0-1-1,0 1 1,0 0 0,0-1 0,0 1 0,0 0-1,0-1 1,0 1 0,-1 0 0,1 0 0,0-1-1,0 1 1,0 0 0,0-1 0,-1 1-1,1 0 1,0 0 0,0-1 0,-1 1 0,1 0-1,-1-1 1,-7-6-287,-23-22-108,24 22-493,3 5 147,-7 1 155,-24-7-235,35 8 818,-1-1-1,1 1 1,0 0 0,-1 0-1,1 0 1,-1-1 0,1 1 0,-1 0-1,1 0 1,-1 0 0,1 0-1,-1 0 1,1 0 0,-1 0 0,1 0-1,-1 0 1,1 0 0,0 1-1,-1-1 1,1 0 0,-1 0 0,1 0-1,-1 0 1,1 1 0,-1-1 0,0 1-1,-6 5-115,1 0 1,-1 1-1,1 0 0,0 0 0,0 1 1,1 0-1,0 0 0,1 0 0,0 0 1,0 1-1,0 0 0,1-1 0,-2 12 1,-5 21 266,-7 67 1,16-95-170,-3 17 129,-1 3 26,0 43 1,4-68 16,2 0 1,-1 0 0,1 1 0,0-1-1,1 0 1,0 0 0,0 0 0,1 0-1,0 0 1,6 10 0,-7-15-35,-1-1-1,2 1 1,-1-1 0,0 0-1,0 1 1,1-1 0,-1 0 0,1-1-1,0 1 1,-1 0 0,1-1-1,0 0 1,0 1 0,0-1 0,0 0-1,0 0 1,0-1 0,1 1-1,-1-1 1,0 0 0,5 1 0,22-1-316</inkml:trace>
</inkml:ink>
</file>

<file path=ppt/ink/ink1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44.881"/>
    </inkml:context>
    <inkml:brush xml:id="br0">
      <inkml:brushProperty name="width" value="0.05" units="cm"/>
      <inkml:brushProperty name="height" value="0.05" units="cm"/>
    </inkml:brush>
  </inkml:definitions>
  <inkml:trace contextRef="#ctx0" brushRef="#br0">94 97 5985,'-10'3'1671,"5"2"-1709,-1-1 0,1 1 0,0 0 0,0 0 0,1 1 0,0-1 0,0 1 0,0 0 0,0 0 0,1 0 0,0 1 0,1-1 0,-1 1 0,-2 13 0,-1 2 148,1 0 0,1 0 1,-2 43-1,6-58 35,0-1 0,1 1 0,-1-1 0,2 0 0,-1 1 0,1-1 1,0 0-1,3 7 0,-4-10 18,1 0 1,0 0-1,0 0 1,0 0-1,0 0 1,0-1-1,1 1 1,-1-1-1,1 0 0,0 0 1,-1 0-1,1 0 1,0 0-1,0 0 1,0-1-1,5 2 1,-3-2-17,0 0 0,1 0 1,-1 0-1,0-1 0,0 0 1,1 0-1,-1 0 0,0-1 1,0 0-1,1 0 0,-1 0 0,0-1 1,0 0-1,0 0 0,-1 0 1,1 0-1,0-1 0,-1 1 0,0-1 1,7-6-1,-1 1-116,1-1 0,-2 0-1,1-1 1,-2 0 0,1-1 0,-1 1-1,6-13 1,-4 5-10,-2 0 0,-1 0-1,0 0 1,-1-1 0,5-24-1,-9 33-81,-1 0 0,0 0 0,0 0 0,0 0 0,-1 0 0,-1 0-1,0 0 1,0 0 0,-1 0 0,0 1 0,-1-1 0,-4-11-1,5 18-35,1 1 0,-1-1-1,0 0 1,0 0-1,0 1 1,0-1-1,0 1 1,-1 0-1,1-1 1,-1 1 0,1 0-1,-1 1 1,0-1-1,0 0 1,0 1-1,0 0 1,0-1 0,0 1-1,0 0 1,0 1-1,-1-1 1,1 0-1,0 1 1,0 0-1,-1 0 1,1 0 0,-5 1-1,-3 0-164,0 1 0,0 1 0,1 0-1,-1 0 1,1 1 0,-19 10 0,4 1-1197</inkml:trace>
</inkml:ink>
</file>

<file path=ppt/ink/ink1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45.409"/>
    </inkml:context>
    <inkml:brush xml:id="br0">
      <inkml:brushProperty name="width" value="0.05" units="cm"/>
      <inkml:brushProperty name="height" value="0.05" units="cm"/>
    </inkml:brush>
  </inkml:definitions>
  <inkml:trace contextRef="#ctx0" brushRef="#br0">316 1 5497,'-16'-1'2243,"-15"4"-2415,1 1-1,-1 1 0,-52 16 1,66-16 144,7-3 25,0 1-1,0 0 0,0 0 1,0 1-1,0 1 0,1-1 1,0 2-1,0-1 0,-10 9 0,18-13 429,6 2 1579,9 0-1648,-1 0 0,1-1 0,0-1 0,-1 0 1,1-1-1,0-1 0,20-3 0,29 1-76,-62 3-278,15-1 30,1 1 0,-1 1 0,0 1 0,1 1 0,15 4 0,-29-7-47,0 1 1,0 0-1,0 1 1,0-1-1,0 0 1,0 1-1,0 0 0,0 0 1,-1 0-1,1 0 1,-1 0-1,1 0 1,-1 0-1,0 1 0,0 0 1,0-1-1,0 1 1,0 0-1,-1 0 1,1 0-1,-1 0 0,0 0 1,0 0-1,0 0 1,0 0-1,-1 0 0,1 1 1,-1-1-1,0 0 1,0 1-1,0 5 1,-1-3-13,0 1 1,0 0-1,0-1 1,-1 1 0,0-1-1,0 0 1,-1 0 0,1 0-1,-2 0 1,1 0 0,0-1-1,-1 1 1,-5 4-1,2-2 42,0-1-1,-1 0 0,0-1 0,0 0 1,-1 0-1,1 0 0,-18 6 0,5-3 0,0-2-1,-1 0 1,0-1 0,0-2-1,0 0 1,-45 1 0,36-6-635,14-5-755</inkml:trace>
</inkml:ink>
</file>

<file path=ppt/ink/ink1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46.137"/>
    </inkml:context>
    <inkml:brush xml:id="br0">
      <inkml:brushProperty name="width" value="0.05" units="cm"/>
      <inkml:brushProperty name="height" value="0.05" units="cm"/>
    </inkml:brush>
  </inkml:definitions>
  <inkml:trace contextRef="#ctx0" brushRef="#br0">0 75 3201,'0'0'690,"11"-8"2398,11-3-2432,0 1 1,1 1-1,1 1 1,-1 0 0,2 2-1,-1 1 1,0 1-1,1 1 1,40 1-1,-63 2-682,1 0 0,0 0 1,0 0-1,-1 0 0,1 1 0,0 0 0,-1-1 0,1 1 0,-1 0 0,1 0 0,-1 0 1,1 1-1,-1-1 0,1 1 0,-1-1 0,0 1 0,0 0 0,0 0 0,0-1 0,0 1 0,-1 1 1,1-1-1,0 0 0,-1 0 0,0 1 0,1-1 0,-1 1 0,0-1 0,0 1 0,0-1 1,-1 1-1,1 0 0,-1-1 0,1 1 0,-1 0 0,0 0 0,0-1 0,0 1 0,-1 0 1,1 0-1,0-1 0,-1 1 0,0 0 0,0-1 0,0 1 0,0-1 0,0 1 0,0-1 0,-1 0 1,1 1-1,-1-1 0,-3 4 0,-4 3-25,1 0 0,-2-1-1,1 0 1,-1-1 0,-1 0 0,1 0 0,-1-1 0,0-1 0,-1 0-1,1 0 1,-1-1 0,0-1 0,0 0 0,0 0 0,-1-1 0,-22 0-1,40-7 195,3-2-121,0 0-1,0 1 1,1 1-1,0-1 1,0 1 0,0 1-1,1 0 1,0 0-1,-1 1 1,1 0 0,0 0-1,11 0 1,-14 2 24,-1 0 0,1 1 1,0 0-1,0 0 0,-1 1 1,1-1-1,0 1 0,-1 1 1,8 2-1,-10-2-62,0-1 1,0 1-1,-1 0 0,1 0 1,-1 0-1,0 1 0,1-1 1,-1 1-1,0 0 0,0 0 1,-1 0-1,1 0 0,-1 1 1,0-1-1,1 1 0,1 3 1,-3-2 11,1 0 0,-1 0 1,0 0-1,0 1 1,0-1-1,-1 0 0,1 0 1,-1 1-1,-1-1 0,1 0 1,-1 0-1,0 0 1,0 1-1,0-1 0,-1 0 1,0 0-1,0-1 1,0 1-1,0 0 0,-6 7 1,2-2 21,-1 0 1,-1-1 0,1 1-1,-2-1 1,1-1 0,-1 1-1,-18 12 1,6-9-29,1-1 1,-2-1-1,1 0 1,-1-2-1,-1 0 1,1-2 0,-1 0-1,-29 2 1,35-7-636</inkml:trace>
</inkml:ink>
</file>

<file path=ppt/ink/ink1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46.427"/>
    </inkml:context>
    <inkml:brush xml:id="br0">
      <inkml:brushProperty name="width" value="0.05" units="cm"/>
      <inkml:brushProperty name="height" value="0.05" units="cm"/>
    </inkml:brush>
  </inkml:definitions>
  <inkml:trace contextRef="#ctx0" brushRef="#br0">1 55 5617,'1'0'3849,"26"-13"-2929,-8 10-168,11-2-119,5 1-25,2-1-24,3-2-64,-3 2-144,-2-1-80,-6 4-152,-4-1-120,-4 1-584,-5 2-752</inkml:trace>
</inkml:ink>
</file>

<file path=ppt/ink/ink1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46.894"/>
    </inkml:context>
    <inkml:brush xml:id="br0">
      <inkml:brushProperty name="width" value="0.05" units="cm"/>
      <inkml:brushProperty name="height" value="0.05" units="cm"/>
    </inkml:brush>
  </inkml:definitions>
  <inkml:trace contextRef="#ctx0" brushRef="#br0">44 1 1232,'0'2'-297,"0"-1"500,0-1 1,0 1 0,0-1-1,0 1 1,0-1-1,0 1 1,1-1 0,-1 1-1,0-1 1,0 1 0,1-1-1,-1 1 1,0-1-1,1 0 1,-1 1 0,0-1-1,1 0 1,-1 1-1,0-1 1,1 0 0,-1 1-1,1-1 1,-1 0 0,1 0-1,-1 1 1,1-1-1,-1 0 1,1 0 0,-1 0-1,2 0 1,15 8 343,2-2 0,-1 0 0,1-2-1,-1 0 1,33 3 0,-20-3-520,49 13 0,-69-14-33,0 0 0,0 1-1,-1 1 1,1 0-1,-1 0 1,-1 1 0,11 7-1,-17-11 6,-1 1 0,0-1 0,1 0 0,-1 1 0,0-1 0,0 1 0,-1-1-1,1 1 1,0 0 0,-1 0 0,0 0 0,0 0 0,0 0 0,0 0 0,0 0 0,0 0 0,-1 1-1,0-1 1,1 0 0,-1 0 0,0 0 0,-1 1 0,1-1 0,0 0 0,-1 0 0,0 0 0,0 0-1,0 0 1,-2 4 0,0-1 10,0 0-1,-1 0 0,0 0 1,0-1-1,0 1 0,-1-1 1,0 0-1,0 0 0,0-1 1,0 0-1,-1 0 0,0 0 1,0 0-1,-12 4 1,-8 3 74,-1-1 0,-32 8 0,53-16-82,-14 4 12,0-1 0,0 0 0,-1-2 0,0 0 0,1-2-1,-1 0 1,-28-2 0,32-5-200,6-2-241</inkml:trace>
</inkml:ink>
</file>

<file path=ppt/ink/ink1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47.335"/>
    </inkml:context>
    <inkml:brush xml:id="br0">
      <inkml:brushProperty name="width" value="0.05" units="cm"/>
      <inkml:brushProperty name="height" value="0.05" units="cm"/>
    </inkml:brush>
  </inkml:definitions>
  <inkml:trace contextRef="#ctx0" brushRef="#br0">30 71 2529,'0'0'213,"0"-2"-491,-8 13-559,-12 22 1226,20-33-342,0 1 0,0-1 0,-1 0 0,1 1-1,0-1 1,0 0 0,0 1 0,0-1-1,-1 0 1,1 1 0,0-1 0,0 1 0,0-1-1,0 0 1,0 1 0,0-1 0,0 1-1,0-1 1,0 1 0,0-1 0,0 0 0,1 1-1,-1-1 1,0 0 0,0 1 0,0-1 0,0 1-1,1-1 1,-1 0 0,0 1 0,0-1-1,1 1 1,15 6 1359,16-4 573,-18-4-1341,0 0 0,0-1 0,0-1 0,15-5 0,-22 6-265,0 0 0,0-1-1,0 0 1,0-1 0,0 0 0,-1 0 0,1 0-1,-1-1 1,5-5 0,-9 9-358,-1 0-1,0 0 1,0-1-1,1 1 1,-1 0 0,0-1-1,-1 1 1,1-1-1,0 1 1,0-1 0,0 1-1,-1-1 1,1 0 0,-1 1-1,0-1 1,1 0-1,-1 1 1,0-1 0,0 0-1,0 0 1,0 1-1,0-1 1,0 0 0,-1 1-1,1-1 1,0 0-1,-1 1 1,0-1 0,1 0-1,-1 1 1,0-1 0,0 1-1,0-1 1,0 1-1,0-1 1,0 1 0,0 0-1,0 0 1,0-1-1,-1 1 1,1 0 0,-1 0-1,1 0 1,-1 1-1,-1-2 1,-23-11-1587</inkml:trace>
</inkml:ink>
</file>

<file path=ppt/ink/ink1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48.501"/>
    </inkml:context>
    <inkml:brush xml:id="br0">
      <inkml:brushProperty name="width" value="0.05" units="cm"/>
      <inkml:brushProperty name="height" value="0.05" units="cm"/>
    </inkml:brush>
  </inkml:definitions>
  <inkml:trace contextRef="#ctx0" brushRef="#br0">39 90 3225,'0'0'7857,"9"-8"-5688,10-2-2136,-1 1-1,2 0 1,-1 2 0,1 0 0,22-5-1,112-16 1089,-153 28-902,-7 0-920,0 1 574,-1 0 0,1 0-1,0 1 1,-9 2-1,-20 5 126,-42 2 139,-104 0-1,180-11 316</inkml:trace>
</inkml:ink>
</file>

<file path=ppt/ink/ink1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50.917"/>
    </inkml:context>
    <inkml:brush xml:id="br0">
      <inkml:brushProperty name="width" value="0.05" units="cm"/>
      <inkml:brushProperty name="height" value="0.05" units="cm"/>
    </inkml:brush>
  </inkml:definitions>
  <inkml:trace contextRef="#ctx0" brushRef="#br0">0 59 3809,'0'0'1652,"1"-9"4287,-1 8-5882,0 0 1,0 0-1,0 0 1,0 0-1,0 0 1,0 1-1,1-1 1,-1 0-1,0 0 1,1 0-1,-1 0 1,1 1-1,-1-1 1,1 0-1,-1 0 1,1 1-1,-1-1 1,1 0-1,0 1 1,-1-1-1,1 1 1,0-1-1,-1 1 1,1-1-1,1 0 1,27-3 283,1 1 1,-1 1 0,36 3 0,19-2 354,17-9 241,25 0-1294,-119 10-1814,0 1-1250</inkml:trace>
</inkml:ink>
</file>

<file path=ppt/ink/ink1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51.226"/>
    </inkml:context>
    <inkml:brush xml:id="br0">
      <inkml:brushProperty name="width" value="0.05" units="cm"/>
      <inkml:brushProperty name="height" value="0.05" units="cm"/>
    </inkml:brush>
  </inkml:definitions>
  <inkml:trace contextRef="#ctx0" brushRef="#br0">50 1 5401,'0'0'1275,"-1"5"-4180,-9 33 2396,1 0 1,-4 54-1,0 84 3501,12-167-2988,0 4 231,1-9-117,-1 1 0,0 0-1,1-1 1,0 1 0,0 0 0,1-1 0,-1 1 0,1 0 0,0-1 0,0 1 0,3 5 0,0-6-880</inkml:trace>
</inkml:ink>
</file>

<file path=ppt/ink/ink1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51.589"/>
    </inkml:context>
    <inkml:brush xml:id="br0">
      <inkml:brushProperty name="width" value="0.05" units="cm"/>
      <inkml:brushProperty name="height" value="0.05" units="cm"/>
    </inkml:brush>
  </inkml:definitions>
  <inkml:trace contextRef="#ctx0" brushRef="#br0">34 1 6513,'0'0'2121,"-1"7"-4567,-7 27 2060,-5 48-1,1 106 4078,13-170-3301,-2 5 3822</inkml:trace>
</inkml:ink>
</file>

<file path=ppt/ink/ink1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52.207"/>
    </inkml:context>
    <inkml:brush xml:id="br0">
      <inkml:brushProperty name="width" value="0.05" units="cm"/>
      <inkml:brushProperty name="height" value="0.05" units="cm"/>
    </inkml:brush>
  </inkml:definitions>
  <inkml:trace contextRef="#ctx0" brushRef="#br0">252 5 6449,'-2'-2'-29,"-14"-1"1145,1 4-1141,0 0-1,1 1 1,-1 0-1,0 2 1,1-1-1,-1 2 1,1 0-1,1 1 1,-1 0-1,1 1 1,0 0-1,0 1 1,1 1-1,-16 13 1,27-21 52,0-1 1,1 1 0,-1-1 0,0 1 0,1 0 0,-1-1 0,0 1 0,1 0 0,-1-1 0,1 1 0,-1 0 0,1 0 0,0-1 0,-1 1 0,1 0 0,0 0 0,-1 0 0,1 0 0,0 0 0,0-1 0,0 1 0,0 0 0,0 0-1,0 0 1,0 0 0,0 0 0,0 0 0,0-1 0,0 1 0,1 0 0,-1 0 0,0 0 0,1 0 0,-1-1 0,0 1 0,1 0 0,-1 0 0,1-1 0,-1 1 0,1 0 0,0-1 0,-1 1 0,1 0 0,0-1 0,-1 1-1,1-1 1,0 1 0,0-1 0,-1 0 0,1 1 0,0-1 0,0 0 0,0 1 0,0-1 0,1 0 0,8 3 561,1 0 1,-1-1-1,19 1 0,-21-2-417,15 2 277,82 13 695,-95-14-1059,0 1 0,0 0 0,-1 0 0,1 1 0,-1 1 0,0-1 0,0 1 0,8 7 0,-14-11-88,-1 1 1,0 0 0,0 0-1,0 0 1,0 0 0,0 1-1,-1-1 1,1 0 0,0 1-1,-1-1 1,0 1 0,0 0-1,0-1 1,0 1 0,0 0-1,0 0 1,-1-1 0,1 1 0,-1 0-1,0 0 1,0 0 0,0 0-1,0 0 1,0-1 0,-1 1-1,1 0 1,-1 0 0,0 0-1,0-1 1,0 1 0,0 0-1,0-1 1,-1 1 0,1-1-1,-4 5 1,1-2-2,0 1 0,-1-1-1,1-1 1,-1 1 0,0-1 0,0 1 0,-1-1-1,1-1 1,-1 1 0,1-1 0,-1 0 0,0 0-1,-1-1 1,-10 3 0,6-3 104,0 0 0,-1-1 0,1-1 0,-1 0 1,1 0-1,-1-2 0,1 1 0,0-1 0,-14-4 0,24 5 798</inkml:trace>
</inkml:ink>
</file>

<file path=ppt/ink/ink1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52.494"/>
    </inkml:context>
    <inkml:brush xml:id="br0">
      <inkml:brushProperty name="width" value="0.05" units="cm"/>
      <inkml:brushProperty name="height" value="0.05" units="cm"/>
    </inkml:brush>
  </inkml:definitions>
  <inkml:trace contextRef="#ctx0" brushRef="#br0">10 0 9602,'0'0'200,"-4"24"-1400,4-5 776,1 8 456,-1 4 152,-1 3 176,-1 0 48,-2-1 32,4-1-64,0-8-56,0-5-24,2-5 8,-2-7-16</inkml:trace>
</inkml:ink>
</file>

<file path=ppt/ink/ink1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52.636"/>
    </inkml:context>
    <inkml:brush xml:id="br0">
      <inkml:brushProperty name="width" value="0.05" units="cm"/>
      <inkml:brushProperty name="height" value="0.05" units="cm"/>
    </inkml:brush>
  </inkml:definitions>
  <inkml:trace contextRef="#ctx0" brushRef="#br0">23 7 9514,'-12'-3'512,"1"0"264</inkml:trace>
</inkml:ink>
</file>

<file path=ppt/ink/ink1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53.127"/>
    </inkml:context>
    <inkml:brush xml:id="br0">
      <inkml:brushProperty name="width" value="0.05" units="cm"/>
      <inkml:brushProperty name="height" value="0.05" units="cm"/>
    </inkml:brush>
  </inkml:definitions>
  <inkml:trace contextRef="#ctx0" brushRef="#br0">21 29 3473,'-1'6'544,"-12"133"1486,6-58-1114,9-94 710,1 0 1,0 1-1,4-13 1,0 7-1449,-1 1 1,2 1-1,1-1 0,0 2 1,12-18-1,-16 26-344,1 0 0,-1 1-1,1 0 1,0 0 0,1 0 0,-1 1 0,1 0-1,0 0 1,1 1 0,11-6 0,-14 8 210,1 1-1,-1-1 1,1 1-1,-1 0 1,1 1 0,0-1-1,-1 1 1,1 0 0,0 0-1,-1 1 1,1 0-1,-1 0 1,1 0 0,-1 1-1,1-1 1,-1 1 0,9 5-1,-5-3-25,-1 1 1,-1 0-1,1 0 0,-1 0 1,1 1-1,-2 0 0,1 1 0,-1-1 1,0 1-1,9 13 0,-12-15 11,-1-1-1,0 1 1,1 0 0,-2 0-1,1 0 1,0 0-1,-1 0 1,0 0 0,0 0-1,-1 0 1,0 0 0,0 1-1,0-1 1,0 0 0,-1 0-1,1 1 1,-1-1-1,-1 0 1,-3 10 0,2-9-33,2-5-81,0 1 1,0-1-1,1 1 0,-1-1 0,0 1 0,0 0 0,1-1 0,-1 1 0,1 0 0,0 0 0,-1-1 0,1 1 0,0 0 1,0 0-1,0-1 0,0 1 0,0 0 0,1 0 0,0 1 0,10 3-2809</inkml:trace>
</inkml:ink>
</file>

<file path=ppt/ink/ink1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53.719"/>
    </inkml:context>
    <inkml:brush xml:id="br0">
      <inkml:brushProperty name="width" value="0.05" units="cm"/>
      <inkml:brushProperty name="height" value="0.05" units="cm"/>
    </inkml:brush>
  </inkml:definitions>
  <inkml:trace contextRef="#ctx0" brushRef="#br0">20 30 7034,'0'-1'194,"1"-1"1,-1 1 0,1-1 0,0 1 0,-1 0 0,1 0 0,0-1 0,0 1 0,0 0 0,0 0 0,0 0 0,0 0 0,0 0 0,0 0 0,0 0 0,0 0-1,1 0 1,-1 1 0,0-1 0,0 0 0,1 1 0,-1-1 0,1 1 0,-1 0 0,0-1 0,1 1 0,-1 0 0,4 0 0,43-4 444,-36 4-501,0 1 0,0 0 0,0 1 1,-1 1-1,17 4 0,-23-5-130,1 0-1,0 1 0,-1-1 1,1 1-1,-1 0 1,0 0-1,0 1 0,0-1 1,-1 1-1,1 0 0,-1 1 1,6 7-1,-9-11-20,0 0-1,-1 0 1,1 0-1,0 1 1,-1-1 0,1 0-1,-1 1 1,1-1-1,-1 1 1,1-1-1,-1 0 1,0 1 0,0-1-1,0 1 1,0-1-1,0 1 1,0-1-1,0 1 1,0-1 0,-1 1-1,1-1 1,-1 0-1,1 1 1,-2 1-1,0 0-26,0 0-1,0 0 0,0-1 0,-1 1 1,1-1-1,-1 1 0,0-1 0,0 0 1,0 0-1,-3 2 0,-6 2-183,-1-1 0,0 0 0,1-1 0,-19 5 0,-22-3-815,51-6 896,7-10-150,-2 6 317,0 1 0,1 0 1,0 0-1,0 0 0,0 0 1,0 0-1,0 1 1,0-1-1,1 1 0,-1 0 1,1 1-1,-1-1 0,1 1 1,0 0-1,-1 0 1,1 0-1,0 1 0,0 0 1,0 0-1,0 0 0,5 1 1,0 0-16,-1 1 0,0 1 0,0-1 0,0 2 0,-1-1 0,1 1 0,-1 0 0,1 1 0,-1 0 0,-1 0 0,1 1 0,6 6 1,-10-9-7,-1 0 1,-1 0 0,1 0 0,0 1 0,-1-1-1,0 1 1,1-1 0,-2 1 0,1 0 0,0 0 0,-1 0-1,3 7 1,-4-8 7,0 0-1,0 0 1,0 0-1,0 0 0,-1 0 1,1 0-1,-1 0 1,0 0-1,0 0 1,0-1-1,0 1 1,0 0-1,0-1 0,-1 1 1,1-1-1,-1 1 1,0-1-1,0 1 1,0-1-1,-3 2 1,-4 5 16,-2-1 0,1 0 0,-1-1 0,0 0 1,-1-1-1,1 0 0,-19 6 0,-89 24 258,119-36-285,-10 2-66,1 0 0,0 0-1,-1 0 1,0-1 0,1-1-1,-19-1 1,11-2-933</inkml:trace>
</inkml:ink>
</file>

<file path=ppt/ink/ink1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54.017"/>
    </inkml:context>
    <inkml:brush xml:id="br0">
      <inkml:brushProperty name="width" value="0.05" units="cm"/>
      <inkml:brushProperty name="height" value="0.05" units="cm"/>
    </inkml:brush>
  </inkml:definitions>
  <inkml:trace contextRef="#ctx0" brushRef="#br0">0 57 5089,'8'-3'744,"1"-3"769,2 0-313,7 0-96,3 0-64,6 2-80,-1-1-15,5 1-169,-1 1-144,1-2-296,2 2-104,-7-1-192,1 2-152,-5 2-912,-4 0-1009</inkml:trace>
</inkml:ink>
</file>

<file path=ppt/ink/ink1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54.503"/>
    </inkml:context>
    <inkml:brush xml:id="br0">
      <inkml:brushProperty name="width" value="0.05" units="cm"/>
      <inkml:brushProperty name="height" value="0.05" units="cm"/>
    </inkml:brush>
  </inkml:definitions>
  <inkml:trace contextRef="#ctx0" brushRef="#br0">178 1 1368,'-21'14'575,"-13"13"-12,33-27-395,0 1 1,0 0 0,0-1-1,0 1 1,0 0-1,0 0 1,0-1-1,1 1 1,-1 0 0,0 0-1,1 0 1,-1 0-1,0 0 1,1 0 0,-1 0-1,0 2 1,12 14 2855,-10-16-2978,5 6 118,0 0-1,1 0 1,0-1 0,0 0-1,0 0 1,1-1 0,10 6-1,9 2 184,-10-6-217,0 1 0,-1 0 0,0 1 0,0 1 1,-1 1-1,17 15 0,-30-25-111,-1 0 0,0 0 0,0 0 1,0 0-1,0 1 0,0-1 0,0 0 0,-1 1 0,1-1 1,0 1-1,-1-1 0,1 1 0,-1-1 0,1 1 0,-1-1 0,0 1 1,0 0-1,1-1 0,-1 1 0,0 0 0,-1-1 0,1 1 1,0-1-1,-1 3 0,0-2-7,0 1 0,-1-1 0,1 1 0,-1-1 0,1 0 0,-1 0 0,0 0 1,0 0-1,0 0 0,0 0 0,-1 0 0,-3 2 0,-5 2 19,-1 0 0,0 0 1,0-1-1,-23 6 0,19-7-68,0 0 0,0-1 0,0-1 0,-1 0 0,1-1-1,-1-1 1,1-1 0,-1 0 0,1-1 0,0-1 0,0 0 0,-21-8-1,24 3-1230</inkml:trace>
</inkml:ink>
</file>

<file path=ppt/ink/ink1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54.823"/>
    </inkml:context>
    <inkml:brush xml:id="br0">
      <inkml:brushProperty name="width" value="0.05" units="cm"/>
      <inkml:brushProperty name="height" value="0.05" units="cm"/>
    </inkml:brush>
  </inkml:definitions>
  <inkml:trace contextRef="#ctx0" brushRef="#br0">1 58 2449,'0'0'-165,"0"1"365,0-1 0,0 1 0,-1 0-1,1 0 1,0-1 0,0 1 0,1 0-1,-1 0 1,0-1 0,0 1 0,0 0-1,0 0 1,1-1 0,-1 1-1,0 0 1,1-1 0,-1 1 0,0 0-1,1-1 1,-1 1 0,1-1 0,-1 1-1,1-1 1,-1 1 0,1-1 0,0 1-1,-1-1 1,1 1 0,0 0-1,1 0-110,0 2 96,0-1 0,-1 0 0,1 0 0,1 1-1,-1-1 1,0-1 0,0 1 0,1 0 0,-1-1 0,1 1 0,0-1 0,-1 0 0,1 0 0,0 0 0,0 0-1,0 0 1,-1 0 0,1-1 0,0 0 0,0 1 0,0-1 0,0 0 0,0 0 0,0-1 0,0 1 0,5-2 0,3-1 528,-1-1 0,0 0 0,0-1 1,12-7-1,-19 11-598,0-1 1,0 0-1,0 0 1,-1 0-1,1 0 1,-1-1-1,1 1 0,-1-1 1,0 1-1,0-1 1,0 0-1,0 0 1,-1 0-1,1 0 1,-1 0-1,0 0 1,0 0-1,1-4 0,-1 6-149,-1 0-1,0 0 0,0 0 0,0 0 1,0 0-1,0 0 0,-1 0 0,1 1 1,0-1-1,0 0 0,-1 0 0,1 0 0,0 0 1,-1 1-1,1-1 0,-1 0 0,1 0 1,-1 1-1,1-1 0,-1 0 0,1 1 1,-1-1-1,0 1 0,1-1 0,-1 0 0,0 1 1,0-1-1,-17-3-2266</inkml:trace>
</inkml:ink>
</file>

<file path=ppt/ink/ink1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7:59.143"/>
    </inkml:context>
    <inkml:brush xml:id="br0">
      <inkml:brushProperty name="width" value="0.05" units="cm"/>
      <inkml:brushProperty name="height" value="0.05" units="cm"/>
    </inkml:brush>
  </inkml:definitions>
  <inkml:trace contextRef="#ctx0" brushRef="#br0">1 462 544,'0'0'1604,"16"7"229,-3-3-1412,1-1 1,-1-1-1,1 0 1,26-1-1,174-13 2388,75-4-1438,48 19-1314,8-1 34,-91-7 33,302-13 760,-247 7-268,53-3-261,1-14-6,201-19 759,-274 5-742,-195 32-289,402-45 240,-229 35-264,-87 9-20,266-5 40,1 24-50,-186-1 26,407-25 72,-533 11-115,254 1 24,-186 5 23,610 5 384,92-30 116,-317 7-329,-65 7-43,1006-41 1285,484 0-197,-1962 54-1210,598 2 1295,-529-12-2374</inkml:trace>
</inkml:ink>
</file>

<file path=ppt/ink/ink1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8:01.721"/>
    </inkml:context>
    <inkml:brush xml:id="br0">
      <inkml:brushProperty name="width" value="0.05" units="cm"/>
      <inkml:brushProperty name="height" value="0.05" units="cm"/>
      <inkml:brushProperty name="color" value="#004F8B"/>
    </inkml:brush>
  </inkml:definitions>
  <inkml:trace contextRef="#ctx0" brushRef="#br0">70 67 1784,'-5'-6'6706,"3"4"-6512,0 1 0,0-1 0,0 1 0,0-1 1,0 1-1,0-1 0,-1 1 0,1 0 0,-3-1 1,-3-1-166,5 2-11,0 0 0,0 0 0,0 0 0,0 0 0,0 0 0,0 1-1,0 0 1,-5-1 1554,14 2-497,17 1-776,1-1 0,0-1 1,0-2-1,-1 0 0,47-11 0,-1 1 620,-50 9-856,28-3 661,-14 5-3753,-21 1-292</inkml:trace>
</inkml:ink>
</file>

<file path=ppt/ink/ink1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8:02.043"/>
    </inkml:context>
    <inkml:brush xml:id="br0">
      <inkml:brushProperty name="width" value="0.05" units="cm"/>
      <inkml:brushProperty name="height" value="0.05" units="cm"/>
      <inkml:brushProperty name="color" value="#004F8B"/>
    </inkml:brush>
  </inkml:definitions>
  <inkml:trace contextRef="#ctx0" brushRef="#br0">30 1 6553,'0'0'3899,"0"7"-6791,-9 104 812,-8 64 3200,15-157-390,1 0 0,1 29 0,1-41-406</inkml:trace>
</inkml:ink>
</file>

<file path=ppt/ink/ink1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8:02.781"/>
    </inkml:context>
    <inkml:brush xml:id="br0">
      <inkml:brushProperty name="width" value="0.05" units="cm"/>
      <inkml:brushProperty name="height" value="0.05" units="cm"/>
      <inkml:brushProperty name="color" value="#004F8B"/>
    </inkml:brush>
  </inkml:definitions>
  <inkml:trace contextRef="#ctx0" brushRef="#br0">66 86 6193,'0'0'6744,"0"-1"-6570,0 0 0,0 0-1,0 1 1,0-1-1,0 0 1,0 0-1,0 0 1,0 1-1,0-1 1,0 0 0,1 0-1,-1 0 1,0 1-1,0-1 1,1 0-1,-1 0 1,1 1 0,-1-1-1,1 0 1,-1 1-1,1-1 1,-1 0-1,1 1 1,-1-1-1,1 1 1,0-1 0,0 0-1,25-30 1,-19 23-73,-4 6-79,7-1-43,-9 2 23,8-3-44,1 1 0,-1 0 0,1 0 0,0 1 0,10-2 0,-17 4 7,0-1-1,-1 1 1,1 0 0,-1 0 0,1 0-1,-1 1 1,1-1 0,-1 1-1,1-1 1,-1 1 0,1 0 0,-1 0-1,0 0 1,1 0 0,-1 0 0,0 0-1,0 1 1,0-1 0,0 1 0,0 0-1,0-1 1,0 1 0,0 0 0,-1 0-1,1 0 1,-1 0 0,1 1-1,-1-1 1,1 3 0,0-1-10,-1 0 1,0 0-1,0 0 0,0 0 1,0 0-1,-1 0 0,0 0 1,1 1-1,-2-1 0,1 0 1,0 0-1,-1 0 0,0 0 1,-2 7-1,0-4 8,0 0 0,0 0 0,-1 0 0,0 0 0,0-1 0,-1 1 0,-7 6 0,-4 4 21,-2-2 0,0 0-1,0 0 1,-25 13 0,9-9 13,22-13 17,0 1 1,0 0-1,1 0 1,-12 11-1,22-17 280,10-1 455,35-5-320,-1-1 0,49-14 0,6-2 247,-64 13-216,-27 6-580,1 1 0,0 0 0,-1 0 0,15-1 0</inkml:trace>
</inkml:ink>
</file>

<file path=ppt/ink/ink1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8:05.606"/>
    </inkml:context>
    <inkml:brush xml:id="br0">
      <inkml:brushProperty name="width" value="0.05" units="cm"/>
      <inkml:brushProperty name="height" value="0.05" units="cm"/>
      <inkml:brushProperty name="color" value="#004F8B"/>
    </inkml:brush>
  </inkml:definitions>
  <inkml:trace contextRef="#ctx0" brushRef="#br0">0 43 3737,'0'0'12498,"12"-2"-11444,75-12-893,160-6 1,-175 13-1517</inkml:trace>
</inkml:ink>
</file>

<file path=ppt/ink/ink1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8:05.777"/>
    </inkml:context>
    <inkml:brush xml:id="br0">
      <inkml:brushProperty name="width" value="0.05" units="cm"/>
      <inkml:brushProperty name="height" value="0.05" units="cm"/>
      <inkml:brushProperty name="color" value="#004F8B"/>
    </inkml:brush>
  </inkml:definitions>
  <inkml:trace contextRef="#ctx0" brushRef="#br0">0 0 4129,'0'0'504</inkml:trace>
</inkml:ink>
</file>

<file path=ppt/ink/ink1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8:05.919"/>
    </inkml:context>
    <inkml:brush xml:id="br0">
      <inkml:brushProperty name="width" value="0.05" units="cm"/>
      <inkml:brushProperty name="height" value="0.05" units="cm"/>
      <inkml:brushProperty name="color" value="#004F8B"/>
    </inkml:brush>
  </inkml:definitions>
  <inkml:trace contextRef="#ctx0" brushRef="#br0">7 0 4369,'-2'27'240,"1"-5"200,1-6-280,-2-4 24,1 0 40,1-5 72,0 1 64,0-7-1224</inkml:trace>
</inkml:ink>
</file>

<file path=ppt/ink/ink1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8:06.705"/>
    </inkml:context>
    <inkml:brush xml:id="br0">
      <inkml:brushProperty name="width" value="0.05" units="cm"/>
      <inkml:brushProperty name="height" value="0.05" units="cm"/>
      <inkml:brushProperty name="color" value="#004F8B"/>
    </inkml:brush>
  </inkml:definitions>
  <inkml:trace contextRef="#ctx0" brushRef="#br0">83 92 7626,'0'0'4973,"12"-18"-171,12-14-4557,-22 30-232,0 0-1,-1 0 0,1-1 0,1 1 1,-1 1-1,0-1 0,0 0 0,1 0 0,-1 1 1,1-1-1,-1 1 0,1 0 0,0 0 0,4-1 1,1-1-6,-1 0-43,0 1 0,-1 0 0,1 0-1,0 1 1,0 0 0,0 0 0,0 0 0,0 1 0,13 2-1,-17-2-16,-1 0 0,1 1-1,-1 0 1,1 0-1,-1 0 1,0 0-1,1 0 1,-1 0 0,0 0-1,0 1 1,0 0-1,0-1 1,0 1-1,0 0 1,0 0 0,0 0-1,-1 0 1,1 0-1,-1 0 1,1 0 0,-1 0-1,0 1 1,0-1-1,0 0 1,0 1-1,-1-1 1,1 1 0,0 0-1,-1 3 1,1 2 4,0 0 0,-1 0 0,0 0 0,-1 0 0,0 0 1,0 0-1,-1 0 0,0-1 0,0 1 0,0 0 0,-1-1 1,-1 0-1,1 0 0,-1 0 0,0 0 0,-1 0 0,1-1 0,-1 1 1,-1-1-1,1-1 0,-1 1 0,0-1 0,0 0 0,-1 0 0,-8 4 1,-4 2 82,-1 0 0,0-1 1,-1-2-1,0 0 1,0-1-1,-1-1 0,-39 6 1,59-12 1088,82-4 352,83-14 0,-62 6-575,-99 11-862,2 0-2222</inkml:trace>
</inkml:ink>
</file>

<file path=ppt/ink/ink1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8:07.423"/>
    </inkml:context>
    <inkml:brush xml:id="br0">
      <inkml:brushProperty name="width" value="0.05" units="cm"/>
      <inkml:brushProperty name="height" value="0.05" units="cm"/>
      <inkml:brushProperty name="color" value="#004F8B"/>
    </inkml:brush>
  </inkml:definitions>
  <inkml:trace contextRef="#ctx0" brushRef="#br0">18 96 4737,'0'-2'5904,"5"-15"-3780,-1 8-1819,-3 6-27,0 0 0,0-1 0,0 1 0,0 0 0,0 0 0,0-1 0,-1 1 0,0 0 0,0-5 0,7-18 2381,-3 22-3673,-3 19 248,-26 219 98,5-70 1048,19-153 2571</inkml:trace>
</inkml:ink>
</file>

<file path=ppt/ink/ink1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8:08.138"/>
    </inkml:context>
    <inkml:brush xml:id="br0">
      <inkml:brushProperty name="width" value="0.05" units="cm"/>
      <inkml:brushProperty name="height" value="0.05" units="cm"/>
      <inkml:brushProperty name="color" value="#004F8B"/>
    </inkml:brush>
  </inkml:definitions>
  <inkml:trace contextRef="#ctx0" brushRef="#br0">233 196 10354,'5'-25'3560,"-2"10"-2902,0 1 1,-1-1-1,-1 0 1,0 1-1,-1-19 1,0 30-782,-1 0-1,1 0 1,-1 1 0,0-1 0,1 0-1,-1 0 1,0 1 0,-1-1-1,1 0 1,0 1 0,-1-1-1,1 1 1,-1-1 0,0 1 0,0 0-1,0 0 1,0 0 0,0 0-1,-1 0 1,1 0 0,0 1 0,-1-1-1,1 1 1,-1 0 0,0-1-1,0 1 1,1 0 0,-1 1-1,0-1 1,0 0 0,0 1 0,-4-1-1,2 1-73,1 0-1,-1 0 1,1 0-1,-1 0 1,1 1-1,0 0 1,-1 0-1,1 0 1,0 0 0,-1 1-1,1-1 1,0 1-1,0 0 1,0 1-1,-3 2 1,1 0 97,0 0 1,0 0 0,1 1 0,0 0 0,0 0 0,0 0-1,1 1 1,-4 7 0,-2 5 101,1 2 1,2 0-1,0 0 0,1 0 1,-4 27-1,6-24 42,1 0 0,1 0 0,1 1 0,2 30 0,0-48 120,-1-1 1,1 1 0,0-1-1,0 0 1,1 1 0,0-1 0,0 0-1,1 0 1,-1 0 0,1 0 0,0-1-1,1 1 1,-1-1 0,1 0-1,0 0 1,1 0 0,-1 0 0,1-1-1,0 0 1,0 0 0,8 5 0,-4-6-77,1 0 0,-1-1 0,1 1 1,0-2-1,0 0 0,0 0 1,0 0-1,0-2 0,12 0 0,30-3-1217</inkml:trace>
</inkml:ink>
</file>

<file path=ppt/ink/ink1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8:08.510"/>
    </inkml:context>
    <inkml:brush xml:id="br0">
      <inkml:brushProperty name="width" value="0.05" units="cm"/>
      <inkml:brushProperty name="height" value="0.05" units="cm"/>
      <inkml:brushProperty name="color" value="#004F8B"/>
    </inkml:brush>
  </inkml:definitions>
  <inkml:trace contextRef="#ctx0" brushRef="#br0">107 138 7394,'0'-1'179,"0"1"0,0-1 0,-1 0 0,1 1 0,0-1 0,-1 0 0,1 1 0,0-1 0,-1 1 0,1-1 0,-1 1 0,1-1 0,-1 1 0,1-1 0,-1 1 0,0-1 0,1 1 0,-1 0 0,0-1 0,0 1-144,0 0 0,0 0 0,0 0-1,1 0 1,-1 0 0,0 0-1,0 1 1,0-1 0,0 0 0,1 1-1,-1-1 1,0 0 0,0 1-1,1-1 1,-1 1 0,0-1 0,0 1-1,1-1 1,-1 1 0,1 0-1,-2 0 1,-2 5-266,0-1 0,0 0 0,1 1-1,-6 10 1,0 3 225,0 1 0,1 1 0,1-1-1,1 1 1,1 0 0,1 1 0,0-1-1,0 34 1,4-52 113,0 0 1,0 0-1,0-1 0,1 1 0,-1 0 0,1 0 1,0-1-1,0 1 0,0 0 0,0-1 0,0 1 1,0-1-1,1 1 0,-1-1 0,1 0 1,0 1-1,-1-1 0,1 0 0,0 0 0,0 0 1,1 0-1,-1-1 0,0 1 0,1-1 0,-1 1 1,0-1-1,1 0 0,0 0 0,-1 0 0,1 0 1,0 0-1,-1-1 0,1 1 0,0-1 0,0 0 1,3 0-1,2 0 255,1-1 0,0 0 0,0 0 0,-1-1 0,1 0 0,-1-1 1,1 1-1,-1-2 0,0 1 0,10-7 0,-9 4-255,1-1 0,-1-1-1,0 0 1,-1 0 0,1 0 0,-2-1 0,1-1-1,-1 1 1,-1-1 0,0 0 0,0 0 0,-1-1-1,0 0 1,6-21 0,-6 15-171,-1-1-1,-1 0 1,-1 0-1,0 0 1,-1 0-1,-1 0 1,0 0-1,-7-36 0,7 51-56,-1-1 0,0 0 0,0 1 0,0-1 0,0 0-1,-1 1 1,0-1 0,1 1 0,-1 0 0,0 0 0,-1 0-1,1 0 1,0 0 0,-1 0 0,0 0 0,0 1 0,0-1-1,0 1 1,0 0 0,0 0 0,0 0 0,-1 0-1,1 1 1,-1-1 0,-5-1 0,2 2-100,-1 0 0,1 0 0,0 1 1,0 0-1,-1 0 0,1 1 0,0 0 0,-1 0 1,1 1-1,0-1 0,0 2 0,-7 2 0,-17 8-1436</inkml:trace>
</inkml:ink>
</file>

<file path=ppt/ink/ink1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8:09.042"/>
    </inkml:context>
    <inkml:brush xml:id="br0">
      <inkml:brushProperty name="width" value="0.05" units="cm"/>
      <inkml:brushProperty name="height" value="0.05" units="cm"/>
      <inkml:brushProperty name="color" value="#004F8B"/>
    </inkml:brush>
  </inkml:definitions>
  <inkml:trace contextRef="#ctx0" brushRef="#br0">300 1 10426,'-1'0'4147,"-12"0"-4642,0 1 406,-1 2 0,1-1 0,0 2 0,0 0 0,1 0 0,-1 2 0,-18 9 0,-5 1 69,21-9 29,-1 0-1,1 0 1,0 2-1,1 0 1,-25 20 0,37-28-48,11 3 159,1-2 69,-1 1-1,0-1 0,1 0 1,-1-1-1,1-1 0,0 1 1,16-2-1,19 1 236,-27 2-378,-1 0 1,1 1-1,0 0 1,-1 2-1,0 0 1,0 1-1,16 8 1,-28-11-63,0-1 0,-1 0 0,1 1 1,-1 0-1,0 0 0,0 1 0,0-1 1,0 1-1,-1-1 0,1 1 0,-1 1 1,0-1-1,0 0 0,0 1 0,-1-1 1,1 1-1,-1 0 0,-1 0 0,1 0 0,0 0 1,-1 0-1,0 0 0,0 0 0,-1 0 1,0 0-1,0 1 0,0-1 0,-1 8 1,0-8 10,-1-1 0,1 1 1,-1-1-1,0 1 0,-1-1 0,1 0 1,-1 1-1,1-1 0,-1-1 1,-1 1-1,1 0 0,0-1 1,-1 1-1,0-1 0,0 0 1,0-1-1,0 1 0,0 0 1,-6 1-1,-4 3 20,-1 0 0,1-2 1,-1 0-1,-28 5 0,19-5-238,0 0 0,0-2-1,0-1 1,-1-1 0,1-2 0,-34-3-1,41-2-2118</inkml:trace>
</inkml:ink>
</file>

<file path=ppt/ink/ink1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8:09.680"/>
    </inkml:context>
    <inkml:brush xml:id="br0">
      <inkml:brushProperty name="width" value="0.05" units="cm"/>
      <inkml:brushProperty name="height" value="0.05" units="cm"/>
      <inkml:brushProperty name="color" value="#004F8B"/>
    </inkml:brush>
  </inkml:definitions>
  <inkml:trace contextRef="#ctx0" brushRef="#br0">113 52 4561,'-3'-2'702,"-9"-8"638,12 9-1153,0 1 0,0 0-1,0-1 1,-1 1 0,1 0 0,0-1 0,0 1 0,0 0-1,0-1 1,0 1 0,1 0 0,-1-1 0,0 1-1,0 0 1,0-1 0,0 1 0,0 0 0,0 0 0,0-1-1,1 1 1,-1 0 0,0-1 0,0 1 0,0 0-1,1 0 1,-1-1 0,0 1 0,0 0 0,1 0 0,-1 0-1,0-1 1,1 1 0,5-4-77,-1 1 1,2-1-1,-1 1 0,0 0 1,1 1-1,-1-1 0,1 1 1,-1 1-1,1-1 0,0 1 1,0 0-1,0 1 0,0 0 1,0 0-1,0 0 0,7 2 1,-9-1-107,-1 0 1,0 0-1,0 0 1,0 1-1,0-1 1,0 1-1,0 0 1,0 1-1,-1-1 1,1 0-1,-1 1 1,1 0 0,-1 0-1,0 0 1,0 0-1,-1 1 1,1-1-1,-1 1 1,1-1-1,-1 1 1,0 0-1,0 0 1,-1 0-1,1 0 1,-1 0 0,0 0-1,0 1 1,0 5-1,0-3-23,-1 0-1,-1 0 1,1-1 0,-1 1-1,0 0 1,-1-1 0,1 1-1,-1-1 1,-1 1 0,1-1-1,-1 0 1,0 0 0,-1 0-1,1 0 1,-1-1 0,-9 10-1,6-6 19,-1 0-1,-1-1 0,1-1 1,-1 1-1,-1-2 0,1 1 1,-1-1-1,0 0 0,-13 4 1,21-9 14,1 0 0,-1-1-1,1 1 1,-1 0 0,0-1 0,0 0 0,1 1 0,-1-1 0,0 0 0,0 0 0,1 0 0,-1 0 0,0 0 0,0 0-1,-2-1 1,3 0 6,1 1 0,-1 0 0,1-1 0,-1 1 0,1-1 0,0 1 0,-1-1-1,1 1 1,0-1 0,-1 1 0,1-1 0,0 1 0,-1-1 0,1 1 0,0-1-1,0 1 1,0-1 0,0 0 0,0 1 0,0-1 0,-1 1 0,1-1 0,0 0-1,1 1 1,-1-1 0,0 1 0,0-1 0,0-1 0,1-2 7,1 1 0,-1-1 0,1 0-1,0 1 1,0-1 0,0 1 0,0 0 0,0-1 0,1 1 0,-1 0 0,1 1 0,3-4 0,0 2-14,-1 0 0,1 0 0,0 0 0,0 1 1,0 0-1,0 0 0,1 0 0,-1 1 0,1 0 1,0 0-1,-1 1 0,1 0 0,0 0 0,0 0 1,0 1-1,0 0 0,0 1 0,7 0 1,-9 1-4,1-1 0,-1 1 1,0 0-1,1 1 1,-1-1-1,0 1 1,0 0-1,-1 0 1,1 1-1,0-1 1,-1 1-1,0 0 1,0 0-1,0 1 0,-1-1 1,1 1-1,-1-1 1,0 1-1,-1 0 1,1 0-1,3 11 1,-4-12-22,-1 0 1,0 0 0,0 1-1,0-1 1,0 1-1,0-1 1,-1 0 0,0 1-1,0-1 1,0 1-1,-1-1 1,1 1 0,-1-1-1,0 0 1,-1 1-1,-2 7 1,1-6 4,-1-1-1,1 0 1,-1 0 0,0 0-1,0 0 1,0-1 0,-1 1-1,0-1 1,0 0 0,-9 6-1,-3-2 8,1 1 1,-1-2-1,0 0 0,-1-1 0,1-1 0,-1-1 0,-22 3 0,33-6-6,-9 2-30,0-1 0,-1 0 0,1-2 1,-1 0-1,1 0 0,-29-6 0,34-2-831,9-3-957</inkml:trace>
</inkml:ink>
</file>

<file path=ppt/ink/ink1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8:09.946"/>
    </inkml:context>
    <inkml:brush xml:id="br0">
      <inkml:brushProperty name="width" value="0.05" units="cm"/>
      <inkml:brushProperty name="height" value="0.05" units="cm"/>
      <inkml:brushProperty name="color" value="#004F8B"/>
    </inkml:brush>
  </inkml:definitions>
  <inkml:trace contextRef="#ctx0" brushRef="#br0">1 83 7954,'0'-6'4281,"0"5"-3121,1-1-480,25-18-88,-6 14-112,1-2 24,1 2 32,3-1-31,-2 3-89,-1-2-80,-1 1-176,-2 2-48,-1-1-312,-4 2-472,0-1-1753</inkml:trace>
</inkml:ink>
</file>

<file path=ppt/ink/ink1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8:10.456"/>
    </inkml:context>
    <inkml:brush xml:id="br0">
      <inkml:brushProperty name="width" value="0.05" units="cm"/>
      <inkml:brushProperty name="height" value="0.05" units="cm"/>
      <inkml:brushProperty name="color" value="#004F8B"/>
    </inkml:brush>
  </inkml:definitions>
  <inkml:trace contextRef="#ctx0" brushRef="#br0">51 1 1904,'-7'9'120,"-1"5"293,1 0-1,1 1 1,-9 29-1,14-39-97,-1 0 1,1 0-1,0 0 0,0 0 0,1 0 1,-1 0-1,1 0 0,0 0 0,1 0 1,-1 0-1,1 0 0,0 0 0,0 0 1,1 0-1,-1 0 0,1 0 0,4 7 1,-4-9-12,0-1-1,0 0 1,1 0 0,-1 0 0,1 0 0,-1-1 0,1 1 0,0-1 0,0 1 0,-1-1-1,1 0 1,0 0 0,0 0 0,0 0 0,0-1 0,0 1 0,5-1 0,7 1 258,0-1 1,22-3 0,6 0-212,-37 4-352,1 0-1,-1 0 1,1 1-1,-1 0 1,1 0-1,-1 0 1,0 1-1,0 0 1,0 0 0,0 1-1,-1 0 1,1 0-1,-1 0 1,0 0-1,0 1 1,0 0-1,-1 0 1,0 0-1,6 11 1,-5-10-31,-1 0 1,-1 1 0,1 0-1,-1 0 1,-1 0-1,1 0 1,-1 1 0,0-1-1,-1 0 1,0 1-1,0 0 1,0-1-1,-1 1 1,0-1 0,-1 1-1,0 0 1,-2 8-1,2-11 20,-2-1 0,1 0 0,0 0 0,-1 0 0,0 0 0,0 0 0,0 0 0,0-1 0,-1 1 0,1-1 0,-1 0 0,0 0 0,0 0 0,0-1 0,0 0 0,0 1 0,-1-1 0,1-1 0,-1 1 0,-5 1 0,-12 3 0,0-1 0,-40 4-1,43-7-39,-41 4 26,56-6-110,0 0 0,-1 0 0,1 0 0,0 0 1,0-1-1,-1 0 0,1 0 0,0 0 0,0 0 1,-5-3-1,0-8-2519</inkml:trace>
</inkml:ink>
</file>

<file path=ppt/ink/ink1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8:10.777"/>
    </inkml:context>
    <inkml:brush xml:id="br0">
      <inkml:brushProperty name="width" value="0.05" units="cm"/>
      <inkml:brushProperty name="height" value="0.05" units="cm"/>
      <inkml:brushProperty name="color" value="#004F8B"/>
    </inkml:brush>
  </inkml:definitions>
  <inkml:trace contextRef="#ctx0" brushRef="#br0">54 62 4737,'0'0'2759,"-14"1"-3181,-17 3-5,30-4 435,1 0 1,0 0 0,0 0-1,-1 0 1,1 0-1,0 0 1,-1 0 0,1 0-1,0 0 1,0 0-1,-1 0 1,1 0 0,0 0-1,0 0 1,-1 0 0,1 0-1,0 0 1,0 0-1,-1 1 1,1-1 0,0 0-1,0 0 1,-1 0-1,1 0 1,0 0 0,0 1-1,0-1 1,-1 0 0,1 0-1,0 0 1,0 1-1,0-1 1,0 0 0,-1 0-1,1 1 1,0-1-1,0 1 1,11 7 2732,-5-6-2480,-1 1 0,1-1 0,-1 0-1,1 0 1,0-1 0,0 0 0,0 0-1,0 0 1,0-1 0,0 0 0,0 0 0,0 0-1,0-1 1,0 0 0,0 0 0,0-1-1,0 1 1,9-5 0,-9 3 65,0 1-1,-1-1 1,1-1 0,-1 1-1,10-8 1,-13 10-269,-1-1-1,1 1 0,-1 0 1,0 0-1,0-1 1,1 1-1,-1-1 1,0 1-1,0-1 1,0 1-1,-1-1 1,1 0-1,0 1 0,-1-1 1,1 0-1,-1 0 1,1 1-1,-1-1 1,0 0-1,0 0 1,1 0-1,-1 0 1,-1 1-1,1-1 0,-1-2 1,1 3-136,0 0 1,-1 0-1,1 1 0,-1-1 0,1 0 1,-1 1-1,1-1 0,-1 0 1,1 1-1,-1-1 0,0 1 1,1-1-1,-1 1 0,0-1 1,1 1-1,-1 0 0,0-1 1,0 1-1,1 0 0,-1 0 1,0-1-1,0 1 0,0 0 0,-1 0 1,-18-1-3844</inkml:trace>
</inkml:ink>
</file>

<file path=ppt/ink/ink1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8:13.727"/>
    </inkml:context>
    <inkml:brush xml:id="br0">
      <inkml:brushProperty name="width" value="0.05" units="cm"/>
      <inkml:brushProperty name="height" value="0.05" units="cm"/>
      <inkml:brushProperty name="color" value="#004F8B"/>
    </inkml:brush>
  </inkml:definitions>
  <inkml:trace contextRef="#ctx0" brushRef="#br0">1 74 3497,'-1'-4'10023,"1"3"-9963,1 0-1,-1 1 1,0-1-1,0 0 0,0 1 1,0-1-1,0 1 1,1-1-1,-1 0 1,0 1-1,1-1 0,-1 1 1,0-1-1,1 1 1,-1-1-1,0 1 0,1-1 1,-1 1-1,1 0 1,-1-1-1,1 1 0,-1-1 1,1 1-1,-1 0 1,1 0-1,0-1 0,-1 1 1,2 0-1,29-9 37,0 2 0,1 2 0,0 0-1,36 1 1,9-2 311,-18-2-142,24-1 226,-27 6-3138</inkml:trace>
</inkml:ink>
</file>

<file path=ppt/ink/ink1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8:14.022"/>
    </inkml:context>
    <inkml:brush xml:id="br0">
      <inkml:brushProperty name="width" value="0.05" units="cm"/>
      <inkml:brushProperty name="height" value="0.05" units="cm"/>
      <inkml:brushProperty name="color" value="#004F8B"/>
    </inkml:brush>
  </inkml:definitions>
  <inkml:trace contextRef="#ctx0" brushRef="#br0">61 0 3593,'0'0'5254,"-2"5"-7256,-5 17 1971,0 0 0,2 0 0,0 1 0,2 0 0,0-1 0,1 26 0,-2 10 917,-5 18 300,2-31-62,1 51 1</inkml:trace>
</inkml:ink>
</file>

<file path=ppt/ink/ink1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8:14.698"/>
    </inkml:context>
    <inkml:brush xml:id="br0">
      <inkml:brushProperty name="width" value="0.05" units="cm"/>
      <inkml:brushProperty name="height" value="0.05" units="cm"/>
      <inkml:brushProperty name="color" value="#004F8B"/>
    </inkml:brush>
  </inkml:definitions>
  <inkml:trace contextRef="#ctx0" brushRef="#br0">78 92 10562,'5'-16'5043,"-3"12"-4962,1-1 0,-1 1 0,1 0 0,0 0 0,0 1 0,0-1 0,0 0 0,1 1 1,0 0-1,-1 0 0,1 0 0,0 0 0,1 1 0,-1 0 0,5-2 0,0 0 38,0 0 0,0 1 0,0 1 0,0-1 0,1 1 0,-1 1-1,1 0 1,0 0 0,-1 1 0,12 1 0,-17 0-137,0 0 0,0 0 0,0 0 0,0 1 0,-1-1 0,1 1 0,0 0 0,-1 0-1,1 0 1,-1 1 0,0-1 0,0 1 0,0 0 0,0-1 0,0 2 0,-1-1 0,1 0 0,-1 0 0,0 1 0,0-1 0,0 1 0,0 0 0,-1-1 0,1 1 0,-1 0 0,1 7-1,0-3-8,0-1-1,-1 1 1,0 0-1,-1 0 0,0 0 1,0 0-1,-1 0 1,1-1-1,-2 1 0,1 0 1,-1-1-1,0 1 1,-1-1-1,0 1 0,0-1 1,-1 0-1,1 0 1,-1 0-1,-1-1 0,0 1 1,1-1-1,-2 0 1,1-1-1,-1 1 0,0-1 1,-11 7-1,-4 2 48,-1-1 1,0-1-1,-1 0 0,0-2 1,0-1-1,-1-1 0,-27 5 1,6-1 137,43-12 1300,6 0-1193,352-50 1693,-346 48-3434</inkml:trace>
</inkml:ink>
</file>

<file path=ppt/ink/ink1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8:15.746"/>
    </inkml:context>
    <inkml:brush xml:id="br0">
      <inkml:brushProperty name="width" value="0.05" units="cm"/>
      <inkml:brushProperty name="height" value="0.05" units="cm"/>
      <inkml:brushProperty name="color" value="#004F8B"/>
    </inkml:brush>
  </inkml:definitions>
  <inkml:trace contextRef="#ctx0" brushRef="#br0">191 30 2441,'23'-10'7492,"-7"4"-6533,-16 6-1007,0-1-1,0 1 1,0 0 0,1-1 0,-1 1 0,0 0 0,0 0-1,0-1 1,0 1 0,0 0 0,0 0 0,-1-1 0,1 1-1,0 0 1,0-1 0,0 1 0,0 0 0,0 0 0,0-1-1,0 1 1,0 0 0,-1 0 0,1-1 0,0 1-1,0 0 1,0 0 0,-1 0 0,1-1 0,0 1 0,0 0-1,0 0 1,-1 0 0,1 0 0,0 0 0,0 0 0,-1-1-1,1 1 1,0 0 0,0 0 0,-1 0 0,1 0 0,0 0-1,-1 0 1,1 0 0,0 0 0,0 0 0,-1 0 0,1 0-1,-1 0 1,-10-2-21,1 1 0,-1 0 1,0 0-1,0 1 0,0 1 0,0-1 0,-19 5 0,27-4 88,1-1-1,-1 0 0,1 1 1,-1-1-1,1 1 0,-1 0 1,1 0-1,0 0 0,-1 0 1,1 1-1,0-1 0,0 0 1,0 1-1,0 0 0,0-1 1,0 1-1,0 0 0,1 0 1,-1 0-1,1 0 0,-1 0 1,1 0-1,0 1 0,0-1 1,0 0-1,0 1 0,0-1 1,0 1-1,1-1 0,-1 1 1,1-1-1,0 1 0,-1-1 1,1 1-1,1-1 0,-1 1 1,0 0-1,1 2 0,1 2 292,0 0-1,0-1 0,1 1 0,0-1 0,0 1 0,0-1 1,1 0-1,0 0 0,0-1 0,0 1 0,1-1 1,10 9-1,1-2 325,1-1 0,0-1 0,1-1 0,35 13 0,-34-14-513,0 0-1,0 1 1,34 23-1,-51-31-134,0 0 0,0 0 0,0 1 0,0-1-1,0 1 1,0 0 0,-1-1 0,1 1-1,0 0 1,-1 0 0,0 0 0,1 0-1,-1 0 1,0 1 0,0-1 0,0 0-1,0 0 1,-1 1 0,1-1 0,-1 0-1,1 1 1,-1-1 0,0 1 0,0-1-1,0 1 1,0-1 0,0 0 0,-1 1-1,1-1 1,-1 1 0,1-1 0,-1 0-1,0 1 1,0-1 0,0 0 0,0 0 0,0 0-1,-1 0 1,1 0 0,-1 0 0,1 0-1,-1 0 1,0-1 0,-2 3 0,-7 6-38,0-1 1,0-1-1,-1 0 0,-1 0 1,1-1-1,-16 6 1,6-3 44,-1-2 1,-45 12-1,57-18 57,0 0-1,0 0 1,0-1 0,0-1-1,-1 0 1,1-1-1,0 0 1,-18-4 0,28 5-53,0 0 1,0 0-1,-1-1 0,1 1 1,0-1-1,0 1 1,0-1-1,0 1 1,-1-1-1,1 1 0,0-1 1,0 0-1,0 0 1,0 1-1,1-1 1,-1 0-1,0 0 0,0 0 1,0 0-1,1 0 1,-1 0-1,0 0 1,1-1-1,-1 1 0,1 0 1,-1-2-1,0-12-1925</inkml:trace>
</inkml:ink>
</file>

<file path=ppt/ink/ink1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8:16.031"/>
    </inkml:context>
    <inkml:brush xml:id="br0">
      <inkml:brushProperty name="width" value="0.05" units="cm"/>
      <inkml:brushProperty name="height" value="0.05" units="cm"/>
      <inkml:brushProperty name="color" value="#004F8B"/>
    </inkml:brush>
  </inkml:definitions>
  <inkml:trace contextRef="#ctx0" brushRef="#br0">45 0 8226,'0'0'4879,"-4"4"-5088,-1 4 142,1 0 0,0 0 0,0 0 1,1 1-1,0-1 0,0 1 0,1 0 0,0 0 0,-1 12 0,-4 87 356,7-100-462,1 43 1119,-1-50-1029,0 1-1,1-1 0,-1 1 1,0-1-1,0 1 0,1-1 1,-1 0-1,1 1 0,-1-1 0,1 0 1,-1 1-1,1-1 0,0 0 1,0 0-1,0 0 0,0 0 1,0 1-1,0-1 0,0-1 1,0 1-1,0 0 0,0 0 0,0 0 1,1 0-1,-1-1 0,0 1 1,0-1-1,4 2 0,3-2-3008</inkml:trace>
</inkml:ink>
</file>

<file path=ppt/ink/ink1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8:16.157"/>
    </inkml:context>
    <inkml:brush xml:id="br0">
      <inkml:brushProperty name="width" value="0.05" units="cm"/>
      <inkml:brushProperty name="height" value="0.05" units="cm"/>
      <inkml:brushProperty name="color" value="#004F8B"/>
    </inkml:brush>
  </inkml:definitions>
  <inkml:trace contextRef="#ctx0" brushRef="#br0">45 76 7466,'-9'-21'1104,"1"2"776,-3 3-439,4 5-697,-2 2-432</inkml:trace>
</inkml:ink>
</file>

<file path=ppt/ink/ink1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8:16.679"/>
    </inkml:context>
    <inkml:brush xml:id="br0">
      <inkml:brushProperty name="width" value="0.05" units="cm"/>
      <inkml:brushProperty name="height" value="0.05" units="cm"/>
      <inkml:brushProperty name="color" value="#004F8B"/>
    </inkml:brush>
  </inkml:definitions>
  <inkml:trace contextRef="#ctx0" brushRef="#br0">32 0 6641,'-6'10'1046,"1"2"-839,1 0-1,0 0 1,1 0 0,0 1 0,1-1-1,-1 22 1,2 90 1206,1-71-1138,0-34-1472,1 23 6165,-1-42-4923,0 0 1,0 0-1,0 0 1,0 0-1,0 0 0,0 0 1,0 0-1,1-1 1,-1 1-1,0 0 1,0 0-1,0 0 1,0 0-1,0 0 0,0 0 1,0 0-1,0 0 1,1 0-1,-1 0 1,0 0-1,0 0 0,0 0 1,0 0-1,0 0 1,0 0-1,0 0 1,0 0-1,1 0 0,-1 0 1,0 0-1,0 0 1,0 0-1,0 0 1,0 0-1,0 0 1,0 1-1,0-1 0,0 0 1,1 0-1,-1 0 1,0 0-1,0 0 1,0 0-1,0 0 0,0 0 1,0 0-1,0 0 1,0 0-1,0 1 1,0-1-1,0 0 1,0 0-1,0 0 0,0 0 1,0 0-1,0 0 1,0 0-1,0 1 1,0-1-1,0 0 0,0 0 1,0 0-1,0 0 1,0 0-1,0 0 1,0 0-1,0 0 1,0 1-1,0-1 0,8-21 1194,7-26-752,37-79 1,-45 114-540,-1-1 1,1 1-1,1 0 1,0 1-1,1 0 1,0 0-1,1 1 1,0 0-1,0 1 1,23-16-1,-28 22-2,0 0-1,0 1 1,0-1-1,1 1 1,-1 0-1,0 1 1,1-1-1,0 1 1,-1 0-1,1 1 1,0-1-1,-1 1 1,1 0-1,0 1 1,-1-1-1,1 1 1,-1 0 0,1 0-1,7 3 1,-6 0-14,0-1 1,-1 1-1,1 0 0,-1 1 1,0 0-1,0 0 1,-1 0-1,1 0 1,-1 1-1,0 0 1,-1 0-1,0 0 1,7 14-1,-6-11 89,0 0-1,-1 1 1,0 0 0,-1 0 0,0 0-1,0 1 1,-1-1 0,-1 1-1,0-1 1,0 1 0,-1-1-1,0 1 1,-1 0 0,0-1 0,-1 1-1,0-1 1,0 0 0,-1 0-1,-1 0 1,0 0 0,0 0-1,-11 16 1,9-14-1213,0-4-1210</inkml:trace>
</inkml:ink>
</file>

<file path=ppt/ink/ink1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8:17.382"/>
    </inkml:context>
    <inkml:brush xml:id="br0">
      <inkml:brushProperty name="width" value="0.05" units="cm"/>
      <inkml:brushProperty name="height" value="0.05" units="cm"/>
      <inkml:brushProperty name="color" value="#004F8B"/>
    </inkml:brush>
  </inkml:definitions>
  <inkml:trace contextRef="#ctx0" brushRef="#br0">0 106 8986,'1'-2'264,"0"-1"1,0 0-1,0 1 1,0-1-1,0 0 1,0 1 0,1-1-1,-1 1 1,1 0-1,0-1 1,0 1-1,0 0 1,0 0-1,0 0 1,0 1-1,0-1 1,1 0-1,4-2 1,48-24 1102,-38 21-1097,1 1-1,0 0 0,35-5 0,-45 10-250,0 0-1,0 1 1,1-1-1,-1 1 0,0 1 1,0 0-1,0 0 0,0 0 1,0 1-1,-1 0 1,13 5-1,-18-6-32,0 0 0,1 1 0,-1-1 0,0 0 0,0 1 0,0-1 0,0 1 0,0 0 0,0 0 0,-1-1 0,1 1 0,-1 0 0,1 1 0,-1-1 0,0 0 0,1 0 0,-1 1 0,0-1 0,0 0 0,-1 1 0,1-1 0,-1 1 0,1-1 0,-1 1 0,0-1 0,0 1 0,0-1 0,0 1 0,0-1 0,0 1 0,-1-1 0,1 1 0,-1-1 0,0 1 0,0-1 0,-1 4 0,-2 1-7,0 0 1,0 0 0,0 0-1,-1-1 1,0 1-1,-1-1 1,1 0-1,-1 0 1,0-1 0,-8 5-1,5-3 23,0-1 0,-1 0 0,0-1 1,0 0-1,0-1 0,-1 0 0,1 0 0,-1-1 0,0-1 0,0 0 0,-13 1 0,22-3 112,8-10-84,-1 6-32,-1-1 0,1 1-1,-1 1 1,1-1 0,1 1-1,-1 0 1,0 0 0,1 0-1,-1 1 1,1 0 0,0 0-1,0 1 1,0-1 0,-1 1-1,2 0 1,-1 1-1,0-1 1,0 1 0,0 1-1,9 0 1,-10 1 1,1-1 0,-1 1-1,0 1 1,1-1 0,-1 1 0,0-1-1,-1 1 1,1 1 0,0-1 0,-1 1 0,0-1-1,0 1 1,0 1 0,0-1 0,-1 0-1,1 1 1,-1 0 0,-1 0 0,1 0-1,0 0 1,-1 0 0,0 0 0,2 9 0,-2-7-4,-1-1 0,0 1 1,1-1-1,-2 1 0,1 0 1,-1-1-1,0 1 0,-1-1 1,1 1-1,-1 0 0,-1-1 1,1 1-1,-1-1 0,0 0 1,-1 0-1,1 1 0,-1-1 1,0-1-1,-7 10 0,2-7 11,0 0-1,0 0 0,-1-1 0,0-1 1,0 1-1,-1-1 0,1-1 0,-1 0 1,-1 0-1,1-1 0,0 0 0,-12 2 1,-3-1-125,1-1 0,-1 0 0,1-2 1,-34-1-1,22-2-676</inkml:trace>
</inkml:ink>
</file>

<file path=ppt/ink/ink1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8:17.681"/>
    </inkml:context>
    <inkml:brush xml:id="br0">
      <inkml:brushProperty name="width" value="0.05" units="cm"/>
      <inkml:brushProperty name="height" value="0.05" units="cm"/>
      <inkml:brushProperty name="color" value="#004F8B"/>
    </inkml:brush>
  </inkml:definitions>
  <inkml:trace contextRef="#ctx0" brushRef="#br0">1 51 7802,'8'-5'1000,"12"1"712,0-2-247,14 0-537,5 2-80,-4-2-64,2 1-8,-5 2-128,-3-1-95,-5 1-241,0 0-104,-7 1-192,0 2-304,-7 0-1185,-1 2-1063</inkml:trace>
</inkml:ink>
</file>

<file path=ppt/ink/ink1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8:18.109"/>
    </inkml:context>
    <inkml:brush xml:id="br0">
      <inkml:brushProperty name="width" value="0.05" units="cm"/>
      <inkml:brushProperty name="height" value="0.05" units="cm"/>
      <inkml:brushProperty name="color" value="#004F8B"/>
    </inkml:brush>
  </inkml:definitions>
  <inkml:trace contextRef="#ctx0" brushRef="#br0">93 0 2833,'-8'2'128,"1"1"0,0-1 0,-1 1 0,1 1 0,0-1 0,0 1 0,-9 8 0,14-11-44,0 1 0,0 0 0,0 0 0,0 0 0,0 0 0,0 0 0,1 1 1,-1-1-1,1 1 0,0-1 0,-1 1 0,1-1 0,0 1 0,1-1 0,-1 1 0,0 0 0,1 0 0,-1-1 0,1 1 0,0 0 0,0 0 0,0 0 0,0-1 1,2 6-1,-1-6 160,0 1 0,0-1 1,0 0-1,1 0 0,-1 0 1,1 0-1,-1 0 0,1 0 1,0 0-1,-1-1 0,1 1 1,0-1-1,0 1 0,0-1 1,1 0-1,-1 0 0,0 0 1,0 0-1,5 1 0,52 14 1697,-46-14-1648,-9-1-217,30 6 388,-1 1 0,53 22 0,-78-27-419,0 1 1,0 0-1,0 0 0,-1 1 0,1 0 0,-1 0 0,-1 0 1,1 1-1,-1 1 0,0-1 0,0 1 0,0 0 0,-1 0 1,0 0-1,6 15 0,-10-19-44,0-1-1,0 1 1,0 0-1,-1 0 1,1 0-1,-1 0 1,0 0 0,0 0-1,0 0 1,0 0-1,-1 0 1,1 0 0,-1 0-1,0 0 1,0 0-1,0 0 1,0-1-1,0 1 1,0 0 0,-1-1-1,1 1 1,-1-1-1,0 1 1,0-1 0,0 0-1,0 0 1,0 0-1,-1 0 1,1 0-1,0 0 1,-5 2 0,-5 3-14,0 0-1,-1 0 1,0-2 0,0 1 0,-19 4 0,-4-2-545,1-1 0,-1-2 0,0-1 0,-43-1 0,60-4-2108</inkml:trace>
</inkml:ink>
</file>

<file path=ppt/ink/ink1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8:18.432"/>
    </inkml:context>
    <inkml:brush xml:id="br0">
      <inkml:brushProperty name="width" value="0.05" units="cm"/>
      <inkml:brushProperty name="height" value="0.05" units="cm"/>
      <inkml:brushProperty name="color" value="#004F8B"/>
    </inkml:brush>
  </inkml:definitions>
  <inkml:trace contextRef="#ctx0" brushRef="#br0">1 17 6073,'0'0'-196,"0"12"-2350,-1-10 2721,1 0 0,0 1 0,0-1 0,0 1 0,0-1 0,1 1 0,-1-1 0,1 0 0,-1 1-1,1-1 1,0 0 0,0 1 0,0-1 0,0 0 0,0 0 0,1 0 0,-1 0 0,0 0 0,1 0 0,0 0-1,-1-1 1,1 1 0,0 0 0,0-1 0,0 1 0,0-1 0,0 0 0,0 0 0,1 0 0,-1 0 0,0 0-1,0 0 1,1-1 0,-1 1 0,1-1 0,-1 1 0,0-1 0,4 0 0,4 1 360,0-1 0,0 1 0,1-2 0,-1 1 0,0-2-1,0 1 1,0-1 0,0-1 0,-1 1 0,1-2 0,-1 0 0,1 0 0,-1 0 0,0-1 0,-1 0 0,16-13 0,-12 0 84,-12 18-677,0-1 0,0 1 1,0-1-1,1 1 0,-1-1 1,0 1-1,0-1 0,0 1 1,0-1-1,0 0 0,0 1 1,0-1-1,0 1 0,0-1 0,0 1 1,0-1-1,-1 1 0,1-1 1,0 1-1,0-1 0,-1 1 1,1-1-1,0 1 0,0-1 1,-1 1-1,1 0 0,0-1 1,-1 1-1,1-1 0,-1 1 1,1 0-1,0-1 0,-1 1 1,1 0-1,-2-1 0,-11-4-2816</inkml:trace>
</inkml:ink>
</file>

<file path=ppt/ink/ink1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8:19.366"/>
    </inkml:context>
    <inkml:brush xml:id="br0">
      <inkml:brushProperty name="width" value="0.05" units="cm"/>
      <inkml:brushProperty name="height" value="0.05" units="cm"/>
      <inkml:brushProperty name="color" value="#004F8B"/>
    </inkml:brush>
  </inkml:definitions>
  <inkml:trace contextRef="#ctx0" brushRef="#br0">0 8 2296,'0'0'2265,"0"-1"-1857,0-1-176,0 1-320,0-1-288,0 1-736</inkml:trace>
</inkml:ink>
</file>

<file path=ppt/ink/ink1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8:20.383"/>
    </inkml:context>
    <inkml:brush xml:id="br0">
      <inkml:brushProperty name="width" value="0.05" units="cm"/>
      <inkml:brushProperty name="height" value="0.05" units="cm"/>
      <inkml:brushProperty name="color" value="#004F8B"/>
    </inkml:brush>
  </inkml:definitions>
  <inkml:trace contextRef="#ctx0" brushRef="#br0">12 24 3241,'0'0'956,"0"-15"7304,0 6-7290,18 191-2274,-15-131 1297,1 34 24,19 199 434,-20-231-308,-2-1-1,-2 1 1,-11 71-1,1-17-127,6-35-11,-13 335 43,20-191 512,0 26 3127,-4 86-3725,2-320 41,-9 110-25,-1 22 973</inkml:trace>
</inkml:ink>
</file>

<file path=ppt/ink/ink1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8:21.552"/>
    </inkml:context>
    <inkml:brush xml:id="br0">
      <inkml:brushProperty name="width" value="0.05" units="cm"/>
      <inkml:brushProperty name="height" value="0.05" units="cm"/>
      <inkml:brushProperty name="color" value="#004F8B"/>
    </inkml:brush>
  </inkml:definitions>
  <inkml:trace contextRef="#ctx0" brushRef="#br0">18 118 2865,'0'0'570,"0"-21"3346,2-75 2545,-2 96-6315,-5 21-1915,2 10 1600,2 0-1,5 52 0,0-19 116,1 64-5,1-24 93,-13 164-1,-15 38 36,23 419 0,7-559-43,1 298 188,-9-412-82,1-34 167,-1 0 1,-4 23 0,4-40 564</inkml:trace>
</inkml:ink>
</file>

<file path=ppt/ink/ink1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8:23.244"/>
    </inkml:context>
    <inkml:brush xml:id="br0">
      <inkml:brushProperty name="width" value="0.05" units="cm"/>
      <inkml:brushProperty name="height" value="0.05" units="cm"/>
      <inkml:brushProperty name="color" value="#004F8B"/>
    </inkml:brush>
  </inkml:definitions>
  <inkml:trace contextRef="#ctx0" brushRef="#br0">126 192 2505,'5'-28'2288,"-3"0"0,0-47 1,-2 68-1853,0 6-104,1-10 1920,-8-9-2978,7 18 592,-1 1 0,0-1 0,0 1 0,0 0 0,0 0 0,0-1 0,0 1 0,0 0 0,0 0 0,0 0 0,-1 0 0,1 0 0,0 1 0,-1-1 0,1 0 0,-1 0 0,1 1 0,0-1 0,-1 1 0,0 0 0,1-1 0,-1 1 0,1 0 0,-1 0 0,1 0 0,-1 0 0,1 0 0,-1 0 0,0 0 0,1 1 0,-1-1 0,1 0 0,-3 2 0,1-1 75,1 0 0,0 0 1,0 0-1,0 0 0,0 0 1,0 1-1,0-1 0,0 1 1,0 0-1,0-1 0,1 1 1,-1 0-1,1 0 1,-1 0-1,1 0 0,0 0 1,0 0-1,0 0 0,0 1 1,0-1-1,-1 4 0,-3 58 1130,2 1-1,4 1 0,12 98 1,-3-49-962,-1 0 907,6 106-12,-15 357 44,-7-369-666,4-76 23,-21 142-1,3-170 489,11-67-473,3 0-1,1 0 1,0 44 239,6-84-1481,0-8-1335</inkml:trace>
</inkml:ink>
</file>

<file path=ppt/ink/ink1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8:25.518"/>
    </inkml:context>
    <inkml:brush xml:id="br0">
      <inkml:brushProperty name="width" value="0.05" units="cm"/>
      <inkml:brushProperty name="height" value="0.05" units="cm"/>
      <inkml:brushProperty name="color" value="#004F8B"/>
    </inkml:brush>
  </inkml:definitions>
  <inkml:trace contextRef="#ctx0" brushRef="#br0">1 547 1720,'0'0'1965,"3"1"-2236,42 12 272,-11-3 1057,68 12 0,-42-17-67,0-3 0,72-5 1,122-23 37,-167 15-786,120-18 444,125-12 298,242 28-50,326 9-404,471-89 580,-1332 89-1119,1079-41 79,-597 33-38,2613-78 1520,-2006 74-859,153-4 123,-713 7-672,1395-48 128,-1791 53-257,683-39 93,-225 8 951,-583 36-912,6 2 70,-1-4 1,54-10-1,-104 14-815</inkml:trace>
</inkml:ink>
</file>

<file path=ppt/ink/ink1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8:26.695"/>
    </inkml:context>
    <inkml:brush xml:id="br0">
      <inkml:brushProperty name="width" value="0.05" units="cm"/>
      <inkml:brushProperty name="height" value="0.05" units="cm"/>
      <inkml:brushProperty name="color" value="#004F8B"/>
    </inkml:brush>
  </inkml:definitions>
  <inkml:trace contextRef="#ctx0" brushRef="#br0">12 139 8002,'0'0'3007,"-6"126"-8786,0 4 15919,8-137-7158,9-115-1410,1-4-1442,-12 122-128,1 1 0,0-1 0,1 0 1,-1 1-1,1 0 0,-1-1 0,1 1 0,0 0 1,0 0-1,0 0 0,1 0 0,-1 0 0,1 1 1,0-1-1,-1 1 0,1-1 0,0 1 1,1 0-1,2-1 0,8-4 1,0 1 1,1 0-1,19-5 0,-29 10 4,15-5-139,16-5-337,0 1 1,1 2-1,54-6 1,-73 14-2609</inkml:trace>
</inkml:ink>
</file>

<file path=ppt/ink/ink1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8:26.961"/>
    </inkml:context>
    <inkml:brush xml:id="br0">
      <inkml:brushProperty name="width" value="0.05" units="cm"/>
      <inkml:brushProperty name="height" value="0.05" units="cm"/>
      <inkml:brushProperty name="color" value="#004F8B"/>
    </inkml:brush>
  </inkml:definitions>
  <inkml:trace contextRef="#ctx0" brushRef="#br0">0 107 9826,'0'0'2689,"23"-2"-1385,2-4-616,10-3-328,22-3-304,3-4-8,14 1-688,3-1-376,-4 3-913,-2 2-559,-9 4-473</inkml:trace>
</inkml:ink>
</file>

<file path=ppt/ink/ink1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8:27.663"/>
    </inkml:context>
    <inkml:brush xml:id="br0">
      <inkml:brushProperty name="width" value="0.05" units="cm"/>
      <inkml:brushProperty name="height" value="0.05" units="cm"/>
      <inkml:brushProperty name="color" value="#004F8B"/>
    </inkml:brush>
  </inkml:definitions>
  <inkml:trace contextRef="#ctx0" brushRef="#br0">500 31 7001,'0'-1'4529,"-17"-8"-3795,7 5-801,0 0-1,0 1 1,-1 0 0,1 1-1,-1 0 1,0 1 0,1 0-1,-1 0 1,-21 3-1,20 0-4,1 0-1,-1 1 0,1 0 1,-1 1-1,1 0 0,0 1 1,1 0-1,-1 1 0,1 0 1,0 1-1,-17 15 0,22-17 56,0 0 0,1 0 0,-1 1 0,1-1 0,0 1 0,0 0 0,1 0 0,0 0 0,0 1 0,1-1 0,-1 1 0,1-1 0,1 1 0,-1 0 0,1 0 0,0 0 0,1 0 0,0 0 0,0 0 0,0 0 0,3 11 0,-3-15 65,1-1 0,-1 0 0,1 0 0,0 0 0,-1 0 0,1 0 1,0 0-1,1 0 0,-1 0 0,0 0 0,0 0 0,1 0 0,-1-1 1,1 1-1,0-1 0,-1 1 0,1-1 0,0 1 0,0-1 1,0 0-1,0 0 0,0 0 0,0 0 0,0 0 0,0-1 0,1 1 1,-1-1-1,0 1 0,0-1 0,0 0 0,1 0 0,-1 0 0,0 0 1,1 0-1,-1 0 0,0-1 0,3 0 0,2 0 196,0-1 0,0 0 0,0 0-1,0 0 1,-1-1 0,1 0 0,-1-1 0,1 1 0,-1-1-1,7-7 1,-6 4 293,0 0 0,-1-1 1,0 0-1,-1 0 0,1 0 0,-2-1 0,1 0 0,4-12 1,-9 19-189,2 7-1823,3 24 1114,-1 1 0,-1 0-1,-2 36 1,0-6 317,-1-60 43,4 234 47,-6-201-5,-1 0 0,-1 0-1,-2 0 1,-19 61 0,22-87-56,0 0-1,0 0 0,0 0 1,-1-1-1,0 1 1,0-1-1,-1 0 1,1 0-1,-1-1 1,-1 1-1,1-1 1,-1 0-1,0-1 1,-7 5-1,8-6 15,-1-1-1,0 1 1,0-1-1,0 0 1,0 0 0,0-1-1,0 0 1,0 0-1,-1 0 1,1-1 0,0 0-1,0 0 1,-1-1-1,1 0 1,0 0-1,0 0 1,-7-3 0,4 2 154,1-1 1,0-1-1,-1 1 1,1-1-1,1-1 1,-1 1-1,1-1 1,-1-1-1,2 0 1,-1 0-1,0 0 1,1 0-1,1-1 1,-1 0-1,1 0 1,0-1 0,0 0-1,1 0 1,0 0-1,1 0 1,-5-16-1,6 14-53,0-1 1,0 1-1,1-1 0,1 0 0,-1 1 0,2-1 1,0 0-1,0 1 0,1-1 0,0 1 0,1-1 1,0 1-1,1 0 0,0 0 0,0 1 0,1-1 1,0 1-1,8-11 0,5-3-140,1 1-1,1 1 1,1 1-1,39-30 1,105-62-202,-86 60 178,97-71-667,-111 74-109</inkml:trace>
</inkml:ink>
</file>

<file path=ppt/ink/ink1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8:28.353"/>
    </inkml:context>
    <inkml:brush xml:id="br0">
      <inkml:brushProperty name="width" value="0.05" units="cm"/>
      <inkml:brushProperty name="height" value="0.05" units="cm"/>
      <inkml:brushProperty name="color" value="#004F8B"/>
    </inkml:brush>
  </inkml:definitions>
  <inkml:trace contextRef="#ctx0" brushRef="#br0">27 0 4025,'0'0'6457,"2"8"-9793,4 17 3114,-1 1 0,-1 0 0,-2-1 1,0 1-1,-2 0 0,-3 35 0,-31 163 688,30-202-500,1-2 1612,-1 39 0,4-57-682,1 2 91,0-2-2097</inkml:trace>
</inkml:ink>
</file>

<file path=ppt/ink/ink1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8:29.207"/>
    </inkml:context>
    <inkml:brush xml:id="br0">
      <inkml:brushProperty name="width" value="0.05" units="cm"/>
      <inkml:brushProperty name="height" value="0.05" units="cm"/>
      <inkml:brushProperty name="color" value="#004F8B"/>
    </inkml:brush>
  </inkml:definitions>
  <inkml:trace contextRef="#ctx0" brushRef="#br0">227 66 12363,'0'0'826,"-1"-2"1012,-8 2-4364,-1 5 2442,1 0 0,0 1-1,0 0 1,1 1-1,0-1 1,0 2 0,0-1-1,1 1 1,0 0-1,0 1 1,1-1 0,-8 16-1,0 1 87,1 0 0,1 1 0,-15 49 0,22-58 19,1 0 1,0 1-1,2 0 0,0 0 1,0 0-1,2-1 0,3 31 1,-2-41 51,0 1 1,0-1-1,1 0 1,0 1-1,1-1 1,0-1-1,0 1 1,0 0-1,1-1 0,0 1 1,0-1-1,0 0 1,1 0-1,0-1 1,0 1-1,1-1 1,-1 0-1,1-1 1,0 1-1,13 6 0,-8-7 103,-1 0 0,1 0 0,0-1 0,0-1 0,1 0 0,-1 0 0,0-1 0,1-1 0,-1 0 0,0 0 0,1-1-1,-1-1 1,0 0 0,0 0 0,1-1 0,-2 0 0,1-1 0,0 0 0,14-9 0,-10 5 17,-1 0-1,-1-1 1,1 0 0,-1-1 0,-1-1 0,0 0-1,0 0 1,-2-1 0,1-1 0,-1 0-1,-1 0 1,0-1 0,7-17 0,-9 15-95,-1 0 0,0-1 0,-2 1 0,0-1 0,-1 0 0,0-1-1,-1 1 1,-2 0 0,-1-33 0,0 39-139,-1-1-1,0 1 1,-1 0-1,0 0 0,-1 1 1,0-1-1,-1 1 0,0 0 1,0 0-1,-1 0 1,0 1-1,-1 0 0,0 0 1,-1 0-1,1 1 0,-11-8 1,8 8-77,-1 1 1,0 0-1,0 0 0,0 1 1,-1 1-1,1 0 0,-1 0 1,-1 1-1,1 1 0,-1 0 1,1 1-1,-1 0 1,0 1-1,0 0 0,-20 2 1,15 1-70,1 1 0,-1 0 0,1 2 0,0-1 1,1 2-1,-1 1 0,1 0 0,0 0 1,1 2-1,0 0 0,-14 11 0,-13 14-1973</inkml:trace>
</inkml:ink>
</file>

<file path=ppt/ink/ink1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8:30.257"/>
    </inkml:context>
    <inkml:brush xml:id="br0">
      <inkml:brushProperty name="width" value="0.05" units="cm"/>
      <inkml:brushProperty name="height" value="0.05" units="cm"/>
      <inkml:brushProperty name="color" value="#004F8B"/>
    </inkml:brush>
  </inkml:definitions>
  <inkml:trace contextRef="#ctx0" brushRef="#br0">255 24 5113,'0'0'7167,"-14"-2"-7620,-12-3 504,-1 1 0,0 1 0,0 1 0,0 2 0,0 1 0,-52 8 1123,84-9-203,59 2 726,123-12 0,-154 7-1404,10-2-393,-307 5-52,265-1-777,8 0-1548</inkml:trace>
</inkml:ink>
</file>

<file path=ppt/ink/ink1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8:31.096"/>
    </inkml:context>
    <inkml:brush xml:id="br0">
      <inkml:brushProperty name="width" value="0.05" units="cm"/>
      <inkml:brushProperty name="height" value="0.05" units="cm"/>
      <inkml:brushProperty name="color" value="#004F8B"/>
    </inkml:brush>
  </inkml:definitions>
  <inkml:trace contextRef="#ctx0" brushRef="#br0">51 68 9826,'0'0'13,"0"-1"-1,-1 1 1,1 0-1,0-1 1,0 1 0,0 0-1,0-1 1,0 1-1,-1 0 1,1-1-1,0 1 1,0 0-1,-1-1 1,1 1 0,0 0-1,0 0 1,-1-1-1,1 1 1,0 0-1,-1 0 1,1 0 0,0-1-1,-1 1 1,1 0-1,0 0 1,-1 0-1,1 0 1,0 0 0,-1 0-1,1 0 1,-1 0-1,1 0 1,0 0-1,-1 0 1,1 0 0,0 0-1,-1 0 1,1 0-1,-1 0 1,1 0-1,0 0 1,-1 1 0,-9 18-84,-3 49-471,10-49 681,-2 12-1710,-1 15 5458,6-46-3676,0 1 0,0 0 0,-1 0 0,1-1 0,0 1 0,0 0 0,0-1 0,0 1 0,0 0 0,0 0 0,0-1 0,0 1 0,1 0 0,-1-1 0,0 1 0,0 0 0,0-1 0,1 1 0,-1 0 0,0-1 0,2 2 0,11-29 1515,-5 7-1691,1 1 0,1-1 0,0 1 0,2 1 0,23-30 0,-28 40-92,1-1 0,0 1 1,1 0-1,0 1 0,0-1 1,0 2-1,1 0 0,0 0 1,0 0-1,1 1 0,21-6 1,-27 10 10,0 0 1,0 1-1,1 0 1,-1 0 0,0 1-1,1-1 1,-1 1 0,0 0-1,0 1 1,0-1 0,0 1-1,0 0 1,0 0 0,0 1-1,-1-1 1,1 1 0,-1 0-1,0 0 1,0 1 0,0-1-1,6 7 1,-1-1 21,-1 1-1,0-1 1,-1 1 0,0 1-1,0-1 1,-1 1 0,-1 0 0,6 15-1,-10-22 32,1 0-1,-1 0 0,0 0 1,-1 1-1,1-1 1,-1 0-1,0 1 0,0-1 1,0 0-1,-1 1 1,1-1-1,-1 0 0,0 0 1,0 1-1,-1-1 1,1 0-1,-1 0 0,0 0 1,0-1-1,0 1 0,-1 0 1,1-1-1,-6 6 1,7-7 133,0-3-55,1 1 0,-1 0 0,1 0 0,-1-1 0,1 1 0,0 0 0,-1-1 0,1 1 0,0-1 0,-1 1 0,1 0 0,0-1 0,-1 1 0,1-1 0,0 1 0,0-1 0,-1 1 0,1-1 0,0 1 0,0-1 0,0 1 0,0-1 0,0 1 0,0-1 0,0 1 0,0-1 0,0 1 0,0-1 0,0 0 0,1-15-136,1 8 15,2-1 0,-1 1 0,1 0 0,0 0 0,1 1 0,0-1 0,0 1 1,1 0-1,11-12 0,-3 3-116,-12 14 140,4-6-55,1 0 0,-1 1-1,2 0 1,-1 0-1,1 0 1,10-6-1,-17 12 40,1 0-1,0 1 1,0-1-1,0 0 0,0 0 1,0 1-1,1-1 1,-1 1-1,0 0 1,0 0-1,0 0 0,0 0 1,0 0-1,1 0 1,-1 0-1,0 1 1,0-1-1,0 1 0,0-1 1,0 1-1,0 0 1,0 0-1,0 0 1,0 0-1,-1 0 0,1 1 1,0-1-1,-1 0 1,1 1-1,-1-1 1,1 1-1,-1 0 1,1-1-1,-1 1 0,2 3 1,2 1 22,-1 1 1,1-1-1,-1 1 1,0 0-1,0 0 1,-1 0-1,0 1 1,-1-1-1,1 1 1,-1-1-1,-1 1 1,1 0-1,-1 0 1,-1-1-1,0 1 1,0 0-1,0 0 1,-1 0-1,0 0 1,0 0-1,-1-1 1,-3 10-1,4-16-120,1 0 1,-1 0-1,1 0 0,0 0 0,-1 1 1,1-1-1,0 0 0,0 0 0,0 1 1,0-1-1,0 0 0,0 0 0,0 3 1,5 4-2341</inkml:trace>
</inkml:ink>
</file>

<file path=ppt/ink/ink1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8:31.871"/>
    </inkml:context>
    <inkml:brush xml:id="br0">
      <inkml:brushProperty name="width" value="0.05" units="cm"/>
      <inkml:brushProperty name="height" value="0.05" units="cm"/>
      <inkml:brushProperty name="color" value="#004F8B"/>
    </inkml:brush>
  </inkml:definitions>
  <inkml:trace contextRef="#ctx0" brushRef="#br0">516 80 7234,'-2'-5'626,"1"0"1,-1 0-1,0 1 1,0-1 0,-1 0-1,1 1 1,-1 0-1,0 0 1,-6-7 0,6 8-548,0 0 1,-1 1 0,1-1 0,0 1-1,-1 0 1,1 0 0,-1 0 0,0 1-1,0-1 1,-6-1 0,2 2-180,0 0 0,0 0 1,0 1-1,1 0 0,-1 1 0,0 0 1,0 0-1,0 1 0,0-1 0,1 2 1,-1-1-1,-9 5 0,0 1-16,0 1 0,0 0-1,-30 24 1,38-26 84,0 0 0,1 1 0,0 0 0,0 0 0,1 1 0,0 0 0,1 1 0,-7 11 0,12-19 38,0 0-1,0 0 1,1 0 0,-1 0 0,0 0 0,1 0 0,-1 0 0,1 0 0,0 0 0,0 0 0,0 0 0,0 0 0,0 0 0,0 0 0,0 1 0,1-1-1,-1 0 1,1 0 0,-1 0 0,3 3 0,-1-2 30,0 0 0,0-1 0,0 1-1,0-1 1,1 1 0,-1-1 0,1 0 0,0 0-1,-1 0 1,1-1 0,0 1 0,3 1 0,6 1 140,-1 0 0,1 0 0,0-1-1,0-1 1,0 0 0,15 0 0,-16-1 59,1-1 0,-1 0 0,1-1 0,0-1 0,-1 0 0,1 0 0,-1-1 0,0-1 0,13-6 0,-15 6-51,-1 0 0,0-1 0,-1-1 0,1 1 0,-1-1 0,0 0 0,-1-1 0,1 0 0,-1 0 0,-1 0 1,1-1-1,4-8 0,1 2-1659,-8 25 670,-9 38 295,4-35 403,-43 544 327,41-500-141,4-50-50,0 0 1,-1 0 0,-1 1-1,1-1 1,-1 0 0,-1 0-1,1 0 1,-1-1 0,-1 1-1,-7 12 1,8-16-12,0 0 1,-1 0-1,1-1 0,-1 1 0,0-1 0,0 0 1,-1 0-1,1 0 0,0-1 0,-1 1 0,0-1 1,0 0-1,1 0 0,-1-1 0,0 0 0,0 1 1,0-2-1,-8 2 0,-5-2 147,-1-1 0,1 0 0,0-1 0,-1-1 0,1-1 0,0 0 0,1-1 1,-1-1-1,1-1 0,0-1 0,1 0 0,0-1 0,0-1 0,1 0 0,0-1 0,0-1 0,-16-17 0,28 25-103,0 1 0,0-1 0,1 0 0,-1 0 0,1 0 0,0-1-1,0 1 1,1 0 0,-1-1 0,1 1 0,0-1 0,0 1 0,0-1 0,1 0 0,0 1 0,0-1-1,0 0 1,0 1 0,1-1 0,-1 0 0,1 1 0,1-1 0,-1 1 0,1-1 0,-1 1-1,1 0 1,0 0 0,1-1 0,3-4 0,7-10 16,2 0 1,0 1-1,1 0 0,26-22 1,-35 34-87,76-67-429,126-86 0,-143 115-366</inkml:trace>
</inkml:ink>
</file>

<file path=ppt/ink/ink1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8:34.216"/>
    </inkml:context>
    <inkml:brush xml:id="br0">
      <inkml:brushProperty name="width" value="0.05" units="cm"/>
      <inkml:brushProperty name="height" value="0.05" units="cm"/>
      <inkml:brushProperty name="color" value="#004F8B"/>
    </inkml:brush>
  </inkml:definitions>
  <inkml:trace contextRef="#ctx0" brushRef="#br0">51 34 672,'0'0'6826,"29"-30"957,-28 30-7797,0-1 1,0 1-1,0-1 1,0 1-1,0-1 1,0 1-1,0 0 1,0 0-1,0-1 1,0 1-1,0 0 1,0 0-1,0 0 1,0 0-1,0 0 1,0 0-1,0 0 1,0 1-1,0-1 1,0 0-1,0 1 1,0-1 0,0 0-1,0 1 1,0-1-1,0 1 1,0 0-1,0-1 1,0 2-1,23 16 1,-23-17-5,2 3 15,-1 1 1,1-1-1,0 0 1,-1 1 0,0-1-1,0 1 1,0 0-1,-1-1 1,0 1 0,0 0-1,0 0 1,0 8-1,2 2 10,37 301 130,-34-250-113,14 240 54,2 451-32,-22-747-45,-10 578 64,-13-231-89,3-94 8,-17 119 31,8-107-12,2-1 41,-10 143-10,4 191 85,19-419-61,-1 38 4040,10-40-5419,5-161-2865</inkml:trace>
</inkml:ink>
</file>

<file path=ppt/ink/ink1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8:35.272"/>
    </inkml:context>
    <inkml:brush xml:id="br0">
      <inkml:brushProperty name="width" value="0.05" units="cm"/>
      <inkml:brushProperty name="height" value="0.05" units="cm"/>
      <inkml:brushProperty name="color" value="#004F8B"/>
    </inkml:brush>
  </inkml:definitions>
  <inkml:trace contextRef="#ctx0" brushRef="#br0">0 68 3833,'2'-5'1319,"0"-1"1,0 1 0,-1-1-1,0 1 1,0-1 0,0-9-1,0-5-5837</inkml:trace>
</inkml:ink>
</file>

<file path=ppt/ink/ink1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8:39.554"/>
    </inkml:context>
    <inkml:brush xml:id="br0">
      <inkml:brushProperty name="width" value="0.05" units="cm"/>
      <inkml:brushProperty name="height" value="0.05" units="cm"/>
      <inkml:brushProperty name="color" value="#004F8B"/>
    </inkml:brush>
  </inkml:definitions>
  <inkml:trace contextRef="#ctx0" brushRef="#br0">330 208 1824,'0'0'376,"-1"-3"-397,-16-2-156,0 3 156,0 1-1,0 0 1,0 1 0,0 1 0,0 1 0,0 1 0,-21 5-1,-116 35 382,153-43-532,11 7 1002,4-3-464,0-1 0,-1-1 0,1 0 0,24 0-1,67-4 462,-59 0-592,330-22 2036,-249 19-1843,257 3 923,-231 4-359,183-21 0,-235 10-584,1284-25 875,-863 43-1180,224 9 12,488-6 263,-732-33-290,-325 11-51,382-23 144,298-13 285,1155 22-121,-1632 24-303,1447-5 164,90-20 60,-1395 18-169,141-21 939,-629 25-985,55-11 0,-87 13-782</inkml:trace>
</inkml:ink>
</file>

<file path=ppt/ink/ink1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8:40.306"/>
    </inkml:context>
    <inkml:brush xml:id="br0">
      <inkml:brushProperty name="width" value="0.05" units="cm"/>
      <inkml:brushProperty name="height" value="0.05" units="cm"/>
      <inkml:brushProperty name="color" value="#004F8B"/>
    </inkml:brush>
  </inkml:definitions>
  <inkml:trace contextRef="#ctx0" brushRef="#br0">23 201 1840,'-10'-49'1719,"7"34"-1032,0 0-1,0 0 1,1 0 0,1-22-1,1 34-621,0 1-1,1 0 1,-1 0-1,1 0 1,-1 0-1,1 0 1,0 0-1,-1 0 1,1 0-1,0 0 1,1 0-1,-1 0 1,0 0-1,0 1 1,1-1 0,-1 1-1,1-1 1,-1 1-1,3-2 1,0 0-86,0 1-1,0 1 1,0-1 0,0 0 0,0 1 0,0 0 0,0 0 0,0 0 0,6 0 0,6 0-907,1 1-1,0 1 1,30 5-1,-29-3-212</inkml:trace>
</inkml:ink>
</file>

<file path=ppt/ink/ink1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8:40.710"/>
    </inkml:context>
    <inkml:brush xml:id="br0">
      <inkml:brushProperty name="width" value="0.05" units="cm"/>
      <inkml:brushProperty name="height" value="0.05" units="cm"/>
      <inkml:brushProperty name="color" value="#004F8B"/>
    </inkml:brush>
  </inkml:definitions>
  <inkml:trace contextRef="#ctx0" brushRef="#br0">29 1 872,'0'0'4266,"-2"3"-4202,0 1-1,0-1 0,0 1 1,1 0-1,-1 0 0,1 0 0,0 0 1,-1 7-1,-1 486 2683,-7-373 249</inkml:trace>
</inkml:ink>
</file>

<file path=ppt/ink/ink1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11.967"/>
    </inkml:context>
    <inkml:brush xml:id="br0">
      <inkml:brushProperty name="width" value="0.05" units="cm"/>
      <inkml:brushProperty name="height" value="0.05" units="cm"/>
      <inkml:brushProperty name="color" value="#E71224"/>
    </inkml:brush>
  </inkml:definitions>
  <inkml:trace contextRef="#ctx0" brushRef="#br0">28 19 2008,'-27'4'13650,"66"-4"-13185,56-8-1,-4 1-251,209 2 479,-288 4-453,1-1-2929</inkml:trace>
</inkml:ink>
</file>

<file path=ppt/ink/ink1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12.290"/>
    </inkml:context>
    <inkml:brush xml:id="br0">
      <inkml:brushProperty name="width" value="0.05" units="cm"/>
      <inkml:brushProperty name="height" value="0.05" units="cm"/>
      <inkml:brushProperty name="color" value="#E71224"/>
    </inkml:brush>
  </inkml:definitions>
  <inkml:trace contextRef="#ctx0" brushRef="#br0">59 1 4937,'0'-1'4676,"-5"9"-5679,-2 9 755,1 0-1,1 1 1,1-1 0,-4 28 0,-4 82 1584,8-64-540,-4 84 1552,8-146-1745</inkml:trace>
</inkml:ink>
</file>

<file path=ppt/ink/ink1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12.602"/>
    </inkml:context>
    <inkml:brush xml:id="br0">
      <inkml:brushProperty name="width" value="0.05" units="cm"/>
      <inkml:brushProperty name="height" value="0.05" units="cm"/>
      <inkml:brushProperty name="color" value="#E71224"/>
    </inkml:brush>
  </inkml:definitions>
  <inkml:trace contextRef="#ctx0" brushRef="#br0">50 0 8746,'0'0'1871,"-1"6"-3069,-25 160 646,4-13 3345,22-152-2216</inkml:trace>
</inkml:ink>
</file>

<file path=ppt/ink/ink1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12.964"/>
    </inkml:context>
    <inkml:brush xml:id="br0">
      <inkml:brushProperty name="width" value="0.05" units="cm"/>
      <inkml:brushProperty name="height" value="0.05" units="cm"/>
      <inkml:brushProperty name="color" value="#E71224"/>
    </inkml:brush>
  </inkml:definitions>
  <inkml:trace contextRef="#ctx0" brushRef="#br0">0 26 4921,'3'-1'8337,"4"0"-4631,50-5-3753,129-7-1220,-140 9-508</inkml:trace>
</inkml:ink>
</file>

<file path=ppt/ink/ink1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13.190"/>
    </inkml:context>
    <inkml:brush xml:id="br0">
      <inkml:brushProperty name="width" value="0.05" units="cm"/>
      <inkml:brushProperty name="height" value="0.05" units="cm"/>
      <inkml:brushProperty name="color" value="#E71224"/>
    </inkml:brush>
  </inkml:definitions>
  <inkml:trace contextRef="#ctx0" brushRef="#br0">11 25 2657,'-5'9'656,"-1"1"808,6 0 5145,42 4-5296,-8-20-385,7-3-352,16-8-872,6 1-448,13-3-2065</inkml:trace>
</inkml:ink>
</file>

<file path=ppt/ink/ink1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13.516"/>
    </inkml:context>
    <inkml:brush xml:id="br0">
      <inkml:brushProperty name="width" value="0.05" units="cm"/>
      <inkml:brushProperty name="height" value="0.05" units="cm"/>
      <inkml:brushProperty name="color" value="#E71224"/>
    </inkml:brush>
  </inkml:definitions>
  <inkml:trace contextRef="#ctx0" brushRef="#br0">3 50 6513,'-2'-2'2591,"2"2"-2447,0 0 0,0 0-1,0 0 1,0-1 0,0 1 0,0 0 0,0 0 0,0 0 0,1-3 2446,-1 3-2446,11-6 969,19 1-1573,-18 5 388,263-13 1052,-160-2-5018,-93 10 1096</inkml:trace>
</inkml:ink>
</file>

<file path=ppt/ink/ink1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13.751"/>
    </inkml:context>
    <inkml:brush xml:id="br0">
      <inkml:brushProperty name="width" value="0.05" units="cm"/>
      <inkml:brushProperty name="height" value="0.05" units="cm"/>
      <inkml:brushProperty name="color" value="#E71224"/>
    </inkml:brush>
  </inkml:definitions>
  <inkml:trace contextRef="#ctx0" brushRef="#br0">97 1 1656,'-10'31'296,"0"7"313,-1 4 127,2 7 48,0 1-16,0-3-72,1 1-168,0-10-152,2-2-72,0-8-64,2-4 1,1-10 135,0 0 96,3-5 1032</inkml:trace>
</inkml:ink>
</file>

<file path=ppt/ink/ink1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14.364"/>
    </inkml:context>
    <inkml:brush xml:id="br0">
      <inkml:brushProperty name="width" value="0.05" units="cm"/>
      <inkml:brushProperty name="height" value="0.05" units="cm"/>
      <inkml:brushProperty name="color" value="#E71224"/>
    </inkml:brush>
  </inkml:definitions>
  <inkml:trace contextRef="#ctx0" brushRef="#br0">113 94 8506,'0'-4'398,"1"1"0,0-1 0,0 1 0,0-1 0,0 1 0,0-1 0,1 1 0,-1 0 0,1-1 0,0 1 0,0 0 0,0 0 0,5-4 0,-3 3-215,1 0-1,-1 1 0,1 0 1,-1 0-1,1 0 1,0 0-1,0 1 0,8-3 1,-2 2-169,1 0 1,0 1 0,0 0 0,1 1 0,-1 0-1,0 1 1,23 2 0,-31-2-66,-1 1 1,0-1-1,0 1 1,1 0-1,-1 0 0,0 0 1,0 1-1,0-1 1,0 1-1,0 0 0,0-1 1,-1 1-1,1 0 0,-1 1 1,1-1-1,-1 0 1,4 5-1,-3-2 2,-1-1-1,0 1 1,1-1-1,-1 1 1,-1 0-1,1 0 1,-1 0-1,0 0 1,0 0 0,0 8-1,-1-1 0,0 0 1,-1 0-1,0 0 0,-1 0 0,0 0 1,-1-1-1,0 1 0,-1-1 0,-6 12 1,4-11 30,-1-1 1,0-1-1,0 1 1,-1-1-1,0-1 1,-1 1-1,0-1 1,-1-1 0,-15 12-1,-7 0 17,-64 29 0,62-33 23,-61 40 1,93-55 174,9 2 134,7 1-219,-1-1-1,0 0 1,1-1 0,0 0 0,17-1 0,78-5 277,-42 1-261,14 0 232,1 5-1,-1 3 1,82 15 0,-159-19-447</inkml:trace>
</inkml:ink>
</file>

<file path=ppt/ink/ink1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15.125"/>
    </inkml:context>
    <inkml:brush xml:id="br0">
      <inkml:brushProperty name="width" value="0.05" units="cm"/>
      <inkml:brushProperty name="height" value="0.05" units="cm"/>
      <inkml:brushProperty name="color" value="#E71224"/>
    </inkml:brush>
  </inkml:definitions>
  <inkml:trace contextRef="#ctx0" brushRef="#br0">65 31 8378,'-8'-30'6389,"-19"262"-13834,-3 312 7899,33-270 408,3-208 673,1-1 1,20 76-1,-12-106-737,-15-34-682</inkml:trace>
</inkml:ink>
</file>

<file path=ppt/ink/ink1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15.841"/>
    </inkml:context>
    <inkml:brush xml:id="br0">
      <inkml:brushProperty name="width" value="0.05" units="cm"/>
      <inkml:brushProperty name="height" value="0.05" units="cm"/>
      <inkml:brushProperty name="color" value="#E71224"/>
    </inkml:brush>
  </inkml:definitions>
  <inkml:trace contextRef="#ctx0" brushRef="#br0">1 54 10122,'84'-3'4144,"48"-8"-2230,53-4-1434,1029 14 344,445 6-368,-1049-16-354,83-2 95,-605 9-771</inkml:trace>
</inkml:ink>
</file>

<file path=ppt/ink/ink1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17.734"/>
    </inkml:context>
    <inkml:brush xml:id="br0">
      <inkml:brushProperty name="width" value="0.05" units="cm"/>
      <inkml:brushProperty name="height" value="0.05" units="cm"/>
      <inkml:brushProperty name="color" value="#E71224"/>
    </inkml:brush>
  </inkml:definitions>
  <inkml:trace contextRef="#ctx0" brushRef="#br0">1 175 3585,'0'0'161,"0"0"-81,0 0 1,0 0-1,0 0 0,0 0 1,0 0-1,0-1 1,0 1-1,-1 0 1,1 0-1,0 0 1,0 0-1,0 0 0,0 0 1,0-1-1,0 1 1,0 0-1,0 0 1,0 0-1,0 0 0,0 0 1,0 0-1,0 0 1,1-1-1,-1 1 1,0 0-1,0 0 1,0 0-1,0-1 564,0 1-564,1 0 0,-1 0 1,0 0-1,0 0 1,0 0-1,0 0 1,0 0-1,0 0 1,0 0-1,0 0 0,1 0 1,-1 0-1,0 0 1,0 0-1,0 0 1,0 0-1,0 0 1,0 0-1,1 0 0,-1 0 1,0 0-1,0 0 1,0 0-1,0 0 1,0 0-1,0 0 0,0 0 1,1 0-1,-1 0 1,20-2 1478,33-1-1930,-43 3 1161,416-34 3082,-258 17-3324,193-8 236,166-3-145,296 8-199,-599 12-313,679-15 88,-228 13-101,-588 9-169,385 19-572,-502 3-9542,14-16 17859,15 5-9898,-10 63 1950,3 1 1,4 127-1,5-157 269,10 174 352,0 28 348,-22-25-95,-1 38-28,12-194-130,18 128 0,-12-121 4433,-4-78-7673,7-18-1263</inkml:trace>
</inkml:ink>
</file>

<file path=ppt/ink/ink1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18.332"/>
    </inkml:context>
    <inkml:brush xml:id="br0">
      <inkml:brushProperty name="width" value="0.05" units="cm"/>
      <inkml:brushProperty name="height" value="0.05" units="cm"/>
      <inkml:brushProperty name="color" value="#E71224"/>
    </inkml:brush>
  </inkml:definitions>
  <inkml:trace contextRef="#ctx0" brushRef="#br0">0 41 4825,'0'0'7294,"6"0"-6165,334-29 2712,180 17-3088,-23 41-663,-495-28-34</inkml:trace>
</inkml:ink>
</file>

<file path=ppt/ink/ink1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18.722"/>
    </inkml:context>
    <inkml:brush xml:id="br0">
      <inkml:brushProperty name="width" value="0.05" units="cm"/>
      <inkml:brushProperty name="height" value="0.05" units="cm"/>
      <inkml:brushProperty name="color" value="#E71224"/>
    </inkml:brush>
  </inkml:definitions>
  <inkml:trace contextRef="#ctx0" brushRef="#br0">66 0 10930,'0'0'1202,"-1"4"-3637,-7 51-1127,4 30 2652,0-4 1013,-18 102 1448,-3 50 1368,23-211-1980</inkml:trace>
</inkml:ink>
</file>

<file path=ppt/ink/ink1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19.295"/>
    </inkml:context>
    <inkml:brush xml:id="br0">
      <inkml:brushProperty name="width" value="0.05" units="cm"/>
      <inkml:brushProperty name="height" value="0.05" units="cm"/>
      <inkml:brushProperty name="color" value="#E71224"/>
    </inkml:brush>
  </inkml:definitions>
  <inkml:trace contextRef="#ctx0" brushRef="#br0">356 17 5473,'-7'-1'1,"0"0"-1,1 0 1,-1 1-1,0-1 1,0 2-1,0-1 1,0 1-1,1 0 0,-1 0 1,0 1-1,1 0 1,-1 0-1,1 1 1,-1-1-1,1 1 1,0 1-1,0-1 1,1 1-1,-1 0 1,1 0-1,0 1 1,0 0-1,0 0 1,-4 6-1,-11 13-184,2 0 0,1 2 0,1 0 0,2 1 0,-19 44 0,13-18 254,2 1 1,-11 61-1,25-90 119,0 1 0,2 0 1,1 0-1,1 0 0,1 0 0,1 0 1,11 49-1,-4-40 140,2-1 0,1-1 0,1 0-1,2 0 1,22 35 0,-29-55-109,0-1 1,0-1-1,1 1 0,1-2 0,0 1 1,0-1-1,1-1 0,0 0 0,1 0 1,0-1-1,22 11 0,-18-13 30,0 0 0,0 0-1,0-2 1,1 0 0,-1-1-1,1-1 1,0 0 0,0-1-1,27-3 1,-20 1-57,0-2 0,0-1 0,-1-1 0,1-1 0,-2 0 0,1-2 0,22-11 0,-29 11-11,-1-1-1,1-1 1,-2 0 0,1-1-1,-2 0 1,1-1-1,-2-1 1,1 0 0,-2-1-1,11-16 1,13-27 912,-3-1 1,-2-1 0,35-102-1,-55 133-899,-2-1-1,0-1 1,-3 0-1,0 0 1,-2 0 0,-1 0-1,-3-44 1,0 54-274,-1 0 1,-1 1 0,-1 0 0,0-1-1,-2 1 1,0 1 0,-1-1-1,-1 1 1,-1 1 0,0-1 0,-1 1-1,-17-21 1,20 31-65,0 0 0,0 0 0,-1 0 0,1 1 0,-1 0 0,-1 1 0,1 0 0,-1 0 0,0 1 0,0 0 0,0 0 0,-1 1 0,1 0 0,-1 1 0,-17-2 0,5 2-319,-1 2 0,1 0 0,0 2 0,-1 0 0,-42 11 0,-60 22-2385</inkml:trace>
</inkml:ink>
</file>

<file path=ppt/ink/ink1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22.280"/>
    </inkml:context>
    <inkml:brush xml:id="br0">
      <inkml:brushProperty name="width" value="0.05" units="cm"/>
      <inkml:brushProperty name="height" value="0.05" units="cm"/>
      <inkml:brushProperty name="color" value="#E71224"/>
    </inkml:brush>
  </inkml:definitions>
  <inkml:trace contextRef="#ctx0" brushRef="#br0">0 107 2192,'0'-6'6815,"0"-19"-2786,10-26-1575,-8 26-4442,5 62-997,-12 30 2562,0 1 651,4 100 0,2-160 1802</inkml:trace>
</inkml:ink>
</file>

<file path=ppt/ink/ink1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26.628"/>
    </inkml:context>
    <inkml:brush xml:id="br0">
      <inkml:brushProperty name="width" value="0.05" units="cm"/>
      <inkml:brushProperty name="height" value="0.05" units="cm"/>
      <inkml:brushProperty name="color" value="#004F8B"/>
    </inkml:brush>
  </inkml:definitions>
  <inkml:trace contextRef="#ctx0" brushRef="#br0">135 74 2385,'0'0'626,"-22"-12"4801,-9 2-5016,23 7 233,-15-2 417,-8-4-1083,23 7 6,-3 1 4841,85-10-4435,147 0 0,-94 7 163,-86 2-431,61-2-1783</inkml:trace>
</inkml:ink>
</file>

<file path=ppt/ink/ink1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27.423"/>
    </inkml:context>
    <inkml:brush xml:id="br0">
      <inkml:brushProperty name="width" value="0.05" units="cm"/>
      <inkml:brushProperty name="height" value="0.05" units="cm"/>
      <inkml:brushProperty name="color" value="#004F8B"/>
    </inkml:brush>
  </inkml:definitions>
  <inkml:trace contextRef="#ctx0" brushRef="#br0">45 1 5529,'0'0'3813,"-15"15"-9247,-8 17 5396,22-31 73,1-1-15,0 0 0,-1 1-1,1-1 1,0 0-1,0 0 1,-1 0-1,1 0 1,0 1 0,-1-1-1,1 0 1,0 0-1,0 1 1,-1-1 0,1 0-1,0 1 1,0-1-1,0 0 1,-1 1 0,1-1-1,0 0 1,0 1-1,0-1 1,0 0 0,0 1-1,0-1 1,0 0-1,0 1 1,0-1 0,0 0-1,0 1 1,0-1-1,0 0 1,0 1-1,0-1 1,0 0 0,0 1-1,0-1 1,1 0-1,-1 1 1,0-1 0,0 1-1,5 5 318,-4-2-147,1-1 1,1 1-1,-1-1 0,0 0 0,1 1 0,-1-1 1,1 0-1,0-1 0,0 1 0,1 0 0,-1-1 1,0 0-1,1 0 0,-1 0 0,1 0 1,0 0-1,-1-1 0,6 2 0,24 4 971,0-2-1,61 2 1,-69-6-1108,0 0 0,0 2 0,0 0 0,0 2 0,0 1 0,29 11 0,-52-17-90,0 1-1,0 0 1,-1-1-1,1 1 1,0 0 0,-1 0-1,1 0 1,0 0 0,-1 1-1,0-1 1,1 0-1,-1 1 1,0-1 0,1 1-1,-1-1 1,0 1-1,0-1 1,0 1 0,-1 0-1,1 0 1,0-1-1,-1 1 1,1 0 0,-1 0-1,1 0 1,-1 0-1,0 0 1,0-1 0,0 1-1,0 0 1,0 0 0,0 0-1,-1 0 1,1 0-1,0 0 1,-1-1 0,0 1-1,1 0 1,-1 0-1,0-1 1,0 1 0,-2 3-1,-2 3 8,-1 0 0,0 0 0,-1 0 0,0-1 0,0 0 0,-15 12 0,-5-2 69,0-1-1,0-2 1,-1 0-1,-1-2 1,-44 12-1,31-9-5,-71 33 1,112-48-4,1 0 0,-1 0 0,1 0 1,0 0-1,-1 0 0,1 1 0,0-1 0,-1 0 1,1 0-1,0 0 0,-1 1 0,1-1 1,0 0-1,-1 1 0,1-1 0,0 0 0,0 0 1,-1 1-1,1-1 0,0 1 0,0-1 1,0 0-1,0 1 0,0-1 0,-1 0 1,1 1-1,0-1 0,0 1 0,0-1 0,0 0 1,0 2-1,11 6 322,28 1 265,207-15 1436,-81-10-3775,-99 10-739</inkml:trace>
</inkml:ink>
</file>

<file path=ppt/ink/ink1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28.022"/>
    </inkml:context>
    <inkml:brush xml:id="br0">
      <inkml:brushProperty name="width" value="0.05" units="cm"/>
      <inkml:brushProperty name="height" value="0.05" units="cm"/>
      <inkml:brushProperty name="color" value="#004F8B"/>
    </inkml:brush>
  </inkml:definitions>
  <inkml:trace contextRef="#ctx0" brushRef="#br0">92 173 5993,'0'0'32,"-1"-1"-1,1 1 0,0-1 1,-1 1-1,1 0 1,-1-1-1,1 1 1,-1-1-1,1 1 0,-1 0 1,1-1-1,-1 1 1,1 0-1,-1 0 0,1-1 1,-1 1-1,1 0 1,-1 0-1,0 0 0,1 0 1,-1 0-1,1 0 1,-1 0-1,0 0 0,1 0 1,-1 0-1,1 0 1,-1 0-1,0 0 0,-10 14-2092,10-12 2172,-5 12-548,1 0-1,0 1 1,1-1-1,0 1 1,1 0-1,-1 20 1,0-8 232,-10 51 127,-1 45 13727,21-138-6182,-4 5-10325,0-14 3293,-2-45 1,0 3-269,3 14-135,2 0 0,17-74-1,-21 120-81,1-1-1,0 1 0,0 0 1,1 0-1,0 0 1,0 0-1,0 1 0,1-1 1,0 1-1,0 0 1,0 0-1,0 0 0,1 1 1,0-1-1,6-3 1,-4 3-75,0 2 1,1-1-1,-1 1 0,1 0 1,0 1-1,0 0 1,0 0-1,0 0 0,0 1 1,0 0-1,13 1 1,11 1-395,-1 0 0,1 2 0,-1 2-1,47 12 1,-57-10-1937</inkml:trace>
</inkml:ink>
</file>

<file path=ppt/ink/ink1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28.267"/>
    </inkml:context>
    <inkml:brush xml:id="br0">
      <inkml:brushProperty name="width" value="0.05" units="cm"/>
      <inkml:brushProperty name="height" value="0.05" units="cm"/>
      <inkml:brushProperty name="color" value="#004F8B"/>
    </inkml:brush>
  </inkml:definitions>
  <inkml:trace contextRef="#ctx0" brushRef="#br0">0 21 5505,'0'0'7842,"2"0"-7082,-1 0-16,44 0-80,-22-2-120,10-1-215,7 2-97,4-4-248,1 1-353,-4 1-1055,-1 0-664</inkml:trace>
</inkml:ink>
</file>

<file path=ppt/ink/ink1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28.525"/>
    </inkml:context>
    <inkml:brush xml:id="br0">
      <inkml:brushProperty name="width" value="0.05" units="cm"/>
      <inkml:brushProperty name="height" value="0.05" units="cm"/>
      <inkml:brushProperty name="color" value="#004F8B"/>
    </inkml:brush>
  </inkml:definitions>
  <inkml:trace contextRef="#ctx0" brushRef="#br0">1 3 7009,'0'-1'5334,"-1"-1"-5995,16 28-3277,-3-5 4264,1-1-1,30 36 0,-37-49-225,1 0 1,0-1-1,0 0 0,1 0 0,0-1 0,0 0 0,11 6 0,-13-9-424,-1 0-1,1 0 1,0 0-1,0-1 1,0 0-1,0 0 1,10 0-1,6-2-1959</inkml:trace>
</inkml:ink>
</file>

<file path=ppt/ink/ink1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28.794"/>
    </inkml:context>
    <inkml:brush xml:id="br0">
      <inkml:brushProperty name="width" value="0.05" units="cm"/>
      <inkml:brushProperty name="height" value="0.05" units="cm"/>
      <inkml:brushProperty name="color" value="#004F8B"/>
    </inkml:brush>
  </inkml:definitions>
  <inkml:trace contextRef="#ctx0" brushRef="#br0">276 103 5145,'5'-36'2135,"3"-31"2207,-12 73-8157,-1 0 2909,-11 25-694,-20 57 0,16-34 1666,-21 49 164,-5 13 1396,-68 125 1,107-230-811</inkml:trace>
</inkml:ink>
</file>

<file path=ppt/ink/ink1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29.253"/>
    </inkml:context>
    <inkml:brush xml:id="br0">
      <inkml:brushProperty name="width" value="0.05" units="cm"/>
      <inkml:brushProperty name="height" value="0.05" units="cm"/>
      <inkml:brushProperty name="color" value="#004F8B"/>
    </inkml:brush>
  </inkml:definitions>
  <inkml:trace contextRef="#ctx0" brushRef="#br0">0 9 2801,'0'0'13328,"8"0"-12625,419-8-381,-404 7-2129</inkml:trace>
</inkml:ink>
</file>

<file path=ppt/ink/ink16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29.526"/>
    </inkml:context>
    <inkml:brush xml:id="br0">
      <inkml:brushProperty name="width" value="0.05" units="cm"/>
      <inkml:brushProperty name="height" value="0.05" units="cm"/>
      <inkml:brushProperty name="color" value="#004F8B"/>
    </inkml:brush>
  </inkml:definitions>
  <inkml:trace contextRef="#ctx0" brushRef="#br0">28 69 3985,'-28'9'8950,"33"-8"-7878,7 2-629,0-1 0,0 0 0,1-1 0,-1 0 0,24-2 0,68-12 192,-58 6-526,149-25-2224,-87 12-926,-23 6 134</inkml:trace>
</inkml:ink>
</file>

<file path=ppt/ink/ink16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31.431"/>
    </inkml:context>
    <inkml:brush xml:id="br0">
      <inkml:brushProperty name="width" value="0.05" units="cm"/>
      <inkml:brushProperty name="height" value="0.05" units="cm"/>
      <inkml:brushProperty name="color" value="#004F8B"/>
    </inkml:brush>
  </inkml:definitions>
  <inkml:trace contextRef="#ctx0" brushRef="#br0">128 49 600,'-89'0'5602,"51"0"1369,71 4-5453,124-25 92,36-3-859,-34 16-2469,-151 10-700,0 0-1000</inkml:trace>
</inkml:ink>
</file>

<file path=ppt/ink/ink16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31.865"/>
    </inkml:context>
    <inkml:brush xml:id="br0">
      <inkml:brushProperty name="width" value="0.05" units="cm"/>
      <inkml:brushProperty name="height" value="0.05" units="cm"/>
      <inkml:brushProperty name="color" value="#004F8B"/>
    </inkml:brush>
  </inkml:definitions>
  <inkml:trace contextRef="#ctx0" brushRef="#br0">26 0 5193,'0'0'8145,"-12"154"-14981,-1 6 10490,13-160-3616</inkml:trace>
</inkml:ink>
</file>

<file path=ppt/ink/ink16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32.326"/>
    </inkml:context>
    <inkml:brush xml:id="br0">
      <inkml:brushProperty name="width" value="0.05" units="cm"/>
      <inkml:brushProperty name="height" value="0.05" units="cm"/>
      <inkml:brushProperty name="color" value="#004F8B"/>
    </inkml:brush>
  </inkml:definitions>
  <inkml:trace contextRef="#ctx0" brushRef="#br0">6 13 10354,'2'-13'3107,"1"20"-5378,0 12-1083,-2-10 4416,-9 99-1283,4-66 610,1 1 0,5 70 1,-1-107 2918</inkml:trace>
</inkml:ink>
</file>

<file path=ppt/ink/ink16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33.331"/>
    </inkml:context>
    <inkml:brush xml:id="br0">
      <inkml:brushProperty name="width" value="0.05" units="cm"/>
      <inkml:brushProperty name="height" value="0.05" units="cm"/>
      <inkml:brushProperty name="color" value="#004F8B"/>
    </inkml:brush>
  </inkml:definitions>
  <inkml:trace contextRef="#ctx0" brushRef="#br0">371 100 3593,'7'-10'10600,"4"-8"-8151,-11 14-2596,-1-1-1,0 1 1,0 0-1,-1 0 1,1 1-1,-1-1 1,1 0-1,-1 0 1,-1 1-1,1-1 1,0 1-1,-5-5 1,3 3-2,4 4 124,0 1-1,-1-1 0,1 1 0,0-1 1,-1 1-1,1-1 0,0 1 0,-1-1 1,1 1-1,-1-1 0,1 1 0,0 0 1,-1-1-1,1 1 0,-1 0 0,1-1 1,-1 1-1,1 0 0,-1 0 0,0 0 1,1-1-1,-2 1 0,2 0 17,-19-2-261,0 1 0,-1 1 0,1 0 0,0 1 0,0 2 0,0 0 1,0 1-1,0 0 0,1 2 0,-1 0 0,1 1 0,1 1 0,0 1 0,-26 17 0,38-23 236,1 0 0,0 1 0,1-1-1,-1 1 1,1 0 0,0 0 0,-1 0 0,2 1-1,-1-1 1,0 1 0,-2 7 0,5-11 68,-1 1 1,1-1 0,0 1 0,-1 0-1,1-1 1,0 1 0,0-1-1,0 1 1,0-1 0,0 1-1,1-1 1,-1 1 0,0 0-1,1-1 1,-1 0 0,1 1 0,-1-1-1,1 1 1,0-1 0,0 1-1,-1-1 1,1 0 0,0 0-1,0 0 1,0 1 0,1-1 0,-1 0-1,0 0 1,0 0 0,0 0-1,1-1 1,-1 1 0,1 0-1,-1-1 1,0 1 0,1-1 0,-1 1-1,1-1 1,0 1 0,-1-1-1,4 0 1,17 4 613,1-1 0,1-1 1,-1-2-1,26-1 0,-32-1-668,0 1 0,0 1 0,0 0-1,0 2 1,0 0 0,0 1 0,0 0 0,0 2 0,19 7-1,-33-11-20,-1 0 0,1 0-1,-1 0 1,1 0 0,-1 0 0,0 1-1,0-1 1,0 1 0,0 0-1,0 0 1,0 0 0,0 0-1,0 0 1,-1 0 0,1 0 0,-1 0-1,1 1 1,-1-1 0,0 0-1,0 1 1,0-1 0,0 1-1,-1 0 1,1-1 0,-1 1 0,1 0-1,-1-1 1,0 1 0,0 0-1,0-1 1,0 1 0,-1 0-1,1-1 1,-1 1 0,0 0 0,1-1-1,-3 4 1,0 0 37,0 0 0,-1 0 1,0 0-1,0 0 0,0-1 1,-1 1-1,0-1 0,0 0 0,0-1 1,-1 1-1,1-1 0,-1 0 0,-8 3 1,4-2 82,0-2 0,0 1 0,-1-1 0,1-1 1,-1 0-1,0 0 0,1-1 0,-1-1 0,0 0 1,0 0-1,-16-3 0,-12-4-96,-67-21 1,88 22-224,5 2-817</inkml:trace>
</inkml:ink>
</file>

<file path=ppt/ink/ink16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33.626"/>
    </inkml:context>
    <inkml:brush xml:id="br0">
      <inkml:brushProperty name="width" value="0.05" units="cm"/>
      <inkml:brushProperty name="height" value="0.05" units="cm"/>
      <inkml:brushProperty name="color" value="#004F8B"/>
    </inkml:brush>
  </inkml:definitions>
  <inkml:trace contextRef="#ctx0" brushRef="#br0">48 1 9746,'0'0'360,"-18"29"-8154,11-9 7066,0 2 688,-1 2 104,2-1 112,6-1 48,-1-2 121,1-3 63,0 0 136,0-5 112,0-4 1112</inkml:trace>
</inkml:ink>
</file>

<file path=ppt/ink/ink16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33.797"/>
    </inkml:context>
    <inkml:brush xml:id="br0">
      <inkml:brushProperty name="width" value="0.05" units="cm"/>
      <inkml:brushProperty name="height" value="0.05" units="cm"/>
      <inkml:brushProperty name="color" value="#004F8B"/>
    </inkml:brush>
  </inkml:definitions>
  <inkml:trace contextRef="#ctx0" brushRef="#br0">1 1 9106,'0'0'680</inkml:trace>
</inkml:ink>
</file>

<file path=ppt/ink/ink16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34.420"/>
    </inkml:context>
    <inkml:brush xml:id="br0">
      <inkml:brushProperty name="width" value="0.05" units="cm"/>
      <inkml:brushProperty name="height" value="0.05" units="cm"/>
      <inkml:brushProperty name="color" value="#004F8B"/>
    </inkml:brush>
  </inkml:definitions>
  <inkml:trace contextRef="#ctx0" brushRef="#br0">53 1 6569,'0'0'1261,"-4"7"-7237,-4 12 5456,0 0 1,2 1 0,0-1 1,2 1-2,-5 37 1,3 28 2991,5-43 3055,1-2 4111,1-44-9285,-1-1 1,1 1-1,1-1 1,-1 1 0,1 0-1,3-8 1,3-6-34,-2-1-298,2 0-1,0 0 1,1 1 0,1 0 0,1 0-1,0 1 1,27-29 0,-33 40-174,0 1 1,1-1-1,0 1 1,0 1-1,1-1 1,-1 1-1,1 0 1,0 1-1,0-1 1,0 1-1,0 1 1,1-1-1,-1 1 1,1 1-1,0-1 1,-1 1-1,1 1 1,0 0-1,0 0 1,-1 0-1,1 1 1,0 0-1,12 3 1,-11-1 25,-1 0 1,0 0 0,-1 1-1,1 0 1,0 0-1,-1 1 1,0 0 0,0 0-1,-1 0 1,1 1 0,-1 0-1,7 9 1,-11-12 149,1 0 0,-1 1 1,0-1-1,0 0 0,0 1 1,0 0-1,0-1 0,-1 1 1,0 0-1,0 0 0,0 0 1,0 0-1,0-1 0,-1 1 0,0 0 1,0 0-1,0 1 0,0-1 1,-1-1-1,1 1 0,-1 0 1,0 0-1,0 0 0,-1 0 1,1 0-1,-4 6 0,-6 6-40,8-9-1084</inkml:trace>
</inkml:ink>
</file>

<file path=ppt/ink/ink16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35.268"/>
    </inkml:context>
    <inkml:brush xml:id="br0">
      <inkml:brushProperty name="width" value="0.05" units="cm"/>
      <inkml:brushProperty name="height" value="0.05" units="cm"/>
      <inkml:brushProperty name="color" value="#004F8B"/>
    </inkml:brush>
  </inkml:definitions>
  <inkml:trace contextRef="#ctx0" brushRef="#br0">1 120 5537,'0'-8'807,"0"0"0,0 0 0,1 1 0,0-1 0,0 1 0,1-1-1,4-10 1,-5 14-770,1 1 1,0 1-1,0-1 0,0 0 0,0 0 0,0 1 0,1-1 0,-1 1 0,1 0 1,-1 0-1,1 0 0,0 0 0,0 0 0,0 0 0,0 1 0,0 0 0,0-1 0,1 1 1,4-1-1,2 1-95,0-1-1,1 2 1,-1-1 0,0 1 0,1 1-1,-1 0 1,0 1 0,0-1 0,1 2-1,-1 0 1,-1 0 0,1 0 0,18 11 0,-22-11 0,-1 0 1,1 1-1,-1 0 1,1 0-1,-1 0 1,0 1-1,-1 0 1,1 0-1,-1 0 1,4 7-1,-5-8 36,-2 0-1,1-1 0,0 1 1,-1 0-1,0 0 0,0 0 1,0 0-1,0 0 1,-1 0-1,1 1 0,-1-1 1,0 0-1,0 0 0,-1 0 1,1 0-1,-1 0 0,-2 6 1,1-3 22,-2 1 0,1-1 0,-1 0 0,0-1 0,0 1 0,-1-1 0,0 1 0,0-1 0,0-1 0,-1 1 0,0-1 0,0 0 0,-13 8 0,-4 1 194,1-2 0,-49 19 0,70-31-159,0 1-1,-1 0 0,1-1 0,-1 1 0,1-1 0,-1 0 0,1 1 0,-1-1 0,1 0 0,-1 0 0,1 0 0,-1 0 0,-2 0 0,4 0-21,0-1-1,0 1 0,0 0 1,0-1-1,0 1 0,-1 0 1,1-1-1,0 1 0,0 0 1,0-1-1,0 1 0,0 0 1,0-1-1,0 1 0,0 0 1,0-1-1,0 1 0,0 0 1,1 0-1,-1-1 0,0 1 1,0 0-1,0-1 0,0 1 0,0 0 1,1-1-1,-1 1 0,0 0 1,0 0-1,0-1 0,1 1 1,-1 0-1,0 0 0,0 0 1,1-1-1,2-2-6,-1 1 0,1-1 0,0 1 0,0 0 0,0 0 1,0 0-1,0 0 0,1 0 0,-1 1 0,0-1 0,5 0 0,2 0-26,-1 2-1,1-1 1,-1 1 0,1 1-1,-1 0 1,0 0 0,1 1-1,-1 0 1,17 6 0,-12-3-17,-1 1 1,0 0 0,0 1-1,-1 1 1,21 15 0,-31-22 32,-1 1 0,1-1 0,0 0 0,0 1 1,-1-1-1,1 1 0,-1 0 0,1-1 0,-1 1 1,0 0-1,0 0 0,0 0 0,0 0 0,0 0 0,0 0 1,0 0-1,-1 0 0,1 0 0,-1 0 0,1 0 1,-1 1-1,0-1 0,0 0 0,0 0 0,0 0 1,0 1-1,-1-1 0,1 0 0,-1 0 0,1 0 1,-1 0-1,0 0 0,0 0 0,1 0 0,-2 0 1,1 0-1,0 0 0,0 0 0,-1 0 0,1-1 1,-3 3-1,-4 4 10,0-1 0,-1-1 1,1 1-1,-1-1 0,0-1 1,-1 0-1,-10 4 0,-4 2 149,-1-2-1,0 0 1,0-2-1,0-1 1,-1-1-1,-51 3 1</inkml:trace>
</inkml:ink>
</file>

<file path=ppt/ink/ink16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35.585"/>
    </inkml:context>
    <inkml:brush xml:id="br0">
      <inkml:brushProperty name="width" value="0.05" units="cm"/>
      <inkml:brushProperty name="height" value="0.05" units="cm"/>
      <inkml:brushProperty name="color" value="#004F8B"/>
    </inkml:brush>
  </inkml:definitions>
  <inkml:trace contextRef="#ctx0" brushRef="#br0">0 28 4081,'3'-1'2668,"-3"1"-2566,0 0 1,0-1 0,0 1-1,1 0 1,-1 0-1,-2-3 2977,2 2-2977,0 1 1,0 0 0,0 0-1,0 0 1,-1 0-1,1 0 1,21-4 2362,39 1-2671,-46 3 997,154-12-1266,-127 9-986</inkml:trace>
</inkml:ink>
</file>

<file path=ppt/ink/ink16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36.047"/>
    </inkml:context>
    <inkml:brush xml:id="br0">
      <inkml:brushProperty name="width" value="0.05" units="cm"/>
      <inkml:brushProperty name="height" value="0.05" units="cm"/>
      <inkml:brushProperty name="color" value="#004F8B"/>
    </inkml:brush>
  </inkml:definitions>
  <inkml:trace contextRef="#ctx0" brushRef="#br0">1 0 3385,'7'6'962,"0"-1"1,1 0 0,-1 0-1,1-1 1,10 5-1,8 0 141,44 11 0,-5-1-977,7 10-218,-66-27 71,0 1 0,0 1 1,-1-1-1,0 1 0,0 0 1,0 0-1,0 0 0,0 1 1,6 9-1,-10-13 14,0 1-1,0-1 1,-1 0-1,1 1 1,-1-1-1,1 0 0,-1 1 1,0-1-1,1 1 1,-1-1-1,0 1 1,0-1-1,0 0 1,0 1-1,0-1 1,0 1-1,-1-1 1,1 1-1,0-1 1,-1 0-1,1 1 1,-1-1-1,1 0 1,-1 1-1,0-1 1,0 0-1,1 0 1,-1 0-1,0 1 1,0-1-1,0 0 1,0 0-1,0 0 1,-2 1-1,-5 3-20,0 1 1,0-1-1,0-1 0,-10 5 0,9-4 58,-20 9 162,-1-2 1,0-1-1,0-1 0,-44 8 1,57-16-575,7-3-569</inkml:trace>
</inkml:ink>
</file>

<file path=ppt/ink/ink16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36.443"/>
    </inkml:context>
    <inkml:brush xml:id="br0">
      <inkml:brushProperty name="width" value="0.05" units="cm"/>
      <inkml:brushProperty name="height" value="0.05" units="cm"/>
      <inkml:brushProperty name="color" value="#004F8B"/>
    </inkml:brush>
  </inkml:definitions>
  <inkml:trace contextRef="#ctx0" brushRef="#br0">52 11 5465,'0'0'-155,"-12"10"-4248,8-7 4416,0 1 0,1-1 0,0 1 0,0 0 0,0 0 0,0 0-1,1 0 1,-1 1 0,1-1 0,0 1 0,1-1 0,-1 1 0,1 0 0,0 0 0,0-1 0,0 1 0,0 0 0,1 0 0,0 0 0,0 0 0,1 0 0,-1 0 0,2 5 0,-1-7 281,0 0 0,0 0 0,0 0 0,0-1 0,0 1 0,1 0 0,-1-1 0,1 1 0,-1-1 0,1 1 0,0-1 0,0 0 0,0 0 0,0 0 0,1 0 0,-1 0 0,1-1 0,-1 1 0,1-1 0,-1 1 0,1-1 0,5 2 0,-4-2 24,1 0 0,0-1 1,0 0-1,0 0 1,0 0-1,0 0 0,0 0 1,0-1-1,0 0 0,0 0 1,-1-1-1,10-3 0,-7 2 60,1-1 0,-1 0 0,0 0 0,0-1 0,0 0 0,0 0 0,9-11 0,-12 13-134,-1 0 0,-1-1 0,1 1 0,0-1 0,-1 0 0,0 0 0,0 0 0,0 0 0,0 0 0,-1-1 1,1 1-1,-1 0 0,1-9 0,-2 10-257,0 1-1,0-1 1,0 0 0,0 1 0,0-1 0,-1 0 0,0 1 0,1-1 0,-1 1 0,0-1 0,0 1 0,0-1-1,0 1 1,-1 0 0,1-1 0,-1 1 0,1 0 0,-4-4 0,2 4-262,0 0 0,0 1 0,0-1 0,0 0 1,0 1-1,0 0 0,0 0 0,0 0 0,0 0 0,0 0 0,-1 1 1,1-1-1,0 1 0,-6 0 0,-24 0-2694</inkml:trace>
</inkml:ink>
</file>

<file path=ppt/ink/ink16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37.353"/>
    </inkml:context>
    <inkml:brush xml:id="br0">
      <inkml:brushProperty name="width" value="0.05" units="cm"/>
      <inkml:brushProperty name="height" value="0.05" units="cm"/>
      <inkml:brushProperty name="color" value="#004F8B"/>
    </inkml:brush>
  </inkml:definitions>
  <inkml:trace contextRef="#ctx0" brushRef="#br0">36 63 2328,'0'0'753,"-7"-4"5235,-20-11 1403,27 15-7314,-2 0 412,5-6-151,2 3-321,0-1 1,0 1-1,0 0 1,1 0-1,-1 0 1,1 1-1,0 0 1,-1 0-1,1 0 1,0 1 0,0-1-1,10 1 1,85-5 8,-85 6-8,441 2-513</inkml:trace>
</inkml:ink>
</file>

<file path=ppt/ink/ink16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38.073"/>
    </inkml:context>
    <inkml:brush xml:id="br0">
      <inkml:brushProperty name="width" value="0.05" units="cm"/>
      <inkml:brushProperty name="height" value="0.05" units="cm"/>
      <inkml:brushProperty name="color" value="#004F8B"/>
    </inkml:brush>
  </inkml:definitions>
  <inkml:trace contextRef="#ctx0" brushRef="#br0">60 84 2873,'0'0'621,"12"-16"5739,-8 8-7194,2-3 2622,1 0 0,0 0 0,14-15-1,-21 26-1846,0 0 0,1 0 0,-1 0 0,1 0 0,-1 0 0,0 0 0,1 0 0,-1 0 0,1 0 0,-1 0-1,0 1 1,1-1 0,-1 0 0,1 0 0,-1 0 0,0 1 0,1-1 0,-1 0 0,0 0 0,1 1 0,-1-1-1,0 0 1,0 0 0,1 1 0,-1-1 0,0 1 0,0-1 0,0 0 0,1 1 0,-1-1 0,0 0 0,0 1-1,0-1 1,0 1 0,0-1 0,0 0 0,0 1 0,0 0 0,2 11-89,-1 0 0,-1-1 0,0 1-1,0 0 1,-4 18 0,-15 65 236,13-69-86,-54 175 292,31-112-68,19-38 146,10-50-379,0 1 0,-1-1 0,1 1 0,0-1 0,0 0 0,0 1 0,0-1 0,0 1 0,0-1 0,1 1 0,-1-1 0,0 0 1,1 1-1,-1-1 0,1 0 0,-1 1 0,1-1 0,0 0 0,0 0 0,-1 1 0,1-1 0,0 0 0,0 0 0,0 0 0,0 0 0,0 0 0,1 0 0,-1-1 0,0 1 0,0 0 1,3 1-1,5-2-1936</inkml:trace>
</inkml:ink>
</file>

<file path=ppt/ink/ink16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38.490"/>
    </inkml:context>
    <inkml:brush xml:id="br0">
      <inkml:brushProperty name="width" value="0.05" units="cm"/>
      <inkml:brushProperty name="height" value="0.05" units="cm"/>
      <inkml:brushProperty name="color" value="#004F8B"/>
    </inkml:brush>
  </inkml:definitions>
  <inkml:trace contextRef="#ctx0" brushRef="#br0">1 29 3961,'0'0'10055,"10"-1"-8294,310-26-2047,-298 27-1754</inkml:trace>
</inkml:ink>
</file>

<file path=ppt/ink/ink16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38.795"/>
    </inkml:context>
    <inkml:brush xml:id="br0">
      <inkml:brushProperty name="width" value="0.05" units="cm"/>
      <inkml:brushProperty name="height" value="0.05" units="cm"/>
      <inkml:brushProperty name="color" value="#004F8B"/>
    </inkml:brush>
  </inkml:definitions>
  <inkml:trace contextRef="#ctx0" brushRef="#br0">34 0 6865,'0'0'2096,"-1"5"-4206,-9 147-2124,-9 57 7426,17-195-2599,1 1 0,0 27 0,2-29-51</inkml:trace>
</inkml:ink>
</file>

<file path=ppt/ink/ink16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39.423"/>
    </inkml:context>
    <inkml:brush xml:id="br0">
      <inkml:brushProperty name="width" value="0.05" units="cm"/>
      <inkml:brushProperty name="height" value="0.05" units="cm"/>
      <inkml:brushProperty name="color" value="#004F8B"/>
    </inkml:brush>
  </inkml:definitions>
  <inkml:trace contextRef="#ctx0" brushRef="#br0">129 51 9578,'0'-1'273,"0"-1"1,0 1-1,0-1 0,1 1 0,-1-1 1,1 1-1,-1-1 0,1 1 0,-1-1 1,1 1-1,0-1 0,-1 1 0,1 0 1,0-1-1,0 1 0,0 0 1,0 0-1,0 0 0,2-2 0,0 1-86,1 0-1,-1 0 1,0 0 0,1 1-1,-1-1 1,1 1-1,7-2 1,4 0-163,0 1 1,0 1-1,17 1 0,-31 0 7,12 0-46,1 0 1,-1 1-1,0 1 1,1 1-1,-1 0 0,0 0 1,17 8-1,-27-10-13,0 0 1,1 1-1,-1-1 0,0 1 0,-1 0 0,1 0 0,0 0 0,-1 0 0,1 0 0,-1 1 0,1-1 0,-1 1 0,0 0 0,0-1 0,0 1 0,-1 0 0,1 0 0,-1 0 0,1 1 0,-1-1 0,0 0 0,0 0 0,-1 1 0,1-1 0,-1 0 0,1 1 0,-1-1 0,0 1 0,0-1 0,-1 0 1,1 1-1,-1-1 0,1 0 0,-3 7 0,0-4 4,1-1 0,-1 1 0,0-1 0,-1 0 0,1 0 0,-1 0 0,0 0 0,0 0 0,-1-1 0,1 0 1,-1 0-1,0 0 0,0 0 0,-9 4 0,-11 5-24,-50 19-1,51-22 37,-53 18 5,49-20 52,0 2 0,1 2 1,-46 25-1,71-36 797,10 0-629,69 3 143,81-6 0,20 0 223,-63 7 528,-113-5-1059,-1 0-1324</inkml:trace>
</inkml:ink>
</file>

<file path=ppt/ink/ink16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40.883"/>
    </inkml:context>
    <inkml:brush xml:id="br0">
      <inkml:brushProperty name="width" value="0.05" units="cm"/>
      <inkml:brushProperty name="height" value="0.05" units="cm"/>
      <inkml:brushProperty name="color" value="#004F8B"/>
    </inkml:brush>
  </inkml:definitions>
  <inkml:trace contextRef="#ctx0" brushRef="#br0">449 160 3761,'2'-3'412,"1"0"0,-1 0 0,0 0 0,0 0 0,0 0 1,-1-1-1,1 1 0,-1 0 0,0-1 0,0 1 0,0-1 0,0 0 0,0 1 1,-1-1-1,0 0 0,0 1 0,0-1 0,0 0 0,0 1 0,-1-1 1,0 0-1,0 1 0,0-1 0,0 1 0,-2-5 0,0 3-392,1 1 0,-2 0 0,1-1 0,0 1-1,-1 0 1,0 1 0,1-1 0,-2 1 0,1-1 0,0 1 0,-1 0 0,1 1-1,-1-1 1,0 1 0,0 0 0,-10-3 0,6 3-209,0 1 1,0 0-1,0 0 0,0 0 1,0 1-1,0 1 0,0 0 1,0 0-1,0 1 1,0 0-1,-16 5 0,19-4 113,0-1-1,0 1 0,0-1 0,0 2 0,0-1 0,1 1 0,0 0 0,0 0 0,0 0 0,0 1 1,0-1-1,1 1 0,0 0 0,0 1 0,1-1 0,-1 1 0,-3 7 0,6-10 26,-2 14 321,4-15-241,0 0 0,0 0-1,1 0 1,-1 0 0,0 0-1,1 0 1,-1 0 0,1-1-1,0 1 1,-1 0 0,3 0-1,146 97-103,-113-77 62,-26-15 11,1-1-12,-1 1-1,0 1 0,0 0 0,15 16 0,-24-23 17,-1 0 0,1 1 0,-1-1 0,0 1 0,1 0 0,-1-1 0,0 1 0,0 0 0,0 0 0,-1 0 0,1-1 0,0 1 0,-1 0 0,1 0 0,-1 0 0,1 0 0,-1 0 0,0 0 0,0 0 0,0 1 0,0-1 0,0 0-1,-1 0 1,1 0 0,-1 0 0,1 0 0,-1-1 0,0 1 0,0 0 0,1 0 0,-1 0 0,0 0 0,-1-1 0,1 1 0,0-1 0,0 1 0,-4 2 0,-6 6 79,0-1 0,-1 0 1,0-1-1,0 0 0,-1-1 1,0 0-1,0-1 0,-1 0 0,0-1 1,0-1-1,0 0 0,0-1 1,-1-1-1,-14 1 0,15-2 60,1 0-1,0-2 1,-1 1-1,1-2 1,-1 1-1,1-2 1,0 0-1,0-1 1,1 0-1,-1 0 1,1-2-1,-1 1 1,2-2-1,-1 0 1,-14-11-1,24 17-191,0-1-1,0 0 1,0 1-1,1-1 1,-1 0-1,1 0 1,0 0-1,-1 0 0,1 0 1,0 0-1,0 0 1,0 0-1,0 0 1,1-1-1,-1 1 1,0 0-1,1-1 1,0 1-1,0 0 1,-1-1-1,2-2 1,0-12-1296</inkml:trace>
</inkml:ink>
</file>

<file path=ppt/ink/ink16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41.172"/>
    </inkml:context>
    <inkml:brush xml:id="br0">
      <inkml:brushProperty name="width" value="0.05" units="cm"/>
      <inkml:brushProperty name="height" value="0.05" units="cm"/>
      <inkml:brushProperty name="color" value="#004F8B"/>
    </inkml:brush>
  </inkml:definitions>
  <inkml:trace contextRef="#ctx0" brushRef="#br0">85 0 7050,'0'0'749,"-3"9"-1549,-14 30 964,2 1 0,2 0 0,2 0 0,1 2 0,-4 45 0,14-84-113,-1 1 13,1 0-1,0-1 1,0 1-1,0 0 1,0 0-1,1-1 1,-1 1-1,3 6 1,1-1-1188</inkml:trace>
</inkml:ink>
</file>

<file path=ppt/ink/ink16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41.314"/>
    </inkml:context>
    <inkml:brush xml:id="br0">
      <inkml:brushProperty name="width" value="0.05" units="cm"/>
      <inkml:brushProperty name="height" value="0.05" units="cm"/>
      <inkml:brushProperty name="color" value="#004F8B"/>
    </inkml:brush>
  </inkml:definitions>
  <inkml:trace contextRef="#ctx0" brushRef="#br0">27 37 9650,'-6'-12'520,"-1"0"288,-1 3-632,3 5-368</inkml:trace>
</inkml:ink>
</file>

<file path=ppt/ink/ink16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41.861"/>
    </inkml:context>
    <inkml:brush xml:id="br0">
      <inkml:brushProperty name="width" value="0.05" units="cm"/>
      <inkml:brushProperty name="height" value="0.05" units="cm"/>
      <inkml:brushProperty name="color" value="#004F8B"/>
    </inkml:brush>
  </inkml:definitions>
  <inkml:trace contextRef="#ctx0" brushRef="#br0">91 1 8514,'0'0'384,"-3"7"-4184,-12 29 3095,2 0 0,-15 61-1,-3 86 12594,33-189-10645,8-18-811,2 0 1,0 1-1,1 0 1,23-28-1,-21 31-576,1 2-1,1-1 0,1 2 1,1 1-1,0 0 0,1 1 0,0 1 1,32-16-1,-46 27 62,-1 0 1,1 1-1,0 0 0,-1 0 0,1 0 1,0 1-1,0 0 0,0 0 1,0 0-1,8 1 0,-11 1-16,0-1-1,1 1 1,-1 0 0,0 0-1,0 0 1,0 0 0,-1 0-1,1 1 1,0-1-1,0 1 1,-1 0 0,1 0-1,-1 0 1,1 0 0,-1 0-1,0 0 1,0 1-1,0-1 1,0 1 0,2 4-1,0 0 101,0 0 0,0 1 0,-1-1 0,0 1 0,-1 0 0,1 0-1,-1 0 1,1 14 0,-2-5-241,-1 0 0,-1-1 0,-3 22 0,2-27-2518</inkml:trace>
</inkml:ink>
</file>

<file path=ppt/ink/ink16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42.469"/>
    </inkml:context>
    <inkml:brush xml:id="br0">
      <inkml:brushProperty name="width" value="0.05" units="cm"/>
      <inkml:brushProperty name="height" value="0.05" units="cm"/>
      <inkml:brushProperty name="color" value="#004F8B"/>
    </inkml:brush>
  </inkml:definitions>
  <inkml:trace contextRef="#ctx0" brushRef="#br0">40 34 7978,'1'-9'6607,"11"2"-5826,-3 3-786,0 1 0,-1 1-1,1-1 1,0 2 0,0-1 0,0 1 0,11 0-1,-17 1-16,-1 0 0,0 0 0,0 0 0,1 0 0,-1 0 0,0 0 0,0 1 0,0-1 0,1 1 0,-1 0 0,0-1 0,0 1 0,0 0 0,0 0 0,0 1 0,0-1 0,0 0 0,-1 1 0,1-1-1,0 1 1,-1-1 0,1 1 0,-1 0 0,1-1 0,-1 1 0,0 0 0,0 0 0,0 0 0,0 0 0,0 0 0,0 0 0,-1 1 0,1-1 0,-1 0 0,1 0 0,-1 0 0,0 1 0,0-1 0,0 0-1,0 4 1,-1-3 5,1 1 0,-1-1 0,0 0 0,0 1-1,0-1 1,-1 0 0,1 0 0,-1 0-1,0 0 1,0 0 0,0 0 0,0 0-1,-4 3 1,0 0 81,0 0 0,0-1 0,-1 0 0,-11 7 1598,34-10-3916,-9-1 2154,-1 0 0,0 1 0,0 0 0,0 0 0,0 0-1,0 1 1,0 0 0,-1 0 0,1 0 0,-1 1 0,0 0 0,0 0 0,0 0 0,-1 0 0,1 1-1,-1 0 1,0 0 0,6 10 0,-7-9 106,0 0 0,-1 0 0,1 0 0,-1 0 0,-1 1 0,1-1 0,-1 0 0,0 1 0,0-1 0,-1 1 0,0 0-1,0-1 1,-1 1 0,0-1 0,0 0 0,0 1 0,-1-1 0,0 0 0,0 1 0,-1-1 0,1 0 0,-8 10 0,6-10 53,-1 0 1,1 0-1,-2-1 0,1 0 1,0 0-1,-1 0 1,0-1-1,0 1 1,-1-1-1,1-1 0,-1 1 1,1-1-1,-1-1 1,0 1-1,0-1 0,-1 0 1,1-1-1,0 1 1,-1-2-1,-7 1 1,7 0 100,0-2 0,-1 1 0,1-1 0,-10-2 0,15 2-119,0 0-1,0 1 0,1-2 0,-1 1 1,0 0-1,1 0 0,-1-1 1,1 1-1,-1-1 0,1 0 1,0 0-1,0 0 0,-1 0 1,2 0-1,-4-5 0,-7-19-400</inkml:trace>
</inkml:ink>
</file>

<file path=ppt/ink/ink16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42.810"/>
    </inkml:context>
    <inkml:brush xml:id="br0">
      <inkml:brushProperty name="width" value="0.05" units="cm"/>
      <inkml:brushProperty name="height" value="0.05" units="cm"/>
      <inkml:brushProperty name="color" value="#004F8B"/>
    </inkml:brush>
  </inkml:definitions>
  <inkml:trace contextRef="#ctx0" brushRef="#br0">15 69 6433,'-1'-1'286,"0"0"0,-1 0 0,1 0 0,0 0 0,0 0 0,0 0 0,0 0 0,0 0 0,1-1 0,-1 1 0,0 0 0,0-1 0,1 1 0,-1-3 0,0 4-120,1-1 1,0 0-1,0 1 1,1-1 0,-1 0-1,0 1 1,0-1 0,0 1-1,0-1 1,0 0-1,1 1 1,-1-1 0,0 1-1,1-1 1,-1 0 0,0 1-1,1-1 1,-1 1 0,1-1-1,-1 1 1,0-1-1,1 1 1,0-1 0,3-1-46,-1 0 0,1 1 0,-1-1 0,1 1 0,0-1 0,0 1 1,-1 0-1,1 1 0,0-1 0,6 1 0,10-2-184,143-13-1366,-133 11-610</inkml:trace>
</inkml:ink>
</file>

<file path=ppt/ink/ink16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43.377"/>
    </inkml:context>
    <inkml:brush xml:id="br0">
      <inkml:brushProperty name="width" value="0.05" units="cm"/>
      <inkml:brushProperty name="height" value="0.05" units="cm"/>
      <inkml:brushProperty name="color" value="#004F8B"/>
    </inkml:brush>
  </inkml:definitions>
  <inkml:trace contextRef="#ctx0" brushRef="#br0">101 0 3049,'-4'3'-32,"0"-1"1,-1 1 0,1 0-1,1 0 1,-1 1-1,0-1 1,1 1 0,0 0-1,0 0 1,0 0-1,0 0 1,1 0 0,-5 9-1,5-9 84,1 0 1,-1 0-1,0 0 0,1 1 0,0-1 1,0 0-1,0 1 0,0-1 0,1 0 0,0 1 1,0-1-1,0 1 0,0-1 0,1 1 1,1 7-1,0-9 240,1 1 1,-1-1 0,0 0-1,1 0 1,0 0 0,0 0-1,0 0 1,0 0-1,0-1 1,0 1 0,1-1-1,-1 0 1,1 0 0,-1-1-1,1 1 1,5 1 0,8 2 604,1 0 1,21 3 0,-35-7-881,22 4 190,0 1 0,34 13-1,-50-16-217,0 2 1,0-1-1,0 2 0,-1-1 0,0 1 1,0 0-1,-1 1 0,13 13 0,-19-18 14,0 0-1,0 0 0,-1 0 1,1 1-1,-1-1 0,0 0 1,0 1-1,1 0 0,-2-1 1,1 1-1,0-1 0,0 1 1,-1 0-1,0 0 0,1-1 1,-1 1-1,0 0 0,-1 4 1,0-2 15,0 0 0,-1 0 0,1 0 0,-1 0 1,0-1-1,0 1 0,-1-1 0,0 1 0,-5 6 0,0-1 49,-1-1-1,0 1 0,-1-2 0,0 1 1,0-1-1,-1-1 0,-14 9 0,7-8 61,0 0-1,0-1 0,-1-1 0,-31 6 0,38-10 26,-1 0 1,1-1-1,-1 0 0,0-1 0,0-1 0,1 0 0,-1-1 1,-14-3-1,26 5-128,-1 0 0,1-1 0,-1 1 0,1 0 0,-1-1-1,1 1 1,-1-1 0,1 0 0,0 0 0,-1 1 0,1-1 0,0 0 0,-1 0 0,1 0 0,0 0 0,0-1 0,0 1 0,0 0 0,0 0 0,0 0 0,0-1 0,1 1 0,-1-1 0,0 1 0,0-3 0,0-11-2070</inkml:trace>
</inkml:ink>
</file>

<file path=ppt/ink/ink16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44.202"/>
    </inkml:context>
    <inkml:brush xml:id="br0">
      <inkml:brushProperty name="width" value="0.05" units="cm"/>
      <inkml:brushProperty name="height" value="0.05" units="cm"/>
      <inkml:brushProperty name="color" value="#004F8B"/>
    </inkml:brush>
  </inkml:definitions>
  <inkml:trace contextRef="#ctx0" brushRef="#br0">64 17 2048,'0'0'1202,"-19"-2"3158,6 0-3969,-5-2-116,4 4 9537,297-8-8470,-151 7-4691,-87 1-849</inkml:trace>
</inkml:ink>
</file>

<file path=ppt/ink/ink16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45.237"/>
    </inkml:context>
    <inkml:brush xml:id="br0">
      <inkml:brushProperty name="width" value="0.05" units="cm"/>
      <inkml:brushProperty name="height" value="0.05" units="cm"/>
      <inkml:brushProperty name="color" value="#004F8B"/>
    </inkml:brush>
  </inkml:definitions>
  <inkml:trace contextRef="#ctx0" brushRef="#br0">72 4 2593,'5'-4'8558,"-5"4"-8586,0 0 0,0 1 0,0-1 0,-1 0 0,1 0 0,0 0 0,0 0 0,0 0 0,0 0 0,1 0 0,-1 0 0,0 0 0,0 0 0,0 1 0,0-1 0,0 0 0,0 0 0,0 0 0,0 0 0,0 0 0,0 0 0,0 0 0,0 0 0,0 0 0,0 0 0,0 0 0,0 0 0,0 0 0,0 1 0,0-1 0,0 0 0,1 0 0,-1 0 0,0 0 0,0 0 0,0 0 0,0 0 0,0 0 0,0 0 0,0 0 0,0 0 0,0 0 0,0 0 0,1 0 0,-1 0 0,0 0 0,0 0 0,0 0 0,0 0 0,0 0 0,0 0 0,0 0 0,0 0 0,0 0 0,0 0 0,0 0 0,1-1 0,-1 1 0,0 0 0,-7 35-1067,5-21 1065,-1 0 1,-1 0-1,0 0 1,-7 16-1,3-15 135,1 1-1,0 0 1,1 0-1,1 1 1,1 0-1,0 0 1,1 0-1,-1 20 7876,5-44-5462,2-7-2479,0 1 1,1 0 0,1-1-1,0 1 1,0 1 0,1-1-1,1 1 1,0 0 0,1 0 0,0 1-1,1 0 1,0 1 0,0 0-1,1 0 1,1 1 0,0 0 0,14-9-1,-12 10-180,0 1 1,1 1-1,0 0 0,0 1 0,0 0 0,0 1 0,1 0 1,18-1-1,-27 5 62,1-1 1,0 1-1,0 1 0,0-1 1,-1 1-1,1 1 1,0-1-1,-1 1 0,1 0 1,-1 1-1,0-1 1,1 1-1,-1 0 0,-1 1 1,1 0-1,0-1 1,-1 2-1,0-1 1,0 1-1,6 6 0,-7-5 59,1 0 0,-1 0 0,0 1 0,0-1 0,-1 1 0,0 0 0,0 0 0,-1 0 0,0 1 0,0-1 0,0 0-1,-1 1 1,0 11 0,-1-5 61,0 1 1,-1-1-1,-1 0 0,0-1 0,-1 1 0,-7 20 3010,11-42-1547,1-4-1521,1 0-1,1 0 1,0 1-1,1-1 0,0 1 1,0 0-1,1 0 1,1 1-1,0 0 0,0 0 1,1 0-1,1 1 1,-1 0-1,19-14 1,-16 14-104,1 0 0,0 0 0,1 1 0,0 0 0,0 1 0,0 1 0,1 0 0,0 1 0,0 1 0,1 0 0,-1 0 0,23-1 0,-34 5 54,1 0-1,-1 1 1,1-1 0,-1 1-1,1 0 1,-1 0 0,1 0-1,-1 0 1,1 1 0,-1-1-1,0 1 1,0 0 0,0 0-1,0 0 1,0 0 0,0 0-1,-1 1 1,1-1 0,-1 1-1,0 0 1,1 0 0,-1 0-1,0 0 1,2 5 0,-1-2 63,-1-1 1,1 1-1,-1 0 0,-1 0 1,1 0-1,-1 0 1,0 0-1,0 1 0,0-1 1,-1 0-1,0 0 0,-1 0 1,-1 9-1,-12 29 186,10-34-709,1-1-1,0 0 1,1 1 0,0 0 0,-1 11-1,2-5-2788</inkml:trace>
</inkml:ink>
</file>

<file path=ppt/ink/ink16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46.099"/>
    </inkml:context>
    <inkml:brush xml:id="br0">
      <inkml:brushProperty name="width" value="0.05" units="cm"/>
      <inkml:brushProperty name="height" value="0.05" units="cm"/>
      <inkml:brushProperty name="color" value="#004F8B"/>
    </inkml:brush>
  </inkml:definitions>
  <inkml:trace contextRef="#ctx0" brushRef="#br0">844 103 8898,'-26'-27'3751,"17"16"-2957,-1 2 1,1-1-1,-1 1 1,-14-9-1,19 15-929,1 1 0,-1-1 1,0 1-1,0 0 0,0 1 0,-1-1 0,1 1 0,0 0 0,-1 0 0,1 1 0,-1-1 0,1 1 1,0 0-1,-8 2 0,-2 0-165,0 1 0,0 1 0,0 1 0,0 0 1,1 1-1,0 0 0,-16 10 0,23-12 270,-1 1 0,1 0 0,-1 0-1,2 1 1,-1 0 0,0 0 0,1 1 0,1-1 0,-1 1 0,1 1 0,0-1-1,0 1 1,-6 15 0,10-21 59,0 0-1,1 0 1,-1 0-1,1 0 1,-1 1-1,1-1 1,0 0-1,0 0 1,0 0-1,0 1 1,0-1-1,0 0 1,1 0-1,-1 1 1,1-1-1,-1 0 1,1 0-1,0 0 1,0 0-1,0 0 1,0 0-1,2 2 1,0-1 49,-1-1 1,1 1-1,0-1 0,0 0 1,0 0-1,0 0 0,0 0 1,1-1-1,-1 1 0,1-1 1,-1 0-1,6 1 1,2 0 246,0 0 0,0-1 0,0-1 0,1 1 0,-1-2 0,0 0 1,22-4-1,-25 3-68,0-1 0,0 0 0,0-1 0,-1 0 0,1 0 0,-1 0 0,0-1 0,0 0 0,-1-1 0,13-11 0,-8 2 152,1 1 1,-2-1-1,17-32 1,-59 122-5086,-10 66 3223,-12 106 1987,36-142-475,6-34 172,-33 114-1,39-167-174,0 1 7,0-1 1,-1 0-1,-1 0 0,-11 17 0,16-31-27,0 1-1,0-1 1,0 0-1,0 0 1,-1-1-1,0 1 1,0-1-1,0 0 1,0 0-1,0 0 1,-1 0-1,1-1 1,-1 1-1,0-1 1,0-1-1,0 1 1,0-1-1,0 1 1,0-2-1,-6 2 1,-2-2 79,0-1 0,-1 0 0,1-1 0,0 0 0,0-1 0,0-1 0,1 0 0,-1 0 0,1-2 0,0 1 0,-16-11 0,-9-7 288,2-2 0,-38-33-1,62 48-194,-1 0-1,2-1 0,-1 0 0,2 0 0,-1-1 0,-7-14 0,15 22-130,-1-1-1,1 1 1,0-1 0,0 0 0,1 0-1,-1 1 1,1-1 0,0 0 0,0 0-1,1 0 1,0 0 0,0-1 0,0 1-1,0 0 1,1 0 0,-1 0 0,2 0-1,-1 0 1,0 1 0,1-1 0,4-8-1,1 1-61,0 0-1,1 1 0,1 0 0,0 1 0,0 0 0,20-16 0,71-46-520,-93 67 471,56-37-1076,1 3 1,2 3 0,1 3 0,2 3-1,115-34 1,-49 33-3015</inkml:trace>
</inkml:ink>
</file>

<file path=ppt/ink/ink16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46.520"/>
    </inkml:context>
    <inkml:brush xml:id="br0">
      <inkml:brushProperty name="width" value="0.05" units="cm"/>
      <inkml:brushProperty name="height" value="0.05" units="cm"/>
      <inkml:brushProperty name="color" value="#004F8B"/>
    </inkml:brush>
  </inkml:definitions>
  <inkml:trace contextRef="#ctx0" brushRef="#br0">1 22 11827,'4'-6'5067,"11"0"-3392,11 3-1929,32 1 543,151-2 1151,-72 8-4288,-115-3-65</inkml:trace>
</inkml:ink>
</file>

<file path=ppt/ink/ink16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46.771"/>
    </inkml:context>
    <inkml:brush xml:id="br0">
      <inkml:brushProperty name="width" value="0.05" units="cm"/>
      <inkml:brushProperty name="height" value="0.05" units="cm"/>
      <inkml:brushProperty name="color" value="#004F8B"/>
    </inkml:brush>
  </inkml:definitions>
  <inkml:trace contextRef="#ctx0" brushRef="#br0">5 23 11514,'-4'0'5626,"19"7"-5026,11-7-120,13 0-112,16-4-392,10 0-296,15-1-912,13-1-537,14-4-1824</inkml:trace>
</inkml:ink>
</file>

<file path=ppt/ink/ink16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47.225"/>
    </inkml:context>
    <inkml:brush xml:id="br0">
      <inkml:brushProperty name="width" value="0.05" units="cm"/>
      <inkml:brushProperty name="height" value="0.05" units="cm"/>
      <inkml:brushProperty name="color" value="#004F8B"/>
    </inkml:brush>
  </inkml:definitions>
  <inkml:trace contextRef="#ctx0" brushRef="#br0">307 124 10802,'-7'-1'-116,"0"-1"0,0 1-1,0 0 1,0 1 0,0 0-1,0 0 1,0 0 0,0 1-1,0 0 1,0 1 0,0-1-1,0 1 1,0 1 0,1-1-1,-1 1 1,1 0 0,0 1-1,0 0 1,0-1 0,-8 9-1,-5 3-22,1 1 0,0 1 0,2 1 0,-26 35 0,36-44 198,1 0-1,-1 1 1,2 0-1,-1 0 1,1 0-1,1 0 1,0 1-1,0-1 1,-1 17-1,3-19 75,0 0-1,1 0 1,0 0 0,1 0-1,-1 0 1,1 0 0,1 0-1,0 0 1,0 0 0,0-1-1,1 1 1,0-1 0,7 12-1,-7-15 70,1 0-1,-1-1 1,1 1-1,-1-1 1,1 0-1,0 0 1,0-1-1,0 1 1,1-1 0,-1 0-1,1 0 1,-1 0-1,1 0 1,0-1-1,0 0 1,-1 0-1,1 0 1,0-1-1,0 1 1,0-1-1,0 0 1,0-1 0,7-1-1,8 0 343,-1-2-1,1-1 1,0 0 0,24-11-1,-28 9-194,0-1 0,0 0 1,0-2-1,-1 0 0,-1 0 0,0-2 0,0 1 0,-1-2 1,-1 0-1,0 0 0,0-1 0,-2-1 0,17-29 0,-22 35-352,0-1 0,0 1-1,-1-1 1,-1-1-1,0 1 1,0 0 0,-1-1-1,0 0 1,-1 1 0,0-1-1,-1 0 1,0 0-1,-1 1 1,0-1 0,0 0-1,-1 1 1,-1-1-1,0 1 1,0-1 0,-1 1-1,0 0 1,-1 1 0,0-1-1,-8-10 1,9 14-129,-1 1 0,-1-1 0,1 1 0,-1 0 0,0 0 0,0 0 0,0 1 0,-1 0 0,1 0 0,-1 1-1,0 0 1,0 0 0,-1 0 0,1 1 0,0 0 0,-1 1 0,1 0 0,-1 0 0,1 0 0,-1 1 0,-12 1 0,-11 2-1614,-32 7-1</inkml:trace>
</inkml:ink>
</file>

<file path=ppt/ink/ink16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40:01.730"/>
    </inkml:context>
    <inkml:brush xml:id="br0">
      <inkml:brushProperty name="width" value="0.05" units="cm"/>
      <inkml:brushProperty name="height" value="0.05" units="cm"/>
      <inkml:brushProperty name="color" value="#004F8B"/>
    </inkml:brush>
  </inkml:definitions>
  <inkml:trace contextRef="#ctx0" brushRef="#br0">76 1 3329,'-30'139'-3254,"-16"87"18565,48-234-13843,3-15-1188,2 0 0,0 1-1,2 0 1,0 0 0,1 1-1,2 0 1,15-23 0,-20 34-428,1 1 0,0 0 1,0 0-1,0 0 0,1 1 0,0 1 1,1-1-1,0 2 0,0-1 1,1 1-1,-1 1 0,1 0 1,0 0-1,1 1 0,-1 1 1,20-4-1,-26 6 23,0 1 1,0-1 0,0 1-1,0 1 1,0-1 0,0 1-1,0 0 1,0 0-1,0 0 1,0 0 0,0 1-1,0 0 1,-1 0-1,1 1 1,-1-1 0,0 1-1,1 0 1,-1 0 0,-1 0-1,1 0 1,0 1-1,-1 0 1,1 0 0,-1 0-1,0 0 1,3 7-1,-2-5 118,-1 0 0,-1 1 0,1-1-1,-1 1 1,0-1 0,-1 1-1,1 0 1,-1 0 0,-1-1 0,1 1-1,-1 0 1,0 0 0,-1 0 0,0 0-1,0 0 1,0-1 0,-1 1-1,-4 12 1,-1-3 459,9-14 1254,15-22 1781,-3 3-4427,-5 7 732,0 1 0,1 1 0,1-1 0,-1 1 0,1 1 0,1 0 0,-1 1 0,1 0 1,0 1-1,1 0 0,-1 1 0,1 0 0,0 1 0,25-3 0,-36 6 175,0 0 0,0 0 0,0 0-1,0 0 1,0 0 0,-1 0 0,1 1 0,0-1 0,0 1 0,0 0 0,0-1 0,-1 1 0,1 0-1,0 0 1,-1 0 0,1 0 0,-1 0 0,1 1 0,-1-1 0,1 0 0,0 2 0,0 1-5,0-1 1,0 1-1,0-1 1,0 1-1,-1-1 0,0 1 1,0 0-1,0 0 1,1 7-1,-1 3 67,0 0-1,-1 0 0,-1 0 1,-4 23-1,-17 59-246,18-73-1421</inkml:trace>
</inkml:ink>
</file>

<file path=ppt/ink/ink16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40:02.531"/>
    </inkml:context>
    <inkml:brush xml:id="br0">
      <inkml:brushProperty name="width" value="0.05" units="cm"/>
      <inkml:brushProperty name="height" value="0.05" units="cm"/>
      <inkml:brushProperty name="color" value="#004F8B"/>
    </inkml:brush>
  </inkml:definitions>
  <inkml:trace contextRef="#ctx0" brushRef="#br0">597 9 14419,'-6'-2'-152,"-2"0"-74,0 1-1,0-1 0,0 1 1,0 1-1,0-1 1,1 1-1,-1 1 1,0 0-1,0 0 1,0 0-1,0 1 1,1 0-1,-1 0 1,1 1-1,-1 0 1,1 1-1,-12 6 1,1 1 88,1 1 1,0 0-1,1 1 1,0 0-1,-27 31 1,38-38 170,1 0 0,0 0 0,0 0 0,0 1 0,1-1-1,0 1 1,0 0 0,1 0 0,0 0 0,0 0 0,1 0 0,-1 1 0,1-1 0,1 0 0,0 1 0,1 14 0,0-18 50,-1 0-1,1 0 1,1 0 0,-1 0-1,0 0 1,1-1-1,0 1 1,0 0-1,0-1 1,0 1 0,1-1-1,-1 0 1,1 1-1,0-1 1,0-1 0,0 1-1,0 0 1,0-1-1,1 1 1,-1-1 0,1 0-1,0 0 1,-1-1-1,1 1 1,0-1-1,0 0 1,0 0 0,0 0-1,0 0 1,1-1-1,4 1 1,-1-1 88,0-1 1,-1 0-1,1 0 0,0 0 0,-1-1 1,1 0-1,-1 0 0,1-1 0,-1 0 1,0 0-1,0-1 0,-1 0 1,1 0-1,-1-1 0,11-9 0,6-7 764,-2-1 0,31-39 0,-29 19 234,-9 16-731,-10 22-1759,-4 10-1672,-65 407 1447,-12 4 2052,73-396-463,2-4 15,-1 1 1,-1-1 0,-1 0-1,-13 31 1,17-45-34,-1 1-1,0 0 0,0-1 1,-1 0-1,1 1 0,-1-1 1,0 0-1,0 0 1,0-1-1,0 1 0,0 0 1,0-1-1,-1 0 1,1 0-1,-1 0 0,0 0 1,1-1-1,-1 1 1,0-1-1,0 0 0,0 0 1,0 0-1,0-1 0,0 0 1,0 1-1,-6-2 1,-3 0 61,0-1 1,0-1 0,0 0-1,1-1 1,-1 0 0,1-1-1,0 0 1,0-1 0,-17-12-1,5 2 125,0-2 0,1-1 0,-24-25-1,36 32 12,-1 0-1,2-1 1,0-1-1,0 0 1,1 0-1,1-1 1,0 0-1,-5-17 1,11 27-187,0 0 0,0-1 0,1 1 0,0-1 1,0 1-1,0-1 0,1 1 0,0-1 1,0 0-1,1 1 0,-1-1 0,1 1 0,0-1 1,0 1-1,1-1 0,0 1 0,0 0 0,0 0 1,1 0-1,-1 0 0,1 0 0,0 0 1,1 1-1,-1-1 0,1 1 0,0 0 0,7-6 1,14-6-515,0 0 0,1 2 0,0 1-1,1 1 1,56-16 0,-60 20 18,48-16-898</inkml:trace>
</inkml:ink>
</file>

<file path=ppt/ink/ink16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40:05.299"/>
    </inkml:context>
    <inkml:brush xml:id="br0">
      <inkml:brushProperty name="width" value="0.05" units="cm"/>
      <inkml:brushProperty name="height" value="0.05" units="cm"/>
      <inkml:brushProperty name="color" value="#004F8B"/>
    </inkml:brush>
  </inkml:definitions>
  <inkml:trace contextRef="#ctx0" brushRef="#br0">119 18 12019,'57'-8'1138,"0"2"1,0 3-1,62 4 1,-115-1-1164,0 0 1,-1 0-1,1 0 1,-1 1-1,1-1 1,0 1-1,-1 0 1,1 0-1,-1 0 1,0 1-1,1-1 1,-1 1-1,0 0 1,0 0-1,0 0 1,0 0-1,3 4 1,-4-3-30,1 1 0,-1 0 1,0 0-1,-1 0 0,1 0 1,0 0-1,-1 0 0,0 0 0,0 0 1,-1 1-1,1-1 0,-1 1 0,0-1 1,0 6-1,0 4 51,-2 0-1,1 0 1,-1 0 0,-1 0-1,-1 0 1,0 0 0,-1-1 0,0 0-1,-1 0 1,0 0 0,-1-1-1,-1 1 1,0-2 0,-10 13 0,0-4 16,-2 0-1,0-1 1,-1-1 0,-1-1 0,-1-1 0,-30 17 0,-33 12 90,-28 18-318,94-48-933,6 0-756</inkml:trace>
</inkml:ink>
</file>

<file path=ppt/ink/ink16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40:05.586"/>
    </inkml:context>
    <inkml:brush xml:id="br0">
      <inkml:brushProperty name="width" value="0.05" units="cm"/>
      <inkml:brushProperty name="height" value="0.05" units="cm"/>
      <inkml:brushProperty name="color" value="#004F8B"/>
    </inkml:brush>
  </inkml:definitions>
  <inkml:trace contextRef="#ctx0" brushRef="#br0">0 1 4825,'2'11'9658,"1"-9"-7834,0-1-439,45 13 871,-46-16-2216,-1 1-448</inkml:trace>
</inkml:ink>
</file>

<file path=ppt/ink/ink16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54.015"/>
    </inkml:context>
    <inkml:brush xml:id="br0">
      <inkml:brushProperty name="width" value="0.05" units="cm"/>
      <inkml:brushProperty name="height" value="0.05" units="cm"/>
      <inkml:brushProperty name="color" value="#004F8B"/>
    </inkml:brush>
  </inkml:definitions>
  <inkml:trace contextRef="#ctx0" brushRef="#br0">107 374 1032,'-13'-2'13009,"13"2"-12886,-1 0 1,0-1 0,1 1 0,-1-1-1,1 1 1,-1-1 0,1 1-1,-1-1 1,1 1 0,0-1 0,-1 0-1,1 1 1,0-1 0,-1 0-1,1 1 1,0-1 0,0 0 0,0 1-1,-1-1 1,1 0 0,0 1 0,0-2-1,0-5-126,0 0 0,0-1 0,0 1-1,1 0 1,0 0 0,0 1 0,1-1-1,0 0 1,0 0 0,1 1 0,4-9 0,12-15 165,2 0 0,1 2 0,2 0 0,0 1 0,2 2 0,49-38 1,-71 59-233,1 0 1,0 1 0,0 0 0,0-1 0,1 2 0,-1-1 0,1 1 0,-1-1 0,1 2 0,0-1 0,0 1 0,0-1 0,0 2 0,0-1 0,0 1 0,0 0 0,0 0 0,0 0 0,0 1 0,0 0 0,0 0 0,0 1 0,-1-1 0,1 1 0,0 1 0,-1-1 0,1 1 0,-1 0 0,0 0 0,0 0 0,0 1 0,0 0 0,-1 0 0,0 0 0,1 0 0,-2 1 0,1 0 0,0 0 0,-1 0 0,3 6 0,-2-5 32,0 1 0,-1-1 0,0 1 0,-1 0 0,0 0 0,0 0 0,0 0 0,-1 0 1,0 1-1,0-1 0,0 0 0,-1 0 0,-1 1 0,1-1 0,-3 12 0,0-10 14,0 0 0,0-1 0,-1 1-1,0 0 1,-1-1 0,0 0-1,0 0 1,0-1 0,-1 1 0,-1-1-1,-10 10 1,-19 14 2,-44 28 0,46-36 16,2 2 0,-37 35 0,31-16 27,2 1-1,3 2 1,-36 63 0,49-77 13,5-12 0,11-18 192,1 1 0,0 0 0,0 1 0,1-1 0,-1 0 0,1 1 0,-2 5 0,10-12 564,54-34-294,-30 17-434,1 1 0,41-16 0,17 4 205,2 4 0,117-17 0,-149 41-2601,-46 2-1043</inkml:trace>
</inkml:ink>
</file>

<file path=ppt/ink/ink16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54.669"/>
    </inkml:context>
    <inkml:brush xml:id="br0">
      <inkml:brushProperty name="width" value="0.05" units="cm"/>
      <inkml:brushProperty name="height" value="0.05" units="cm"/>
      <inkml:brushProperty name="color" value="#004F8B"/>
    </inkml:brush>
  </inkml:definitions>
  <inkml:trace contextRef="#ctx0" brushRef="#br0">55 101 4185,'-27'-30'3337,"26"29"-2984,0 0 1,0 0 0,0 0 0,0 0 0,0 0-1,0 0 1,0 0 0,0 0 0,0 1 0,-1-1-1,1 0 1,0 1 0,0-1 0,-1 1-1,1-1 1,0 1 0,-1-1 0,1 1 0,-1 0-1,-2 0 265,5-1-583,0-1-1,0 1 0,0 0 1,0 0-1,0 0 0,1 0 0,-1 0 1,0 0-1,1 0 0,-1 1 1,1-1-1,-1 0 0,0 1 1,4-1-1,-5 0-5,17-3 96,-1 0-1,1 0 0,0 2 1,25-1-1,1 0 72,274-18 805,-305 21-2828</inkml:trace>
</inkml:ink>
</file>

<file path=ppt/ink/ink16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55.047"/>
    </inkml:context>
    <inkml:brush xml:id="br0">
      <inkml:brushProperty name="width" value="0.05" units="cm"/>
      <inkml:brushProperty name="height" value="0.05" units="cm"/>
      <inkml:brushProperty name="color" value="#004F8B"/>
    </inkml:brush>
  </inkml:definitions>
  <inkml:trace contextRef="#ctx0" brushRef="#br0">42 1 4905,'-4'5'4088,"0"18"-4236,-3 28-1143,-5 24 1129,7-50 1389,1 0 0,1 1 0,0 45 0,3-70-1187,0 0-1,0 0 1,0 0 0,1-1 0,-1 1-1,0 0 1,0 0 0,0 0-1,1 0 1,-1-1 0,0 1 0,1 0-1,-1 0 1,1-1 0,-1 1-1,1 0 1,0 0 0</inkml:trace>
</inkml:ink>
</file>

<file path=ppt/ink/ink16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55.861"/>
    </inkml:context>
    <inkml:brush xml:id="br0">
      <inkml:brushProperty name="width" value="0.05" units="cm"/>
      <inkml:brushProperty name="height" value="0.05" units="cm"/>
      <inkml:brushProperty name="color" value="#004F8B"/>
    </inkml:brush>
  </inkml:definitions>
  <inkml:trace contextRef="#ctx0" brushRef="#br0">62 3 6385,'0'-3'8207,"-2"8"-9912,-20 73 2496,-15 109 1,37-186-183,0 1-1126</inkml:trace>
</inkml:ink>
</file>

<file path=ppt/ink/ink16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57.145"/>
    </inkml:context>
    <inkml:brush xml:id="br0">
      <inkml:brushProperty name="width" value="0.05" units="cm"/>
      <inkml:brushProperty name="height" value="0.05" units="cm"/>
      <inkml:brushProperty name="color" value="#004F8B"/>
    </inkml:brush>
  </inkml:definitions>
  <inkml:trace contextRef="#ctx0" brushRef="#br0">122 173 2168,'0'0'15130,"8"-13"-14698,42-79-57,-48 90-334,-1-1-1,1 1 1,-1-1-1,0 1 0,0-1 1,0 0-1,0 0 1,0 1-1,0-1 1,-1 0-1,1 0 0,-1-4 1,0 5-38,0 1-1,0-1 1,0 0 0,1 1-1,-1-1 1,0 0-1,1 1 1,-1-1 0,1 0-1,0 1 1,-1-1 0,2-1-1,-2 3 155,1-4-1881,-10 3-2443,4 2 4010,0 1 0,0 0 1,0 0-1,1 0 0,-1 1 0,1-1 1,-1 1-1,1 0 0,0 1 0,0-1 1,0 1-1,0 0 0,1 0 1,0 0-1,-1 0 0,2 0 0,-6 9 1,-3 8-75,0 1 0,-13 39 0,22-56 257,0 0 0,1 0 0,-1 0 0,1 0 0,1 1 0,-1-1 0,1 0 0,0 1 0,0-1 0,0 0 0,1 0 0,0 1 0,0-1-1,0 0 1,4 9 0,-2-8 63,1 0 0,-1 0-1,1 0 1,1-1-1,-1 0 1,1 0 0,0 0-1,0 0 1,0-1-1,1 1 1,9 5 0,23 11 345,-24-13-287,0 0 1,0 0 0,-1 1-1,15 14 1,-25-20-172,3 6 385,-6-7-332,0-1-1,-1 0 1,0 0 0,1 0 0,-1 1 0,0-1-1,1 0 1,-1 0 0,0 0 0,0 0 0,0 0-1,0 0 1,0-1 0,0 1 0,-2 1-1,-6 5 33,0 0 0,-1-1 0,0 0 0,0-1 0,0 0 0,-1-1 0,0 0 0,-17 4 0,8-4-54,-1-1 0,1 0 1,-1-2-1,-33-2 1,52 1-1056</inkml:trace>
</inkml:ink>
</file>

<file path=ppt/ink/ink16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57.413"/>
    </inkml:context>
    <inkml:brush xml:id="br0">
      <inkml:brushProperty name="width" value="0.05" units="cm"/>
      <inkml:brushProperty name="height" value="0.05" units="cm"/>
      <inkml:brushProperty name="color" value="#004F8B"/>
    </inkml:brush>
  </inkml:definitions>
  <inkml:trace contextRef="#ctx0" brushRef="#br0">36 1 7330,'0'0'-601,"-6"27"-3511,3-10 4088,-4 1 600,1 1 256,3-2-192,-1-1-408,1 0 16,1-3 48,1 1 72,1-1 256,0-3 201</inkml:trace>
</inkml:ink>
</file>

<file path=ppt/ink/ink16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57.588"/>
    </inkml:context>
    <inkml:brush xml:id="br0">
      <inkml:brushProperty name="width" value="0.05" units="cm"/>
      <inkml:brushProperty name="height" value="0.05" units="cm"/>
      <inkml:brushProperty name="color" value="#004F8B"/>
    </inkml:brush>
  </inkml:definitions>
  <inkml:trace contextRef="#ctx0" brushRef="#br0">37 50 10002,'-12'-15'1024,"2"0"1097,0 5-1785,5 1-160</inkml:trace>
</inkml:ink>
</file>

<file path=ppt/ink/ink16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58.156"/>
    </inkml:context>
    <inkml:brush xml:id="br0">
      <inkml:brushProperty name="width" value="0.05" units="cm"/>
      <inkml:brushProperty name="height" value="0.05" units="cm"/>
      <inkml:brushProperty name="color" value="#004F8B"/>
    </inkml:brush>
  </inkml:definitions>
  <inkml:trace contextRef="#ctx0" brushRef="#br0">31 26 10226,'0'0'2185,"-1"18"-7752,-1 16 5280,-1 1-1,-1-1 1,-11 37 0,10-42 1803,5-29-1427,0 0 1,0 0-1,0 0 0,0 0 0,0 1 0,0-1 0,0 0 1,0 0-1,0 0 0,0 0 0,1 0 0,-1 0 1,0 0-1,0 1 0,0-1 0,0 0 0,0 0 0,1 0 1,-1 0-1,0 0 0,0 0 0,0 0 0,0 0 1,0 0-1,1 0 0,-1 0 0,0 0 0,0 0 0,0 0 1,0 0-1,1 0 0,-1 0 0,0 0 0,0 0 0,0 0 1,0 0-1,1 0 0,-1 0 0,0 0 0,0 0 1,0 0-1,0 0 0,0-1 0,1 1 0,-1 0 0,0 0 1,0 0-1,0 0 0,0 0 0,0 0 0,0-1 0,0 1 1,0 0-1,1 0 0,-1 0 0,0 0 0,0 0 1,0-1-1,0 1 0,0 0 0,0 0 0,0 0 0,31-45 9187,-19 28-11829,3-4 2368,1 0 1,1 2-1,38-35 0,-46 46-17,1 0 0,0 1 0,1 0 0,-1 1 0,1 0 0,0 1 0,1 0 0,-1 1-1,1 0 1,18-3 0,-25 6 108,0 1-1,0 0 1,1 0 0,-1 0-1,0 1 1,0-1-1,0 1 1,0 1-1,0-1 1,-1 1 0,1 0-1,0 0 1,0 0-1,-1 0 1,0 1-1,1 0 1,-1 0 0,0 0-1,0 0 1,-1 1-1,1-1 1,-1 1 0,0 0-1,0 0 1,0 1-1,3 4 1,-2-2 107,-1 0-1,0 0 1,0 0 0,0 0-1,-1 1 1,0-1 0,0 1-1,0 0 1,-1 0 0,-1-1-1,1 1 1,-2 0 0,1 0-1,-1 0 1,0 0 0,-2 9-1,-5 11-325,4-15-755</inkml:trace>
</inkml:ink>
</file>

<file path=ppt/ink/ink16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58.967"/>
    </inkml:context>
    <inkml:brush xml:id="br0">
      <inkml:brushProperty name="width" value="0.05" units="cm"/>
      <inkml:brushProperty name="height" value="0.05" units="cm"/>
      <inkml:brushProperty name="color" value="#004F8B"/>
    </inkml:brush>
  </inkml:definitions>
  <inkml:trace contextRef="#ctx0" brushRef="#br0">1 58 3121,'0'0'14199,"9"-8"-13515,-1 2-751,0 0 1,0 0-1,1 1 1,0 0-1,14-6 1,-18 9-41,1 0 1,-1 1 0,1-1 0,0 1-1,0 0 1,-1 0 0,1 1 0,0 0-1,0 0 1,0 0 0,0 1 0,11 2-1,-13-2 40,0 0-1,0 0 0,0 1 0,0-1 0,0 1 0,-1 0 0,1 0 0,-1 1 0,1-1 0,-1 1 0,0-1 0,0 1 0,0 0 0,0 1 0,0-1 0,-1 0 0,1 1 0,-1-1 0,0 1 0,0 0 0,0 0 1,-1 0-1,1 0 0,-1 0 0,0 0 0,0 0 0,0 7 0,-1-4 32,0 0 0,0 0-1,-1 1 1,0-1 0,-1 0 0,0 0 0,0 0 0,0 0 0,-1 0 0,0-1 0,0 1-1,-1-1 1,0 0 0,0 0 0,-6 8 0,-7 4 102,-28 23 1,5-4 199,39-36-190,6-2-574,5 0 454,0 0-1,-1 1 1,1 0 0,-1 1-1,1 0 1,-1 0-1,1 1 1,-1 0 0,0 1-1,1 0 1,-2 0-1,1 1 1,0 0 0,-1 1-1,1 0 1,11 9-1,-10-7 5,5 3-81,0 1 1,14 13-1,-25-21 102,-1 0 0,0 0 0,0 0 0,0 1 0,-1-1 1,1 1-1,-1 0 0,0-1 0,0 1 0,0 0 0,-1 1 0,1-1 0,-1 0 0,1 6 0,-2-7 26,0-1 0,-1 1 1,0-1-1,1 1 0,-1-1 1,0 0-1,0 1 1,0-1-1,0 0 0,-1 0 1,1 1-1,0-1 0,-1 0 1,0 0-1,1 0 1,-1-1-1,0 1 0,0 0 1,0-1-1,0 1 0,0-1 1,-4 2-1,-5 3 101,0 0-1,-1 0 0,-14 3 0,11-3 52,0-2 1,0 0-1,0-1 0,0-1 0,-1 0 0,1-1 0,-1-1 0,0 0 0,1-1 0,-24-4 0,38 4-195,-1 1 0,1 0 0,0-1 0,0 1 0,-1-1 0,1 1 0,0-1 0,0 1 0,0-1 0,0 0 0,0 0 0,0 1 0,0-1 0,0 0 0,0 0 0,0 0 0,0 0 0,1 0 0,-2-2 0,0-12-3061</inkml:trace>
</inkml:ink>
</file>

<file path=ppt/ink/ink16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59.213"/>
    </inkml:context>
    <inkml:brush xml:id="br0">
      <inkml:brushProperty name="width" value="0.05" units="cm"/>
      <inkml:brushProperty name="height" value="0.05" units="cm"/>
      <inkml:brushProperty name="color" value="#004F8B"/>
    </inkml:brush>
  </inkml:definitions>
  <inkml:trace contextRef="#ctx0" brushRef="#br0">1 32 8506,'0'0'2536,"0"-2"-1575,1 1-609,33-14-264,-9 13-64,3 1 16,6-1 144,1 2 8,3-3-48,1 2-112,-4 0-976,2-2-697</inkml:trace>
</inkml:ink>
</file>

<file path=ppt/ink/ink16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59.583"/>
    </inkml:context>
    <inkml:brush xml:id="br0">
      <inkml:brushProperty name="width" value="0.05" units="cm"/>
      <inkml:brushProperty name="height" value="0.05" units="cm"/>
      <inkml:brushProperty name="color" value="#004F8B"/>
    </inkml:brush>
  </inkml:definitions>
  <inkml:trace contextRef="#ctx0" brushRef="#br0">10 1 2825,'10'17'1276,"2"1"0,0-2 0,0 0 1,25 24-1,-19-22-1005,-1 1 0,19 29 0,-31-40-225,-1-1 1,0 0-1,-1 1 0,0 0 0,0-1 0,0 1 0,-1 1 0,0-1 0,-1 0 0,0 0 0,0 11 0,-1-14-6,-1-1 0,0 1 1,0-1-1,0 0 0,-1 1 1,1-1-1,-1 0 0,0 0 1,0 0-1,-1 0 0,1-1 1,-1 1-1,0 0 0,0-1 1,0 0-1,0 0 0,-1 0 1,1 0-1,-1 0 0,0-1 1,1 0-1,-1 0 0,-7 3 1,-1 1-23,-1-1 1,0 0 0,0-1-1,0 0 1,-1-1 0,-20 1 0,17-3-1296</inkml:trace>
</inkml:ink>
</file>

<file path=ppt/ink/ink16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40:00.025"/>
    </inkml:context>
    <inkml:brush xml:id="br0">
      <inkml:brushProperty name="width" value="0.05" units="cm"/>
      <inkml:brushProperty name="height" value="0.05" units="cm"/>
      <inkml:brushProperty name="color" value="#004F8B"/>
    </inkml:brush>
  </inkml:definitions>
  <inkml:trace contextRef="#ctx0" brushRef="#br0">63 31 7866,'0'0'2526,"-12"11"-9303,6-5 6587,1 1 0,-1 0 0,1 0 0,1 1 0,0 0 0,-5 9 0,7-12 298,0-1 0,1 0-1,-1 0 1,1 1 0,0-1 0,0 1 0,0-1-1,1 1 1,0-1 0,-1 1 0,2-1-1,-1 1 1,0-1 0,1 1 0,0-1-1,0 1 1,3 5 0,-4-8 133,1 0 0,0-1-1,0 1 1,0-1 0,0 0 0,0 1 0,0-1-1,0 0 1,1 0 0,-1 1 0,0-1 0,1 0-1,-1 0 1,1 0 0,-1-1 0,1 1 0,-1 0-1,1-1 1,-1 1 0,1 0 0,0-1 0,-1 0-1,3 1 1,0-1 144,-1-1 0,1 1 1,-1 0-1,1-1 0,-1 0 0,0 0 0,1 0 0,-1 0 1,0 0-1,7-4 0,-4 1 111,1-1-1,-1 1 1,0-1 0,0 0 0,0 0 0,-1-1-1,1 1 1,-1-1 0,8-13 0,-11 15-404,-1-1 0,1 1 1,-1-1-1,0 1 0,0-1 1,0 1-1,0-1 0,-1 0 1,0 1-1,0-1 0,0 0 1,-1 1-1,1-1 0,-1 1 1,-2-6-1,2 7-224,0 0 0,0-1 1,0 1-1,-1 0 0,0 0 0,0 1 0,0-1 0,0 0 1,0 1-1,0-1 0,0 1 0,-1-1 0,0 1 0,1 0 1,-1 0-1,0 1 0,0-1 0,0 0 0,0 1 0,0 0 1,-5-2-1,-18-2-1865</inkml:trace>
</inkml:ink>
</file>

<file path=ppt/ink/ink16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40:00.695"/>
    </inkml:context>
    <inkml:brush xml:id="br0">
      <inkml:brushProperty name="width" value="0.05" units="cm"/>
      <inkml:brushProperty name="height" value="0.05" units="cm"/>
      <inkml:brushProperty name="color" value="#004F8B"/>
    </inkml:brush>
  </inkml:definitions>
  <inkml:trace contextRef="#ctx0" brushRef="#br0">30 2 4137,'-30'-1'6451,"43"6"-5751,0-1 0,1 0 1,-1-1-1,1-1 1,-1 0-1,1-1 0,19-1 1,110-11 1401,-77 4-1806,-25 4-2041,-27 3-808</inkml:trace>
</inkml:ink>
</file>

<file path=ppt/ink/ink16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40:00.948"/>
    </inkml:context>
    <inkml:brush xml:id="br0">
      <inkml:brushProperty name="width" value="0.05" units="cm"/>
      <inkml:brushProperty name="height" value="0.05" units="cm"/>
      <inkml:brushProperty name="color" value="#004F8B"/>
    </inkml:brush>
  </inkml:definitions>
  <inkml:trace contextRef="#ctx0" brushRef="#br0">0 41 5177,'3'0'8882,"36"7"-7602,-11-8-240,1-2-191,11-5-385,5-1-128,5 0-416,3 1-504,8-1-1825</inkml:trace>
</inkml:ink>
</file>

<file path=ppt/ink/ink16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40:03.259"/>
    </inkml:context>
    <inkml:brush xml:id="br0">
      <inkml:brushProperty name="width" value="0.05" units="cm"/>
      <inkml:brushProperty name="height" value="0.05" units="cm"/>
      <inkml:brushProperty name="color" value="#004F8B"/>
    </inkml:brush>
  </inkml:definitions>
  <inkml:trace contextRef="#ctx0" brushRef="#br0">1 10 5257,'40'5'6129,"30"4"-4922,132-5 1126,221-23-1,-414 18-2471,40-7-2465</inkml:trace>
</inkml:ink>
</file>

<file path=ppt/ink/ink16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40:03.574"/>
    </inkml:context>
    <inkml:brush xml:id="br0">
      <inkml:brushProperty name="width" value="0.05" units="cm"/>
      <inkml:brushProperty name="height" value="0.05" units="cm"/>
      <inkml:brushProperty name="color" value="#004F8B"/>
    </inkml:brush>
  </inkml:definitions>
  <inkml:trace contextRef="#ctx0" brushRef="#br0">41 0 3865,'0'0'4902,"-2"10"-6101,-29 159 2691,27-136-26,2 0 1,1 1-1,4 45 1,-2-76-1461,-1 1 1,0-1-1,1 1 1,-1-1-1,1 1 1,0-1-1,0 0 1,1 1-1,-1-1 1,1 0-1,-1 0 1,1 0 0,0 0-1,0 0 1,0 0-1,5 3 1,6 3-1609</inkml:trace>
</inkml:ink>
</file>

<file path=ppt/ink/ink16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40:03.884"/>
    </inkml:context>
    <inkml:brush xml:id="br0">
      <inkml:brushProperty name="width" value="0.05" units="cm"/>
      <inkml:brushProperty name="height" value="0.05" units="cm"/>
      <inkml:brushProperty name="color" value="#004F8B"/>
    </inkml:brush>
  </inkml:definitions>
  <inkml:trace contextRef="#ctx0" brushRef="#br0">81 1 9282,'-10'30'-792,"2"-7"192,1 11 640,-2 0 312,0 0 208,0 0 24,2-5 40,1-3-88,1-4-160,1-2-24,1-4-56,0-3 1,3-1-33,0-2 48,1-2-72,4-2-512</inkml:trace>
</inkml:ink>
</file>

<file path=ppt/ink/ink16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40:04.428"/>
    </inkml:context>
    <inkml:brush xml:id="br0">
      <inkml:brushProperty name="width" value="0.05" units="cm"/>
      <inkml:brushProperty name="height" value="0.05" units="cm"/>
      <inkml:brushProperty name="color" value="#004F8B"/>
    </inkml:brush>
  </inkml:definitions>
  <inkml:trace contextRef="#ctx0" brushRef="#br0">1 0 9914,'0'0'1132,"7"1"-656,57 10 1433,107 5-1,74-13 394,-184-3-2134,0-1-2772,-47 1 130</inkml:trace>
</inkml:ink>
</file>

<file path=ppt/ink/ink16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40:04.714"/>
    </inkml:context>
    <inkml:brush xml:id="br0">
      <inkml:brushProperty name="width" value="0.05" units="cm"/>
      <inkml:brushProperty name="height" value="0.05" units="cm"/>
      <inkml:brushProperty name="color" value="#004F8B"/>
    </inkml:brush>
  </inkml:definitions>
  <inkml:trace contextRef="#ctx0" brushRef="#br0">1 54 13107,'0'0'3088,"1"0"-2479,30 1-33,-4-4-64,1 0-24,18-1-168,3-2-64,10 2-120,3-2-48,0-2-168,4 2-312,-3-2-1120,7 2-833</inkml:trace>
</inkml:ink>
</file>

<file path=ppt/ink/ink16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40:10.821"/>
    </inkml:context>
    <inkml:brush xml:id="br0">
      <inkml:brushProperty name="width" value="0.05" units="cm"/>
      <inkml:brushProperty name="height" value="0.05" units="cm"/>
      <inkml:brushProperty name="color" value="#004F8B"/>
    </inkml:brush>
  </inkml:definitions>
  <inkml:trace contextRef="#ctx0" brushRef="#br0">1 116 4073,'75'-23'4470,"85"-15"-1,82 5-2166,246 12-1575,-229 23-456,279 40 1,-75-12-72,-255-21-90,326 2 248,-312-9-220,-209-2-135,460 1 404,-1-27 457,-194 14-559,-108 8-158,145 1-16,71-5 798,-290 0-718,227-9 303,-303 17-1345,0 4-654</inkml:trace>
</inkml:ink>
</file>

<file path=ppt/ink/ink16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8:43.561"/>
    </inkml:context>
    <inkml:brush xml:id="br0">
      <inkml:brushProperty name="width" value="0.05" units="cm"/>
      <inkml:brushProperty name="height" value="0.05" units="cm"/>
      <inkml:brushProperty name="color" value="#E71224"/>
    </inkml:brush>
  </inkml:definitions>
  <inkml:trace contextRef="#ctx0" brushRef="#br0">34 50 2545,'-4'-5'6433,"-5"-4"-7192,-12 6 1952,21 3-1123,0 0 1,0 0-1,0-1 0,0 1 1,0 0-1,0 0 0,0-1 1,1 1-1,-1 0 1,0 0-1,0-1 0,0 1 1,0 0-1,0 0 0,0-1 1,0 1-1,0 0 0,1 0 1,-1-1-1,0 1 0,0 0 1,0 0-1,1 0 1,-1 0-1,0-1 0,0 1 1,0 0-1,1 0 0,-1 0 1,0 0-1,0 0 0,1 0 1,-1 0-1,0 0 1,0-1-1,1 1 0,-1 0 1,6-2 579,0 0 1,0 0 0,0 0 0,0 0-1,8 0 1,231-5-539,-55 4-9,-172 0-482</inkml:trace>
</inkml:ink>
</file>

<file path=ppt/ink/ink16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8:44.239"/>
    </inkml:context>
    <inkml:brush xml:id="br0">
      <inkml:brushProperty name="width" value="0.05" units="cm"/>
      <inkml:brushProperty name="height" value="0.05" units="cm"/>
      <inkml:brushProperty name="color" value="#E71224"/>
    </inkml:brush>
  </inkml:definitions>
  <inkml:trace contextRef="#ctx0" brushRef="#br0">35 1 5929,'-1'-1'53,"1"1"-1,-1 0 1,1 0-1,-1 0 1,1 0-1,-1 1 0,1-1 1,-1 0-1,1 0 1,-1 0-1,1 0 1,-1 0-1,1 1 1,-1-1-1,1 0 1,-1 1-1,1-1 0,-1 0 1,1 1-1,-1-1 1,1 0-1,0 1 1,-1-1-1,1 1 1,0-1-1,-1 0 1,1 1-1,0-1 1,0 1-1,-1-1 0,1 1 1,0-1-1,0 1 1,0-1-1,0 1 1,0 0-1,0-1 1,0 1-1,0-1 1,0 1-1,0-1 0,0 1 1,0-1-1,0 1 1,0-1-1,0 1 1,1-1-1,-1 1 1,0-1-1,0 1 1,0-1-1,1 1 0,12 23 860,-11-22-801,1 0 1,-1 0 0,1 0-1,0-1 1,0 1-1,0-1 1,0 1 0,0-1-1,0 0 1,0 0-1,0-1 1,0 1 0,1 0-1,5-1 1,7 3 186,85 16 398,-70-15-589,-1 2-1,1 1 0,-1 1 0,41 17 0,-69-24-122,0 0 1,0 0-1,-1-1 0,1 1 1,0 0-1,-1 1 0,1-1 0,-1 0 1,1 0-1,-1 1 0,1-1 1,-1 1-1,0-1 0,0 1 1,0 0-1,0-1 0,0 1 0,1 2 1,-2-2 7,0 0 0,1-1 0,-1 1 0,-1-1 0,1 1 1,0-1-1,0 1 0,-1-1 0,1 1 0,0-1 0,-1 1 0,0-1 0,1 1 1,-1-1-1,0 0 0,0 1 0,0-1 0,-1 2 0,-6 6 10,-1-1 0,0 0 0,0-1 0,-21 13 0,15-10 43,-29 18 24,-68 31-1,-24 15 83,95-38-2,40-35-116,1 0 48,0-1-53,0 1 0,0-1-1,0 0 1,0 1 0,0-1 0,0 0 0,0 1 0,0-1 0,0 1 0,0-1 0,0 0 0,0 1-1,0-1 1,0 0 0,0 1 0,0-1 0,1 0 0,-1 1 0,0-1 0,0 0 0,0 0 0,1 1-1,-1-1 1,0 0 0,0 0 0,1 1 0,-1-1 0,0 0 0,0 0 0,1 0 0,-1 1 0,0-1-1,1 0 1,-1 0 0,0 0 0,1 0 0,-1 0 0,0 0 0,1 0 0,0 0 0,5 3 66,1-1 1,0-1-1,0 1 1,0-1-1,1-1 1,-1 1-1,0-1 1,0 0-1,0-1 1,0 0-1,0 0 0,10-3 1,175-35-1931,-113 24-52</inkml:trace>
</inkml:ink>
</file>

<file path=ppt/ink/ink16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8:44.749"/>
    </inkml:context>
    <inkml:brush xml:id="br0">
      <inkml:brushProperty name="width" value="0.05" units="cm"/>
      <inkml:brushProperty name="height" value="0.05" units="cm"/>
      <inkml:brushProperty name="color" value="#E71224"/>
    </inkml:brush>
  </inkml:definitions>
  <inkml:trace contextRef="#ctx0" brushRef="#br0">4 144 5225,'0'0'4977,"0"4"-7479,4 54 2050,-7 96 1,-1-43 8592,7-222-3872,6-55-4302,-8 142 256,-1 21-225,1-14 25,1 0-1,0 0 0,7-25 1,-8 39-55,0-1-1,0 1 1,0-1 0,1 1 0,-1-1 0,1 1-1,0 0 1,0 0 0,1 0 0,-1 0-1,0 0 1,1 0 0,0 1 0,0-1 0,-1 1-1,2 0 1,-1 0 0,0 0 0,0 0-1,1 0 1,6-2 0,11 0-148,1 1 0,0 1 0,0 1 0,38 3 0,-29-1-655,0 0-563</inkml:trace>
</inkml:ink>
</file>

<file path=ppt/ink/ink16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8:45.174"/>
    </inkml:context>
    <inkml:brush xml:id="br0">
      <inkml:brushProperty name="width" value="0.05" units="cm"/>
      <inkml:brushProperty name="height" value="0.05" units="cm"/>
      <inkml:brushProperty name="color" value="#E71224"/>
    </inkml:brush>
  </inkml:definitions>
  <inkml:trace contextRef="#ctx0" brushRef="#br0">1 48 8962,'0'0'3513,"1"0"-2673,31-6-168,-7 0-344,3-2-56,6 1-184,1 0-280,5-1-1024,2 2-865</inkml:trace>
</inkml:ink>
</file>

<file path=ppt/ink/ink16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8:45.530"/>
    </inkml:context>
    <inkml:brush xml:id="br0">
      <inkml:brushProperty name="width" value="0.05" units="cm"/>
      <inkml:brushProperty name="height" value="0.05" units="cm"/>
      <inkml:brushProperty name="color" value="#E71224"/>
    </inkml:brush>
  </inkml:definitions>
  <inkml:trace contextRef="#ctx0" brushRef="#br0">1 0 5281,'0'0'7176,"10"10"-7784,12 11 581,-1 2-1,0 1 0,21 33 1,-10-13 236,-28-39-222,0 1 1,1-1 0,0 1-1,0-1 1,0-1-1,1 1 1,0-1-1,6 4 1,-2-2-1214</inkml:trace>
</inkml:ink>
</file>

<file path=ppt/ink/ink16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8:45.943"/>
    </inkml:context>
    <inkml:brush xml:id="br0">
      <inkml:brushProperty name="width" value="0.05" units="cm"/>
      <inkml:brushProperty name="height" value="0.05" units="cm"/>
      <inkml:brushProperty name="color" value="#E71224"/>
    </inkml:brush>
  </inkml:definitions>
  <inkml:trace contextRef="#ctx0" brushRef="#br0">339 1 4673,'0'0'240,"-1"0"-8,-23 19-184,9-1-264,-1 5 40,-6 11 112,-4 2 32,0 5 88,-2 1 40,-2 1 16,0-3 24,-2-5 48,-2-2 24,7-8 320,-1-1-368</inkml:trace>
</inkml:ink>
</file>

<file path=ppt/ink/ink16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8:46.336"/>
    </inkml:context>
    <inkml:brush xml:id="br0">
      <inkml:brushProperty name="width" value="0.05" units="cm"/>
      <inkml:brushProperty name="height" value="0.05" units="cm"/>
      <inkml:brushProperty name="color" value="#E71224"/>
    </inkml:brush>
  </inkml:definitions>
  <inkml:trace contextRef="#ctx0" brushRef="#br0">0 28 2168,'4'0'9130,"5"0"-5504,53-5-2668,-29 0-757,123-13-1079,-136 18-1276</inkml:trace>
</inkml:ink>
</file>

<file path=ppt/ink/ink16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8:46.709"/>
    </inkml:context>
    <inkml:brush xml:id="br0">
      <inkml:brushProperty name="width" value="0.05" units="cm"/>
      <inkml:brushProperty name="height" value="0.05" units="cm"/>
      <inkml:brushProperty name="color" value="#E71224"/>
    </inkml:brush>
  </inkml:definitions>
  <inkml:trace contextRef="#ctx0" brushRef="#br0">29 76 3497,'-10'6'888,"-8"6"7890,19-12-7762,33 4-296,-6-9-120,14-6-240,5 1-280,8-6-560,9 1-352,16 0-856,7 2-337,14 1-751</inkml:trace>
</inkml:ink>
</file>

<file path=ppt/ink/ink16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42:11.961"/>
    </inkml:context>
    <inkml:brush xml:id="br0">
      <inkml:brushProperty name="width" value="0.05" units="cm"/>
      <inkml:brushProperty name="height" value="0.05" units="cm"/>
      <inkml:brushProperty name="color" value="#E71224"/>
    </inkml:brush>
  </inkml:definitions>
  <inkml:trace contextRef="#ctx0" brushRef="#br0">42 89 6729,'-4'-7'7645,"-4"-8"-8455,8 14 681,-1 1-1,1-1 0,0 1 1,-1-1-1,1 1 0,-1-1 1,1 1-1,-1 0 0,1-1 1,-1 1-1,1-1 1,-1 1-1,1 0 0,-1 0 1,1-1-1,-1 1 0,0 0 1,1 0-1,-1 0 0,1 0 1,-1-1-1,0 1 0,0 0 1,-6 14-1247,5-8 1744,0 5-390,0 0 0,0 0 0,1 0 0,1 1 0,0-1 0,2 17 0,0 8 154,-2-12-50,2 0-1,1-1 0,8 35 2812,-9-64-2145,19-96-194,-17 72-555,2-1 0,19-54 0,-20 75-21,0-1 0,1 1 0,0 0 0,12-14 1,-12 16 42,-5 7 14,21 3-1136,13 6 1060,-27-7 29,-5 1 16,3 6 9,1 0 9,0 1-1,-1 0 0,0 1 0,-1-1 0,0 1 1,0 0-1,-1 0 0,0 1 0,3 15 0,16 102 242,-23-128-258,0 0 0,0 0 0,0 0 0,0 0 1,0 0-1,0 0 0,0 0 0,0 0 0,0 0 0,0-1 0,0 1 0,0 0 0,0 0 0,0 0 0,1 0 1,-1 0-1,0 0 0,0 0 0,0 0 0,0 0 0,0 0 0,0 0 0,0 0 0,0 0 0,0-1 0,0 1 1,0 0-1,0 0 0,0 0 0,1 0 0,-1 0 0,0 0 0,0 0 0,0 0 0,0 0 0,0 0 0,0 0 0,0 0 1,0 0-1,0 0 0,1 0 0,-1 0 0,0 0 0,0 0 0,0 0 0,0 0 0,0 0 0,0 0 0,0 0 1,0 0-1,0 1 0,0-1 0,1 0 0,-1 0 0,0 0 0,0 0 0,0 0 0,0 0 0,0 0 0,0 0 0,0 0 1,0 0-1,0 0 0,0 0 0,0 1 0,0-1 0,0 0 0,8-14 71,8-21-96,13-30-304,54-89 1,-77 151-922,10 13 1099,15 16 187,-29-25-33,-1 0 0,0 0-1,0-1 1,0 1 0,0 0 0,0 1 0,0-1-1,0 0 1,0 0 0,0 0 0,-1 0-1,1 1 1,0-1 0,-1 0 0,1 1-1,-1-1 1,1 1 0,-1-1 0,0 0 0,1 3-1,0 2 30,8 23 221,-1 0 0,7 48 0,-2-11-290,-13-65-21,0 0-116,0 0-1,1 1 0,-1-1 1,0 1-1,1-1 0,-1 0 1,1 1-1,-1-1 0,1 0 1,0 0-1,-1 0 0,1 1 1,0-1-1,0 0 0,0 0 1,2 1-1,3 0-2559</inkml:trace>
</inkml:ink>
</file>

<file path=ppt/ink/ink16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42:12.827"/>
    </inkml:context>
    <inkml:brush xml:id="br0">
      <inkml:brushProperty name="width" value="0.05" units="cm"/>
      <inkml:brushProperty name="height" value="0.05" units="cm"/>
      <inkml:brushProperty name="color" value="#E71224"/>
    </inkml:brush>
  </inkml:definitions>
  <inkml:trace contextRef="#ctx0" brushRef="#br0">275 123 6945,'0'0'4715,"-13"-20"-1963,-62-68-1999,69 82-947,-1 2-370,-4 4 203,-26-4-83,36 4 423,1 0 1,-1 0-1,0-1 1,1 1-1,-1 0 1,0 0 0,1 0-1,-1 0 1,0 0-1,1 0 1,-1 0-1,1 0 1,-1 1 0,0-1-1,1 0 1,-1 0-1,1 0 1,-1 1-1,0-1 1,1 0 0,-1 1-1,-9 7-117,1 0-1,0 1 0,1 0 1,0 0-1,0 1 1,1 0-1,0 1 1,1-1-1,-7 17 1,8-17 47,1 1 1,0-1 0,1 0 0,0 1-1,1 0 1,0 0 0,0 0 0,1 0-1,1 0 1,0 0 0,1 15 0,0-22 39,0 0 0,0-1-1,0 1 1,0 0 0,0 0 0,1-1 0,0 1 0,-1-1 0,1 1 0,1-1 0,-1 0 0,0 0 0,1 0 0,0 0 0,-1 0 0,1-1 0,0 1 0,0-1 0,5 3 0,-3-3 51,1 0 0,-1 1 0,1-2 1,0 1-1,0-1 0,0 0 1,0 0-1,0-1 0,0 1 0,0-1 1,8-1-1,1-1 98,0-1 0,-1 0 0,1-1 1,-1-1-1,0 0 0,0-1 0,0 0 0,-1-1 0,16-11 1,-25 15-4,0-1 1,0 0 0,-1 1 0,1-1-1,-1 0 1,0-1 0,0 1 0,-1 0-1,1-1 1,-1 0 0,0 1 0,2-9 0,1-5 345,-1 0 1,2-22 0,0-3 436,-7 28-221,1 17-1066,1 7-848,12 159 1418,-4-129-3188,-3-26 448</inkml:trace>
</inkml:ink>
</file>

<file path=ppt/ink/ink16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42:13.179"/>
    </inkml:context>
    <inkml:brush xml:id="br0">
      <inkml:brushProperty name="width" value="0.05" units="cm"/>
      <inkml:brushProperty name="height" value="0.05" units="cm"/>
      <inkml:brushProperty name="color" value="#E71224"/>
    </inkml:brush>
  </inkml:definitions>
  <inkml:trace contextRef="#ctx0" brushRef="#br0">1 0 5681,'0'0'8757,"13"12"-9639,0 0 840,-1 0 13,1-1-1,0 0 1,0 0 0,1-2-1,1 0 1,17 9-1,-19-16-2650,-6-2-362</inkml:trace>
</inkml:ink>
</file>

<file path=ppt/ink/ink16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42:13.464"/>
    </inkml:context>
    <inkml:brush xml:id="br0">
      <inkml:brushProperty name="width" value="0.05" units="cm"/>
      <inkml:brushProperty name="height" value="0.05" units="cm"/>
      <inkml:brushProperty name="color" value="#E71224"/>
    </inkml:brush>
  </inkml:definitions>
  <inkml:trace contextRef="#ctx0" brushRef="#br0">245 1 8434,'-3'0'646,"1"0"1,-1 0-1,1 1 1,-1-1-1,1 1 1,0-1-1,-1 1 1,-3 2-1,-23 19-1366,24-18 1175,-1 3-463,0-1 0,0 1 0,0 0 1,1 1-1,0-1 0,1 1 0,0 0 0,-5 12 0,-5 9 0,-85 165-3016,78-153-154</inkml:trace>
</inkml:ink>
</file>

<file path=ppt/ink/ink16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8:59.847"/>
    </inkml:context>
    <inkml:brush xml:id="br0">
      <inkml:brushProperty name="width" value="0.05" units="cm"/>
      <inkml:brushProperty name="height" value="0.05" units="cm"/>
      <inkml:brushProperty name="color" value="#E71224"/>
    </inkml:brush>
  </inkml:definitions>
  <inkml:trace contextRef="#ctx0" brushRef="#br0">55 1 1400,'-55'7'13845,"59"-6"-13623,105-5 767,-22 0-1636</inkml:trace>
</inkml:ink>
</file>

<file path=ppt/ink/ink16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00.360"/>
    </inkml:context>
    <inkml:brush xml:id="br0">
      <inkml:brushProperty name="width" value="0.05" units="cm"/>
      <inkml:brushProperty name="height" value="0.05" units="cm"/>
      <inkml:brushProperty name="color" value="#E71224"/>
    </inkml:brush>
  </inkml:definitions>
  <inkml:trace contextRef="#ctx0" brushRef="#br0">1 52 4441,'2'-8'10126,"-1"8"-9889,7-5-157,0 1-1,0 1 0,0 0 0,1 0 1,-1 0-1,1 1 0,13-1 0,73-6 178,-62 7-174,1-1-106,-15 1-362,0 1-1,1 0 1,21 3 0,-28 0-1578</inkml:trace>
</inkml:ink>
</file>

<file path=ppt/ink/ink16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00.651"/>
    </inkml:context>
    <inkml:brush xml:id="br0">
      <inkml:brushProperty name="width" value="0.05" units="cm"/>
      <inkml:brushProperty name="height" value="0.05" units="cm"/>
      <inkml:brushProperty name="color" value="#E71224"/>
    </inkml:brush>
  </inkml:definitions>
  <inkml:trace contextRef="#ctx0" brushRef="#br0">50 1 5641,'0'0'2374,"-2"6"-6252,-7 19 2380,-7 39 1,-6 83 2509,22-138 2571</inkml:trace>
</inkml:ink>
</file>

<file path=ppt/ink/ink16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01.038"/>
    </inkml:context>
    <inkml:brush xml:id="br0">
      <inkml:brushProperty name="width" value="0.05" units="cm"/>
      <inkml:brushProperty name="height" value="0.05" units="cm"/>
      <inkml:brushProperty name="color" value="#E71224"/>
    </inkml:brush>
  </inkml:definitions>
  <inkml:trace contextRef="#ctx0" brushRef="#br0">21 1 6513,'0'0'3717,"0"9"-10158,-6 116 5412,5-74 1623,-11 80 0,10-112-122,3-11 3334</inkml:trace>
</inkml:ink>
</file>

<file path=ppt/ink/ink16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01.504"/>
    </inkml:context>
    <inkml:brush xml:id="br0">
      <inkml:brushProperty name="width" value="0.05" units="cm"/>
      <inkml:brushProperty name="height" value="0.05" units="cm"/>
      <inkml:brushProperty name="color" value="#E71224"/>
    </inkml:brush>
  </inkml:definitions>
  <inkml:trace contextRef="#ctx0" brushRef="#br0">327 127 8346,'0'-2'4602,"0"-17"-3158,-3-15-1266,3 28-223,0 6 28,0-1 0,0 1 0,0 0 0,0-1 0,0 1 1,0-1-1,0 1 0,0 0 0,0-1 0,0 1 0,0-1 0,0 1 0,0 0 0,-1-1 1,1 1-1,0 0 0,0-1 0,0 1 0,-1 0 0,1-1 0,0 1 0,0 0 0,-1-1 1,1 1-1,0 0 0,-1 0 0,1-1 0,0 1 0,-1 0 0,-10-9-226,-28-22-168,35 28 293,0 1 0,0 0-1,0 1 1,0-1 0,-1 1 0,1-1-1,0 1 1,-1 1 0,1-1 0,0 1-1,-1-1 1,1 1 0,-8 1-1,1 1-276,-1 0 0,0 0 0,-13 6-1,17-5 216,-1 1-1,1 1 0,0-1 0,1 1 0,-1 0 1,1 1-1,0 0 0,0 0 0,1 1 0,0-1 1,0 1-1,0 1 0,1-1 0,-8 17 0,8-16 192,1 1-1,0 0 1,0 0-1,1 1 1,0-1-1,1 1 1,0-1-1,0 1 0,1 0 1,1 0-1,-1 0 1,2-1-1,1 19 1,-1-24 47,0 1 0,1-1 0,-1 0 0,1 1 1,0-1-1,0 0 0,1 0 0,-1 0 0,1 0 0,-1 0 1,1-1-1,1 1 0,-1-1 0,0 0 0,1 0 0,-1 0 1,1 0-1,0-1 0,0 1 0,0-1 0,0 0 1,1 0-1,5 1 0,31 7-1334</inkml:trace>
</inkml:ink>
</file>

<file path=ppt/ink/ink16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01.943"/>
    </inkml:context>
    <inkml:brush xml:id="br0">
      <inkml:brushProperty name="width" value="0.05" units="cm"/>
      <inkml:brushProperty name="height" value="0.05" units="cm"/>
      <inkml:brushProperty name="color" value="#E71224"/>
    </inkml:brush>
  </inkml:definitions>
  <inkml:trace contextRef="#ctx0" brushRef="#br0">57 51 7954,'0'0'803,"-5"5"-5002,-1 5 3900,-1-1-1,2 1 1,-1 1 0,1-1-1,1 1 1,0-1-1,0 1 1,-2 15-1,5-21 529,-1 1 0,2 0-1,-1-1 1,0 1 0,1 0 0,0 0-1,1-1 1,-1 1 0,1 0-1,0-1 1,1 1 0,-1-1-1,1 1 1,0-1 0,1 0 0,-1 1-1,1-1 1,0 0 0,5 6-1,-7-10 55,0 1-1,1-1 0,-1 0 0,1 0 0,0 0 0,-1 0 1,1 0-1,0 0 0,-1 0 0,1 0 0,0 0 0,0-1 1,0 1-1,0-1 0,0 0 0,0 1 0,0-1 0,0 0 1,3 0-1,-1-1-40,1 0 0,-1 0 0,0 0 0,1 0 0,-1-1 0,0 0 0,0 0-1,5-3 1,4-3-76,-2 0-1,1-1 0,-1-1 0,13-13 1,-17 14-9,0 1 1,-1-2 0,0 1 0,0 0 0,-1-1 0,0 0 0,-1-1 0,0 1-1,-1-1 1,4-19 0,-6 27-247,-1 0-1,1-1 1,-1 1-1,0 0 1,1 0-1,-2 0 1,1-1 0,0 1-1,-1 0 1,1 0-1,-1 0 1,0 0-1,0 0 1,0 0-1,0 0 1,-1 0-1,1 0 1,-1 0 0,0 0-1,0 1 1,0-1-1,0 1 1,0 0-1,0-1 1,-1 1-1,1 0 1,-1 0-1,0 1 1,1-1 0,-1 0-1,0 1 1,0 0-1,0 0 1,0-1-1,0 2 1,0-1-1,-1 0 1,1 1-1,0-1 1,-6 1-1,0 0-127,-1 0 0,1 0-1,0 1 1,0 0 0,-1 1-1,1 0 1,-17 6-1,-5 4-226</inkml:trace>
</inkml:ink>
</file>

<file path=ppt/ink/ink16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02.500"/>
    </inkml:context>
    <inkml:brush xml:id="br0">
      <inkml:brushProperty name="width" value="0.05" units="cm"/>
      <inkml:brushProperty name="height" value="0.05" units="cm"/>
      <inkml:brushProperty name="color" value="#E71224"/>
    </inkml:brush>
  </inkml:definitions>
  <inkml:trace contextRef="#ctx0" brushRef="#br0">267 12 6697,'-6'-3'-69,"0"1"-1,0 0 1,0 1 0,0 0-1,-1 0 1,1 0-1,0 0 1,0 1-1,-1 0 1,1 1-1,0-1 1,-1 1-1,1 0 1,0 1-1,0-1 1,0 1-1,0 1 1,1-1 0,-1 1-1,0 0 1,-6 4-1,5-3-88,-15 8-360,-28 19 0,46-28 516,0 0 0,0 0-1,0 0 1,1 0 0,-1 0 0,1 1 0,0 0 0,0 0 0,0 0 0,1 0 0,-1 0 0,1 0 0,0 1 0,-2 4 0,4-7 1026,6 0-421,1 1 0,-1-1 1,1 0-1,0-1 0,-1 1 0,1-1 1,0-1-1,0 1 0,9-2 0,66-9 686,-24 2-1209,-55 8-90,21-2-183,40 2 0,-58 0 44,0 1 0,0-1-1,-1 1 1,1 1 0,0-1 0,-1 1-1,1 0 1,-1 0 0,0 0 0,0 1-1,0 0 1,9 7 0,-13-9 90,0 0 0,0 0 0,0 0 0,0 0 0,0 1 1,0-1-1,0 1 0,-1-1 0,1 0 0,0 1 0,-1-1 0,1 1 0,-1-1 1,0 1-1,0 0 0,1-1 0,-1 1 0,0-1 0,0 1 0,0-1 0,0 1 1,-1 0-1,1-1 0,0 1 0,-1-1 0,1 1 0,-1-1 0,0 1 0,1-1 1,-1 0-1,0 1 0,0-1 0,0 0 0,0 1 0,0-1 0,0 0 0,0 0 1,-1 1-1,-5 5 68,0 0 0,-1-1 0,1 0 0,-17 9 0,1-2 208,0 0-1,-1-2 1,-1-1 0,0-1 0,0-1 0,-1-1 0,0-1-1,0-2 1,-31 2 0,54-6 283</inkml:trace>
</inkml:ink>
</file>

<file path=ppt/ink/ink16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03.191"/>
    </inkml:context>
    <inkml:brush xml:id="br0">
      <inkml:brushProperty name="width" value="0.05" units="cm"/>
      <inkml:brushProperty name="height" value="0.05" units="cm"/>
      <inkml:brushProperty name="color" value="#E71224"/>
    </inkml:brush>
  </inkml:definitions>
  <inkml:trace contextRef="#ctx0" brushRef="#br0">1 79 5513,'0'-2'274,"0"1"-1,0 0 0,1-1 1,-1 1-1,0-1 1,1 1-1,-1 0 0,1 0 1,-1-1-1,1 1 0,0 0 1,0 0-1,-1-1 1,1 1-1,0 0 0,0 0 1,2-1-1,26-16 1064,39-2-1702,-57 17 1043,3-1-528,-1 1 1,1 0-1,0 1 1,0 1-1,0 0 0,27 3 1,-38-2-200,0 1 0,1-1 1,-1 1-1,0 0 0,0 0 1,0 0-1,0 0 0,0 0 1,0 1-1,-1-1 0,1 1 1,0 0-1,-1 0 0,1 0 1,-1 0-1,0 0 0,0 1 1,0-1-1,0 1 0,0-1 1,0 1-1,0 0 0,-1-1 1,0 1-1,1 0 0,-1 0 0,0 0 1,0 0-1,-1 0 0,1 1 1,-1-1-1,1 0 0,-1 0 1,0 0-1,0 0 0,-1 4 1,0-3 17,0 1 0,0-1 1,-1 1-1,1-1 0,-1 0 0,0 0 1,-1 0-1,1 0 0,0 0 1,-1 0-1,0 0 0,0-1 0,0 0 1,-1 1-1,1-1 0,-1 0 1,-6 3-1,0 1 112,0 0 0,0-1 1,-1 0-1,0-1 0,-18 5 0,35-14 2327,32-19-2690,-38 23 266,1-1 0,0 1-1,0-1 1,-1 1 0,1 0-1,0-1 1,0 1 0,-1 0 0,1 0-1,0-1 1,0 1 0,0 0-1,0 0 1,-1 0 0,1 0-1,0 0 1,1 0 0,5 2-95,-1-1 1,1 1 0,-1 1-1,1-1 1,-1 1-1,0 0 1,0 0 0,0 1-1,0 0 1,-1 0 0,0 0-1,1 0 1,-2 1-1,1 0 1,8 11 0,-11-13 93,0 0 0,-1 0 0,1 0 1,0 0-1,-1 0 0,0 0 1,0 0-1,0 1 0,0-1 0,-1 0 1,1 1-1,-1-1 0,0 1 0,1-1 1,-2 0-1,1 1 0,0-1 0,-1 1 1,0-1-1,1 0 0,-1 0 1,-1 1-1,1-1 0,0 0 0,-1 0 1,1 0-1,-1 0 0,0 0 0,0-1 1,0 1-1,-1 0 0,1-1 0,-1 0 1,1 1-1,-4 1 0,-10 7 127,0 0 0,-1-2 0,0 0-1,-1-1 1,0-1 0,0 0 0,0-1 0,-1-1 0,1-1-1,-1-1 1,-32 2 0,48-5 47</inkml:trace>
</inkml:ink>
</file>

<file path=ppt/ink/ink16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03.494"/>
    </inkml:context>
    <inkml:brush xml:id="br0">
      <inkml:brushProperty name="width" value="0.05" units="cm"/>
      <inkml:brushProperty name="height" value="0.05" units="cm"/>
      <inkml:brushProperty name="color" value="#E71224"/>
    </inkml:brush>
  </inkml:definitions>
  <inkml:trace contextRef="#ctx0" brushRef="#br0">1 71 4921,'6'-2'3313,"-5"2"-2649,1-1-240,38-17-88,-15 12 72,9 0 168,1 0 0,-2 2-87,-3-1-17,-7 2-120,0-1-64,-1-1-272,-3-1-248,-3 3-1017,-2 2-975</inkml:trace>
</inkml:ink>
</file>

<file path=ppt/ink/ink16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03.906"/>
    </inkml:context>
    <inkml:brush xml:id="br0">
      <inkml:brushProperty name="width" value="0.05" units="cm"/>
      <inkml:brushProperty name="height" value="0.05" units="cm"/>
      <inkml:brushProperty name="color" value="#E71224"/>
    </inkml:brush>
  </inkml:definitions>
  <inkml:trace contextRef="#ctx0" brushRef="#br0">68 1 4057,'15'8'1310,"2"0"-1,-1-1 1,1-1-1,24 6 1,-25-8-1175,-1 0-1,1 2 1,-1 0 0,0 0-1,18 12 1,-32-17-145,0-1 0,1 1 0,-1 0 0,0-1 0,0 1 0,0 0 0,0 0 0,-1 0 0,1 0 0,0 0 0,0 0 0,0 0 0,-1 0 0,1 0 0,-1 0 0,1 0 0,-1 0 0,1 1 0,-1-1 0,0 0 0,1 0 0,-1 1 0,0-1 0,0 0 0,0 2 0,-1-1-3,1 0 0,-1 0 0,0 0 0,0-1 0,0 1-1,0 0 1,0-1 0,0 1 0,-1-1 0,1 1 0,0-1 0,-1 0 0,1 0 0,-4 2 0,-6 4 13,0-1 0,0 0-1,-22 7 1,-160 37 286,172-45-774</inkml:trace>
</inkml:ink>
</file>

<file path=ppt/ink/ink16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04.065"/>
    </inkml:context>
    <inkml:brush xml:id="br0">
      <inkml:brushProperty name="width" value="0.05" units="cm"/>
      <inkml:brushProperty name="height" value="0.05" units="cm"/>
      <inkml:brushProperty name="color" value="#E71224"/>
    </inkml:brush>
  </inkml:definitions>
  <inkml:trace contextRef="#ctx0" brushRef="#br0">0 0 2777,'0'0'-457</inkml:trace>
</inkml:ink>
</file>

<file path=ppt/ink/ink16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04.261"/>
    </inkml:context>
    <inkml:brush xml:id="br0">
      <inkml:brushProperty name="width" value="0.05" units="cm"/>
      <inkml:brushProperty name="height" value="0.05" units="cm"/>
      <inkml:brushProperty name="color" value="#E71224"/>
    </inkml:brush>
  </inkml:definitions>
  <inkml:trace contextRef="#ctx0" brushRef="#br0">1 143 984,'10'15'984,"0"-3"537,5-8 383,3-4-15,3-6-289,1-3-48,-3-4 113,0-3 71,-7-5 16,-6-1-159,-4 1-521,-5 0-328,-6 4-736,1 3-424,-11 4-688,-5 7-281,-5 10-1631</inkml:trace>
</inkml:ink>
</file>

<file path=ppt/ink/ink16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04.999"/>
    </inkml:context>
    <inkml:brush xml:id="br0">
      <inkml:brushProperty name="width" value="0.05" units="cm"/>
      <inkml:brushProperty name="height" value="0.05" units="cm"/>
      <inkml:brushProperty name="color" value="#E71224"/>
    </inkml:brush>
  </inkml:definitions>
  <inkml:trace contextRef="#ctx0" brushRef="#br0">32 22 2601,'-31'1'3853,"45"1"2444,29 0-1114,-19-2-6351,124-11 2616,172-5 60</inkml:trace>
</inkml:ink>
</file>

<file path=ppt/ink/ink16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05.344"/>
    </inkml:context>
    <inkml:brush xml:id="br0">
      <inkml:brushProperty name="width" value="0.05" units="cm"/>
      <inkml:brushProperty name="height" value="0.05" units="cm"/>
      <inkml:brushProperty name="color" value="#E71224"/>
    </inkml:brush>
  </inkml:definitions>
  <inkml:trace contextRef="#ctx0" brushRef="#br0">53 1 9746,'-3'30'-1202,"-14"58"0,3-21 1260,-3 67 94,16-116 181,1 0-1,0-1 1,1 1-1,1 0 1,7 26-1,-1-27 579,0-11-1975</inkml:trace>
</inkml:ink>
</file>

<file path=ppt/ink/ink16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05.778"/>
    </inkml:context>
    <inkml:brush xml:id="br0">
      <inkml:brushProperty name="width" value="0.05" units="cm"/>
      <inkml:brushProperty name="height" value="0.05" units="cm"/>
      <inkml:brushProperty name="color" value="#E71224"/>
    </inkml:brush>
  </inkml:definitions>
  <inkml:trace contextRef="#ctx0" brushRef="#br0">0 86 5041,'5'-19'10312,"-4"18"-10146,1 0 1,-1 0 0,0-1-1,1 1 1,-1 1-1,1-1 1,-1 0 0,1 0-1,0 1 1,-1-1-1,1 0 1,2 0-1,-2 1-270,26-7 192,-1 1-1,50-3 1,4 0-64,33-10-2359,-86 14 92</inkml:trace>
</inkml:ink>
</file>

<file path=ppt/ink/ink16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06.042"/>
    </inkml:context>
    <inkml:brush xml:id="br0">
      <inkml:brushProperty name="width" value="0.05" units="cm"/>
      <inkml:brushProperty name="height" value="0.05" units="cm"/>
      <inkml:brushProperty name="color" value="#E71224"/>
    </inkml:brush>
  </inkml:definitions>
  <inkml:trace contextRef="#ctx0" brushRef="#br0">64 0 2385,'0'0'425,"-4"8"-308,-7 17-416,2 1 0,0 0 0,2 1 0,-6 34 0,8-25 1465,2-1 0,0 1-1,4 38 1,1-62-537,0-2-824</inkml:trace>
</inkml:ink>
</file>

<file path=ppt/ink/ink16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06.578"/>
    </inkml:context>
    <inkml:brush xml:id="br0">
      <inkml:brushProperty name="width" value="0.05" units="cm"/>
      <inkml:brushProperty name="height" value="0.05" units="cm"/>
      <inkml:brushProperty name="color" value="#E71224"/>
    </inkml:brush>
  </inkml:definitions>
  <inkml:trace contextRef="#ctx0" brushRef="#br0">130 46 11418,'0'-1'5052,"16"-10"-3994,-5 5-950,0 1 1,0 0-1,1 1 1,21-6-1,-27 9-137,0 0 0,0 0 0,0 1-1,0-1 1,0 1 0,-1 0 0,1 1-1,0 0 1,0 0 0,0 0 0,0 0 0,-1 1-1,1 0 1,8 4 0,-11-4-17,0-1 0,0 1 0,0-1 0,0 1 0,0 0 0,-1 1 0,1-1 0,-1 0 1,1 1-1,-1-1 0,0 1 0,0 0 0,0-1 0,0 1 0,0 0 0,-1 1 0,1-1 0,-1 0 0,0 0 0,0 0 0,0 1 1,0-1-1,-1 1 0,1-1 0,-1 0 0,0 1 0,0-1 0,0 1 0,-1-1 0,1 1 0,-1-1 0,0 0 0,1 1 1,-2-1-1,1 0 0,0 0 0,-1 0 0,1 1 0,-1-2 0,0 1 0,0 0 0,0 0 0,-3 2 0,-10 14-62,-1-1-1,-1 0 1,-1-2-1,-23 19 1,-84 50-7,13-10-47,110-73 184,31 8 983,-6-8-598,0-1 1,45-3-1,-13 0-216,-33 2-236,23 0-140,54-7 1,-82 5-2127</inkml:trace>
</inkml:ink>
</file>

<file path=ppt/ink/ink16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07.046"/>
    </inkml:context>
    <inkml:brush xml:id="br0">
      <inkml:brushProperty name="width" value="0.05" units="cm"/>
      <inkml:brushProperty name="height" value="0.05" units="cm"/>
      <inkml:brushProperty name="color" value="#E71224"/>
    </inkml:brush>
  </inkml:definitions>
  <inkml:trace contextRef="#ctx0" brushRef="#br0">266 32 7874,'0'-3'6080,"1"-2"-3664,-1 4-2517,-1 0 0,1 0 0,0 1 0,0-1-1,0 0 1,0 0 0,0 0 0,-1 1 0,1-1 0,0 0 0,-1 0 0,1 1 0,-1-1 0,1 0 0,-1 1 0,1-1 0,-1 0 0,1 1 0,-1-1 0,1 1 0,-1-1 0,0 1 0,0-1 0,1 1 0,-1-1 0,-1 1 0,-1-1 20,0 0 0,-1 0 0,1 0 0,-1 1 0,1-1 0,0 1 0,-1 0 1,1 0-1,-1 0 0,1 1 0,-1-1 0,1 1 0,0 0 0,-1 0 1,1 0-1,0 0 0,0 1 0,0-1 0,0 1 0,0 0 0,0 0 0,0 0 1,0 0-1,-3 4 0,-16 13-103,0 1 0,2 1 0,1 1 0,0 0 0,-29 48 0,46-66 209,-1 0 0,1 0 0,0 1 0,0-1 0,0 1 1,1-1-1,-1 1 0,1 0 0,0-1 0,1 1 0,-1 0 1,1 0-1,0-1 0,0 1 0,0 0 0,1 0 0,0 0 0,0-1 1,0 1-1,0 0 0,1-1 0,0 1 0,3 6 0,0-5 64,-1 0 0,1-1-1,0 0 1,0 0 0,1 0-1,-1 0 1,1-1 0,0 0-1,0 0 1,1 0 0,-1-1-1,1 0 1,0 0 0,12 3-1,1-1-418,0-1 1,-1-1-1,1-1 0,0 0 0,34-2 0,-3-5-2330</inkml:trace>
</inkml:ink>
</file>

<file path=ppt/ink/ink16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07.427"/>
    </inkml:context>
    <inkml:brush xml:id="br0">
      <inkml:brushProperty name="width" value="0.05" units="cm"/>
      <inkml:brushProperty name="height" value="0.05" units="cm"/>
      <inkml:brushProperty name="color" value="#E71224"/>
    </inkml:brush>
  </inkml:definitions>
  <inkml:trace contextRef="#ctx0" brushRef="#br0">73 150 6793,'1'-5'478,"0"-1"-1,0 1 1,0 0-1,-1-1 1,1 1-1,-1-1 1,-1 1-1,1 0 0,-1-1 1,0 1-1,0 0 1,-2-6-1,2 8 1282,1 1-3228,-7 5-1315,2 1 2649,0 0 1,0 0-1,1 1 0,0 0 0,0 0 0,0 0 1,1 0-1,-1 1 0,1-1 0,0 1 1,1 0-1,0 0 0,-1 0 0,0 8 0,1-6 239,0 0 0,0 0 0,1 0 0,0 0-1,0 0 1,1 0 0,0 0 0,1 0 0,0 0-1,0 0 1,4 14 0,-4-20 29,0 0-1,0 0 1,0 0 0,0 0-1,0 0 1,1-1-1,-1 1 1,1 0 0,-1-1-1,1 1 1,-1-1-1,1 0 1,0 1 0,0-1-1,-1 0 1,1 0-1,0 0 1,0 0 0,4 1-1,-1-1 82,0 0 0,0-1 0,0 1 0,0-1 0,0 0 0,0 0 1,0-1-1,7-1 0,2-1 97,0-1-1,-1 0 1,0-1 0,1-1 0,14-8 0,-15 6-77,-1 0 0,-1 0 0,1-1 0,-1-1 0,-1 0 0,0 0 0,17-24 0,-24 31-207,-1-1 0,1 0 0,-1 0 0,0 0 0,0 0 0,0 0 0,0-1-1,-1 1 1,0 0 0,0-1 0,0 1 0,-1-1 0,1 1 0,-1-1 0,0 0 0,0 1 0,-1-1 0,1 1 0,-1-1 0,0 1 0,0-1 0,-1 1 0,1 0 0,-1-1 0,0 1 0,0 0 0,0 0 0,-6-6 0,5 6-218,-1 1 0,0-1 1,0 1-1,0 0 0,0 1 0,-1-1 1,1 1-1,-1 0 0,1 0 0,-1 0 1,0 0-1,0 1 0,0 0 0,0 0 1,0 0-1,0 1 0,0-1 0,0 1 0,0 1 1,0-1-1,0 1 0,-6 1 0,-32 8-1486</inkml:trace>
</inkml:ink>
</file>

<file path=ppt/ink/ink16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07.976"/>
    </inkml:context>
    <inkml:brush xml:id="br0">
      <inkml:brushProperty name="width" value="0.05" units="cm"/>
      <inkml:brushProperty name="height" value="0.05" units="cm"/>
      <inkml:brushProperty name="color" value="#E71224"/>
    </inkml:brush>
  </inkml:definitions>
  <inkml:trace contextRef="#ctx0" brushRef="#br0">351 25 9626,'-8'-4'-5,"0"0"-1,0 1 1,0 0 0,0 1-1,0-1 1,-1 1 0,1 1 0,-1 0-1,1 0 1,-1 1 0,0 0-1,1 0 1,-1 1 0,1 0-1,-14 4 1,-9 3-316,0 1-1,-51 24 1,74-30 267,0 1 0,1 0 0,-1 1 1,-9 7-1,17-12 84,-1 0-1,0 1 1,0-1 0,1 1-1,-1 0 1,0-1 0,0 1-1,1-1 1,-1 1 0,1 0-1,-1 0 1,1-1 0,-1 1-1,1 0 1,-1 0 0,1 0-1,0-1 1,-1 1 0,1 0-1,0 0 1,0 0 0,-1 0-1,1 0 1,0 0 0,0 0-1,0-1 1,0 1 0,0 0-1,1 0 1,-1 0 0,0 0-1,0 0 1,0 0 0,1 0-1,-1-1 1,1 1 0,-1 0-1,0 0 1,1 0 0,-1-1-1,1 1 1,0 0 0,-1-1-1,1 1 1,0 0 0,-1-1-1,1 1 1,0-1 0,0 1-1,-1-1 1,1 1 0,0-1-1,0 0 1,0 1 0,0-1-1,0 0 1,1 0 0,11 5 444,1-2 0,0 0 1,-1 0-1,1-1 0,0-1 1,0 0-1,0-1 0,24-3 0,-18 1-482,0 1-1,0 2 1,29 3-1,-43-3-127,-1 1 0,1-1 0,-1 1 0,0 1 0,1-1 0,-1 1 0,0 0 0,0 0 0,-1 0 0,1 0 0,4 5 0,-8-6 102,1-1-1,-1 1 1,0-1-1,0 1 1,1-1-1,-1 1 1,0 0-1,-1-1 1,1 1 0,0 0-1,0 0 1,-1 0-1,1 0 1,-1 0-1,1-1 1,-1 1-1,0 0 1,0 0-1,0 0 1,0 0-1,0 0 1,-1 0-1,1 0 1,0 0 0,-1 0-1,0 0 1,1 0-1,-1-1 1,0 1-1,0 0 1,0 0-1,0-1 1,0 1-1,0-1 1,-3 4-1,-7 6 105,0 0-1,-1 0 0,-1-1 0,1 0 1,-2-1-1,1-1 0,-1 0 1,0-1-1,-1-1 0,0 0 0,0-1 1,0 0-1,0-1 0,-1-1 0,-25 2 1,28-6 88,3-5-348</inkml:trace>
</inkml:ink>
</file>

<file path=ppt/ink/ink16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08.669"/>
    </inkml:context>
    <inkml:brush xml:id="br0">
      <inkml:brushProperty name="width" value="0.05" units="cm"/>
      <inkml:brushProperty name="height" value="0.05" units="cm"/>
      <inkml:brushProperty name="color" value="#E71224"/>
    </inkml:brush>
  </inkml:definitions>
  <inkml:trace contextRef="#ctx0" brushRef="#br0">0 64 7970,'1'-4'6231,"12"-9"-5042,-4 7-1075,0 0 1,0 0-1,1 1 0,0 0 1,0 1-1,11-3 0,-15 5-123,-1 0 0,0 1 0,1 0 0,0 0 0,-1 1 0,1-1 0,-1 1-1,1 0 1,-1 1 0,1 0 0,0-1 0,-1 2 0,0-1 0,1 1 0,-1-1 0,7 5-1,-9-5-70,1 1-1,-1 1 0,0-1 1,0 0-1,0 1 0,0-1 1,0 1-1,-1 0 0,1 0 1,-1 0-1,0 0 0,0 1 1,0-1-1,0 0 0,-1 1 1,1-1-1,0 6 0,-1-6 39,-1 0-1,0 0 1,1 0-1,-2 0 1,1 0-1,0-1 0,0 1 1,-1 0-1,0 0 1,0 0-1,1 0 1,-1-1-1,-1 1 0,1 0 1,0-1-1,-1 1 1,1-1-1,-1 1 0,0-1 1,0 0-1,0 0 1,0 0-1,-4 3 1,-8 6 53,-1-2 0,0 1 1,0-2-1,-1 0 0,-1-1 1,-19 7-1,34-13 18,0-1 1619,18-5-1840,-9 2 103,0 1 0,0 0 0,0 0-1,0 0 1,0 1 0,1 0 0,-1 1 0,0 0 0,1 0 0,-1 0 0,0 1 0,1 0 0,-1 1-1,0-1 1,11 5 0,-11-2-2,0 0-1,0 0 1,0 0-1,-1 1 1,1 0-1,-1 0 1,0 1-1,-1 0 1,1 0-1,5 9 1,-9-12 52,0 0 1,-1-1-1,1 1 1,-1 0 0,0 0-1,0 0 1,0 1-1,0-1 1,-1 0-1,1 0 1,-1 0 0,0 1-1,0-1 1,0 0-1,0 0 1,0 1 0,-1-1-1,0 0 1,1 0-1,-1 0 1,0 0 0,-1 0-1,1 0 1,0 0-1,-1 0 1,0 0 0,0-1-1,-2 4 1,-5 4 23,1-2 0,-2 1 1,1-1-1,-1-1 0,0 1 0,0-2 0,-19 10 1,10-7 209,1-2 0,-1 0 0,-37 9 1,54-16 4</inkml:trace>
</inkml:ink>
</file>

<file path=ppt/ink/ink16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08.937"/>
    </inkml:context>
    <inkml:brush xml:id="br0">
      <inkml:brushProperty name="width" value="0.05" units="cm"/>
      <inkml:brushProperty name="height" value="0.05" units="cm"/>
      <inkml:brushProperty name="color" value="#E71224"/>
    </inkml:brush>
  </inkml:definitions>
  <inkml:trace contextRef="#ctx0" brushRef="#br0">0 80 9010,'3'-9'976,"0"-1"520,6 2-527,2 2-209,5-1-288,3 1-48,2 0-80,0 2-48,2-1-112,1-1-72,0 2-552,-1-2-520,-3 3-1953</inkml:trace>
</inkml:ink>
</file>

<file path=ppt/ink/ink16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09.346"/>
    </inkml:context>
    <inkml:brush xml:id="br0">
      <inkml:brushProperty name="width" value="0.05" units="cm"/>
      <inkml:brushProperty name="height" value="0.05" units="cm"/>
      <inkml:brushProperty name="color" value="#E71224"/>
    </inkml:brush>
  </inkml:definitions>
  <inkml:trace contextRef="#ctx0" brushRef="#br0">39 0 1576,'-4'3'39,"1"0"-1,0 1 0,0-1 0,0 0 1,0 1-1,1-1 0,-1 1 0,1 0 1,0 0-1,0 0 0,0 0 0,1 1 1,0-1-1,-1 0 0,1 0 0,1 1 1,-1-1-1,1 1 0,-1-1 0,1 1 1,1 6-1,0-7 256,0 0 0,0 0 0,1-1 1,-1 1-1,1-1 0,-1 1 0,1-1 0,0 1 0,0-1 1,1 0-1,-1 0 0,1 0 0,-1-1 0,1 1 1,0 0-1,6 3 0,65 34 3021,4 1-2123,-72-36-1160,1-1 1,-1 1 0,0 0 0,0 1 0,0 0 0,-1-1 0,0 2-1,6 8 1,-10-14-27,0 0 0,0 1 0,-1-1 0,1 0 0,-1 1 0,1-1 0,-1 0 0,0 1 0,1-1 0,-1 1 0,0-1 0,0 1 0,0-1 0,0 1 0,0-1 0,0 0 0,0 1 0,-1-1 0,1 1 0,-1-1 0,0 2 0,0 0-1,-1-1 0,1 1 0,-1-1 0,0 0 0,0 1 0,0-1 0,0 0 0,0 0-1,0 0 1,-3 1 0,-7 4 34,1-1-1,-1 0 0,-20 7 0,30-13-25,-13 6-4,0-1-1,-1 0 1,1-1-1,-1-1 1,-16 1-1,16-4-685</inkml:trace>
</inkml:ink>
</file>

<file path=ppt/ink/ink16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09.713"/>
    </inkml:context>
    <inkml:brush xml:id="br0">
      <inkml:brushProperty name="width" value="0.05" units="cm"/>
      <inkml:brushProperty name="height" value="0.05" units="cm"/>
      <inkml:brushProperty name="color" value="#E71224"/>
    </inkml:brush>
  </inkml:definitions>
  <inkml:trace contextRef="#ctx0" brushRef="#br0">1 21 8370,'0'0'4082,"-1"13"-8465,2-4 4341,-1 1-1,1-1 1,1 0 0,0 0 0,0 0 0,1-1-1,0 1 1,1-1 0,-1 1 0,2-1 0,-1 0-1,11 13 1,-13-17 228,1-1-1,-1 0 1,1 0 0,0-1-1,0 1 1,0 0-1,0-1 1,0 0 0,1 0-1,-1 0 1,1 0-1,-1 0 1,1-1 0,0 1-1,0-1 1,0 0-1,-1 0 1,1-1 0,0 1-1,0-1 1,0 0-1,0 0 1,0 0 0,0 0-1,0-1 1,0 0-1,0 0 1,0 0 0,0 0-1,-1 0 1,1-1 0,0 0-1,-1 0 1,6-3-1,-3 1 115,0-1 0,0 0 0,0 0 0,-1 0 0,0-1 0,0 0 0,0 0 0,-1 0 0,1 0 0,-2-1 0,4-7 0,-5 11-287,0 0 0,-1-1-1,0 1 1,0-1 0,0 1 0,0-1 0,0 1 0,-1-1 0,1 1 0,-1-1-1,0 0 1,0 1 0,-1-1 0,1 1 0,-1-1 0,1 0 0,-1 1 0,0-1-1,-1 1 1,1 0 0,-1-1 0,1 1 0,-1 0 0,0 0 0,-2-3 0,2 4-152,1 1 1,-1-1 0,1 1 0,-1 0-1,0 0 1,1 0 0,-1 0 0,0 0 0,0 0-1,0 1 1,0-1 0,1 0 0,-1 1 0,0-1-1,0 1 1,0 0 0,0 0 0,-2 0 0,-24-1-1896</inkml:trace>
</inkml:ink>
</file>

<file path=ppt/ink/ink16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39:10.856"/>
    </inkml:context>
    <inkml:brush xml:id="br0">
      <inkml:brushProperty name="width" value="0.05" units="cm"/>
      <inkml:brushProperty name="height" value="0.05" units="cm"/>
      <inkml:brushProperty name="color" value="#E71224"/>
    </inkml:brush>
  </inkml:definitions>
  <inkml:trace contextRef="#ctx0" brushRef="#br0">44 114 5609,'0'0'134,"0"-1"1,0 1-1,1 0 0,-1-1 0,0 1 1,0-1-1,0 1 0,0-1 0,0 0 1,0 1-1,0-1 0,0 1 0,0-1 0,0 1 1,0-1-1,0 1 0,0-1 0,-1 1 1,1-1-1,0 1 0,0 0 0,-1-1 0,1 1 1,0-1-1,0 1 0,-1-1 0,1 1 1,0 0-1,-1-1 0,0 1 0,-7 15-652,-7 33-1402,11-31 1944,0 1-1,0-1 0,2 1 1,0 0-1,1 0 1,2 28-1,0-41 134,-1 0-1,1 0 1,0 1-1,0-1 1,1 0-1,0 0 1,0-1 0,0 1-1,0 0 1,1-1-1,-1 1 1,1-1-1,0 0 1,1 1 0,-1-2-1,1 1 1,0 0-1,0-1 1,0 0-1,0 1 1,0-2-1,1 1 1,-1 0 0,1-1-1,0 0 1,0 0-1,7 2 1,5-1 161,-1-1 1,1 0 0,-1-1-1,1-1 1,-1-1-1,1 0 1,-1-1-1,1-1 1,-1 0-1,0-1 1,0-1 0,0 0-1,-1-2 1,28-14-1,-36 16-128,-1 0 0,1 0 1,-1 0-1,-1-1 0,1 0 0,-1 0 0,0 0 0,0-1 0,-1 1 0,0-1 0,0 0 0,0-1 0,-1 1 1,0-1-1,-1 1 0,0-1 0,0 0 0,0 0 0,0-13 0,-1 8-202,-1-1 0,0 1 0,-1 0 0,-1-1 0,0 1 0,-1 0-1,0 0 1,-1 0 0,0 1 0,-1 0 0,-6-13 0,8 20-100,0 1-1,1-1 1,-1 1 0,-1 0 0,1 0-1,0 0 1,-1 0 0,0 1 0,0 0-1,0-1 1,0 2 0,-1-1 0,-7-4-1,5 5-105,0 0 0,0 0-1,0 0 1,0 1-1,0 0 1,-1 0 0,1 1-1,0 0 1,-8 1 0,-67 9-2347</inkml:trace>
</inkml:ink>
</file>

<file path=ppt/ink/ink16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42:18.004"/>
    </inkml:context>
    <inkml:brush xml:id="br0">
      <inkml:brushProperty name="width" value="0.05" units="cm"/>
      <inkml:brushProperty name="height" value="0.05" units="cm"/>
      <inkml:brushProperty name="color" value="#E71224"/>
    </inkml:brush>
  </inkml:definitions>
  <inkml:trace contextRef="#ctx0" brushRef="#br0">196 16 3577,'-2'0'6298,"-16"4"-6236,-155 80-97,170-83 574,6-1-1201,6 0 673,-1 0 0,0-1 0,1 0-1,-1 0 1,0-1 0,0 0 0,11-4-1,60-28 432,-35 14-65,-26 13-194,1 0 0,0 1 1,0 0-1,1 2 1,26-3-1,19 7-2081,-55 0 22</inkml:trace>
</inkml:ink>
</file>

<file path=ppt/ink/ink16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42:18.565"/>
    </inkml:context>
    <inkml:brush xml:id="br0">
      <inkml:brushProperty name="width" value="0.05" units="cm"/>
      <inkml:brushProperty name="height" value="0.05" units="cm"/>
      <inkml:brushProperty name="color" value="#E71224"/>
    </inkml:brush>
  </inkml:definitions>
  <inkml:trace contextRef="#ctx0" brushRef="#br0">26 35 5601,'0'0'3738,"-23"11"-2428,23-11-1312,0 1 0,0-1 1,0 0-1,-1 0 0,1 0 0,0 0 1,0 0-1,0 0 0,0 0 0,0 0 1,-1 1-1,1-1 0,0 0 0,0 0 1,0 0-1,0 0 0,0 1 0,0-1 1,0 0-1,0 0 0,0 0 0,0 0 1,-1 1-1,1-1 0,0 0 0,0 0 1,0 0-1,0 0 0,0 1 1,0-1-1,0 0 0,0 0 0,0 0 1,1 1-1,-1-1 0,0 0 0,0 0 1,0 0-1,0 0 0,0 1 0,0-1 1,0 0-1,0 0 0,0 0 0,0 0 1,1 1-1,-1-1 0,0 0 0,0 0 1,0 0-1,14 2 5,21-6 116,20-6-38,161-27 1704,-205 35-2851,-2 0-958</inkml:trace>
</inkml:ink>
</file>

<file path=ppt/ink/ink16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42:20.436"/>
    </inkml:context>
    <inkml:brush xml:id="br0">
      <inkml:brushProperty name="width" value="0.05" units="cm"/>
      <inkml:brushProperty name="height" value="0.05" units="cm"/>
      <inkml:brushProperty name="color" value="#E71224"/>
    </inkml:brush>
  </inkml:definitions>
  <inkml:trace contextRef="#ctx0" brushRef="#br0">6 1174 1520,'0'0'8447,"-3"1"-8630,0-9 1661,8-35-1266,2 1-1,2 0 1,1 0-1,2 1 0,19-42 1,-20 58-201,1 2 1,1-1-1,1 2 1,18-24-1,73-76 57,-68 82-55,-3-1 1,46-68-1,44-104-145,-106 181-233,24-55 1,-41 86 258,-1 0 27,0 0 1,0 1-1,0-1 0,0 0 0,0 0 0,0 1 1,0-1-1,0 0 0,0 0 0,0 0 0,0 1 1,-1-1-1,1 0 0,0 1 0,-1-1 1,1 0-1,0 0 0,-1 1 0,1-1 0,-1 1 1,1-1-1,-1 0 0,1 1 0,-1-1 0,1 1 1,-1-1-1,0 1 0,1 0 0,-1-1 0,0 1 1,1-1-1,-1 1 0,0 0 0,0 0 0,1 0 1,-2-1-1,-7-3-54,7 3 74,-1-1 0,0 1 0,1 0 0,-1 0 0,0 0 0,0 0 0,0 1 0,0-1 0,0 1 0,-5-1 0,2 2 62,0-1 0,0 1 0,0 0 0,0 0 1,0 1-1,1 0 0,-1 0 0,0 0 0,-8 5 0,3-2 2,3-1 4,-158 68 262,164-71-131,9-3-905,36-14 1076,0-2 0,55-33 0,16-6 479,-111 55-774,-1 1 1,1 0-1,-1 0 1,1 0-1,-1 0 1,1 0-1,0 1 0,-1-1 1,1 1-1,0 0 1,0 0-1,0 0 1,-1 0-1,1 0 0,0 0 1,0 1-1,-1 0 1,5 1-1,-4-1-43,-1 1 0,0 0 0,0 0-1,0 0 1,0 0 0,0 0 0,0 1 0,-1-1 0,1 0-1,-1 1 1,1-1 0,-1 1 0,0 0 0,0-1 0,0 1-1,-1 0 1,1 0 0,0 3 0,3 18-471,-2 0-1,0 1 1,-2 29-1,-2-27-1052</inkml:trace>
</inkml:ink>
</file>

<file path=ppt/ink/ink16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42:20.933"/>
    </inkml:context>
    <inkml:brush xml:id="br0">
      <inkml:brushProperty name="width" value="0.05" units="cm"/>
      <inkml:brushProperty name="height" value="0.05" units="cm"/>
      <inkml:brushProperty name="color" value="#E71224"/>
    </inkml:brush>
  </inkml:definitions>
  <inkml:trace contextRef="#ctx0" brushRef="#br0">13 187 6473,'-1'-3'6584,"-2"5"-8064,1 1 1355,1 1 0,0 0-1,-1 0 1,1-1 0,1 1-1,-1 0 1,1 0 0,-1 0 0,1 0-1,0 0 1,1 0 0,-1 0 0,1 0-1,-1 0 1,1 0 0,0-1-1,1 1 1,-1 0 0,1 0 0,-1-1-1,1 1 1,0-1 0,5 6-1,-4-5-23,0 0 0,0-1-1,1 1 1,0-1-1,-1 0 1,1 1-1,0-2 1,1 1-1,-1 0 1,0-1-1,1 0 1,0 0-1,-1 0 1,1-1-1,0 1 1,0-1-1,0 0 1,10 0 0,-7-1 357,0-1 0,0 0 0,0 0 1,0-1-1,0 0 0,0 0 1,0-1-1,-1 0 0,1-1 1,-1 1-1,0-1 0,0-1 1,0 1-1,-1-1 0,1 0 0,-1-1 1,0 1-1,-1-1 0,1-1 1,-1 1-1,-1-1 0,1 0 1,-1 0-1,0 0 0,-1 0 0,1-1 1,-2 1-1,1-1 0,-1 0 1,0 0-1,0 0 0,-1 0 1,0 0-1,-1 0 0,0 0 1,0-1-1,-1 1 0,0 0 0,0 0 1,-1 0-1,0 0 0,0 0 1,-1 1-1,0-1 0,-8-13 1,9 17-368,0 1 1,0-1 0,-1 1 0,1 0-1,-1 0 1,0 0 0,0 0 0,0 1-1,0-1 1,0 1 0,-5-3 0,-13-3-1445</inkml:trace>
</inkml:ink>
</file>

<file path=ppt/ink/ink16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42:21.687"/>
    </inkml:context>
    <inkml:brush xml:id="br0">
      <inkml:brushProperty name="width" value="0.05" units="cm"/>
      <inkml:brushProperty name="height" value="0.05" units="cm"/>
      <inkml:brushProperty name="color" value="#E71224"/>
    </inkml:brush>
  </inkml:definitions>
  <inkml:trace contextRef="#ctx0" brushRef="#br0">295 1 6777,'0'0'1798,"-3"-1"316,-14 11-2294,7-4 133,1 1 1,0 0-1,0 1 0,1 0 1,0 0-1,1 1 0,-8 11 1,-21 38-449,3 2 0,-26 69 0,43-89 112,2 1-1,2 1 0,2 0 1,-7 60-1,16-94 294,0-1 0,1 0-1,0 0 1,0 0-1,1 1 1,0-1 0,0 0-1,1 0 1,0 0 0,0 0-1,0 0 1,1 0-1,4 6 1,-4-8-5,1 0-1,0 0 1,0 0 0,1-1 0,-1 1-1,1-1 1,0 0 0,0-1-1,0 1 1,1-1 0,-1 0 0,1 0-1,0-1 1,0 0 0,7 2 0,27 7-504</inkml:trace>
</inkml:ink>
</file>

<file path=ppt/ink/ink16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42:21.972"/>
    </inkml:context>
    <inkml:brush xml:id="br0">
      <inkml:brushProperty name="width" value="0.05" units="cm"/>
      <inkml:brushProperty name="height" value="0.05" units="cm"/>
      <inkml:brushProperty name="color" value="#E71224"/>
    </inkml:brush>
  </inkml:definitions>
  <inkml:trace contextRef="#ctx0" brushRef="#br0">408 715 2040,'41'-24'974,"0"-1"0,50-41 0,-71 49-10,0-1 1,-1-1-1,-1 0 0,-1-1 0,27-42 1,-42 56-726,1 1 1,0-2 0,-1 1 0,-1 0-1,1 0 1,-1-1 0,0 1-1,0 0 1,0-1 0,-1 1 0,0-1-1,-1 1 1,1-1 0,-1 1-1,-1-1 1,1 1 0,-1 0 0,0 0-1,0-1 1,-1 1 0,0 1-1,-3-7 1,-9-13 35,-1 0-1,-1 2 0,-30-33 1,45 53-253,-12-13-61,-2-1-1,0 2 1,0 0 0,-1 1-1,-1 0 1,-1 2 0,-33-18-1,39 24-193,0 1 0,0 1 0,-1 0 0,0 0 0,0 2 0,0-1 0,0 2 0,0 0-1,0 0 1,0 2 0,-1 0 0,1 0 0,-17 5 0,13-2-262,0 2-1,0 0 1,1 1-1,0 1 1,0 0-1,0 1 1,1 1-1,1 1 1,-27 23 0,0 5-2057</inkml:trace>
</inkml:ink>
</file>

<file path=ppt/ink/ink16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42:23.097"/>
    </inkml:context>
    <inkml:brush xml:id="br0">
      <inkml:brushProperty name="width" value="0.05" units="cm"/>
      <inkml:brushProperty name="height" value="0.05" units="cm"/>
      <inkml:brushProperty name="color" value="#E71224"/>
    </inkml:brush>
  </inkml:definitions>
  <inkml:trace contextRef="#ctx0" brushRef="#br0">131 18 1920,'0'0'5282,"14"-2"-3486,40-6-921,112 0 1,-130 9-502,1 1-1,-1 2 1,0 2 0,46 13-1,-51-6-45,0 1 0,-1 1-1,-1 2 1,-1 0-1,30 25 1,-49-35-213,-6-5-87,0 0 0,0 0 0,0 1 0,0 0 0,-1-1 0,1 1 0,-1 0 0,0 0 0,1 0 0,-1 1 0,-1-1 0,1 0 0,-1 1 0,1-1 0,-1 1 0,0-1 0,0 1 0,0 7 0,0-5-27,-2 0-1,1 0 0,-1 0 0,0 0 0,0 0 0,-1-1 0,1 1 0,-1 0 0,-1 0 0,-4 9 0,-17 30-219,13-21 153,-1-1-1,-2 0 0,0-1 1,-26 30-1,25-35 101,-1-1-1,0-1 1,-1-1 0,-1 0 0,0-1-1,-1-1 1,0-1 0,-1 0-1,0-2 1,-1 0 0,-29 8-1,39-14-2,-346 115 522,349-115-737,0 0 1,-1 0-1,1-1 0,0 0 0,-1 0 0,1-1 0,-12 1 0,1-2-1961</inkml:trace>
</inkml:ink>
</file>

<file path=ppt/ink/ink16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42:29.773"/>
    </inkml:context>
    <inkml:brush xml:id="br0">
      <inkml:brushProperty name="width" value="0.05" units="cm"/>
      <inkml:brushProperty name="height" value="0.05" units="cm"/>
      <inkml:brushProperty name="color" value="#E71224"/>
    </inkml:brush>
  </inkml:definitions>
  <inkml:trace contextRef="#ctx0" brushRef="#br0">64 29 3673,'0'0'3763,"-30"9"-1288,8-2-1482,10-4-34,17-2-538,7 0-387,-7-1 2,1 1-1,-1-1 1,1-1 0,0 1 0,-1-1-1,7-2 1,156-14 135,4-1 185,-137 13-312,44 0 0,-31 7-3590,-42-1 1847</inkml:trace>
</inkml:ink>
</file>

<file path=ppt/ink/ink16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42:30.498"/>
    </inkml:context>
    <inkml:brush xml:id="br0">
      <inkml:brushProperty name="width" value="0.05" units="cm"/>
      <inkml:brushProperty name="height" value="0.05" units="cm"/>
      <inkml:brushProperty name="color" value="#E71224"/>
    </inkml:brush>
  </inkml:definitions>
  <inkml:trace contextRef="#ctx0" brushRef="#br0">41 0 5145,'0'0'9162,"-2"8"-10220,-5 21 1017,2-1-1,0 1 0,0 53 0,1-21 258,-1-11-83,1-20 279,2 0-1,0 0 1,2 0-1,7 49 1,14 6-699,-14-56-1975,-4-16-324</inkml:trace>
</inkml:ink>
</file>

<file path=ppt/ink/ink17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42:35.877"/>
    </inkml:context>
    <inkml:brush xml:id="br0">
      <inkml:brushProperty name="width" value="0.05" units="cm"/>
      <inkml:brushProperty name="height" value="0.05" units="cm"/>
      <inkml:brushProperty name="color" value="#004F8B"/>
    </inkml:brush>
  </inkml:definitions>
  <inkml:trace contextRef="#ctx0" brushRef="#br0">36 83 3761,'0'0'10837,"-3"-12"-9669,3 12-1237,0-1-1,0 1 0,0 0 0,0-1 1,0 1-1,0 0 0,0-1 0,0 1 1,0 0-1,0 0 0,0-1 1,0 1-1,0 0 0,-1-1 0,1 1 1,0 0-1,0 0 0,0-1 0,0 1 1,0 0-1,-1 0 0,1-1 0,0 1 1,0 0-1,0 0 0,-1 0 1,1 0-1,0-1 0,0 1 0,-1 0 1,1 0-1,0 0 0,-1 0 0,1 0 1,0 0-1,0-1 0,-1 1 1,1 0-1,-3 4-63,1 1 1,0-1-1,1 0 1,-1 1-1,1-1 1,-1 1-1,1 0 1,0 8-1,-2 50 70,2-31 27,-7 56 4030,11-100-3846,4-12-208,26-81-379,-28 92 360,1-1 1,0 2-1,1-1 0,1 1 1,17-23-1,-25 35 3,1-1 1,0 0 0,0 1-1,0-1 1,0 1-1,0-1 1,-1 1-1,1-1 1,0 1 0,0 0-1,0 0 1,0-1-1,0 1 1,0 0-1,0 0 1,0 0-1,0 0 1,1 0 0,-1 0-1,0 0 1,0 0-1,0 0 1,0 1-1,0-1 1,0 0 0,-1 1-1,1-1 1,0 1-1,0-1 1,1 2-1,24 17-1514,-22-16 2011,2 4-441,0 0-1,-1 0 0,1 0 0,-2 1 1,1 0-1,-1 0 0,0 0 0,0 1 1,-1-1-1,0 1 0,2 14 0,-1-9 45,2 22 46,-5-30-38,-1 0-1,2 0 1,-1 0 0,0 0-1,5 9 2020,-1-21-1775,6-11-271,0 0 0,-1 0 1,12-33-1,-15 33-26,1-1 0,1 1 0,0 1 0,1 0 0,21-26 0,-22 31-168,16-16 307,-24 26-307,0 1-1,0-1 0,0 0 1,0 0-1,0 1 1,1-1-1,-1 1 1,0-1-1,0 1 1,1-1-1,-1 1 0,0 0 1,2-1-1,8 8-1047,-4-2 1155,-1-1 1,0 1-1,-1 1 1,1-1-1,-1 1 1,0 0-1,-1 0 1,1 0 0,-1 1-1,-1 0 1,6 12-1,1 15 261,-2 0 1,6 59-1,-8-48-174,-6-43-1003</inkml:trace>
</inkml:ink>
</file>

<file path=ppt/ink/ink17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42:36.641"/>
    </inkml:context>
    <inkml:brush xml:id="br0">
      <inkml:brushProperty name="width" value="0.05" units="cm"/>
      <inkml:brushProperty name="height" value="0.05" units="cm"/>
      <inkml:brushProperty name="color" value="#004F8B"/>
    </inkml:brush>
  </inkml:definitions>
  <inkml:trace contextRef="#ctx0" brushRef="#br0">315 57 6649,'-1'-1'5803,"-18"-11"-4716,-18-14-804,29 21-13,3 2-130,-6 1-196,1 0-65,0 0 0,-1 0-1,1 1 1,-1 0-1,-12 1 1,17 1 2,0-1 1,-1 1-1,1 0 1,0 1 0,0 0-1,1-1 1,-1 2-1,0-1 1,0 1-1,1 0 1,0 0-1,-6 5 1,4-2 12,0 1 1,0 1-1,1-1 0,1 1 0,-1 0 1,1 0-1,1 1 0,-1 0 1,1-1-1,1 2 0,-5 15 1,5-14-73,1 0 0,0 0 1,0 0-1,1 0 0,1 1 1,0-1-1,0 0 1,1 1-1,4 19 0,-4-30 175,-1 0-1,0 0 1,0 1 0,1-1-1,-1 0 1,1 0 0,-1 0-1,1 0 1,0 1-1,-1-1 1,1 0 0,0 0-1,0 0 1,-1 0 0,1 0-1,0-1 1,0 1-1,0 0 1,0 0 0,0-1-1,1 1 1,-1 0-1,0-1 1,0 1 0,0-1-1,0 1 1,3-1 0,-2 0 19,1 0-1,-1 0 1,1-1 0,0 1 0,-1-1 0,1 0 0,-1 0 0,0 1 0,1-2 0,-1 1 0,1 0 0,2-3 0,6-4 88,0-1 0,0 0 0,16-19-1,-16 14-30,0 0-1,-1-1 0,-1 0 0,0 0 0,-2-1 0,1 0 1,6-24-1,-14 40-112,0-1 0,0 1 1,0-1-1,0 1 1,0-1-1,0 1 0,0-1 1,1 1-1,-1 0 0,0-1 1,0 1-1,0 0 0,0-1 1,1 1-1,-1-1 0,0 1 1,1 0-1,-1-1 0,0 1 1,1 0-1,-1 0 0,0-1 1,1 1-1,-1 0 0,0 0 1,1-1-1,-1 1 0,1 0 1,-1 0-1,0 0 0,1 0 1,-1 0-1,1 0 0,-1 0 1,1 0-1,-1 0 1,0 0-1,1 0 0,-1 0 1,1 0-1,0 0 0,14 18-386,7 35 460,11 111 906,-22-96 156,-9-61-1344</inkml:trace>
</inkml:ink>
</file>

<file path=ppt/ink/ink17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42:37.010"/>
    </inkml:context>
    <inkml:brush xml:id="br0">
      <inkml:brushProperty name="width" value="0.05" units="cm"/>
      <inkml:brushProperty name="height" value="0.05" units="cm"/>
      <inkml:brushProperty name="color" value="#004F8B"/>
    </inkml:brush>
  </inkml:definitions>
  <inkml:trace contextRef="#ctx0" brushRef="#br0">0 1 5193,'0'0'7639,"6"5"-7696,11 13-23,-1 1 0,0 0 0,-2 1 0,17 29 0,10 14-1066,-20-39-900,-11-16 409</inkml:trace>
</inkml:ink>
</file>

<file path=ppt/ink/ink17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42:37.327"/>
    </inkml:context>
    <inkml:brush xml:id="br0">
      <inkml:brushProperty name="width" value="0.05" units="cm"/>
      <inkml:brushProperty name="height" value="0.05" units="cm"/>
      <inkml:brushProperty name="color" value="#004F8B"/>
    </inkml:brush>
  </inkml:definitions>
  <inkml:trace contextRef="#ctx0" brushRef="#br0">352 0 6721,'0'0'5090,"-10"4"-4896,-2 4-228,0 0-1,1 1 1,0 0-1,1 1 1,0 0-1,0 1 1,1 0-1,1 0 0,-12 21 1,-61 129 92,51-97-57,14-30-216,-50 110 940,58-123-1363,1 1 0,1-1-1,1 1 1,-4 44 0,9-54-1639</inkml:trace>
</inkml:ink>
</file>

<file path=ppt/ink/ink17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42:38.561"/>
    </inkml:context>
    <inkml:brush xml:id="br0">
      <inkml:brushProperty name="width" value="0.05" units="cm"/>
      <inkml:brushProperty name="height" value="0.05" units="cm"/>
      <inkml:brushProperty name="color" value="#004F8B"/>
    </inkml:brush>
  </inkml:definitions>
  <inkml:trace contextRef="#ctx0" brushRef="#br0">1 1406 2793,'14'-14'931,"150"-141"5472,67-94-5165,-176 180-1027,4 3 0,2 2 0,70-56 0,-77 77-115,130-107-380,-141 111 251,-3-2 0,41-52 1,-28 34 89,-36 40 83,0 0 1,27-41-1,-43 59-205,0 0-1,0 0 0,-1 0 1,1-1-1,-1 1 0,1 0 1,-1 0-1,1-1 1,-1 1-1,0 0 0,1-1 1,-1 1-1,0-1 0,0 1 1,0 0-1,0-1 0,0 1 1,-1 0-1,1-1 0,0 1 1,-1 0-1,1-1 1,-1 1-1,1 0 0,-1 0 1,1-1-1,-1 1 0,-1-1 1,0-1-236,-1 0 1,0 1-1,0 0 1,0 0 0,0 0-1,0 0 1,-5-2-1,2 0 973,5 3-689,0 0 0,-1 1 1,1-1-1,0 0 0,-1 0 1,1 1-1,-1-1 0,1 1 1,0-1-1,-1 1 0,1 0 0,-1-1 1,0 1-1,1 0 0,-1 0 1,1 0-1,-1 0 0,1 0 0,-1 1 1,-1-1-1,-3 1-42,-56 0-289,60-1 355,-2 1 92,6-11-154,1 5 90,0 0-1,0 0 1,0 0-1,1 1 1,-1-1 0,1 1-1,1 0 1,-1 0 0,8-5-1,-9 6 64,0 1 0,0 0 0,1 0 0,-1 0 0,0 1 0,1-1 0,-1 1-1,1 0 1,0 0 0,-1 0 0,1 0 0,0 1 0,0 0 0,-1-1 0,1 1 0,0 1 0,0-1 0,-1 0 0,7 2 0,-6 0-123,1 0 0,-1 0 0,0 1 0,0-1 0,0 1 0,0 0 0,0 0 0,0 0 0,-1 0 0,0 0 0,0 1 0,0 0 0,0 0 0,0 0 0,-1 0 0,1 0 0,-1 0 0,0 1 0,-1-1 0,1 1 0,-1-1 0,0 1 0,1 5 0,1 13 39,-1-1-1,-1 1 1,-2 38-1,-1-30-150,1-3-661,-2-6-651</inkml:trace>
</inkml:ink>
</file>

<file path=ppt/ink/ink17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42:38.980"/>
    </inkml:context>
    <inkml:brush xml:id="br0">
      <inkml:brushProperty name="width" value="0.05" units="cm"/>
      <inkml:brushProperty name="height" value="0.05" units="cm"/>
      <inkml:brushProperty name="color" value="#004F8B"/>
    </inkml:brush>
  </inkml:definitions>
  <inkml:trace contextRef="#ctx0" brushRef="#br0">17 199 6313,'-4'15'430,"1"-4"-320,0 0 0,1 0 0,0 0 1,1 0-1,-1 16 0,2-24-88,1-1 0,-1 1 0,0-1 0,1 1 0,0-1 0,-1 1 0,1-1 0,0 0 0,0 1 0,0-1 0,1 0 0,-1 0 0,0 0 0,1 0 0,-1 0 0,1 0 0,0 0 0,0-1 0,0 1 0,0-1 0,0 1 0,0-1 0,0 1 0,0-1 0,0 0 0,1 0 0,-1 0 0,0-1 0,1 1 0,3 0 0,5 0 243,0 0 0,-1 0 1,1-2-1,0 1 0,-1-1 0,1-1 1,-1 0-1,1 0 0,-1-1 1,15-7-1,16-7 867,41-24 1,-74 37-948,4-3 200,-1 1 0,1-2 1,-2 0-1,1 0 1,-1-1-1,0 0 0,-1-1 1,10-11-1,-17 18-305,0 0 0,0-1-1,0 1 1,0 0 0,0-1-1,0 1 1,-1-1 0,0 1-1,0-1 1,0 1 0,0-1 0,0 0-1,-1 0 1,0 0 0,1 1-1,-2-1 1,1 0 0,0 0-1,-1 0 1,1 1 0,-1-1 0,0 0-1,0 1 1,-1-1 0,1 1-1,-1-1 1,0 1 0,0 0-1,0-1 1,0 1 0,0 0-1,-5-4 1,1 1-216,0 1 0,0-1 0,-1 2 0,0-1 0,1 1 0,-2 0 0,1 0 0,-15-5 0,-34-9-1460</inkml:trace>
</inkml:ink>
</file>

<file path=ppt/ink/ink17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42:40.870"/>
    </inkml:context>
    <inkml:brush xml:id="br0">
      <inkml:brushProperty name="width" value="0.05" units="cm"/>
      <inkml:brushProperty name="height" value="0.05" units="cm"/>
      <inkml:brushProperty name="color" value="#004F8B"/>
    </inkml:brush>
  </inkml:definitions>
  <inkml:trace contextRef="#ctx0" brushRef="#br0">1 1 3225,'0'0'5433</inkml:trace>
</inkml:ink>
</file>

<file path=ppt/ink/ink17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42:41.487"/>
    </inkml:context>
    <inkml:brush xml:id="br0">
      <inkml:brushProperty name="width" value="0.05" units="cm"/>
      <inkml:brushProperty name="height" value="0.05" units="cm"/>
      <inkml:brushProperty name="color" value="#004F8B"/>
    </inkml:brush>
  </inkml:definitions>
  <inkml:trace contextRef="#ctx0" brushRef="#br0">0 328 2777,'0'0'6280,"2"-20"-4928,5-9-1172,1 0 0,1 1 0,21-45 0,-12 40-56,-11 19 30,1 0 0,0 1-1,0 0 1,16-17 0,-21 27-164,0 0 0,0 0 1,0 0-1,1 1 0,-1 0 0,0-1 1,1 1-1,0 1 0,-1-1 1,1 0-1,0 1 0,0 0 0,0 0 1,0 0-1,0 0 0,0 1 0,0 0 1,0-1-1,1 1 0,-1 1 1,7 0-1,24 7-687,0 1 1,-1 1-1,39 18 1,-52-18-1124</inkml:trace>
</inkml:ink>
</file>

<file path=ppt/ink/ink17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7T23:05:08.706"/>
    </inkml:context>
    <inkml:brush xml:id="br0">
      <inkml:brushProperty name="width" value="0.05" units="cm"/>
      <inkml:brushProperty name="height" value="0.05" units="cm"/>
    </inkml:brush>
  </inkml:definitions>
  <inkml:trace contextRef="#ctx0" brushRef="#br0">73 1821 3361,'-9'-1'383,"0"-1"0,1 0 0,-1-1-1,1 0 1,0-1 0,-10-4 0,17 7 602,-2 1 246,8 14-1337,6 4 182,0-1 0,1 0 0,1 0 0,26 26 0,-2-13 23,1-2 0,62 34 0,-52-33-14,212 151 102,-192-131-126,-47-35-42,-1-2 0,2 0 1,0-2-1,0 0 0,34 9 0,123 24 57,-101-26-2,-8-3 18,0-3-1,1-3 1,91-2 0,353-16 203,3-1-134,-351 7-69,69 2-19,109-10 848,-2-28-610,-158 7-315,-33 4 6,-67 16 7,4 1-12,-1-4 0,114-36 0,7-14 199,108-40 93,-81-9-138,-87 39-20,-94 50-1,-1-3 1,-2-1 0,-1-4-1,82-68 1,-97 70-62,1 1 1,2 2-1,0 2 1,2 2-1,68-31 0,-79 43-60,51-22-23,-1-2-1,125-81 1,-194 110 12,73-51 18,153-81 0,-161 98 12,106-76 0,17-11 35,-101 77-41,66-41 49,-141 78-62,0-2-1,-1 0 1,-2-2-1,36-38 1,-3-10 16,52-59 101,-88 110-112,0 0-1,1 1 1,0 0 0,1 2 0,22-12-1,77-40 259,-114 63 155,6-5-1269,-10 6 811,-1 0 0,1 0 1,0 0-1,-1 1 0,1-1 1,-1 0-1,0 0 0,1 1 1,-1-1-1,0 0 0,1 1 0,-1-1 1,0 1-1,1-1 0,-1 1 1,0-1-1,0 1 0,0 0 1,0-1-1,0 1 0,1 0 1,-1 0-1,-1-1 0,-35-14 10,28 11 18,5 3 19,-6 1 16,-87-3 596,89 3-516,13-4-485,0 1 253,-1 0 0,1 1 0,0 0 0,10-4 0,-9 4 57,38-19 136,7 0-117,4 0 46,-54 21 16,29 6 680,-8-3-718,-12 0 5,-6-2 3,0 0 0,0 0 0,0 0 0,0 0-1,0-1 1,8 1 0,1-5 92,22-8 9,-26 10 1373,-29 23-2560,-68 77 896,-21 18 251,103-103-235,0-5 1645,-4-23-54,-4-18-1309,11 27 63,-3-3 25,-8-3-231,-23-21-5,-16-10-309,51 41 244,-11-11-356,12 13 402,1-1 1,0 1 0,-1 0-1,1 0 1,0 0-1,0 0 1,-1-1 0,1 1-1,0 0 1,0 0 0,-1-1-1,1 1 1,0 0 0,0 0-1,0-1 1,-1 1 0,1 0-1,0 0 1,0-1 0,0 1-1,0 0 1,0-1-1,0 1 1,0 0 0,-1-1-1,1 1 1,0 0 0,0-1-1,0 1 1,1 0 0,-1-1-1,0 1 1,0 0 0,0-1-1,0 1 1,0 0-1,0-1 1,43-4-1664,-17 5-70</inkml:trace>
</inkml:ink>
</file>

<file path=ppt/ink/ink17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7T23:05:19.129"/>
    </inkml:context>
    <inkml:brush xml:id="br0">
      <inkml:brushProperty name="width" value="0.05" units="cm"/>
      <inkml:brushProperty name="height" value="0.05" units="cm"/>
      <inkml:brushProperty name="color" value="#004F8B"/>
    </inkml:brush>
  </inkml:definitions>
  <inkml:trace contextRef="#ctx0" brushRef="#br0">1 158 2016,'0'0'6268,"0"20"-5055,22 131-637,-18-131-547,22 114 824,17 104 107,-35-182-913,21 210 99,-18-78 158,-7-159 53,2-1 0,13 41 0,-17-64-317,0 0 0,0 0 0,1 0 0,0-1 0,0 1 0,0-1 0,0 1 0,1-1 1,-1 0-1,1 0 0,0-1 0,0 1 0,9 4 0,-6-2-64,1 1 289,-2-3-56,5-1-135,16 4 37,1 0-1,29 3 0,547 36 674,-353-29-803,-109-5 68,-13-3-19,336 14 94,-179-29 156,-15 0-78,-180 2 124,131-21 0,-81 10-269,163 4 1,-155 8-42,157 14-55,-52 1 6,-59-11 33,342-10 16,-144-3-96,-161 8 46,-165 2 39,271-21 217,-326 22-273,-9 1 82,0-1 0,0 1 1,0-1-1,0 0 0,0 0 1,0 0-1,0 0 0,0 0 0,0-1 1,0 1-1,0-1 0,-1 0 1,1 1-1,-1-1 0,1-1 1,-1 1-1,0 0 0,0 0 1,3-6-1,34-34-30,-36 38 82,0 1 0,0-1 0,0 0 0,-1 1-1,1-1 1,-1-1 0,0 1 0,0 0 0,1-7 0,1 1-2,-2 6-39,0 0 0,0 0 1,-1 0-1,1 0 0,-1 0 1,0 0-1,0 0 0,1-9 1,-1 2-19,7-31 14,2-42-1,0 5-44,13-99 16,-13 109 101,-4 0 0,-2-98 0,-4 159-90,-1-85 42,4-165-27,1 171 196,-4 86-182,0-35 287,-3-11-318,3 39-12,-8-15 302,-3 13-865,4 4 411,4 4 85,1 0 0,-1 0 0,1 0 0,-1 0 0,0 0 0,0 0 0,0 1 0,0-1-1,0 1 1,0 0 0,0 0 0,0 0 0,-1 1 0,1-1 0,0 1 0,0-1 0,-1 1 0,-2 0 0,-32 4-1671,-11 2-934</inkml:trace>
</inkml:ink>
</file>

<file path=ppt/ink/ink17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2:00.772"/>
    </inkml:context>
    <inkml:brush xml:id="br0">
      <inkml:brushProperty name="width" value="0.05" units="cm"/>
      <inkml:brushProperty name="height" value="0.05" units="cm"/>
    </inkml:brush>
  </inkml:definitions>
  <inkml:trace contextRef="#ctx0" brushRef="#br0">124 1 1160,'0'0'379,"-15"3"1023,-74 30 942,87-32-2257,1-1 1,0 1-1,0 0 0,0-1 1,0 1-1,0 0 0,0 0 0,0 0 1,0 0-1,0 0 0,0 0 0,0 0 1,0 0-1,1 0 0,-1 1 1,0-1-1,1 0 0,-1 0 0,0 3 1,1 0 394,0-17 368,0 15-812,0-1 1,1 1-1,-1-1 0,0 1 0,0-1 0,1 0 0,-1 1 1,1-1-1,-1 0 0,1 1 0,0-1 0,-1 0 1,1 0-1,0 1 0,0-1 0,0 0 0,0 0 1,0 0-1,0 0 0,0 0 0,0-1 0,1 1 1,-1 0-1,0 0 0,0-1 0,1 1 0,-1-1 1,1 1-1,-1-1 0,3 1 0,5 1-37,0-1 0,0 0 0,0-1 0,9 0 0,-9 0 110,113 7 84,-119-7-191,1 0 1,-1 0-1,0-1 1,1 0-1,-1 1 0,0-1 1,0 0-1,1 0 1,-1-1-1,4-2 0,-4 3 1,1-1 0,-1 0 0,1 1 0,-1 0 0,1 0 0,0 0 0,7-1 0,505-19 899,-115 29-855,-158 1-24,81 5 22,-1 1 39,419-15 58,-262-7-45,-288 1-66,343-24 287,-433 24 391,-95 7-994</inkml:trace>
</inkml:ink>
</file>

<file path=ppt/ink/ink17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2:02.803"/>
    </inkml:context>
    <inkml:brush xml:id="br0">
      <inkml:brushProperty name="width" value="0.05" units="cm"/>
      <inkml:brushProperty name="height" value="0.05" units="cm"/>
    </inkml:brush>
  </inkml:definitions>
  <inkml:trace contextRef="#ctx0" brushRef="#br0">133 3 864,'0'-3'8050,"-10"92"-6226,-10 359 63,7-324-1875,-10 170-14,54 174 299,-13-193-204,-10-160-76,-8 125 0,-2-98-11,-21 374 9,6-241-4,10 94 140,2-62 162,0-251-180,-16 79 0,9-72-71,3-12-146,1-7-269,1 1 0,-1 53 0</inkml:trace>
</inkml:ink>
</file>

<file path=ppt/ink/ink17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2:04.061"/>
    </inkml:context>
    <inkml:brush xml:id="br0">
      <inkml:brushProperty name="width" value="0.05" units="cm"/>
      <inkml:brushProperty name="height" value="0.05" units="cm"/>
    </inkml:brush>
  </inkml:definitions>
  <inkml:trace contextRef="#ctx0" brushRef="#br0">1 95 1736,'0'0'2169,"0"0"-2056,0 1 1,0 0-1,0-1 1,1 1-1,-1-1 1,0 1-1,0-1 1,1 1-1,-1-1 1,0 1-1,1-1 1,-1 0 0,0 1-1,1-1 1,-1 1-1,1-1 1,-1 0-1,1 1 1,-1-1-1,0 0 1,1 0-1,-1 1 1,1-1-1,0 0 1,-1 0-1,1 0 1,-1 0-1,1 1 1,-1-1-1,1 0 1,-1 0-1,1 0 1,1 0-1,17 4 149,1 0 0,0-1 0,0-1 0,38-1 0,92-11 557,-41 0-444,95-8 9,23-2-146,61-1-144,37-1-21,157 3 0,16 30-49,-251 8-31,-70-3 6,-78-8 11,63 4-4,-54-4 194,21 0 865,-44-6-751,-29 0-87,69-7 0,-89-2-1083,-18 5-1073</inkml:trace>
</inkml:ink>
</file>

<file path=ppt/ink/ink17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2:06.261"/>
    </inkml:context>
    <inkml:brush xml:id="br0">
      <inkml:brushProperty name="width" value="0.05" units="cm"/>
      <inkml:brushProperty name="height" value="0.05" units="cm"/>
    </inkml:brush>
  </inkml:definitions>
  <inkml:trace contextRef="#ctx0" brushRef="#br0">644 15 2224,'0'0'2206,"21"-14"3768,-20 28-5428,-4 474 547,-2-426-929,-18 89 1,0 1-134,14-54-23,6-48-9,-1 1-1,-3-2 0,-3 1 0,-20 65 1,-1-14-21,-34 184 1,40-158 24,4-50 18,14-53-11,0 0-1,-5 43 0,-26 242 70,28-207-54,-10 135 79,-14 206-27,26-386-70,2-17 7,-2 63 0,5-2 13,1 37 1,3 78 50,-9 216 174,7-418-208,0 0 63,0 0-1,2 0 0,2 26 1,-3-39 48,-16 3 1668,-116 12-1869,75-10-906,16 0-900</inkml:trace>
</inkml:ink>
</file>

<file path=ppt/ink/ink17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2:07.433"/>
    </inkml:context>
    <inkml:brush xml:id="br0">
      <inkml:brushProperty name="width" value="0.05" units="cm"/>
      <inkml:brushProperty name="height" value="0.05" units="cm"/>
    </inkml:brush>
  </inkml:definitions>
  <inkml:trace contextRef="#ctx0" brushRef="#br0">129 10 2721,'0'0'1847,"1"-7"1650,-2 5-2666,-2 7-48,-10 29-451,1 2 1,1-1-1,2 1 0,-7 67 0,2 40 676,-19 36-833,25-143-53,6-29-49,0 1 0,0-1 0,1 0 1,-1 12-1,2-17-977</inkml:trace>
</inkml:ink>
</file>

<file path=ppt/ink/ink17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2:09.082"/>
    </inkml:context>
    <inkml:brush xml:id="br0">
      <inkml:brushProperty name="width" value="0.05" units="cm"/>
      <inkml:brushProperty name="height" value="0.05" units="cm"/>
    </inkml:brush>
  </inkml:definitions>
  <inkml:trace contextRef="#ctx0" brushRef="#br0">1 114 1656,'0'0'5563,"20"-1"-3667,90-6-1032,247-19 582,-94 3-1015,-124 20-343,-21 2-52,244-24 451,-138 12-359,-13 2-45,-88 7-54,-39 7 10,-2 1-145,-81-3 97,0-1-1,-1 0 1,1 1-1,0-1 1,0 1-1,-1-1 1,1 1-1,0 0 1,-1-1-1,1 1 1,0-1-1,-1 1 1,1 0-1,-1 0 1,1-1-1,-1 1 1,1 0-1,-1 0 1,0 0-1,1 0 1,-1-1 0,0 1-1,0 0 1,0 0-1,0 0 1,0 0-1,0 1 1,4 7 28,-3-6-3,1 0 0,-1 0 0,0 0 0,-1 0 0,1 0 0,0 0 0,-1 0 1,0 1-1,1 3 0,-4 27 42,-2 0 1,-10 42-1,-2 8 173,-5 35-307,18-100-1102</inkml:trace>
</inkml:ink>
</file>

<file path=ppt/ink/ink17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2:09.957"/>
    </inkml:context>
    <inkml:brush xml:id="br0">
      <inkml:brushProperty name="width" value="0.05" units="cm"/>
      <inkml:brushProperty name="height" value="0.05" units="cm"/>
    </inkml:brush>
  </inkml:definitions>
  <inkml:trace contextRef="#ctx0" brushRef="#br0">320 78 1640,'4'-2'521,"0"-1"1,1 0-1,-2-1 0,1 1 0,0-1 0,-1 0 0,1 0 0,4-7 0,11-13 1564,-21 22-2064,0 1-1,0-1 1,0 1-1,0 0 1,0 0-1,0 0 1,0 0-1,-1 0 1,1 0-1,0 1 1,-1-1-1,1 1 1,-1 0-1,1-1 1,0 1-1,-1 0 1,-3 1 0,-2-1 13,-2-2 2,8 2 27,-5 2 28,-3 0-15,6-1-3,0 0 0,0 0 0,0 0 1,0 0-1,1 0 0,-1 1 0,0 0 0,1 0 1,-5 3-1,-1-1 5,5-3-23,1 0 1,0 1-1,0-1 0,0 1 0,0 0 1,0 0-1,0 0 0,0 0 0,-3 3 1,0 8 313,2-4-315,2-6-28,1-1 1,-1 1-1,1 0 0,0 0 0,0 0 1,0 0-1,0 0 0,0 0 1,1 0-1,0 1 0,-1 3 0,1-4-18,0 0-1,0 1 0,1-1 1,-1 0-1,0 0 1,1 0-1,0 0 0,0 0 1,0 1-1,2 2 0,6 17 32,-3-6 2,-1 0 0,0 1 0,-1-1 0,-1 1 0,2 23 0,-5-37-6,0 0 0,0 0 0,0 0 0,0 0 1,-1 0-1,1-1 0,-1 1 0,0 0 0,0 0 0,0-1 1,-1 1-1,0 0 0,1-1 0,-1 0 0,0 1 0,-1-1 1,1 0-1,0 0 0,-1 0 0,0 0 0,0 0 0,0-1 0,0 0 1,0 1-1,0-1 0,0 0 0,-1 0 0,1-1 0,-1 1 1,0-1-1,1 0 0,-7 2 0,-2-1-111,0 0 0,0-1 0,0 0 0,0-1 0,0 0 0,0-1 0,-1 0 0,1-1 0,0 0 0,1-1 0,-16-6 0,25 8-1266</inkml:trace>
</inkml:ink>
</file>

<file path=ppt/ink/ink17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2:10.392"/>
    </inkml:context>
    <inkml:brush xml:id="br0">
      <inkml:brushProperty name="width" value="0.05" units="cm"/>
      <inkml:brushProperty name="height" value="0.05" units="cm"/>
    </inkml:brush>
  </inkml:definitions>
  <inkml:trace contextRef="#ctx0" brushRef="#br0">300 0 2008,'0'0'729,"-17"1"3451,1 0-3809,1 1-1,-1 1 1,1 0-1,-1 1 1,-25 10-1,32-10-242,-1 0 0,1 1 1,0 0-1,0 1 0,1 0 0,0 0 0,0 0 1,0 1-1,1 1 0,0-1 0,-6 10 0,10-14-92,-8 13 106,0 1 1,-11 25 0,20-38-104,0 0 1,1 0-1,-1 0 0,1 1 1,0-1-1,0 0 0,0 1 1,1 0-1,-1-1 0,1 1 1,0-1-1,0 1 0,1-1 1,0 1-1,-1-1 0,3 7 1,-1-9-6,-1 1 1,0-1 0,1 0-1,0 0 1,-1-1 0,1 1 0,0 0-1,0 0 1,0-1 0,0 1 0,0-1-1,0 0 1,1 0 0,-1 0-1,0 0 1,1 0 0,-1 0 0,1 0-1,-1-1 1,1 1 0,-1-1 0,1 0-1,2 0 1,9 1-349,0-1-1,27-4 1,-35 3 33,31-4-1257</inkml:trace>
</inkml:ink>
</file>

<file path=ppt/ink/ink17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2:10.938"/>
    </inkml:context>
    <inkml:brush xml:id="br0">
      <inkml:brushProperty name="width" value="0.05" units="cm"/>
      <inkml:brushProperty name="height" value="0.05" units="cm"/>
    </inkml:brush>
  </inkml:definitions>
  <inkml:trace contextRef="#ctx0" brushRef="#br0">139 78 4497,'0'0'3162,"-10"4"-1512,1 3-1598,2 0 0,-1 0 0,1 1 0,0 0 0,1 0 0,-1 1 1,2-1-1,-1 2 0,1-1 0,-7 19 0,-37 94 1799,51-129-1188,28-75-201,-20 48-401,3 0 0,1 1 0,26-47 1,-37 76-91,-1 1 1,1 0 0,0 0-1,0 0 1,0 0-1,0 0 1,0 1-1,1-1 1,-1 1 0,1 0-1,0 0 1,0 0-1,-1 1 1,1-1 0,0 1-1,7-2 1,-9 3 16,-1 0 0,1 0 1,0 0-1,0 0 0,0 0 0,0 0 1,0 1-1,-1-1 0,1 0 0,0 1 1,0 0-1,-1-1 0,1 1 1,0 0-1,-1 0 0,1 0 0,-1 0 1,1 0-1,-1 0 0,1 0 1,-1 1-1,0-1 0,1 0 0,-1 1 1,0-1-1,0 1 0,0-1 1,0 1-1,0 0 0,-1-1 0,1 1 1,-1 0-1,1 0 0,-1 0 0,1-1 1,-1 1-1,0 0 0,0 3 1,2 24 34,-1 1 1,-2-1 0,-8 50 0,2-8 31,-2 9-419,9-66-1407</inkml:trace>
</inkml:ink>
</file>

<file path=ppt/ink/ink17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2:11.409"/>
    </inkml:context>
    <inkml:brush xml:id="br0">
      <inkml:brushProperty name="width" value="0.05" units="cm"/>
      <inkml:brushProperty name="height" value="0.05" units="cm"/>
    </inkml:brush>
  </inkml:definitions>
  <inkml:trace contextRef="#ctx0" brushRef="#br0">0 2 3025,'0'0'3768,"0"1"-3135,2 1-49,28 8-192,-9-10-96,2-3-144,2-1-40,3-1-408,-1 2-696</inkml:trace>
</inkml:ink>
</file>

<file path=ppt/ink/ink17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2:11.924"/>
    </inkml:context>
    <inkml:brush xml:id="br0">
      <inkml:brushProperty name="width" value="0.05" units="cm"/>
      <inkml:brushProperty name="height" value="0.05" units="cm"/>
    </inkml:brush>
  </inkml:definitions>
  <inkml:trace contextRef="#ctx0" brushRef="#br0">110 1 3689,'0'0'3641,"-9"15"-928,-5 16-2211,1 0 0,-12 48 0,4-14-110,16-51-287,0-1 1,0 1 0,2 1 0,-1-1 0,2 0 0,0 1 0,0 26 0,3-40-79,0 0 1,0 1-1,0-1 0,-1 0 0,1 0 1,1 1-1,-1-1 0,0 0 0,0 0 0,0 0 1,0 0-1,1-1 0,-1 1 0,1 0 1,-1 0-1,0-1 0,1 1 0,-1-1 1,1 1-1,-1-1 0,1 0 0,-1 0 1,1 1-1,0-1 0,-1 0 0,3-1 1,44 2 353,-48-1-380,42-8-223,-26 4-805,0 0-524</inkml:trace>
</inkml:ink>
</file>

<file path=ppt/ink/ink17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2:12.302"/>
    </inkml:context>
    <inkml:brush xml:id="br0">
      <inkml:brushProperty name="width" value="0.05" units="cm"/>
      <inkml:brushProperty name="height" value="0.05" units="cm"/>
    </inkml:brush>
  </inkml:definitions>
  <inkml:trace contextRef="#ctx0" brushRef="#br0">86 1 3049,'0'0'756,"-6"9"1890,-8 18-2018,2 1 0,1 1 0,1 0 0,1 0 0,2 1 1,1 0-1,1 1 0,2-1 0,0 46 0,3-74-585,1 1 1,-1-1-1,0 0 1,1 1-1,0-1 0,-1 0 1,1 1-1,0-1 0,0 0 1,0 0-1,1 0 1,-1 0-1,0 0 0,1 0 1,-1 0-1,1-1 0,0 1 1,0 0-1,0-1 0,-1 1 1,1-1-1,1 0 1,-1 0-1,3 2 0,1-1-59,-1 0 0,1-1 0,0 0 0,0 1 0,0-2 0,1 1 0,-1-1 0,8-1 0,12-1-957</inkml:trace>
</inkml:ink>
</file>

<file path=ppt/ink/ink17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2:12.498"/>
    </inkml:context>
    <inkml:brush xml:id="br0">
      <inkml:brushProperty name="width" value="0.05" units="cm"/>
      <inkml:brushProperty name="height" value="0.05" units="cm"/>
    </inkml:brush>
  </inkml:definitions>
  <inkml:trace contextRef="#ctx0" brushRef="#br0">28 62 3913,'-14'-9'1040,"1"2"3145,13 5-3713,14-20-224,7 16-200,-1-2-312,2 0-1712</inkml:trace>
</inkml:ink>
</file>

<file path=ppt/ink/ink17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2:12.705"/>
    </inkml:context>
    <inkml:brush xml:id="br0">
      <inkml:brushProperty name="width" value="0.05" units="cm"/>
      <inkml:brushProperty name="height" value="0.05" units="cm"/>
    </inkml:brush>
  </inkml:definitions>
  <inkml:trace contextRef="#ctx0" brushRef="#br0">1 48 5921,'14'-4'1217,"4"-2"951,11-1-936,7 0-352,9-1-527,6 2-129,-4 1-545,-3 0-1047</inkml:trace>
</inkml:ink>
</file>

<file path=ppt/ink/ink17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2:14.152"/>
    </inkml:context>
    <inkml:brush xml:id="br0">
      <inkml:brushProperty name="width" value="0.05" units="cm"/>
      <inkml:brushProperty name="height" value="0.05" units="cm"/>
    </inkml:brush>
  </inkml:definitions>
  <inkml:trace contextRef="#ctx0" brushRef="#br0">476 40 2529,'-8'-5'364,"0"0"1,0 0 0,0 1-1,-1 0 1,0 1 0,0 0-1,1 0 1,-2 1 0,1 0 0,0 1-1,0-1 1,-1 2 0,1 0-1,0 0 1,-1 0 0,-15 4 0,9-2-182,-1 2 1,1 0-1,-1 1 1,1 0 0,0 1-1,1 1 1,0 1-1,-21 13 1,25-13-135,0 2 1,0-1 0,1 1-1,0 1 1,0 0-1,1 0 1,1 1-1,0 0 1,1 1-1,0-1 1,1 1 0,-9 28-1,9-20-21,1 0-1,1 0 1,1 1-1,1-1 1,1 1-1,0 0 1,6 42-1,-4-53 8,1 0 0,0 0-1,1-1 1,0 1 0,0 0 0,1-1 0,10 17-1,-10-21 14,1 1 0,-1-1 0,1-1-1,1 1 1,-1-1 0,1 0 0,0 0-1,0-1 1,0 0 0,1 0-1,-1 0 1,9 3 0,2-1 83,0 0 0,0-2 0,1 0 0,0 0 1,-1-2-1,1 0 0,0-1 0,23-2 0,145-20 394,-178 19-515,42-5 75,83-16 124,-111 18-117,0-2-1,-1 0 1,0-1 0,20-10-1,-34 14-40,-1-1-1,0 1 0,0-1 1,0 0-1,0-1 0,-1 1 1,0-1-1,0 0 1,0-1-1,-1 1 0,0-1 1,-1 1-1,1-1 0,-1-1 1,0 1-1,-1 0 1,0-1-1,0 1 0,0-1 1,0-10-1,0-6-7,-2 0 0,0 0 0,-1 0 0,-1 1 0,-8-33 0,8 46-62,0 0 0,-1 0 0,0 0-1,-1 0 1,-1 0 0,1 1 0,-1-1 0,-1 1-1,-6-9 1,7 13-31,1 0 1,0 1-1,-1 0 0,0-1 0,0 1 1,-1 1-1,1-1 0,-1 1 1,1 0-1,-1 0 0,0 1 0,0 0 1,0 0-1,-1 0 0,1 0 1,-8 0-1,-5 1-439,0 1 0,0 0 0,0 2 0,0 0 0,-35 9 0,-6 5-1345</inkml:trace>
</inkml:ink>
</file>

<file path=ppt/ink/ink17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2:15.067"/>
    </inkml:context>
    <inkml:brush xml:id="br0">
      <inkml:brushProperty name="width" value="0.05" units="cm"/>
      <inkml:brushProperty name="height" value="0.05" units="cm"/>
    </inkml:brush>
  </inkml:definitions>
  <inkml:trace contextRef="#ctx0" brushRef="#br0">82 80 536,'9'-22'-303,"1"-14"4036,-3 15 1900,-6 47-3908,-29 396 738,27-404-2403,-11 155 188,8-142-80,-1 0-1,-2 0 0,-15 44 0,-3-18-2254,21-49-532</inkml:trace>
</inkml:ink>
</file>

<file path=ppt/ink/ink17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2:16.241"/>
    </inkml:context>
    <inkml:brush xml:id="br0">
      <inkml:brushProperty name="width" value="0.05" units="cm"/>
      <inkml:brushProperty name="height" value="0.05" units="cm"/>
    </inkml:brush>
  </inkml:definitions>
  <inkml:trace contextRef="#ctx0" brushRef="#br0">0 329 2112,'0'0'2714,"19"0"1059,-9 1-3584,0-1 0,-1-1 0,1 0-1,0 0 1,-1-1 0,1 0 0,-1-1-1,16-6 1,122-57 577,172-106-1,-308 164-804,9-4-303,0 0-1,0 1 0,35-14 1,-37 21-1652</inkml:trace>
</inkml:ink>
</file>

<file path=ppt/ink/ink17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2:16.754"/>
    </inkml:context>
    <inkml:brush xml:id="br0">
      <inkml:brushProperty name="width" value="0.05" units="cm"/>
      <inkml:brushProperty name="height" value="0.05" units="cm"/>
    </inkml:brush>
  </inkml:definitions>
  <inkml:trace contextRef="#ctx0" brushRef="#br0">1 18 1400,'7'-5'472,"0"0"273,1 0-145,-3 2-48,1 3 560,-7 0-1048,-1 2-32,1-1-16,-1 1 0,1-1-32,0 1-600</inkml:trace>
</inkml:ink>
</file>

<file path=ppt/ink/ink17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2:17.158"/>
    </inkml:context>
    <inkml:brush xml:id="br0">
      <inkml:brushProperty name="width" value="0.05" units="cm"/>
      <inkml:brushProperty name="height" value="0.05" units="cm"/>
    </inkml:brush>
  </inkml:definitions>
  <inkml:trace contextRef="#ctx0" brushRef="#br0">363 1 2577,'0'0'4685,"-8"7"-3397,-83 111 27,65-82-1131,0-1 0,-2-1 0,-39 36 0,33-41-86,-38 36-65,61-54-627</inkml:trace>
</inkml:ink>
</file>

<file path=ppt/ink/ink17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2:17.795"/>
    </inkml:context>
    <inkml:brush xml:id="br0">
      <inkml:brushProperty name="width" value="0.05" units="cm"/>
      <inkml:brushProperty name="height" value="0.05" units="cm"/>
    </inkml:brush>
  </inkml:definitions>
  <inkml:trace contextRef="#ctx0" brushRef="#br0">0 20 1944,'0'0'2854,"15"-8"86,-5 5-2745,-1 1 0,1 0 0,0 0 0,0 1 1,0 0-1,0 0 0,14 2 0,7 3-16,0 2 0,-1 0 0,0 3 0,54 21 0,-50-15-191,45 26 0,-66-34 9,0 2-1,-1 0 1,0 0-1,-1 1 1,0 1 0,13 16-1,-15-15 66,0 0-1,1-1 0,1 0 1,0-1-1,0 0 0,1-1 1,0 0-1,1-1 0,15 8 1,-20-14-852</inkml:trace>
</inkml:ink>
</file>

<file path=ppt/ink/ink17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2:18.109"/>
    </inkml:context>
    <inkml:brush xml:id="br0">
      <inkml:brushProperty name="width" value="0.05" units="cm"/>
      <inkml:brushProperty name="height" value="0.05" units="cm"/>
    </inkml:brush>
  </inkml:definitions>
  <inkml:trace contextRef="#ctx0" brushRef="#br0">187 1 3553,'0'0'5662,"-12"2"-5532,-66 17-129,72-18-3,-13 5-294,1 0 0,-25 11 0,33-11-894</inkml:trace>
</inkml:ink>
</file>

<file path=ppt/ink/ink17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2:18.886"/>
    </inkml:context>
    <inkml:brush xml:id="br0">
      <inkml:brushProperty name="width" value="0.05" units="cm"/>
      <inkml:brushProperty name="height" value="0.05" units="cm"/>
    </inkml:brush>
  </inkml:definitions>
  <inkml:trace contextRef="#ctx0" brushRef="#br0">0 2 2328,'0'-1'3873,"2"1"-3217,-1 0-55,1 1-49,14 31-64,-12-14-168,-1-5-80,3 2-136,1-4-8,0 1 48,1-2 56,-1-1-952</inkml:trace>
</inkml:ink>
</file>

<file path=ppt/ink/ink17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2:24.756"/>
    </inkml:context>
    <inkml:brush xml:id="br0">
      <inkml:brushProperty name="width" value="0.05" units="cm"/>
      <inkml:brushProperty name="height" value="0.05" units="cm"/>
    </inkml:brush>
  </inkml:definitions>
  <inkml:trace contextRef="#ctx0" brushRef="#br0">0 10 3465,'6'-9'6098,"-2"9"-5937,0 0-1,0 0 0,0 0 1,0 1-1,0 0 0,0-1 1,0 1-1,0 1 0,0-1 1,-1 1-1,1-1 0,3 3 1,6 2 128,-8-3-255,1 0-1,-1 0 0,1 1 1,8 7-1,-3-2 32,164 109-45,-157-107 36,0-1-1,1-1 1,0 0-1,1-2 1,0 0-1,0-1 1,1-1-1,27 3 1,44 12 260,-90-20-455,-1 0-1,1 1 1,-1-1-1,1 1 1,-1-1-1,1 1 1,-1 0-1,0 0 1,1-1-1,-1 1 1,0 0-1,2 2 1,2 3-2019</inkml:trace>
</inkml:ink>
</file>

<file path=ppt/ink/ink17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2:27.209"/>
    </inkml:context>
    <inkml:brush xml:id="br0">
      <inkml:brushProperty name="width" value="0.05" units="cm"/>
      <inkml:brushProperty name="height" value="0.05" units="cm"/>
    </inkml:brush>
  </inkml:definitions>
  <inkml:trace contextRef="#ctx0" brushRef="#br0">91 303 1672,'8'-37'10751,"-13"118"-9916,4 1 1,19 161 0,-13-199-783,-2 1 0,-4 55 1,0-33 35,1-47 25,-1 0 0,-1 0-1,-5 21 1,7-40-58,-1 20 72,-7 32-159,5-38 526,0 1 0,0 20 0,3-36-405,1-15 233,3-42-174,-5-239-117,-21 139-22,20 147-10,-12-47-14,11 45 20,3 14 1,-5-50 2,3 37-9,-1-27 2,2 6-4,-30-355-174,30 383 176,-7-39 21,8 39-585,0 2-358</inkml:trace>
</inkml:ink>
</file>

<file path=ppt/ink/ink17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2:32.394"/>
    </inkml:context>
    <inkml:brush xml:id="br0">
      <inkml:brushProperty name="width" value="0.1" units="cm"/>
      <inkml:brushProperty name="height" value="0.1" units="cm"/>
      <inkml:brushProperty name="color" value="#E71224"/>
    </inkml:brush>
  </inkml:definitions>
  <inkml:trace contextRef="#ctx0" brushRef="#br0">374 304 4073,'2'-4'541,"1"-1"1,-1 1 0,1 0-1,0 0 1,0 0-1,8-6 1,13-21 1676,-21 27-2042,-1-1-1,0 1 1,0-1 0,0 1-1,-1-1 1,1 0 0,-1 0-1,0 0 1,-1 0 0,1 0-1,-1 0 1,0 0 0,0 0-1,0 0 1,-1 0-1,-2-10 1,1 7-119,-1 0 0,0 0-1,0 0 1,-1 0 0,0 0 0,0 1-1,0 0 1,-1-1 0,0 2 0,-1-1-1,0 1 1,0-1 0,0 2 0,-1-1-1,1 1 1,-11-6 0,12 7-63,-1 1 0,0 0 0,-1 1 0,1 0 1,-1 0-1,1 0 0,-1 0 0,1 1 0,-1 0 0,0 1 1,1-1-1,-1 1 0,0 1 0,0-1 0,1 1 0,-1 0 1,0 1-1,1-1 0,-1 1 0,1 1 0,-9 3 0,1 2 27,-1 1 1,2 0-1,-1 1 0,1 0 0,1 1 0,0 0 0,1 1 0,0 1 1,-14 19-1,18-21 22,0 0 1,1 0-1,0 1 1,0 0-1,1 0 1,1 1-1,0-1 1,1 1 0,0 0-1,1 0 1,1 0-1,-1 19 1,2-25-22,1-1 1,0 1-1,0 0 1,0-1-1,1 1 1,0-1-1,0 0 0,0 0 1,1 0-1,0 0 1,0 0-1,1 0 1,-1-1-1,1 0 1,0 1-1,1-1 0,-1-1 1,1 1-1,8 5 1,-6-5 38,1-1 0,-1 0 0,1-1 0,-1 1-1,1-1 1,0-1 0,0 0 0,0 0 0,1 0 0,-1-1 0,0-1 0,1 1 0,-1-1 0,17-2 0,-20 1-6,1 0 0,-1 0-1,1 0 1,-1-1 0,0 1 0,0-1 0,0 0 0,0-1 0,0 1 0,0-1 0,-1 0-1,1-1 1,4-3 0,-1-2 56,0-1-1,-1 1 1,0-1 0,11-21-1,60-128 62,-72 149-188,-3 6-14,0-1 0,0 0 1,-1 0-1,1-1 1,-1 1-1,1-7 0,-3 12-47,0 6-691,-7 67 585,-1 28 335,7-88-113,2 0-1,0 0 1,0 0-1,1-1 0,6 22 1,-7-32-13,0 0 1,0 0-1,0 0 1,0 0-1,0 0 1,1 0-1,-1-1 1,0 1-1,1 0 1,-1-1-1,1 1 1,0-1-1,0 1 1,-1-1-1,1 0 0,0 0 1,0 0-1,0 0 1,0 0-1,0 0 1,0-1-1,1 1 1,-1-1-1,3 1 1,5 0-183,0 0 1,0-1 0,0-1-1,10-1 1,-17 2 1,20-2-1555</inkml:trace>
</inkml:ink>
</file>

<file path=ppt/ink/ink17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2:33.177"/>
    </inkml:context>
    <inkml:brush xml:id="br0">
      <inkml:brushProperty name="width" value="0.1" units="cm"/>
      <inkml:brushProperty name="height" value="0.1" units="cm"/>
      <inkml:brushProperty name="color" value="#E71224"/>
    </inkml:brush>
  </inkml:definitions>
  <inkml:trace contextRef="#ctx0" brushRef="#br0">49 28 3953,'-4'-1'88,"-1"-1"1294,0 0 0,0 1 0,-1 0 0,1 0 0,0 0 0,-8 0 109,16 0-1396,27-2-14,0 1 0,0 1 1,31 3-1,6 0 89,261-15 653,-314 12-466</inkml:trace>
</inkml:ink>
</file>

<file path=ppt/ink/ink17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2:33.594"/>
    </inkml:context>
    <inkml:brush xml:id="br0">
      <inkml:brushProperty name="width" value="0.1" units="cm"/>
      <inkml:brushProperty name="height" value="0.1" units="cm"/>
      <inkml:brushProperty name="color" value="#E71224"/>
    </inkml:brush>
  </inkml:definitions>
  <inkml:trace contextRef="#ctx0" brushRef="#br0">26 22 2897,'-26'-22'9042,"39"30"-8404,23 14-545,54 24 0,-88-46-91,-1 1 1,1-1 0,-1 1-1,0-1 1,1 1-1,-1 0 1,0 0 0,1 0-1,-1 0 1,0 0-1,0 0 1,0 0 0,0 0-1,0 0 1,0 0-1,0 0 1,0 1 0,0-1-1,0 2 1,-1-1 4,0-1 1,0 0-1,0 0 1,0 0-1,0 0 1,0 0-1,-1 0 1,1 0-1,0 0 1,-1 0-1,1 0 1,-1 0-1,1 0 1,-1 0-1,1 0 1,-1 0-1,0 0 1,1 0-1,-1-1 1,-1 2-1,-7 6 26,-1-2-1,1 1 0,-1-1 1,-13 6-1,5-3-185,0 3-441</inkml:trace>
</inkml:ink>
</file>

<file path=ppt/ink/ink17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2:37.377"/>
    </inkml:context>
    <inkml:brush xml:id="br0">
      <inkml:brushProperty name="width" value="0.1" units="cm"/>
      <inkml:brushProperty name="height" value="0.1" units="cm"/>
      <inkml:brushProperty name="color" value="#E71224"/>
    </inkml:brush>
  </inkml:definitions>
  <inkml:trace contextRef="#ctx0" brushRef="#br0">15 672 1184,'-12'39'10569,"11"-49"-10416,0 7-51,1-1 0,-1 1 0,1 0 0,0 0-1,0-1 1,1 1 0,-1 0 0,1 0 0,-1-1 0,1 1-1,2-4 1,13-73 840,10-139 0,7-38-783,-29 236-180,-1-1 0,0-28 1,-3 49 0,0-7-1234</inkml:trace>
</inkml:ink>
</file>

<file path=ppt/ink/ink17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2:38.618"/>
    </inkml:context>
    <inkml:brush xml:id="br0">
      <inkml:brushProperty name="width" value="0.1" units="cm"/>
      <inkml:brushProperty name="height" value="0.1" units="cm"/>
      <inkml:brushProperty name="color" value="#E71224"/>
    </inkml:brush>
  </inkml:definitions>
  <inkml:trace contextRef="#ctx0" brushRef="#br0">120 12 2505,'0'-12'7721,"-3"46"-7378,-1 1-1,-13 48 1,3-11 51,-20 185 362,34-235 82,1-29 551,3-27-730,2-169-199,-2 14-448,9 132-1871,-38 459 2415,19-364-402,-21 71 1,9-45 554</inkml:trace>
</inkml:ink>
</file>

<file path=ppt/ink/ink17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2:39.118"/>
    </inkml:context>
    <inkml:brush xml:id="br0">
      <inkml:brushProperty name="width" value="0.1" units="cm"/>
      <inkml:brushProperty name="height" value="0.1" units="cm"/>
      <inkml:brushProperty name="color" value="#E71224"/>
    </inkml:brush>
  </inkml:definitions>
  <inkml:trace contextRef="#ctx0" brushRef="#br0">14 39 2056,'-13'2'3726,"16"3"-1777,18 3-1372,-11-7-436,-1-1 0,0 0-1,1-1 1,-1 1 0,0-2-1,0 1 1,11-5 0,3 1 244,44-10 553,-30 6-731,43-5-1,-67 13-678</inkml:trace>
</inkml:ink>
</file>

<file path=ppt/ink/ink17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2:41.202"/>
    </inkml:context>
    <inkml:brush xml:id="br0">
      <inkml:brushProperty name="width" value="0.1" units="cm"/>
      <inkml:brushProperty name="height" value="0.1" units="cm"/>
      <inkml:brushProperty name="color" value="#E71224"/>
    </inkml:brush>
  </inkml:definitions>
  <inkml:trace contextRef="#ctx0" brushRef="#br0">443 605 1800,'0'0'7025,"-16"-6"-6273,-3 1-484,0 1 0,-38-2 0,-47-2 1608,-62-11-789,163 19-1080,-1 0 0,0-1 1,1 1-1,-1-1 0,0 0 0,1 0 0,-4-1 0,-2-1 0,1 1 5,3 2 90,-3-2-15,24-11-20,11-5 57,39-35-1,-54 41-76,-2 0 1,16-24-1,-3 3 11,1-1 54,24-49 0,-2 3-47,-35 62-67,1 1-1,1 0 1,1 1 0,0 1-1,1 0 1,23-18-1,-2-2-54,-36 35 25,1-1 1,-1 1 0,1-1-1,-1 1 1,1 0-1,-1-1 1,1 1-1,-1 0 1,1 0 0,0 0-1,-1-1 1,1 1-1,0 0 1,-1 0 0,1 0-1,-1 0 1,1 0-1,0 0 1,-1 0 0,1 0-1,0 0 1,-1 0-1,1 1 1,0-1 0,-1 0-1,1 0 1,0 1-1,1 0-3,1 1-1,-1-1 1,0 1-1,0-1 1,0 1-1,0 0 1,0 0-1,2 4 1,64 80 1,5-3 53,-52-62-9,-1 1 0,27 41 1,-20-19-16,-6-10 35,29 37 0,-42-60-10,2-1 0,0 0 0,0 0 0,1-1 1,0 0-1,0-1 0,15 8 0,-7-5 26,-16-8-13,1-1 0,0 1 0,-1-1-1,1 0 1,0 0 0,0-1 0,0 1 0,0-1-1,0 0 1,1 0 0,6 1 0,-11-2 33,0 4-15,-11 2-41,-133 35 85,65-21-1916,68-17-349</inkml:trace>
</inkml:ink>
</file>

<file path=ppt/ink/ink17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2:46.582"/>
    </inkml:context>
    <inkml:brush xml:id="br0">
      <inkml:brushProperty name="width" value="0.1" units="cm"/>
      <inkml:brushProperty name="height" value="0.1" units="cm"/>
      <inkml:brushProperty name="color" value="#E71224"/>
    </inkml:brush>
  </inkml:definitions>
  <inkml:trace contextRef="#ctx0" brushRef="#br0">449 250 3401,'0'-1'82,"0"1"0,0-1 1,0 0-1,0 1 1,0-1-1,0 1 0,0-1 1,0 0-1,0 1 0,0-1 1,-1 1-1,1-1 1,0 1-1,0-1 0,-1 1 1,1-1-1,0 1 0,-1-1 1,1 1-1,0-1 0,-1 1 1,1-1-1,-1 1 1,1 0-1,-1-1 0,1 1 1,-1 0-1,1-1 0,-1 1 1,1 0-1,-1 0 1,0-1-1,0 2-48,0-1 1,-1 0-1,1 1 1,0-1-1,0 1 1,0 0-1,0-1 1,0 1-1,0 0 1,0-1-1,0 1 1,0 0-1,0 0 1,-1 1-1,-27 41-149,15-17 186,-2 0 0,-1-1 0,0-1 0,-2 0 0,-1-2 0,-44 40-1,81-78 463,0 1 0,-2-2 0,0 0-1,-1-1 1,15-23 0,-24 34-525,0-1 1,-1 0-1,0 0 0,0-1 0,-1 1 1,0-1-1,0 0 0,-1 0 0,0 1 1,-1-2-1,1 1 0,-2 0 1,0 0-1,0 0 0,0 0 0,-1 0 1,0 0-1,-1 0 0,-3-9 1,5 16-21,-1 0 0,0 0 0,0 0 0,1 0 0,-1 0 0,0 0 0,-1 0 1,1 1-1,0-1 0,0 1 0,-1-1 0,1 0 0,-1 1 0,1 0 0,-1-1 0,0 1 1,0 0-1,1 0 0,-1 0 0,0 0 0,0 0 0,0 1 0,-3-2 0,2 2-30,-1 0-1,1 0 0,0 1 0,0-1 1,0 1-1,0 0 0,-1 0 0,1 0 1,0 0-1,0 0 0,1 0 0,-1 1 0,-5 3 1,-5 4-131,1 1 1,0 1 0,0 0-1,-19 25 1,-90 132 1113,120-166-634,6-3 383,4-2-603,-1 0 0,0-1 1,0 0-1,0 0 0,-1-1 1,0 0-1,0 0 1,0-1-1,0 0 0,-1 0 1,10-12-1,-6 6-37,-1 0 0,0-1 0,-1 0 0,0-1 0,-1 0 0,6-16 1,-10 20-15,0 0 0,-1 0 0,0 0 1,1-22-1,-3 30-47,0 0 1,0 0-1,0 0 1,-1 1-1,1-1 1,0 0-1,-1 0 0,1 0 1,-1 0-1,0 0 1,0 0-1,0 0 1,0 1-1,-1-3 0,1 3-10,0 0-1,0 1 0,0-1 1,0 0-1,-1 1 1,1-1-1,0 1 0,0 0 1,0-1-1,0 1 0,0 0 1,-1 0-1,1-1 0,0 1 1,0 0-1,-1 0 1,1 1-1,0-1 0,0 0 1,0 0-1,0 0 0,-1 1 1,1-1-1,0 1 0,0-1 1,-2 2-1,-5 2-70,-1 1 1,1 0-1,0 0 0,0 1 0,0 0 1,1 0-1,0 1 0,0 0 1,-8 12-1,1-1 68,2 0 1,0 1 0,-9 21-1,20-38 37,0-1 0,1 0 0,-1 0 1,0 1-1,1-1 0,-1 0 0,1 0 0,0 1 0,-1-1 0,1 1 0,0-1 0,0 0 0,0 1 0,0-1 0,0 1 0,0-1 1,0 2-1,1-3 1,-1 1 1,1-1 0,-1 0 0,1 0 0,-1 1 0,1-1-1,-1 0 1,1 0 0,-1 0 0,1 0 0,-1 0 0,1 0-1,-1 0 1,1 0 0,0 0 0,-1 0 0,1 0 0,-1 0 0,1 0-1,-1 0 1,1 0 0,-1 0 0,1-1 0,-1 1 0,1 0-1,-1 0 1,2-1 0,43-27 528,-41 25-573,12-9 72,-8 5-54,1 1 0,0 0 0,0 0 1,1 1-1,-1 0 0,19-6 0,-28 11-3,1 0 0,0 0 0,0-1 0,-1 1 0,1 0 1,0 0-1,-1 1 0,1-1 0,0 0 0,-1 0 0,1 0 0,0 0 0,0 1 0,-1-1 0,1 0 0,-1 1 0,1-1 0,0 0 0,-1 1 1,1-1-1,-1 1 0,1-1 0,-1 1 0,1-1 0,-1 1 0,1-1 0,-1 1 0,0-1 0,1 1 0,-1 0 0,0-1 0,1 1 0,-1 0 0,0-1 1,0 1-1,0 0 0,1 0 0,-1-1 0,0 1 0,0 0 0,0-1 0,0 1 0,0 0 0,-1-1 0,1 1 0,0 0 0,0 1 0,-7 35-224,-1-17 303,0 0 0,-1 0 0,-1-1 0,-1-1 0,-1 1 0,0-2 0,-1 0 0,-21 21 0,34-38-48,0 0 1,-1 1-1,1-1 0,0 0 1,0 0-1,0 0 0,0 1 1,0-1-1,0 0 0,-1 0 1,1 1-1,0-1 0,0 0 1,0 0-1,0 1 0,0-1 1,0 0-1,0 1 0,0-1 1,0 0-1,0 0 0,0 1 1,0-1-1,1 0 0,-1 0 1,0 1-1,0-1 0,0 0 1,0 0-1,0 1 0,0-1 1,1 0-1,-1 0 0,0 0 1,0 1-1,0-1 0,0 0 1,1 0-1,-1 0 0,0 0 1,0 0-1,1 1 0,-1-1 1,0 0-1,0 0 0,1 0 1,-1 0-1,0 0 0,0 0 1,1 0-1,-1 0 0,0 0 1,0 0-1,1 0 0,-1 0 1,0 0-1,0 0 0,1 0 1,-1 0-1,0 0 0,0 0 1,1 0-1,-1 0 0,0-1 1,1 1-1,19-1 25,-20 1-33,13-3 44,0 0-1,0-2 1,0 1-1,0-2 1,-1 0 0,0 0-1,18-13 1,-10 7-5,-7 3-21,0 0 0,0-1 0,-1 0 0,0-1 0,0 0 0,13-19 0,-18 22-45,-1-1 0,0 1 0,-1-1 1,0-1-1,0 1 0,-1-1 0,-1 0 0,1 0 0,-2 0 1,4-17-1,-6 25-171,-2 3-520,-2 6 595,0 0 0,1 0 0,0 0 0,0 0 0,0 0 0,1 1 0,0-1 0,0 1 0,1-1 0,-1 11 0,0 1 6,0-12 91,0 4 25,0-1 1,0 0 0,1 1-1,0-1 1,1 1 0,0 0-1,1-1 1,0 1 0,3 12 0,-3-22 12,-1 0 0,0 0 0,0 0 0,1 0 0,-1 0 0,1 0 1,-1-1-1,1 1 0,-1 0 0,1 0 0,0 0 0,-1-1 0,1 1 0,0 0 1,0 0-1,-1-1 0,1 1 0,0-1 0,0 1 0,0-1 0,0 1 1,0-1-1,0 0 0,0 1 0,1-1 0,0 0 15,-1 0 0,1 0 0,-1-1-1,0 1 1,1-1 0,-1 1 0,0-1 0,1 0 0,-1 1-1,0-1 1,0 0 0,0 0 0,0 0 0,0 0-1,2-2 1,1-1 29,0 0 1,-1-1-1,0 0 0,0 1 0,0-1 0,-1 0 0,1-1 0,1-5 0,0-16 25,-1 0-1,-2 0 1,-3-46 0,1 13-1195,1 86 951,2 0-1,0-1 0,2 1 0,12 42 0,-12-55 224,1 1-1,0-1 0,1 0 1,0 0-1,1-1 1,1 0-1,0 0 1,0 0-1,1-1 1,11 10-1,-19-20-21,1 1 0,-1-1 0,1 0 1,-1 0-1,1 0 0,-1 0 0,1 0 0,0 0 0,-1 0 0,1-1 0,0 1 0,0-1 0,3 1 1,-4-1-41,0 0 1,0 0 0,0 0-1,0 0 1,-1 0 0,1 0-1,0-1 1,0 1 0,0 0-1,0-1 1,0 1 0,0-1 0,0 1-1,0-1 1,-1 1 0,1-1-1,0 0 1,1-1 0,0-1-22,1 0 1,-1-1 0,0 0-1,0 1 1,-1-1 0,1 0-1,-1 0 1,0 0 0,2-7 0,-3 10-18,0-7-208,-13-7 139,-15-16 99,20 23 7,6 6 3,-7-3 1,-8-5 9,0-1 0,1-1 0,1 0-1,0-1 1,0-1 0,-15-19 0,15 6 119,14 24-124,0-1-1,-1 0 0,1 1 0,-1 0 1,0-1-1,0 1 0,-1 0 1,1 0-1,0 0 0,-1 0 1,0 0-1,0 1 0,0-1 1,0 1-1,-5-3 0,7 5 119,0-19 256,-6-12-297,5 24 6,-1 4 54,3 3-157,0 0 1,0 0-1,0 0 0,-1-1 1,1 1-1,0 0 1,0 0-1,0 0 1,0-1-1,0 1 0,-1 0 1,1 0-1,0 0 1,0 0-1,-1-1 1,1 1-1,0 0 0,0 0 1,0 0-1,-1 0 1,1 0-1,0 0 1,0 0-1,-1 0 0,1 0 1,0 0-1,0 0 1,-1 0-1,1 0 1,0 0-1,0 0 0,-1 0 1,1 0-1,0 0 1,0 0-1,-1 0 0,1 0 1,0 0-1,0 1 1,0-1-1,-1 0 1,1 0-1,-1 0 0,1 1 0,-1-1 0,1 0 0,-1 1 0,0-1-1,1 1 1,-1-1 0,1 0 0,-1 1 0,1-1 0,0 1 0,-1-1 0,1 1 0,-1-1 0,1 1-1,0 0 1,0-1 0,-1 1 0,1-1 0,0 1 0,0 0 0,0-1 0,-1 1 0,1 0 0,0-1-1,0 2 1,3 25-113,20 40 17,-14-43 83,-4-6 94,1-1 0,1 1 1,0-1-1,2 0 0,0-1 0,0 0 0,1-1 0,20 23 1172,-29-44-544,0-5-616,0-1 0,-1 1 0,-1-1 0,0 1 0,0-1 0,-1 1 1,-4-13-1,-2-17-15,7 40-71,-59-306-187,60 306-29,-2 5-1471,-1 14 1525,0 0 0,1 0 0,1 0 0,1 0 0,3 29 0,-1 22-77,-2-26 321,-2 0 0,-2-1 0,-2 1 0,-22 82 0,-1-65 479,28-58 177,5-5-62,3-1-623,-1-2 1,-1 1-1,1-1 1,-1 0-1,0 0 0,0 0 1,0-1-1,-1 0 1,0 1-1,-1-2 1,0 1-1,0 0 1,0-1-1,2-11 0,3-15 22,6-69 0,-13 92-58,8-145-861,-30 280-1430,-46 198 1895,-18 82 1017,84-397-607,-2 34 150,3-39-158,0 0 0,0 0 0,0 0 0,0 0 0,0 0 0,1 0 0,-1-1 0,1 1 0,-1 0 0,1 0 0,0 0 0,-1 0 0,1-1 0,0 1 0,0 0 0,0-1 0,2 2 1,-2-2-17,0-1 0,0 0 0,-1 1 1,1-1-1,0 0 0,0 0 0,0 1 0,0-1 1,0 0-1,0 0 0,0 0 0,-1 0 1,1 0-1,0-1 0,0 1 0,0 0 1,0 0-1,0-1 0,0 1 0,-1 0 1,1-1-1,0 1 0,0-1 0,0 1 1,-1-1-1,1 1 0,0-1 0,-1 1 1,1-1-1,0 0 0,-1 1 0,1-1 1,-1 0-1,1 0 0,-1 1 0,1-3 1,18-31 70,-9 7 1,-1 0-1,-2-1 1,6-37-1,3-90 83,2-12-132,-13 141-54,4-42-267,-9 65 80,-3 7-869,2-2 977,0 0-1,-1 0 0,1 1 0,0-1 1,1 0-1,-1 0 0,-1 3 0,2-4 46,-8 32-181,1 0-1,2 0 1,-2 40-1,1-10 168,-48 439 685,51-456 280,3-46-871,0 0 0,0 0 0,0 0 0,0 0 0,0 0 0,1 0 0,-1 0 0,0 0 0,0 0 0,0 0 0,0 0 0,0 0 0,0 0 0,0 0 0,0 0 0,1 0 0,-1 0 0,0 0 0,0 0 0,0 0 0,0 0 0,0 0 0,0 0 0,0 0 0,0 0 0,1 0 0,-1 0 0,0 0 0,0 0 0,0 0 0,0 0 0,0 0 0,0 0 0,0 0 0,0 1 0,0-1 0,0 0 0,0 0 0,1 0 0,-1 0 0,0 0 0,0 0 0,0 0 0,0 0 0,0 0 0,0 1 0,0-1 0,0 0 0,0 0 0,0 0 0,0 0 0,0 0 0,0 0 0,0 0 0,0 0 0,0 1 0,0-1 0,0 0 0,10-25 608,2-16-393,-2 0 1,-2 0 0,4-54 0,-2-130-261,-6 95-108,-4 105-235,0 25 343,0 0 1,0 0-1,-1 0 0,1 0 0,0 0 0,0 0 0,0 0 0,0 0 0,0 0 1,0 0-1,0 0 0,0 0 0,0 0 0,0 0 0,0 0 0,-1 0 0,1 0 1,0 0-1,0 0 0,0 0 0,0 0 0,0 0 0,0 0 0,0 0 0,0 0 1,0 0-1,0 0 0,0 0 0,0 0 0,0 0 0,-1 0 0,1-1 0,0 1 1,0 0-1,0 0 0,0 0 0,0 0 0,0 0 0,0 0 0,0 0 0,0 0 1,0 0-1,0 0 0,0 0 0,0-1 0,0 1 0,0 0 0,0 0 1,-9 41-1343,-44 463 940,52-496 155,2 13 2531,4-30-1808,9-26-363,-3-1 0,0 0 1,-3-1-1,-1 0 0,-1-1 1,-2 1-1,-2-57 0,-3 91-126,0 0 0,1 1-1,-1-1 1,0 0-1,-1 1 1,1-1-1,0 1 1,-1-1 0,0 1-1,1 0 1,-1 0-1,0 0 1,0 0-1,-4-3 1,-4-6 70,7 3 4,0 0 0,1 0 0,0 0 0,0 0-1,1 0 1,0 0 0,1 0 0,-1-1-1,1 1 1,3-14 0,-2 1-12,-1 3-14,2-7-7,-2-1-1,-1 1 1,0-1-1,-2 1 1,-1-1-1,-9-27 1,-8-7-69,9 28-5,-11-49-1,17 57 30,0-1-19,2 0 0,0 0 0,-1-44 0,15 21 86,-8 39-48,0 0-1,0 0 1,1-16-1,-3 24-66,-8 3-1182,2 1 1204,0 1 1,0 0 0,1 0 0,0 0-1,-1 0 1,2 1 0,-1 0 0,0 0-1,1 0 1,0 1 0,0-1-1,-5 13 1,-14 28-90,-18 56 0,-19 39 396,59-139-117,-7 13-232,9-13 494,7-12 890,30-35-1879,-35 44 70,-3 14 494,-1-5 44,1-5-1,0 0-1,0 0 1,0-1 0,-1 1-1,0 0 1,1 0 0,-1-1 0,0 1-1,-2 3 1,1-1 19,0 0 1,-1 0-1,0 0 0,0 0 1,0-1-1,0 0 0,-1 1 1,-7 5-1,-4 5 56,-30 25-20,38-34 592,16-14-431,6-6-171,0 0 0,-1-1 0,0 0 0,-1-1 1,-1-1-1,15-27 0,-10 2 45,15-59-1,-20 61-180,1 1 0,21-44 0,-33 80 51,1 0 0,0 0 0,-1 0 0,1 1 0,1-1 0,-1 0 0,0 1 0,5-5 0,-5 7 16,-1-1 1,0 0-1,0 1 1,1-1-1,-1 1 1,0-1-1,0 1 1,1-1-1,-1 1 1,1 0-1,-1 0 1,0 0 0,1 0-1,-1 0 1,0 0-1,1 0 1,-1 0-1,1 0 1,-1 1-1,0-1 1,1 1-1,-1-1 1,0 1-1,0-1 1,1 1-1,-1 0 1,0-1-1,0 1 1,0 0 0,2 2-1,29 23 12,-29-23 8,0-1 0,0 1 0,0 0 0,-1-1 1,1 1-1,-1 0 0,1 1 0,-1-1 0,0 0 1,2 6-1,8 13-5,39 63 9,-39-62 5,0-1 1,2-1 0,0 0-1,2-1 1,19 21 0,86 64 372,-121-105-338,5 5 1540,-25-32-1500,17 23-79,1 1 1,0-1-1,-1 0 0,0 0 0,0 1 0,-6-6 0,-7-7-29,-1 0 0,-1 2-1,-1 0 1,1 1 0,-2 0 0,0 2 0,-27-11-1,45 21-9,0 0 0,0 0-1,0 1 1,-1-1 0,1 1-1,0-1 1,0 1 0,-1 0-1,1 0 1,0 0 0,0 0-1,-1 1 1,1-1 0,0 0-1,0 1 1,0 0 0,-1-1-1,1 1 1,-4 2 0,5-2 15,1 0 0,-1 1 0,0-1 0,0 0 0,0 0 0,1 1 0,-1-1 0,0 0 0,1 1 0,-1-1 0,1 0 0,0 1 0,0-1 0,-1 1 0,1-1 0,0 1 0,0-1 0,0 1 0,0-1 0,0 1 0,1-1 0,-1 0 1,0 1-1,1-1 0,-1 1 0,1-1 0,0 0 0,-1 1 0,1-1 0,1 2 0,4 7-14,-1 0 1,1-1-1,1 0 1,0 0-1,0-1 1,1 0-1,16 14 1,2-3 69,39 22 0,10 6 256,-66-44 553</inkml:trace>
</inkml:ink>
</file>

<file path=ppt/ink/ink17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3:16.731"/>
    </inkml:context>
    <inkml:brush xml:id="br0">
      <inkml:brushProperty name="width" value="0.05" units="cm"/>
      <inkml:brushProperty name="height" value="0.05" units="cm"/>
    </inkml:brush>
  </inkml:definitions>
  <inkml:trace contextRef="#ctx0" brushRef="#br0">239 108 1528,'0'0'1891,"5"-12"3141,-5 11-4940,0 1-71,0 0-1,0-1 1,0 1-1,0 0 1,0 0-1,0-1 1,0 1-1,0 0 1,0 0-1,0-1 1,-1 1-1,1 0 1,0 0-1,0-1 1,0 1 0,0 0-1,0 0 1,0 0-1,-1-1 1,1 1-1,0 0 1,0 0-1,0 0 1,0 0-1,-1 0 1,1-1-1,0 1 1,0 0-1,-1 0 1,1 0-1,0 0 1,0 0 0,0 0-1,-1 0 1,1 0-1,-1 0 1,-10-6 59,-22-14-37,25 15-7,3 4 37,-5 3-25,-2 0-18,1 0 0,-1 1-1,1 0 1,-13 5-1,21-7-23,-1 1 0,0-1 0,1 1 0,-1 0 0,1 0 0,0 0-1,0 1 1,-1-1 0,1 1 0,1 0 0,-1 0 0,0 0 0,1 0 0,0 0-1,-1 0 1,1 1 0,0-1 0,1 1 0,-2 3 0,2-4 0,1-1 1,0 0-1,-1 0 1,1 0-1,0 0 1,0 1-1,0-1 1,1 0-1,-1 0 1,0 0 0,1 0-1,0 1 1,-1-1-1,1 0 1,0 0-1,0 0 1,0 0-1,0-1 1,0 1-1,1 0 1,-1 0-1,1-1 1,-1 1-1,1-1 1,-1 1-1,1-1 1,0 0-1,0 1 1,0-1-1,2 1 1,1 1 42,0-1 0,0 0 0,0 0 1,0 0-1,1-1 0,-1 0 0,0 0 0,1 0 0,-1-1 1,0 1-1,6-2 0,0 0 53,0-2 0,0 1 1,-1-1-1,1-1 0,-1 0 0,0 0 1,0-1-1,-1-1 0,12-7 0,-17 11-64,0-1 0,0 0 0,0 0 0,-1 0 0,1-1 0,-1 1 0,0-1 0,0 0 1,0 0-1,0 0 0,-1 0 0,1 0 0,-1 0 0,0-1 0,0 1 0,-1-1 0,0 0 0,1 1 0,-2-1 0,1 0 0,0 0 0,-1 0 0,0-6 0,-1 9-48,1 0-1,-1 0 1,1 0 0,-1 0-1,0 0 1,0 0-1,0 0 1,0 0 0,-1 1-1,1-1 1,0 0-1,-1 0 1,1 1 0,-1-1-1,1 1 1,-1 0 0,0-1-1,0 1 1,0 0-1,1 0 1,-1 0 0,0 0-1,0 0 1,-1 1 0,1-1-1,0 1 1,0-1-1,0 1 1,0 0 0,0 0-1,-1-1 1,-3 2 0,-8-1-39,-1 1 0,1 1 0,-25 6 0,30-6 111,-5 1-23,0 0 0,0 1 0,0 1 1,1 1-1,-20 10 0,31-15-36,-1 0 1,1 1-1,-1-1 1,1 1-1,-1 0 1,1 0-1,0 0 0,0 0 1,0 0-1,0 0 1,0 1-1,0-1 1,1 1-1,-1-1 1,1 1-1,0 0 0,0-1 1,0 1-1,0 0 1,0 0-1,0 0 1,1 0-1,-1 0 1,1 0-1,0-1 0,0 1 1,0 0-1,0 0 1,1 0-1,-1 0 1,1 0-1,0 0 1,2 5-1,-2-5 21,1 0 0,-1 0 0,1 0 0,0 0-1,0 0 1,0-1 0,0 1 0,0-1 0,1 1 0,-1-1 0,1 0 0,-1 0-1,1 0 1,0 0 0,0 0 0,0-1 0,3 2 0,0-1 31,0-1-1,0 1 1,0-1 0,0 0 0,0-1 0,1 0 0,-1 0-1,11-1 1,-1-1 41,0-2-1,0 0 1,0 0 0,-1-1-1,0-1 1,17-10-1,-25 13-30,0-1-1,-1 0 0,1 0 1,-1-1-1,0 0 0,0 0 1,-1 0-1,9-11 1,-13 15-49,0-1 1,0 0 0,0 0 0,0 0-1,0-1 1,0 1 0,-1 0-1,1 0 1,-1 0 0,1-1 0,-1 1-1,0 0 1,0 0 0,0-1 0,0 1-1,0 0 1,0 0 0,-1-1 0,1 1-1,-1 0 1,0 0 0,1 0-1,-1 0 1,0 0 0,0 0 0,0 0-1,-1 0 1,1 0 0,0 0 0,-1 0-1,1 1 1,-1-1 0,-2-1 0,-2-2-58,1 0 1,-1 1 0,-1 0-1,1 0 1,-1 0 0,1 1 0,-1 0-1,0 0 1,0 1 0,0 0-1,0 0 1,-1 1 0,1 0-1,0 0 1,-1 0 0,1 1 0,-8 1-1,5 0-18,0 0-1,0 0 1,0 1-1,1 0 1,-1 1-1,1 0 1,0 1-1,0 0 1,0 0-1,0 1 1,1 0-1,-13 10 1,17-12 69,1 1 1,0-1-1,0 0 1,1 1 0,-1 0-1,1 0 1,-1 0 0,1 0-1,0 0 1,1 0-1,-1 0 1,1 1 0,0-1-1,0 1 1,0-1-1,0 1 1,1-1 0,0 1-1,0-1 1,0 1 0,0-1-1,1 1 1,0 0-1,0-1 1,0 0 0,1 1-1,-1-1 1,1 0 0,0 0-1,0 0 1,0 0-1,1 0 1,-1 0 0,1-1-1,0 1 1,0-1-1,1 0 1,-1 1 0,0-2-1,1 1 1,0 0 0,0-1-1,0 0 1,0 1-1,0-2 1,0 1 0,0 0-1,1-1 1,-1 0 0,1 0-1,-1 0 1,9 0-1,0-2 58,-1 0-1,1-1 0,0-1 0,-1 0 1,0-1-1,0 0 0,0-1 0,0 0 1,0-1-1,-1 0 0,0-1 1,-1 0-1,1 0 0,-1-2 0,15-15 1,-23 22-52,0 0 0,-1 0 1,1 0-1,-1-1 0,0 1 1,1 0-1,-1 0 1,0-1-1,0 1 0,-1-1 1,1 1-1,0-1 0,-1 1 1,0-1-1,1 0 0,-1 1 1,0-1-1,0 1 1,-1-1-1,1 0 0,-1 1 1,1-1-1,-1 1 0,0-1 1,1 1-1,-1 0 0,-1-1 1,1 1-1,0 0 1,0-1-1,-1 1 0,-3-3 1,2 1-55,0 1 0,0 0 0,-1 1 0,1-1 1,-1 1-1,0-1 0,0 1 0,0 0 0,0 1 0,0-1 1,0 1-1,0-1 0,-1 1 0,1 0 0,-1 1 0,1-1 1,0 1-1,-9 0 0,-4 3-94,0 0-1,1 0 1,-1 2 0,-25 10-1,31-11 115,1 1-1,1 0 0,-1 0 0,1 1 0,0 0 1,0 1-1,1 0 0,-11 11 0,16-14 22,0 0 0,0 0 1,1 1-1,0-1 0,-1 1 0,1-1 0,1 1 1,-1 0-1,1 0 0,0 0 0,0 0 0,0 0 0,1 0 1,0 0-1,0 0 0,0 0 0,0 0 0,1 0 1,0 0-1,0 0 0,0 0 0,1-1 0,3 9 0,-4-9 22,1 0 0,0-1 0,0 1 0,1-1 0,-1 1 0,1-1 0,-1 0-1,1 0 1,0 0 0,0 0 0,0-1 0,1 1 0,-1-1 0,1 0 0,-1 0 0,1 0-1,0 0 1,0-1 0,0 1 0,0-1 0,0 0 0,0 0 0,0-1 0,0 1-1,0-1 1,0 0 0,0 0 0,0 0 0,5-1 0,5-2 60,0-1 0,0 0 0,0 0 0,0-2 1,23-12-1,-31 15-43,1-1 0,-1 0-1,0 0 1,0-1 0,-1 1 0,1-1 0,-1-1 0,0 1 0,0-1 0,-1 1 0,0-1 0,0-1 0,5-9-1,-8 13-30,0 0 0,-1 1 0,1-1 0,-1 0 0,1 0 0,-1 0 0,0 0 0,0 1 0,0-1 0,-1 0-1,1 0 1,-1 0 0,0 1 0,1-1 0,-1 0 0,0 1 0,0-1 0,-1 1 0,1-1 0,-1 1 0,1-1-1,-1 1 1,0 0 0,0 0 0,1 0 0,-2 0 0,1 0 0,0 0 0,0 1 0,-1-1 0,-3-1 0,0-1-59,-1 0 1,0 1 0,0 0 0,0 0 0,0 1 0,0 0 0,-1 0-1,1 1 1,-1 0 0,-11-1 0,8 3-6,0 0 0,1 0 0,0 1 0,-1 0 0,1 1 0,0 0 0,0 1 0,0 0 0,1 0 0,-1 1 0,1 1 0,-14 10 0,19-13 52,1 0 0,0 0 1,-1 0-1,1 1 0,0-1 1,1 1-1,-1 0 0,1 0 0,-1 0 1,1 0-1,0 0 0,1 1 1,-1-1-1,1 0 0,0 1 1,0 0-1,0-1 0,1 1 1,-1-1-1,1 1 0,0 0 0,1-1 1,-1 1-1,1 0 0,0-1 1,0 1-1,0-1 0,0 0 1,1 1-1,4 7 0,-4-8 19,0 0 0,0-1-1,1 1 1,-1-1-1,1 1 1,0-1 0,0 0-1,0 0 1,0-1-1,0 1 1,1 0 0,-1-1-1,1 0 1,0 0-1,0 0 1,5 2 0,-2-2 18,0-1 1,-1 1-1,1-1 0,0 0 1,0-1-1,0 0 1,0 0-1,0 0 0,11-3 1,-10 2 5,0-1 0,-1 0 0,1 0 0,-1-1 1,0 1-1,0-2 0,0 1 0,0-1 0,0 0 0,-1-1 0,0 1 1,1-1-1,-2 0 0,1-1 0,-1 0 0,0 1 0,0-2 0,7-11 1,-11 17-39,0-1 1,0 0 0,0 0 0,0 0 0,-1 0 0,1 0 0,-1 0 0,1 0 0,-1 0 0,0 0-1,1-1 1,-1 1 0,0 0 0,-1 0 0,1 0 0,0 0 0,-1 0 0,1 0 0,-1 0-1,1 0 1,-1 0 0,0 0 0,0 0 0,0 0 0,0 0 0,0 0 0,0 1 0,-1-1-1,1 1 1,-1-1 0,1 1 0,-1-1 0,1 1 0,-1 0 0,0-1 0,0 1 0,1 0 0,-1 0-1,0 0 1,-3 0 0,-1-1-59,0 0-1,0 0 0,0 1 1,0 0-1,0 0 0,0 1 1,0 0-1,-1 0 1,1 0-1,0 1 0,0 0 1,-10 2-1,6 1 6,1-1 0,-1 1 0,1 1 0,0-1 0,0 2-1,1-1 1,0 1 0,0 0 0,-10 10 0,16-13 43,-1-1 1,1 1-1,0-1 0,0 1 1,1 0-1,-1 0 0,1 0 1,-1 0-1,1 0 0,0 0 0,0 0 1,0 0-1,0 0 0,1 1 1,-1-1-1,1 0 0,0 0 1,0 1-1,0-1 0,1 0 1,-1 1-1,1-1 0,-1 0 1,1 0-1,0 0 0,0 0 0,1 0 1,-1 0-1,1 0 0,-1 0 1,1 0-1,4 4 0,-4-4 25,1 0 0,0 0 0,0-1-1,0 1 1,0-1 0,1 0 0,-1 0-1,1 0 1,-1 0 0,1 0 0,0-1-1,-1 0 1,1 1 0,0-2 0,0 1-1,0 0 1,0-1 0,0 0 0,0 1-1,0-2 1,0 1 0,0 0 0,0-1-1,0 0 1,0 0 0,0 0-1,-1 0 1,6-3 0,-2 2 18,0-1 0,-1 0-1,1-1 1,-1 1 0,0-1 0,0 0 0,0-1-1,0 1 1,-1-1 0,0 0 0,0-1-1,0 1 1,-1-1 0,0 0 0,4-7 0,-7 11-28,0-1 1,0 1-1,0-1 1,-1 1-1,1-1 1,-1 1 0,0-1-1,0 1 1,0-1-1,0 0 1,0 1 0,0-1-1,-1 1 1,1-1-1,-1 1 1,1-1-1,-1 1 1,0 0 0,0-1-1,0 1 1,-1 0-1,1-1 1,0 1 0,-1 0-1,0 0 1,1 0-1,-1 1 1,0-1-1,0 0 1,0 1 0,-3-3-1,1 2-43,1 0-1,0 0 1,-1 0-1,1 0 0,-1 1 1,0 0-1,0-1 1,1 1-1,-1 1 1,0-1-1,0 0 1,0 1-1,0 0 1,0 0-1,1 0 1,-1 1-1,0-1 0,0 1 1,0 0-1,-5 2 1,4-1-6,0 2 0,0-1 0,0 0 0,0 1 0,1 0 0,0 0 0,-1 0 0,1 1 0,1 0 0,-1-1 0,1 1 0,0 0 0,0 1 0,-3 6 0,5-9 43,0 0 1,-1-1 0,2 1-1,-1 0 1,0 0 0,0-1-1,1 1 1,-1 0 0,1 0-1,0 0 1,0 0 0,0 0-1,1 0 1,-1 0 0,0-1-1,1 1 1,0 0 0,0 0-1,0 0 1,0-1 0,0 1-1,0-1 1,1 1 0,0-1-1,-1 1 1,1-1 0,0 0-1,0 0 1,0 0 0,0 0-1,4 3 1,-4-4 22,0 0 0,1 0 0,-1 0 1,0-1-1,1 1 0,-1 0 0,1-1 0,-1 0 0,0 1 0,1-1 1,-1 0-1,1-1 0,-1 1 0,1 0 0,-1-1 0,1 1 0,-1-1 1,0 0-1,1 1 0,-1-1 0,0 0 0,0-1 0,0 1 0,4-3 0,-2 2 0,-1-1-1,0 1 1,0-1-1,0 1 1,0-1-1,0 0 0,-1 0 1,1-1-1,-1 1 1,0 0-1,0-1 1,0 0-1,0 1 1,2-8-1,-4 10-31,0 0 0,0 0 0,0 0 0,0 0 0,0-1 0,0 1 0,0 0-1,-1 0 1,1 0 0,0 0 0,-1 1 0,1-1 0,0 0 0,-1 0 0,1 0 0,-1 0 0,1 0 0,-1 0 0,0 0 0,1 1 0,-1-1 0,0 0 0,1 1-1,-1-1 1,0 0 0,0 1 0,0-1 0,0 1 0,0-1 0,0 1 0,0 0 0,0-1 0,1 1 0,-1 0 0,0-1 0,-1 1 0,1 0 0,0 0 0,-1 0-1,-33 0-268,34 0 314,0 0-59,1 0 11,-1-1 0,1 1 0,-1 0 1,1 0-1,-1 0 0,1 0 0,-1 0 0,1 0 0,-1 0 1,1 0-1,-1 0 0,1 0 0,-1 1 0,0-1 0,1 0 1,0 0-1,-1 0 0,1 1 0,-1-1 0,1 0 0,-1 0 0,1 1 1,-1-1-1,1 0 0,0 1 0,-1-1 0,1 1 0,-1 0 1,-7 9-9,-23 21 13,24-21 186,8-8 35,17-12-40,-8 3-163,23-19 156,-21 11-1701</inkml:trace>
</inkml:ink>
</file>

<file path=ppt/ink/ink17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3:19.366"/>
    </inkml:context>
    <inkml:brush xml:id="br0">
      <inkml:brushProperty name="width" value="0.05" units="cm"/>
      <inkml:brushProperty name="height" value="0.05" units="cm"/>
    </inkml:brush>
  </inkml:definitions>
  <inkml:trace contextRef="#ctx0" brushRef="#br0">209 2555 2465,'5'-6'7833,"6"-17"-6224,-4-8-1400,-5 24 7,-1-11 1171,15-72-255,11-24-204,-16 78-632,-2-6-105,2-41-15,24-339 1570,-33 17-1153,-5 191-314,12-302-175,-6 445-121,8-270-182,-6 311 215,-3 24-13,-1 1 1,0 0-1,0-1 1,0 1 0,-1-1-1,0 1 1,0-1-1,-1-6 1,-4-37-461,-3 55 67,-17 22 297,1 1-1,2 1 1,-26 45 0,-24 34 58,20-46 148,-66 63 0,117-125 685,7-8-610,16-21-135,-1 0-1,-2-2 1,-1 0 0,28-64-1,-39 77-54,39-88 5,-40 94-28,0 0-1,1 0 1,0 1 0,0 0 0,1 0-1,18-16 1,-22 24-32,-1 1 0,1 0-1,0 0 1,0 0 0,0 0 0,0 1 0,0-1-1,0 1 1,0 0 0,0 0 0,-1 1 0,8 1-1,-6-2 30,3 0-37,-5 1-14,1 4 34,19 14 15,-2 0 0,-1 2 1,-1 1-1,0 0 0,-2 1 1,0 1-1,-2 1 0,21 43 1,-33-59 43,0 0 0,1 0 0,0 0 0,1-1 0,0 0 0,0 0 0,1 0-1,0-1 1,0 1 0,1-2 0,0 1 0,0-1 0,0 0 0,14 8 0,29 6 86,-41-17-1875</inkml:trace>
</inkml:ink>
</file>

<file path=ppt/ink/ink17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3:19.955"/>
    </inkml:context>
    <inkml:brush xml:id="br0">
      <inkml:brushProperty name="width" value="0.05" units="cm"/>
      <inkml:brushProperty name="height" value="0.05" units="cm"/>
    </inkml:brush>
  </inkml:definitions>
  <inkml:trace contextRef="#ctx0" brushRef="#br0">1 48 2232,'19'-48'6550,"-12"69"-6226,-5 4-106,-1-1 0,-3 45 0,0-10 83,1-3-46,-1-24 1,2 0 1,1 0 0,1 0 0,2-1 0,13 51 0,-17-80 298</inkml:trace>
</inkml:ink>
</file>

<file path=ppt/ink/ink17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3:20.545"/>
    </inkml:context>
    <inkml:brush xml:id="br0">
      <inkml:brushProperty name="width" value="0.05" units="cm"/>
      <inkml:brushProperty name="height" value="0.05" units="cm"/>
    </inkml:brush>
  </inkml:definitions>
  <inkml:trace contextRef="#ctx0" brushRef="#br0">2 145 4505,'0'-1'178,"-1"0"0,1 0-1,0 0 1,0 0 0,0 0 0,0 0-1,0 0 1,0 0 0,0 0 0,0 0-1,0 0 1,0 0 0,0 0 0,0 0 0,1 0-1,-1 0 1,0 0 0,1 0 0,-1 0-1,1 0 1,-1 1 0,1-1 0,0 0 0,-1 0-1,1 0 1,0 1 0,-1-1 0,1 0-1,1 0 1,0 0-90,0 1-1,0 0 0,0 0 1,0 0-1,-1 0 1,1 0-1,0 0 0,0 0 1,0 0-1,0 1 1,0-1-1,3 2 0,-1 1-62,1 0-1,-1 0 0,0 0 1,0 1-1,0 0 0,0-1 1,0 1-1,-1 1 0,0-1 1,0 0-1,0 1 0,0-1 1,3 9-1,1 0 10,44 83 103,-32-58-7,40 61 1,-45-81-83,0 0 1,1-1 0,1 0 0,0-2 0,27 20 0,-32-27 63,0-1-1,0-1 1,0 0 0,1 0-1,-1-1 1,2-1 0,-1 0 0,0 0-1,1-1 1,-1-1 0,14 1-1,-23-3-64,-1 1-1,1-1 1,-1 0-1,1 0 0,-1 0 1,1 0-1,0 0 1,-1-1-1,0 1 1,1-1-1,-1 0 1,1 0-1,-1 0 0,0 0 1,1 0-1,-1 0 1,0 0-1,0-1 1,0 1-1,0-1 1,0 0-1,0 1 1,-1-1-1,1 0 0,0 0 1,-1 0-1,0 0 1,1-1-1,-1 1 1,0 0-1,0 0 1,0-1-1,0 1 0,-1-1 1,1-2-1,1-7 127,-2-1 0,1 1 0,-2-1 0,0 0 0,-4-21 1,2 12-67,-53-346 329,50 299-2053</inkml:trace>
</inkml:ink>
</file>

<file path=ppt/ink/ink17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3:21.750"/>
    </inkml:context>
    <inkml:brush xml:id="br0">
      <inkml:brushProperty name="width" value="0.05" units="cm"/>
      <inkml:brushProperty name="height" value="0.05" units="cm"/>
    </inkml:brush>
  </inkml:definitions>
  <inkml:trace contextRef="#ctx0" brushRef="#br0">8 135 1784,'-7'3'3640,"7"-3"-3527,0 1-1,1-1 1,-1 1-1,0-1 0,1 1 1,-1-1-1,0 1 1,1-1-1,-1 0 0,0 1 1,1-1-1,-1 1 1,1-1-1,-1 0 0,1 1 1,-1-1-1,1 0 1,-1 0-1,1 1 0,-1-1 1,1 0-1,0 0 1,-1 0-1,1 0 0,-1 0 1,2 0-1,9 4 91,-1-1 0,1-1 0,0 0 0,14 1 0,211-3 1680,-61-3-1585,-89 0-205,-35 1 27,0-2 0,96-21 0,-107 13-1376,-53-3-9479,1 6 10785,-36-20 1846,35 23-1409,-7-4-22,-1-5 4547,21 15-4986,1 1-1,0-1 1,-1 0-1,1 0 1,0 0 0,0 0-1,-1 0 1,1 0 0,0 0-1,-1 0 1,1 0-1,0 0 1,-1 0 0,1 0-1,0 0 1,-1 0-1,1-1 1,0 1 0,-1 0-1,1-1 1,0 1-1,-1 0 1,1-1 0,-1 1-1,1-1 1,-1 1 0,1-1-1,-1 1 1,1-1-1,-1 1 1,1-1 0,-1 1-1,0-1 1,1 1-1,-1-1 1,0 0 0,0 1-1,1-1 1,-1 0-1,0 1 1,0-1 0,0 0-1,0 0 1,0 1-1,0-1 1,0 0 0,0 1-1,0-1 1,0 0 0,0 1-1,0-1 1,-1 0-1,1 1 1,0-1 0,-1 0-1,1 1 1,0-1-1,-1 1 1,1-1 0,0 0-1,-1 1 1,1-1-1,-2 0 1,9 5 23,-1 0 1,0 0-1,0 0 0,0 1 1,0 0-1,-1 0 0,0 0 1,0 0-1,-1 1 1,1 0-1,-1 0 0,0 1 1,-1-1-1,1 1 0,-1-1 1,-1 1-1,1 0 0,-1 0 1,-1 1-1,1-1 0,-1 0 1,0 0-1,-1 1 0,0-1 1,0 0-1,0 1 0,-1-1 1,0 0-1,-1 1 0,1-1 1,-1 0-1,-1 0 0,1 0 1,-1 0-1,-1-1 0,1 1 1,-1-1-1,-8 11 0,-8 3-274,-3 2-650</inkml:trace>
</inkml:ink>
</file>

<file path=ppt/ink/ink17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3:30.837"/>
    </inkml:context>
    <inkml:brush xml:id="br0">
      <inkml:brushProperty name="width" value="0.05" units="cm"/>
      <inkml:brushProperty name="height" value="0.05" units="cm"/>
    </inkml:brush>
  </inkml:definitions>
  <inkml:trace contextRef="#ctx0" brushRef="#br0">97 34 1648,'0'0'1901,"0"-34"6258,0 38-8110,0-1 1,0 0-1,0 0 1,0 0-1,1 0 1,0 0 0,-1 0-1,1 0 1,2 5-1,-1-6 4,-1 2-1,0-1 1,0 0 0,-1 0-1,1 0 1,-1 0 0,1 0-1,-1 1 1,0 4-1,12 173 575,-17-67 592,5-113-1194,0-1-1,0 0 1,0 0-1,-1 0 1,1 1 0,0-1-1,0 0 1,0 0-1,-1 0 1,1 0 0,0 1-1,0-1 1,0 0-1,-1 0 1,1 0-1,0 0 1,0 0 0,-1 0-1,1 0 1,0 0-1,0 0 1,-1 0 0,1 0-1,0 0 1,0 0-1,-1 0 1,1 0-1,0 0 1,0 0 0,-1 0-1,1 0 1,0 0-1,0 0 1,-1 0 0,1 0-1,0 0 1,0-1-1,0 1 1,-1 0-1,1 0 1,0 0 0,0 0-1,0-1 1,0 1-1,-1 0 1,1 0 0,0 0-1,0-1 1,-1 1-71,1-1 0,-1 1 1,0-1-1,1 1 0,-1 0 0,0-1 1,0 1-1,1 0 0,-1-1 0,0 1 1,1 0-1,-1 0 0,0 0 0,0 0 1,0 0-1,1 0 0,-1 0 1,0 0-1,0 0 0,1 0 0,-1 0 1,0 1-1,0-1 0,0 0 0,-3 4 26,1 0-1,0-1 1,0 1-1,0 0 0,0 1 1,-4 7-1,0 0 12,1 3-59,6-3 57,-7 36 25,8-50-4,1 14-2,9 84 144,-11-38-116,-13 92-1,0-86-35,7-43 9,2 0-1,-3 26 0,0 163 103,8 13 16,-8 310-74,8-423-55,-1-75 41,2 0 1,10 54-1,20 70 379,-22-110-120,-10-49-88,0 5-1556</inkml:trace>
</inkml:ink>
</file>

<file path=ppt/ink/ink17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3:31.727"/>
    </inkml:context>
    <inkml:brush xml:id="br0">
      <inkml:brushProperty name="width" value="0.05" units="cm"/>
      <inkml:brushProperty name="height" value="0.05" units="cm"/>
    </inkml:brush>
  </inkml:definitions>
  <inkml:trace contextRef="#ctx0" brushRef="#br0">1 81 3393,'4'-7'7042,"6"-5"-5905,-8 11-1121,12 11 39,-14-10-54,7 6 8,-1 0 0,0 1 1,0-1-1,0 1 0,-1 1 1,0-1-1,-1 1 1,0-1-1,5 14 0,6 22 43,-12-31-23,1 0 0,0 0 0,1 0 0,0-1 0,1 0 0,0 0 0,12 16 0,-16-25-17,51 55 276,-49-52-201,1-1-1,0 0 0,1 0 1,-1 0-1,1 0 1,-1-1-1,1 0 1,0 0-1,10 3 0,-14-6-45,-1-1 0,1 1 0,0 0 0,-1 0 0,1 0-1,-1-1 1,1 1 0,-1-1 0,1 1 0,-1-1 0,0 0-1,1 1 1,-1-1 0,0 0 0,1 0 0,-1 0-1,0 0 1,0 0 0,0 0 0,0-1 0,0 1 0,1-1-1,24-36 289,-19 27-250,36-63 261,13-16-139,29-12-169,-24 32-156,-60 69 74</inkml:trace>
</inkml:ink>
</file>

<file path=ppt/ink/ink17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3:33.270"/>
    </inkml:context>
    <inkml:brush xml:id="br0">
      <inkml:brushProperty name="width" value="0.05" units="cm"/>
      <inkml:brushProperty name="height" value="0.05" units="cm"/>
    </inkml:brush>
  </inkml:definitions>
  <inkml:trace contextRef="#ctx0" brushRef="#br0">64 220 2809,'7'-52'2650,"0"27"540,-43 324-1378,29-250 1326,6-60-2463,-4-19-490,-7-52-2,3-2 0,2-110-1,7 190-212,0 0-1,0 0 0,0 0 1,1 0-1,0 0 0,0 0 1,0 0-1,0 0 1,1 0-1,-1 0 0,1 1 1,0-1-1,0 1 0,1-1 1,-1 1-1,1 0 1,-1 0-1,4-3 0,-2 4-10,0-1 0,0 1 0,0 1 0,0-1 0,0 1-1,0-1 1,1 1 0,-1 0 0,0 1 0,1-1 0,-1 1-1,0 0 1,1 0 0,-1 0 0,1 0 0,6 2 0,43 5-3,49 9-1455,-74-8-354</inkml:trace>
</inkml:ink>
</file>

<file path=ppt/ink/ink17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3:34.269"/>
    </inkml:context>
    <inkml:brush xml:id="br0">
      <inkml:brushProperty name="width" value="0.05" units="cm"/>
      <inkml:brushProperty name="height" value="0.05" units="cm"/>
    </inkml:brush>
  </inkml:definitions>
  <inkml:trace contextRef="#ctx0" brushRef="#br0">1 36 5169,'0'0'3901,"12"-1"-1421,21-2-2416,1 1-1,53 4 0,80 15-2420,-60-5-399,-49-6 1456,-17-1 424,75 0 0,-113-5 691,2-1 1314,-10-7 1048,-1 2-1954,0 0 0,-1 1-1,0-1 1,0 1 0,0 1-1,-1 0 1,1 0 0,-1 0 0,0 1-1,0 0 1,0 1 0,-14-3-1,2 1-59,1 1-1,-1 1 1,0 1-1,0 0 0,0 2 1,1 0-1,-1 1 1,0 1-1,1 1 1,0 1-1,0 1 0,0 0 1,-25 13-1,40-17-161,0 1-1,0-1 1,0 1 0,0 0-1,1 0 1,-1 0-1,1 1 1,0-1 0,0 1-1,0 0 1,0 0-1,1 0 1,-1 0 0,1 0-1,0 0 1,1 1 0,-1-1-1,1 0 1,0 1-1,-2 9 1,3-10 24,1-1 0,-1 1 0,0 0 0,1-1 0,0 1 0,0-1 0,0 1 0,0-1 0,1 1 0,-1-1 0,1 0 0,0 0 0,0 1 0,0-1 0,0 0 0,1-1 0,-1 1 0,1 0 0,-1-1 0,1 0-1,0 1 1,0-1 0,0 0 0,1 0 0,-1-1 0,0 1 0,5 1 0,1 0 42,0-1-1,0 0 0,1 0 0,-1-1 0,0 0 1,1 0-1,-1-1 0,1-1 0,-1 1 0,0-2 1,1 1-1,-1-1 0,0-1 0,0 1 0,0-2 1,-1 1-1,1-1 0,-1 0 0,0-1 0,0 0 1,0 0-1,0-1 0,-1 0 0,0 0 0,0-1 1,-1 0-1,11-14 0,-16 19-53,0 168-1103,-6 240 973,5-388 161,-2 0 0,0 0 0,-2-1 0,0 0-1,0 1 1,-2-2 0,0 1 0,-10 18 0,13-28 0,-2 0 1,1-1-1,-1 0 1,1 0 0,-2 0-1,1-1 1,-1 0-1,1 0 1,-2 0-1,1 0 1,0-1 0,-1 0-1,0-1 1,0 1-1,0-1 1,0-1 0,0 1-1,-1-1 1,1 0-1,-1-1 1,-10 1-1,12-1 19,1-1 0,-1 0-1,0 0 1,0-1-1,1 1 1,-1-1-1,0 0 1,1-1-1,-1 1 1,1-1-1,-1 0 1,1-1-1,0 1 1,0-1-1,0 0 1,-4-4-1,3 3 34,1-1-1,0-1 0,0 1 0,1-1 1,0 0-1,0 0 0,0 0 0,1 0 1,0-1-1,0 1 0,-3-12 0,2 6-14,1-1-1,1 0 1,0 0-1,1 0 0,1 0 1,0-1-1,0 1 1,1 0-1,1 0 0,0 0 1,1 0-1,0 1 0,10-22 1,6-3-171,3 2 1,1 0 0,28-32-1,-6 7-706,5-7-1263,0 2-1462</inkml:trace>
</inkml:ink>
</file>

<file path=ppt/ink/ink17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3:35.327"/>
    </inkml:context>
    <inkml:brush xml:id="br0">
      <inkml:brushProperty name="width" value="0.05" units="cm"/>
      <inkml:brushProperty name="height" value="0.05" units="cm"/>
    </inkml:brush>
  </inkml:definitions>
  <inkml:trace contextRef="#ctx0" brushRef="#br0">53 97 2168,'-1'0'56,"-5"-3"794,-1-1 0,1 1 0,0-1 1,-11-9-1,16 12-141,-8-22 3802,9 22-4433,0 0-64,1 0 0,-1 0 0,0 1 1,0-1-1,1 1 0,-1-1 0,1 0 1,-1 1-1,0-1 0,1 1 0,-1-1 1,1 1-1,-1-1 0,1 1 0,-1-1 1,1 1-1,0-1 0,-1 1 0,1 0 1,-1-1-1,1 1 0,0 0 0,1-1 1,1-2-9,1 0 1,0 1-1,0-1 1,0 1 0,0 0-1,1 0 1,-1 0-1,1 0 1,-1 1-1,1 0 1,0 0 0,-1 0-1,1 1 1,0-1-1,-1 1 1,10 1 0,57 8 69,1-2 0,141-6 0,-213-1-139,0 0 0,1 0 0,-1 0 1,0 0-1,0 0 0,1 0 0,-1 0 1,0 0-1,0 0 0,1 0 0,-1 0 1,0 0-1,0 0 0,1 0 0,-1 0 1,0 0-1,0 0 0,1-1 0,-1 1 1,0 0-1,0 0 0,0 0 0,1 0 1,-1-1-1,0 1 0,0 0 0,0 0 1,0 0-1,0-1 0,1 1 0,-1 0 1,0 0-1,0-1 0,0 1 0,0 0 1,0 0-1,0-1 0,0 1 0,0 0 1,0 0-1,0-1 0,-6-9-193,-3 3 1084,7 7-412,4 4-215,1 0-170,0 0 0,0 0 1,-1 0-1,1 1 0,-1-1 0,0 1 1,0-1-1,0 1 0,-1 0 0,0-1 1,0 1-1,0 0 0,0 0 1,-1 0-1,0 0 0,0 0 0,0 0 1,-1 0-1,1 0 0,-1 0 1,-2 5-1,-4 3-173</inkml:trace>
</inkml:ink>
</file>

<file path=ppt/ink/ink17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3:35.950"/>
    </inkml:context>
    <inkml:brush xml:id="br0">
      <inkml:brushProperty name="width" value="0.05" units="cm"/>
      <inkml:brushProperty name="height" value="0.05" units="cm"/>
    </inkml:brush>
  </inkml:definitions>
  <inkml:trace contextRef="#ctx0" brushRef="#br0">51 33 1464,'-3'-3'845,"0"-1"0,-1 1 0,1 0 0,-1 0 0,0 0 0,0 1 1,0-1-1,-1 1 0,1 0 0,-9-2 0,31 7-742,0 1 1,0-2-1,0-1 1,0 0-1,27-2 1,17 0-355,-47 2-533</inkml:trace>
</inkml:ink>
</file>

<file path=ppt/ink/ink17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3:36.169"/>
    </inkml:context>
    <inkml:brush xml:id="br0">
      <inkml:brushProperty name="width" value="0.05" units="cm"/>
      <inkml:brushProperty name="height" value="0.05" units="cm"/>
    </inkml:brush>
  </inkml:definitions>
  <inkml:trace contextRef="#ctx0" brushRef="#br0">23 3 5065,'-13'3'792,"4"-2"3913,10-1-4249,29 0-144,-7-3-168,5 2-56,-1 0-24,2-1 8,2 2-536,-1 0-872</inkml:trace>
</inkml:ink>
</file>

<file path=ppt/ink/ink17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3:37.753"/>
    </inkml:context>
    <inkml:brush xml:id="br0">
      <inkml:brushProperty name="width" value="0.05" units="cm"/>
      <inkml:brushProperty name="height" value="0.05" units="cm"/>
    </inkml:brush>
  </inkml:definitions>
  <inkml:trace contextRef="#ctx0" brushRef="#br0">91 21 5609,'0'-1'172,"-1"0"0,1 0 0,0 0 1,-1-1-1,1 1 0,0 0 0,-1 0 0,1 0 0,-1 0 0,0 0 0,1 0 0,-1 0 0,0 0 1,0 0-1,0 0 0,0 0 0,1 0 0,-1 1 0,-1-2 0,1 2-144,0 1 0,1-1 0,-1 0 0,1 1 0,-1-1 0,0 0-1,1 1 1,-1-1 0,1 1 0,-1-1 0,1 1 0,0-1 0,-1 1 0,1-1 0,-1 1-1,1-1 1,0 1 0,0 0 0,-1-1 0,1 1 0,0-1 0,0 1 0,0 0 0,-1 0 0,-10 56-563,10-52 784,-27 130 40,2-16 204,26-119-414,0 0 1,0 0 0,0 0-1,0 0 1,0 0-1,0 0 1,1 0 0,-1 0-1,0 0 1,0 0-1,0 0 1,0 0 0,0 0-1,0 0 1,1 0-1,-1 0 1,0 0 0,0 0-1,0 0 1,0 0-1,0 0 1,0 0-1,1 0 1,-1 0 0,0 0-1,0 0 1,0 0-1,0 0 1,0 0 0,0 1-1,0-1 1,1 0-1,-1 0 1,0 0 0,0 0-1,0 0 1,15-26 670,16-40-575,-25 55-168,0-1-1,1 1 1,15-20-1,-21 29-47,0 0 0,1 0-1,0 0 1,-1 0 0,1 0 0,0 1-1,0-1 1,0 0 0,0 1 0,0 0-1,0-1 1,1 1 0,-1 0-1,0 0 1,1 0 0,-1 0 0,1 1-1,-1-1 1,1 1 0,-1-1-1,1 1 1,-1 0 0,1 0 0,-1 0-1,1 0 1,-1 1 0,4 0-1,-4 0-1,0 0-1,0 0 0,0 1 1,0-1-1,-1 1 0,1-1 1,0 1-1,-1 0 0,1-1 1,-1 1-1,0 0 1,1 0-1,-1 0 0,0 0 1,0 1-1,0-1 0,-1 0 1,2 4-1,7 51-68,-5-25 144,-4-29 10,1 0 1,-1-1-1,1 1 1,0 0-1,0-1 0,0 1 1,0-1-1,0 0 0,1 1 1,-1-1-1,1 0 1,-1 0-1,1 0 0,0 0 1,4 4-1,-4-5 9,0 0 0,0-1 0,0 1-1,1 0 1,-1-1 0,0 0 0,1 1-1,-1-1 1,0 0 0,1 0 0,-1 0-1,0-1 1,0 1 0,1 0 0,-1-1 0,0 0-1,1 1 1,-1-1 0,2-2 0,36-14 281,48-28 1,-63 30-374,1 1 0,1 1 0,0 2 1,1 0-1,32-7 0,-59 18 13,0 0 0,-1 0-1,1 0 1,0 0 0,0-1 0,-1 2 0,1-1 0,0 0 0,0 0 0,-1 0 0,1 0 0,0 0 0,0 1-1,-1-1 1,1 0 0,0 1 0,-1-1 0,1 0 0,0 1 0,-1-1 0,1 1 0,-1-1 0,1 1-1,-1-1 1,1 1 0,-1-1 0,1 1 0,-1 0 0,1-1 0,-1 1 0,0 0 0,1-1 0,-1 1 0,1 1-1,2 26 67,-3-21-93,1 0 52,-1 0-1,0 1 0,-1-1 1,0 0-1,-3 14 0,3-18 2,0-1 0,0 1 0,0 0 0,0 0 0,1 0 0,-1 0 0,1 0 0,0 0 1,0 0-1,0 0 0,0 0 0,1 0 0,-1 0 0,1 0 0,-1 0 0,1 0 0,0 0 0,1 0 0,-1-1 0,0 1 0,1 0 0,-1-1 0,1 1 0,0-1 0,0 0 0,0 1 0,3 2 0,4 1-358,0 0 0,0 0 0,0-1 0,1-1 0,-1 1 0,1-1 0,0-1 0,0 0 0,1 0 0,15 1 0,-6-2 38,0 0-1,0-1 0,-1-1 1,37-5-1,-43 2 434,1 0 0,-1 0 1,0-2-1,-1 1 0,1-2 0,-1 0 1,0 0-1,21-15 0,-28 18 33,-1-1 0,1 1 0,-1-1 0,0 0-1,0 0 1,-1 0 0,1-1 0,-1 1 0,0-1 0,0 0-1,0 0 1,-1 0 0,0 0 0,0 0 0,0 0-1,-1-1 1,1 1 0,-1 0 0,-1-1 0,1 1 0,-1-1-1,0 0 1,0 1 0,-1-8 0,0 10-138,1 0 0,-1 0 0,0 0 1,0 0-1,0 1 0,0-1 0,0 0 0,-1 1 0,1-1 1,-1 1-1,0-1 0,1 1 0,-1 0 0,0 0 0,0 0 1,-1 0-1,1 0 0,0 0 0,-1 0 0,1 1 0,-1 0 1,0-1-1,1 1 0,-1 0 0,0 0 0,0 0 0,0 0 1,1 1-1,-1-1 0,0 1 0,0 0 0,0 0 0,0 0 1,0 0-1,-5 1 0,-3 1-43,0 0 1,1 0 0,-1 1-1,1 1 1,-1 0 0,1 0-1,0 1 1,-13 8 0,12-5 22,0 1 1,0 1 0,0-1-1,1 1 1,1 1 0,0 0-1,0 1 1,-13 22 0,20-29 29,-1 0 1,1 0 0,0 1-1,0-1 1,1 0 0,0 1-1,0-1 1,0 1 0,0-1-1,1 1 1,0 7-1,1-9 18,0-1-1,-1 1 0,2-1 1,-1 1-1,0-1 0,1 1 0,-1-1 1,1 0-1,0 0 0,0 0 1,0 0-1,1 0 0,-1 0 0,1 0 1,-1-1-1,1 1 0,0-1 0,5 4 1,-3-4 24,-1 1 0,1-1 1,0 0-1,-1-1 1,1 1-1,0-1 0,0 0 1,0 0-1,1 0 0,-1-1 1,0 1-1,0-1 1,0-1-1,0 1 0,0-1 1,0 0-1,0 0 0,0 0 1,0-1-1,0 1 0,0-1 1,-1-1-1,1 1 1,7-6-1,2-1 4,0-1 1,0 0-1,-1-1 1,-1-1-1,0 0 1,11-15-1,-22 26-214,-4 187-1398,2 115 1504,3-239 77,-7 74 0,3-115 25,0 0 1,-2-1 0,-1 0-1,-1 1 1,0-2-1,-1 1 1,-14 26 0,18-42-16,1 0 1,-1 0 0,0 0-1,0 0 1,-1 0-1,1-1 1,-1 0 0,1 1-1,-1-1 1,0-1 0,0 1-1,-1 0 1,1-1 0,0 0-1,-1 0 1,1-1 0,-1 1-1,0-1 1,0 0 0,1 0-1,-1 0 1,0-1 0,0 1-1,0-1 1,0-1 0,0 1-1,1-1 1,-1 1 0,0-1-1,0-1 1,1 1 0,-1-1-1,0 0 1,1 0 0,0 0-1,-1 0 1,1-1 0,0 0-1,0 0 1,1 0 0,-7-6-1,-2-4 68,2 0-1,-1 0 1,2-1-1,0 0 1,0 0-1,1-1 1,1-1-1,1 1 1,0-1-1,1 0 1,1 0-1,-4-21 1,5 13-92,1 1 0,1-1 0,1 0 0,1 1 0,1-1-1,1 1 1,1-1 0,8-25 0,27-69-1584,-15 56-13</inkml:trace>
</inkml:ink>
</file>

<file path=ppt/ink/ink17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3:38.457"/>
    </inkml:context>
    <inkml:brush xml:id="br0">
      <inkml:brushProperty name="width" value="0.05" units="cm"/>
      <inkml:brushProperty name="height" value="0.05" units="cm"/>
    </inkml:brush>
  </inkml:definitions>
  <inkml:trace contextRef="#ctx0" brushRef="#br0">51 51 1456,'-5'-4'723,"0"0"0,-1 0-1,0 0 1,1 0-1,-1 1 1,-11-4 0,16 7-184,15-1 3489,33 2-3890,-24 0 274,111 2 775,241-28 0,-372 25-3620</inkml:trace>
</inkml:ink>
</file>

<file path=ppt/ink/ink17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3:38.773"/>
    </inkml:context>
    <inkml:brush xml:id="br0">
      <inkml:brushProperty name="width" value="0.05" units="cm"/>
      <inkml:brushProperty name="height" value="0.05" units="cm"/>
    </inkml:brush>
  </inkml:definitions>
  <inkml:trace contextRef="#ctx0" brushRef="#br0">71 38 3801,'-9'-6'1031,"-1"-1"1,0 1 0,0 1 0,-22-8 1473,34 14-2254,4 4-105,1 0 1,-1-1 0,1 1-1,0-2 1,12 6 0,26 15 145,-39-20-260,-1 0 1,1 0 0,-1 1-1,0 0 1,0 0-1,0 0 1,0 1-1,-1-1 1,0 1-1,0 0 1,-1 1 0,0-1-1,0 1 1,0-1-1,-1 1 1,0 0-1,0 0 1,-1 0-1,0 0 1,0 0 0,0 0-1,-1 0 1,0 0-1,-1 0 1,1 0-1,-1 0 1,-1 0-1,1 0 1,-1 0 0,-1 0-1,1-1 1,-1 1-1,-7 11 1,-11 15 112,-5 5-234</inkml:trace>
</inkml:ink>
</file>

<file path=ppt/ink/ink17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3:53.305"/>
    </inkml:context>
    <inkml:brush xml:id="br0">
      <inkml:brushProperty name="width" value="0.1" units="cm"/>
      <inkml:brushProperty name="height" value="0.1" units="cm"/>
      <inkml:brushProperty name="color" value="#004F8B"/>
    </inkml:brush>
  </inkml:definitions>
  <inkml:trace contextRef="#ctx0" brushRef="#br0">91 0 2256,'-49'11'2831,"46"-10"-2652,0 0 0,0 0-1,0 0 1,0 0 0,1 1 0,-1-1-1,0 1 1,1-1 0,-1 1 0,1 0-1,0 0 1,0 0 0,0 0 0,-3 4 602,5-5-761,0-1 0,0 0 0,0 1 0,0-1 0,0 0 0,0 1 0,0-1 0,0 0 0,0 1 0,0-1 0,0 0 0,1 1 1,-1-1-1,0 0 0,0 0 0,0 1 0,0-1 0,1 0 0,-1 0 0,0 1 0,0-1 0,0 0 0,1 0 0,-1 0 0,0 1 0,1-1 0,-1 0 0,0 0 0,0 0 0,1 0 0,-1 1 0,0-1 0,1 0 1,-1 0-1,1 0 0,9 4 38,-1 0 0,1 0 0,1-1 0,-1 0 0,0-1 0,1 0 0,0-1 0,17 0 0,97-5 163,-99 3-150,14-4 31,-30 3-110,1 1 1,0 0-1,0 1 0,0 0 0,0 0 0,13 3 0</inkml:trace>
</inkml:ink>
</file>

<file path=ppt/ink/ink17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3:53.915"/>
    </inkml:context>
    <inkml:brush xml:id="br0">
      <inkml:brushProperty name="width" value="0.1" units="cm"/>
      <inkml:brushProperty name="height" value="0.1" units="cm"/>
      <inkml:brushProperty name="color" value="#004F8B"/>
    </inkml:brush>
  </inkml:definitions>
  <inkml:trace contextRef="#ctx0" brushRef="#br0">363 1 2561,'-4'3'275,"1"1"1,0 1 0,-1-1-1,1 0 1,1 1 0,-1 0-1,1 0 1,0 0 0,0 0-1,0 0 1,1 0 0,-2 6 0,1 5 178,1 1 0,0 25 0,1 6-74,-1-45-348,0 0 0,0 0 1,0 0-1,0 0 0,0 0 0,-1 0 0,1 0 1,-1-1-1,0 1 0,0-1 0,0 1 0,0-1 1,0 1-1,-1-1 0,1 0 0,-1 0 0,0 0 1,-4 2-1,-8 5 41,0-1 0,-19 7 1,28-12-66,-72 27 34,-33 15-48,109-44 7,-1 1 0,1-1 1,0 0-1,0 0 0,0 1 0,0-1 0,1 1 0,-1 0 0,0-1 0,1 1 1,-1 0-1,-1 3 0,2-4 60,3 0-34,0 0 0,0 1-1,-1-1 1,1 0-1,0 0 1,0 0 0,0-1-1,0 1 1,0 0 0,0-1-1,0 1 1,1-1 0,-1 0-1,3 1 1,1-1 20,9 2-20,-1-1 0,1-1 0,0 0 0,-1-2-1,1 1 1,-1-2 0,26-6 0,-10 2-6,131-24 86,-149 30-539,2 0-451</inkml:trace>
</inkml:ink>
</file>

<file path=ppt/ink/ink17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3:54.430"/>
    </inkml:context>
    <inkml:brush xml:id="br0">
      <inkml:brushProperty name="width" value="0.1" units="cm"/>
      <inkml:brushProperty name="height" value="0.1" units="cm"/>
      <inkml:brushProperty name="color" value="#004F8B"/>
    </inkml:brush>
  </inkml:definitions>
  <inkml:trace contextRef="#ctx0" brushRef="#br0">360 1 2000,'-13'2'629,"1"1"-1,0 1 1,-1 0-1,1 0 1,1 1-1,-1 1 1,1 0-1,0 1 0,-12 8 1,-3 6 77,0 0 0,-29 32 1,48-45-641,1 0 0,0 1 1,0 0-1,1 0 0,0 0 1,0 1-1,1-1 1,0 1-1,1 0 0,0 0 1,1 1-1,-2 13 1,0 14-61,2 0 0,4 42 1,-1-19 23,-1-19-21,1-1 45,-1 0-1,-3 0 1,-8 45 0,8-77 56,0 1 1,-1-1-1,0 0 1,0 0-1,-1-1 1,-8 12-1,7-11-207,1-1-685</inkml:trace>
</inkml:ink>
</file>

<file path=ppt/ink/ink17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3:54.725"/>
    </inkml:context>
    <inkml:brush xml:id="br0">
      <inkml:brushProperty name="width" value="0.1" units="cm"/>
      <inkml:brushProperty name="height" value="0.1" units="cm"/>
      <inkml:brushProperty name="color" value="#004F8B"/>
    </inkml:brush>
  </inkml:definitions>
  <inkml:trace contextRef="#ctx0" brushRef="#br0">1 34 1784,'0'0'1721,"1"0"-1217,1 0-8,34-12 0,-17 11-88,4 1-168,2 0-64,6-3-80,1-3-32,4 2-8,0-4-72</inkml:trace>
</inkml:ink>
</file>

<file path=ppt/ink/ink17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3:55.578"/>
    </inkml:context>
    <inkml:brush xml:id="br0">
      <inkml:brushProperty name="width" value="0.1" units="cm"/>
      <inkml:brushProperty name="height" value="0.1" units="cm"/>
      <inkml:brushProperty name="color" value="#004F8B"/>
    </inkml:brush>
  </inkml:definitions>
  <inkml:trace contextRef="#ctx0" brushRef="#br0">5 46 1832,'8'-46'7893,"-8"52"-7445,-6 84 224,-1 125-156,12 3 299,-4-205-1725</inkml:trace>
</inkml:ink>
</file>

<file path=ppt/ink/ink17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3:56.480"/>
    </inkml:context>
    <inkml:brush xml:id="br0">
      <inkml:brushProperty name="width" value="0.1" units="cm"/>
      <inkml:brushProperty name="height" value="0.1" units="cm"/>
      <inkml:brushProperty name="color" value="#004F8B"/>
    </inkml:brush>
  </inkml:definitions>
  <inkml:trace contextRef="#ctx0" brushRef="#br0">1 302 1656,'0'0'679,"10"-4"2124,3 2-2589,1 1 0,-1 0 0,0 1 0,0 0-1,14 2 1,2 0-23,0-1-65,1-1 1,-1-2-1,1 0 0,-1-2 1,0-2-1,0 0 0,-1-2 0,1-1 1,46-23-1,-68 28-90,0 1 1,-1-1-1,0-1 1,0 1-1,0-1 0,0 0 1,-1-1-1,1 1 1,-2-1-1,9-12 0,-11 14-27,0 0 1,0 0-1,0-1 0,-1 1 0,0-1 0,0 1 0,0-1 0,0 0 0,-1 1 0,1-1 1,-1 0-1,-1 0 0,1 1 0,-1-1 0,1 0 0,-1 1 0,0-1 0,-3-5 0,2 3-48,-1 0-1,0-1 0,0 1 1,-1 1-1,0-1 0,0 0 1,-6-6-1,9 12 20,0 0 0,0 1 0,0-1-1,0 0 1,0 0 0,0 0 0,0 1 0,0-1 0,0 0 0,-1 1 0,1-1-1,0 1 1,-1-1 0,1 1 0,0 0 0,0 0 0,-1-1 0,-2 1 0,2 1 19,0-1 1,0 1 0,1 0 0,-1 0 0,0 0 0,0-1-1,1 2 1,-1-1 0,0 0 0,1 0 0,-1 0 0,1 1-1,-1-1 1,1 1 0,0-1 0,-2 4 0,-2 2 33,1 0 1,0 0 0,1 1 0,0-1 0,0 1-1,1 0 1,0 0 0,0 0 0,-1 10 0,-2 80 76,4-46 3,-23 225 2754,25-284-1928,-1 7-932,6-28 155,0 1 0,2 0-1,1 1 1,20-41-1,-25 60-193,0 0-1,0 1 0,1-1 1,0 1-1,0 0 0,0 0 1,1 1-1,0-1 1,0 1-1,0 1 0,1-1 1,0 1-1,0 0 1,0 1-1,0-1 0,0 1 1,1 1-1,-1 0 0,1 0 1,0 0-1,14-1 1,-16 3-8,0-1 1,1 1 0,-1 1 0,0-1 0,1 1 0,-1 0-1,0 0 1,0 1 0,0 0 0,0 0 0,0 0 0,0 1-1,0 0 1,-1 0 0,0 1 0,1-1 0,-1 1 0,0 0-1,-1 0 1,1 1 0,-1-1 0,0 1 0,0 0 0,0 1-1,-1-1 1,0 0 0,0 1 0,3 7 0,0 4 91,0 0 1,-1 0-1,-1 0 1,-1 0 0,0 1-1,-1 0 1,-1-1-1,-3 36 1,1-19-60,2-20-596</inkml:trace>
</inkml:ink>
</file>

<file path=ppt/ink/ink17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3:57.015"/>
    </inkml:context>
    <inkml:brush xml:id="br0">
      <inkml:brushProperty name="width" value="0.1" units="cm"/>
      <inkml:brushProperty name="height" value="0.1" units="cm"/>
      <inkml:brushProperty name="color" value="#004F8B"/>
    </inkml:brush>
  </inkml:definitions>
  <inkml:trace contextRef="#ctx0" brushRef="#br0">15 109 2753,'0'1'183,"0"0"0,0 0 0,0 1 1,0-1-1,0 0 0,0 0 0,1 0 0,-1 0 1,0 0-1,1 0 0,-1 0 0,0 0 1,1 0-1,0 0 0,-1 0 0,1 0 1,-1-1-1,1 1 0,0 0 0,0 0 0,-1-1 1,1 1-1,2 1 0,-1-1-23,0-1 1,0 1-1,0 0 0,0-1 0,0 1 0,1-1 0,-1 0 1,0 1-1,0-1 0,0 0 0,3-1 0,7-1 34,0 0 0,0-1 0,17-6 0,-23 7-25,6-2-101,1 1 1,-1-2-1,-1 0 0,1-1 1,-1 0-1,0 0 1,0-1-1,0-1 1,13-12-1,-24 20-68,1 0 1,-1-1-1,0 1 1,1-1-1,-1 0 0,1 1 1,-1-1-1,0 1 1,0-1-1,1 0 1,-1 1-1,0-1 0,0 0 1,0 1-1,0-1 1,1 0-1,-1 1 1,0-1-1,0 0 0,0 1 1,-1-1-1,1 0 1,0 1-1,0-1 0,0 0 1,0 1-1,-1-1 1,1 1-1,0-1 1,-1 0-1,0-1-9,-1 1 0,1-1-1,-1 1 1,1-1 0,-1 1 0,0 0 0,0 0 0,1 0 0,-1 0-1,-2-1 1,-4-1-55,0 0 0,0 0-1,0 1 1,-11-1 0,13 2 92,-1 1 1,1 0-1,-1 1 1,1-1-1,-1 1 1,1 1-1,-1-1 1,1 1-1,0 0 1,0 1 0,0-1-1,0 1 1,0 0-1,1 1 1,-1-1-1,1 1 1,0 0-1,-9 9 1,8-6 62,0-1-1,0 2 1,1-1 0,0 1-1,0-1 1,1 1 0,0 0 0,0 1-1,1-1 1,0 1 0,0 0 0,-2 16-1,4-16-35,0-1 0,1 0 0,0 1 0,0-1 0,1 0 0,0 0 0,0 1 0,1-1 0,0 0 0,4 9 0,-4-14-8,0 1-1,0 0 1,0 0-1,1-1 1,-1 1 0,1-1-1,0 0 1,0 0 0,0 0-1,1 0 1,-1-1 0,1 1-1,-1-1 1,1 0 0,0 0-1,0 0 1,0-1 0,0 1-1,0-1 1,0 0 0,6 1-1,7 0-91,1 0-1,-1-1 1,0-1-1,21-3 1,-23 2-235,50-4-1639</inkml:trace>
</inkml:ink>
</file>

<file path=ppt/ink/ink17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3:57.775"/>
    </inkml:context>
    <inkml:brush xml:id="br0">
      <inkml:brushProperty name="width" value="0.1" units="cm"/>
      <inkml:brushProperty name="height" value="0.1" units="cm"/>
      <inkml:brushProperty name="color" value="#004F8B"/>
    </inkml:brush>
  </inkml:definitions>
  <inkml:trace contextRef="#ctx0" brushRef="#br0">44 31 3929,'-2'1'87,"0"-1"1,0 0 0,0 1-1,0-1 1,1 1 0,-1 0-1,0 0 1,0 0-1,1-1 1,-1 2 0,0-1-1,1 0 1,-1 0-1,1 0 1,0 1 0,-1-1-1,1 1 1,0-1 0,0 1-1,0-1 1,0 1-1,0 0 1,0 0 0,0-1-1,1 1 1,-1 0-1,1 0 1,-1 0 0,1 0-1,0 0 1,-1 0 0,1 0-1,0 0 1,0-1-1,1 4 1,-1-2-52,1 0 1,0 0-1,0-1 1,-1 1-1,2 0 1,-1-1-1,0 1 1,0-1-1,1 1 0,-1-1 1,1 0-1,0 1 1,0-1-1,0 0 1,0 0-1,0 0 1,0-1-1,1 1 0,-1 0 1,0-1-1,1 0 1,-1 1-1,6 1 1,3-1 43,-1 0 0,1-1 0,0 0 0,0-1 0,0 0 1,0 0-1,-1-2 0,1 1 0,0-1 0,-1 0 0,1-1 1,-1-1-1,0 0 0,0 0 0,0 0 0,0-2 0,-1 1 0,0-1 1,14-12-1,-21 17-80,-1 0 0,0 0 1,0 0-1,0 0 1,0-1-1,0 1 0,-1 0 1,1-1-1,0 1 0,-1-1 1,1 1-1,-1-1 1,1 1-1,-1-1 0,1 1 1,-1-1-1,0 1 0,0-1 1,0 0-1,0 1 1,0-1-1,0 1 0,0-1 1,-1 1-1,1-1 1,-1 1-1,1-1 0,-1 1 1,1-1-1,-1 1 0,0-1 1,0 1-1,0 0 1,1 0-1,-1-1 0,0 1 1,-1 0-1,1 0 0,0 0 1,0 0-1,0 0 1,-1 0-1,1 0 0,0 1 1,-1-1-1,-1-1 0,-3-1-34,1 1 1,-1-1-1,1 1 0,-1 0 0,0 0 0,0 1 0,0-1 0,0 1 0,0 1 0,0-1 0,-7 1 0,4 1 61,0 1-1,0 1 1,0-1 0,0 1-1,1 1 1,-1-1-1,1 2 1,0-1-1,0 1 1,1 0 0,-1 1-1,1-1 1,0 2-1,1-1 1,-1 1 0,1 0-1,1 0 1,-1 0-1,1 1 1,1 0-1,-1 0 1,1 0 0,1 1-1,-1-1 1,1 1-1,1 0 1,0 0-1,0 0 1,1 0 0,0 0-1,0 0 1,1 1-1,1-1 1,-1 0 0,1 0-1,1 0 1,0 0-1,0 0 1,1 0-1,0 0 1,7 14 0,-6-17-38,0-1 1,0 0 0,0 0 0,1 0 0,0 0-1,0-1 1,0 0 0,0 0 0,1 0 0,-1 0 0,1-1-1,0 0 1,0 0 0,1-1 0,-1 0 0,0 0 0,1 0-1,9 0 1,17 3-1186</inkml:trace>
</inkml:ink>
</file>

<file path=ppt/ink/ink17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3:58.073"/>
    </inkml:context>
    <inkml:brush xml:id="br0">
      <inkml:brushProperty name="width" value="0.1" units="cm"/>
      <inkml:brushProperty name="height" value="0.1" units="cm"/>
      <inkml:brushProperty name="color" value="#004F8B"/>
    </inkml:brush>
  </inkml:definitions>
  <inkml:trace contextRef="#ctx0" brushRef="#br0">26 1 2793,'-3'7'280,"1"3"352,0 5-240,2 4 16,2 2-8,-1 7 56,-1 3 24,0 2-16,0 1-24,-1 1-159,-2 1-41,0-2-48,-2-1 8,1-1 96,0-4 104,2-6-1096</inkml:trace>
</inkml:ink>
</file>

<file path=ppt/ink/ink17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3:58.602"/>
    </inkml:context>
    <inkml:brush xml:id="br0">
      <inkml:brushProperty name="width" value="0.1" units="cm"/>
      <inkml:brushProperty name="height" value="0.1" units="cm"/>
      <inkml:brushProperty name="color" value="#004F8B"/>
    </inkml:brush>
  </inkml:definitions>
  <inkml:trace contextRef="#ctx0" brushRef="#br0">6 104 2385,'2'2'165,"-1"1"1,1 0 0,0-1 0,0 0 0,0 1-1,0-1 1,0 0 0,1 0 0,-1 0 0,0 0-1,1 0 1,0-1 0,-1 1 0,1-1 0,0 0-1,0 0 1,0 0 0,0 0 0,0 0 0,0 0-1,0-1 1,0 0 0,0 1 0,0-1 0,5-1-1,10 0 165,-1 0-1,0-2 0,23-5 1,-28 5-229,25-4 91,-20 4-115,0 0-1,0-1 1,-1 0 0,1-1 0,-1-1 0,-1-1 0,27-15 0,-41 22-69,0-1 1,0 0 0,0 1-1,0-1 1,0 0 0,0 0-1,0 0 1,0 0 0,0 0 0,0 0-1,-1 0 1,1 0 0,0 0-1,-1-1 1,1 1 0,-1 0-1,1 0 1,-1-1 0,0 1 0,1-3-1,-1 3-12,-1 0 0,1 0-1,0 0 1,-1 0 0,1 0 0,-1 0-1,1 0 1,-1 0 0,0 0 0,1 0-1,-1 0 1,0 0 0,1 0 0,-1 1-1,0-1 1,0 0 0,0 0-1,-2 0 1,-2-2-49,0 0 0,0 1 1,0 0-1,-1 0 0,1 0 0,-1 0 0,-9 0 0,-4 0 111,1 1-1,-1 0 1,1 2-1,-1 0 1,1 1-1,-1 1 1,1 1-1,0 0 0,-21 9 1,32-11 14,0 2 1,0-1-1,0 1 0,0 0 1,1 0-1,0 1 0,-1 0 1,2 0-1,-1 0 0,0 1 1,1 0-1,0 0 0,1 0 1,-1 1-1,1-1 0,1 1 1,-1 0-1,1 0 0,0 1 1,1-1-1,-1 1 0,1-1 1,1 1-1,-1 8 0,1-5 15,0-1 0,1 1 0,0 0-1,1 0 1,3 17 0,-4-24-39,1-1 0,0 1 0,0-1 0,1 0 1,-1 0-1,1 1 0,-1-1 0,1 0 0,0-1 1,0 1-1,1 0 0,-1 0 0,0-1 0,1 1 0,0-1 1,-1 0-1,1 0 0,0 0 0,0 0 0,0-1 1,6 3-1,15 2 70,1-1 0,-1-1 1,1-1-1,0-1 0,1-1 1,27-3-1,-5 1-320,37 2-1158,-3 0-1251</inkml:trace>
</inkml:ink>
</file>

<file path=ppt/ink/ink17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3:59.326"/>
    </inkml:context>
    <inkml:brush xml:id="br0">
      <inkml:brushProperty name="width" value="0.1" units="cm"/>
      <inkml:brushProperty name="height" value="0.1" units="cm"/>
      <inkml:brushProperty name="color" value="#004F8B"/>
    </inkml:brush>
  </inkml:definitions>
  <inkml:trace contextRef="#ctx0" brushRef="#br0">15 1 2409,'-3'10'6122,"-4"61"-5798,5-16-261,0-25 227,1 1 0,2 0 1,1 0-1,8 42 0,-10-72-225,0 1 0,0 0 0,1-1 0,-1 1 0,1 0 0,-1-1 0,1 1 0,0-1 0,0 1 0,0-1 0,0 1 0,0-1 0,0 1 0,0-1 0,0 0 1,0 0-1,1 1 0,-1-1 0,2 1 0,-1-2-6,-1 0 0,0 1 0,0-1 0,0 0-1,0 0 1,1 0 0,-1-1 0,0 1 0,0 0 0,0 0 0,0-1 0,1 1 0,-1 0 0,0-1 0,0 1 0,0-1 0,0 1 0,0-1 0,0 0 0,0 0 0,1 0 0,6-7 245,0-1 1,0 0 0,0 0 0,8-14-1,-10 14-318,25-37 210,-14 21 23,0 1 1,41-44-1,-52 62-399,1-1 0,1 2-1,-1-1 1,1 1 0,0 0 0,1 0-1,-1 1 1,1 0 0,-1 1 0,1 0-1,0 0 1,0 1 0,17-2 0,11 2-1835,2 3-711</inkml:trace>
</inkml:ink>
</file>

<file path=ppt/ink/ink17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00.158"/>
    </inkml:context>
    <inkml:brush xml:id="br0">
      <inkml:brushProperty name="width" value="0.1" units="cm"/>
      <inkml:brushProperty name="height" value="0.1" units="cm"/>
      <inkml:brushProperty name="color" value="#004F8B"/>
    </inkml:brush>
  </inkml:definitions>
  <inkml:trace contextRef="#ctx0" brushRef="#br0">258 420 3321,'0'-1'102,"1"0"0,0 1 1,0-1-1,0 0 0,-1 1 1,1-1-1,0 0 0,-1 0 0,1 0 1,-1 0-1,1 0 0,-1 0 1,1 0-1,-1 0 0,1 0 1,-1 0-1,0 0 0,0 0 1,0 0-1,1 0 0,-1 0 0,0 0 1,0 0-1,0 0 0,-1 0 1,1 0-1,0 0 0,0 0 1,-1 0-1,1 0 0,0 0 1,-1 0-1,1 0 0,-1 0 0,1 0 1,-1 0-1,0 0 0,1 0 1,-1 1-1,0-1 0,-1-1 1,0-1-28,-1 0 0,1 1 1,-1-1-1,0 1 1,0 0-1,0 0 0,0 0 1,0 0-1,0 0 1,-7-2-1,3 3-30,-1 0 0,1 1 1,-1 0-1,1 0 0,0 1 0,-1 0 0,1 0 0,0 0 0,0 1 1,0 0-1,0 1 0,0-1 0,0 2 0,1-1 0,-11 7 0,9-5-12,0 0-1,1 1 0,0 0 0,0 0 0,0 0 0,1 1 0,0 0 0,0 1 0,1-1 0,-1 1 0,-6 15 0,10-17 7,0 1 0,0-1 0,0 0-1,1 0 1,0 0 0,0 1 0,1-1 0,0 1 0,0-1 0,0 0-1,1 1 1,0-1 0,0 0 0,1 1 0,0-1 0,0 0 0,0 0-1,1 0 1,4 8 0,-4-10 31,0-1-1,0 1 0,0 0 1,0-1-1,0 0 1,1 1-1,0-1 0,0-1 1,-1 1-1,2-1 1,-1 1-1,0-1 0,0 0 1,1 0-1,-1-1 1,1 0-1,-1 1 1,1-2-1,0 1 0,-1 0 1,1-1-1,0 0 1,0 0-1,-1 0 0,1-1 1,9-1-1,-9 0-23,0 0-1,1 0 1,-1 0-1,0 0 1,0-1-1,-1 0 0,1 0 1,-1 0-1,1 0 1,-1-1-1,0 0 1,0 0-1,0 0 1,5-9-1,-2 4-27,-1-1 0,0-1-1,-1 1 1,0-1 0,6-20-1,-11 29-198,0 12-468,0 0 557,0 0 0,0 0 0,1 0 0,1 0 0,0 0 0,4 15 1,-5-24 127,0 1 0,0 0-1,0 0 1,0 0 0,0 0 0,1-1 0,-1 1 0,0-1 0,1 1 0,-1-1 0,1 1 0,0-1 0,0 0 0,-1 0 0,4 1 0,-2-1 1,0 0 0,0 0-1,0 0 1,0-1-1,0 1 1,0-1 0,0 0-1,0 0 1,1 0 0,-1-1-1,0 1 1,0-1-1,4-1 1,24-8 127,0-2 1,0-2-1,42-25 1,-55 28-148,-1 0 1,0-1 0,0-1-1,-1-1 1,-1 0 0,0-1-1,-1-1 1,-1 0 0,0 0 0,-2-2-1,1 1 1,11-27 0,-17 31-42,-1 0 0,0-1 0,-1 1 0,-1-1 0,0 0 1,0 1-1,-1-1 0,-1-1 0,-1 1 0,0 0 0,0 0 1,-2 0-1,0 0 0,0 0 0,-1 0 0,-1 1 0,0-1 0,-1 1 1,-8-15-1,10 22-51,0 1 1,0 0-1,0 0 0,-1 0 1,0 1-1,0-1 1,0 1-1,-10-7 1,13 10 33,0 0 1,-1 0 0,1 1-1,0-1 1,-1 1 0,1-1 0,0 1-1,-1-1 1,1 1 0,-1 0-1,1 0 1,0-1 0,-1 1 0,1 0-1,-1 0 1,1 1 0,-1-1-1,1 0 1,-1 0 0,1 1 0,0-1-1,-1 1 1,1-1 0,0 1-1,-1 0 1,1-1 0,0 1 0,0 0-1,-1 0 1,1 0 0,0 0-1,0 0 1,0 0 0,0 0 0,0 0-1,1 0 1,-1 1 0,0-1-1,0 0 1,1 1 0,-1 0 0,-12 25-115,2 1 1,1 0-1,1 0 1,2 0 0,-8 58-1,3-18 235,10-59-79,-3 9 76,2 0 1,0 1-1,1-1 1,1 1-1,2 27 0,5-14-613</inkml:trace>
</inkml:ink>
</file>

<file path=ppt/ink/ink17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00.780"/>
    </inkml:context>
    <inkml:brush xml:id="br0">
      <inkml:brushProperty name="width" value="0.1" units="cm"/>
      <inkml:brushProperty name="height" value="0.1" units="cm"/>
      <inkml:brushProperty name="color" value="#004F8B"/>
    </inkml:brush>
  </inkml:definitions>
  <inkml:trace contextRef="#ctx0" brushRef="#br0">25 140 2673,'-4'-3'175,"-15"-18"1525,19 21-1668,0-1 0,-1 1 0,1-1 0,0 1 0,0-1 0,0 1 0,0-1 0,-1 1 1,1-1-1,0 0 0,0 1 0,0-1 0,0 1 0,1-1 0,-1 1 0,0-1 0,0 1 0,0-1 0,0 0 0,0 1 0,1-1 0,-1 1 0,0-1 0,1 1 0,-1-1 0,0 1 0,1 0 0,-1-1 0,0 1 0,1-1 0,-1 1 0,1 0 0,-1-1 0,1 1 0,-1 0 0,1 0 0,-1-1 0,1 1 0,-1 0 0,1 0 0,-1 0 0,1-1 0,-1 1 0,1 0 0,-1 0 0,1 0 0,0 0 0,31-7-3,0 2 0,0 1 0,61 1 0,-38 1-19,165-7 1342,-219 9-1039,-2 9-90,0 0-1,-1 0 0,0 0 0,-1 0 0,0 0 0,-5 9 0,3-7-65,1 0-1,1 0 0,-5 20 1,7-20 13,0 0 0,0 1 0,1-1 0,1 0 1,0 0-1,3 17 0,-3-25-112,0 1 0,0-1 0,0 0 0,0 0 0,0 0 0,1 0 1,0 0-1,-1-1 0,1 1 0,0 0 0,0-1 0,0 1 0,1-1 0,-1 0 0,0 0 0,1 0 0,0 0 0,-1 0 0,1 0 1,0-1-1,0 1 0,0-1 0,0 0 0,0 0 0,0 0 0,6 1 0,18 0 77,-1-2 0,1 0 0,0-1 0,-1-2 0,1-1 0,-1-1 0,0-1 0,-1-1 0,1-1-1,26-14 1,-42 18-88,-1-1 0,0 0-1,0-1 1,0 0-1,-1 0 1,0-1 0,0 0-1,-1-1 1,0 0 0,0 0-1,8-13 1,-12 16-50,0-1 0,-1 1 0,1-1 0,-1 1-1,-1-1 1,1 0 0,-1 0 0,0 0 0,0 1 0,-1-1 0,1 0 0,-1 0 0,-1 0 0,1 0 0,-1 0 0,0 0 0,0 0 0,-1 0 0,0 1 0,0-1 0,-4-7-1,3 7-43,0 1 0,-1 0 0,0 0 0,0 0 0,0 0 0,-1 1 0,1 0 0,-1 0 0,0 0 0,0 0 0,-1 1 0,1 0 0,-1 0 0,1 0 0,-1 1 0,0 0 0,0 0 0,0 0 0,0 1 0,-9-2-1,-12 1-170,1 0 0,-1 1-1,-35 4 1,61-3 215,-28 2-162,-54 11 1,76-12 104,1 1 1,-1-1-1,1 2 0,0-1 1,0 1-1,0-1 1,0 2-1,0-1 1,0 1-1,1 0 0,0 0 1,0 0-1,0 1 1,-8 8-1,2 6-1115</inkml:trace>
</inkml:ink>
</file>

<file path=ppt/ink/ink17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01.155"/>
    </inkml:context>
    <inkml:brush xml:id="br0">
      <inkml:brushProperty name="width" value="0.1" units="cm"/>
      <inkml:brushProperty name="height" value="0.1" units="cm"/>
      <inkml:brushProperty name="color" value="#004F8B"/>
    </inkml:brush>
  </inkml:definitions>
  <inkml:trace contextRef="#ctx0" brushRef="#br0">47 0 3865,'0'0'2715,"-1"4"-2640,-12 95 297,3-14-72,-11 37 3374,21-126-2640,-1-12-758,0 1 0,1 0 1,1-1-1,1 1 1,0 0-1,1 0 1,0 0-1,1 0 0,1 0 1,7-13-1,-9 20-279,1 1 0,-1-1 0,2 1 0,-1 0 0,1 1 0,0-1-1,1 1 1,-1 0 0,1 0 0,0 1 0,1 0 0,-1 0 0,1 0 0,0 1 0,0 0-1,1 0 1,-1 1 0,1 0 0,0 0 0,11-2 0,17 0-261,-1 2 1,48 1-1,-31 3-1392</inkml:trace>
</inkml:ink>
</file>

<file path=ppt/ink/ink17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01.769"/>
    </inkml:context>
    <inkml:brush xml:id="br0">
      <inkml:brushProperty name="width" value="0.1" units="cm"/>
      <inkml:brushProperty name="height" value="0.1" units="cm"/>
      <inkml:brushProperty name="color" value="#004F8B"/>
    </inkml:brush>
  </inkml:definitions>
  <inkml:trace contextRef="#ctx0" brushRef="#br0">10 58 2369,'0'-1'92,"9"-9"1834,0-1-1,-1 0 1,7-13 0,-20 67-1422,-14 31-274,11-48 73,1 1 0,-5 46 0,12-55-461,4-2-993</inkml:trace>
</inkml:ink>
</file>

<file path=ppt/ink/ink17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02.031"/>
    </inkml:context>
    <inkml:brush xml:id="br0">
      <inkml:brushProperty name="width" value="0.1" units="cm"/>
      <inkml:brushProperty name="height" value="0.1" units="cm"/>
      <inkml:brushProperty name="color" value="#004F8B"/>
    </inkml:brush>
  </inkml:definitions>
  <inkml:trace contextRef="#ctx0" brushRef="#br0">6 30 2088,'-5'3'3649,"29"6"-2921,-6-14-119,-1-2-97,1 0-40,-5-1-104,-3 1-80,-6 0-144</inkml:trace>
</inkml:ink>
</file>

<file path=ppt/ink/ink17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02.554"/>
    </inkml:context>
    <inkml:brush xml:id="br0">
      <inkml:brushProperty name="width" value="0.1" units="cm"/>
      <inkml:brushProperty name="height" value="0.1" units="cm"/>
      <inkml:brushProperty name="color" value="#004F8B"/>
    </inkml:brush>
  </inkml:definitions>
  <inkml:trace contextRef="#ctx0" brushRef="#br0">290 0 2777,'-14'1'340,"-16"1"595,0 1-1,-36 9 1,59-11-776,0 1-1,0 0 0,1 1 1,-1 0-1,0 0 0,1 0 1,-1 0-1,1 1 0,0 0 1,1 1-1,-1-1 0,1 1 1,-1 0-1,-7 11 0,12-14-110,-1-1-1,1 1 0,0-1 0,0 1 1,1 0-1,-1 0 0,0-1 0,0 1 1,1 0-1,-1 0 0,1 0 0,0-1 1,0 1-1,-1 0 0,1 0 0,0 0 1,0 0-1,1 0 0,-1 0 0,0-1 1,1 1-1,-1 0 0,1 0 0,-1 0 1,1-1-1,0 1 0,0 0 0,0-1 1,0 1-1,0 0 0,0-1 0,0 0 1,1 1-1,-1-1 0,0 0 0,1 1 1,-1-1-1,4 1 0,5 5 82,2-1 0,-1-1 0,1 0 0,22 7 0,-9-4-179,-1 1 49,0-1-5,0 1 1,36 20-1,-55-26 9,-1 0 1,1 0-1,-1 0 1,1 0-1,-1 1 1,0-1-1,0 1 1,0 0-1,-1 0 1,0 1-1,1-1 1,-2 1-1,1 0 1,0 0-1,-1 0 1,0 0-1,0 0 1,1 6-1,-2-8 6,-1 0 0,0-1 0,0 1 1,0 0-1,0 0 0,0 0 0,0 0 0,-1-1 0,0 1 0,1 0 0,-1 0 0,0-1 0,0 1 0,0 0 0,-1-1 0,1 1 0,-3 2 0,1-1 11,-1-1-1,1 1 1,-1-1 0,0 0-1,0 0 1,0 0-1,0-1 1,0 1-1,-7 2 1,-8 2 63,-1-1 0,0-1 1,-39 5-1,43-8-51,3 0 27,-9 2 112,-38 1 0,56-4-43,-1-1 1,1 0 0,0-1-1,-1 1 1,1-1 0,0 1-1,-1-2 1,1 1 0,0 0-1,0-1 1,0 1 0,0-1 0,0 0-1,0-1 1,-5-3 0,9 5-100,-1 1 0,1-1 0,-1 0 0,1 1 0,0-1-1,-1 0 1,1 0 0,0 1 0,-1-1 0,1 0 0,0 0 0,0 0 0,0 1 0,0-1 0,-1 0 0,1 0 0,0 0 0,1 0 0,-1 1 0,0-1 0,0 0 0,0 0 0,0 0 0,1 1 0,-1-1 0,0 0 0,1 0 0,-1 1 0,1-1 0,-1 0 0,1 1 0,-1-1 0,1 0 0,-1 1 0,1-1 0,-1 1 0,1-1 0,0 1 0,-1-1-1,1 1 1,0-1 0,1 0 0,33-18-1,-16 12-349,1 1-1,0 1 0,23-4 0,34-4-1779</inkml:trace>
</inkml:ink>
</file>

<file path=ppt/ink/ink17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03.393"/>
    </inkml:context>
    <inkml:brush xml:id="br0">
      <inkml:brushProperty name="width" value="0.1" units="cm"/>
      <inkml:brushProperty name="height" value="0.1" units="cm"/>
      <inkml:brushProperty name="color" value="#004F8B"/>
    </inkml:brush>
  </inkml:definitions>
  <inkml:trace contextRef="#ctx0" brushRef="#br0">407 127 3209,'6'-2'405,"-1"-1"-1,0 0 1,0 0 0,0-1 0,0 0 0,-1 0 0,1 0 0,-1 0-1,0 0 1,5-9 0,-8 12-352,-1-1 0,1 1 0,0-1 0,-1 0 0,1 1 0,-1-1 0,1 0 0,-1 0 0,0 1 0,0-1 0,1 0 0,-1 0 0,-1 0 0,1 1 0,0-1 0,0 0 1,-1 0-1,1 1 0,-1-1 0,1 0 0,-1 1 0,0-1 0,0 0 0,0 1 0,0-1 0,0 1 0,0 0 0,0-1 0,0 1 0,0 0 0,-1-1 0,1 1 0,0 0 0,-1 0 0,1 0 0,-1 0 0,0 1 0,-2-2 0,-3-2-72,1 1 0,-1 1 0,0-1 1,0 1-1,0 0 0,-1 1 0,1 0 0,0 0 0,-8 0 0,-68 4-315,70-2 282,-10 1-28,1 0-1,-1 1 1,1 2 0,0 0-1,-23 9 1,38-12 94,1 1 0,-1 0 0,1 0 0,0 1 0,0 0 0,0 0 0,1 0 0,-1 1 1,1 0-1,0 0 0,1 0 0,-1 1 0,1-1 0,0 1 0,0 0 0,1 1 0,-1-1 0,1 0 0,1 1 0,-3 9 1,2-4 36,1-1 0,1 1 1,0 0-1,0 0 1,2-1-1,-1 1 1,3 13-1,-2-20 5,-1 0 0,1 0 0,1 0 0,-1 0 0,1-1 0,-1 1 0,1 0 0,1-1 1,-1 1-1,1-1 0,0 0 0,0 0 0,0 0 0,0 0 0,1 0 0,-1-1 0,1 1 0,8 5 0,-8-8-7,1 1-1,0 0 1,0-1 0,0 0 0,-1 0 0,1-1-1,0 1 1,0-1 0,0 0 0,0-1 0,0 1-1,0-1 1,0 0 0,0 0 0,0 0-1,0-1 1,-1 1 0,1-1 0,-1 0 0,1-1-1,4-2 1,1-1-39,-1-1-1,1 0 1,-1 0-1,-1-1 1,0 1-1,0-2 1,0 1-1,6-11 1,37-69 50,-27 43-312,-23 44-48,-1 7-987,-6 56 595,2-37 656,2 0 0,0 35 0,5-40-515</inkml:trace>
</inkml:ink>
</file>

<file path=ppt/ink/ink17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03.720"/>
    </inkml:context>
    <inkml:brush xml:id="br0">
      <inkml:brushProperty name="width" value="0.1" units="cm"/>
      <inkml:brushProperty name="height" value="0.1" units="cm"/>
      <inkml:brushProperty name="color" value="#004F8B"/>
    </inkml:brush>
  </inkml:definitions>
  <inkml:trace contextRef="#ctx0" brushRef="#br0">184 0 2529,'-7'0'286,"0"1"0,0-1 0,0 1 0,0 0 0,0 1 0,0 0 0,1 0 0,-1 1 0,0-1 0,1 1 0,0 1 1,0-1-1,0 1 0,0 0 0,0 1 0,-8 8 0,7-6-188,1 1-1,0 0 1,1 0-1,-1 1 1,1 0 0,1-1-1,0 2 1,0-1-1,1 0 1,0 1 0,-2 14-1,3-17-45,1 1 0,-1-1 0,2 1-1,-1-1 1,1 1 0,0-1 0,0 1 0,1-1-1,0 1 1,1-1 0,-1 0 0,1 1 0,1-1 0,-1 0-1,1 0 1,1-1 0,-1 1 0,1 0 0,8 9-1,4-1-832</inkml:trace>
</inkml:ink>
</file>

<file path=ppt/ink/ink17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04.013"/>
    </inkml:context>
    <inkml:brush xml:id="br0">
      <inkml:brushProperty name="width" value="0.1" units="cm"/>
      <inkml:brushProperty name="height" value="0.1" units="cm"/>
      <inkml:brushProperty name="color" value="#004F8B"/>
    </inkml:brush>
  </inkml:definitions>
  <inkml:trace contextRef="#ctx0" brushRef="#br0">214 10 1816,'-2'-1'266,"-1"0"0,1-1-1,-1 1 1,1 0-1,-1 0 1,1 1 0,-1-1-1,0 0 1,0 1 0,1 0-1,-1-1 1,0 1-1,0 0 1,1 1 0,-1-1-1,0 0 1,-4 2 0,2 0-114,1 0 1,-1 0 0,0 0 0,1 1 0,0-1 0,0 1 0,0 0-1,0 1 1,-4 3 0,-6 9-66,0 1 0,1 0 0,-17 32 0,24-39 210,1-2-192,0 1-1,0 1 1,1-1-1,0 1 1,1-1-1,0 1 1,0 0-1,1 0 1,-1 15-1,3-21-73,0-1 0,0 1 1,0 0-1,1-1 0,-1 1 0,1 0 0,0-1 0,0 1 0,1-1 0,-1 0 0,1 1 0,-1-1 0,1 0 1,0 0-1,0 0 0,1 0 0,-1 0 0,1-1 0,-1 1 0,1-1 0,0 1 0,0-1 0,0 0 0,0 0 1,0 0-1,0-1 0,1 1 0,-1-1 0,5 2 0,18 6-802</inkml:trace>
</inkml:ink>
</file>

<file path=ppt/ink/ink17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04.516"/>
    </inkml:context>
    <inkml:brush xml:id="br0">
      <inkml:brushProperty name="width" value="0.1" units="cm"/>
      <inkml:brushProperty name="height" value="0.1" units="cm"/>
      <inkml:brushProperty name="color" value="#004F8B"/>
    </inkml:brush>
  </inkml:definitions>
  <inkml:trace contextRef="#ctx0" brushRef="#br0">184 61 1528,'-7'3'306,"0"0"0,0 0-1,0 1 1,0 0-1,1 0 1,0 1-1,-7 6 1,12-10-237,0 0 1,0 0-1,0 0 1,0 0-1,1 0 0,-1 0 1,0 0-1,1 0 0,-1 1 1,1-1-1,-1 0 1,1 0-1,-1 1 0,1-1 1,0 0-1,0 0 1,0 1-1,0-1 0,0 2 1,0-1-15,1 0 1,0 0 0,0-1 0,0 1 0,0 0 0,0-1-1,0 1 1,0-1 0,0 1 0,1-1 0,-1 0 0,1 0-1,-1 1 1,1-1 0,-1 0 0,1 0 0,0-1 0,1 2-1,6 2 91,0-1-1,-1 0 0,1 0 0,0-1 1,1-1-1,-1 1 0,0-1 0,0-1 0,1 0 1,-1 0-1,0 0 0,0-2 0,13-2 1,-10 2-66,0-1 0,0-1 0,0 0 0,-1 0 0,0-1 0,1-1 0,-2 0 0,1-1 0,15-12 0,-24 18-73,0-1 0,0 0 0,0 0 0,-1 0 0,1 0-1,0 0 1,-1 0 0,1 0 0,-1-1 0,0 1 0,0-1 0,0 1 0,0-1-1,0 1 1,0-1 0,-1 1 0,1-1 0,-1 0 0,0 1 0,0-1-1,0 0 1,0 1 0,-1-5 0,0 5-37,0 0 1,0-1-1,0 1 0,0 0 0,0 0 1,-1 0-1,1 0 0,-1 0 0,0 0 1,1 0-1,-1 0 0,0 1 0,0-1 1,0 1-1,0-1 0,0 1 0,-1 0 1,1 0-1,0 0 0,0 0 0,-1 0 1,1 0-1,-1 1 0,-4-2 1,-7 1 20,-1 0 1,1 0 0,-1 1 0,0 1 0,1 0 0,-27 7 0,9 0 260,-58 23-1,78-26-212,1 0-1,0 1 0,0 1 1,0 0-1,1 0 0,0 1 1,-15 15-1,22-20-8,0-1 1,1 1-1,-1 0 1,1 0 0,0 0-1,0 1 1,0-1-1,0 0 1,0 1-1,1-1 1,0 1-1,-1 0 1,1-1-1,1 1 1,-1 0 0,0 0-1,1-1 1,0 1-1,0 0 1,0 0-1,1 0 1,-1-1-1,1 1 1,0 0-1,0-1 1,0 1 0,0 0-1,1-1 1,3 7-1,-3-6 34,1-1 0,0 1 0,0-1 0,1 0 0,-1 0 0,1 0 0,-1 0 0,1-1 0,0 1 0,0-1 0,0 0 0,0 0 0,1-1 0,7 3-1,6 0 29,1 0-1,23 1 1,-39-5-102,61 4-704,2-3-676</inkml:trace>
</inkml:ink>
</file>

<file path=ppt/ink/ink17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04.822"/>
    </inkml:context>
    <inkml:brush xml:id="br0">
      <inkml:brushProperty name="width" value="0.1" units="cm"/>
      <inkml:brushProperty name="height" value="0.1" units="cm"/>
      <inkml:brushProperty name="color" value="#004F8B"/>
    </inkml:brush>
  </inkml:definitions>
  <inkml:trace contextRef="#ctx0" brushRef="#br0">88 1 2625,'0'0'1328,"-5"20"-768,3 4-72,-1 11 48,0 7 48,-1 0 24,0-3 25,-4-1-41,0-3-64,-1 0-136,-1-1-48,-1-1-80,1-1-32,3-1 80,4-4 56,3-3-288,9-2-576</inkml:trace>
</inkml:ink>
</file>

<file path=ppt/ink/ink17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05.253"/>
    </inkml:context>
    <inkml:brush xml:id="br0">
      <inkml:brushProperty name="width" value="0.1" units="cm"/>
      <inkml:brushProperty name="height" value="0.1" units="cm"/>
      <inkml:brushProperty name="color" value="#004F8B"/>
    </inkml:brush>
  </inkml:definitions>
  <inkml:trace contextRef="#ctx0" brushRef="#br0">107 65 2128,'5'2'386,"1"1"0,-1-1 0,0 0 0,1 0 0,-1-1 0,1 1-1,0-1 1,-1 0 0,1-1 0,0 0 0,0 0 0,-1 0-1,7-1 1,13-2-405,40-11-1,-48 10 392,-11 3-347,-1-1 0,0 1 0,0-1 0,-1 0-1,1 0 1,0-1 0,4-3 0,-8 6-29,-1 0 0,1 0-1,-1-1 1,0 1 0,1 0-1,-1-1 1,0 1 0,1 0 0,-1-1-1,0 1 1,0-1 0,1 1-1,-1 0 1,0-1 0,0 1 0,0-1-1,0 1 1,1-1 0,-1 1 0,0-1-1,0 1 1,0 0 0,0-1-1,0 1 1,0-1 0,0 1 0,0-1-1,0 1 1,-1-2 0,0 1-18,0 0 0,0 0 0,0 0 0,0 0-1,0 0 1,-1 0 0,1 0 0,0 0 0,-1 0 0,1 1 0,-1-1 0,1 0 0,-1 1 0,-1-1 0,-12-3 87,0 1 0,0 0 0,0 1 0,0 1 0,-1 0 0,1 1 0,0 1 0,0 0 0,-1 1 0,1 1 0,0 1 0,1 0 0,-1 0 0,1 1 0,-27 15 0,36-18-13,1 1 0,-1 0 0,1 1 0,0-1 0,0 1 0,0 0 0,0 0 0,1 0 0,-1 0 0,1 1 0,0-1 0,0 1 0,1 0 0,-3 6 0,4-8-8,1 0-1,-1 0 1,1 0 0,-1 0-1,1-1 1,0 1 0,0 0-1,0 0 1,1 0 0,-1 0-1,1-1 1,0 1 0,-1 0-1,1 0 1,0-1 0,1 1-1,-1-1 1,0 1-1,1-1 1,-1 1 0,1-1-1,0 0 1,0 0 0,0 0-1,0 0 1,0 0 0,0 0-1,4 2 1,5 2-197,-1 0-1,1-1 1,0 0 0,1-1 0,-1 0 0,1-1-1,-1-1 1,1 1 0,20 0 0,15 2-2107</inkml:trace>
</inkml:ink>
</file>

<file path=ppt/ink/ink17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05.591"/>
    </inkml:context>
    <inkml:brush xml:id="br0">
      <inkml:brushProperty name="width" value="0.1" units="cm"/>
      <inkml:brushProperty name="height" value="0.1" units="cm"/>
      <inkml:brushProperty name="color" value="#004F8B"/>
    </inkml:brush>
  </inkml:definitions>
  <inkml:trace contextRef="#ctx0" brushRef="#br0">54 16 3601,'0'-2'228,"0"-9"456,0 11-647,0 0-1,0 0 1,0 0 0,0 0 0,0-1 0,0 1 0,0 0 0,-1 0 0,1 0 0,0 0 0,0 0 0,0-1 0,0 1 0,0 0 0,0 0 0,-1 0 0,1 0 0,0 0 0,0 0 0,0 0 0,0 0 0,0 0 0,-1 0 0,1 0 0,0-1 0,0 1 0,0 0 0,0 0 0,-1 0 0,1 0-1,0 0 1,0 0 0,0 0 0,0 1 0,-1-1 0,1 0 0,0 0 0,0 0 0,0 0 0,0 0 0,0 0 0,-1 0 0,1 0 0,0 0 0,0 0 0,0 0 0,0 1 0,0-1 0,-1 0 0,1 0 0,0 0 0,0 0 0,0 0 0,0 0 0,0 1 0,0-1 0,0 0 0,0 0 0,0 0 0,0 0-1,0 1 1,0-1 0,0 0 0,0 0 0,0 0 0,0 0 0,0 1 0,0-1 0,0 0 0,-6 9-18,1 1 1,0-1-1,0 1 0,1 0 0,0 0 0,1 0 0,0 1 1,1-1-1,-2 19 0,1 7 341,2 64 0,0-100-275,1 0-1,0 1 0,0-1 0,0 1 0,0-1 0,-1 1 0,1-1 1,0 1-1,0-1 0,0 1 0,0-1 0,0 1 0,0-1 1,1 1-1,-1-1 0,0 0 0,0 1 0,0-1 0,0 1 1,0-1-1,1 1 0,-1-1 0,0 1 0,0-1 0,1 0 1,-1 1-1,0-1 0,1 0 0,-1 1 0,0-1 0,1 0 0,-1 1 1,0-1-1,1 0 0,-1 0 0,1 1 0,0-1 0,13-17 1062,16-50-870,-25 56 141,-1 1-374,0 0 0,1 1-1,0 0 1,1 0 0,0 0-1,0 0 1,1 1-1,12-12 1,-13 15-200,1 1 0,-1-1 1,1 1-1,0 1 0,0 0 0,0 0 0,1 0 0,-1 1 1,1-1-1,-1 2 0,1-1 0,13 0 0,38 1-2443</inkml:trace>
</inkml:ink>
</file>

<file path=ppt/ink/ink17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06.129"/>
    </inkml:context>
    <inkml:brush xml:id="br0">
      <inkml:brushProperty name="width" value="0.1" units="cm"/>
      <inkml:brushProperty name="height" value="0.1" units="cm"/>
      <inkml:brushProperty name="color" value="#004F8B"/>
    </inkml:brush>
  </inkml:definitions>
  <inkml:trace contextRef="#ctx0" brushRef="#br0">493 31 4089,'-22'-7'235,"-1"0"0,0 2 1,0 1-1,-1 0 0,0 2 1,1 0-1,-1 2 0,0 1 0,1 1 1,-1 1-1,1 0 0,-1 2 1,-31 11-1,45-12-170,1 1 1,-1-1-1,1 2 0,0-1 1,0 1-1,0 1 0,1-1 1,0 2-1,0-1 0,1 1 0,-9 11 1,13-15-16,1-1 0,0 0 0,0 1 1,0-1-1,0 1 0,0 0 0,1 0 0,0-1 1,0 1-1,0 0 0,0 0 0,0 0 0,1 0 1,0 0-1,0 0 0,0 1 0,0-1 0,1 0 1,-1 0-1,1 0 0,0 0 0,0-1 0,1 1 1,-1 0-1,1 0 0,0-1 0,0 1 0,0-1 1,0 1-1,1-1 0,-1 0 0,5 4 0,-3-2 56,1-1-1,0 0 1,1 1-1,-1-2 0,1 1 1,-1-1-1,1 0 1,0 0-1,0 0 0,1-1 1,-1 0-1,0 0 1,8 1-1,-4-2-70,0 0 0,0-1 0,1 0 1,-1-1-1,0 0 0,0 0 0,18-6 0,-5 0-57,-1-1 0,-1-1 0,0-2 0,0 0-1,-1-1 1,32-25 0,-3-5 49,-34 28-201,1 0-1,0 1 1,36-22-1,-50 34-294,-4 8-338,-9 29 525,-11 39 369,21-68-101,0-1 0,1 1 0,-1 0 0,1 0 0,1-1 0,-1 1 0,1 0 0,0 0 0,4 10 0,2 1-967</inkml:trace>
</inkml:ink>
</file>

<file path=ppt/ink/ink17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06.405"/>
    </inkml:context>
    <inkml:brush xml:id="br0">
      <inkml:brushProperty name="width" value="0.1" units="cm"/>
      <inkml:brushProperty name="height" value="0.1" units="cm"/>
      <inkml:brushProperty name="color" value="#004F8B"/>
    </inkml:brush>
  </inkml:definitions>
  <inkml:trace contextRef="#ctx0" brushRef="#br0">97 1 2224,'0'0'561,"0"29"575,-3 7-512,-2 9 40,1 12-128,-2-2-48,-6-4-152,2-6-88,-1-8-48,-1-5 25,2-4 167,-2-2-120,0-1-1273</inkml:trace>
</inkml:ink>
</file>

<file path=ppt/ink/ink17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06.744"/>
    </inkml:context>
    <inkml:brush xml:id="br0">
      <inkml:brushProperty name="width" value="0.1" units="cm"/>
      <inkml:brushProperty name="height" value="0.1" units="cm"/>
      <inkml:brushProperty name="color" value="#004F8B"/>
    </inkml:brush>
  </inkml:definitions>
  <inkml:trace contextRef="#ctx0" brushRef="#br0">1 39 2801,'15'-7'615,"2"1"0,-1 0 0,0 1 1,1 1-1,0 1 0,26-2 1,-9 3 189,0 2 0,45 4 0,-75-3-733,0-1 0,0 0 0,0 1-1,0 0 1,0 0 0,0 0 0,0 0-1,0 1 1,-1 0 0,1-1 0,0 1-1,-1 1 1,0-1 0,1 0 0,4 5-1,-6-3-21,0 0 0,1-1 0,-1 1 0,-1 0 0,1 0 0,-1 1 0,1-1 0,-1 0 0,0 0 0,-1 1 0,1-1 0,-1 0 0,0 1 0,0 5 0,0 4 120,2 42 465,-1-53-597,-1-1 1,0 1-1,1 0 0,0-1 0,0 1 1,0-1-1,0 1 0,0-1 0,0 1 1,1-1-1,-1 0 0,1 1 0,-1-1 1,1 0-1,0 0 0,0 0 1,3 1-1,3 1-606</inkml:trace>
</inkml:ink>
</file>

<file path=ppt/ink/ink17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06.882"/>
    </inkml:context>
    <inkml:brush xml:id="br0">
      <inkml:brushProperty name="width" value="0.1" units="cm"/>
      <inkml:brushProperty name="height" value="0.1" units="cm"/>
      <inkml:brushProperty name="color" value="#004F8B"/>
    </inkml:brush>
  </inkml:definitions>
  <inkml:trace contextRef="#ctx0" brushRef="#br0">9 8 3785,'-9'-7'1792</inkml:trace>
</inkml:ink>
</file>

<file path=ppt/ink/ink17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07.393"/>
    </inkml:context>
    <inkml:brush xml:id="br0">
      <inkml:brushProperty name="width" value="0.1" units="cm"/>
      <inkml:brushProperty name="height" value="0.1" units="cm"/>
      <inkml:brushProperty name="color" value="#004F8B"/>
    </inkml:brush>
  </inkml:definitions>
  <inkml:trace contextRef="#ctx0" brushRef="#br0">66 0 3553,'-7'69'3319,"4"-52"-3159,-1 0-1,-1 0 1,0-1-1,-2 0 1,0 0-1,0 0 1,-14 19 1398,22-41-481,1-1-1006,1-1 0,0 1 0,1 0 0,-1 1-1,1-1 1,0 0 0,1 1 0,0 0 0,0 0 0,0 1 0,1-1 0,-1 1 0,1 0 0,1 1 0,-1 0 0,13-7 0,2-1-60,0 2 0,1 0-1,0 2 1,33-9 0,-7 5-153,58-5 0,-86 15 72,-1 0-1,0 2 1,0 0-1,0 2 0,0 0 1,23 5-1,-37-5 63,0-1 0,-1 0 0,1 1-1,-1 0 1,1 0 0,-1 1-1,0-1 1,0 1 0,0 0 0,0 0-1,-1 0 1,1 0 0,-1 1 0,0-1-1,0 1 1,0 0 0,0 0 0,-1 0-1,1 0 1,-1 1 0,0-1-1,2 8 1,-2-4 42,-1 1-1,1 0 0,-1 0 1,-1 0-1,0 0 1,0 0-1,-1 0 0,0 0 1,0 0-1,-1 0 1,-4 10-1,3-9 16,1-7-48,1 0-1,0 0 1,0 1-1,0-1 0,0 1 1,0-1-1,1 0 1,-1 1-1,1-1 0,0 1 1,0 0-1,0-1 1,1 1-1,-1-1 0,1 0 1,1 5-1,11 6-1539</inkml:trace>
</inkml:ink>
</file>

<file path=ppt/ink/ink17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08.121"/>
    </inkml:context>
    <inkml:brush xml:id="br0">
      <inkml:brushProperty name="width" value="0.1" units="cm"/>
      <inkml:brushProperty name="height" value="0.1" units="cm"/>
      <inkml:brushProperty name="color" value="#004F8B"/>
    </inkml:brush>
  </inkml:definitions>
  <inkml:trace contextRef="#ctx0" brushRef="#br0">557 89 2881,'1'-4'254,"-1"0"1,1 0 0,-1 0 0,-1-1 0,1 1 0,-1 0 0,1 0 0,-1 0-1,0 0 1,-1 0 0,1 0 0,-1 0 0,0 0 0,-3-5 0,3 7-181,0 0 1,0 0 0,-1 0 0,1 0 0,0 0 0,-1 1-1,0-1 1,1 1 0,-1 0 0,0-1 0,0 1-1,0 1 1,1-1 0,-1 0 0,0 1 0,0-1 0,0 1-1,0 0 1,0 0 0,0 0 0,-5 1 0,-14 3 76,-1 0 1,1 1 0,1 1-1,-1 2 1,1 0 0,0 1-1,1 0 1,0 2-1,-19 14 1,34-22-112,0 1 0,1-1 0,-1 1 0,1 0 0,0 0 0,0 1 0,0-1 0,1 1 0,0 0 0,0 0 0,0 0 0,0 0 0,1 0 0,0 1 0,-3 10 0,4-12 16,1 0 1,0-1-1,0 1 0,0 0 0,1-1 0,-1 1 0,1 0 1,0-1-1,0 1 0,0-1 0,0 1 0,0-1 0,1 0 1,0 1-1,0-1 0,0 0 0,0 0 0,0 0 0,0 0 1,1-1-1,0 1 0,-1-1 0,1 1 0,0-1 0,6 3 1,-1 0-22,0 0 0,0-1 1,1 0-1,0 0 1,0-1-1,0 0 0,0 0 1,0-1-1,1-1 1,-1 0-1,0 0 0,1 0 1,-1-1-1,1-1 1,-1 0-1,1 0 0,-1-1 1,0 0-1,0 0 1,0-1-1,0 0 0,0-1 1,0 0-1,-1 0 1,0-1-1,0 0 0,0-1 1,0 0-1,-1 0 1,0 0-1,-1-1 0,7-8 1,17-21 165,-29 34-155,-1 24-264,-3 16 137,-24 100 134,-10 174 1,2-5 274,33-291-289,-1 0 1,-1-1 0,0 1 0,-1-1 0,0 0 0,-13 22 0,15-32-17,0 0 0,0 0 1,-1 0-1,0-1 0,0 0 0,0 1 0,-1-1 1,1-1-1,-1 1 0,0-1 0,0 0 0,0 0 1,-1 0-1,1-1 0,-1 1 0,1-1 1,-1-1-1,0 1 0,0-1 0,-9 1 0,6-1 28,-1-1-1,1 0 0,0 0 0,0-1 0,0-1 1,0 1-1,0-1 0,0-1 0,0 0 0,0 0 1,-15-8-1,13 4 23,0 0-1,1-1 1,0 0 0,0 0-1,0-1 1,1 0 0,-14-20 0,12 14 42,1-1 0,1 0 0,0 0 1,1-1-1,1 0 0,1 0 0,0 0 1,1-1-1,1 0 0,1 0 0,-2-37 1,6 44-68,0 1 0,0 0 0,1 0 0,0-1 0,1 1 0,0 1 0,1-1 0,0 0 1,0 1-1,1 0 0,0 0 0,1 0 0,0 1 0,1-1 0,-1 1 0,14-11 0,9-7-35,1 2-1,1 1 0,38-20 0,-43 26-12,122-72-65,299-131 0,-261 143-237,-133 49-861</inkml:trace>
</inkml:ink>
</file>

<file path=ppt/ink/ink17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10.232"/>
    </inkml:context>
    <inkml:brush xml:id="br0">
      <inkml:brushProperty name="width" value="0.1" units="cm"/>
      <inkml:brushProperty name="height" value="0.1" units="cm"/>
      <inkml:brushProperty name="color" value="#004F8B"/>
    </inkml:brush>
  </inkml:definitions>
  <inkml:trace contextRef="#ctx0" brushRef="#br0">1 331 2457,'2'-6'913,"2"-4"72,0 1 1,0-1 0,1 1-1,9-13 1,-6 1-150,-7 12-323,-1 8-494,0 1 1,0 0-1,-1 0 0,1 0 1,0 0-1,0 0 1,0-1-1,0 1 0,-1 0 1,1 0-1,0 0 1,0 0-1,0 0 0,0 0 1,-1 0-1,1 0 1,0 0-1,0 0 0,0 0 1,-1-1-1,1 1 1,0 0-1,0 0 0,0 0 1,-1 1-1,1-1 1,0 0-1,0 0 0,0 0 1,-1 0-1,1 0 1,0 0-1,0 0 0,0 0 1,-1 0-1,1 0 1,0 0-1,0 1 0,0-1 1,0 0-1,-2 1-18,0 1-1,0-1 1,0 1-1,0 0 1,1-1-1,-1 1 1,1 0-1,-1 0 1,1 0-1,0 0 1,0 0-1,-2 5 1,1-2 0,0 0 6,0 0-1,0 0 0,0 0 1,1 0-1,0 1 1,0-1-1,1 1 0,0-1 1,-1 1-1,2 6 1,0 0 51,1-1 0,0 0 0,5 18 0,-5-24 5,-1-1-1,1 1 1,0 0-1,0-1 1,1 0-1,-1 1 1,1-1 0,0 0-1,0-1 1,1 1-1,-1 0 1,1-1-1,0 0 1,-1 0 0,1 0-1,1 0 1,-1 0-1,0-1 1,1 0-1,8 3 1,-7-3 22,1-1-1,-1 0 1,1-1 0,-1 1 0,1-1-1,-1-1 1,1 1 0,-1-1 0,1 0-1,-1 0 1,1-1 0,-1 0 0,0 0-1,0-1 1,8-4 0,-3 1-94,1-1 0,-1 0 0,-1-1 0,1-1 1,-1 1-1,-1-2 0,0 1 0,0-1 0,-1-1 0,0 1 0,-1-1 0,0-1 1,-1 0-1,0 1 0,0-2 0,-2 1 0,0-1 0,0 1 0,4-27 0,-8 37-189,-1 13-2303,-1-2 2475,2 0-1,-1 0 1,1 0-1,0-1 1,1 1-1,2 12 1,-2-17 56,0-1 1,0 1 0,1 0 0,-1 0 0,1 0 0,0-1 0,0 1 0,0-1 0,1 1 0,-1-1-1,1 0 1,-1 0 0,1 0 0,0 0 0,0 0 0,1-1 0,-1 0 0,7 4 0,-4-3 81,0 0 0,1-1 0,-1 1 0,1-2 0,-1 1 1,1-1-1,0 0 0,0 0 0,9-1 0,-7 0-376,-1-1 0,0 0 0,0-1-1,0 0 1,0-1 0,0 1 0,-1-1-1,1-1 1,-1 1 0,0-1 0,11-8-1,-7 3-106,-1 0 0,0 0 0,0-1 0,-1 0 0,0 0 0,-1-1 0,0-1-1,0 1 1,-2-1 0,1 0 0,8-26 0,-10 17 410,-1 1 0,0-1-1,-2-1 1,-1 1 0,0 0 0,-2 0 0,-4-32 0,5 51 242,-9 20 67,4-10-261,-3 17 204,1 0 0,2 0 1,-4 40-1,1-10 216,-10 82 891,6 0-1,8 215 1,4-346-1403,-1 75-74,-2-64-1804</inkml:trace>
</inkml:ink>
</file>

<file path=ppt/ink/ink17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10.538"/>
    </inkml:context>
    <inkml:brush xml:id="br0">
      <inkml:brushProperty name="width" value="0.1" units="cm"/>
      <inkml:brushProperty name="height" value="0.1" units="cm"/>
      <inkml:brushProperty name="color" value="#004F8B"/>
    </inkml:brush>
  </inkml:definitions>
  <inkml:trace contextRef="#ctx0" brushRef="#br0">1 47 3665,'3'-4'273,"0"1"-1,0-1 1,0 1 0,0-1-1,1 1 1,-1 0 0,1 1 0,0-1-1,0 1 1,0-1 0,0 1 0,1 0-1,-1 1 1,0-1 0,1 1 0,-1 0-1,1 0 1,0 0 0,-1 0 0,1 1-1,0 0 1,5 0 0,10 1-84,0 0 1,0 2-1,35 8 1,-44-8-182,-1 0 1,1 1-1,-1 0 1,0 1-1,10 6 1,-18-10-7,0 0 0,1 0 0,-1 1 0,0-1 1,0 1-1,0-1 0,0 1 0,-1 0 0,1-1 1,0 1-1,-1 0 0,1 0 0,-1 1 0,0-1 1,1 0-1,-1 0 0,0 1 0,0-1 0,-1 0 1,1 1-1,0-1 0,-1 1 0,0-1 0,1 1 1,-1-1-1,0 1 0,0-1 0,-1 3 0,0-2 2,0-1 1,-1 1-1,1-1 0,0 0 0,-1 1 0,0-1 0,0 0 0,1 0 0,-1 0 1,0-1-1,-1 1 0,1 0 0,0-1 0,0 1 0,-1-1 0,1 0 1,-5 2-1,-50 15-131,45-15 35,-57 14-1077,38-9 74</inkml:trace>
</inkml:ink>
</file>

<file path=ppt/ink/ink17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11.856"/>
    </inkml:context>
    <inkml:brush xml:id="br0">
      <inkml:brushProperty name="width" value="0.1" units="cm"/>
      <inkml:brushProperty name="height" value="0.1" units="cm"/>
      <inkml:brushProperty name="color" value="#004F8B"/>
    </inkml:brush>
  </inkml:definitions>
  <inkml:trace contextRef="#ctx0" brushRef="#br0">28 102 3529,'-1'14'913,"-1"0"0,-6 27 0,-1 11-90,6-32-565,2-11-123,-1 0-1,1 1 0,1-1 1,0 0-1,0 1 0,1-1 1,0 1-1,0-1 0,4 10 1,-5-19-111,0 1 1,0-1 0,0 1 0,0-1 0,1 0 0,-1 1-1,0-1 1,0 0 0,0 1 0,1-1 0,-1 0 0,0 1-1,0-1 1,1 0 0,-1 0 0,0 1 0,1-1 0,-1 0-1,0 0 1,1 1 0,-1-1 0,0 0 0,1 0 0,-1 0-1,0 0 1,1 0 0,-1 1 0,1-1 0,-1 0 0,0 0-1,1 0 1,-1 0 0,1 0 0,-1 0 0,0 0 0,1-1-1,-1 1 1,0 0 0,1 0 0,-1 0 0,1 0 0,-1 0-1,0 0 1,1-1 0,-1 1 0,0 0 0,1 0 0,-1-1-1,0 1 1,0 0 0,1 0 0,-1-1 0,0 1 0,0 0-1,1-1 1,-1 1 0,0-1 0,12-21 563,4-28-102,14-35-231,-27 78-277,0 1 1,1 0 0,-1 0-1,1 0 1,0 0-1,1 0 1,-1 1 0,1-1-1,10-7 1,-14 13-11,-1-1 1,1 0-1,0 1 1,0-1-1,0 1 1,-1-1-1,1 1 1,0-1 0,0 1-1,0 0 1,0-1-1,0 1 1,0 0-1,0 0 1,0 0-1,0 0 1,0-1-1,0 2 1,0-1-1,0 0 1,0 0 0,0 0-1,0 0 1,0 0-1,0 1 1,0-1-1,0 1 1,0-1-1,0 0 1,-1 1-1,1 0 1,0-1-1,0 1 1,0-1-1,-1 1 1,1 0 0,0 0-1,-1-1 1,2 2-1,2 5-55,-1-1-1,1 1 1,-1 0-1,4 13 1,9 17 325,-11-32-181,1 0 1,-1-1-1,1 1 0,0-1 0,0-1 0,0 1 1,0-1-1,0 0 0,1-1 0,0 1 0,-1-1 1,1 0-1,0-1 0,0 0 0,0 0 1,0 0-1,10-1 0,6-1 65,0 0-1,0-1 1,-1-1-1,25-7 1,-38 8-208,0-1 1,-1 1-1,1-1 0,-1-1 1,0 0-1,0 0 1,-1 0-1,1-1 1,9-8-1,-15 11 46,0 0 0,0 0-1,-1 0 1,1 0 0,-1-1 0,1 1-1,-1 0 1,0-1 0,0 1 0,0-1 0,0 0-1,0 1 1,0-1 0,-1 0 0,1 1 0,-1-1-1,0 0 1,0 0 0,0 1 0,0-1-1,-1 0 1,1 0 0,-1 1 0,1-1 0,-1 1-1,0-1 1,0 0 0,0 1 0,0-1-1,-1 1 1,1 0 0,-1-1 0,-3-3 0,0-1 19,-1 1 0,1 0 0,-2 0 0,-7-6 1,-5-5 96,17 15-40,3 2-38,-1-1 0,0 0 0,1 0 0,-1 1 0,0-1 0,1 0 0,-1 1 0,1-1 0,0 1 0,-1-1 0,1 1 0,-1-1 0,1 1 0,0-1 0,-1 1 0,1 0 0,0-1 0,-1 1 0,1 0 0,0-1 0,0 1 0,-1 0 0,2 0 0,19-5-76,499-27-231,-352 26 1113,-166 6-745,-1 0-144,-8 2 67,-35 6 52,-84 6 0,93-12 71,0 1-1,1 1 1,0 1 0,0 2-1,-47 17 1,72-20-84,-1 0 0,1 0-1,0 0 1,1 1 0,-1 0 0,1 0-1,0 1 1,0 0 0,1 0-1,-6 8 1,9-12 15,1 0 0,-1 1-1,1-1 1,-1 0 0,1 1 0,0-1-1,0 1 1,0 0 0,0-1-1,0 1 1,1 0 0,-1-1 0,1 1-1,0 0 1,0 0 0,0 0 0,0-1-1,0 1 1,1 0 0,-1 0-1,1-1 1,0 1 0,0 0 0,0-1-1,0 1 1,0-1 0,0 1 0,1-1-1,-1 0 1,1 1 0,-1-1-1,4 3 1,-2-3 32,0 1 0,1-1 0,-1 0 0,1 0 0,-1 0 0,1 0-1,0-1 1,-1 1 0,1-1 0,0 0 0,0 0 0,7 0 0,53 1 281,-46-2-291,-13 0-44,154-5-586,-138 3 415,0-1 0,-1-1 0,1-1 0,-1 0 1,32-15-1,-45 16 149,0 0 0,0 0-1,-1-1 1,0 0 0,0 0 0,0-1 0,0 0 0,-1 0 0,0 0 0,0 0 0,-1-1 0,0 0 0,5-12-1,-8 18-169,5 65-196,-7 20 588,3-67-1072</inkml:trace>
</inkml:ink>
</file>

<file path=ppt/ink/ink17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12.206"/>
    </inkml:context>
    <inkml:brush xml:id="br0">
      <inkml:brushProperty name="width" value="0.1" units="cm"/>
      <inkml:brushProperty name="height" value="0.1" units="cm"/>
      <inkml:brushProperty name="color" value="#004F8B"/>
    </inkml:brush>
  </inkml:definitions>
  <inkml:trace contextRef="#ctx0" brushRef="#br0">21 1 1704,'-3'8'440,"0"1"-1,1 0 1,0 0-1,0-1 1,0 1-1,1 0 1,1 0-1,0 18 1,0 2 51,-1-13-250,-2 16 333,2 0-1,1-1 1,6 41 2205,5-98-1508,-4 12-1078,-2 2-335,0 0 0,1 1 1,0 0-1,1 0 0,0 1 0,1-1 1,0 1-1,1 1 0,0 0 0,0 0 0,1 1 1,12-8-1,12-5-1785</inkml:trace>
</inkml:ink>
</file>

<file path=ppt/ink/ink17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12.847"/>
    </inkml:context>
    <inkml:brush xml:id="br0">
      <inkml:brushProperty name="width" value="0.1" units="cm"/>
      <inkml:brushProperty name="height" value="0.1" units="cm"/>
      <inkml:brushProperty name="color" value="#004F8B"/>
    </inkml:brush>
  </inkml:definitions>
  <inkml:trace contextRef="#ctx0" brushRef="#br0">489 350 3457,'0'0'555,"-7"-4"942,-2 0-1388,1 1 0,-2-1 0,1 1 0,0 1-1,0 0 1,-1 0 0,1 1 0,-14 0 0,-85 3 159,90 0-173,-3-2 86,-1 2-1,0 1 1,1 1-1,0 0 1,-1 2-1,-23 9 1,40-13-136,0 1 1,-1-1 0,1 1 0,0 0-1,1 1 1,-1-1 0,1 1 0,-1 0-1,1 0 1,0 0 0,0 1 0,1-1-1,-1 1 1,1 0 0,0 0-1,1 0 1,-1 1 0,1-1 0,0 1-1,0-1 1,0 1 0,1 0 0,0-1-1,0 1 1,1 0 0,0 0 0,0 0-1,0 6 1,0-8 33,1 0 1,-1 0-1,1 0 0,-1 0 0,1 0 1,0 0-1,1 0 0,-1 0 1,1 0-1,0-1 0,0 1 1,0 0-1,0-1 0,0 0 0,1 1 1,0-1-1,0 0 0,0 0 1,0 0-1,0-1 0,0 1 1,7 3-1,-5-4 6,1 0 0,0 0 0,0 0 0,0-1 0,-1 0 0,1 0 0,0 0 0,1-1 0,-1 0 0,0 0 0,0-1 0,0 1 0,0-1 0,11-4 0,17-6 39,-2-2 0,1-2 0,-2 0 0,0-2 0,31-23 1,-49 30-156,0 0 1,-1-1-1,0 0 1,-1-1 0,0 0-1,-1-1 1,-1 0-1,0-1 1,0 0 0,-2 0-1,1-1 1,-2 0-1,0 0 1,5-21 0,-6 13-144,0-1 1,-1 0 0,-2 1 0,0-2-1,-2 1 1,-1 0 0,0 0 0,-10-47-1,10 69-160,-9 17-1141,3-7 1393,3 4 62,0 0 0,1 0 1,0 0-1,1 1 0,0-1 0,1 24 0,-1-14 58,1-1-20,-4 41 644,4 63 1,2-108-607,0 1-1,2-1 1,0 0 0,0 0-1,2 0 1,0 0 0,1-1 0,13 24-1,-4-15-1591</inkml:trace>
</inkml:ink>
</file>

<file path=ppt/ink/ink17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13.393"/>
    </inkml:context>
    <inkml:brush xml:id="br0">
      <inkml:brushProperty name="width" value="0.1" units="cm"/>
      <inkml:brushProperty name="height" value="0.1" units="cm"/>
      <inkml:brushProperty name="color" value="#004F8B"/>
    </inkml:brush>
  </inkml:definitions>
  <inkml:trace contextRef="#ctx0" brushRef="#br0">22 79 3833,'0'2'382,"-21"28"4922,21-40-4824,1 6-463,0 0-1,0-1 0,0 1 1,1 0-1,-1 0 0,1 0 0,0 0 1,0 0-1,1 0 0,4-6 0,-6 8-34,0 1-1,1-1 0,-1 1 0,1-1 0,-1 1 0,1 0 0,0-1 1,0 1-1,-1 0 0,1 0 0,0 0 0,0 0 0,0 1 1,0-1-1,0 0 0,0 1 0,0-1 0,0 1 0,0 0 0,1 0 1,-1 0-1,0 0 0,0 0 0,0 0 0,0 1 0,0-1 0,0 1 1,0-1-1,0 1 0,2 1 0,-3-2 19,0 1-1,0-1 1,0 1 0,0 0 0,0 0-1,0 0 1,-1-1 0,1 1 0,0 0-1,-1 0 1,1 0 0,0 0-1,-1 0 1,1 0 0,-1 0 0,0 0-1,1 0 1,-1 0 0,0 1-1,0-1 1,1 0 0,-1 0 0,0 0-1,0 0 1,0 0 0,0 0 0,-1 1-1,1-1 1,0 0 0,0 0-1,-1 0 1,1 0 0,-1 0 0,0 1-1,1 0 27,-1-1 0,1 1 0,-1-1-1,0 1 1,0-1 0,1 0 0,-1 1 0,0-1-1,0 0 1,0 1 0,-1-1 0,1 0 0,0 0 0,0 0-1,-1 0 1,1 0 0,0-1 0,-1 1 0,1 0-1,-1-1 1,1 1 0,-1-1 0,-2 1 0,2 0 7,1-1 1,0 0 0,-1 0 0,1 0 0,-1 0 0,1 0 0,0 0 0,-1 0 0,1-1 0,-1 1 0,1 0 0,0-1 0,-1 1 0,1-1-1,0 1 1,0-1 0,-1 0 0,1 0 0,0 0 0,0 1 0,0-1 0,0 0 0,0 0 0,0 0 0,0-1 0,0 1 0,1 0 0,-1 0-1,0 0 1,1-1 0,-1 1 0,1 0 0,-1 0 0,1-1 0,-1 1 0,1-1 0,0 1 0,0 0 0,0-1 0,0 1 0,0-1 0,0 1-1,1-3 1,-1 1-17,1 0 1,0 0-1,0 0 0,0 1 0,0-1 0,1 0 0,-1 1 0,1-1 0,-1 1 0,1-1 0,0 1 0,0 0 0,0-1 0,0 1 0,1 0 0,-1 1 0,0-1 0,1 0 0,0 1 1,3-2-1,-4 1-29,1 1 0,0 0 1,-1 1-1,1-1 0,0 0 1,0 1-1,0-1 1,-1 1-1,1 0 0,0 0 1,0 0-1,0 0 0,0 1 1,0-1-1,-1 1 0,1 0 1,0 0-1,0 0 1,-1 0-1,1 0 0,4 3 1,-4-1 15,1 0 0,-1 0 1,0 1-1,0 0 0,0 0 1,0-1-1,0 2 0,-1-1 1,0 0-1,0 0 0,3 9 1,1 8 77,-2 0 0,0 0 0,-1 0 0,0 37 0,-4-18 57,-5-2-8</inkml:trace>
</inkml:ink>
</file>

<file path=ppt/ink/ink17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14.796"/>
    </inkml:context>
    <inkml:brush xml:id="br0">
      <inkml:brushProperty name="width" value="0.1" units="cm"/>
      <inkml:brushProperty name="height" value="0.1" units="cm"/>
      <inkml:brushProperty name="color" value="#004F8B"/>
    </inkml:brush>
  </inkml:definitions>
  <inkml:trace contextRef="#ctx0" brushRef="#br0">85 14 3257,'-30'-4'1335,"22"2"-504,0 0 0,0 1-1,0 0 1,-15 1 0,38 9-162,0-6-538,1-1 0,-1-1 0,1-1 0,0 0-1,20-2 1,2-1-47,117-4 171,150 0 1679,-291 9-3330</inkml:trace>
</inkml:ink>
</file>

<file path=ppt/ink/ink17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15.589"/>
    </inkml:context>
    <inkml:brush xml:id="br0">
      <inkml:brushProperty name="width" value="0.1" units="cm"/>
      <inkml:brushProperty name="height" value="0.1" units="cm"/>
      <inkml:brushProperty name="color" value="#004F8B"/>
    </inkml:brush>
  </inkml:definitions>
  <inkml:trace contextRef="#ctx0" brushRef="#br0">42 1 3545,'-4'1'2874,"10"12"-1371,-3-8-1381,1 1 1,0-2 0,0 1-1,0 0 1,1-1 0,-1 0 0,1 0-1,0 0 1,0-1 0,0 1-1,1-1 1,10 4 0,77 17 728,-74-21-797,-1 1-1,1 1 0,-1 0 0,0 1 1,-1 1-1,1 1 0,-1 0 0,16 12 1,-28-16-49,0 0 1,0 1-1,0 0 1,0 0 0,-1 0-1,0 1 1,0 0-1,0-1 1,-1 1-1,0 0 1,0 1 0,0-1-1,-1 0 1,0 1-1,0 0 1,-1-1 0,0 1-1,0 0 1,0 0-1,-1 0 1,0 7-1,-1-6 18,-1 0 0,1 0-1,-1-1 1,0 1-1,-1 0 1,0-1 0,0 1-1,-1-1 1,1 0-1,-2 0 1,1-1 0,-1 1-1,0-1 1,0 0-1,-1 0 1,0 0 0,-10 7-1,-16 7-4,0 0-1,-1-3 0,-1-1 1,-37 13-1,26-12 276,-73 41 1,118-58-274,0 0 1,-1 0 0,1 0-1,0 0 1,0 0 0,-1 0-1,1 0 1,0 1-1,0-1 1,-1 0 0,1 0-1,0 0 1,0 0 0,-1 1-1,1-1 1,0 0 0,0 0-1,0 1 1,0-1 0,-1 0-1,1 0 1,0 1 0,0-1-1,0 0 1,0 0 0,0 1-1,0-1 1,0 0 0,0 1-1,0-1 1,0 0 0,0 0-1,0 1 1,0-1 0,0 0-1,0 1 1,0-1 0,0 0-1,0 0 1,0 1-1,0-1 1,0 0 0,1 1-1,-1-1 1,0 0 0,0 0-1,0 0 1,0 1 0,1-1-1,-1 0 1,0 0 0,0 0-1,0 1 1,1-1 0,-1 0-1,0 0 1,1 0 0,-1 0-1,0 0 1,0 1 0,1-1-1,-1 0 1,0 0 0,0 0-1,1 0 1,-1 0 0,20 6 173,-19-6-185,11 1 70,0 0 0,1 0 1,-1-2-1,24-2 1,-1-1-25,-18 3-41,375-13 117,-329 12-492,-55 2-1262</inkml:trace>
</inkml:ink>
</file>

<file path=ppt/ink/ink17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16.275"/>
    </inkml:context>
    <inkml:brush xml:id="br0">
      <inkml:brushProperty name="width" value="0.1" units="cm"/>
      <inkml:brushProperty name="height" value="0.1" units="cm"/>
      <inkml:brushProperty name="color" value="#004F8B"/>
    </inkml:brush>
  </inkml:definitions>
  <inkml:trace contextRef="#ctx0" brushRef="#br0">57 99 3505,'-1'88'1712,"-5"-1"0,-3 1 0,-24 97 0,26-141 559,13-49-793,-2-1-1407,0 0 0,0-1 1,0 0-1,-1 0 0,0 0 1,-1 0-1,1 0 0,-1-1 1,-1 1-1,1-1 0,-1-10 1,1-19 32,-3-42 1,0 20-25,2 8-56,-1-14-201,13-102 1,-13 166 44,19-3-312,182-9 930,-60 7-377,-100 2-102,14 0 8,88 3 1,-121 4-748,-10 3-1700</inkml:trace>
</inkml:ink>
</file>

<file path=ppt/ink/ink17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16.569"/>
    </inkml:context>
    <inkml:brush xml:id="br0">
      <inkml:brushProperty name="width" value="0.1" units="cm"/>
      <inkml:brushProperty name="height" value="0.1" units="cm"/>
      <inkml:brushProperty name="color" value="#004F8B"/>
    </inkml:brush>
  </inkml:definitions>
  <inkml:trace contextRef="#ctx0" brushRef="#br0">0 26 3369,'3'0'6777,"35"-9"-6097,-22 7-104,4 0-199,4 0-89,5-1-152,4-1-32,11 2 32,4 1-272,7 1-1313,-1 1-1639</inkml:trace>
</inkml:ink>
</file>

<file path=ppt/ink/ink17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16.832"/>
    </inkml:context>
    <inkml:brush xml:id="br0">
      <inkml:brushProperty name="width" value="0.1" units="cm"/>
      <inkml:brushProperty name="height" value="0.1" units="cm"/>
      <inkml:brushProperty name="color" value="#004F8B"/>
    </inkml:brush>
  </inkml:definitions>
  <inkml:trace contextRef="#ctx0" brushRef="#br0">0 0 4825,'0'0'3497,"13"18"-3145,-1-1 48,1 3 16,1 2 40,0-1 16,-1-5-88,1 0-48,-1-3-64,2-1-8,0-4 1,-4-2 15,4 0-248,-1-2-400,2-1-1353</inkml:trace>
</inkml:ink>
</file>

<file path=ppt/ink/ink17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17.144"/>
    </inkml:context>
    <inkml:brush xml:id="br0">
      <inkml:brushProperty name="width" value="0.1" units="cm"/>
      <inkml:brushProperty name="height" value="0.1" units="cm"/>
      <inkml:brushProperty name="color" value="#004F8B"/>
    </inkml:brush>
  </inkml:definitions>
  <inkml:trace contextRef="#ctx0" brushRef="#br0">266 4 3881,'-4'-4'5184,"-3"8"-4289,-8 12-1201,4-2 422,2 0 0,0 1 0,1 0 0,-11 25 0,-7 14 286,7-16-61,2 0 1,1 1 0,2 1-1,-10 50 1,-21 168 707,28-144-502,16-108-544,-1 1 74,1 1 0,0-1 0,1 0 0,-1 0-1,2 12 1,2-13-1726</inkml:trace>
</inkml:ink>
</file>

<file path=ppt/ink/ink17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17.888"/>
    </inkml:context>
    <inkml:brush xml:id="br0">
      <inkml:brushProperty name="width" value="0.1" units="cm"/>
      <inkml:brushProperty name="height" value="0.1" units="cm"/>
      <inkml:brushProperty name="color" value="#004F8B"/>
    </inkml:brush>
  </inkml:definitions>
  <inkml:trace contextRef="#ctx0" brushRef="#br0">70 17 1016,'0'0'407,"-21"0"4497,11 1-4601,-8-1-170,-3 0 2795,56 8-2470,305-34 893,-332 26-1982,-2 4-836</inkml:trace>
</inkml:ink>
</file>

<file path=ppt/ink/ink18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18.232"/>
    </inkml:context>
    <inkml:brush xml:id="br0">
      <inkml:brushProperty name="width" value="0.1" units="cm"/>
      <inkml:brushProperty name="height" value="0.1" units="cm"/>
      <inkml:brushProperty name="color" value="#004F8B"/>
    </inkml:brush>
  </inkml:definitions>
  <inkml:trace contextRef="#ctx0" brushRef="#br0">1 2 2577,'0'0'4080,"26"0"-3527,-9 0-49,7 2-64,2-2-72,6 0-96,3 0-40,3 0-96,0-2-24,-2 1-32,-4 1 0,-3 0-272,0 0-600</inkml:trace>
</inkml:ink>
</file>

<file path=ppt/ink/ink18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19.098"/>
    </inkml:context>
    <inkml:brush xml:id="br0">
      <inkml:brushProperty name="width" value="0.1" units="cm"/>
      <inkml:brushProperty name="height" value="0.1" units="cm"/>
      <inkml:brushProperty name="color" value="#004F8B"/>
    </inkml:brush>
  </inkml:definitions>
  <inkml:trace contextRef="#ctx0" brushRef="#br0">18 0 3257,'0'0'1216,"1"3"-960,2 10 62,0 1 0,0-1 0,-2 0 0,0 1 0,-1 20 0,-8 73 1018,7-95-1162,-7 53 471,2-22 21,0 46 1498,10-93-843,2-4-1174,0 1-1,-1-1 1,0 0 0,0-1 0,-1 0-1,0 1 1,3-14 0,19-76 58,-15 55-96,-6 20-97,-4 14-42,1-1 1,1 1 0,-1-1 0,1 1 0,1 0 0,0 0-1,0 0 1,1 1 0,0-1 0,9-11 0,-14 20 5,1-1 1,-1 1 0,1 0 0,-1-1-1,0 1 1,1 0 0,-1-1-1,1 1 1,-1 0 0,1 0 0,-1-1-1,1 1 1,-1 0 0,1 0 0,0 0-1,-1 0 1,1 0 0,-1 0-1,1 0 1,-1 0 0,1 0 0,-1 0-1,1 0 1,0 0 0,-1 0-1,1 0 1,-1 0 0,1 0 0,-1 1-1,1-1 1,-1 0 0,1 0-1,-1 1 1,1-1 0,-1 0 0,0 1-1,1-1 1,-1 0 0,1 1 0,-1-1-1,0 1 1,1-1 0,-1 1-1,0-1 1,1 1 0,-1-1 0,0 1-1,0-1 1,0 1 0,0-1-1,1 1 1,-1-1 0,0 1 0,0 0-1,8 39-479,-7-33 493,5 32 42,8 45 165,-12-77-138,0 1 0,0 0 1,1-1-1,1 1 1,-1-1-1,1 0 1,9 13-1,-11-18-16,0 0 0,0-1 0,0 1 0,1-1 0,-1 1 0,1-1 0,-1 0 0,1 1 0,-1-1 0,1 0 0,-1-1 1,1 1-1,0-1 0,0 1 0,-1-1 0,1 0 0,0 0 0,0 0 0,-1 0 0,1 0 0,0 0 0,0-1 0,-1 0 0,1 1 0,4-3 0,8-3 102,0 0-1,0 0 1,15-11 0,-22 12-92,23-12 65,-2-1-1,0-2 1,-1-1-1,-1-1 1,42-45 0,-53 49-103,38-39 42,-50 53-96,2-1-1,-1 1 1,0 0 0,1 1 0,0-1-1,0 1 1,0 0 0,12-4-1,-17 7 13,0 0 0,0 0-1,0 0 1,0 0 0,0 0 0,0 0-1,0 0 1,0 0 0,0 0 0,0 0-1,0 1 1,0-1 0,0 0-1,0 1 1,0-1 0,0 1 0,0-1-1,0 1 1,0 0 0,-1-1 0,1 1-1,0 0 1,0-1 0,-1 1-1,1 0 1,0 0 0,-1 0 0,1 0-1,-1 0 1,1 0 0,-1 0 0,1 0-1,-1 0 1,0 0 0,1 0-1,-1 1 1,7 45-498,-6-37 480,2 103-204,-4-71 390,9 62 1,-8-101-238,0 0 1,1 0 0,0 0-1,-1-1 1,1 1 0,0 0-1,0 0 1,1-1 0,-1 1-1,0-1 1,1 1 0,0-1 0,-1 0-1,5 5 1,10 2-2463</inkml:trace>
</inkml:ink>
</file>

<file path=ppt/ink/ink18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19.691"/>
    </inkml:context>
    <inkml:brush xml:id="br0">
      <inkml:brushProperty name="width" value="0.1" units="cm"/>
      <inkml:brushProperty name="height" value="0.1" units="cm"/>
      <inkml:brushProperty name="color" value="#004F8B"/>
    </inkml:brush>
  </inkml:definitions>
  <inkml:trace contextRef="#ctx0" brushRef="#br0">379 172 3177,'2'-13'577,"0"1"0,-1-1-1,0 0 1,-1 0 0,0 0 0,-3-18 0,2 27-511,0 1 0,0 0 0,0 0 0,0 0 0,0 0 0,-1 0 0,1 0 0,-1 0 0,0 0 0,1 1 0,-1-1-1,-1 1 1,1-1 0,0 1 0,-1 0 0,1 0 0,-1 0 0,1 0 0,-1 0 0,0 0 0,0 1 0,0 0 0,0-1 0,0 1 0,0 0 0,0 0 0,-1 1-1,1-1 1,0 1 0,-5-1 0,-5 1 22,0 0-1,0 1 1,1 1-1,-1 0 1,0 0-1,1 1 1,0 1-1,0 0 0,0 1 1,0 0-1,0 0 1,1 2-1,0-1 1,1 1-1,-1 1 1,1 0-1,1 0 1,-11 13-1,12-13-71,0 1 0,1 0 0,0 0 0,1 1-1,0 0 1,1 0 0,0 0 0,0 1 0,1 0 0,1 0 0,0 0 0,0 0-1,1 0 1,0 1 0,1-1 0,1 1 0,-1-1 0,2 1 0,0-1 0,3 18-1,-2-24 50,0 1-1,0 0 0,0-1 0,0 1 1,1-1-1,0 0 0,1 0 0,-1 0 0,1 0 1,0-1-1,0 1 0,0-1 0,0 0 1,1 0-1,0-1 0,0 1 0,0-1 1,0 0-1,0 0 0,1-1 0,-1 1 0,1-1 1,0-1-1,-1 1 0,1-1 0,9 1 1,-2 0 63,1-1 0,-1-1 0,0 0 0,0-1 0,1 0 0,-1-1 0,0 0 0,-1-1 0,1-1 1,0 0-1,14-7 0,-20 7-101,-1 0 0,-1 0 0,1 0 1,0 0-1,-1-1 0,0 0 0,0-1 1,-1 1-1,1-1 0,-1 1 0,0-1 0,-1-1 1,1 1-1,-1 0 0,0-1 0,3-11 1,1-11-2,0-1 0,4-50 1,-4 27-4,-5 32 211,2-10-1551,-3 29 569,0 17 287,-4 104-268,5 109 1235,0-211-1752</inkml:trace>
</inkml:ink>
</file>

<file path=ppt/ink/ink18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19.973"/>
    </inkml:context>
    <inkml:brush xml:id="br0">
      <inkml:brushProperty name="width" value="0.1" units="cm"/>
      <inkml:brushProperty name="height" value="0.1" units="cm"/>
      <inkml:brushProperty name="color" value="#004F8B"/>
    </inkml:brush>
  </inkml:definitions>
  <inkml:trace contextRef="#ctx0" brushRef="#br0">0 1 4745,'0'0'2513,"0"29"-2241,8-7-88,0 5-64,4 1-16,0 0-24,-1-3 0,1-2 48,-2-3 56,2-7 112,-1 2 56,1-8-80,1-1-328,0 0-1072,0-2-929</inkml:trace>
</inkml:ink>
</file>

<file path=ppt/ink/ink18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20.254"/>
    </inkml:context>
    <inkml:brush xml:id="br0">
      <inkml:brushProperty name="width" value="0.1" units="cm"/>
      <inkml:brushProperty name="height" value="0.1" units="cm"/>
      <inkml:brushProperty name="color" value="#004F8B"/>
    </inkml:brush>
  </inkml:definitions>
  <inkml:trace contextRef="#ctx0" brushRef="#br0">282 116 3777,'9'-34'924,"-4"21"109,-2 1-1,0-1 1,0 0 0,0-17 0,-12 42-569,-3 14-297,1 0 0,2 1 0,-12 52-1,3-11 67,-59 155 816,20-60-266,46-131-654,1 2 72,-1-2 0,-29 57-1,19-54-429</inkml:trace>
</inkml:ink>
</file>

<file path=ppt/ink/ink18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22.140"/>
    </inkml:context>
    <inkml:brush xml:id="br0">
      <inkml:brushProperty name="width" value="0.1" units="cm"/>
      <inkml:brushProperty name="height" value="0.1" units="cm"/>
      <inkml:brushProperty name="color" value="#004F8B"/>
    </inkml:brush>
  </inkml:definitions>
  <inkml:trace contextRef="#ctx0" brushRef="#br0">38 0 1536,'0'0'3902,"-6"11"-1773,2 2-1926,-1 0 1,2 1-1,0 0 0,1 0 1,-2 16-1,2 83 413,-1-11-105,2-84-529,-2 8 225,2 1-1,3 47 1</inkml:trace>
</inkml:ink>
</file>

<file path=ppt/ink/ink18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22.797"/>
    </inkml:context>
    <inkml:brush xml:id="br0">
      <inkml:brushProperty name="width" value="0.1" units="cm"/>
      <inkml:brushProperty name="height" value="0.1" units="cm"/>
      <inkml:brushProperty name="color" value="#004F8B"/>
    </inkml:brush>
  </inkml:definitions>
  <inkml:trace contextRef="#ctx0" brushRef="#br0">1 155 3097,'0'-3'259,"1"1"0,0-1-1,0 0 1,1 1 0,-1 0 0,1-1 0,-1 1 0,1 0 0,-1-1 0,1 1 0,0 0 0,0 0 0,0 1 0,1-1 0,-1 0 0,0 1 0,1-1 0,3-1-1,-2 2-61,0 0-1,0 0 0,0 0 1,0 0-1,0 1 0,0 0 1,1-1-1,-1 2 0,0-1 1,0 0-1,5 2 0,7 2 71,1 2-1,-1-1 0,0 2 1,29 16-1,-24-10-180,-1 1-1,0 1 1,-1 0 0,0 1 0,-1 1 0,19 24-1,3 11 123,38 62-1,-73-104-159,19 22 233,-23-31-237,0 0 0,0 0-1,0 0 1,0 0 0,0 0-1,0 0 1,0 0 0,1-1-1,-1 1 1,0-1 0,1 1-1,-1-1 1,0 1 0,1-1-1,-1 1 1,0-1 0,1 0-1,-1 0 1,1 0 0,-1 0-1,1 0 1,-1 0 0,2-1-1,-2 1 0,0-1-1,0 0 0,0 1 1,0-1-1,0 0 0,0 0 1,0 1-1,-1-1 0,1 0 1,0 0-1,-1 0 0,1 0 1,0 0-1,-1 0 0,0 0 1,1 0-1,-1 0 0,1-1 1,-1 1-1,0-2 0,5-29 475,-4 23-334,18-265 1962,-19 253-2129,0-5-39,1-1 1,1 1-1,9-41 1,-10 66-328</inkml:trace>
</inkml:ink>
</file>

<file path=ppt/ink/ink18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23.529"/>
    </inkml:context>
    <inkml:brush xml:id="br0">
      <inkml:brushProperty name="width" value="0.1" units="cm"/>
      <inkml:brushProperty name="height" value="0.1" units="cm"/>
      <inkml:brushProperty name="color" value="#004F8B"/>
    </inkml:brush>
  </inkml:definitions>
  <inkml:trace contextRef="#ctx0" brushRef="#br0">63 15 2353,'-43'-8'2817,"24"4"595,40 6-2411,317 23-236,-189-18-352,-77-5-240,-1-2-1,0-4 1,127-24 0,-188 25-78,4 0-3274</inkml:trace>
</inkml:ink>
</file>

<file path=ppt/ink/ink18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23.778"/>
    </inkml:context>
    <inkml:brush xml:id="br0">
      <inkml:brushProperty name="width" value="0.1" units="cm"/>
      <inkml:brushProperty name="height" value="0.1" units="cm"/>
      <inkml:brushProperty name="color" value="#004F8B"/>
    </inkml:brush>
  </inkml:definitions>
  <inkml:trace contextRef="#ctx0" brushRef="#br0">0 1 2192,'26'9'3120,"87"43"-2279,-109-50-787,0 0 0,-1 0-1,1 1 1,-1-1 0,0 1-1,0 0 1,0 0 0,0 0 0,0 0-1,0 0 1,-1 1 0,0 0-1,1-1 1,2 8 0,-4-8-37,-1-1 0,0 1 0,1 0 0,-1-1 0,0 1 0,0-1 0,0 1 0,-1-1 0,1 1 1,0-1-1,-1 1 0,0-1 0,0 1 0,0-1 0,0 1 0,0-1 0,0 0 0,0 0 0,-1 1 0,1-1 0,-1 0 1,0 0-1,1-1 0,-1 1 0,-3 2 0,-18 16 118,-8 3-375</inkml:trace>
</inkml:ink>
</file>

<file path=ppt/ink/ink18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24.803"/>
    </inkml:context>
    <inkml:brush xml:id="br0">
      <inkml:brushProperty name="width" value="0.1" units="cm"/>
      <inkml:brushProperty name="height" value="0.1" units="cm"/>
      <inkml:brushProperty name="color" value="#004F8B"/>
    </inkml:brush>
  </inkml:definitions>
  <inkml:trace contextRef="#ctx0" brushRef="#br0">62 15 2320,'-62'3'6721,"67"-2"-6585,10 4-63,1 0 0,0-1 0,1-1 0,29 1 0,75-2 32,-73-3 22,-8-1 470,-32 1-57,-26 0-425,-288-25 63,387 29 383,103-10 0,-74 1-731,-92 5-1344</inkml:trace>
</inkml:ink>
</file>

<file path=ppt/ink/ink18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26.048"/>
    </inkml:context>
    <inkml:brush xml:id="br0">
      <inkml:brushProperty name="width" value="0.1" units="cm"/>
      <inkml:brushProperty name="height" value="0.1" units="cm"/>
      <inkml:brushProperty name="color" value="#004F8B"/>
    </inkml:brush>
  </inkml:definitions>
  <inkml:trace contextRef="#ctx0" brushRef="#br0">31 220 2473,'26'-56'6053,"-27"70"-5768,-25 167 286,13-104-126,-3 85 1,16-157-331,0-1 0,0 1 0,1 0 1,-1-1-1,1 1 0,0-1 0,3 8 949,1-35-192,3-28-532,-3 0-1,-2-1 1,-6-100 0,-5 78-349,5 52-77,0 0 1,1 0 0,2 0-1,0 0 1,1 0-1,8-38 1,-9 58 50,1-1 0,-1 1 0,1-1 0,0 1 0,0 0 0,0-1 0,1 1 0,-1 0 0,0 0 0,1 0 0,-1 0 0,1 0 0,0 0 0,0 1 0,0-1 0,-1 1 1,2-1-1,-1 1 0,0-1 0,0 1 0,0 0 0,1 0 0,-1 0 0,0 0 0,1 1 0,-1-1 0,1 1 0,3-1 0,4 1-65,1 0 0,0 1 1,-1 1-1,1 0 0,15 4 1,8 2 213,108 16-725,-123-19-1093</inkml:trace>
</inkml:ink>
</file>

<file path=ppt/ink/ink18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26.300"/>
    </inkml:context>
    <inkml:brush xml:id="br0">
      <inkml:brushProperty name="width" value="0.1" units="cm"/>
      <inkml:brushProperty name="height" value="0.1" units="cm"/>
      <inkml:brushProperty name="color" value="#004F8B"/>
    </inkml:brush>
  </inkml:definitions>
  <inkml:trace contextRef="#ctx0" brushRef="#br0">0 14 3881,'61'-4'440,"-2"-1"376,-2 2-272,-8 2-232,-5 1-120,-9 1-128,-3 2 0,-3 0-208,-1 2-296</inkml:trace>
</inkml:ink>
</file>

<file path=ppt/ink/ink18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26.987"/>
    </inkml:context>
    <inkml:brush xml:id="br0">
      <inkml:brushProperty name="width" value="0.1" units="cm"/>
      <inkml:brushProperty name="height" value="0.1" units="cm"/>
      <inkml:brushProperty name="color" value="#004F8B"/>
    </inkml:brush>
  </inkml:definitions>
  <inkml:trace contextRef="#ctx0" brushRef="#br0">393 10 2320,'-15'-1'803,"-34"-4"914,-56 1 0,92 4-1537,0 1-1,0 1 1,-1 0 0,2 0 0,-1 1 0,0 1 0,1 0-1,-1 1 1,-16 9 0,27-13-142,0 0 0,-1 1-1,1-1 1,0 1 0,0 0-1,0-1 1,0 1 0,0 0-1,0 0 1,0 1 0,1-1-1,-1 0 1,1 1 0,-1-1 0,1 0-1,0 1 1,0 0 0,0-1-1,1 1 1,-1 0 0,0-1-1,1 1 1,0 0 0,0-1-1,0 4 1,0-3 17,1 0 0,0-1 0,0 1 0,0-1 0,0 1 0,0-1 0,1 1 1,-1-1-1,1 0 0,-1 0 0,1 0 0,0 0 0,0 0 0,0 0 0,0 0 0,0-1 0,0 1 0,0-1 0,1 1 0,-1-1 0,1 0 0,-1 0 0,1 0 0,-1 0 0,4 0 0,11 2 48,-1-1 0,1-1 0,-1 0 0,0-1 0,1-1 0,-1-1-1,1 0 1,-1-2 0,0 1 0,0-2 0,-1 0 0,1-1 0,24-13 0,-23 6-24,-8 9-558,-9 23 266,-44 312 290,16-150 460,27-176-524,-6 47 143,-2-1 0,-16 51 1,22-89-84,-2 0-1,0 0 1,0 0 0,-2-1-1,1 0 1,-1 0 0,-1 0-1,0-1 1,-1-1 0,0 1 0,-1-1-1,-19 16 1,26-24-43,0 0 0,0 0 1,1 0-1,-1-1 0,0 1 0,-1-1 1,1 0-1,0 0 0,0 0 0,0 0 1,-1 0-1,1-1 0,0 0 0,-1 1 1,1-1-1,0 0 0,-1-1 0,1 1 1,0-1-1,-1 1 0,-2-2 1,2 0 14,0 0 0,1 0 1,-1 0-1,1-1 1,0 1-1,0-1 1,0 0-1,0 0 1,0 0-1,0 0 1,1-1-1,0 1 1,0-1-1,0 1 1,0-1-1,0 0 1,-1-6-1,-2-3 1,1 0-1,1 0 0,0-1 1,1 1-1,0-1 0,1 0 1,0 0-1,1 1 0,1-1 1,1 0-1,0 1 0,0-1 1,1 1-1,1-1 0,0 1 1,1 0-1,0 1 0,1-1 1,1 1-1,0 0 0,0 1 1,1-1-1,1 2 0,0-1 1,0 1-1,19-15 0,-1 5-512,0 2-1,41-21 1,2 3-1079</inkml:trace>
</inkml:ink>
</file>

<file path=ppt/ink/ink18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27.771"/>
    </inkml:context>
    <inkml:brush xml:id="br0">
      <inkml:brushProperty name="width" value="0.1" units="cm"/>
      <inkml:brushProperty name="height" value="0.1" units="cm"/>
      <inkml:brushProperty name="color" value="#004F8B"/>
    </inkml:brush>
  </inkml:definitions>
  <inkml:trace contextRef="#ctx0" brushRef="#br0">96 24 1920,'-94'-14'4560,"93"13"-3968,63-7 2728,43 7-3197,-39 2 140,165 3 101,134-5 144</inkml:trace>
</inkml:ink>
</file>

<file path=ppt/ink/ink18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27.979"/>
    </inkml:context>
    <inkml:brush xml:id="br0">
      <inkml:brushProperty name="width" value="0.1" units="cm"/>
      <inkml:brushProperty name="height" value="0.1" units="cm"/>
      <inkml:brushProperty name="color" value="#004F8B"/>
    </inkml:brush>
  </inkml:definitions>
  <inkml:trace contextRef="#ctx0" brushRef="#br0">0 0 2729,'7'2'4829,"-2"0"-4721,0 0-1,0 0 1,0 0-1,-1 0 1,1 1-1,-1 0 0,5 3 1,-1 2 177,0 1 1,-1-1-1,1 1 1,-2 1-1,10 14 1,-14-21-236,-1 1 0,1-1 0,-1 0 0,0 1 0,0-1 0,0 1 0,0-1 0,0 1 1,-1-1-1,1 1 0,-1 0 0,0-1 0,0 1 0,-1-1 0,1 1 0,-1 0 1,0-1-1,1 1 0,-2-1 0,1 0 0,-3 6 0,-12 14 91,-5 2-353</inkml:trace>
</inkml:ink>
</file>

<file path=ppt/ink/ink18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28.559"/>
    </inkml:context>
    <inkml:brush xml:id="br0">
      <inkml:brushProperty name="width" value="0.1" units="cm"/>
      <inkml:brushProperty name="height" value="0.1" units="cm"/>
      <inkml:brushProperty name="color" value="#004F8B"/>
    </inkml:brush>
  </inkml:definitions>
  <inkml:trace contextRef="#ctx0" brushRef="#br0">0 7 2032,'8'1'1789,"1"0"0,-1 0 0,0-1 0,9 0-1,47-5 142,-37 2-2335,0 2 0,54 2-1,-66 2-962</inkml:trace>
</inkml:ink>
</file>

<file path=ppt/ink/ink18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28.778"/>
    </inkml:context>
    <inkml:brush xml:id="br0">
      <inkml:brushProperty name="width" value="0.1" units="cm"/>
      <inkml:brushProperty name="height" value="0.1" units="cm"/>
      <inkml:brushProperty name="color" value="#004F8B"/>
    </inkml:brush>
  </inkml:definitions>
  <inkml:trace contextRef="#ctx0" brushRef="#br0">66 0 2457,'-22'2'1024,"3"0"936,3 1-335,7 0 639,9-1-1944,18 14-8,2-15-40,8 2-24,5-3-8,2 0-64,7 0-1032,1-1-1488</inkml:trace>
</inkml:ink>
</file>

<file path=ppt/ink/ink18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29.586"/>
    </inkml:context>
    <inkml:brush xml:id="br0">
      <inkml:brushProperty name="width" value="0.1" units="cm"/>
      <inkml:brushProperty name="height" value="0.1" units="cm"/>
      <inkml:brushProperty name="color" value="#004F8B"/>
    </inkml:brush>
  </inkml:definitions>
  <inkml:trace contextRef="#ctx0" brushRef="#br0">21 0 5473,'-2'6'2736,"-2"45"-2415,-11 265 2742,16-329-2776,0-1 1,1 1-1,0-1 0,7-21 1,-1 3-123,-5 18-154,1 0 1,1 0-1,0 0 0,1 0 1,0 1-1,1 0 0,0 1 1,1-1-1,1 1 0,0 1 1,1 0-1,0 0 1,16-13-1,-17 17-57,0 1-1,0 0 1,0 0 0,1 1-1,-1 0 1,1 1-1,1 0 1,-1 0 0,1 1-1,-1 1 1,1 0 0,0 0-1,-1 1 1,1 0 0,0 1-1,0 1 1,0-1 0,19 5-1,-22-3 40,0 1 0,0 0 0,0 1-1,0-1 1,0 2 0,-1-1 0,0 1-1,0 0 1,0 0 0,0 1 0,-1 0 0,0 0-1,-1 0 1,1 1 0,-1 0 0,0 0-1,-1 1 1,1-1 0,-2 1 0,5 10-1,-3-6 51,-1 0 0,0 1-1,-1-1 1,0 1 0,-1 0-1,-1 0 1,0 0 0,0 0-1,-1-1 1,-1 1 0,0 0-1,-7 25 1576,8-42-1172,0-8-356,0 1 0,1 0 0,1-1 0,0 1 0,0 0 0,1 0 0,1 0 0,0 0 0,0 1 0,9-16 0,-5 11-141,0 1 0,1 0 0,1 0 1,0 0-1,1 2 0,23-22 0,-30 30 4,1 0 0,0 1 0,0-1-1,0 1 1,0 1 0,0-1 0,1 1 0,-1 0-1,1 0 1,0 0 0,-1 1 0,1 0 0,0 0-1,7 0 1,-8 1-27,0 1 0,0-1 0,0 1 0,-1 1 0,1-1 0,0 1 1,-1-1-1,1 2 0,-1-1 0,1 0 0,-1 1 0,0 0 0,0-1 0,0 2 0,-1-1 0,1 0 0,4 6 0,2 3-39,1 1 0,-1 1 0,-1-1 0,-1 2-1,8 14 1,-12-20 156,-1 0 0,1 0 0,-2 1 1,1-1-1,-1 1 0,-1-1 0,0 1 0,0-1 0,-1 20 0,-1-26-19,1-2-37,0 1 0,-1 0 1,1 0-1,0 0 0,1 0 0,-1 0 0,0 0 0,0 0 0,1 0 1,0 2-1,9 9-1736</inkml:trace>
</inkml:ink>
</file>

<file path=ppt/ink/ink18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32.624"/>
    </inkml:context>
    <inkml:brush xml:id="br0">
      <inkml:brushProperty name="width" value="0.1" units="cm"/>
      <inkml:brushProperty name="height" value="0.1" units="cm"/>
      <inkml:brushProperty name="color" value="#004F8B"/>
    </inkml:brush>
  </inkml:definitions>
  <inkml:trace contextRef="#ctx0" brushRef="#br0">44 64 2585,'3'-64'8723,"-5"68"-8638,-7 26 75,0 1 0,2-1 0,-5 61 0,4 100 808,8-173-1826,2-2-723</inkml:trace>
</inkml:ink>
</file>

<file path=ppt/ink/ink18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33.203"/>
    </inkml:context>
    <inkml:brush xml:id="br0">
      <inkml:brushProperty name="width" value="0.1" units="cm"/>
      <inkml:brushProperty name="height" value="0.1" units="cm"/>
      <inkml:brushProperty name="color" value="#004F8B"/>
    </inkml:brush>
  </inkml:definitions>
  <inkml:trace contextRef="#ctx0" brushRef="#br0">1 173 2729,'0'-2'242,"0"-1"0,0 1 1,0 0-1,0-1 1,0 1-1,1-1 1,-1 1-1,1 0 0,-1-1 1,1 1-1,0 0 1,0 0-1,0-1 0,0 1 1,1 0-1,1-2 1,-1 3-138,-1 0 0,1-1 0,0 2 0,0-1 0,0 0 0,0 0 0,0 1 0,0-1 0,0 1 0,1-1 1,-1 1-1,0 0 0,0 0 0,0 0 0,0 0 0,0 0 0,0 1 0,1-1 0,2 2 0,9 1 83,0 0 0,-1 1 0,0 1 0,0 0 0,0 1-1,0 0 1,-1 1 0,0 0 0,22 18 0,-15-7-102,0 2-1,0 0 1,-2 0 0,18 30-1,-3-1 95,41 56 168,-64-94-248,0-1-1,1 0 1,0 0 0,0-1 0,1 0-1,21 12 1,-30-19-65,-1-1 0,1 0 0,0 0 0,0 0 0,-1 0 0,1-1 0,0 1 0,0 0 0,0-1 0,0 1 0,0-1 0,0 0 0,0 1 0,0-1 0,0 0 0,0 0 0,0-1 0,0 1 0,0 0 0,0-1 0,0 1 0,0-1 0,0 1 0,-1-1 0,1 0 0,0 0 0,0 0 0,0 0 0,-1 0 0,1 0 0,-1-1 0,1 1 0,-1 0 0,1-1 0,-1 1 0,0-1 0,0 1 0,0-1 0,0 0 0,0 0 0,0 1 0,0-1 0,0 0 0,-1 0 0,1 0 0,0-2 0,3-12 151,-1 0 0,0-1 0,-1 1 0,0-25 0,-1 31-142,4-102 350,23-128 0,-19 177-827</inkml:trace>
</inkml:ink>
</file>

<file path=ppt/ink/ink18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33.863"/>
    </inkml:context>
    <inkml:brush xml:id="br0">
      <inkml:brushProperty name="width" value="0.1" units="cm"/>
      <inkml:brushProperty name="height" value="0.1" units="cm"/>
      <inkml:brushProperty name="color" value="#004F8B"/>
    </inkml:brush>
  </inkml:definitions>
  <inkml:trace contextRef="#ctx0" brushRef="#br0">16 45 2801,'-15'-13'6648,"26"12"-4110,21 1-2409,78-15 402,-81 9-738,1 2 0,-1 0 0,53 2 0,-64 5-1586</inkml:trace>
</inkml:ink>
</file>

<file path=ppt/ink/ink18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34.081"/>
    </inkml:context>
    <inkml:brush xml:id="br0">
      <inkml:brushProperty name="width" value="0.1" units="cm"/>
      <inkml:brushProperty name="height" value="0.1" units="cm"/>
      <inkml:brushProperty name="color" value="#004F8B"/>
    </inkml:brush>
  </inkml:definitions>
  <inkml:trace contextRef="#ctx0" brushRef="#br0">1 16 3377,'1'0'3921,"31"0"-3337,-13-1-104,3-1-104,3-2-144,1 2-32,3-1-8,3-1-472</inkml:trace>
</inkml:ink>
</file>

<file path=ppt/ink/ink18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34.721"/>
    </inkml:context>
    <inkml:brush xml:id="br0">
      <inkml:brushProperty name="width" value="0.1" units="cm"/>
      <inkml:brushProperty name="height" value="0.1" units="cm"/>
      <inkml:brushProperty name="color" value="#004F8B"/>
    </inkml:brush>
  </inkml:definitions>
  <inkml:trace contextRef="#ctx0" brushRef="#br0">13 304 6673,'-12'-44'1843,"11"42"-1646,2 6-279,5 30 411,-2 0 0,-2 0 1,-1 1-1,-1-1 0,-7 46 0,3-36 301,2 1 1,6 72 857,0-121-495,1-6-864,1 0 0,-1 0 0,-1-1 0,0 1 0,-1-1 0,0 0 0,0 0 0,-1 0 0,0-13 0,1-12 40,-3-63-1,-9-9-80,3 66-142,3-1 1,1 0 0,8-76 0,-6 115 32,1 0-1,0 0 1,-1 0-1,2 0 1,-1 0-1,0 0 1,1 0 0,-1 1-1,1-1 1,0 0-1,1 1 1,-1 0-1,0-1 1,1 1 0,0 0-1,0 1 1,0-1-1,0 0 1,0 1-1,6-4 1,0 2-16,0 1 0,1 0 0,0 0 0,0 1-1,0 0 1,0 0 0,11 1 0,72-7 35,112 6-1,-199 2-352,1 1 0,0 0 0,-1 0 0,14 4 0,-3 4-2510</inkml:trace>
</inkml:ink>
</file>

<file path=ppt/ink/ink18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35.669"/>
    </inkml:context>
    <inkml:brush xml:id="br0">
      <inkml:brushProperty name="width" value="0.1" units="cm"/>
      <inkml:brushProperty name="height" value="0.1" units="cm"/>
      <inkml:brushProperty name="color" value="#004F8B"/>
    </inkml:brush>
  </inkml:definitions>
  <inkml:trace contextRef="#ctx0" brushRef="#br0">1 87 4345,'57'-8'2132,"74"0"1,59 10-3374,-50 0-1798,-98-1 2791,76-3-77,-105 0 840,1 1-1,-1-2 1,0 0-1,0 0 1,0-1-1,18-8 1,-30 11-441,0 1 0,0 0 0,0 0 0,-1-1 1,1 1-1,0-1 0,0 1 0,0-1 0,-1 1 0,1-1 1,0 1-1,-1-1 0,1 0 0,0 1 0,-1-1 0,1 0 0,-1 1 1,1-1-1,-1 0 0,1 0 0,-1 0 0,0 0 0,1 1 0,-1-1 1,0-2-1,0 2-22,0 0 0,-1 1 0,1-1 1,-1 0-1,1 0 0,-1 0 0,0 0 0,1 1 1,-1-1-1,0 0 0,0 1 0,1-1 1,-1 1-1,0-1 0,0 0 0,0 1 0,0 0 1,-1-1-1,-5-2 76,0 0 0,0 1 0,0 0 0,-14-1 1,9 2-58,1 1 1,-1 0 0,1 1-1,-1 0 1,1 1-1,0 0 1,-1 1 0,1 0-1,0 1 1,1 0 0,-1 1-1,1 0 1,0 0-1,0 1 1,0 1 0,-13 11-1,22-17-53,0 0 1,0 0-1,0 0 0,0 0 0,0 0 0,1 0 1,-1 0-1,0 1 0,0-1 0,1 0 1,-1 0-1,1 1 0,-1-1 0,1 1 0,0-1 1,-1 0-1,1 1 0,0-1 0,0 1 0,0-1 1,0 2-1,1-1 16,-1-1 1,1 0-1,-1 0 1,1 1 0,0-1-1,0 0 1,0 0-1,0 0 1,0 0-1,0 0 1,0 0-1,0 0 1,0 0-1,0-1 1,0 1 0,1 0-1,1 0 1,4 2 96,1 0 0,0-1 1,0 0-1,0 0 0,0-1 1,8 0-1,13 1 151,55-6 1,-73 3-280,-1 0 0,0-1-1,1-1 1,-1 1 0,0-2 0,0 1 0,-1-2 0,15-7 0,-23 12-13,-1-1 0,0 1 0,0 0 0,0 0 0,1 0 0,-1 0 0,0-1 0,0 1 0,1 0 0,-1 0 0,0 0 0,1 0 0,-1 0 0,0 0 0,0 0 0,1 0 0,-1 0 0,0 0 0,1 0 0,-1 0 0,0 0 0,0 0 0,1 0 0,-1 0 0,0 0 0,1 0 0,-1 1 0,0-1 0,0 0 0,1 0 0,-1 0 0,0 0 0,0 1 0,0-1 0,1 0 0,-1 0 0,0 0 0,0 1 0,0-1 0,1 0 0,-1 0 0,0 1 0,0-1 0,0 0 0,0 0 0,0 1 0,0-1 0,0 0 0,0 1 0,0-1 0,1 0 0,-1 0 0,-1 1 0,5 7 6,-1 0 1,0 1 0,-1-1-1,0 1 1,0-1 0,-1 1-1,0-1 1,0 10 0,-4 81-33,1-63 31,2 349 88,0-373-64,-1-1 1,-1 0 0,0 0-1,0 1 1,-1-1 0,-1-1-1,0 1 1,0 0-1,-1-1 1,0 0 0,-1 0-1,0 0 1,0-1 0,-11 11-1,10-13 11,-1 0 0,1 0 1,-2-1-1,1 0 0,-1 0 0,0-1 0,0 0 0,0-1 0,-1 0 0,1 0 0,-1-1 0,0 0 1,0-1-1,0 0 0,-21 1 0,22-3 23,-1 0 1,1-1-1,-1 0 1,1-1-1,-1 0 1,1 0 0,0-1-1,0 0 1,0 0-1,0-1 1,1-1-1,-1 1 1,1-1-1,0-1 1,1 1-1,-1-1 1,1-1-1,0 1 1,1-1-1,0-1 1,0 1-1,0-1 1,-8-16-1,8 13 16,0 0 0,1-1 0,0 0 0,1 0 0,1 0 0,0 0 0,0-1 0,1 0 0,1 1 0,0-1 0,1 0 0,0 1 0,1-1 0,0 0 0,1 1 0,1-1 0,7-21 0,0 8-152,2 1 0,1 0 1,0 0-1,2 1 0,1 1 1,1 1-1,1 0 0,24-22 1,28-13-1559</inkml:trace>
</inkml:ink>
</file>

<file path=ppt/ink/ink18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36.145"/>
    </inkml:context>
    <inkml:brush xml:id="br0">
      <inkml:brushProperty name="width" value="0.1" units="cm"/>
      <inkml:brushProperty name="height" value="0.1" units="cm"/>
      <inkml:brushProperty name="color" value="#004F8B"/>
    </inkml:brush>
  </inkml:definitions>
  <inkml:trace contextRef="#ctx0" brushRef="#br0">0 82 3433,'2'-8'5327,"-2"8"-5238,6-2 30,0-1 0,0 1 1,0 0-1,0 0 1,0 0-1,1 1 1,-1 0-1,0 0 0,1 1 1,-1 0-1,9 1 1,11-2 191,466-52 1596,-464 49-3085</inkml:trace>
</inkml:ink>
</file>

<file path=ppt/ink/ink18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36.486"/>
    </inkml:context>
    <inkml:brush xml:id="br0">
      <inkml:brushProperty name="width" value="0.1" units="cm"/>
      <inkml:brushProperty name="height" value="0.1" units="cm"/>
      <inkml:brushProperty name="color" value="#004F8B"/>
    </inkml:brush>
  </inkml:definitions>
  <inkml:trace contextRef="#ctx0" brushRef="#br0">25 1 2561,'0'0'3868,"-2"5"-2475,-1 11-1194,0 0 1,1 0 0,1 0 0,0 0-1,1 0 1,3 26 0,0 10-57,-13 115 363,5-107 411,2 75 1,4-123-1256,3 0-754</inkml:trace>
</inkml:ink>
</file>

<file path=ppt/ink/ink18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37.315"/>
    </inkml:context>
    <inkml:brush xml:id="br0">
      <inkml:brushProperty name="width" value="0.1" units="cm"/>
      <inkml:brushProperty name="height" value="0.1" units="cm"/>
      <inkml:brushProperty name="color" value="#004F8B"/>
    </inkml:brush>
  </inkml:definitions>
  <inkml:trace contextRef="#ctx0" brushRef="#br0">34 0 4313,'0'0'59,"-1"0"1,1 0-1,0 0 0,-1 0 1,1 0-1,0 0 0,-1 0 1,1 0-1,-1 0 0,1 0 1,0 1-1,-1-1 0,1 0 1,0 0-1,-1 0 0,1 0 0,0 0 1,-1 1-1,1-1 0,0 0 1,-1 0-1,1 1 0,0-1 1,0 0-1,-1 0 0,1 1 1,0-1-1,0 0 0,0 1 1,-1-1-1,1 0 0,0 1 1,-4 18 871,4 24-386,0-40-446,3 46 297,3 120 284,-7-144-306,-1 1-1,-2-1 0,0 0 1,-13 43 1515,18-74-822,10-33-691,1 1 1,36-73-1,-40 93-354,0 1-56,1-1 0,1 1-1,0 1 1,19-22 0,-26 33-3,1 0 1,0 1-1,1 0 0,-1 0 0,1 0 0,0 0 1,0 1-1,0 0 0,0 0 0,0 0 1,1 1-1,0-1 0,-1 1 0,1 1 1,0-1-1,0 1 0,0 0 0,10 0 1,-11 1 22,-1 1 0,1 1 0,-1-1 0,1 1 0,-1-1 1,1 1-1,-1 1 0,0-1 0,0 1 0,0-1 0,0 1 0,-1 0 1,1 0-1,-1 1 0,1-1 0,-1 1 0,0 0 0,-1-1 1,1 2-1,3 7 0,5 7-34,-2 1 1,0 0-1,6 24 0,-11-33 75,0 1 0,-1-1 0,-1 1 0,1 0 0,-2 0 0,0 1 0,0-1 0,-1 0 0,0 0 1,-5 22 1583,6-39-1234,1-5-303,1 1-1,0-1 1,0 0-1,1 1 0,0 0 1,1 0-1,8-14 1,48-59-222,-44 60 37,2 1 0,0 1-1,23-18 1,-35 32 62,0 1-1,1 0 1,-1 0-1,1 0 1,0 1-1,0 0 1,1 0 0,-1 1-1,1 0 1,0 1-1,0 0 1,0 0-1,11 0 1,-17 3 1,0-1 1,1 1-1,-1 0 1,0 0-1,1 0 1,-1 0 0,0 1-1,0-1 1,0 1-1,0 0 1,0 0-1,0 0 1,0 0-1,-1 1 1,1-1-1,-1 1 1,0-1-1,0 1 1,0 0-1,0 0 1,0 0-1,0 0 1,-1 0 0,2 6-1,5 9-131,-2 1 0,9 39 0,-12-46 156,0 1 65,0 0 0,-1 0 0,-1 1 0,0-1 0,-1 1 1,0-1-1,-1 1 0,-1-1 0,0 0 0,0 1 0,-8 19 0,9-30-58,0 0-1,0 0 0,0 0 1,0 0-1,0 0 1,1 0-1,-1 1 0,1-1 1,0 0-1,0 4 1,4 5-1539</inkml:trace>
</inkml:ink>
</file>

<file path=ppt/ink/ink18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44.028"/>
    </inkml:context>
    <inkml:brush xml:id="br0">
      <inkml:brushProperty name="width" value="0.1" units="cm"/>
      <inkml:brushProperty name="height" value="0.1" units="cm"/>
      <inkml:brushProperty name="color" value="#004F8B"/>
    </inkml:brush>
  </inkml:definitions>
  <inkml:trace contextRef="#ctx0" brushRef="#br0">0 1082 2545,'4'2'7389,"11"-5"-5644,17-13-1459,-31 15-265,1 1-1,-1-1 0,1 0 1,-1 1-1,1-1 0,-1 0 0,0 0 1,1 0-1,-1 0 0,0 0 1,0-1-1,0 1 0,0 0 1,0 0-1,0-1 0,0 1 1,0-1-1,0-1 0,2-3 48,9-14 155,-1 0 0,-1-1 1,0 0-1,-2 0 0,-1-1 1,7-30-1,-7 26-126,14-56 125,-9 32-120,22-57 1,-12 41-93,-2-1 0,-3 0 0,14-135 0,-26 166-13,0-7-70,12-55 1,-15 83-400,-10 17-750,-9 17 376,16-19 944,-49 74-328,39-55 284,-1-1-1,-27 31 1,3-15 1122,36-41-1100,1 0 0,0-1 0,1 1 0,-1 0 0,2-1 1,-1 1-1,1 0 0,0 1 0,0-1 0,0 0 0,8-9 0,1-3-96,1 1-1,29-31 1,-41 48-6,0 0 1,1 0-1,-1 0 0,1 0 0,-1 0 1,1 0-1,-1 0 0,1 1 1,0-1-1,-1 1 0,1-1 0,0 1 1,-1-1-1,1 1 0,0 0 0,0 0 1,-1 0-1,1 0 0,0 0 1,0 0-1,-1 0 0,1 1 0,0-1 1,-1 1-1,1-1 0,0 1 1,-1 0-1,3 1 0,0 0 40,0 0 0,0 1 0,0 0 0,-1 0 0,1 0 0,-1 0-1,1 0 1,-1 1 0,4 6 0,133 194 794,-120-174 894,-26-38-1489,-5-2-218,0 0-1,-1 1 0,0 1 0,0 0 1,-1 1-1,0 0 0,0 1 0,-25-8 0,15 8-55,0 1 0,0 1 0,-1 1 0,1 1 0,-1 1 0,1 1 0,-1 1 0,1 1 0,-26 6 0,20 0-633</inkml:trace>
</inkml:ink>
</file>

<file path=ppt/ink/ink18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44.939"/>
    </inkml:context>
    <inkml:brush xml:id="br0">
      <inkml:brushProperty name="width" value="0.1" units="cm"/>
      <inkml:brushProperty name="height" value="0.1" units="cm"/>
      <inkml:brushProperty name="color" value="#004F8B"/>
    </inkml:brush>
  </inkml:definitions>
  <inkml:trace contextRef="#ctx0" brushRef="#br0">45 55 3577,'-5'-54'6917,"4"58"-6731,-22 347 1255,15-271-1112,4-52-336,2 0 0,0 31 0,4-47-1804</inkml:trace>
</inkml:ink>
</file>

<file path=ppt/ink/ink18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45.470"/>
    </inkml:context>
    <inkml:brush xml:id="br0">
      <inkml:brushProperty name="width" value="0.1" units="cm"/>
      <inkml:brushProperty name="height" value="0.1" units="cm"/>
      <inkml:brushProperty name="color" value="#004F8B"/>
    </inkml:brush>
  </inkml:definitions>
  <inkml:trace contextRef="#ctx0" brushRef="#br0">1 106 4625,'2'-5'212,"0"-1"0,1 1 0,-1 0 0,1-1 0,0 1 0,1 0 0,-1 1 0,1-1 0,0 1 0,0 0 0,1 0 0,-1 0 0,1 0-1,0 1 1,0-1 0,0 1 0,0 1 0,1-1 0,-1 1 0,10-3 0,-4 1-58,1 1-1,0 0 1,0 0-1,0 1 1,0 1-1,0 0 1,1 1 0,-1 0-1,14 2 1,-15 0-72,0 1 0,0 0 1,0 1-1,-1 0 0,1 1 0,17 11 1,-24-14-79,0 1 0,-1-1 0,1 1 0,-1-1 0,1 1 0,-1 0 0,0 1 0,0-1 0,0 0 0,-1 1 0,1 0 0,-1-1 0,0 1 0,0 0 0,0 0 0,-1 0 0,1 1 0,-1-1 0,0 0 0,1 7 0,-3-8 3,1 0-1,-1-1 1,0 1 0,0-1 0,0 1 0,0-1-1,0 1 1,0-1 0,-1 1 0,1-1 0,-1 0-1,0 0 1,0 0 0,1 0 0,-1 0 0,0 0-1,-1-1 1,1 1 0,0-1 0,0 1-1,-1-1 1,-3 2 0,-9 4 45,1-1-1,-25 7 1,30-10-34,-216 59 581,222-61-504,10 4 105,50 22-187,-41-21-56,0 1 0,-1 0 0,1 2 1,-2 0-1,15 11 0,21 33 109,-40-41-6,0-1 1,1 0-1,23 18 1,-17-17-489</inkml:trace>
</inkml:ink>
</file>

<file path=ppt/ink/ink18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45.905"/>
    </inkml:context>
    <inkml:brush xml:id="br0">
      <inkml:brushProperty name="width" value="0.1" units="cm"/>
      <inkml:brushProperty name="height" value="0.1" units="cm"/>
      <inkml:brushProperty name="color" value="#004F8B"/>
    </inkml:brush>
  </inkml:definitions>
  <inkml:trace contextRef="#ctx0" brushRef="#br0">128 45 1960,'0'0'98,"0"0"-1,0 0 1,-6 3 2534,5-3-2535,1 1 0,0-1 1,0 0-1,0 0 1,0 0-1,0 1 1,0-1-1,0 0 1,0 1-1,0-1 1,0 0-1,6 14 702,11 7-895,-15-20 168,1 1 0,0-1-1,0 0 1,0 0 0,0 0-1,0 0 1,0 0 0,0-1-1,1 1 1,-1-1 0,0 0-1,0 0 1,0 0 0,1-1-1,-1 1 1,0-1 0,3 0-1,2 0 142,8-2 225,-1 0-1,26-8 1,-36 10-361,-1 0 1,1-1 0,-1 0-1,0 0 1,0 0 0,0 0-1,0-1 1,-1 1-1,1-1 1,-1 0 0,1 0-1,-1-1 1,5-6 0,-8 10-80,0-1 1,1 0 0,-1 0 0,0 0 0,0 1 0,0-1 0,0 0-1,0 0 1,0 0 0,-1 1 0,1-1 0,0 0 0,0 0 0,-1 0-1,1 1 1,0-1 0,-1 0 0,1 1 0,-1-1 0,1 0 0,-1 1-1,1-1 1,-1 0 0,1 1 0,-1-1 0,1 1 0,-1-1 0,0 1-1,1-1 1,-1 1 0,0 0 0,0-1 0,1 1 0,-1 0-1,0-1 1,0 1 0,0 0 0,1 0 0,-1 0 0,-1 0 0,-35-9-202,21 8 171,0 0 0,0 0 0,0 2 0,0 0 0,0 1 0,0 0 0,0 1-1,1 1 1,-18 6 0,27-8 79,-1 1-1,1-1 0,0 1 0,0 0 1,0 1-1,1-1 0,-1 1 1,1 0-1,0 1 0,0-1 0,0 1 1,1 0-1,-1 0 0,1 0 1,0 1-1,1-1 0,-1 1 0,1 0 1,1 0-1,-1 0 0,1 1 1,0-1-1,0 0 0,-1 10 0,3-13 5,-1 1-1,1-1 1,0 0-1,1 0 0,-1 0 1,0 1-1,1-1 0,0 0 1,0 0-1,0 0 0,0 0 1,0 0-1,1 0 1,-1 0-1,1 0 0,0 0 1,-1-1-1,1 1 0,1-1 1,-1 1-1,0-1 0,1 0 1,-1 0-1,1 0 1,-1 0-1,1-1 0,0 1 1,4 1-1,4 1-182,0 0 0,-1-1 0,2 0 0,-1-1 1,0 0-1,0-1 0,13 0 0,29-1-2646</inkml:trace>
</inkml:ink>
</file>

<file path=ppt/ink/ink18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46.391"/>
    </inkml:context>
    <inkml:brush xml:id="br0">
      <inkml:brushProperty name="width" value="0.1" units="cm"/>
      <inkml:brushProperty name="height" value="0.1" units="cm"/>
      <inkml:brushProperty name="color" value="#004F8B"/>
    </inkml:brush>
  </inkml:definitions>
  <inkml:trace contextRef="#ctx0" brushRef="#br0">363 60 3665,'-1'-3'217,"0"-1"1,0 1 0,-1 0 0,0 0-1,0 0 1,0 0 0,0 0-1,0 0 1,0 0 0,-1 0-1,1 1 1,-1 0 0,0-1 0,0 1-1,0 0 1,0 0 0,0 0-1,0 1 1,-1-1 0,1 1-1,0 0 1,-1 0 0,1 0-1,-1 0 1,0 1 0,-6-1 0,-10 0-138,1 0 0,0 1 0,-33 6 0,43-5 152,-4 0-73,-1 2 0,1-1 0,-1 2 0,1 0 0,0 0 0,1 2 0,-19 9 0,28-14-138,0 1 0,0 0 0,1-1 1,-1 1-1,1 0 0,-1 1 0,1-1 0,0 0 0,0 1 0,0-1 0,0 1 0,0-1 0,0 1 0,1 0 0,-1 0 0,1 0 0,0 0 1,0 0-1,0 0 0,0 0 0,1 0 0,-1 1 0,1-1 0,0 0 0,0 0 0,0 1 0,0-1 0,1 0 0,-1 0 0,1 0 0,0 0 1,-1 1-1,2-1 0,-1 0 0,0 0 0,1-1 0,1 4 0,0 0 60,0-1 0,0 0 0,0 0 0,1 0 0,-1-1 1,1 1-1,1-1 0,-1 0 0,0 0 0,1-1 0,0 1 0,0-1 0,0 0 0,0 0 0,0-1 1,10 4-1,-8-4-1,1-1 1,0 0 0,0 0 0,0 0-1,0-1 1,0 0 0,-1-1-1,1 0 1,0 0 0,0-1-1,8-2 1,3-3-9,-1 0 0,0-1 0,-1-1 0,0-1 0,0 0-1,-1-1 1,-1-1 0,0 0 0,17-19 0,-17 19-384,-14 12 289,-1 0-1,0 1 1,0-1-1,0 0 1,0 0-1,1 0 1,-1 0 0,0 0-1,0 0 1,0 1-1,0-1 1,1 0-1,-1 0 1,0 0-1,0 0 1,0 1 0,0-1-1,0 0 1,0 0-1,0 0 1,0 1-1,0-1 1,0 0-1,0 0 1,1 1-1,-1-1 1,0 0 0,0 0-1,0 0 1,-1 1-1,1-1 1,0 0-1,0 0 1,0 0-1,0 1 1,0-1 0,0 0-1,0 0 1,0 0-1,0 1 1,-13 36-628,10-29 662,0 0 0,0 0 1,1 0-1,0 0 1,0 10-1,1-15-37,1 0 0,0-1-1,0 1 1,1 0-1,-1 0 1,0-1 0,1 1-1,0 0 1,-1-1 0,1 1-1,0-1 1,1 1-1,-1-1 1,0 1 0,1-1-1,-1 0 1,1 0 0,0 0-1,3 4 1,18 9-1479</inkml:trace>
</inkml:ink>
</file>

<file path=ppt/ink/ink18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47.246"/>
    </inkml:context>
    <inkml:brush xml:id="br0">
      <inkml:brushProperty name="width" value="0.1" units="cm"/>
      <inkml:brushProperty name="height" value="0.1" units="cm"/>
      <inkml:brushProperty name="color" value="#004F8B"/>
    </inkml:brush>
  </inkml:definitions>
  <inkml:trace contextRef="#ctx0" brushRef="#br0">330 519 3161,'0'-7'480,"0"0"1,-1 0 0,1 0-1,-1 0 1,-1 0 0,1 1 0,-1-1-1,0 1 1,0-1 0,-1 1-1,0 0 1,-5-8 0,5 11-426,0-1 1,0 1-1,0-1 1,-1 1-1,0 0 1,1 1-1,-1-1 1,0 1-1,0 0 1,-1-1-1,1 2 1,0-1-1,-1 0 1,1 1-1,-1 0 1,1 0-1,-1 1 1,0-1-1,-4 1 1,-3 0-22,1 0 1,-1 1-1,1 1 1,0 0-1,0 1 1,0 0 0,0 0-1,0 1 1,1 1-1,-20 10 1,24-12-8,1 0 1,0 1-1,0-1 1,0 1-1,0 0 1,1 0-1,-1 0 1,1 1-1,0 0 1,0-1-1,1 1 1,0 1-1,-1-1 1,2 0 0,-1 1-1,1 0 1,-1-1-1,2 1 1,-1 0-1,1 0 1,-2 10-1,3-13 29,1 1 0,-1-1 0,0 0-1,1 1 1,0-1 0,-1 0 0,1 0 0,1 1-1,-1-1 1,0 0 0,1 0 0,0 0 0,-1-1 0,1 1-1,0 0 1,0-1 0,1 1 0,-1-1 0,1 0-1,-1 1 1,1-1 0,0 0 0,-1-1 0,1 1-1,0 0 1,0-1 0,0 0 0,1 0 0,-1 0 0,0 0-1,0 0 1,7 0 0,-1 1 59,-1-2 0,1 1 0,0-1 0,0-1 0,-1 1 0,1-1 0,0-1 0,-1 0 0,1 0 0,-1 0 0,13-7 0,-1-1-75,-1-1 0,0-2 0,-1 1-1,0-2 1,-1-1 0,-1 0 0,0-1-1,-1 0 1,-1-1 0,0-1 0,-1-1 0,-2 0-1,0 0 1,0-1 0,-2 0 0,-1-1 0,8-26-1,-6 5-236,6-48-1,-14 74 46,-1 0-1,-1 0 1,0 0 0,-1-1-1,-1 1 1,-5-21 0,7 37 129,0-1-1,0 1 1,0-1 0,0 1 0,0-1 0,0 1 0,0-1 0,0 1 0,-1 0 0,1-1-1,0 1 1,0-1 0,-1 1 0,1 0 0,0-1 0,0 1 0,-1 0 0,1-1 0,0 1-1,-1 0 1,1-1 0,-1 1 0,1 0 0,0 0 0,-1-1 0,1 1 0,-1 0 0,1 0-1,-1 0 1,1 0 0,-1 0 0,1 0 0,-1 0 0,1 0 0,0 0 0,-1 0 0,1 0-1,-1 0 1,1 0 0,-1 0 0,1 0 0,-1 0 0,1 0 0,-1 0 0,1 1 0,0-1-1,-1 0 1,1 0 0,-1 1 0,1-1 0,0 0 0,-1 0 0,1 1 0,0-1 0,-1 1-1,1-1 1,0 0 0,0 1 0,-1-1 0,1 0 0,0 1 0,0-1 0,-1 1 0,-20 29-791,21-29 807,-8 14-139,1 0-1,0 0 0,1 1 0,1 0 0,1 0 0,-3 18 0,-9 105 157,13-109 95,2-19-6,1 0 0,0 0 0,0 0 0,1 0 0,1 0 0,-1 0 0,2 0 0,0 0 0,5 13 1,-6-20-27,0 1 1,0-1-1,0 0 1,1-1 0,0 1-1,-1 0 1,1-1 0,1 1-1,-1-1 1,0 0-1,1 0 1,0-1 0,-1 1-1,1-1 1,0 1 0,0-1-1,1 0 1,-1-1-1,0 1 1,1-1 0,-1 0-1,1 0 1,-1 0 0,8 0-1,-2 0 11,0-1 1,1 0-1,-1 0 0,0-1 0,1-1 0,-1 0 0,0 0 1,0-1-1,0 0 0,0-1 0,-1 0 0,1 0 0,-1-1 0,0 0 1,0-1-1,-1 0 0,0 0 0,11-11 0,31-25-306,-49 41-104,3 8-974,-1 6 1242,-1 0 0,0 0 0,-1 0 0,-1 1 0,0 14 0,-1-17 177,0 1-1,1-1 1,1 1 0,0 0 0,1-1 0,0 1 0,0-1-1,1 0 1,7 15 0,-10-25-138,1 1 0,-1-1 0,1 0 0,0 0 0,0 0 0,0 0-1,-1 0 1,1 0 0,0 0 0,0 0 0,0 0 0,1 0 0,-1-1 0,0 1 0,1 0 0,7 2-1120</inkml:trace>
</inkml:ink>
</file>

<file path=ppt/ink/ink18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47.400"/>
    </inkml:context>
    <inkml:brush xml:id="br0">
      <inkml:brushProperty name="width" value="0.1" units="cm"/>
      <inkml:brushProperty name="height" value="0.1" units="cm"/>
      <inkml:brushProperty name="color" value="#004F8B"/>
    </inkml:brush>
  </inkml:definitions>
  <inkml:trace contextRef="#ctx0" brushRef="#br0">51 3 2625,'-11'-1'776,"-2"0"560,1 1-408,5 2-632,1 6-192,4 5-48,4 1-384</inkml:trace>
</inkml:ink>
</file>

<file path=ppt/ink/ink18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48.578"/>
    </inkml:context>
    <inkml:brush xml:id="br0">
      <inkml:brushProperty name="width" value="0.1" units="cm"/>
      <inkml:brushProperty name="height" value="0.1" units="cm"/>
      <inkml:brushProperty name="color" value="#004F8B"/>
    </inkml:brush>
  </inkml:definitions>
  <inkml:trace contextRef="#ctx0" brushRef="#br0">41 1 2216,'-5'84'4865,"-20"39"-3075,15-72 647,12-72-1238,1 13-1153,0-1 1,0 0 0,1 1 0,0 0 0,1 0-1,0 0 1,0 0 0,0 1 0,1 0-1,0 0 1,1 0 0,-1 1 0,1 0-1,1 0 1,9-5 0,-2 1-99,0 1 0,1 1 0,1 0 0,-1 1 0,1 1 0,32-7 0,-39 10 44,0 2 0,0-1 0,0 1 0,1 1 0,-1 0 0,0 0 0,0 1 0,0 0 1,0 1-1,15 4 0,-19-4 28,-1 1 0,1 0 0,-1 0 0,0 0 0,0 0 1,0 1-1,-1 0 0,1 0 0,-1 0 0,0 0 0,0 1 1,0 0-1,-1 0 0,1 0 0,-1 0 0,-1 0 0,1 1 1,-1-1-1,2 7 0,-1-2 48,0 0 1,-2 0-1,2 16 1,-2-18 67,0 1-1,0-1 1,0 0-1,1 0 1,0 0-1,5 10 1,-5-15-232,0-1 0,0 1 1,0-1-1,0 0 0,0 0 1,1 0-1,-1 0 0,1 0 1,-1-1-1,1 1 0,0-1 1,0 1-1,0-1 0,0 0 1,0 0-1,0-1 0,0 1 1,0 0-1,0-1 0,0 0 1,0 0-1,0 0 0,0 0 1,0 0-1,6-2 0,5 0-399,-1 0 0,0-1 0,1-1 0,19-8 0,-13 3 485,0-2-1,-1 0 1,0-1-1,0-1 1,-2-1-1,1 0 1,-2-2-1,0 0 1,24-31-1,-39 46 97,1-1 0,-1 1 0,0-1 0,0 0 1,0 0-1,0 0 0,0 0 0,0 0 0,0 0 0,-1 0 0,1 0 0,-1 0 1,1 0-1,-1 0 0,0 0 0,0-1 0,0 1 0,0 0 0,0 0 0,0 0 1,-2-4-1,1 4-18,0 1 0,0-1 0,-1 0 0,1 1 0,-1-1 0,1 1 0,-1-1 0,0 1 0,1 0 1,-1 0-1,0 0 0,0 0 0,0 0 0,0 0 0,0 0 0,0 1 0,-3-2 0,-9 0 57,1 0-1,-1 1 1,1 0-1,-1 1 1,-18 2-1,24-1-112,0 1 0,0-1-1,0 2 1,0-1-1,0 1 1,0 0 0,1 0-1,-1 1 1,1 0-1,0 1 1,0 0 0,1 0-1,-1 0 1,-5 7-1,9-9 15,0 0-1,1 0 0,-1 0 1,1 1-1,0-1 1,0 1-1,0-1 0,1 1 1,-1 0-1,1 0 0,0-1 1,0 1-1,0 0 0,0 0 1,1 0-1,0 0 1,-1 0-1,1 0 0,1 1 1,-1-1-1,1 0 0,0 0 1,-1-1-1,2 1 1,-1 0-1,0 0 0,1 0 1,0-1-1,0 1 0,3 4 1,-2-4 40,0 0 1,0 0-1,0 0 0,0 0 1,1 0-1,0-1 1,-1 0-1,1 0 1,0 0-1,1 0 0,-1-1 1,1 1-1,-1-1 1,1 0-1,0 0 1,-1-1-1,1 0 0,0 0 1,0 0-1,0 0 1,0-1-1,0 1 1,0-1-1,0-1 0,0 1 1,0-1-1,0 0 1,6-1-1,1-2-18,0 0 0,0 0-1,-1-2 1,1 1 0,-1-1-1,0-1 1,-1 0 0,0 0-1,0-1 1,10-10 0,-19 16-159,-1 6-941,-68 235 39,-10 50 1255,65-189-165,11-69 8,-2 1 0,-1-1 0,-16 50-1,20-77-67,-1 0-1,0 0 1,0 0-1,0 0 1,0 0-1,-1-1 1,1 0-1,-1 1 1,0-1-1,0 0 0,0 0 1,0 0-1,-1-1 1,1 1-1,-1-1 1,0 0-1,0 0 1,0 0-1,0-1 1,0 1-1,0-1 1,0 0-1,0 0 1,0 0-1,-1-1 1,1 1-1,-8-1 1,5 0 5,0-1 1,0 0 0,1 0 0,-1-1-1,0 1 1,1-1 0,-1-1 0,1 1-1,0-1 1,0 0 0,0-1 0,0 0-1,0 1 1,1-2 0,0 1 0,-1-1-1,-3-5 1,-1-2 54,1-1-1,1 0 1,0 0 0,1-1-1,1 1 1,0-2 0,0 1-1,2-1 1,0 0 0,0 0-1,-1-16 1,4 19-25,0-1 1,1 1-1,0 0 1,0-1-1,2 1 1,0 0-1,0 0 1,1-1-1,0 2 1,1-1-1,0 0 1,1 1-1,1 0 1,8-14-1,6-1-9,1 0-1,1 1 0,2 1 1,0 2-1,29-22 0,139-86-1125,-90 69-970</inkml:trace>
</inkml:ink>
</file>

<file path=ppt/ink/ink18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49.405"/>
    </inkml:context>
    <inkml:brush xml:id="br0">
      <inkml:brushProperty name="width" value="0.1" units="cm"/>
      <inkml:brushProperty name="height" value="0.1" units="cm"/>
      <inkml:brushProperty name="color" value="#004F8B"/>
    </inkml:brush>
  </inkml:definitions>
  <inkml:trace contextRef="#ctx0" brushRef="#br0">364 74 1784,'-22'-4'1083,"1"0"-1,-1 1 1,1 1-1,-28 1 0,29 2-820,0 0-1,1 2 0,-1 0 1,0 2-1,1 0 1,0 1-1,0 0 0,-21 12 1,38-18-240,1 1 0,-1 0 0,0 0 0,0 0 0,0 0 0,0 0 0,1 0 0,-1 1 0,1-1 1,-1 1-1,1-1 0,-1 1 0,1-1 0,0 1 0,0 0 0,-1 0 0,2-1 0,-1 1 0,0 0 0,0 0 0,0 0 0,1 0 1,-1 3-1,1-3 12,1 1 0,-1-1 0,1 0 0,0 0 0,0 1 0,0-1 0,0 0 1,1 0-1,-1 0 0,0 0 0,1 0 0,-1 0 0,1-1 0,0 1 0,0 0 0,-1-1 1,1 0-1,0 1 0,5 1 0,4 4 79,0-1 0,1-1 1,0 0-1,1-1 0,-1 0 1,1-1-1,0 0 0,-1-1 0,1 0 1,0-1-1,0-1 0,0 0 0,1-1 1,17-3-1,-8 0-2,-1 0-1,0-2 1,-1-1 0,1 0-1,-1-2 1,-1 0 0,31-20 0,-46 26-84,-1 0 0,1 0 0,-1-1 0,0 0 0,0 0 0,0 0 1,0 0-1,0-1 0,-1 0 0,3-5 0,-5 8-26,0 0 0,0 0 0,-1 0 0,1 0 0,-1 0 0,1 0 0,-1 0 0,0 0 0,1 0 0,-1 0 0,0 0 0,0-1 0,-1 1 0,1 0 0,0 0 0,-1 0 0,0 0 0,1 0 0,-1 0 0,0 0 0,0 0 0,0 0 0,0 0 0,0 0 0,0 1 0,-1-1 0,1 0 0,-1 1 0,-2-3 0,-1 0-75,-1-1 0,0 1 1,0 1-1,-1-1 1,1 1-1,-1 0 0,0 1 1,0-1-1,0 1 0,0 1 1,0-1-1,0 1 1,0 1-1,0-1 0,-1 1 1,1 0-1,0 1 1,-14 2-1,3 1 13,0 0 0,0 1-1,0 1 1,1 0 0,0 1 0,-21 13 0,18-6-337,8 0-553</inkml:trace>
</inkml:ink>
</file>

<file path=ppt/ink/ink18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49.852"/>
    </inkml:context>
    <inkml:brush xml:id="br0">
      <inkml:brushProperty name="width" value="0.1" units="cm"/>
      <inkml:brushProperty name="height" value="0.1" units="cm"/>
      <inkml:brushProperty name="color" value="#004F8B"/>
    </inkml:brush>
  </inkml:definitions>
  <inkml:trace contextRef="#ctx0" brushRef="#br0">91 1 5601,'-1'0'55,"1"-1"-1,-1 1 1,1 0 0,-1 0-1,0 0 1,1 0 0,-1 0-1,0 0 1,1 0-1,-1 0 1,1 0 0,-1 1-1,0-1 1,1 0 0,-1 0-1,1 0 1,-1 1-1,1-1 1,-1 0 0,1 1-1,-1-1 1,1 0 0,-1 1-1,1-1 1,-1 1-1,1-1 1,-1 1 0,-10 14-368,10-14 408,-3 7-127,1 0 0,-1 0-1,1 0 1,1 1 0,0-1-1,0 1 1,-1 8 0,-3 12 9,-27 94 659,33-121 323,4-14-528,0 0 0,1 0 0,8-13 0,-1 1-296,-7 14-130,1 0-1,0 1 1,0-1 0,1 1-1,0 0 1,1 1-1,0 0 1,0 0 0,1 1-1,0 0 1,0 0-1,1 1 1,12-7 0,-16 10-8,0 1 0,1-1 1,-1 1-1,1 0 1,0 0-1,-1 1 1,1 0-1,0 0 0,0 1 1,0 0-1,0 0 1,-1 0-1,1 1 1,0 0-1,0 0 0,0 1 1,-1 0-1,1 0 1,-1 1-1,0-1 1,1 1-1,-1 1 0,6 3 1,-2 0 33,0 0 0,-1 1 1,1 0-1,-1 0 0,-1 1 0,0 0 1,12 17-1,-18-22-13,0 0 1,0 0-1,-1 0 0,1 0 1,-1 0-1,0 1 0,0-1 1,0 0-1,0 1 1,-1-1-1,0 1 0,0-1 1,0 0-1,0 1 0,-1-1 1,0 0-1,1 1 1,-2-1-1,1 0 0,0 0 1,-1 1-1,0-1 1,0-1-1,-3 5 0,-7 14-606</inkml:trace>
</inkml:ink>
</file>

<file path=ppt/ink/ink18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50.318"/>
    </inkml:context>
    <inkml:brush xml:id="br0">
      <inkml:brushProperty name="width" value="0.1" units="cm"/>
      <inkml:brushProperty name="height" value="0.1" units="cm"/>
      <inkml:brushProperty name="color" value="#004F8B"/>
    </inkml:brush>
  </inkml:definitions>
  <inkml:trace contextRef="#ctx0" brushRef="#br0">47 89 2865,'0'-87'4891,"0"85"-4425,0 6-140,-44 308 2416,42-301-2630,2 0-1,-1 0 1,1 0-1,2 11 1,1-11-1350</inkml:trace>
</inkml:ink>
</file>

<file path=ppt/ink/ink18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51.054"/>
    </inkml:context>
    <inkml:brush xml:id="br0">
      <inkml:brushProperty name="width" value="0.1" units="cm"/>
      <inkml:brushProperty name="height" value="0.1" units="cm"/>
      <inkml:brushProperty name="color" value="#004F8B"/>
    </inkml:brush>
  </inkml:definitions>
  <inkml:trace contextRef="#ctx0" brushRef="#br0">0 299 2104,'0'0'1982,"4"0"-980,17-2-439,1 1 0,23 2 0,42-2 19,-68-1-491,89-14 252,-94 14-275,-1-2 0,0 0 0,0 0 1,0-1-1,22-13 0,-32 16-51,0 0 1,0-1-1,0 1 1,-1-1-1,1 1 1,-1-1-1,0 0 1,0 0 0,0 0-1,0 0 1,0 0-1,0 0 1,-1 0-1,0-1 1,0 1-1,0 0 1,0-1-1,0 1 1,0-1-1,-1 0 1,0 1-1,0-1 1,0-4 0,-2-8 7,0 0 1,-1 1 0,-1-1-1,-5-14 1,3 8-32,5 19-1,0-1 1,0 1-1,-1 0 1,1-1-1,-1 1 0,0 0 1,1 0-1,-1 0 1,-1 1-1,1-1 1,0 0-1,-1 1 1,-2-3-1,4 4 10,0 1-1,1 0 0,-1-1 0,0 1 1,0-1-1,0 1 0,0 0 0,1 0 1,-1-1-1,0 1 0,0 0 0,0 0 1,0 0-1,0 0 0,0 0 0,0 0 1,1 0-1,-1 1 0,0-1 0,0 0 1,-1 1-1,0 0 15,1 0 0,-1 0 0,0 0 1,1 0-1,-1 1 0,1-1 0,0 1 0,0-1 0,-1 1 1,1-1-1,0 1 0,0 0 0,-1 3 0,-3 9 80,1 0 0,1 1 0,0 0 0,1 0-1,1 0 1,0 0 0,1 0 0,1 17 0,0 0 65,9 148 3141,-9-188-2580,1-2-682,0 0 0,1 0-1,1 1 1,-1-1 0,1 1 0,1 0 0,0 0-1,0 0 1,1 0 0,0 1 0,1 0 0,-1 1-1,1-1 1,1 1 0,12-9 0,-12 9-87,0 1 0,1 0-1,0 1 1,0 0 0,0 0 0,1 1 0,-1 0 0,1 1 0,0 0 0,0 0 0,1 1 0,-1 0 0,0 1 0,1 0-1,-1 1 1,11 1 0,-14 0-24,1 1 1,-1 1-1,1-1 0,-1 1 0,0 0 0,0 1 1,0 0-1,-1 0 0,1 0 0,-1 1 0,0 0 1,-1 0-1,1 0 0,-1 1 0,9 12 0,-11-14 85,0 0-1,0 0 0,0 0 1,-1 1-1,0-1 1,0 0-1,0 1 0,-1 0 1,0-1-1,1 1 1,-1 0-1,-1 0 0,1-1 1,-1 1-1,0 0 1,0 0-1,0 0 0,-1 0 1,0-1-1,0 1 1,0 0-1,0 0 0,-1-1 1,0 1-1,-4 7 0,-9 12-1076,10-14-1155</inkml:trace>
</inkml:ink>
</file>

<file path=ppt/ink/ink18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51.570"/>
    </inkml:context>
    <inkml:brush xml:id="br0">
      <inkml:brushProperty name="width" value="0.1" units="cm"/>
      <inkml:brushProperty name="height" value="0.1" units="cm"/>
      <inkml:brushProperty name="color" value="#004F8B"/>
    </inkml:brush>
  </inkml:definitions>
  <inkml:trace contextRef="#ctx0" brushRef="#br0">80 124 2425,'1'2'207,"1"0"-1,-1-1 1,0 1 0,1 0 0,-1-1 0,1 1 0,0-1 0,0 1 0,-1-1 0,1 0 0,0 0 0,0 0 0,0 0 0,0 0 0,0 0 0,0 0 0,1-1 0,-1 1 0,0-1 0,0 1 0,4-1 0,53 1 1451,-49-1-1132,8-1-27,0 0-1,0-2 1,21-4 0,-33 5-443,0 0 1,0 1-1,0-2 1,0 1-1,-1-1 0,1 0 1,-1 0-1,0 0 1,0-1-1,0 0 0,0 0 1,0 0-1,3-6 1,-7 9-57,0-1 0,0 1 0,0-1 0,-1 0 0,1 1 0,-1-1 0,1 0 0,-1 1 0,0-1 0,0 0 0,1 1 0,-1-1 0,0 0 0,-1 0 0,1 1 0,0-1 0,0 0 0,-1 0 0,1 1 0,-1-1 0,0 1 0,1-1 0,-1 0 0,0 1 0,0-1 0,0 1 0,0-1 0,0 1 0,0 0 0,-2-2 1,-1-1-36,1 1 0,0-1 1,-1 1-1,0 0 0,0 1 1,0-1-1,0 1 0,0-1 1,0 1-1,-6-2 0,0 2 24,0 1-1,-1 0 0,1 0 0,0 1 0,0 0 0,0 0 0,-1 2 0,1-1 0,0 1 0,0 0 0,0 1 0,1 1 0,-1-1 0,-10 6 0,7-2 46,0 1-1,0 0 0,0 0 1,1 1-1,0 1 1,1 0-1,0 1 0,-17 22 1,25-30 17,1 0 0,0 0 0,0 0 0,0 0 0,0 0-1,1 0 1,-1 1 0,1-1 0,0 0 0,0 1 0,0-1 0,0 1 0,1 0 0,-1-1 0,1 1 0,0-1 0,0 1 0,0 0 0,1-1 0,-1 1-1,1-1 1,0 1 0,0-1 0,0 1 0,0-1 0,1 1 0,-1-1 0,1 0 0,0 0 0,0 0 0,0 0 0,0 0 0,1 0 0,-1-1 0,1 1 0,0-1-1,0 0 1,5 4 0,2 1 146,1 0-1,0-2 0,0 1 1,0-1-1,1-1 0,-1 0 1,1 0-1,0-2 0,0 1 1,19 0-1,-1-3-341,0-1 0,0-2 0,0-2 0,0 0 0,56-19 1,-45 11-2554</inkml:trace>
</inkml:ink>
</file>

<file path=ppt/ink/ink18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52.255"/>
    </inkml:context>
    <inkml:brush xml:id="br0">
      <inkml:brushProperty name="width" value="0.1" units="cm"/>
      <inkml:brushProperty name="height" value="0.1" units="cm"/>
      <inkml:brushProperty name="color" value="#004F8B"/>
    </inkml:brush>
  </inkml:definitions>
  <inkml:trace contextRef="#ctx0" brushRef="#br0">248 129 3577,'11'-14'1852,"-6"9"-1202,-1-1 0,0 1-1,0-1 1,0 1-1,-1-1 1,5-11-1,-8 15-602,1 0 0,-1 0-1,0 0 1,0 0-1,0 1 1,0-1 0,0 0-1,0 0 1,0 0-1,-1 0 1,1 0 0,-1 1-1,1-1 1,-1 0-1,0 0 1,0 1 0,0-1-1,0 0 1,0 1-1,0-1 1,0 1 0,0 0-1,0-1 1,-1 1 0,1 0-1,-1-1 1,1 1-1,-1 0 1,1 0 0,-3 0-1,0-2-62,-1 1 0,0 0 1,0 0-1,0 1 0,0 0 0,0 0 0,0 0 0,0 0 0,0 1 1,0 0-1,0 0 0,0 0 0,-1 0 0,1 1 0,0 0 1,0 0-1,0 1 0,0-1 0,1 1 0,-1 0 0,-6 4 0,-4 1 34,1 1 0,0 1-1,1 0 1,0 1 0,-20 19-1,28-23 8,-1 0-1,1 1 0,0-1 0,0 1 1,1 0-1,0 0 0,0 1 1,-2 8-1,5-14 10,0 0 0,0 0 0,1 0 0,-1 0 0,1 0 0,-1 0 0,1 0 0,0 1-1,0-1 1,0 0 0,0 0 0,0 0 0,1 0 0,-1 0 0,1 0 0,-1 0 0,1 0 0,0 0 0,-1 0 0,1 0 0,0 0 0,0 0 0,1 0 0,-1-1 0,0 1 0,1 0 0,-1-1 0,1 1 0,-1-1 0,1 1 0,0-1 0,-1 0 0,1 0-1,0 0 1,0 0 0,2 1 0,12 3 121,1 0-1,-1-2 0,1 0 1,0 0-1,-1-2 0,1 0 1,17-2-1,55 6-181,-80-4 4,0 1-1,1 0 0,-1 0 1,0 1-1,0 0 0,-1 1 1,11 5-1,-18-8 16,1 0-1,-1-1 0,0 1 1,0 0-1,1-1 0,-1 1 0,0 0 1,0 0-1,0 0 0,0 0 1,0 0-1,0 0 0,-1 0 1,1 0-1,0 1 0,0-1 1,-1 0-1,1 0 0,-1 1 0,1-1 1,-1 3-1,0-3 4,0 0 0,0 0 0,-1 0 0,1 0-1,0 0 1,-1 0 0,0 1 0,1-1 0,-1 0 0,1 0 0,-1-1 0,0 1-1,0 0 1,0 0 0,1 0 0,-1 0 0,0-1 0,0 1 0,-2 1 0,-6 2 3,1 1 1,-1-1 0,-1 0-1,-13 3 1,-9 2-59,-2-2-1,1-1 1,-1-2-1,-51 1 0</inkml:trace>
</inkml:ink>
</file>

<file path=ppt/ink/ink18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53.440"/>
    </inkml:context>
    <inkml:brush xml:id="br0">
      <inkml:brushProperty name="width" value="0.1" units="cm"/>
      <inkml:brushProperty name="height" value="0.1" units="cm"/>
      <inkml:brushProperty name="color" value="#004F8B"/>
    </inkml:brush>
  </inkml:definitions>
  <inkml:trace contextRef="#ctx0" brushRef="#br0">227 456 3009,'1'-6'402,"-1"5"-259,0 0 0,0 1 0,1-1 0,-1 0 0,0 0 0,0 0-1,0 0 1,0 1 0,0-1 0,0 0 0,0 0 0,0 0 0,0 0 0,0 1-1,-1-1 1,1 0 0,0 0 0,-1 0 0,1 1 0,0-1 0,-1 0-1,1 0 1,-1 1 0,1-1 0,-1 1 0,1-1 0,-1 0 0,0 1-1,1-1 1,-1 1 0,0-1 0,1 1 0,-1-1 0,0 1 0,0 0-1,1-1 1,-1 1 0,0 0 0,-1-1 0,-2 0-66,0 0 0,0 0 0,0 0 0,-1 1 0,1-1 0,0 1 0,0 0 0,-1 0 0,1 0 0,0 1 0,0-1 1,-1 1-1,1 0 0,0 1 0,0-1 0,0 1 0,0-1 0,0 1 0,0 1 0,1-1 0,-7 5 0,-4 3 138,1 1 0,0 0 0,1 1 0,-18 23 0,26-31-168,0 1 1,0 1-1,1-1 0,0 0 0,0 1 0,1-1 0,-1 1 0,1 0 0,0 0 1,1 0-1,0 0 0,0 0 0,0 0 0,0 1 0,1-1 0,1 7 0,-1-10 6,1 0-1,0 0 0,1 0 1,-1 0-1,0-1 0,1 1 1,0 0-1,0-1 0,-1 1 1,1-1-1,1 1 0,-1-1 1,0 0-1,1 0 0,-1 0 1,1 0-1,-1-1 0,1 1 1,0-1-1,0 1 0,0-1 0,0 0 1,0 0-1,0 0 0,0-1 1,3 1-1,12 3-222,0-2 1,0 0-1,22-1 0,-31-1-182,41 0-2653,-1-2 1,63-11-1,-75 6 2473,0-2 0,0-1 0,53-23-1,-76 27 797,-1-1 1,0 0-1,-1-1 0,0-1 0,0 0 0,-1 0 0,16-17 0,-22 21-35,0-1 0,-1 1-1,0-1 1,0 0 0,0 0-1,-1 0 1,0 0 0,0-1-1,0 1 1,-1-1 0,0 0 0,-1 0-1,1 0 1,-1 0 0,0 0-1,-1 0 1,0-12 0,-1 16-189,1 1-1,-1 0 1,0 0 0,1 0 0,-1-1-1,0 1 1,0 0 0,-1 0 0,1 0-1,0 0 1,-1 1 0,1-1 0,-1 0 0,0 0-1,1 1 1,-1-1 0,0 1 0,0 0-1,0-1 1,0 1 0,0 0 0,0 0 0,0 0-1,0 1 1,-1-1 0,1 0 0,0 1-1,0-1 1,-1 1 0,1 0 0,0 0 0,-5 0-1,-7 0-20,-1 1 0,0 0 0,-27 7 1,38-8 18,-29 7 181,1 0 0,0 2 0,-48 21 0,72-27-158,1 0 0,-1 1-1,1 0 1,0 0-1,1 1 1,-1 0-1,1 0 1,0 1 0,0-1-1,0 1 1,1 1-1,0-1 1,0 1-1,1 0 1,0 0-1,0 0 1,0 0 0,1 1-1,0 0 1,-3 11-1,6-16-17,0-1 0,-1 0 0,1 0 0,0 0 0,0 1-1,0-1 1,0 0 0,1 0 0,-1 1 0,1-1 0,-1 0 0,1 0 0,0 0-1,0 0 1,0 0 0,0 0 0,0 0 0,0 0 0,2 2 0,0-1 31,0-1 1,0 1-1,-1-1 1,2 0 0,-1 0-1,0 0 1,0-1-1,1 1 1,-1-1 0,7 2-1,6 1 129,0-2-1,0 0 0,1 0 0,18-2 1,-33 0-194,19 0 105,1-1 0,-1-1 0,1 0 0,-1-2 0,39-11 0,-50 11-97,-1 0 0,1-1 0,0 0 0,-1 0 0,0-1 0,0 0 0,-1 0 1,0-1-1,0-1 0,0 1 0,-1-1 0,0 0 0,9-15 0,12-18-281,-27 39-55,0 5 181,0 1 0,-1-1-1,0 1 1,0-1 0,0 1-1,0-1 1,-2 7 0,-2 10-48,1-10 170,1 0 1,0-1 0,1 1 0,0 18-1,1-26 42,0 0-1,1 0 0,-1 0 0,0 1 1,1-1-1,0 0 0,-1 0 1,1 0-1,0 0 0,0 0 0,0 0 1,0 0-1,0-1 0,1 1 0,-1 0 1,1 0-1,-1-1 0,1 1 1,-1-1-1,1 0 0,0 1 0,0-1 1,0 0-1,0 0 0,0 0 0,0 0 1,2 0-1,6 2 74,0-1-1,0-1 1,0 1 0,0-2 0,0 1-1,0-2 1,0 1 0,0-1 0,12-3-1,5-2 28,1-1-1,27-12 0,-44 14-95,1 0 1,-1-1-1,0 0 0,0-1 1,-1 0-1,0-1 0,0 0 0,-1-1 1,10-10-1,-7 5-15,0-2-1,-2 1 1,0-1 0,0-1-1,10-25 1,-4-2-101,-2-1-1,-2 0 1,-2-1 0,4-50 0,-12 84-12,-1 0 0,0 0 0,-1 0 0,-1 0 0,-3-20 0,4 30 53,0 0-1,-1 0 1,0 0 0,1 0 0,-1 0-1,0 1 1,0-1 0,0 0 0,0 0-1,0 0 1,0 1 0,-1-1 0,1 1-1,-1-1 1,1 1 0,-1 0 0,-1-2-1,1 2-16,0 1-1,0-1 1,0 1-1,0-1 1,-1 1-1,1 0 0,0 0 1,0 0-1,0 0 1,0 0-1,0 0 1,0 1-1,0-1 0,0 1 1,0 0-1,0-1 1,0 1-1,0 0 1,0 0-1,-3 2 0,2 0 1,-1-1 0,1 0 0,0 1 0,0 0 0,1 0 0,-1 0 0,0 0 0,1 0 0,0 0 0,0 1 0,0-1 0,0 1 0,0-1 0,1 1 0,0 0 0,-2 4 0,-1 9 7,1 0 0,-2 24 1,4-29 51,-5 44 78,-3 10 185,4 1 0,4 101 0,2-161-208,-1-1 1,1 1 0,0-1 0,1 0 0,-1 1-1,5 8 1,4 3-298</inkml:trace>
</inkml:ink>
</file>

<file path=ppt/ink/ink18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53.923"/>
    </inkml:context>
    <inkml:brush xml:id="br0">
      <inkml:brushProperty name="width" value="0.1" units="cm"/>
      <inkml:brushProperty name="height" value="0.1" units="cm"/>
      <inkml:brushProperty name="color" value="#004F8B"/>
    </inkml:brush>
  </inkml:definitions>
  <inkml:trace contextRef="#ctx0" brushRef="#br0">38 101 2777,'-1'2'130,"-1"1"1,1-1 0,0 1-1,0-1 1,0 1 0,0-1-1,0 1 1,0-1 0,1 1-1,-1 0 1,1-1 0,0 1-1,0 0 1,0 0 0,0-1-1,0 1 1,1 0 0,-1-1-1,1 1 1,0 0 0,-1-1-1,1 1 1,0-1 0,1 1-1,-1-1 1,0 0 0,1 1-1,-1-1 1,1 0 0,0 0-1,0 0 1,0 0 0,0 0-1,0-1 1,0 1 0,0 0-1,5 1 1,0 1-18,1-1 0,-1 0 1,1-1-1,0 0 0,0 0 0,0-1 0,0 0 1,0 0-1,0 0 0,0-1 0,13-2 1,-4 0-41,-1-1 0,0 0 0,0-2 0,0 1 0,-1-2 0,1 0 0,-1-1-1,-1 0 1,1-2 0,16-11 0,-29 18-73,0 0 0,0 1-1,0-1 1,0 0-1,0 0 1,0 0-1,-1 0 1,1-1-1,-1 1 1,1 0-1,-1-1 1,0 1-1,0-1 1,0 1-1,0-1 1,-1 1-1,1-1 1,-1 0 0,1 1-1,-1-1 1,0 0-1,0 1 1,0-1-1,0 0 1,-1 0-1,1 1 1,-1-1-1,0 1 1,1-1-1,-1 0 1,0 1-1,-1 0 1,1-1 0,0 1-1,-4-4 1,2 2-44,-1 0 1,0 0 0,0 0 0,0 0 0,0 1 0,-1 0-1,1 0 1,-1 0 0,0 0 0,0 1 0,0 0 0,0 0-1,0 0 1,-1 1 0,1 0 0,-10-2 0,3 3 102,1 0 1,-1 1 0,1 0 0,-1 0 0,1 1-1,0 1 1,0 0 0,0 0 0,0 1-1,1 1 1,-1-1 0,1 2 0,0 0 0,0 0-1,1 0 1,0 1 0,0 1 0,1 0 0,0 0-1,0 0 1,1 1 0,0 0 0,0 1-1,1-1 1,0 1 0,1 1 0,0-1 0,1 1-1,0-1 1,0 1 0,2 0 0,-1 1 0,1-1-1,0 16 1,1-23 25,1-1 0,0 1 0,0-1 0,0 1 0,1 0 0,-1-1 0,1 1 0,0-1 0,0 1 0,0-1 0,1 1 0,-1-1 0,1 0 0,0 1 0,0-1 0,0 0 0,0 0 0,0-1 0,1 1 0,-1 0 0,1-1 0,0 1 0,-1-1 0,1 0 0,0 0 0,1 0 0,-1 0 0,0-1 0,0 1 0,1-1 0,-1 0 0,1 0 0,4 1 0,11 1 203,1 0 1,0 0-1,0-2 1,34-2-1,-51 1-284,133-12 398,-121 10-488,27-2-432</inkml:trace>
</inkml:ink>
</file>

<file path=ppt/ink/ink18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54.685"/>
    </inkml:context>
    <inkml:brush xml:id="br0">
      <inkml:brushProperty name="width" value="0.1" units="cm"/>
      <inkml:brushProperty name="height" value="0.1" units="cm"/>
      <inkml:brushProperty name="color" value="#004F8B"/>
    </inkml:brush>
  </inkml:definitions>
  <inkml:trace contextRef="#ctx0" brushRef="#br0">122 27 3257,'0'0'1693,"-8"4"-202,-1 2-1322,1 1-1,0 0 1,0 1-1,1 0 1,0 0-1,0 1 1,1-1-1,0 1 1,0 1-1,1-1 0,0 1 1,1 0-1,-4 13 1,4-10-44,0 0 1,1 1 0,0-1-1,1 1 1,0 0 0,1-1-1,1 1 1,0 0 0,1 0-1,4 20 1,-4-30-57,0 0 0,0 0 0,1 0 0,-1 0 0,1 0 0,0-1 0,0 1 0,0-1 0,1 1-1,0-1 1,-1 0 0,1 1 0,0-2 0,0 1 0,1 0 0,5 3 0,-3-2 32,0-1-1,1-1 1,-1 1 0,1-1 0,-1 0-1,1 0 1,0-1 0,0 0 0,10 0-1,2-1 54,0-1-1,-1-1 0,1-1 1,0 0-1,-1-1 0,30-12 1,-38 13-130,-1 0 1,-1-1 0,1 0-1,0-1 1,-1 1-1,0-2 1,0 1-1,-1-1 1,1 0 0,-1-1-1,-1 0 1,1 0-1,-1 0 1,0-1 0,-1 0-1,0 0 1,0 0-1,-1-1 1,0 0-1,0 0 1,-1 0 0,0 0-1,-1 0 1,0-1-1,0 1 1,-1-1-1,0-14 1,-1 9-103,0 0 0,0 1 0,-2-1 0,0 0 0,-5-20 0,6 32 53,0-1 0,0 1 1,-1-1-1,1 1 0,-1 0 0,0 0 1,0-1-1,0 1 0,-1 1 0,1-1 1,-1 0-1,1 0 0,-1 1 0,0 0 1,0-1-1,0 1 0,0 0 0,0 1 1,-1-1-1,1 0 0,0 1 0,-1 0 1,0 0-1,1 0 0,-1 0 1,-6 0-1,-8 0-52,0 1 0,0 1 1,0 0-1,0 1 0,1 1 0,-1 1 1,0 1-1,1 0 0,0 1 1,1 1-1,-1 1 0,1 0 0,1 1 1,-23 17-1,10 2-189,14 2-910</inkml:trace>
</inkml:ink>
</file>

<file path=ppt/ink/ink18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54.968"/>
    </inkml:context>
    <inkml:brush xml:id="br0">
      <inkml:brushProperty name="width" value="0.1" units="cm"/>
      <inkml:brushProperty name="height" value="0.1" units="cm"/>
      <inkml:brushProperty name="color" value="#004F8B"/>
    </inkml:brush>
  </inkml:definitions>
  <inkml:trace contextRef="#ctx0" brushRef="#br0">72 0 3817,'0'0'4041,"-1"0"-3561,-18 25-40,13 0 0,-1 11-176,2 6-56,-1 8-56,-1 4-8,1-2-8,0-2 24,2-11 88,1-6 64,2-6 136,1-7-336,0-5-1632</inkml:trace>
</inkml:ink>
</file>

<file path=ppt/ink/ink18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55.609"/>
    </inkml:context>
    <inkml:brush xml:id="br0">
      <inkml:brushProperty name="width" value="0.1" units="cm"/>
      <inkml:brushProperty name="height" value="0.1" units="cm"/>
      <inkml:brushProperty name="color" value="#004F8B"/>
    </inkml:brush>
  </inkml:definitions>
  <inkml:trace contextRef="#ctx0" brushRef="#br0">39 43 4553,'4'-4'301,"0"1"0,0-1 0,0 1 1,0-1-1,1 1 0,-1 0 0,1 1 0,0-1 0,0 1 1,0 0-1,0 0 0,0 1 0,0 0 0,1-1 0,-1 2 1,9-2-1,10 1 299,0 1 0,31 3 0,-49-3-453,15 2 206,35 7 0,-52-8-345,0 0 1,0 0 0,-1 0 0,1 0-1,0 0 1,-1 1 0,1 0-1,-1-1 1,1 1 0,-1 1 0,0-1-1,0 0 1,0 1 0,0 0 0,0 0-1,-1-1 1,4 5 0,-6-6-13,1 0 1,-1 1 0,0-1 0,1 0 0,-1 0-1,0 0 1,0 0 0,0 1 0,0-1 0,0 0-1,0 0 1,0 0 0,0 1 0,0-1 0,0 0-1,-1 0 1,1 0 0,0 0 0,-1 0 0,1 1-1,-1-1 1,0 1 0,-1 1 0,0-1-1,-1 1 1,1-1-1,0 0 1,-1 0 0,1 0-1,-1 0 1,-3 2-1,-6 3 7,0-1 0,-26 8 0,36-13-2,-119 33 90,-17 6 119,136-40-205,1 0-1,0 1 0,0-1 1,0 0-1,-1 1 0,1-1 1,0 1-1,0-1 0,0 1 1,0 0-1,0-1 0,0 1 1,0 0-1,0 0 0,0 0 1,0 0-1,0 0 1,0 0-1,1 0 0,-1 0 1,0 0-1,1 0 0,-1 0 1,1 0-1,-1 1 0,1-1 1,-1 0-1,1 0 0,0 1 1,0-1-1,0 2 0,0-1 8,1 0-1,0 0 1,0 0-1,0 0 1,1 0-1,-1 0 1,0 0-1,1 0 1,-1 0-1,1-1 1,0 1 0,-1-1-1,1 1 1,0-1-1,0 1 1,3 1-1,201 103 56,0 1 596,-189-97-347,0 0 0,1-1 0,0 0 0,0-2 0,24 7 0,-41-14-95</inkml:trace>
</inkml:ink>
</file>

<file path=ppt/ink/ink18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4:56.459"/>
    </inkml:context>
    <inkml:brush xml:id="br0">
      <inkml:brushProperty name="width" value="0.1" units="cm"/>
      <inkml:brushProperty name="height" value="0.1" units="cm"/>
      <inkml:brushProperty name="color" value="#004F8B"/>
    </inkml:brush>
  </inkml:definitions>
  <inkml:trace contextRef="#ctx0" brushRef="#br0">960 107 1032,'-43'-21'1633,"-2"2"0,-81-24 0,95 36-1221,0 1 1,-1 1-1,1 1 1,-1 2-1,-37 2 1,54 1-362,0 0 0,1 0 1,0 2-1,-1-1 0,1 2 1,0 0-1,0 1 0,1 0 1,0 1-1,0 1 0,0 0 1,0 0-1,1 2 0,1-1 0,-1 1 1,1 1-1,1 0 0,-13 16 1,-7 12-98,-19 23 173,-42 69 1,78-107-45,1 0 0,0 0-1,2 1 1,1 0 0,1 1 0,1 0 0,-5 29 0,9-38 0,1 1 1,1 0-1,0 0 1,1 0-1,0 0 1,2 0-1,0 0 1,1-1-1,0 1 0,2-1 1,0 1-1,0-2 1,2 1-1,0 0 1,1-1-1,0-1 1,1 1-1,21 24 1,-9-14 169,1-2 0,1 0 0,38 29 0,-45-41-142,0 0 1,1-2-1,0 0 1,0 0-1,1-2 1,0 0-1,26 6 1,7-4 44,0-2 0,1-2 0,-1-2 0,1-2 1,67-9-1,2-8 44,133-34 1,-210 39-101,0-1-1,-2-2 1,0-3 0,0 0 0,65-41 0,-87 46-50,-1-2 0,-1 0 0,0-1 0,-1-1 0,0 0 0,-2-1-1,0-1 1,0-1 0,-2 0 0,-1-1 0,0 0 0,17-41 0,-23 43-46,0 0 1,-1 0 0,-1-1-1,-1 1 1,-1-1 0,0 0-1,-2-23 1,0 30-37,-1-1 0,-1 0 1,0 1-1,-1 0 0,-1-1 0,1 1 1,-2 0-1,0 1 0,0-1 0,-1 1 1,-14-19-1,7 14-63,0 1 1,-1 1 0,-1 1-1,-1 0 1,1 1 0,-2 0 0,0 2-1,0 0 1,-1 0 0,0 2-1,-1 0 1,1 1 0,-37-7-1,9 4-44,-1 3 0,0 2 1,0 2-1,-84 5 0,-21 12-628</inkml:trace>
</inkml:ink>
</file>

<file path=ppt/ink/ink18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03.633"/>
    </inkml:context>
    <inkml:brush xml:id="br0">
      <inkml:brushProperty name="width" value="0.1" units="cm"/>
      <inkml:brushProperty name="height" value="0.1" units="cm"/>
      <inkml:brushProperty name="color" value="#004F8B"/>
    </inkml:brush>
  </inkml:definitions>
  <inkml:trace contextRef="#ctx0" brushRef="#br0">1 63 936,'9'-9'1484,"-1"-1"-1,1 0 0,8-16 2339,-17 26-3746,0-1-1,1 1 1,-1 0 0,0-1-1,0 1 1,1-1-1,-1 1 1,0 0-1,0-1 1,1 1-1,-1 0 1,1-1-1,-1 1 1,0 0 0,1-1-1,-1 1 1,1 0-1,-1 0 1,0 0-1,1-1 1,-1 1-1,1 0 1,-1 0-1,1 0 1,-1 0-1,1 0 1,-1 0 0,1 0-1,-1 0 1,1 0-1,-1 0 1,1 0-1,-1 0 1,1 0-1,0 1 1,4 0-75,0 0 0,1 0 0,-1 1 1,0-1-1,0 1 0,0 1 0,0-1 0,0 1 0,-1 0 1,1 0-1,-1 0 0,1 0 0,-1 1 0,0 0 0,6 8 1,29 30 100,50 69 0,-87-108-126,0 0 1,0 0-1,0 0 1,1 0-1,-1 0 1,1-1 0,0 1-1,0-1 1,0 0-1,0 0 1,0 0-1,0 0 1,6 2 0,3-2-1990</inkml:trace>
</inkml:ink>
</file>

<file path=ppt/ink/ink18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04.008"/>
    </inkml:context>
    <inkml:brush xml:id="br0">
      <inkml:brushProperty name="width" value="0.1" units="cm"/>
      <inkml:brushProperty name="height" value="0.1" units="cm"/>
      <inkml:brushProperty name="color" value="#004F8B"/>
    </inkml:brush>
  </inkml:definitions>
  <inkml:trace contextRef="#ctx0" brushRef="#br0">280 2 3881,'2'-1'4685,"-10"4"-3718,-6 5-759,-1 0 0,2 0 0,-1 2 0,1-1 0,0 2 0,1 0 0,1 0 0,-1 1 0,2 1 0,0-1 0,0 2 0,-12 24 0,5-7-128,2 2-1,1-1 1,1 2-1,-15 66 1,24-82-18,-8 50 73,11-64-59,1 1 0,0-1 0,0 0 0,0 0 0,0 0 0,1 0 0,-1 1 0,1-1-1,0 0 1,0 0 0,1 0 0,3 7 0,-4-10-135,0 1 0,0-1 0,1 0 0,-1 0 0,0 1 0,1-1 0,-1 0 0,1 0 0,-1 0 0,1 0 0,0-1 0,-1 1 0,1 0-1,2 0 1,10 2-2712</inkml:trace>
</inkml:ink>
</file>

<file path=ppt/ink/ink18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04.501"/>
    </inkml:context>
    <inkml:brush xml:id="br0">
      <inkml:brushProperty name="width" value="0.1" units="cm"/>
      <inkml:brushProperty name="height" value="0.1" units="cm"/>
      <inkml:brushProperty name="color" value="#004F8B"/>
    </inkml:brush>
  </inkml:definitions>
  <inkml:trace contextRef="#ctx0" brushRef="#br0">60 115 3305,'0'-43'6382,"-3"45"-6371,-1 3-10,0 1-1,1-1 1,0 1-1,0 0 1,0-1 0,0 1-1,1 0 1,0 1 0,0-1-1,-1 7 1,-10 74 371,10-64-219,2-10-23,-3 9 58,2 0 1,1 25-1,1-43-124,0 0-1,0 0 0,0 0 1,1-1-1,-1 1 0,1 0 1,0 0-1,0-1 0,1 1 1,-1-1-1,1 1 0,-1-1 1,1 0-1,0 1 0,0-1 1,1 0-1,-1 0 0,1 0 1,5 4-1,-5-5 19,1-1 1,-1 0-1,1 1 0,-1-1 1,1-1-1,0 1 0,-1 0 1,1-1-1,0 0 0,0 0 1,-1 0-1,1 0 0,0-1 1,-1 1-1,1-1 0,0 0 1,-1 0-1,1 0 0,-1-1 1,1 1-1,-1-1 0,0 0 1,0 0-1,0 0 0,5-4 1,-1 1-14,-1 0 1,0-1 0,0 1 0,-1-1 0,1 0-1,-1-1 1,-1 1 0,1-1 0,-1 0 0,6-15 0,-6 8-15,-1 0 0,0-1 0,-1 0 0,0 1 0,-1-1 0,-2-22 0,-1 11-49,-1-1-1,-12-43 1,14 63-35,-2 1 0,1-1-1,-1 1 1,0 0 0,0 0-1,-1 0 1,0 1 0,0-1 0,0 1-1,-8-8 1,10 11-83,1 1 0,-1-1-1,0 1 1,0-1 0,0 1 0,0 0-1,0 0 1,0 0 0,0 0 0,0 0-1,-1 0 1,1 0 0,0 1 0,-1-1-1,1 1 1,0 0 0,-1 0 0,1 0 0,0 0-1,-1 0 1,1 0 0,0 1 0,-1-1-1,1 1 1,0-1 0,-1 1 0,1 0-1,0 0 1,0 0 0,0 0 0,0 1 0,0-1-1,-2 2 1,-8 8-2459</inkml:trace>
</inkml:ink>
</file>

<file path=ppt/ink/ink18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05.025"/>
    </inkml:context>
    <inkml:brush xml:id="br0">
      <inkml:brushProperty name="width" value="0.1" units="cm"/>
      <inkml:brushProperty name="height" value="0.1" units="cm"/>
      <inkml:brushProperty name="color" value="#004F8B"/>
    </inkml:brush>
  </inkml:definitions>
  <inkml:trace contextRef="#ctx0" brushRef="#br0">52 66 4273,'0'0'88,"0"-1"0,-1 1 0,1-1 0,-1 1 0,1-1 0,-1 1 0,1-1 0,-1 1 0,1 0 0,-1-1 0,1 1 0,-1 0 0,1 0 0,-1-1 0,1 1 0,-1 0 0,0 0 0,1 0 0,-1 0 0,1-1 0,-1 1 0,0 0 0,1 0 0,-1 0 0,0 1 0,1-1 0,-1 0 0,1 0 0,-1 0 0,0 0 0,1 0-1,-1 1 1,1-1 0,-1 0 0,1 1 0,-1-1 0,1 0 0,-1 1 0,1-1 0,-1 1 0,1-1 0,-1 0 0,1 1 0,0-1 0,-1 1 0,0 0 0,-1 2-81,0-1-1,1 1 1,-1 0 0,0-1-1,1 1 1,-1 0-1,1 0 1,0 0-1,-1 4 1,-2 17 216,0 0 0,2 0 1,2 36-1,0-52-131,0-1 0,1 0 0,0 0 0,0 1 1,1-1-1,0 0 0,0 0 0,0 0 0,1 0 0,0-1 0,1 1 0,0-1 1,-1 0-1,2 0 0,9 11 0,-9-13 9,1-1-1,0 1 1,1-1 0,-1 0-1,0 0 1,1 0 0,0-1-1,-1 0 1,1-1 0,0 0-1,0 0 1,0 0 0,0-1-1,0 0 1,0 0 0,0 0-1,0-1 1,0 0 0,13-4-1,-9 2-8,-1 0 0,1-1-1,-1 0 1,0-1 0,0 0 0,0 0-1,-1-1 1,0 0 0,0-1 0,-1 0-1,16-16 1,-13 9-21,-1-1 1,-1 0-1,-1-1 1,0 0-1,11-30 1,18-88-131,-28 95-200,-8 38-216,-2 8 176,0 0 0,-1 0 0,0 0 0,0 0-1,-3 8 1,-5 18 163,9-32 130,-4 23-1,0 0 1,1 1-1,1-1 0,2 1 0,0-1 0,4 33 0,4-36-1406,4-2-1170</inkml:trace>
</inkml:ink>
</file>

<file path=ppt/ink/ink18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05.367"/>
    </inkml:context>
    <inkml:brush xml:id="br0">
      <inkml:brushProperty name="width" value="0.1" units="cm"/>
      <inkml:brushProperty name="height" value="0.1" units="cm"/>
      <inkml:brushProperty name="color" value="#004F8B"/>
    </inkml:brush>
  </inkml:definitions>
  <inkml:trace contextRef="#ctx0" brushRef="#br0">55 1 3809,'1'1'123,"-1"0"0,1 1 0,-1-1 0,1 0 0,-1 0 0,1 1 0,-1-1 0,0 0 0,0 1 1,0-1-1,1 0 0,-1 1 0,0-1 0,-1 0 0,1 1 0,0-1 0,-1 2 0,-1 38-106,-5 24 861,-2-1 0,-25 89 0,29-136 2168,5-19-2477,10-25 343,1-5-524,-2 6-245,2 1 1,1 0 0,2 0 0,0 2 0,19-26 0,-27 42-210,0-1 0,0 1 0,1 0 0,0 0 0,0 1 0,1 0 0,0 0 0,0 1 0,0 0 0,1 0 0,-1 1 0,1 0 0,0 1 0,0-1 0,1 2 0,-1 0 0,1 0 0,10-1 0,5 3-1739</inkml:trace>
</inkml:ink>
</file>

<file path=ppt/ink/ink18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06.148"/>
    </inkml:context>
    <inkml:brush xml:id="br0">
      <inkml:brushProperty name="width" value="0.1" units="cm"/>
      <inkml:brushProperty name="height" value="0.1" units="cm"/>
      <inkml:brushProperty name="color" value="#004F8B"/>
    </inkml:brush>
  </inkml:definitions>
  <inkml:trace contextRef="#ctx0" brushRef="#br0">227 110 2729,'4'-3'397,"1"0"0,-2-1 1,1 0-1,0 0 0,-1 0 1,0 0-1,1 0 0,-2-1 1,1 1-1,0-1 0,-1 0 1,0 0-1,0 1 0,-1-2 1,2-7-1,-3 12-379,0-1 0,-1 1 1,1 0-1,-1-1 0,0 1 0,1 0 0,-1-1 1,0 1-1,0 0 0,0 0 0,0 0 1,0 0-1,0 0 0,0 0 0,0 0 0,0 0 1,0 0-1,-1 0 0,1 0 0,0 1 1,-1-1-1,1 1 0,0-1 0,-1 1 0,1-1 1,-1 1-1,1 0 0,-3-1 0,-47-4 208,49 5-195,-9 0 71,0 0 0,-1 1 0,1 0-1,0 1 1,0 0 0,0 0 0,0 1-1,0 1 1,-19 9 0,26-11-87,-1 1 0,2-1 1,-1 1-1,0 0 0,0 0 1,1 0-1,0 1 0,0-1 1,0 1-1,0-1 0,0 1 1,1 0-1,-1 0 0,1 1 1,0-1-1,1 0 0,-1 1 1,1-1-1,-1 1 0,1-1 1,1 1-1,-1 0 0,1-1 0,0 1 1,0 0-1,1 6 0,0-2 67,1 0 0,1 0-1,-1 0 1,1 0 0,1-1-1,0 1 1,0-1 0,1 0-1,0 0 1,0 0 0,1-1-1,0 0 1,0 0 0,1 0-1,7 6 1,-10-10-31,0 0-1,0 1 1,0-2 0,0 1-1,0-1 1,1 1 0,-1-1-1,1 0 1,0-1 0,-1 1 0,1-1-1,0 0 1,0 0 0,0 0-1,0-1 1,0 0 0,0 0-1,0 0 1,-1 0 0,1-1-1,0 0 1,0 0 0,0 0 0,0-1-1,-1 1 1,1-1 0,-1 0-1,1-1 1,7-5 0,-6 3-42,-1 0 1,1-1-1,-1 0 1,-1 0-1,1 0 0,-1 0 1,0-1-1,0 1 1,-1-1-1,0 0 1,2-8-1,4-12-62,7-41 1,-16 65-183,-1 23-1609,-1-7 1874,1 1 0,0 0 1,1 0-1,1-1 1,2 19-1,-2-28-70,0 0 0,0 0 0,1-1 0,-1 1 0,1 0 0,0-1 0,0 1 0,0-1-1,0 1 1,0-1 0,1 0 0,-1 0 0,1 0 0,0 0 0,0-1 0,0 1 0,1-1 0,-1 0 0,0 1 0,1-2 0,-1 1 0,8 2 0,13 5-1854</inkml:trace>
</inkml:ink>
</file>

<file path=ppt/ink/ink18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06.430"/>
    </inkml:context>
    <inkml:brush xml:id="br0">
      <inkml:brushProperty name="width" value="0.1" units="cm"/>
      <inkml:brushProperty name="height" value="0.1" units="cm"/>
      <inkml:brushProperty name="color" value="#004F8B"/>
    </inkml:brush>
  </inkml:definitions>
  <inkml:trace contextRef="#ctx0" brushRef="#br0">1 39 4345,'9'-38'4380,"-9"42"-4166,-2 208 1524,-2-148-1019,3-1-1,3 1 0,14 92 1,-13-140-772,-1-2-450</inkml:trace>
</inkml:ink>
</file>

<file path=ppt/ink/ink18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06.713"/>
    </inkml:context>
    <inkml:brush xml:id="br0">
      <inkml:brushProperty name="width" value="0.1" units="cm"/>
      <inkml:brushProperty name="height" value="0.1" units="cm"/>
      <inkml:brushProperty name="color" value="#004F8B"/>
    </inkml:brush>
  </inkml:definitions>
  <inkml:trace contextRef="#ctx0" brushRef="#br0">0 18 3305,'22'-7'808,"0"0"912,4 4-744,5 3-95,-4 5-241,-2 3-176,-6 3-264,-9 3-120,-5-1-96,-4 1-8,-8 1 16,-6 1 8,-9-2 48,-4 1 8,-7-3 32,4-1 8,2-2-232,3 0-424</inkml:trace>
</inkml:ink>
</file>

<file path=ppt/ink/ink18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07.038"/>
    </inkml:context>
    <inkml:brush xml:id="br0">
      <inkml:brushProperty name="width" value="0.1" units="cm"/>
      <inkml:brushProperty name="height" value="0.1" units="cm"/>
      <inkml:brushProperty name="color" value="#004F8B"/>
    </inkml:brush>
  </inkml:definitions>
  <inkml:trace contextRef="#ctx0" brushRef="#br0">69 47 3881,'3'-7'472,"-1"4"-192,-1 1 0,0-1 0,1 0 0,-1 1 0,1-1 1,0 1-1,-1 0 0,1 0 0,0-1 0,1 1 0,-1 0 0,0 1 1,1-1-1,-1 0 0,1 1 0,-1-1 0,5-1 0,-7 3-269,1 1 0,0-1 0,-1 0 0,1 0 0,-1 0-1,1 1 1,-1-1 0,1 0 0,-1 1 0,1-1 0,-1 0-1,1 1 1,-1-1 0,1 1 0,-1-1 0,1 1 0,-1-1 0,0 1-1,1-1 1,-1 1 0,0-1 0,0 1 0,1-1 0,-1 1-1,0 0 1,0-1 0,0 1 0,0 0 0,0-1 0,1 1-1,-1-1 1,0 1 0,-1 1 0,2 26-69,-1-24 85,-8 99 245,-5 0 0,-26 104 0,29-162 58,-3-1 1,-20 51-1,25-77-2364</inkml:trace>
</inkml:ink>
</file>

<file path=ppt/ink/ink18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07.365"/>
    </inkml:context>
    <inkml:brush xml:id="br0">
      <inkml:brushProperty name="width" value="0.1" units="cm"/>
      <inkml:brushProperty name="height" value="0.1" units="cm"/>
      <inkml:brushProperty name="color" value="#004F8B"/>
    </inkml:brush>
  </inkml:definitions>
  <inkml:trace contextRef="#ctx0" brushRef="#br0">0 37 5009,'12'-6'511,"-1"0"1,1 1-1,0 1 1,0 0-1,0 1 0,0 0 1,1 0-1,22 0 1,-25 3-403,0 0 1,-1 1 0,1 1 0,0-1 0,-1 1 0,1 1 0,-1 0-1,0 0 1,0 1 0,0 0 0,-1 1 0,10 5 0,-7-2-94,0 1 1,0 0 0,-1 0-1,0 1 1,-1 0 0,11 15-1,-18-22-19,0 0-1,0 1 1,0 0-1,0 0 1,0 0-1,-1-1 1,0 2-1,0-1 1,0 0-1,0 0 1,0 4-1,-1-5 5,0-1 0,-1 0 0,1 1 0,-1-1 0,1 0-1,-1 1 1,0-1 0,0 0 0,0 0 0,0 1 0,0-1 0,0 0 0,0 0 0,-1 0 0,1 0 0,-1-1-1,0 1 1,0 0 0,1-1 0,-4 3 0,-10 5-62,-1-1 0,1 0 0,-1-1-1,-1-1 1,1 0 0,-1-1 0,-19 2 0,10-2-1205</inkml:trace>
</inkml:ink>
</file>

<file path=ppt/ink/ink18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07.890"/>
    </inkml:context>
    <inkml:brush xml:id="br0">
      <inkml:brushProperty name="width" value="0.1" units="cm"/>
      <inkml:brushProperty name="height" value="0.1" units="cm"/>
      <inkml:brushProperty name="color" value="#004F8B"/>
    </inkml:brush>
  </inkml:definitions>
  <inkml:trace contextRef="#ctx0" brushRef="#br0">343 69 3609,'1'-2'194,"0"0"1,0 0 0,0 0-1,0 0 1,-1 0-1,1-1 1,-1 1-1,1 0 1,-1-1 0,0 1-1,0 0 1,0-1-1,0 1 1,0 0 0,-1 0-1,1-1 1,-1 1-1,1 0 1,-1 0-1,0-1 1,-1-1 0,0 2-176,0 0 1,0 1-1,0-1 1,0 1-1,0-1 1,-1 1-1,1 0 1,0 0-1,-1 0 1,1 0 0,-1 0-1,1 1 1,-1-1-1,0 1 1,1 0-1,-1-1 1,1 1-1,-1 0 1,-2 1-1,-15 0 1,1 0-1,-1 1 0,1 1 0,0 1 0,0 1 1,-26 10-1,35-11 9,1 0-1,0 0 1,0 1 0,0 0 0,1 0 0,-1 1 0,1 0 0,1 1-1,-1 0 1,1 0 0,0 1 0,1-1 0,0 1 0,-6 10 0,10-15 10,1 0 1,0 1 0,0-1 0,0 0 0,0 0 0,0 1-1,1-1 1,0 1 0,-1-1 0,1 1 0,0-1 0,1 0-1,-1 1 1,1-1 0,-1 0 0,1 1 0,0-1 0,0 0-1,0 1 1,1-1 0,-1 0 0,1 0 0,0 0 0,0-1-1,0 1 1,0 0 0,0-1 0,0 1 0,1-1 0,0 1-1,-1-1 1,5 2 0,1 2 98,0-1 0,0 0-1,1 0 1,0-1 0,-1 0 0,1-1-1,1 0 1,-1 0 0,0-1 0,15 2-1,-16-3-111,-1-1 0,1 1-1,0-1 1,0-1-1,-1 1 1,1-1 0,-1-1-1,1 1 1,-1-2-1,1 1 1,-1-1-1,0 0 1,0 0 0,0 0-1,0-1 1,-1 0-1,0-1 1,0 0-1,0 0 1,0 0 0,-1 0-1,1-1 1,-1 0-1,-1 0 1,1 0-1,-1-1 1,6-12 0,1-4-78,-1-1 0,-1 0 0,10-41 0,-19 63-354,-9 29-762,3-13 1158,-1 8 72,1 0 1,1 0-1,1 0 1,0 0-1,1 45 1,4-46-729</inkml:trace>
</inkml:ink>
</file>

<file path=ppt/ink/ink18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09.060"/>
    </inkml:context>
    <inkml:brush xml:id="br0">
      <inkml:brushProperty name="width" value="0.1" units="cm"/>
      <inkml:brushProperty name="height" value="0.1" units="cm"/>
      <inkml:brushProperty name="color" value="#004F8B"/>
    </inkml:brush>
  </inkml:definitions>
  <inkml:trace contextRef="#ctx0" brushRef="#br0">14 12 2385,'0'0'722,"0"4"315,9 73 998,-5-55-1716,-2 0 1,0 0-1,-1 0 1,-1 0 0,-1 0-1,0 1 1,-7 26-1,8-48-270,0 0 1,-1 0-1,1 0 0,0-1 0,0 1 0,-1 0 1,1 0-1,0 0 0,-1 0 0,1 0 0,-1 0 1,1 0-1,-1-1 0,0 1 0,1 0 0,-1 0 1,0-1-1,-1 2 0,2-2 10,-1 0 0,1-1 0,-1 1 0,1 0 0,-1-1 0,1 1 0,-1 0-1,1-1 1,0 1 0,-1-1 0,1 1 0,0 0 0,0-1 0,-1 1 0,1-1 0,0 1 0,0-1 0,-1 1 0,1-1 0,0 0-1,0 1 1,0-1 0,0 0 0,-5-42 1020,7 33-1025,0 0 1,1-1 0,0 1-1,1 0 1,0 1 0,0-1-1,1 1 1,0 0 0,1 0-1,0 0 1,12-13 0,-8 11-102,1 0-1,0 1 1,0 0 0,1 0 0,1 2 0,-1-1-1,23-9 1,-29 15-20,0 1-1,0 0 1,1 0-1,-1 0 1,1 1-1,-1 0 1,1 0-1,-1 1 1,1 0-1,0 0 1,-1 0-1,1 1 1,-1 0-1,1 0 1,-1 1-1,1 0 1,-1 0-1,0 1 1,0-1-1,0 1 1,0 0-1,0 1 1,7 5-1,3 4 47,-1 1 0,-1 0 0,0 1 0,-1 0-1,0 1 1,13 24 0,-23-35 92,-1-1 0,1 1 0,0-1 0,0 0 0,0 0 0,0 0 0,1-1 0,-1 1 0,1-1 0,0 0 0,0 0 0,1 0 0,-1 0 0,1-1 0,-1 0 0,1 0 0,0 0 0,-1 0 0,1-1 0,0 0 0,0 0 0,0 0 0,0-1 0,7 1 0,-1-1 35,0-1 0,1 0-1,-1 0 1,0-2 0,0 1 0,0-1-1,0 0 1,15-8 0,-22 9-93,-1 0 1,1 0 0,-1 0-1,0 0 1,0 0 0,0-1-1,0 1 1,-1-1-1,1 0 1,-1 0 0,1 0-1,-1 0 1,0 0-1,0 0 1,0-1 0,-1 1-1,1 0 1,-1-1 0,0 0-1,0 1 1,0-1-1,0 0 1,-1 0 0,1 1-1,-1-1 1,0 0-1,0 0 1,-1 0 0,0-4-1,1 4-39,-1-1-1,0 1 1,0 0-1,0-1 1,-1 1-1,1 0 1,-1 0-1,0 0 1,0 0-1,-1 0 1,1 0-1,-1 0 0,0 1 1,0-1-1,0 1 1,0 0-1,-1 0 1,1 0-1,-1 1 1,-6-5-1,3 5-54,0-1 0,1 1 1,-1 1-1,0-1 0,0 1 0,0 1 0,0-1 0,0 1 0,0 0 0,0 1 0,0 0 0,0 0 0,-7 2 1,1 0 18,0 1 0,0 0 0,1 1 1,0 0-1,0 1 0,0 1 0,1 0 1,0 0-1,0 1 0,1 0 0,-13 14 1,17-16 92,0 1 1,0 0-1,0 1 1,1-1-1,0 1 1,1 0-1,0 0 1,0 1-1,1-1 1,0 1-1,0 0 1,1-1 0,0 1-1,1 0 1,0 0-1,0 1 1,1 12-1,1-18 18,0 0-1,0 0 0,0 0 1,0 0-1,0 0 0,1 0 1,0 0-1,0-1 0,0 1 1,0-1-1,1 1 0,-1-1 1,1 0-1,0 0 1,0 0-1,0 0 0,0 0 1,0-1-1,1 1 0,-1-1 1,1 0-1,-1 0 0,1 0 1,0-1-1,0 1 0,0-1 1,0 0-1,4 1 1,9 1-392,0 0 0,0-1 1,0-1-1,0 0 0,27-3 1,-36 1-22,0 0 0,0 0 1,1-1-1,-1 0 1,0 0-1,-1-1 0,1 0 1,0-1-1,-1 1 0,0-1 1,0-1-1,0 1 0,7-8 1,-5 4 101,0-1 0,-1-1 0,-1 0 0,0 0-1,0 0 1,-1-1 0,0 0 0,5-15 0,12-31 935,28-117 0,-50 171 176,-3 10-441,-15 75 399,-7 98 0,14-95 1892,11-89-2112,2-19-444,1-1 1,1 1-1,1 1 1,1-1-1,1 1 0,1 0 1,1 1-1,0 0 0,20-27 1,-27 44-179,-1 0 1,1 1-1,0-1 0,0 1 1,0 0-1,1 0 1,-1 0-1,1 0 0,-1 1 1,1 0-1,0-1 1,0 1-1,0 1 0,0-1 1,0 0-1,1 1 1,-1 0-1,0 0 0,1 0 1,-1 1-1,1-1 1,-1 1-1,1 0 0,-1 1 1,1-1-1,-1 1 1,1 0-1,-1 0 1,0 0-1,0 0 0,1 1 1,-1-1-1,0 1 1,0 1-1,0-1 0,-1 0 1,1 1-1,0 0 1,-1 0-1,0 0 0,0 0 1,0 0-1,0 1 1,0-1-1,-1 1 0,1 0 1,-1 0-1,0 0 1,1 4-1,5 14 124,-1-1 1,-1 2-1,0-1 0,-2 1 0,1 26 1,-1-15 499,9 39 1,-12-70-550,0 1-1,0-1 1,0 0-1,1 0 1,-1 0-1,1 0 0,0 0 1,-1 0-1,1 0 1,0-1-1,1 1 1,-1-1-1,0 1 1,1-1-1,0 0 1,-1 0-1,5 2 1,19 9-1360</inkml:trace>
</inkml:ink>
</file>

<file path=ppt/ink/ink18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10.136"/>
    </inkml:context>
    <inkml:brush xml:id="br0">
      <inkml:brushProperty name="width" value="0.1" units="cm"/>
      <inkml:brushProperty name="height" value="0.1" units="cm"/>
      <inkml:brushProperty name="color" value="#004F8B"/>
    </inkml:brush>
  </inkml:definitions>
  <inkml:trace contextRef="#ctx0" brushRef="#br0">2 54 3625,'16'-54'5232,"-11"57"-4816,-4-1-416,1 0 1,-1 1 0,1-1 0,-1 0 0,0 1 0,0-1-1,0 1 1,0 0 0,0-1 0,-1 1 0,1 0 0,-1-1-1,0 1 1,1 3 0,-2 49 40,0-37-2,-16 158 481,1-13 63,15-133-372,1 1 0,1-1 0,8 40 0,-8-63-67,1 0-1,0 0 1,0 0 0,0 0 0,7 12 0,-8-17-112,1 0 0,-1 1 0,1-1 0,0 0 0,0 0-1,0 0 1,0 0 0,0 0 0,0-1 0,0 1 0,0-1 0,1 1 0,-1-1 0,1 0 0,-1 0 0,1 0-1,5 1 1,10 1-1099</inkml:trace>
</inkml:ink>
</file>

<file path=ppt/ink/ink18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10.343"/>
    </inkml:context>
    <inkml:brush xml:id="br0">
      <inkml:brushProperty name="width" value="0.1" units="cm"/>
      <inkml:brushProperty name="height" value="0.1" units="cm"/>
      <inkml:brushProperty name="color" value="#004F8B"/>
    </inkml:brush>
  </inkml:definitions>
  <inkml:trace contextRef="#ctx0" brushRef="#br0">27 28 2801,'-15'-8'1168,"4"0"3257,22-2-4017,10 9-136,8 1-144,6 0 40,16 0-688,7 1-864</inkml:trace>
</inkml:ink>
</file>

<file path=ppt/ink/ink18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11.099"/>
    </inkml:context>
    <inkml:brush xml:id="br0">
      <inkml:brushProperty name="width" value="0.1" units="cm"/>
      <inkml:brushProperty name="height" value="0.1" units="cm"/>
      <inkml:brushProperty name="color" value="#004F8B"/>
    </inkml:brush>
  </inkml:definitions>
  <inkml:trace contextRef="#ctx0" brushRef="#br0">85 68 2433,'0'0'4380,"-9"3"-2612,4 1-1721,-1 0 0,1 0 0,0 0 1,1 1-1,-1 0 0,1 0 1,0 0-1,0 0 0,0 1 1,1 0-1,-1-1 0,2 1 0,-1 0 1,1 1-1,0-1 0,-2 9 1,1-2 17,0 0 0,1-1 0,1 1 0,0 0 0,1 0 0,1 0 0,0 0 1,3 18-1,-3-26-2,1-1 1,-1 1-1,1 0 1,0-1 0,0 1-1,0-1 1,0 0-1,1 0 1,0 0-1,0 0 1,4 5 0,-5-7 5,1 0 0,0 0 0,-1-1 0,1 1 0,0-1 0,0 1 0,0-1 0,0 0 0,0 0 0,0 0 0,0 0 0,0-1 0,0 1 0,1-1 0,-1 0 0,0 0 0,0 0 0,6-1 0,-1 0 8,-1-2-1,1 1 1,-1-1 0,0 0-1,0 0 1,0-1 0,0 1-1,-1-2 1,1 1-1,-1-1 1,0 0 0,-1 0-1,1-1 1,-1 1 0,0-1-1,4-7 1,10-14 12,-2-1 1,20-40-1,2-9-298,-38 75-133,5 40-1109,-7-31 1461,1 0-1,0 0 1,1 1-1,0-1 1,0 0-1,1 0 1,-1 0-1,2-1 1,-1 1-1,1 0 1,0-1-1,0 1 0,0-1 1,6 6-1,-6-8 40,0 0 0,1-1 0,0 1 0,0-1 0,0 0 0,0 0 0,0 0 0,0-1 0,1 0 0,0 1 0,-1-2 0,1 1 0,0 0-1,0-1 1,0 0 0,0 0 0,0-1 0,0 1 0,0-1 0,8-1 0,3 0 33,-1-1 1,0 0-1,0-1 0,0-1 0,0-1 1,-1 0-1,1-1 0,-1 0 0,-1-1 1,25-17-1,-33 21-70,0-1 0,0 0-1,0 0 1,0 0 0,-1-1 0,0 1 0,0-1-1,0 0 1,-1-1 0,1 1 0,-1 0 0,-1-1-1,1 0 1,-1 0 0,0 1 0,0-1-1,0-1 1,-1 1 0,0 0 0,-1 0 0,1 0-1,-1-1 1,0 1 0,0 0 0,-1 0 0,0 0-1,0-1 1,-4-10 0,4 14-40,-1 0 1,1 0-1,0 0 1,-1 0-1,0 0 0,0 1 1,0-1-1,0 0 1,0 1-1,0 0 1,-1-1-1,1 1 0,-1 0 1,1 0-1,-1 1 1,0-1-1,0 0 0,0 1 1,0 0-1,0 0 1,0-1-1,0 2 0,-7-2 1,3 1-51,1 1 0,-1-1 0,0 2 0,1-1 0,-1 1 0,0 0 1,1 0-1,-1 1 0,1-1 0,-12 6 0,-2 3-631</inkml:trace>
</inkml:ink>
</file>

<file path=ppt/ink/ink18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11.601"/>
    </inkml:context>
    <inkml:brush xml:id="br0">
      <inkml:brushProperty name="width" value="0.1" units="cm"/>
      <inkml:brushProperty name="height" value="0.1" units="cm"/>
      <inkml:brushProperty name="color" value="#004F8B"/>
    </inkml:brush>
  </inkml:definitions>
  <inkml:trace contextRef="#ctx0" brushRef="#br0">104 67 2128,'0'2'136,"1"0"0,-1-1 0,1 1 0,0-1 0,0 1 0,0 0 0,-1-1 0,2 1 0,-1-1 0,0 0 0,0 1 0,0-1 0,0 0 0,1 0 0,-1 1 0,1-1 0,-1 0 0,1 0 0,-1-1 0,1 1 0,-1 0 0,1-1 0,0 1 0,0 0 0,-1-1 0,4 1 0,49 7 741,-33-7-416,-1-2-1,1 0 1,30-6-1,-40 5-360,1-1 0,0 0 0,-1-1 0,0 0-1,0-1 1,0 0 0,14-9 0,-24 13-96,0 1 0,0-1 0,0 1 0,0-1-1,0 1 1,-1-1 0,1 0 0,0 0 0,0 1 0,-1-1 0,1 0 0,0 0 0,-1 0 0,1 1-1,-1-1 1,1 0 0,-1 0 0,1 0 0,-1 0 0,0 0 0,1 0 0,-1 0 0,0 0 0,0 0-1,0 0 1,0 0 0,0 0 0,0-2 0,-1 2-11,0 0 1,0-1-1,0 1 0,0 0 0,0 0 1,0 0-1,0 0 0,0 0 1,-1 0-1,1 0 0,0 0 0,-1 0 1,1 0-1,-1 1 0,-2-2 1,-6-1-36,0 0 1,-1 0-1,1 1 1,-12-1 0,-4 2 205,0 0 0,0 2 0,0 1 0,0 1 0,-33 8 0,48-8-56,-1 0 0,1 1 1,1 1-1,-1 0 0,1 0 1,-12 9-1,16-10-68,1 0 0,0 1 0,0-1 0,0 1-1,1 0 1,-1 1 0,1-1 0,0 1 0,1-1-1,-1 1 1,-3 10 0,6-13 12,0 0 0,0 0 0,0 0-1,0 0 1,0 0 0,0 1 0,1-1 0,0 0-1,0 0 1,0 1 0,0-1 0,0 0 0,0 0-1,1 1 1,0-1 0,0 0 0,0 0 0,0 0-1,0 0 1,0 0 0,1 0 0,1 3 0,1-3 30,-1 1 0,1-1 0,-1 0 1,1 0-1,0 0 0,0-1 0,0 1 0,0-1 1,1 0-1,-1 0 0,1-1 0,-1 1 1,1-1-1,-1 0 0,7 1 0,31 2-673,70-1-1,-92-3 126,54 0-1423</inkml:trace>
</inkml:ink>
</file>

<file path=ppt/ink/ink18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11.820"/>
    </inkml:context>
    <inkml:brush xml:id="br0">
      <inkml:brushProperty name="width" value="0.1" units="cm"/>
      <inkml:brushProperty name="height" value="0.1" units="cm"/>
      <inkml:brushProperty name="color" value="#004F8B"/>
    </inkml:brush>
  </inkml:definitions>
  <inkml:trace contextRef="#ctx0" brushRef="#br0">1 23 2264,'13'-23'4888,"-12"25"-4337,1 5-439,0 0 0,-1-1 0,0 1 0,0 0 0,0-1 0,-1 1 0,0 0 0,-1 0 0,1 0 0,-1-1 0,-2 8 0,-1 24 455,-4 195 1520,7-220-3474</inkml:trace>
</inkml:ink>
</file>

<file path=ppt/ink/ink18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11.991"/>
    </inkml:context>
    <inkml:brush xml:id="br0">
      <inkml:brushProperty name="width" value="0.1" units="cm"/>
      <inkml:brushProperty name="height" value="0.1" units="cm"/>
      <inkml:brushProperty name="color" value="#004F8B"/>
    </inkml:brush>
  </inkml:definitions>
  <inkml:trace contextRef="#ctx0" brushRef="#br0">10 19 4281,'-5'-10'768,"0"1"1401,14 15-3346</inkml:trace>
</inkml:ink>
</file>

<file path=ppt/ink/ink18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12.726"/>
    </inkml:context>
    <inkml:brush xml:id="br0">
      <inkml:brushProperty name="width" value="0.1" units="cm"/>
      <inkml:brushProperty name="height" value="0.1" units="cm"/>
      <inkml:brushProperty name="color" value="#004F8B"/>
    </inkml:brush>
  </inkml:definitions>
  <inkml:trace contextRef="#ctx0" brushRef="#br0">379 52 5497,'2'-2'-39,"-1"2"123,0 0 0,-1 0 0,1 0 0,-1-1 0,1 1-1,-1 0 1,1 0 0,-1 0 0,1-1 0,-1 1 0,0 0 0,1-1 0,-1 1-1,1 0 1,-1-1 0,0 1 0,1-1 0,-1 1 0,0 0 0,1-1 0,-1 1 0,0-1-1,0 1 1,1-1 0,-1 1 0,0-1 0,0 1 0,0-1 0,0 1 0,0-1-1,0 0 1,0 1 0,0-1 0,0 1 0,0-1 0,0 1 0,0-1 0,0 1 0,0-1-1,0 1 1,-1-1 0,1 1 0,0-1 0,0 1 0,-1-1 0,1 1 0,0-1-1,0 1 1,-1 0 0,1-1 0,-1 1 0,1-1 0,0 1 0,-1 0 0,0-1 0,-4-3-21,-1 1 1,0 0-1,1 0 1,-1 0-1,0 1 1,0 0-1,-1 0 1,1 1 0,0-1-1,0 1 1,-1 1-1,1-1 1,-1 1-1,-12 1 1,6 1-31,0 0 1,0 1-1,0 1 0,1 0 1,-1 1-1,1 0 0,0 1 0,-17 11 1,25-15-23,0 1 1,0 0-1,1 0 1,-1 0-1,1 1 0,0-1 1,0 1-1,0 0 1,1 0-1,-1 0 1,1 0-1,-2 5 0,3-6 18,0 0-1,0 0 1,1 0-1,0 1 0,-1-1 1,1 0-1,0 0 1,1 1-1,-1-1 0,0 0 1,1 0-1,0 1 1,0-1-1,0 0 0,0 0 1,0 0-1,1 0 0,-1 0 1,3 3-1,0 0 63,1 0-1,-1 0 0,1 0 1,0-1-1,1 0 0,-1 0 1,1 0-1,0 0 0,0-1 1,0 0-1,1 0 0,0-1 1,-1 0-1,1 0 0,0-1 1,0 1-1,9 0 0,-11-2-54,0 0 1,0-1-1,0 0 0,0 0 0,0 0 0,0-1 0,0 1 0,-1-1 1,1 0-1,0-1 0,0 1 0,0-1 0,-1 0 0,1 0 0,-1 0 1,1-1-1,-1 0 0,0 1 0,0-2 0,0 1 0,-1 0 0,1-1 1,-1 0-1,0 1 0,0-1 0,3-6 0,3-4-45,-1-1 1,-1-1-1,0 1 0,7-30 0,-13 43-116,-3 14-415,-11 84 403,-45 368 190,56-449-17,0 1 0,0-1 0,-1 0 0,-1 0 0,-1-1 0,0 1 0,-1-1 0,-8 14 0,11-23-21,0 1 0,-1-1 0,0 0 0,0 0 0,-1-1 0,1 1 0,-1-1 1,0 0-1,0 0 0,-1-1 0,1 0 0,-1 1 0,1-2 0,-1 1 0,0-1 0,0 0 0,0 0 0,0 0 1,-1-1-1,1 0 0,-12 0 0,12-1 12,-1 0 1,1 0 0,0 0-1,-1-1 1,1 0-1,0 0 1,0-1 0,0 0-1,0 0 1,0 0-1,0-1 1,1 0 0,-1 0-1,1 0 1,-1-1-1,1 1 1,1-1 0,-1-1-1,0 1 1,1-1-1,0 0 1,-5-7 0,5 5 25,0 0 1,1 0 0,-1-1-1,2 1 1,-1-1-1,1 0 1,0 0 0,1 0-1,0 0 1,0 0 0,0 0-1,1 0 1,1 0 0,-1 0-1,1 0 1,1 0-1,2-9 1,2-4 17,2 0 0,0 1 1,2 1-1,0-1 0,23-31 0,74-84 57,-68 90-105,-13 12-402,2 2 0,1 1 0,37-29 1,-14 21-1096</inkml:trace>
</inkml:ink>
</file>

<file path=ppt/ink/ink18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13.304"/>
    </inkml:context>
    <inkml:brush xml:id="br0">
      <inkml:brushProperty name="width" value="0.1" units="cm"/>
      <inkml:brushProperty name="height" value="0.1" units="cm"/>
      <inkml:brushProperty name="color" value="#004F8B"/>
    </inkml:brush>
  </inkml:definitions>
  <inkml:trace contextRef="#ctx0" brushRef="#br0">182 159 3273,'-8'-54'2711,"5"36"-1905,0 0-1,0 0 0,-8-19 1,11 37-788,0-1 1,0 1-1,0-1 0,0 0 1,0 1-1,0-1 0,0 1 1,0-1-1,-1 1 1,1-1-1,0 1 0,-1-1 1,1 1-1,0-1 0,-1 1 1,1-1-1,0 1 0,-1-1 1,1 1-1,-1 0 0,1-1 1,-1 1-1,1 0 0,-1-1 1,1 1-1,-1 0 1,1-1-1,-1 1 0,1 0 1,-1 0-1,0 0 0,1 0 1,-1 0-1,1 0 0,-1 0 1,0 0-1,1 0 0,-1 0 1,1 0-1,-1 0 0,1 0 1,-1 0-1,0 0 1,1 1-1,-1-1 0,1 0 1,-1 0-1,1 1 0,-1-1 1,1 0-1,-1 1 0,1-1 1,-1 0-1,1 1 0,0-1 1,-1 1-1,1-1 0,0 1 1,-1-1-1,1 1 1,0-1-1,-1 1 0,1-1 1,0 1-1,0 0 0,-4 6-16,0-1 0,1 0 0,0 1 1,-3 9-1,-37 145 146,25-85-78,1-8 652,-13 103 1,30-169 345,3-5-519,10-17-262,0 0 0,-2 0 0,11-25 0,21-39-24,-37 74-268,1 1 0,0-1 0,1 1 0,0 1 0,0-1 0,1 1 1,0 1-1,0 0 0,1 0 0,14-7 0,-19 11-56,0 1 0,0 0 1,0 0-1,1 0 0,-1 1 1,1 0-1,-1 0 0,1 0 0,0 0 1,-1 1-1,1 0 0,0 1 1,-1-1-1,1 1 0,0 0 1,-1 0-1,1 1 0,-1-1 1,0 1-1,1 1 0,-1-1 1,0 1-1,8 5 0,-6-2-13,0 1 0,0-1 0,0 1 0,-1 1 0,0-1 0,0 1 0,-1 0 0,0 0 0,0 1 0,-1-1 0,0 1 0,0 0 0,-1 0 0,2 12-1,0 0 93,-2 1 0,0 0-1,-1 0 1,-1 0-1,-2 24 1,1-42-29,-1-2-5,1 0 0,0 0 0,-1 1-1,1-1 1,0 0 0,0 1 0,1-1-1,-1 0 1,0 0 0,1 1 0,0-1-1,-1 0 1,1 0 0,0 0 0,0 0-1,0 1 1,3 2 0,7 4-1746</inkml:trace>
</inkml:ink>
</file>

<file path=ppt/ink/ink18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13.615"/>
    </inkml:context>
    <inkml:brush xml:id="br0">
      <inkml:brushProperty name="width" value="0.1" units="cm"/>
      <inkml:brushProperty name="height" value="0.1" units="cm"/>
      <inkml:brushProperty name="color" value="#004F8B"/>
    </inkml:brush>
  </inkml:definitions>
  <inkml:trace contextRef="#ctx0" brushRef="#br0">69 0 3217,'0'0'1885,"0"4"-1003,4 26-554,-3 0 1,0 0-1,-2 0 0,-1 0 1,-2 0-1,-1-1 1,-1 1-1,-16 46 0,15-59-133,1 0-1,1 1 1,0-1-1,1 1 1,1 0-1,1 0 1,0 0-1,1 0 0,1 0 1,3 20-1,4-17-355,4-5-1362</inkml:trace>
</inkml:ink>
</file>

<file path=ppt/ink/ink18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13.846"/>
    </inkml:context>
    <inkml:brush xml:id="br0">
      <inkml:brushProperty name="width" value="0.1" units="cm"/>
      <inkml:brushProperty name="height" value="0.1" units="cm"/>
      <inkml:brushProperty name="color" value="#004F8B"/>
    </inkml:brush>
  </inkml:definitions>
  <inkml:trace contextRef="#ctx0" brushRef="#br0">11 16 3649,'-10'-4'6793,"23"-6"-6137,10 8-168,25 2-207,9 3-65,18-1-56,2-1-8,-7-1 24,-6 0 32,-16-1-848,-10-1-1257</inkml:trace>
</inkml:ink>
</file>

<file path=ppt/ink/ink18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15.210"/>
    </inkml:context>
    <inkml:brush xml:id="br0">
      <inkml:brushProperty name="width" value="0.1" units="cm"/>
      <inkml:brushProperty name="height" value="0.1" units="cm"/>
      <inkml:brushProperty name="color" value="#004F8B"/>
    </inkml:brush>
  </inkml:definitions>
  <inkml:trace contextRef="#ctx0" brushRef="#br0">40 9 1440,'3'-9'8563,"-2"18"-8490,-1-1-1,0 1 0,-1-1 1,0 1-1,0 0 0,-1-1 1,0 0-1,-1 1 0,-4 9 0,-3 19 100,8-29-121,-2 8 173,0 1-1,1 0 1,1 0 0,1 22 0,1-38-209,-1-1 1,1 1-1,1 0 0,-1-1 1,0 1-1,0 0 0,0-1 1,0 1-1,0 0 0,1-1 1,-1 1-1,0 0 0,0-1 1,1 1-1,-1 0 0,1-1 1,-1 1-1,0-1 0,1 1 1,-1-1-1,1 1 0,-1-1 1,1 1-1,0-1 0,0 1 1,8 1-592</inkml:trace>
</inkml:ink>
</file>

<file path=ppt/ink/ink18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15.526"/>
    </inkml:context>
    <inkml:brush xml:id="br0">
      <inkml:brushProperty name="width" value="0.1" units="cm"/>
      <inkml:brushProperty name="height" value="0.1" units="cm"/>
      <inkml:brushProperty name="color" value="#004F8B"/>
    </inkml:brush>
  </inkml:definitions>
  <inkml:trace contextRef="#ctx0" brushRef="#br0">15 5 2032,'0'0'127,"0"-1"-1,-1 1 0,1 0 1,0-1-1,-1 1 0,1 0 0,0-1 1,-1 1-1,1 0 0,-1 0 1,1 0-1,-1-1 0,1 1 1,-1 0-1,1 0 0,0 0 0,-1 0 1,1 0-1,-1 0 0,1 0 1,-1 0-1,1 0 0,-1 0 0,1 0 1,-1 0-1,1 0 0,-1 0 1,1 0-1,-1 0 0,1 0 1,-1 1-1,1-1-104,0 1 0,0-1 0,0 0 1,0 1-1,0-1 0,0 0 0,0 1 0,0-1 1,1 0-1,-1 1 0,0-1 0,0 0 0,0 0 1,1 1-1,-1-1 0,0 0 0,0 0 1,1 1-1,-1-1 0,0 0 0,1 0 0,-1 0 1,0 0-1,0 1 0,1-1 0,-1 0 0,0 0 1,1 0-1,-1 0 0,0 0 0,1 0 0,-1 0 1,0 0-1,1 0 0,-1 0 0,0 0 0,1 0 1,-1 0-1,0 0 0,1 0 0,-1 0 0,0-1 1,1 1-1</inkml:trace>
</inkml:ink>
</file>

<file path=ppt/ink/ink18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16.818"/>
    </inkml:context>
    <inkml:brush xml:id="br0">
      <inkml:brushProperty name="width" value="0.1" units="cm"/>
      <inkml:brushProperty name="height" value="0.1" units="cm"/>
      <inkml:brushProperty name="color" value="#004F8B"/>
    </inkml:brush>
  </inkml:definitions>
  <inkml:trace contextRef="#ctx0" brushRef="#br0">301 370 1408,'3'-2'5124,"10"-16"-3217,2-14-1704,-10 22-106,-10 8-142,-3-2 25,-1 0 6,0 0 0,0 1 0,-1 0 0,1 0 0,-1 1 0,0 0 0,0 1 0,0 0 0,-11 1 0,5 0 44,0 1 0,0 1 0,1 1 0,-1 0-1,0 1 1,-28 11 0,39-13-9,0 0-1,1 1 1,-1-1 0,1 1-1,-1 0 1,1 0-1,0 0 1,0 1 0,1-1-1,-1 1 1,1 0-1,-1 0 1,1 0 0,0 1-1,1-1 1,-1 1-1,1-1 1,0 1-1,0 0 1,0 0 0,1 0-1,0 0 1,0 0-1,-1 10 1,2-9 39,1 0 0,-1 0 0,1 0 0,0 0 1,0 0-1,1-1 0,0 1 0,0 0 0,0-1 0,1 1 0,0-1 0,0 0 0,0 0 0,1 0 1,-1 0-1,1-1 0,0 0 0,1 1 0,-1-1 0,1-1 0,-1 1 0,1-1 0,1 0 1,-1 0-1,0 0 0,1 0 0,-1-1 0,1 0 0,-1-1 0,8 2 0,-5-1 26,-1 0-1,0-1 1,0 0-1,1 0 1,-1-1-1,0 0 1,1 0-1,-1-1 1,0 0-1,0 0 1,1-1-1,-1 0 1,0 0-1,0 0 1,-1-1-1,1 0 1,-1-1-1,1 1 1,-1-1-1,0-1 1,0 1-1,-1-1 1,1 0-1,6-8 1,-4 2-170,-1 0 0,-1 0 0,0 0 0,0-1 0,-1 1 0,-1-1 0,0-1 1,-1 1-1,0-1 0,-1 1 0,2-16 0,-9 33-755,2-1 832,0 0 0,1 0-1,0 1 1,0-1 0,0 1-1,0-1 1,1 1 0,0-1 0,0 1-1,0 0 1,1 0 0,-1-1-1,1 1 1,0 0 0,0 0 0,1 0-1,-1-1 1,1 1 0,0 0-1,1-1 1,3 10 0,-4-11 53,0 1 0,1-1-1,0 0 1,0 0 0,0 0 0,0 0 0,0 0-1,1 0 1,-1 0 0,1-1 0,-1 1 0,1-1-1,0 0 1,0 0 0,0 0 0,1 0 0,-1 0-1,0-1 1,1 1 0,-1-1 0,1 0 0,-1 0-1,1 0 1,-1-1 0,1 1 0,0-1 0,-1 0-1,1 0 1,0 0 0,-1-1 0,5 0 0,15-5 79,0-2 0,-1 0 1,0-2-1,0 0 1,-1-2-1,-1 0 0,24-19 1,-33 24-93,-2-2 1,1 1 0,-1-1 0,0 0 0,-1-1 0,0 0 0,-1 0-1,0-1 1,10-21 0,-9 13-18,-1 0-1,-1-1 1,-1 1 0,0-2-1,1-26 1,-5 39-26,1-2-39,0 0-1,-1 0 1,0 0 0,-1-1-1,-1 1 1,1 0-1,-1 0 1,-1 0-1,0 0 1,-7-19-1,9 28 25,0 0-1,0 1 1,0-1-1,-1 0 1,1 1-1,0-1 0,-1 0 1,1 1-1,-1-1 1,1 1-1,-1-1 1,1 1-1,-1-1 1,1 1-1,-1-1 0,0 1 1,1-1-1,-1 1 1,1 0-1,-1-1 1,0 1-1,1 0 1,-1 0-1,0-1 1,0 1-1,1 0 0,-1 0 1,0 0-1,1 0 1,-1 0-1,0 0 1,0 0-1,1 0 1,-1 0-1,0 0 1,0 1-1,1-1 0,-1 0 1,0 0-1,1 1 1,-1-1-1,0 0 1,1 1-1,-1-1 1,1 1-1,-1-1 1,1 1-1,-1-1 0,1 1 1,-1-1-1,1 1 1,-1-1-1,1 1 1,-1 0-1,1 1 1,-23 38-840,5 7 560,2 1 0,-16 87-1,20-80 358,-8 55 456,5 2-1,6-1 1,4 126 0,5-220-761</inkml:trace>
</inkml:ink>
</file>

<file path=ppt/ink/ink18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17.126"/>
    </inkml:context>
    <inkml:brush xml:id="br0">
      <inkml:brushProperty name="width" value="0.1" units="cm"/>
      <inkml:brushProperty name="height" value="0.1" units="cm"/>
      <inkml:brushProperty name="color" value="#004F8B"/>
    </inkml:brush>
  </inkml:definitions>
  <inkml:trace contextRef="#ctx0" brushRef="#br0">0 36 5601,'6'-4'237,"1"0"0,0 0-1,0 0 1,0 1 0,0 0-1,0 0 1,1 0 0,-1 1-1,1 0 1,-1 1 0,1 0-1,0 0 1,0 1 0,-1 0-1,10 1 1,-3 0-199,0 0 1,-1 1-1,1 1 1,-1 0-1,0 1 1,0 0-1,23 11 0,-34-14-36,0 0 0,0 0-1,0 1 1,0-1 0,-1 0-1,1 1 1,0-1 0,-1 1-1,1-1 1,-1 1 0,2 3-1,-2-5 1,-1 1 0,0 0 0,1 0 0,-1-1 0,0 1 0,0 0 0,0 0-1,0 0 1,0-1 0,0 1 0,0 0 0,0 0 0,0-1 0,0 1 0,0 0 0,0 0-1,0-1 1,-1 1 0,1 0 0,0 0 0,-1-1 0,0 2 0,-1 0 8,0 1 1,0-1 0,-1 0 0,1 0-1,-1 0 1,0 0 0,1 0-1,-1-1 1,0 1 0,0-1 0,0 0-1,0 1 1,-6 0 0,-78 16-1281,58-13-360</inkml:trace>
</inkml:ink>
</file>

<file path=ppt/ink/ink18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17.440"/>
    </inkml:context>
    <inkml:brush xml:id="br0">
      <inkml:brushProperty name="width" value="0.1" units="cm"/>
      <inkml:brushProperty name="height" value="0.1" units="cm"/>
      <inkml:brushProperty name="color" value="#004F8B"/>
    </inkml:brush>
  </inkml:definitions>
  <inkml:trace contextRef="#ctx0" brushRef="#br0">125 101 3833,'7'-29'988,"-4"14"568,2 0 0,10-27 0,-16 56-1102,-65 398-537,14-111 385,43-239-200,-16 132 1232,24-178-2066</inkml:trace>
</inkml:ink>
</file>

<file path=ppt/ink/ink18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17.722"/>
    </inkml:context>
    <inkml:brush xml:id="br0">
      <inkml:brushProperty name="width" value="0.1" units="cm"/>
      <inkml:brushProperty name="height" value="0.1" units="cm"/>
      <inkml:brushProperty name="color" value="#004F8B"/>
    </inkml:brush>
  </inkml:definitions>
  <inkml:trace contextRef="#ctx0" brushRef="#br0">0 106 2769,'3'-7'467,"1"-1"0,0 0 0,0 1 0,1 0 0,0 0 0,0 0 0,1 1 0,6-7 0,-7 9-289,0 0 0,0 1 0,0 0 0,1 0 0,-1 0 0,1 1 0,0-1 0,0 1-1,0 1 1,0-1 0,11-1 0,-4 2-120,0 0-1,0 1 0,0 0 1,0 1-1,-1 0 0,24 6 0,-30-6-67,-1 0 0,1 1 0,-1 0-1,0 0 1,0 1 0,0-1-1,0 1 1,0 0 0,0 1 0,-1-1-1,0 1 1,0 0 0,0 0-1,0 0 1,0 1 0,-1-1 0,6 11-1,-8-14 15,0 1 0,0 0 0,-1 1 0,1-1 0,-1 0 0,1 0 0,-1 0 0,0 0 0,1 0 0,-1 0-1,-1 1 1,1-1 0,0 0 0,0 0 0,-1 0 0,1 0 0,-1 0 0,0 0 0,1 0 0,-1 0 0,0 0 0,0 0 0,0 0-1,-1 0 1,1-1 0,0 1 0,-1 0 0,1-1 0,-1 1 0,1-1 0,-1 1 0,0-1 0,0 0 0,1 0 0,-1 0 0,-4 2 0,-5 2 30,-1 0 1,1-1 0,-1 0-1,0-1 1,-13 3 0,-9-1-109,-37 0 0,42-3-629</inkml:trace>
</inkml:ink>
</file>

<file path=ppt/ink/ink18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18.205"/>
    </inkml:context>
    <inkml:brush xml:id="br0">
      <inkml:brushProperty name="width" value="0.1" units="cm"/>
      <inkml:brushProperty name="height" value="0.1" units="cm"/>
      <inkml:brushProperty name="color" value="#004F8B"/>
    </inkml:brush>
  </inkml:definitions>
  <inkml:trace contextRef="#ctx0" brushRef="#br0">12 43 1896,'2'17'2056,"-1"-15"-2032,-1 1 24,0 0 0,0 0-1,1-1 1,0 1 0,-1 0-1,1-1 1,0 1-1,0-1 1,0 1 0,1-1-1,-1 1 1,1-1 0,-1 0-1,1 1 1,0-1 0,0 0-1,0 0 1,0 0-1,0-1 1,0 1 0,1 0-1,-1-1 1,0 0 0,1 1-1,-1-1 1,4 1-1,4 1 83,-1-1 0,1 0 0,0 0 0,-1-1 0,1-1-1,0 1 1,0-1 0,10-2 0,-14 1-71,1 0 1,-1 0-1,0-1 1,0 0-1,0 0 0,-1 0 1,1-1-1,0 0 1,-1 0-1,0 0 1,0-1-1,0 0 0,8-7 1,-12 10-25,1-1 1,-1 1 0,0 0-1,0 0 1,0-1 0,0 1-1,0-1 1,0 1-1,0-1 1,0 1 0,-1-1-1,1 0 1,-1 1-1,1-1 1,-1 0 0,0 1-1,1-1 1,-1 0-1,0 1 1,0-1 0,0 0-1,0 0 1,-1 1-1,1-1 1,0 0 0,-1 1-1,1-1 1,-1 0-1,0 1 1,1-1 0,-1 1-1,0-1 1,0 1-1,0-1 1,0 1 0,0 0-1,0-1 1,-1 1-1,1 0 1,-2-2 0,-1 0-15,1 1 0,-1-1 0,0 1 0,0 0 0,0 0 0,0 0 0,-1 1 0,1-1 0,0 1 0,-1 0 0,1 0 0,-1 1 0,1-1 0,-6 1 0,-1 1 17,1 1-1,-1 0 1,1 1 0,-1 0 0,1 0-1,0 1 1,-12 7 0,15-7-17,0-1-1,1 2 1,0-1 0,-1 1-1,2-1 1,-1 2 0,1-1-1,-1 1 1,2 0 0,-9 12-1,12-17 18,0 1 0,0-1 0,1 1 0,-1-1 0,0 1 0,1-1 0,0 1 0,-1 0 0,1-1 0,0 1-1,0 0 1,0-1 0,0 1 0,0 0 0,0-1 0,0 1 0,0-1 0,1 1 0,-1 0 0,1-1 0,-1 1 0,2 2-1,0-1-4,0-1-1,0 1 1,1-1-1,-1 1 0,1-1 1,-1 0-1,1 0 1,-1 0-1,1-1 0,6 4 1,3 0-552,1 0-1,-1-1 1,1 0-1,21 2 1,5-1-2111</inkml:trace>
</inkml:ink>
</file>

<file path=ppt/ink/ink18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18.721"/>
    </inkml:context>
    <inkml:brush xml:id="br0">
      <inkml:brushProperty name="width" value="0.1" units="cm"/>
      <inkml:brushProperty name="height" value="0.1" units="cm"/>
      <inkml:brushProperty name="color" value="#004F8B"/>
    </inkml:brush>
  </inkml:definitions>
  <inkml:trace contextRef="#ctx0" brushRef="#br0">343 115 1992,'2'-3'107,"2"-3"251,1-1 0,-1 1 0,0-1 0,0 0 0,-1 0 0,3-9 0,-6 15-313,0-1 0,1 0 0,-1 1 1,0-1-1,0 1 0,0-1 0,0 1 1,0-1-1,-1 1 0,1-1 0,0 1 1,-1-1-1,1 1 0,-1-1 0,1 1 1,-1 0-1,0-1 0,1 1 0,-1 0 1,0 0-1,0-1 0,0 1 0,0 0 1,0 0-1,-1 0 0,1 0 0,0 0 1,0 0-1,-1 1 0,1-1 0,0 0 1,-1 1-1,1-1 0,-1 0 0,1 1 1,0 0-1,-1-1 0,-2 1 0,-10-3 167,-1 0-1,1 2 1,-1-1-1,1 2 1,-1 0-1,0 1 1,-24 4-1,16-1-100,0 2-1,1 0 1,0 1-1,-24 12 1,40-16-88,1-1 1,0 1-1,0 0 0,1 1 1,-1-1-1,1 1 0,-1 0 1,1 0-1,0 0 0,1 1 1,-6 6-1,8-9 8,1 0 1,-1-1-1,0 1 0,0 0 1,1 0-1,-1 0 0,1 0 1,-1 0-1,1 0 0,0 0 1,0 0-1,0 0 0,0 0 1,0 0-1,1 0 0,-1 0 1,0-1-1,1 1 0,-1 0 1,1 0-1,0 0 0,0 0 1,0-1-1,0 1 0,0 0 1,0-1-1,0 1 0,0-1 1,1 1-1,-1-1 0,1 1 1,-1-1-1,1 0 0,-1 0 1,3 2-1,6 2 130,0 1-1,1-1 0,-1-1 1,1 0-1,-1 0 0,1-1 1,1 0-1,-1-1 1,0-1-1,21 1 0,-12-1-16,-1-1-1,1-2 1,0 0-1,-1-1 0,27-7 1,-37 7-135,-1-1 0,0 1 1,0-1-1,-1-1 1,1 0-1,-1 0 0,0 0 1,0-1-1,-1 1 1,1-2-1,-1 1 0,-1-1 1,1 0-1,-1 0 0,-1 0 1,1-1-1,-1 0 1,0 0-1,-1 0 0,0 0 1,0-1-1,-1 1 1,0-1-1,0 1 0,0-17 1,-2 22-405,-2 4-260,2-1 594,-1 0 0,0 1-1,0-1 1,0 1 0,0-1 0,1 1-1,-1-1 1,0 1 0,1-1-1,-1 1 1,0 0 0,1-1 0,-1 1-1,1 0 1,-1 0 0,1-1-1,-1 1 1,0 2 0,-8 19-195,8-18 132,-22 51-345,-17 53 758,37-98-312,1 0 1,0 0-1,0 0 1,1 0-1,1 1 1,-1-1-1,2 0 1,1 17-1,2-13-1705</inkml:trace>
</inkml:ink>
</file>

<file path=ppt/ink/ink18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19.268"/>
    </inkml:context>
    <inkml:brush xml:id="br0">
      <inkml:brushProperty name="width" value="0.1" units="cm"/>
      <inkml:brushProperty name="height" value="0.1" units="cm"/>
      <inkml:brushProperty name="color" value="#004F8B"/>
    </inkml:brush>
  </inkml:definitions>
  <inkml:trace contextRef="#ctx0" brushRef="#br0">83 17 3817,'1'0'16,"-1"-1"0,1 1 0,0-1 0,-1 1 0,1 0 0,-1-1 0,1 1 0,0 0 0,0 0 0,-1 0 0,1 0 0,0-1 0,-1 1 0,1 0 0,0 0 0,-1 0 0,1 0 0,0 1 0,0-1 0,-1 0 0,1 0 0,0 0 0,-1 0 0,1 1 0,-1-1 0,1 0 0,0 1 0,-1-1 0,1 1 0,0 0 0,0 0 40,0 1 0,0-1 0,0 1 0,-1-1 0,1 1 1,-1 0-1,1-1 0,-1 1 0,0 0 0,1-1 0,-1 1 0,0 3 0,-1 8 313,0 0-1,-4 22 0,4-30-343,-1 2 33,0 0-1,0 0 1,0-1 0,0 0 0,-1 1-1,0-1 1,-1 0 0,1 0-1,-1-1 1,-1 1 0,1-1 0,-1 0-1,1 0 1,-1 0 0,-1 0-1,1-1 1,-1 0 0,0 0-1,0-1 1,0 0 0,-12 5 1037,20-14-44,-1 2-1005,1 0 0,0 0-1,1 0 1,-1 0 0,0 1 0,1-1-1,0 1 1,0 0 0,0-1 0,0 2 0,1-1-1,-1 0 1,1 1 0,-1-1 0,1 1-1,0 0 1,5-2 0,16-7 74,45-12 0,-28 9-33,-9 3-115,0-2 0,-1-1 1,0-2-1,-1 0 0,37-28 0,-67 43-41,-6 11-430,3-6 507,0 0 1,0 1-1,1-1 0,-1 0 1,1 1-1,0-1 0,0 1 1,1 0-1,-1-1 0,1 1 1,0-1-1,0 1 0,0 0 1,1-1-1,0 1 0,0-1 1,0 1-1,0-1 0,1 1 1,3 7-1,26 38 159,-21-36 235,-1 0-1,-1 1 1,0 0-1,-1 0 1,-1 0-1,8 26 1,-14-40-387,0 0 1,0 1-1,0-1 0,0 0 1,-1 0-1,1 1 0,0-1 1,0 0-1,-1 0 0,1 0 1,-1 1-1,1-1 1,-1 0-1,0 0 0,1 0 1,-1 0-1,0 0 0,0 0 1,1 0-1,-1 0 0,0 0 1,0 0-1,0-1 1,-2 2-1,-12 10-207</inkml:trace>
</inkml:ink>
</file>

<file path=ppt/ink/ink18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21.063"/>
    </inkml:context>
    <inkml:brush xml:id="br0">
      <inkml:brushProperty name="width" value="0.1" units="cm"/>
      <inkml:brushProperty name="height" value="0.1" units="cm"/>
      <inkml:brushProperty name="color" value="#004F8B"/>
    </inkml:brush>
  </inkml:definitions>
  <inkml:trace contextRef="#ctx0" brushRef="#br0">63 22 4337,'-3'-21'3283,"5"27"-2093,2 39-1231,-12 0 355,-2 0 0,-2 0 0,-23 58 1440,35-114-1663,1 0-1,0 1 1,1-1-1,0 0 1,0 1 0,1 0-1,1 0 1,0 0-1,0 0 1,1 0-1,0 1 1,1 0 0,0 0-1,1 0 1,-1 1-1,2 0 1,-1 0-1,1 1 1,0-1 0,17-9-1,-17 11-161,1 1 0,-1 1 0,1-1 0,0 2 0,1-1 0,-1 1 0,1 1 0,0-1 0,-1 2 0,1-1 0,0 2 0,0-1 0,0 1 0,0 0 0,0 1-1,0 1 1,-1-1 0,1 1 0,0 1 0,-1 0 0,0 0 0,16 9 0,-20-10 55,0 1 0,-1 0 0,1 1 0,-1-1 0,0 1-1,0 0 1,0 0 0,-1 0 0,1 0 0,-1 1 0,0-1 0,0 1-1,-1 0 1,4 8 0,-5-11 45,0 1 1,0-1-1,-1 1 0,1 0 1,-1 0-1,0-1 0,1 1 0,-1 0 1,-1 0-1,1 0 0,0-1 0,-1 1 1,1 0-1,-1 0 0,0-1 1,0 1-1,0-1 0,0 1 0,0-1 1,0 1-1,-1-1 0,1 0 0,-1 1 1,0-1-1,0 0 0,0 0 1,0 0-1,0 0 0,-4 2 0,5-3 342,-4-8 983,4 3-1314,0 0 0,0 0 0,1 0 0,0 0 0,-1 0 0,1-1 1,1 1-1,-1 0 0,1 0 0,-1 0 0,1 0 0,0 0 0,0 0 0,1 1 0,-1-1 1,1 0-1,0 0 0,0 1 0,0-1 0,1 1 0,-1 0 0,1 0 0,5-5 1,1-1-58,0 0 1,1 1-1,0 0 1,0 0 0,1 2-1,0-1 1,0 1-1,1 1 1,0 0 0,0 0-1,16-3 1,-23 7-38,-1 0 0,1 0 0,0 0 0,0 1 1,-1 0-1,1 0 0,0 0 0,0 1 0,0-1 0,-1 1 0,1 0 1,-1 1-1,1-1 0,0 1 0,-1 0 0,0 0 0,0 0 1,1 0-1,-1 1 0,-1 0 0,1 0 0,0 0 0,-1 0 0,1 0 1,-1 1-1,0 0 0,0 0 0,0 0 0,-1 0 0,0 0 1,1 0-1,2 9 0,-2-2 18,0 0 0,0 0 0,-1 0 0,-1 0 0,0 0 0,0 1 0,-1-1 0,-1 0 0,-2 19 0,0 44 637,5-63-989,4-4-1106</inkml:trace>
</inkml:ink>
</file>

<file path=ppt/ink/ink18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21.464"/>
    </inkml:context>
    <inkml:brush xml:id="br0">
      <inkml:brushProperty name="width" value="0.1" units="cm"/>
      <inkml:brushProperty name="height" value="0.1" units="cm"/>
      <inkml:brushProperty name="color" value="#004F8B"/>
    </inkml:brush>
  </inkml:definitions>
  <inkml:trace contextRef="#ctx0" brushRef="#br0">55 81 2288,'-4'3'237,"0"1"-1,0 0 1,0-1-1,1 1 1,-1 0-1,1 1 0,0-1 1,1 1-1,-1-1 1,1 1-1,0 0 0,0 0 1,0 0-1,-1 10 1,-1-2 132,2 0-1,0 0 1,1 1 0,0 22 0,1-32-289,0 0 0,1 0 1,-1 0-1,1 0 0,0 0 0,0 0 1,0 0-1,0-1 0,1 1 0,0-1 0,-1 1 1,1-1-1,1 1 0,-1-1 0,0 0 1,1 0-1,-1 0 0,1 0 0,0-1 0,0 1 1,0-1-1,1 1 0,-1-1 0,0 0 1,1-1-1,-1 1 0,1 0 0,0-1 1,-1 0-1,1 0 0,0 0 0,0 0 0,0-1 1,0 1-1,6-1 0,3 0 65,0-1 0,0 0 0,0-1 0,-1 0-1,1-1 1,-1-1 0,1 0 0,-1 0 0,20-11 0,-23 9-85,0 0 1,0 0-1,0-1 0,-1 0 0,0-1 1,0 0-1,-1 0 0,0 0 1,0-1-1,-1 0 0,0-1 1,9-18-1,-13 22-61,0 0 0,1 0 0,-2 0 1,1 0-1,-1 0 0,0 0 0,0 0 0,-1-1 0,1 1 0,-2 0 1,1-1-1,-1 1 0,1 0 0,-2 0 0,1 0 0,-1-1 1,0 1-1,0 1 0,-1-1 0,1 0 0,-1 1 0,0-1 0,-1 1 1,-4-5-1,6 7-61,-1 0 1,0 1-1,-1-1 1,1 1-1,0 0 1,-1 0-1,1 0 1,-1 1-1,1-1 1,-1 1-1,0 0 1,0 0-1,0 0 1,0 0-1,0 1 1,1-1-1,-1 1 0,0 0 1,0 0-1,0 1 1,0-1-1,0 1 1,0 0-1,0 0 1,-5 2-1,-5 2-2,1 0 0,-1 1-1,1 0 1,1 1-1,-22 15 1,11-3-303</inkml:trace>
</inkml:ink>
</file>

<file path=ppt/ink/ink18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22.254"/>
    </inkml:context>
    <inkml:brush xml:id="br0">
      <inkml:brushProperty name="width" value="0.1" units="cm"/>
      <inkml:brushProperty name="height" value="0.1" units="cm"/>
      <inkml:brushProperty name="color" value="#004F8B"/>
    </inkml:brush>
  </inkml:definitions>
  <inkml:trace contextRef="#ctx0" brushRef="#br0">38 1 3193,'0'0'481,"0"7"714,2 26-699,-2 1-1,-1-1 1,-2 1 0,-1-1 0,-1 0-1,-21 63 3153,31-114-2640,10-29-635,-9 31-320,2 1 0,0-1 1,0 1-1,2 1 0,0 0 0,0 0 0,1 1 1,1 0-1,0 1 0,21-16 0,-23 20-99,0 1 0,1 1 0,-1-1 0,1 2 0,0 0 0,1 0 0,-1 1 0,1 0 0,0 1-1,0 1 1,0 0 0,0 0 0,0 1 0,0 1 0,21 1 0,-29-1-13,1 1 1,-1-1-1,0 1 0,0 0 1,0 0-1,0 1 0,0-1 1,0 1-1,0 0 0,0 0 1,-1 0-1,1 0 0,0 1 1,-1-1-1,0 1 0,0 0 0,0 0 1,0 1-1,3 3 0,-4-2-25,0 0-1,1 0 0,-2 0 1,1 0-1,-1 1 0,1-1 0,-1 1 1,-1-1-1,1 1 0,-1-1 0,0 1 1,0-1-1,-1 1 0,-1 6 1,-3 14-21,3-18 144,0-1-1,1 0 1,0 1 0,0-1 0,1 0-1,0 1 1,0-1 0,0 1 0,3 11-1,-2-18 9,0 1 0,0-1 0,-1 0 0,1 0 0,0 0-1,0 1 1,0-1 0,0 0 0,0-1 0,0 1 0,1 0 0,-1 0-1,0 0 1,0-1 0,1 1 0,-1 0 0,0-1 0,1 1-1,-1-1 1,1 0 0,-1 1 0,0-1 0,1 0 0,-1 0 0,1 0-1,-1 0 1,1 0 0,-1 0 0,1 0 0,-1-1 0,3 0 0,5-1 144,-1 0 0,1-1 0,13-6 1,3-3 36,0-1 1,37-25-1,-53 31-200,0 1 0,-1-1-1,0 0 1,0-1 0,-1 0 0,0 0-1,0-1 1,-1 0 0,9-17 0,-14 24-36,0 0 1,0 0 0,0 0-1,0 0 1,-1 0-1,1 0 1,-1 0 0,0 0-1,1 0 1,-1 0 0,0 0-1,0 0 1,0 0 0,0 0-1,-1 0 1,1 0 0,-1 0-1,1 0 1,-1 0 0,0 0-1,-1-4 1,0 4-33,0 0 0,0 0 0,0 0 0,0 0 0,0 0-1,-1 1 1,1-1 0,0 1 0,-1-1 0,1 1 0,-1 0 0,0 0 0,1 0 0,-4 0 0,-6-2-138,0 1-1,0 1 1,0 0 0,0 1-1,0 0 1,-14 2 0,10 0 128,0 1 1,0 1 0,1 0 0,-1 1 0,1 0 0,0 2 0,0-1-1,-19 14 1,29-17 66,0 0-1,0 1 1,1 0-1,-1 0 1,1 0-1,-1 1 1,1-1-1,1 1 0,-1 0 1,1 0-1,0 0 1,0 1-1,0-1 1,1 1-1,0 0 1,0-1-1,0 1 1,1 0-1,0 0 1,0 0-1,0 0 0,1 1 1,0-1-1,1 12 1,1-9 34,-1 0 0,2 0 0,-1 1 0,1-1 0,1-1 0,-1 1 0,1 0 0,1-1 0,0 0 0,0 0 0,1 0 0,0-1 0,0 0 0,0 0 0,1 0 0,0-1 0,1 0 0,-1 0 0,1-1 0,0 0 0,1 0 0,-1-1 0,1 0 0,0-1 0,0 0 0,13 3 0,31-2-1156,5-3-669</inkml:trace>
</inkml:ink>
</file>

<file path=ppt/ink/ink18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23.487"/>
    </inkml:context>
    <inkml:brush xml:id="br0">
      <inkml:brushProperty name="width" value="0.1" units="cm"/>
      <inkml:brushProperty name="height" value="0.1" units="cm"/>
      <inkml:brushProperty name="color" value="#004F8B"/>
    </inkml:brush>
  </inkml:definitions>
  <inkml:trace contextRef="#ctx0" brushRef="#br0">146 0 1088,'-21'3'869,"1"0"0,-1 1 0,1 1 1,0 1-1,-23 11 1183,43-17-2010,0 1 0,0-1 0,0 1 0,0 0 0,0-1-1,0 1 1,0-1 0,1 1 0,-1-1 0,0 1 0,0-1-1,1 1 1,-1-1 0,0 1 0,1-1 0,-1 1 0,0-1-1,1 0 1,-1 1 0,1-1 0,-1 0 0,1 1 0,-1-1-1,1 0 1,-1 1 0,1-1 0,0 0 0,5 4 19,1 0 0,0 0 0,0-1-1,0 0 1,0 0 0,0-1 0,0 0 0,1 0 0,-1-1 0,1 1 0,12-1 0,292-3 355,55 2-130,-246 7-169,253 5 380,-315-13-274,549 5 394,-99-5 2230,-504 0-2868,-3 1-6,-1 0-1,1 0 1,0 0-1,0 0 1,0 0 0,0 0-1,-1 0 1,1 0 0,0 1-1,0-1 1,-1 1-1,1-1 1,0 1 0,2 1-1,1 2-1153</inkml:trace>
</inkml:ink>
</file>

<file path=ppt/ink/ink18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24.173"/>
    </inkml:context>
    <inkml:brush xml:id="br0">
      <inkml:brushProperty name="width" value="0.1" units="cm"/>
      <inkml:brushProperty name="height" value="0.1" units="cm"/>
      <inkml:brushProperty name="color" value="#004F8B"/>
    </inkml:brush>
  </inkml:definitions>
  <inkml:trace contextRef="#ctx0" brushRef="#br0">71 55 1720,'9'-55'5179,"-16"75"-4531,-51 187 1284,54-190-1732,0 1 0,1 0 0,1 0 1,0 20-1,3-19-766</inkml:trace>
</inkml:ink>
</file>

<file path=ppt/ink/ink18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24.853"/>
    </inkml:context>
    <inkml:brush xml:id="br0">
      <inkml:brushProperty name="width" value="0.1" units="cm"/>
      <inkml:brushProperty name="height" value="0.1" units="cm"/>
      <inkml:brushProperty name="color" value="#004F8B"/>
    </inkml:brush>
  </inkml:definitions>
  <inkml:trace contextRef="#ctx0" brushRef="#br0">0 192 3617,'0'0'831,"7"-3"1090,8 0-1820,1 0-1,0 0 0,-1 1 1,1 1-1,0 1 1,0 0-1,17 3 0,27 0 52,-43-3-101,82-3 253,-87 2-214,0-1 0,0 0 0,-1-1 0,1 0 1,-1-1-1,13-6 0,-22 9-75,0 0 1,0 0-1,0 0 1,0 0-1,-1 0 1,1-1-1,-1 1 1,1-1-1,-1 1 1,1-1-1,-1 0 1,0 1-1,0-1 1,0 0-1,0 0 1,0 0-1,0 0 1,0 0-1,-1 0 1,1 0-1,-1 0 1,1 0-1,-1 0 1,0-4 0,0-4 34,-1 1 1,-1 0 0,0 0 0,-4-15 0,-4-24-25,3 51-337,3 1 309,0-1-1,0 1 1,1 1 0,0-1-1,-1 0 1,1 1 0,1 0-1,-1-1 1,1 1 0,-1 0-1,2 1 1,-1-1-1,-1 6 1,-4 19 38,-4 34 0,7-39 17,-12 97 2017,18-124-1925,0 0 1,0-1-1,0 1 0,0-1 0,0 1 1,-1-1-1,0 0 0,2-3 0,0 0 20,3-5-122,1 1-1,1-1 1,0 2-1,0-1 0,1 1 1,0 0-1,1 1 1,0 0-1,0 0 0,0 1 1,1 1-1,0-1 1,17-5-1,-21 9-122,1 0 1,-1 1-1,0 0 1,1 0-1,-1 1 0,1 0 1,0 0-1,-1 1 0,1 0 1,0 0-1,0 1 1,-1 0-1,1 0 0,-1 1 1,1 0-1,-1 0 0,0 1 1,0 0-1,0 0 1,0 1-1,0 0 0,12 9 1,-13-8 97,0 1 1,0 0 0,0 0-1,-1 0 1,0 1-1,0 0 1,0 0 0,-1 0-1,0 0 1,0 1-1,-1-1 1,0 1 0,-1 0-1,0 0 1,0 0-1,0 1 1,-1-1 0,0 0-1,-1 0 1,0 1 0,0-1-1,-2 9 1,2-15-4,0-1 0,0 0 0,0 1 0,0-1 0,0 1 0,0-1 0,0 0 0,0 1 0,1-1 0,-1 0 0,1 1 0,-1-1 0,1 0 0,-1 1 1,1-1-1,0 0 0,0 0 0,-1 0 0,1 0 0,2 2 0,9 3-1541</inkml:trace>
</inkml:ink>
</file>

<file path=ppt/ink/ink18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25.412"/>
    </inkml:context>
    <inkml:brush xml:id="br0">
      <inkml:brushProperty name="width" value="0.1" units="cm"/>
      <inkml:brushProperty name="height" value="0.1" units="cm"/>
      <inkml:brushProperty name="color" value="#004F8B"/>
    </inkml:brush>
  </inkml:definitions>
  <inkml:trace contextRef="#ctx0" brushRef="#br0">373 68 3337,'0'-3'184,"0"1"-1,-1-1 1,0 0 0,0 0 0,1 0-1,-2 0 1,1 1 0,0-1 0,0 0 0,-1 1-1,0-1 1,1 1 0,-1 0 0,0 0 0,0-1-1,0 1 1,0 0 0,-5-2 0,3 1-88,-1 1 0,0-1 1,0 1-1,0 1 1,0-1-1,0 1 0,0 0 1,0 0-1,-10 0 0,-3 1 33,1 1-1,-1 0 0,1 2 0,0 0 1,-22 7-1,21-5 21,1 1-1,-31 16 1,41-18-126,1-1 0,0 1 0,0 1 0,0-1 1,0 1-1,1 0 0,0 0 0,0 0 0,0 1 0,-4 7 0,8-12 6,0 1-1,0-1 1,0 1 0,0 0-1,1 0 1,-1-1 0,0 1 0,1 0-1,0 0 1,-1 0 0,1 0-1,0-1 1,0 1 0,0 0 0,0 0-1,0 0 1,0 0 0,1 0-1,-1 0 1,1-1 0,-1 1-1,2 2 1,0-1 35,-1-1 0,1 1 1,0-1-1,0 1 0,1-1 0,-1 0 0,0 0 0,1 0 0,-1 0 1,1 0-1,0-1 0,3 2 0,2 1 101,1 0 1,-1-1-1,1 0 1,0-1-1,0 0 1,0 0-1,1-1 1,9 0-1,-6-2-58,-1 0-1,0-2 0,1 1 0,-1-1 1,0-1-1,-1 0 0,1-1 1,18-10-1,-22 11-104,-1 0 1,0-1 0,0 0-1,0 0 1,0-1 0,-1 0-1,0 0 1,-1-1 0,1 1-1,-1-1 1,0 0 0,-1-1-1,6-10 1,-21 29-1689,-8 21 1769,19-32-87,-19 57 179,18-53-147,0 1-1,0-1 1,1 1-1,-1 0 1,1 0-1,0-1 0,0 1 1,1 0-1,-1-1 1,3 8-1,6 6-429</inkml:trace>
</inkml:ink>
</file>

<file path=ppt/ink/ink18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25.846"/>
    </inkml:context>
    <inkml:brush xml:id="br0">
      <inkml:brushProperty name="width" value="0.1" units="cm"/>
      <inkml:brushProperty name="height" value="0.1" units="cm"/>
      <inkml:brushProperty name="color" value="#004F8B"/>
    </inkml:brush>
  </inkml:definitions>
  <inkml:trace contextRef="#ctx0" brushRef="#br0">43 14 2561,'0'0'2452,"-1"4"-2104,-8 30 414,-6 43 1,-2 7 2125,17-89-2276,0-2-542,0 0 0,1 1 0,0-1 0,0 0 0,1 0 0,0 0 0,0 1 0,0-1 0,1 1 0,0 0 0,0 0 0,1 0 0,0 0 0,0 0 0,0 1 0,9-9 0,-3 3-99,0 1 0,1 0 0,0 1 0,1 0 0,0 1 0,0 0 0,18-8 0,-24 14-3,-1 0 1,1 0 0,0 1-1,0 0 1,-1 0 0,1 0 0,0 0-1,0 1 1,0 0 0,0 1-1,0-1 1,0 1 0,8 2-1,-5 0 3,0 0-1,-1 1 0,1 0 1,-1 0-1,1 0 0,-1 1 1,-1 1-1,9 6 1,-7-5 73,-1 1 0,-1-1 1,0 1-1,0 0 1,0 1-1,-1 0 0,0 0 1,-1 0-1,0 1 1,0-1-1,-1 1 0,-1 0 1,1 1-1,-2-1 1,3 19-1,-5-21 51,0 0-1,-1 0 0,0 1 1,0-1-1,-1 0 1,0 0-1,-1 0 0,0 0 1,-6 13-1,0-3-608</inkml:trace>
</inkml:ink>
</file>

<file path=ppt/ink/ink18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26.719"/>
    </inkml:context>
    <inkml:brush xml:id="br0">
      <inkml:brushProperty name="width" value="0.1" units="cm"/>
      <inkml:brushProperty name="height" value="0.1" units="cm"/>
      <inkml:brushProperty name="color" value="#004F8B"/>
    </inkml:brush>
  </inkml:definitions>
  <inkml:trace contextRef="#ctx0" brushRef="#br0">542 30 2905,'-2'-5'3931,"1"18"-1069,0 20-2699,1-32-154,0-1-1,0 1 1,0-1 0,0 1 0,0 0 0,0-1 0,0 1-1,0-1 1,0 1 0,0-1 0,0 1 0,0-1 0,0 1-1,0-1 1,0 1 0,1-1 0,-1 1 0,0-1 0,1 1-1,-1-1 1,0 1 0,0-1 0,1 1 0,4 4 101,0-1 0,0 0 1,1 0-1,-1-1 0,1 1 1,-1-1-1,1 0 0,0-1 1,0 0-1,1 0 0,-1 0 0,0 0 1,1-1-1,-1 0 0,0 0 1,13-1-1,-10 0-48,1-1 1,0 0 0,0-1-1,-1 0 1,1 0-1,-1-1 1,0 0-1,0-1 1,0 0 0,0 0-1,9-7 1,-16 10-85,1-1 0,-1 0 0,0-1 0,0 1 0,0 0 1,0-1-1,0 1 0,0-1 0,-1 1 0,0-1 0,1 0 0,-1 0 1,0 0-1,0 0 0,0 0 0,-1 0 0,1 0 0,-1 0 0,1 0 1,-1 0-1,0 0 0,0 0 0,-1 0 0,1 0 0,-1 0 1,1 0-1,-1 0 0,0 0 0,0 0 0,-2-3 0,2 5-247,-7 4-498,3 1 768,-1 1-1,1-1 1,1 1 0,-1 0-1,1 0 1,-1 0 0,2 1-1,-1-1 1,1 1 0,-1 0-1,1 0 1,1 1 0,-4 11-1,-3 31 27,2 0-1,0 51 0,6-61 79,-2 0-1,-2 0 1,-2 0-1,-13 47 1,18-82-81,0 1 0,0-1 0,0 0 0,0 0 1,-1 0-1,1 0 0,-1 0 0,0 0 0,-1-1 0,1 0 1,-1 1-1,1-1 0,-1 0 0,0-1 0,0 1 0,0-1 0,0 0 1,-1 0-1,1 0 0,0 0 0,-1-1 0,1 0 0,-9 2 1,-8-1 17,0-1 1,1 0-1,-1-1 1,-24-4-1,20 2-22,1 0 10,-167-17 83,160 14-18,1-1-1,-1-1 1,1-2 0,-30-13-1,41 10-311,10-1-499</inkml:trace>
</inkml:ink>
</file>

<file path=ppt/ink/ink18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27.261"/>
    </inkml:context>
    <inkml:brush xml:id="br0">
      <inkml:brushProperty name="width" value="0.1" units="cm"/>
      <inkml:brushProperty name="height" value="0.1" units="cm"/>
      <inkml:brushProperty name="color" value="#004F8B"/>
    </inkml:brush>
  </inkml:definitions>
  <inkml:trace contextRef="#ctx0" brushRef="#br0">115 86 1640,'-2'-4'521,"1"3"-281,1 1-1,0-1 1,-1 0-1,1 1 1,-1-1 0,1 0-1,-1 1 1,1-1-1,-1 1 1,0-1-1,1 1 1,-1-1 0,0 1-1,1-1 1,-1 1-1,0 0 1,0-1-1,1 1 1,-1 0 0,0 0-1,0 0 1,0-1-1,1 1 1,-1 0-1,0 0 1,0 0-1,0 0 1,-1 1 0,-2-1-196,0 0 0,0 1 1,0 0-1,0 0 0,1 0 1,-1 1-1,0-1 0,0 1 1,1 0-1,-1 0 1,1 0-1,-1 1 0,1-1 1,0 1-1,0-1 0,0 1 1,0 0-1,1 1 0,-1-1 1,1 0-1,0 1 0,0-1 1,0 1-1,0-1 0,1 1 1,-3 8-1,3-9 10,0 0 1,-1 0-1,1 0 0,1 1 0,-1-1 0,0 0 0,1 1 1,0-1-1,0 0 0,0 1 0,0-1 0,0 0 0,1 1 1,-1-1-1,1 0 0,0 0 0,0 1 0,0-1 0,1 0 0,-1 0 1,1 0-1,0 0 0,-1 0 0,1-1 0,0 1 0,1-1 1,-1 1-1,0-1 0,1 1 0,-1-1 0,1 0 0,0 0 1,0-1-1,0 1 0,5 2 0,-2-2 51,1 0 0,-1 0 0,1 0-1,-1 0 1,1-1 0,0 0 0,0-1-1,0 0 1,0 0 0,0 0 0,-1-1 0,1 0-1,0 0 1,0 0 0,-1-1 0,13-5 0,-11 3-54,0 0 0,0 0 0,0-1 0,0 0 1,-1-1-1,0 0 0,0 0 0,-1 0 0,1-1 1,8-11-1,-13 14-52,0 0 1,0 0-1,0 0 0,-1 0 1,1 0-1,-1 0 1,0-1-1,0 1 0,0 0 1,-1-1-1,1 1 1,-1 0-1,0-1 0,0 1 1,-1-1-1,0 1 1,1 0-1,-1-1 0,-1 1 1,1 0-1,0 0 1,-1 0-1,0 0 0,-3-4 1,3 3-38,-1 0-1,-1 0 1,1 0 0,-1 0 0,0 1 0,0-1 0,0 1-1,-1 0 1,0 1 0,1-1 0,-11-5 0,12 8-73,0-1 0,0 1 1,-1 0-1,1 0 0,0 0 1,-1 1-1,1-1 0,-1 1 1,1 0-1,0 0 0,-1 0 1,1 0-1,-1 0 0,1 1 1,0 0-1,-1-1 0,1 1 1,0 1-1,0-1 0,-1 0 1,1 1-1,-3 2 0,-12 8-1557</inkml:trace>
</inkml:ink>
</file>

<file path=ppt/ink/ink18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27.742"/>
    </inkml:context>
    <inkml:brush xml:id="br0">
      <inkml:brushProperty name="width" value="0.1" units="cm"/>
      <inkml:brushProperty name="height" value="0.1" units="cm"/>
      <inkml:brushProperty name="color" value="#004F8B"/>
    </inkml:brush>
  </inkml:definitions>
  <inkml:trace contextRef="#ctx0" brushRef="#br0">102 46 2304,'-12'11'572,"-1"-1"-1,1 2 0,1 0 0,0 0 1,-12 19-1,21-29-530,0 1 0,0 0 0,0 0 0,1-1 1,-1 1-1,1 0 0,-1 0 0,1 0 0,0 1 0,0-1 0,0 0 1,1 0-1,-1 1 0,1-1 0,0 0 0,0 1 0,0-1 0,0 0 0,0 0 1,1 1-1,-1-1 0,1 0 0,0 0 0,0 1 0,0-1 0,1 0 1,-1 0-1,1 0 0,0-1 0,0 1 0,0 0 0,0-1 0,0 1 0,0-1 1,1 1-1,-1-1 0,5 3 0,-2-2 73,1 1-1,-1-1 1,1 0-1,0 0 1,0-1-1,0 1 1,1-1 0,-1-1-1,0 1 1,1-1-1,-1-1 1,1 1-1,0-1 1,-1 0-1,1 0 1,-1-1 0,1 0-1,9-2 1,-2-2-83,0-1-1,-1 0 1,0-1 0,0 0 0,0-1 0,-1 0 0,0-1 0,-1 0 0,0-1 0,0-1 0,-1 1-1,0-2 1,-1 1 0,-1-1 0,0-1 0,0 0 0,-1 0 0,-1 0 0,0-1 0,-1 0-1,0 0 1,-1 0 0,2-16 0,-6 28-179,-2 7-31,-9 23 152,-9 35 0,17-53 129,0 0-1,1 0 1,1 1-1,0-1 1,0 1-1,1-1 0,2 18 1,5-10-278,4-3-583</inkml:trace>
</inkml:ink>
</file>

<file path=ppt/ink/ink18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28.068"/>
    </inkml:context>
    <inkml:brush xml:id="br0">
      <inkml:brushProperty name="width" value="0.1" units="cm"/>
      <inkml:brushProperty name="height" value="0.1" units="cm"/>
      <inkml:brushProperty name="color" value="#004F8B"/>
    </inkml:brush>
  </inkml:definitions>
  <inkml:trace contextRef="#ctx0" brushRef="#br0">36 2 1936,'1'0'97,"0"0"0,0-1 0,1 1 0,-1 0 0,0 0-1,0 0 1,0 0 0,0 0 0,0 0 0,1 0 0,-1 0-1,0 0 1,0 1 0,0-1 0,0 0 0,0 1 0,0-1-1,0 1 1,0-1 0,0 1 0,0-1 0,0 1 0,0 0-1,0 0 1,0-1 0,-1 1 0,2 1 0,0 1-36,0 0 1,-1 0 0,1 0-1,-1 0 1,0 1 0,1-1 0,-1 0-1,-1 1 1,2 3 0,-1 5-73,0 0 0,0-1 0,-2 1 0,1 0 1,-3 11-1,2-14 194,-1-1 1,-1 0-1,1 1 1,-1-1 0,-1 0-1,1-1 1,-1 1-1,-1-1 1,1 1-1,-1-1 1,-1-1 0,1 1-1,-14 12 636,18-19-782,1 0 1,0 0-1,0 0 0,0 0 0,0 0 1,0 0-1,0 0 0,-1 0 0,1 0 1,0 0-1,0 1 0,0-1 0,0 0 1,0 0-1,-1 0 0,1 0 0,0 0 1,0 0-1,0 0 0,0 0 0,0 0 0,-1 0 1,1 0-1,0 0 0,0 0 0,0 0 1,0 0-1,0-1 0,-1 1 0,1 0 1,0 0-1,0 0 0,0 0 0,0 0 1,0 0-1,0 0 0,0 0 0,-1 0 1,1 0-1,0-1 0,0 1 0,0 0 1,0 0-1,0 0 0,0 0 0,0 0 1,0-1-1,0 1 0,0 0 0,0 0 1,0 0-1,0 0 0,0 0 0,0-1 1,0 1-1,0 0 0,0 0 0,0 0 1,0 0-1,0 0 0,0-1 0,0 1 1,0 0-1,-1-2 65,0-1-1,0 1 1,0-1 0,0 1 0,1-1-1,-1 1 1,1-1 0,0 1 0,0-1-1,0 0 1,0 1 0,0-1-1,1 1 1,-1-1 0,1 1 0,-1-1-1,2-3 1,1 0 8,0 1-1,0-1 0,0 1 1,1-1-1,-1 1 1,1 0-1,5-4 1,6-5-14,-1 1 0,2 1 0,33-20 0,-37 25-129,0 0-1,0 2 1,1 0-1,0 0 0,21-4 1,-5 3-1003</inkml:trace>
</inkml:ink>
</file>

<file path=ppt/ink/ink18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28.830"/>
    </inkml:context>
    <inkml:brush xml:id="br0">
      <inkml:brushProperty name="width" value="0.1" units="cm"/>
      <inkml:brushProperty name="height" value="0.1" units="cm"/>
      <inkml:brushProperty name="color" value="#004F8B"/>
    </inkml:brush>
  </inkml:definitions>
  <inkml:trace contextRef="#ctx0" brushRef="#br0">323 81 3665,'4'-1'280,"0"0"1,0 0-1,0 0 0,0 0 1,-1-1-1,1 0 0,0 0 1,-1 0-1,1 0 0,-1 0 1,1-1-1,2-2 1,-5 4 65,-10-9 428,-2 4-786,1 0 0,-1 1 1,0 0-1,-1 0 0,1 1 0,-1 1 0,0 0 1,0 0-1,0 2 0,-24-2 0,20 3 48,0 0-1,0 2 0,0 0 0,0 0 0,1 2 0,-1 0 0,-16 6 0,27-7 4,-1-1-1,1 1 0,0 0 1,0 0-1,1 0 0,-1 1 1,1-1-1,-1 1 0,1 0 1,-4 6-1,6-6-9,-1-1-1,2 0 1,-1 1-1,0 0 1,1-1-1,-1 1 1,1 0 0,0 0-1,0 0 1,1 0-1,-1 0 1,1 0-1,0 0 1,0 0 0,0-1-1,2 7 1,-2-7 31,0-1 0,1 1 0,0-1 0,-1 1 1,1-1-1,0 0 0,0 1 0,1-1 0,-1 0 1,0 0-1,1 0 0,-1 0 0,1 0 0,0 0 0,-1 0 1,1 0-1,0-1 0,0 1 0,3 1 0,0-1 38,-1 0 0,1 0 0,-1-1 0,1 1-1,-1-1 1,1 0 0,0-1 0,0 1 0,7-1-1,4 0 94,-1-2-1,0 0 0,0 0 0,0-2 1,21-7-1,-11 2-113,-1-2 1,0-1-1,0-1 0,-2-1 1,0-1-1,24-20 1,-29 26-373,-17 9 274,1 0 1,-1 0-1,0 0 0,0 0 1,1 0-1,-1 0 1,0 1-1,0-1 0,1 0 1,-1 0-1,0 0 0,0 0 1,0 1-1,1-1 0,-1 0 1,0 0-1,0 0 0,0 1 1,1-1-1,-1 0 0,0 0 1,0 1-1,0-1 0,0 0 1,0 1-1,0-1 0,0 0 1,0 0-1,0 1 0,0-1 1,0 0-1,0 1 0,0-1 1,0 4-84,0-1-1,-1 0 1,1 0 0,-1 0 0,0 0 0,0 0 0,0 0 0,-3 5 0,0 1-11,-33 66-272,34-68 423,0 1 0,1-1 0,0 0 0,0 1-1,1 0 1,0-1 0,0 1 0,1 12 0,0-18-48,0 0 1,0-1-1,1 1 1,-1 0-1,1 0 1,0 0-1,-1 0 0,1-1 1,0 1-1,0 0 1,0-1-1,0 1 1,0-1-1,0 1 0,0-1 1,1 1-1,-1-1 1,3 2-1,17 7-1495</inkml:trace>
</inkml:ink>
</file>

<file path=ppt/ink/ink18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29.141"/>
    </inkml:context>
    <inkml:brush xml:id="br0">
      <inkml:brushProperty name="width" value="0.1" units="cm"/>
      <inkml:brushProperty name="height" value="0.1" units="cm"/>
      <inkml:brushProperty name="color" value="#004F8B"/>
    </inkml:brush>
  </inkml:definitions>
  <inkml:trace contextRef="#ctx0" brushRef="#br0">250 30 3065,'0'-1'63,"0"0"0,0 0 0,0-1-1,0 1 1,0 0 0,0 0 0,-1 0 0,1 0 0,0 0 0,-1 0 0,1 0 0,0 0 0,-1 0 0,1 0 0,-1 0 0,0 0 0,1 0 0,-1 0 0,0 1 0,0-1 0,1 0 0,-1 0 0,0 1 0,0-1 0,0 0 0,0 1 0,-1-1-1,-1 0 9,0 0-1,0 1 0,0-1 0,1 1 1,-1 0-1,0 0 0,0 0 0,0 0 0,0 0 1,-4 2-1,-6 1 219,0 1 1,1 1-1,-23 11 0,24-10-110,0 1-1,0 1 1,1 0-1,0 0 0,0 1 1,1 0-1,0 1 0,0 0 1,-7 12-1,14-18-96,-1 1 0,1-1 0,-1 1 0,1-1 0,1 1 0,-1 0 0,1 0 0,0 0 0,0 0 0,0 0 0,0 8 0,2-10 1,-1 1 1,1-1-1,-1 1 1,1-1-1,0 1 0,1-1 1,-1 0-1,0 0 0,1 1 1,0-1-1,0 0 0,0 0 1,0-1-1,0 1 1,1 0-1,-1-1 0,1 1 1,2 1-1,1 0 24,-1 0-1,1 0 1,0-1-1,0 0 1,0 0-1,1-1 1,-1 0-1,0 0 1,1 0-1,-1-1 1,8 1 0,8-1-656,-1 0 1,25-3-1,4-3-1879</inkml:trace>
</inkml:ink>
</file>

<file path=ppt/ink/ink18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29.469"/>
    </inkml:context>
    <inkml:brush xml:id="br0">
      <inkml:brushProperty name="width" value="0.1" units="cm"/>
      <inkml:brushProperty name="height" value="0.1" units="cm"/>
      <inkml:brushProperty name="color" value="#004F8B"/>
    </inkml:brush>
  </inkml:definitions>
  <inkml:trace contextRef="#ctx0" brushRef="#br0">95 0 1432,'-3'1'199,"0"0"0,1 0-1,-1 0 1,0 0-1,0 0 1,1 0 0,-1 1-1,1-1 1,-1 1-1,1 0 1,0-1 0,0 1-1,0 0 1,0 1-1,0-1 1,0 0 0,0 0-1,1 1 1,-3 4-1,-25 52 1309,26-51-1349,-1 1 1,2-1 0,-1 1-1,1 0 1,1 0 0,-1 1-1,2-1 1,-1 0 0,1 0-1,2 14 1,-1-19-90,-1-1 0,1 1 1,0 0-1,1-1 0,-1 1 0,1-1 0,-1 0 0,1 0 1,0 1-1,0-1 0,1 0 0,-1-1 0,1 1 1,-1 0-1,1-1 0,0 1 0,0-1 0,0 0 0,0 0 1,0 0-1,0 0 0,1-1 0,-1 1 0,1-1 1,-1 0-1,1 0 0,0 0 0,4 0 0,2 1 118,-1-2-1,1 1 1,0-1-1,0 0 1,0-1-1,13-3 1,-17 3-267,-1 0 0,0 0 1,0-1-1,0 0 0,0 0 0,0 0 1,0-1-1,-1 0 0,1 0 1,-1 0-1,0 0 0,0 0 0,5-7 1,-1-1-1155</inkml:trace>
</inkml:ink>
</file>

<file path=ppt/ink/ink18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30.040"/>
    </inkml:context>
    <inkml:brush xml:id="br0">
      <inkml:brushProperty name="width" value="0.1" units="cm"/>
      <inkml:brushProperty name="height" value="0.1" units="cm"/>
      <inkml:brushProperty name="color" value="#004F8B"/>
    </inkml:brush>
  </inkml:definitions>
  <inkml:trace contextRef="#ctx0" brushRef="#br0">216 35 2104,'1'-1'319,"-1"-1"0,0 1 0,0-1 1,0 1-1,0-1 0,0 1 0,0-1 0,0 1 0,0-1 0,-1 1 0,1-1 0,-1 1 0,1 0 0,-1-1 0,1 1 0,-1 0 0,0-1 0,0 1 0,1 0 0,-1 0 0,0-1 0,0 1 0,-2-2 0,2 3-298,1 0-1,-1 1 1,1-1 0,-1 0 0,1 0-1,-1 0 1,1 0 0,-1 0 0,1 1-1,0-1 1,-1 0 0,1 0 0,-1 1-1,1-1 1,0 0 0,-1 1 0,1-1-1,0 0 1,-1 1 0,1-1 0,0 0-1,0 1 1,-1-1 0,1 1 0,0 0-1,-8 26-233,4-3 242,-31 176 136,24-153 84,-2-1-1,-24 58 0,25-79 4,-37 99 645,43-105-739,1 1-1,0-1 1,1 1-1,-1 31 1,5-48-98,0-1-1,0 0 1,0 0 0,0 0 0,0 0 0,1 0 0,-1 0-1,1 0 1,-1 0 0,1 0 0,0 0 0,0 0 0,0 0-1,0 0 1,0-1 0,2 4 0,-2-4-91,0 0 1,0-1-1,1 1 1,-1 0-1,0 0 1,1-1-1,-1 1 1,1-1-1,-1 1 0,1-1 1,-1 0-1,1 1 1,-1-1-1,1 0 1,-1 0-1,1 0 1,-1 0-1,1 0 1,-1 0-1,1-1 1,-1 1-1,3-1 1,15-7-1854</inkml:trace>
</inkml:ink>
</file>

<file path=ppt/ink/ink18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30.311"/>
    </inkml:context>
    <inkml:brush xml:id="br0">
      <inkml:brushProperty name="width" value="0.1" units="cm"/>
      <inkml:brushProperty name="height" value="0.1" units="cm"/>
      <inkml:brushProperty name="color" value="#004F8B"/>
    </inkml:brush>
  </inkml:definitions>
  <inkml:trace contextRef="#ctx0" brushRef="#br0">52 50 2617,'-17'-4'592,"4"-2"840,3 2-464,3-1-248,3 1 857,27-9-1337,0 10-80,11-1-88,1 2-16,5-1-32,1 2 8,-2 1 32,-2 0 16,-7 1 40,0 1-96,-9-2-944</inkml:trace>
</inkml:ink>
</file>

<file path=ppt/ink/ink18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30.887"/>
    </inkml:context>
    <inkml:brush xml:id="br0">
      <inkml:brushProperty name="width" value="0.1" units="cm"/>
      <inkml:brushProperty name="height" value="0.1" units="cm"/>
      <inkml:brushProperty name="color" value="#004F8B"/>
    </inkml:brush>
  </inkml:definitions>
  <inkml:trace contextRef="#ctx0" brushRef="#br0">91 2 2104,'0'0'2353,"-6"5"-901,2-1-1280,-7 5 245,1 2 1,0 0-1,0 0 1,1 0 0,-11 20-1,18-28-373,1-1 0,0 1-1,-1-1 1,1 1 0,0 0 0,1 0-1,-1 0 1,0-1 0,1 1 0,0 0-1,0 0 1,-1 0 0,2 0 0,-1 0-1,0 0 1,1 0 0,-1-1 0,1 1-1,0 0 1,0 0 0,0-1 0,0 1-1,0 0 1,1-1 0,-1 1 0,1-1-1,-1 0 1,1 1 0,0-1 0,0 0-1,0 0 1,1 0 0,-1 0 0,0-1-1,1 1 1,4 2 0,4 2 83,1 0 0,-1-1 0,1 0 0,0-1 0,0-1 0,1 1 0,-1-2-1,1 0 1,0-1 0,-1 0 0,1 0 0,0-2 0,-1 1 0,1-2 0,0 0 0,-1 0 0,14-5 0,-9 2-59,0-1 0,-1-1 0,1 0-1,-1-1 1,-1-1 0,1 0 0,-2-1 0,1-1 0,-1 0-1,-1-1 1,20-22 0,-28 28-149,0 0 0,-1 0 0,1 0 0,-1 0 0,-1-1 0,1 1 0,-1-1 0,0 0 0,0 0 0,-1 0 0,2-10 0,-18 23-1081,9-2 1082,1 1-1,-1 0 0,2 0 0,-1 0 1,0 1-1,1-1 0,0 1 0,0 0 1,1 0-1,-4 10 0,3-5 170,0 1 0,0 0 0,1 0-1,-1 22 1,3-32-79,-1 1 0,1-1 0,1 1 0,-1-1 0,0 1 0,0-1 1,1 0-1,0 1 0,-1-1 0,1 1 0,0-1 0,0 0 0,0 0 0,0 0 0,1 0 0,-1 0 0,1 0 0,-1 0 0,1 0 0,2 2 0,16 8-1377</inkml:trace>
</inkml:ink>
</file>

<file path=ppt/ink/ink18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31.780"/>
    </inkml:context>
    <inkml:brush xml:id="br0">
      <inkml:brushProperty name="width" value="0.1" units="cm"/>
      <inkml:brushProperty name="height" value="0.1" units="cm"/>
      <inkml:brushProperty name="color" value="#004F8B"/>
    </inkml:brush>
  </inkml:definitions>
  <inkml:trace contextRef="#ctx0" brushRef="#br0">229 504 2961,'3'-6'362,"1"1"1,-2-1 0,1 1-1,-1-1 1,0 0 0,0 0 0,2-10-1,-4 15-332,0-1 0,0 1-1,0-1 1,0 1-1,0 0 1,0-1 0,0 1-1,0 0 1,-1-1 0,1 1-1,0 0 1,-1 0 0,1-1-1,-1 1 1,0 0 0,1 0-1,-1 0 1,0-1-1,0 1 1,1 0 0,-1 0-1,0 0 1,0 0 0,0 1-1,-1-1 1,1 0 0,0 0-1,0 1 1,0-1-1,0 0 1,-1 1 0,1-1-1,0 1 1,-1 0 0,1-1-1,0 1 1,-1 0 0,1 0-1,0 0 1,-3 0 0,-5 0 71,0 0 1,0 1-1,0 0 1,0 1-1,0 0 1,0 0-1,0 1 1,1 0-1,-1 1 1,-13 7-1,9-4 18,1 1-1,0 0 0,0 1 1,1 0-1,0 0 1,-10 13-1,20-21-79,0 1 1,-1-1-1,1 0 0,0 1 0,0-1 0,0 0 0,0 1 1,0 0-1,1-1 0,-1 1 0,0-1 0,1 1 0,-1 0 1,1-1-1,0 1 0,-1 0 0,1 0 0,0-1 0,0 1 1,0 0-1,0 0 0,0-1 0,1 1 0,0 3 0,0-3 37,1 1-1,-1-1 0,1 0 1,0 0-1,0 0 0,0 0 0,0-1 1,0 1-1,0 0 0,0-1 0,0 1 1,1-1-1,-1 0 0,4 2 1,6 1 155,-1 0 0,1-1 1,0 0-1,0-1 0,0-1 0,15 1 1,-22-2-217,0 0 0,1 0 0,-1-1 0,0 0 0,0 0 0,0 0 0,0 0 1,0-1-1,0 0 0,-1 0 0,1 0 0,-1-1 0,1 0 0,-1 0 0,0 0 0,0 0 0,0 0 1,0-1-1,-1 0 0,1 0 0,-1 0 0,0 0 0,0 0 0,-1-1 0,1 1 0,-1-1 0,0 0 1,0 1-1,0-1 0,1-7 0,-3 10-286,-2 2-160,0 0 381,0 0 0,0 1 0,0-1 0,0 1 0,0-1 0,0 1 0,0-1 1,0 1-1,0 0 0,0 0 0,0 0 0,1 0 0,-1 1 0,0-1 0,1 0 0,-1 1 0,1-1 1,-1 1-1,1-1 0,0 1 0,-1 0 0,1-1 0,0 1 0,0 0 0,1 0 0,-1 0 0,0 0 1,0 0-1,1 0 0,-1 0 0,1 0 0,0 0 0,0 0 0,0 0 0,0 2 0,-1 3 90,1-1-1,0 0 1,0 1-1,0-1 1,1 1-1,0-1 1,1 0-1,-1 1 0,1-1 1,4 9-1,-4-12 22,1 1 0,0 0 0,0 0-1,1-1 1,-1 0 0,1 1 0,0-2-1,-1 1 1,1 0 0,1-1 0,-1 1 0,0-1-1,0 0 1,1-1 0,-1 1 0,1-1-1,0 0 1,-1 0 0,1 0 0,0-1-1,6 1 1,12-1 111,0 0-1,-1-2 1,27-5-1,-41 6-147,23-4 86,0-1-1,0-2 0,0 0 1,47-22-1,-64 23-75,0 0 0,0-1-1,-1-1 1,-1 0 0,1 0 0,-1-1 0,-1-1-1,0 0 1,-1-1 0,0 0 0,14-22 0,17-42-66,-3-2 0,48-143 0,-84 214-18,0-1 1,0 1 0,-1 0 0,1-1 0,-2 1-1,1-1 1,-1 1 0,-1-8 0,1 13 11,0 1 0,0-1 0,-1 1 0,1-1 0,0 1 0,-1-1 0,0 1 0,1 0 0,-1-1 0,0 1 0,0 0 0,1-1 0,-1 1 0,0 0 0,0 0 0,0 0 0,-1 0 1,0-1-1,0 1-21,1 1 0,-1-1 0,0 1 0,0-1 0,1 1 0,-1 0 0,0-1 0,0 1 1,0 0-1,0 0 0,1 1 0,-1-1 0,0 0 0,0 0 0,0 1 0,1-1 0,-1 1 1,0 0-1,-1 0 0,-2 2-24,-1 0 0,1 0 0,0 1 0,0-1 0,1 1 0,-1 0 0,1 1 0,0-1 0,0 1 0,0-1 0,1 1 0,-1 0 0,1 1 0,-3 6 0,-4 10 11,1 1 1,-7 25 0,-13 59 204,-27 196 1,55-293-30,0 1 1,0-1-1,1 0 1,1 1-1,-1-1 1,2 0 0,-1 1-1,2-1 1,-1 0-1,5 12 1,-4-17-22,0 0 0,-1 1 0,2-1 0,-1 0 0,1-1 0,-1 1 1,1-1-1,1 1 0,-1-1 0,1 0 0,-1-1 0,1 1 0,0-1 0,0 0 1,1 0-1,-1-1 0,1 1 0,-1-1 0,9 2 0,23 3 132,0-2 0,0-1 0,1-2 0,41-3 0,-9 1-355,16 2-912</inkml:trace>
</inkml:ink>
</file>

<file path=ppt/ink/ink18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33.076"/>
    </inkml:context>
    <inkml:brush xml:id="br0">
      <inkml:brushProperty name="width" value="0.1" units="cm"/>
      <inkml:brushProperty name="height" value="0.1" units="cm"/>
      <inkml:brushProperty name="color" value="#004F8B"/>
    </inkml:brush>
  </inkml:definitions>
  <inkml:trace contextRef="#ctx0" brushRef="#br0">130 90 3113,'0'-1'114,"0"-1"-1,0 1 1,0-1 0,-1 1 0,1 0 0,-1-1 0,1 1 0,-1-1 0,1 1 0,-1 0 0,0-1 0,0 1 0,1 0-1,-1 0 1,0 0 0,0 0 0,0-1 0,0 1 0,-1 1 0,1-1 0,0 0 0,0 0 0,-1 0 0,1 1 0,0-1-1,-1 0 1,1 1 0,0-1 0,-1 1 0,1 0 0,-1 0 0,1-1 0,-1 1 0,1 0 0,-1 0 0,1 0 0,-1 0-1,1 1 1,-1-1 0,1 0 0,-1 1 0,1-1 0,0 1 0,-3 0 0,0 1-71,-1 0 0,1 0 0,0 0-1,0 0 1,0 1 0,0 0 0,0 0 0,1 0 0,-1 0 0,1 0 0,0 1-1,0 0 1,-4 4 0,3 0 8,1-1 0,0 0 0,0 1 0,1 0 0,-1 0 0,2 0 0,-1 0 0,1 0 0,0 0 0,1 0-1,0 0 1,1 11 0,0-14 4,0 0 0,0 0 0,1 0 0,-1-1 0,1 1 0,0 0 1,0-1-1,1 0 0,-1 1 0,1-1 0,0 0 0,0 0 0,0 0 0,1-1 0,0 1 0,-1-1 0,1 0 0,0 0 0,0 0 0,9 4 0,-2-2 43,0-1 1,1 0-1,-1-1 1,1 0-1,0-1 1,0-1-1,0 1 1,0-2-1,0 0 1,0 0-1,0-1 1,0-1-1,0 0 1,18-5-1,-18 4-31,0-1-1,0-1 1,0 0-1,-1 0 1,0-1-1,0 0 1,-1-1-1,1-1 1,-1 1-1,-1-1 1,0-1-1,0 0 1,15-20-1,-21 25-66,0-1-1,-1 0 0,0 1 0,0-1 0,0 0 0,0 0 0,-1 0 0,1 0 0,-1-1 1,-1 1-1,1 0 0,-1 0 0,0-1 0,0 1 0,0 0 0,-1 0 0,0-1 0,0 1 1,0 0-1,-4-8 0,4 11-257,-5 8-1078,4-1 1323,1-1-1,0 1 1,-1 0-1,2-1 1,-1 1-1,0 0 1,1-1-1,0 1 0,0 0 1,1 0-1,-1-1 1,3 9-1,-1-4 31,1 0-1,1 0 0,0 0 1,0 0-1,0 0 0,7 9 1,-4-9 38,0 1 1,0-1-1,1-1 1,0 1-1,0-1 0,1-1 1,0 1-1,0-1 1,1-1-1,0 0 1,16 7-1,-18-10-8,0-1-1,0 0 0,1-1 1,-1 1-1,1-2 0,-1 1 1,0-1-1,1-1 0,-1 1 1,1-2-1,-1 1 0,0-1 1,0 0-1,0-1 1,0 1-1,12-7 0,-16 6-20,1 1 0,-1-1 0,1 0 0,-1 0 0,0 0 0,0-1 0,0 1 0,-1-1 0,1 0-1,-1 0 1,0 0 0,0 0 0,-1-1 0,1 1 0,-1-1 0,0 0 0,0 0 0,0 0 0,-1 0 0,0 0-1,0 0 1,0 0 0,0 0 0,-1 0 0,0 0 0,0-1 0,-2-7 0,-1-2-45,-1 1 0,-1 0 1,0 0-1,-1 1 0,0 0 0,-1 0 1,-1 0-1,0 1 0,0 0 0,-1 1 1,-1-1-1,0 2 0,-1 0 0,-15-13 1,23 21-897</inkml:trace>
</inkml:ink>
</file>

<file path=ppt/ink/ink18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33.545"/>
    </inkml:context>
    <inkml:brush xml:id="br0">
      <inkml:brushProperty name="width" value="0.1" units="cm"/>
      <inkml:brushProperty name="height" value="0.1" units="cm"/>
      <inkml:brushProperty name="color" value="#004F8B"/>
    </inkml:brush>
  </inkml:definitions>
  <inkml:trace contextRef="#ctx0" brushRef="#br0">62 67 1672,'0'0'444,"7"3"819,5 1-932,1 0-1,-1-1 1,1 0-1,-1-1 1,1 0-1,0-1 0,0-1 1,23-2-1,-24 1-234,0 0 0,-1-1-1,1 0 1,-1-1-1,0-1 1,1 0-1,-2 0 1,12-7 0,-21 11-77,0 0 1,-1 0 0,1-1 0,-1 1 0,1 0 0,-1-1 0,1 1 0,-1-1 0,1 1 0,-1-1 0,1 1 0,-1-1 0,0 1 0,1-1 0,-1 1-1,0-1 1,1 1 0,-1-1 0,0 0 0,0 1 0,1-1 0,-1 1 0,0-1 0,0 0 0,0 1 0,0-1 0,0 0 0,0 1 0,0-1 0,0 1-1,0-1 1,0 0 0,-1-1 0,0 1 12,0-1 0,0 1-1,-1 0 1,1-1-1,0 1 1,-1 0 0,1 0-1,-1 0 1,1 0-1,-1 0 1,-3-1 0,-4-3 17,-1 2 0,0-1 0,-13-1 0,12 3-37,1 1 0,0 1 0,-1 0 0,1 0 0,-1 1 0,1 1 0,0 0 0,0 0 0,0 1 0,0 0 0,0 0 0,0 1-1,1 1 1,-14 8 0,16-9 25,1 0 0,-1 1 0,1-1 0,0 1 0,1 1 0,-1-1-1,1 1 1,0 0 0,0 0 0,1 1 0,0 0 0,0-1 0,1 1 0,-1 0-1,1 1 1,1-1 0,0 0 0,0 1 0,0 0 0,0 7 0,2-11 21,-1-1 1,1 0 0,1 0 0,-1 0-1,0 1 1,1-1 0,0 0 0,-1 0-1,1 0 1,0 0 0,1 0 0,-1 0-1,1 0 1,-1 0 0,1 0 0,0-1-1,0 1 1,0-1 0,3 3 0,-1-1-2,0-1 0,1 0 1,0 0-1,-1-1 0,1 1 1,0-1-1,0 0 0,1-1 1,-1 1-1,8 1 0,9-1-508,0 0 1,0-1-1,0-1 0,33-5 1,0-3-1694,-1-5-324</inkml:trace>
</inkml:ink>
</file>

<file path=ppt/ink/ink18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33.770"/>
    </inkml:context>
    <inkml:brush xml:id="br0">
      <inkml:brushProperty name="width" value="0.1" units="cm"/>
      <inkml:brushProperty name="height" value="0.1" units="cm"/>
      <inkml:brushProperty name="color" value="#004F8B"/>
    </inkml:brush>
  </inkml:definitions>
  <inkml:trace contextRef="#ctx0" brushRef="#br0">1 79 2312,'52'-79'6705,"-51"101"-6456,-5 21 4,-8 45 0,6-57-4,2 0 0,1 1 0,1 54 0,6-61-695</inkml:trace>
</inkml:ink>
</file>

<file path=ppt/ink/ink19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33.906"/>
    </inkml:context>
    <inkml:brush xml:id="br0">
      <inkml:brushProperty name="width" value="0.1" units="cm"/>
      <inkml:brushProperty name="height" value="0.1" units="cm"/>
      <inkml:brushProperty name="color" value="#004F8B"/>
    </inkml:brush>
  </inkml:definitions>
  <inkml:trace contextRef="#ctx0" brushRef="#br0">68 28 4673,'-18'-13'728,"2"3"320,0 6-447,5 4-289,5 6-801</inkml:trace>
</inkml:ink>
</file>

<file path=ppt/ink/ink19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34.696"/>
    </inkml:context>
    <inkml:brush xml:id="br0">
      <inkml:brushProperty name="width" value="0.1" units="cm"/>
      <inkml:brushProperty name="height" value="0.1" units="cm"/>
      <inkml:brushProperty name="color" value="#004F8B"/>
    </inkml:brush>
  </inkml:definitions>
  <inkml:trace contextRef="#ctx0" brushRef="#br0">808 70 2825,'-2'-5'449,"-1"0"0,1 0 1,-1 0-1,0 0 1,0 0-1,0 1 0,-1 0 1,1-1-1,-1 1 1,-7-5-1,8 7-384,-1 0 1,1 0-1,-1 1 1,0-1-1,1 1 1,-1 0-1,0 0 1,0 1-1,0-1 0,1 1 1,-1 0-1,0 0 1,0 0-1,0 0 1,-7 2-1,-8 2-29,1 0 0,0 1 0,0 1 0,1 0 0,0 1 0,-24 15 0,33-18-21,0 1 0,1 0 0,0 0 0,0 1 0,0 0-1,1 0 1,0 1 0,0-1 0,0 2 0,1-1 0,0 0 0,0 1 0,1 0 0,0 0 0,-4 13 0,7-18 27,0 0 1,1 0-1,-1 1 0,0-1 0,1 0 1,0 1-1,0-1 0,0 0 0,0 1 1,1-1-1,-1 0 0,1 1 0,0-1 1,0 0-1,0 0 0,0 0 0,1 0 1,-1 0-1,1 0 0,2 4 0,0-3 39,-1-1-1,1 1 1,0-1-1,0 0 1,0 0-1,1 0 0,-1-1 1,0 0-1,1 0 1,0 0-1,-1 0 1,8 1-1,-1 0 26,-1-1 0,1 0-1,-1-1 1,1-1 0,0 1 0,-1-2 0,1 1 0,0-2-1,-1 1 1,1-1 0,-1-1 0,14-5 0,-17 5-85,0-1-1,0 0 1,0-1 0,0 1 0,-1-1 0,1-1 0,-2 1-1,1-1 1,0 0 0,-1 0 0,0-1 0,-1 1 0,1-1 0,-1 0-1,-1 0 1,1-1 0,-1 1 0,0-1 0,-1 0 0,0 0-1,0 1 1,-1-1 0,0-1 0,0 1 0,-1 0 0,-1-15-1,1 22-81,-3 2-244,0 1 284,0 1 1,1-1 0,-1 1 0,1-1-1,0 1 1,0 0 0,0-1-1,0 1 1,0 0 0,1 0 0,-1 1-1,1-1 1,0 0 0,0 0-1,0 1 1,0 4 0,-8 65 4,8-51-5,-7 187 80,2-35 146,6-169-189,0 0 0,-1 0 0,0 0 0,0 1 0,0-1 0,-1 0 0,1 0-1,-1-1 1,0 1 0,-1 0 0,1-1 0,-1 1 0,0-1 0,0 0 0,0 1-1,-1-2 1,-5 6 0,3-4 5,-1-1 0,1 0 0,-1 0 0,-1-1 0,1 0 0,0 0 0,-1-1 0,1 1 0,-1-2 0,-14 3-1,-16-1 43,1-1 0,-1-1-1,0-3 1,-41-6-1,-148-36 244,219 42-339,-59-17 255,62 18-344,1-1 0,-1 0 0,0-1 0,1 1 0,-1-1 1,1 0-1,0 0 0,0-1 0,0 1 0,-6-7 0,3-5-1528</inkml:trace>
</inkml:ink>
</file>

<file path=ppt/ink/ink19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35.254"/>
    </inkml:context>
    <inkml:brush xml:id="br0">
      <inkml:brushProperty name="width" value="0.1" units="cm"/>
      <inkml:brushProperty name="height" value="0.1" units="cm"/>
      <inkml:brushProperty name="color" value="#004F8B"/>
    </inkml:brush>
  </inkml:definitions>
  <inkml:trace contextRef="#ctx0" brushRef="#br0">30 68 3425,'5'-16'800,"-4"13"-512,0-1 0,0 1 0,0 0 0,0-1 0,0 1 0,1 0 0,-1 0 0,1 0 0,0 0 0,0 0 0,0 0 0,1 0 0,-1 1 0,0-1 0,5-3 0,-6 7-261,-1-1 1,0 0 0,1 1 0,-1-1 0,1 0 0,-1 1 0,0-1 0,1 0 0,-1 1 0,0-1 0,1 1 0,-1-1 0,0 0 0,0 1-1,0-1 1,1 1 0,-1-1 0,0 1 0,0-1 0,0 1 0,0-1 0,0 1 0,0-1 0,0 1 0,0-1 0,0 1 0,0-1-1,0 1 1,0-1 0,0 2 0,-1 21 57,-6 55-2,-4-1-1,-22 82 0,27-141 47,2 0-1,1 1 1,0-1-1,1 1 1,1-1-1,1 1 1,0 0-1,1-1 1,2 1-1,4 18 1,-7-34 856,8-20-201,-3 10-653,2-13 52,-1 0 0,4-22 0,-7 23-117,2-1 0,0 1 0,1 1 0,9-19 1,-13 32-81,1 1 0,-1 0 0,1 0 0,-1 0 0,1 1 0,0-1 0,1 1 0,-1-1 0,1 1 0,-1 0 0,1 0 0,0 1 0,0-1 0,0 1 0,0 0 0,0 0 0,1 0 0,-1 0 0,1 1 0,-1 0 0,8-1 0,-9 2-24,0 0 0,0 0 1,0 0-1,0 1 0,0-1 0,0 1 0,0 0 0,0 0 0,0 0 0,0 0 0,-1 1 0,1-1 0,0 1 1,-1-1-1,1 1 0,-1 0 0,0 0 0,1 0 0,-1 0 0,0 1 0,0-1 0,-1 1 0,1-1 0,0 1 1,-1-1-1,1 1 0,0 4 0,5 9-71,0 1 0,-2-1 1,6 26-1,-10-37 84,2 8 8,-1 0 1,0-1-1,-1 1 1,0 25-1,-4-20-989</inkml:trace>
</inkml:ink>
</file>

<file path=ppt/ink/ink19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35.671"/>
    </inkml:context>
    <inkml:brush xml:id="br0">
      <inkml:brushProperty name="width" value="0.1" units="cm"/>
      <inkml:brushProperty name="height" value="0.1" units="cm"/>
      <inkml:brushProperty name="color" value="#004F8B"/>
    </inkml:brush>
  </inkml:definitions>
  <inkml:trace contextRef="#ctx0" brushRef="#br0">78 1 3001,'0'0'904,"1"6"1494,1 34-1443,-2-1-1,-9 77 1,-26 82 513,8-56-52,26-140-1408,-2 15 137,1 0-1,0 0 1,1 0 0,1 1-1,1 16 1,0-31-99,-1 0 1,1 1 0,-1-1-1,1 0 1,0 0 0,0 0-1,0 0 1,1 0-1,-1 0 1,1 0 0,0 0-1,0-1 1,-1 1 0,2-1-1,-1 1 1,0-1 0,0 0-1,1 1 1,-1-1 0,1-1-1,0 1 1,0 0-1,0-1 1,0 1 0,0-1-1,0 0 1,0 0 0,0 0-1,0 0 1,0-1 0,0 1-1,1-1 1,3 0-1,-1 1-254,0-2-1,0 1 0,0-1 0,0 1 0,0-2 0,0 1 0,0-1 0,11-4 0,16-10-2517</inkml:trace>
</inkml:ink>
</file>

<file path=ppt/ink/ink19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35.872"/>
    </inkml:context>
    <inkml:brush xml:id="br0">
      <inkml:brushProperty name="width" value="0.1" units="cm"/>
      <inkml:brushProperty name="height" value="0.1" units="cm"/>
      <inkml:brushProperty name="color" value="#004F8B"/>
    </inkml:brush>
  </inkml:definitions>
  <inkml:trace contextRef="#ctx0" brushRef="#br0">0 9 5289,'0'0'3577,"29"-7"-3105,-1 5-168,11 2-96,2 2 32,3 2-1136</inkml:trace>
</inkml:ink>
</file>

<file path=ppt/ink/ink19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5:36.041"/>
    </inkml:context>
    <inkml:brush xml:id="br0">
      <inkml:brushProperty name="width" value="0.1" units="cm"/>
      <inkml:brushProperty name="height" value="0.1" units="cm"/>
      <inkml:brushProperty name="color" value="#004F8B"/>
    </inkml:brush>
  </inkml:definitions>
  <inkml:trace contextRef="#ctx0" brushRef="#br0">0 35 6313,'10'-5'1801,"0"-3"1591,1 3-1367,-1 0-361,0-1-736,2 2-255,-4 4-361,1-1-144,-4 5-552</inkml:trace>
</inkml:ink>
</file>

<file path=ppt/ink/ink19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3:48:00.568"/>
    </inkml:context>
    <inkml:brush xml:id="br0">
      <inkml:brushProperty name="width" value="0.05" units="cm"/>
      <inkml:brushProperty name="height" value="0.05" units="cm"/>
      <inkml:brushProperty name="color" value="#E71224"/>
    </inkml:brush>
  </inkml:definitions>
  <inkml:trace contextRef="#ctx0" brushRef="#br0">313 104 2889,'0'0'8411,"0"-22"-6910,0-10-1385,0 24-24,-19-9-1419,-28-3 891,39 16 219,2 3 63,-3 5 104,-23 7-33,29-10 69,0-1 0,0 1 0,1 0-1,-1 1 1,0-1 0,1 0 0,-1 1-1,1-1 1,0 1 0,-1 0 0,1 0 0,-2 2-1,-4 4-10,-7 2-19,0 1 0,1 0 1,0 2-1,1-1 1,0 2-1,1 0 0,1 0 1,0 1-1,-9 17 0,18-27 41,0 1-1,0-1 0,1 0 0,0 1 0,0 0 0,0-1 1,1 1-1,0-1 0,0 1 0,0 0 0,0-1 0,1 1 0,0-1 1,1 1-1,-1-1 0,1 1 0,0-1 0,0 0 0,0 0 0,1 0 1,6 8-1,-5-6 84,0 0 1,1-1 0,0 1-1,1-1 1,-1 0 0,1-1 0,0 0-1,0 1 1,1-2 0,0 1-1,0-1 1,0 0 0,0-1-1,12 5 1,-15-7 25,0 0-1,1 0 0,-1-1 1,1 0-1,-1 1 1,1-1-1,-1-1 1,1 1-1,-1-1 0,1 0 1,-1 0-1,0 0 1,0 0-1,1-1 1,-1 0-1,5-3 0,17-12 89,35-30 0,-54 40-137,1-1 1,-1 1-1,0-1 0,-1-1 1,0 1-1,0-1 1,-1 0-1,7-15 1,-5 1-33,0 0 1,-2-1 0,-1 1 0,0-1-1,-2 0 1,-1-42 0,-1 64 1625,1-1-3762,-5 13-1637,4-7 3748,-6 15 90,2 0-1,0 0 1,-2 28 0,5 50 99,1-93-163,1-1 1,-1 1-1,0 0 0,1 0 0,-1 0 1,1-1-1,0 1 0,0 0 0,0-1 1,0 1-1,3 4 0,-3-6-20,0 0 0,0 1 1,0-1-1,-1 1 0,1-1 0,-1 0 0,1 1 0,-1-1 1,0 1-1,1-1 0,-1 1 0,0-1 0,0 1 0,0 0 0,0 1 1,0-1-2,0 1 0,1-1 0,-1 0 0,1 0 0,-1 1 0,1-1 0,0 0 0,0 0 0,0 0 1,0 0-1,2 3 0,2 3 8,3 12 145,1-2-1,11 20 0,-16-33-15,0 1 0,0 0 1,0-1-1,0 0 0,1 0 0,0 0 0,0 0 1,1-1-1,7 5 0,-12-8-109,1 0 0,-1-1-1,1 1 1,-1-1 0,1 1 0,-1-1-1,1 0 1,-1 0 0,1 1-1,-1-1 1,1 0 0,-1 0 0,1-1-1,-1 1 1,1 0 0,-1 0 0,1-1-1,-1 1 1,4-2 0,11-6-241</inkml:trace>
</inkml:ink>
</file>

<file path=ppt/ink/ink19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3:48:03.865"/>
    </inkml:context>
    <inkml:brush xml:id="br0">
      <inkml:brushProperty name="width" value="0.05" units="cm"/>
      <inkml:brushProperty name="height" value="0.05" units="cm"/>
      <inkml:brushProperty name="color" value="#E71224"/>
    </inkml:brush>
  </inkml:definitions>
  <inkml:trace contextRef="#ctx0" brushRef="#br0">199 306 6121,'0'0'5333,"2"-18"-2673,2-8-2287,1-38 1,-5 55-181,0 5-154,-4-4-46,-9-25-21,12 28 11,-1 0 0,0 0 0,0 0 0,0 0 0,-1 0-1,0 0 1,0 1 0,-6-7 0,0-1 36,-23-34 241,23 34-262,7 10-47,1 0 0,-1 0 0,1 1 1,-1-1-1,1 1 0,-1-1 0,0 1 0,0-1 1,0 1-1,0 0 0,0 0 0,0 0 1,0 0-1,0 0 0,0 0 0,-1 1 1,1-1-1,0 1 0,0-1 0,-1 1 0,1 0 1,0 0-1,-1 0 0,1 0 0,0 1 1,-1-1-1,1 0 0,-4 2 0,-1 0 87,4-2-161,3 0 114,0 0 0,0 0 1,-1 0-1,1 0 0,0 0 0,0 0 0,-1 0 0,1 0 0,0 0 0,0 0 0,-1 0 0,1 0 0,0 0 0,-1 0 0,1 0 0,0 0 1,0 0-1,0 0 0,-1 0 0,1 0 0,0 1 0,0-1 0,-1 0 0,1 0 0,0 0 0,0 0 0,0 1 0,0-1 0,-1 0 0,1 0 0,0 0 1,0 1-1,0-1 0,0 0 0,0 0 0,0 1 0,-1-1 0,1 0 0,0 0 0,0 1 0,-2 7-105,-6 12 61,2 1 0,1 0-1,0 0 1,2 0 0,0 1-1,1-1 1,2 1 0,0 0-1,4 28 1,-3-41 69,1 1 0,0 0 0,1 0 0,0-1 0,1 1 0,0-1 0,0 0 0,1 0 0,0-1 0,8 10 0,-9-12-49,1-2 0,0 1 1,0 0-1,0-1 1,1 0-1,-1 0 0,1-1 1,0 1-1,0-1 1,0-1-1,1 1 0,-1-1 1,1 0-1,-1 0 1,1-1-1,10 1 0,-15-2 66,0 0-1,1 0 1,-1-1-1,0 1 1,0-1-1,1 1 1,-1-1-1,0 0 0,0 0 1,0 0-1,0 0 1,0 0-1,0 0 1,0-1-1,0 1 1,-1-1-1,1 1 1,-1-1-1,1 0 1,-1 1-1,1-1 1,-1 0-1,0 0 0,0 0 1,2-4-1,3-7 294,0-1 1,-1 1-1,3-15 0,-3 10-370,22-61 418,-27 78 101,2 7-3187,3 13 2694,4 37 1,-8-42 160,1 1-1,0-1 1,1 0 0,1 0-1,0 0 1,10 20 0,-12-30-129,1-1 1,1 1-1,-1 0 0,1-1 1,-1 0-1,1 0 1,0 0-1,0 0 0,0-1 1,1 1-1,-1-1 0,0 0 1,1-1-1,0 1 1,-1-1-1,1 0 0,0 0 1,0 0-1,-1 0 0,1-1 1,0 0-1,7-1 1,29-1-1894</inkml:trace>
</inkml:ink>
</file>

<file path=ppt/ink/ink19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4T16:41:10.921"/>
    </inkml:context>
    <inkml:brush xml:id="br0">
      <inkml:brushProperty name="width" value="0.1" units="cm"/>
      <inkml:brushProperty name="height" value="0.1" units="cm"/>
      <inkml:brushProperty name="color" value="#004F8B"/>
    </inkml:brush>
  </inkml:definitions>
  <inkml:trace contextRef="#ctx0" brushRef="#br0">40 58 832,'-2'-6'3861,"-3"-14"-3193,3 18-640,-27-21 7512,29 23-7522,0 0-1,0 0 1,0 0 0,0 0-1,0 0 1,0 0-1,-1 0 1,1-1-1,0 1 1,0 0-1,0 0 1,0 0-1,0 0 1,0 0-1,0 0 1,0 0-1,0 0 1,0-1-1,0 1 1,-1 0-1,1 0 1,0 0 0,0 0-1,0 0 1,0 0-1,0-1 1,0 1-1,0 0 1,0 0-1,0 0 1,0 0-1,0 0 1,0 0-1,0-1 1,0 1-1,0 0 1,1 0-1,-1 0 1,0 0 0,0 0-1,0 0 1,0-1-1,0 1 1,0 0-1,0 0 1,0 0-1,0 0 1,0 0-1,0 0 1,1 0-1,-1 0 1,0 0-1,0 0 1,0 0-1,0-1 1,0 1-1,0 0 1,1 0 0,-1 0-1,0 0 1,0 0-1,0 0 1,0 0-1,0 0 1,0 0-1,1 0 1,-1 0-1,0 0 1,0 0-1,2 0 9,-1 0 0,1 0-1,-1 0 1,1 0 0,-1 0-1,1 0 1,-1 0 0,1 1-1,-1-1 1,0 0-1,1 1 1,1 0 0,29 12-1,-30-12-9,-1-1-13,-1 0-1,0 0 1,1 0 0,-1 0 0,1 0 0,-1 0 0,0 1-1,1-1 1,-1 0 0,1 0 0,-1 0 0,0 1 0,1-1-1,-1 0 1,0 0 0,1 1 0,-1-1 0,0 0 0,1 0-1,-1 1 1,0-1 0,0 0 0,1 1 0,-1-1 0,0 1-1,0-1 1,0 0 0,0 1 0,1-1 0,-1 1 0,2 8 21,12 33 88,-12-38-127,1 1 0,-1 0 0,0 0 0,0 0 0,1 9 0,-1-4-68,0-2-377</inkml:trace>
</inkml:ink>
</file>

<file path=ppt/ink/ink19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4T16:41:11.704"/>
    </inkml:context>
    <inkml:brush xml:id="br0">
      <inkml:brushProperty name="width" value="0.1" units="cm"/>
      <inkml:brushProperty name="height" value="0.1" units="cm"/>
      <inkml:brushProperty name="color" value="#004F8B"/>
    </inkml:brush>
  </inkml:definitions>
  <inkml:trace contextRef="#ctx0" brushRef="#br0">1 1 1896,'9'1'9007,"10"4"-5879,-4 8-3070,0 0 1,-1 2-1,-1-1 1,18 27-1,-21-27-142,23 28-248,-5-22-3884,-16-15 1470</inkml:trace>
</inkml:ink>
</file>

<file path=ppt/ink/ink19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4T16:41:12.329"/>
    </inkml:context>
    <inkml:brush xml:id="br0">
      <inkml:brushProperty name="width" value="0.1" units="cm"/>
      <inkml:brushProperty name="height" value="0.1" units="cm"/>
      <inkml:brushProperty name="color" value="#004F8B"/>
    </inkml:brush>
  </inkml:definitions>
  <inkml:trace contextRef="#ctx0" brushRef="#br0">0 0 1808,'0'0'7398,"11"23"-3134,6 12-4160,-14-29-66,0 0 0,0 1 0,-1-1 1,1 1-1,0 7 0,0-2-23,2 1-87,0 0 1,1 0-1,13 23 1,4 5-2593,-16-24 998</inkml:trace>
</inkml:ink>
</file>

<file path=ppt/ink/ink19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4T16:41:12.927"/>
    </inkml:context>
    <inkml:brush xml:id="br0">
      <inkml:brushProperty name="width" value="0.1" units="cm"/>
      <inkml:brushProperty name="height" value="0.1" units="cm"/>
      <inkml:brushProperty name="color" value="#004F8B"/>
    </inkml:brush>
  </inkml:definitions>
  <inkml:trace contextRef="#ctx0" brushRef="#br0">1 0 1968,'2'3'7847,"12"16"-6048,-5-9-1693,-5-7 16,0 1 0,0 0 0,-1 0 0,0 1 0,0-1 0,0 1 0,3 8 0,11 17-13,-14-25-84,-1-1-1,1 1 1,-1 0-1,0-1 1,-1 1-1,2 6 1,0-1-15,8 25-300,6 4-1262,-5-17-191</inkml:trace>
</inkml:ink>
</file>

<file path=ppt/ink/ink19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4T16:41:13.556"/>
    </inkml:context>
    <inkml:brush xml:id="br0">
      <inkml:brushProperty name="width" value="0.1" units="cm"/>
      <inkml:brushProperty name="height" value="0.1" units="cm"/>
      <inkml:brushProperty name="color" value="#004F8B"/>
    </inkml:brush>
  </inkml:definitions>
  <inkml:trace contextRef="#ctx0" brushRef="#br0">1 1 3177,'2'2'9042,"10"14"-8156,5 15-747,-13-26-106,0 1 1,-1 0-1,0 0 0,0 0 1,2 11-1,-1-5-37,3 11-3877,4 19 1372</inkml:trace>
</inkml:ink>
</file>

<file path=ppt/ink/ink19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4T16:41:14.921"/>
    </inkml:context>
    <inkml:brush xml:id="br0">
      <inkml:brushProperty name="width" value="0.1" units="cm"/>
      <inkml:brushProperty name="height" value="0.1" units="cm"/>
      <inkml:brushProperty name="color" value="#004F8B"/>
    </inkml:brush>
  </inkml:definitions>
  <inkml:trace contextRef="#ctx0" brushRef="#br0">64 273 1304,'-6'-3'3714,"-17"-12"-1776,21 13-1668,-19-9 2105,20 11-2214,0 0 0,1 0 0,-1-1 0,1 1 0,-1 0 0,1-1 0,-1 1-1,0-1 1,1 1 0,-1 0 0,1-1 0,0 1 0,-1-1 0,1 1 0,-1-1 0,1 1 0,0-1-1,-1 0 1,1 1 0,0-1 0,0 1 0,-1-1 0,1 0 0,0 1 0,0-1 0,0 0 0,0 0-125,7 0 535,3 2-442,25 1 11,-32-2-72,6 2 123,1 5-150,153 94 387,-126-70-93,-37-31-331,0 1 1,0-1-1,1 0 1,-1 0-1,0 0 1,0 0-1,0 0 1,0 0-1,0 0 1,0 0-1,0 0 0,1 0 1,-1 0-1,0 0 1,0 0-1,0 0 1,0 0-1,0 0 1,0 0-1,1 0 1,-1 0-1,0 0 1,0 0-1,0 0 1,0 0-1,0 0 1,0 0-1,0 0 1,1-1-1,-1 1 1,0 0-1,0 0 1,0 0-1,0 0 0,0 0 1,0 0-1,0 0 1,0 0-1,0 0 1,0-1-1,0 1 1,1 0-1,-1 0 1,0 0-1,0 0 1,0 0-1,0 0 1,0 0-1,0-1 1,0 1-1,0 0 1,0 0-1,0 0 1,0 0-1,-1-15-22,1 9 54,1-3-31,-1 5 0,0 1-1,0 0 1,0-1 0,0 1-1,0 0 1,-1 0-1,1-1 1,-1 1 0,0 0-1,-2-4 1,-17-57 92,0 6-52,-22-117 0,41 173-92</inkml:trace>
</inkml:ink>
</file>

<file path=ppt/ink/ink19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4T16:41:16.604"/>
    </inkml:context>
    <inkml:brush xml:id="br0">
      <inkml:brushProperty name="width" value="0.1" units="cm"/>
      <inkml:brushProperty name="height" value="0.1" units="cm"/>
      <inkml:brushProperty name="color" value="#004F8B"/>
    </inkml:brush>
  </inkml:definitions>
  <inkml:trace contextRef="#ctx0" brushRef="#br0">1 432 3537,'0'-2'6818,"3"9"-5310,11 20-1488,0 0 1,2-2-1,28 36 1,5 8 29,-17-25 12,43 46 1,-60-73-12,-13-14-93,13 10 304,-15-13-242,1 0 1,0 0-1,0 0 1,-1 0-1,1 0 0,0 0 1,-1 0-1,1 0 0,0-1 1,-1 1-1,1 0 1,0 0-1,-1-1 0,1 1 1,-1 0-1,1-1 0,0 1 1,-1 0-1,1-1 1,-1 1-1,1-1 0,-1 1 1,1-1-1,-1 0 0,0 1 1,1-1-1,-1 1 1,1-1-1,-1 0 0,0 1 1,0-1-1,1 0 0,-1 1 1,0-2-1,15-29 29,-11 23 17,-4 6-39,-2-6 1,-4-22 9,-4-24-30,1 0-1,3-1 1,1-62 0,5 114-27,1-1 0,0 1 0,-1 0 0,1 0 0,0 0 0,1 0 0,-1 0 0,0 0 0,1 1 0,0-1 0,-1 0 0,1 1 0,0-1 0,1 1 1,-1 0-1,0 0 0,1 0 0,-1 0 0,1 0 0,-1 0 0,1 0 0,0 1 0,0 0 0,0-1 0,5 0 0,-2-1 68,2-1-75,-5 4-13,5 5 20,127 65-13,-112-56 69,40 18-1,-55-29-26,-1 0 0,1-1 0,-1 1 0,1-2 0,0 1 0,0-1 0,0 0-1,0 0 1,0-1 0,10-1 0,-17 0 9,1 0-1,0 1 0,-1-1 1,1 0-1,0 0 1,-1 0-1,1 0 1,-1-1-1,0 1 1,1 0-1,-1-1 1,0 1-1,0-1 1,0 1-1,0-1 1,0 1-1,0-1 1,0 0-1,0 1 0,-1-1 1,1 0-1,-1 0 1,1 0-1,-1 1 1,0-1-1,1 0 1,-1 0-1,0 0 1,0 0-1,-1-3 1,1-5 31,-1 0 1,0 0 0,-1 0 0,-4-15 0,-18-59 97,12 38-121,-33-82 0,40 120-157,1-2 0,0 1 1,1 0-1,0-1 1,0 1-1,1-1 1,0 0-1,1 0 0,0 0 1,1-16-1,3 18-1336,1 2-557</inkml:trace>
</inkml:ink>
</file>

<file path=ppt/ink/ink19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4T16:41:18.786"/>
    </inkml:context>
    <inkml:brush xml:id="br0">
      <inkml:brushProperty name="width" value="0.1" units="cm"/>
      <inkml:brushProperty name="height" value="0.1" units="cm"/>
      <inkml:brushProperty name="color" value="#004F8B"/>
    </inkml:brush>
  </inkml:definitions>
  <inkml:trace contextRef="#ctx0" brushRef="#br0">1 258 2264,'0'0'6362,"23"7"-5882,-15-4-463,23 3 167,-15-14 254,15-9-349,-1-2 1,0-1-1,-1-1 1,-2-2 0,37-37-1,-50 45-66,-1 1 9,-1 0 0,19-29 0,-20 24-440</inkml:trace>
</inkml:ink>
</file>

<file path=ppt/ink/ink19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4T16:41:20.097"/>
    </inkml:context>
    <inkml:brush xml:id="br0">
      <inkml:brushProperty name="width" value="0.1" units="cm"/>
      <inkml:brushProperty name="height" value="0.1" units="cm"/>
      <inkml:brushProperty name="color" value="#004F8B"/>
    </inkml:brush>
  </inkml:definitions>
  <inkml:trace contextRef="#ctx0" brushRef="#br0">66 165 968,'0'0'372,"9"22"855,13 22-1219,-22-44-8,0 0 0,0 0 0,0 0 0,0 0 0,0 0 0,0 0 0,0 0 0,0 0 0,1 0 0,-1 0 0,0-1 0,0 1 1,0 0-1,0 0 0,0 0 0,0 0 0,0 0 0,0 0 0,0 0 0,0 0 0,0 0 0,0 0 0,0 0 0,0 0 0,0 0 0,0-1 0,0 1 0,0 0 0,0 0 0,0 0 0,0 0 0,0 0 0,0 0 1,0 0-1,28 30 43,-15-15 37,1-1 1,16 13 0,-23-21 111,1-1 1,-1 0-1,1 0 0,0-1 1,0 0-1,0 0 0,0-1 1,1 0-1,0-1 0,-1 0 1,10 1-1,-12-2 16,-1-1 0,0 0 0,0 0 1,1-1-1,-1 1 0,0-1 0,0-1 1,0 1-1,0-1 0,0 1 0,0-1 0,0-1 1,-1 1-1,1-1 0,-1 0 0,1 0 0,-1 0 1,0 0-1,7-8 0,-8 7-145,1 1-1,-1-1 1,0 0 0,0 0-1,0-1 1,0 1-1,-1 0 1,1-1 0,-1 0-1,0 0 1,-1 1 0,1-1-1,-1 0 1,0 0 0,0-1-1,-1 1 1,1 0-1,-1 0 1,0 0 0,-1 0-1,1 0 1,-1 0 0,0 0-1,0 0 1,-1 0-1,1 0 1,-1 0 0,-4-7-1,-2-4 6,0 1-1,-1 0 0,0 1 0,-1 0 1,-1 1-1,-24-25 0,28 32-65,0 1-1,-1 0 0,1 0 1,-1 0-1,0 1 1,-1 0-1,1 1 1,0 0-1,-1 0 0,0 1 1,0 0-1,0 0 1,0 1-1,-17 0 0,14 1-19,0 0-1,1 1 0,-1 1 0,1 0 1,-1 1-1,1 0 0,-22 9 0,29-10 2,-1 0 0,1 1 0,-1 0 0,1-1 0,0 1-1,0 1 1,0-1 0,1 1 0,-1-1 0,1 1-1,0 0 1,0 0 0,0 0 0,0 1 0,1-1-1,0 1 1,0-1 0,0 1 0,0 0 0,1 0 0,-1 5-1,1-8 0,1 1 0,0-1 0,0 0 0,0 0-1,0 1 1,0-1 0,0 0 0,1 0 0,-1 1-1,1-1 1,-1 0 0,1 0 0,0 0 0,0 0 0,0 0-1,0 0 1,1 0 0,-1 0 0,2 2 0,0-1 39,0-1 0,0 1 0,0-1 0,0 0 0,1 0 0,-1 0 0,1 0 0,-1 0 0,1-1 0,6 2 0,-3-1 143,0-1 0,0 1 1,0-1-1,0-1 0,1 0 1,-1 0-1,0 0 0,0-1 0,0 0 1,1 0-1,11-5 0,4-4-141,-1-1-1,-1-1 1,0-1-1,25-20 0,-25 17-1180</inkml:trace>
</inkml:ink>
</file>

<file path=ppt/ink/ink19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4T16:41:25.932"/>
    </inkml:context>
    <inkml:brush xml:id="br0">
      <inkml:brushProperty name="width" value="0.1" units="cm"/>
      <inkml:brushProperty name="height" value="0.1" units="cm"/>
      <inkml:brushProperty name="color" value="#004F8B"/>
    </inkml:brush>
  </inkml:definitions>
  <inkml:trace contextRef="#ctx0" brushRef="#br0">19 81 2417,'0'0'1527,"1"-23"3346,4-9-4685,-4 25-39,-12-12 3688,10 19-3775,0 0 0,1 0 0,-1 0 0,0 0 0,1 0 1,-1 1-1,1-1 0,-1 0 0,1 0 0,-1 0 0,0 1 0,1-1 0,-1 0 1,1 1-1,-1-1 0,1 1 0,-1-1 0,1 0 0,0 1 0,-1-1 1,1 1-1,-1-1 0,1 1 0,0-1 0,-1 1 0,1 0 0,0-1 0,0 1 1,0-1-1,-1 1 0,1-1 0,0 1 0,0 0 0,0-1 0,0 1 1,0 0-1,0-1 0,0 2 0,5 25-272,-4-23 387,1 2-148,-1-1 1,1 0 0,1 0 0,-1 0-1,1 0 1,0 0 0,0-1 0,0 1 0,0-1-1,1 0 1,0 0 0,0 0 0,0 0-1,6 3 1,6 7 33,-11-8-23,1-1 0,0 0 1,0 0-1,1-1 0,-1 0 0,10 4 0,-15-7 154,5-1-2124</inkml:trace>
</inkml:ink>
</file>

<file path=ppt/ink/ink19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4T16:41:26.726"/>
    </inkml:context>
    <inkml:brush xml:id="br0">
      <inkml:brushProperty name="width" value="0.1" units="cm"/>
      <inkml:brushProperty name="height" value="0.1" units="cm"/>
      <inkml:brushProperty name="color" value="#004F8B"/>
    </inkml:brush>
  </inkml:definitions>
  <inkml:trace contextRef="#ctx0" brushRef="#br0">32 27 1696,'-1'-10'8701,"-2"-6"-5946,1 17-2696,-5 12 268,7-12-318,-14 34 140,11-26-4,2-5 10,2 6-71,1 43 155,2 0 0,12 53-1,-2-52-140,-8-32-60,6 39 0,2 41 115,-1-34-2125</inkml:trace>
</inkml:ink>
</file>

<file path=ppt/ink/ink19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4T16:41:30.409"/>
    </inkml:context>
    <inkml:brush xml:id="br0">
      <inkml:brushProperty name="width" value="0.1" units="cm"/>
      <inkml:brushProperty name="height" value="0.1" units="cm"/>
      <inkml:brushProperty name="color" value="#E71224"/>
    </inkml:brush>
  </inkml:definitions>
  <inkml:trace contextRef="#ctx0" brushRef="#br0">11 85 3121,'0'-5'5287,"0"-3"-4853,-1 9-418,-9 16 47,12-12 975,12-9 1443,35-20-1912,-13 6 39,40-15 1,-45 18-2542</inkml:trace>
</inkml:ink>
</file>

<file path=ppt/ink/ink19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4T16:41:31.195"/>
    </inkml:context>
    <inkml:brush xml:id="br0">
      <inkml:brushProperty name="width" value="0.1" units="cm"/>
      <inkml:brushProperty name="height" value="0.1" units="cm"/>
      <inkml:brushProperty name="color" value="#E71224"/>
    </inkml:brush>
  </inkml:definitions>
  <inkml:trace contextRef="#ctx0" brushRef="#br0">1 148 2673,'0'0'8316,"14"-14"-6921,10-9-1028,1 1 1,1 1-1,55-33 1,-73 49-487,5-2 318,-4 6-2916</inkml:trace>
</inkml:ink>
</file>

<file path=ppt/ink/ink19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4T16:41:31.848"/>
    </inkml:context>
    <inkml:brush xml:id="br0">
      <inkml:brushProperty name="width" value="0.1" units="cm"/>
      <inkml:brushProperty name="height" value="0.1" units="cm"/>
      <inkml:brushProperty name="color" value="#E71224"/>
    </inkml:brush>
  </inkml:definitions>
  <inkml:trace contextRef="#ctx0" brushRef="#br0">1 207 1680,'0'0'6323,"15"-11"-3722,-11 8-2591,38-25 1570,70-60 0,-88 61-1306,-18 19-170,1 0 0,0 1-1,1-1 1,14-10 0,-21 18 76</inkml:trace>
</inkml:ink>
</file>

<file path=ppt/ink/ink19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4T16:41:32.192"/>
    </inkml:context>
    <inkml:brush xml:id="br0">
      <inkml:brushProperty name="width" value="0.1" units="cm"/>
      <inkml:brushProperty name="height" value="0.1" units="cm"/>
      <inkml:brushProperty name="color" value="#E71224"/>
    </inkml:brush>
  </inkml:definitions>
  <inkml:trace contextRef="#ctx0" brushRef="#br0">1 41 3881,'4'-3'4577,"-1"2"-4161,43-31 56,-44 32-392,-1-1-64,1-1-8,-1 1-488</inkml:trace>
</inkml:ink>
</file>

<file path=ppt/ink/ink19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4T16:41:33.649"/>
    </inkml:context>
    <inkml:brush xml:id="br0">
      <inkml:brushProperty name="width" value="0.1" units="cm"/>
      <inkml:brushProperty name="height" value="0.1" units="cm"/>
      <inkml:brushProperty name="color" value="#E71224"/>
    </inkml:brush>
  </inkml:definitions>
  <inkml:trace contextRef="#ctx0" brushRef="#br0">249 29 1720,'0'0'1906,"16"-29"6847,-27 50-8375,-1-1 1,-29 35 0,14-23-360,2 1-1,0 1 1,3 2 0,0 0-1,-17 44 1,-1 0 30,40-79-42,5 8 610,14-11-574,0-1-1,0 0 0,19-6 1,-16 3-42,0 1 1,30-2 0,77-3 227,-126 8-875,-1 1-345</inkml:trace>
</inkml:ink>
</file>

<file path=ppt/ink/ink19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4T16:41:35.803"/>
    </inkml:context>
    <inkml:brush xml:id="br0">
      <inkml:brushProperty name="width" value="0.1" units="cm"/>
      <inkml:brushProperty name="height" value="0.1" units="cm"/>
      <inkml:brushProperty name="color" value="#E71224"/>
    </inkml:brush>
  </inkml:definitions>
  <inkml:trace contextRef="#ctx0" brushRef="#br0">37 372 2336,'-11'-10'7485,"-9"-7"-4242,16 24-3232,3-2-11,1 1 1,0-1-1,0 1 0,0-1 1,0 1-1,1-1 1,0 1-1,1-1 0,-1 0 1,4 9-1,30 62 9,-9-19-5,-20-41 7,-1-2 3,0 0 0,1 0 1,0-1-1,1 0 0,1 0 1,0-1-1,13 15 0,-21-26 36,0-1-39,0 0 1,0 0-1,0 0 0,0 1 1,0-1-1,0 0 1,0 0-1,0 0 0,0 0 1,0 1-1,0-1 1,0 0-1,0 0 0,0 0 1,0 0-1,0 1 0,0-1 1,0 0-1,0 0 1,0 0-1,0 0 0,1 1 1,-1-1-1,0 0 1,0 0-1,0 0 0,0 0 1,0 0-1,0 0 1,0 1-1,1-1 0,-1 0 1,0 0-1,0 0 0,0 0 1,0 0-1,0 0 1,1 0-1,-1 0 0,0 0 1,0 0-1,0 0 1,0 0-1,1 0 0,-1 0 1,8-16 112,6-29-120,-15 45-4,1 0 0,0 0 1,0 0-1,0 0 0,0 0 0,0 0 0,0 0 0,0 0 0,0 0 0,0 0 0,0 0 1,0 0-1,0 0 0,-1 0 0,1 0 0,0 0 0,0 0 0,0 0 0,0 0 0,0 0 1,0 0-1,0 0 0,0 0 0,0 0 0,0 0 0,0 0 0,0 0 0,0 0 0,0 0 1,0 0-1,0 1 0,-1-1 0,1 0 0,7-84 33,-6-151 69,-1 234-90,0 0 0,0 1 1,0-1-1,0 0 0,0 1 1,0-1-1,1 1 0,-1-1 1,0 0-1,1 1 0,-1-1 0,0 1 1,1-1-1,-1 1 0,1-1 1,-1 1-1,0-1 0,1 1 1,-1-1-1,1 1 0,0 0 1,-1-1-1,1 1 0,-1 0 1,1-1-1,1 1 0,-1-1-2,1 1 0,-1 0 1,1 0-1,-1 0 0,1-1 0,-1 1 0,1 1 0,-1-1 0,1 0 0,-1 0 0,1 0 0,-1 1 0,1-1 1,-1 1-1,0-1 0,2 2 0,9 2-12,-7-1 0,1-1 0,-1 1 0,0-1 1,0 1-1,0 1 0,8 6 0,9 8 3,48 34-18,-62-46 21,1-1-1,0 0 0,0 0 1,0-1-1,1-1 1,16 5-1,-17-6 25,0-1-1,-1 0 1,1-1 0,0 0-1,0 0 1,-1-1 0,1 0-1,0 0 1,-1-1 0,13-4-1,-20 5 117,2-17 446,-2-16-524,-1 28-52,-1 1 0,1 0 0,-1 0 1,0-1-1,-1 1 0,1 0 0,-1 0 0,0 0 0,0 0 0,-4-5 0,-2-8 23,-69-163 178,71 168-248,1 0 0,1 0 0,0 0 1,1-1-1,-3-22 0,6 35-22,0 1 1,0-1 0,0 0-1,0 1 1,0-1 0,0 1-1,0-1 1,0 0 0,0 1-1,0-1 1,0 0 0,1 1-1,-1-1 1,0 1 0,0-1-1,1 1 1,-1-1 0,0 0-1,1 1 1,-1-1 0,0 1-1,1-1 1,-1 1 0,1 0-1,-1-1 1,1 1 0,-1-1 0,1 1-1,-1 0 1,1-1 0,-1 1-1,1 0 1,-1 0 0,1-1-1,0 1 1,-1 0 0,1 0-1,-1 0 1,1 0 0,0 0-1,1 0 1,5 0-2331</inkml:trace>
</inkml:ink>
</file>

<file path=ppt/ink/ink19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4T16:41:36.304"/>
    </inkml:context>
    <inkml:brush xml:id="br0">
      <inkml:brushProperty name="width" value="0.1" units="cm"/>
      <inkml:brushProperty name="height" value="0.1" units="cm"/>
      <inkml:brushProperty name="color" value="#E71224"/>
    </inkml:brush>
  </inkml:definitions>
  <inkml:trace contextRef="#ctx0" brushRef="#br0">1 11 4233,'1'0'5958,"17"-2"-3552,-7-1-2292,24-2 270,-30 6-365,0-1 0,0 1 0,0 1 0,0-1 0,0 1 0,0 0 0,-1 0 0,9 5 0,43 29-11,-20-12 5,-30-20-98,-4-3-85,1 1 0,-1-1 1,0 1-1,0-1 0,1 0 0,-1 0 0,0 0 0,1 0 1,2 0-1</inkml:trace>
</inkml:ink>
</file>

<file path=ppt/ink/ink19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4T16:41:36.718"/>
    </inkml:context>
    <inkml:brush xml:id="br0">
      <inkml:brushProperty name="width" value="0.1" units="cm"/>
      <inkml:brushProperty name="height" value="0.1" units="cm"/>
      <inkml:brushProperty name="color" value="#E71224"/>
    </inkml:brush>
  </inkml:definitions>
  <inkml:trace contextRef="#ctx0" brushRef="#br0">120 33 3321,'-15'-29'4103,"14"28"-3995,0 1-1,1-1 1,-1 1 0,0 0-1,1 0 1,-1-1 0,0 1-1,0 0 1,1 0-1,-1 0 1,0 0 0,0 0-1,1 0 1,-1 0-1,0 0 1,0 0 0,1 0-1,-1 0 1,0 0 0,0 0-1,1 1 1,-1-1-1,0 0 1,1 1 0,-1-1-1,0 0 1,1 1-1,-1-1 1,0 1 0,1-1-1,-1 1 1,1-1 0,-1 1-1,1 0 1,-1 0-1,1-1-106,-5 4 12,1 1-1,1-1 1,-1 1 0,1 0 0,-1 0 0,1 0-1,1 0 1,-1 0 0,1 0 0,0 1 0,0 0-1,-1 9 1,-9 119-44,10-84 55,-3 0 0,-14 63-1,18-106-598</inkml:trace>
</inkml:ink>
</file>

<file path=ppt/ink/ink19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4T16:40:58.832"/>
    </inkml:context>
    <inkml:brush xml:id="br0">
      <inkml:brushProperty name="width" value="0.1" units="cm"/>
      <inkml:brushProperty name="height" value="0.1" units="cm"/>
    </inkml:brush>
  </inkml:definitions>
  <inkml:trace contextRef="#ctx0" brushRef="#br0">47 86 1088,'0'0'1502,"-15"-12"3436,14 9-4333,0 0-1,0-1 0,0 1 0,0-1 0,1 1 1,0 0-1,-1-1 0,2-6 0,-1 5 1272,2-3-1706,3-15 373,-7 22-343,-6 16-112,3 0-25,1 0 0,0 1 0,1-1 0,1 1 0,0 0 0,2 27-1,-3-2-6,3-33-25,1 15 168,-1-9-196,6 32 86,2-4-81,-8-39-5,-1-4 1,2 6 3,10 33 2,23 82 120,-16-58-113,-6-8 16,-8-43-10,-4-13-11,-2 59 27,3-34-8,-4 21 4,-2 27 137,7 135 0,-1-163-118,-3-1 0,-10 68 0,5-67-4,3 0 0,1 65 0,18 289 80,-8-209-84,-1 60 53,-8-197-81,0 142 94,18-26-47,-1-65-8,-6-56-31,-9-45-1,0 4-1140,1-25-2571,3 3 2891,-1 7 14,-1 2-1384</inkml:trace>
</inkml:ink>
</file>

<file path=ppt/ink/ink19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4T16:41:00.763"/>
    </inkml:context>
    <inkml:brush xml:id="br0">
      <inkml:brushProperty name="width" value="0.1" units="cm"/>
      <inkml:brushProperty name="height" value="0.1" units="cm"/>
    </inkml:brush>
  </inkml:definitions>
  <inkml:trace contextRef="#ctx0" brushRef="#br0">124 80 1096,'-18'-15'1341,"9"6"-493,-2 0-1,1 0 1,-1 1-1,0 1 1,-1 0-1,-13-6 1,9 10 3292,29 9-3809,17 6-305,-25-10-5,3 3 36,0 7-39,58 56 4,-26-15 40,-29-38-47,0 0 0,14 14 0,-18-21-5,-1-1-1,-1 1 1,0 0 0,0 0-1,5 12 1,18 27 27,-11-23-16,19 36-1,-23-36 17,0-2-1,22 27 1,-28-41-33,-1 1 30,1-1 1,1 0 0,0 0-1,9 7 1,-16-15-19,19 29 208,-20-28-168,1 0-1,-1 0 1,1-1 0,-1 1-1,1 0 1,0 0 0,0-1-1,-1 1 1,1 0 0,0-1-1,0 1 1,0 0 0,-1-1 0,1 1-1,0-1 1,0 0 0,1 1-1,-1-1-23,-1 0 1,1 0-1,0 0 0,-1 0 0,1 0 0,-1 0 0,1-1 0,-1 1 1,1 0-1,-1 0 0,1 0 0,-1-1 0,1 1 0,-1 0 1,1-1-1,-1 1 0,1 0 0,-1-1 0,1 1 0,-1-1 0,1 0 1,14-30 501,-13 23-615,31-83 639,-27 69-350,1 1 0,1 0 0,18-32 0,9 1 104,1 3 0,3 0 1,55-51-1,-88 94-274,1-1 0,-1 1 0,0-2 0,-1 1 0,0-1 0,0 1 0,-1-1 0,6-13 0,-10 20-13,0-5-175</inkml:trace>
</inkml:ink>
</file>

<file path=ppt/ink/ink19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4T16:41:02.635"/>
    </inkml:context>
    <inkml:brush xml:id="br0">
      <inkml:brushProperty name="width" value="0.1" units="cm"/>
      <inkml:brushProperty name="height" value="0.1" units="cm"/>
    </inkml:brush>
  </inkml:definitions>
  <inkml:trace contextRef="#ctx0" brushRef="#br0">27 93 2417,'-4'-10'1683,"-1"0"1,1-1 0,1 0 0,0 0 0,0 0 0,-1-17 0,4 56-1721,1 0 0,5 36 0,2 22 42,-8-68-5,1 0 0,1 0 0,0 0 0,1 0 0,1 0 0,1-1 1,0 1-1,1-1 0,1-1 0,15 27 0,-21-42 57,3 0 118,-2-2-171,-1 1 0,0-1-1,0 0 1,0 1 0,-1-1 0,1 0 0,0 0 0,0 1 0,0-1 0,0 0 0,-1 0 0,1 0 0,0 0 0,0-2 0,5-7 2,-1 0 1,0 0 0,0-1-1,-1 0 1,-1 0 0,0 0-1,2-15 1,12-62 52,-11 63-7,-2 0 0,0-1 0,0-26 0,-4 45 9,0-1 1,0 1-1,1-1 1,0 0-1,0 1 1,1 0-1,5-15 1,-1 21-155,12 13 83,-5 0 9,0 0-1,-1 1 0,0 0 1,20 29-1,-12-12 2,34 36 0,-16-21 0,-24-28 28,0 0-1,2-1 1,0-1-1,30 22 1,-45-36 126,3-3 935,-1-13-549,-6-29-140,3 41-375,0 1 1,-1 0 0,1 0-1,-1 0 1,0 0 0,0-1-1,0 1 1,0 0 0,0 0-1,0 0 1,0 0 0,-2-1 0,-2-5 34,-71-179 625,71 157-2873</inkml:trace>
</inkml:ink>
</file>

<file path=ppt/ink/ink19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4T16:41:04.163"/>
    </inkml:context>
    <inkml:brush xml:id="br0">
      <inkml:brushProperty name="width" value="0.1" units="cm"/>
      <inkml:brushProperty name="height" value="0.1" units="cm"/>
    </inkml:brush>
  </inkml:definitions>
  <inkml:trace contextRef="#ctx0" brushRef="#br0">26 32 1216,'-3'-6'5823,"-10"-19"-3099,11 30-2630,1 1-1,-1-1 0,1 1 0,0-1 0,-1 12 0,1-1-97,1 0 0,1 1-1,0-1 1,1 0 0,7 26 0,0 5-1,-7-36 6,2 20 4,2 0 0,15 48 1,-21-76-704</inkml:trace>
</inkml:ink>
</file>

<file path=ppt/ink/ink19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4T16:41:05.083"/>
    </inkml:context>
    <inkml:brush xml:id="br0">
      <inkml:brushProperty name="width" value="0.1" units="cm"/>
      <inkml:brushProperty name="height" value="0.1" units="cm"/>
    </inkml:brush>
  </inkml:definitions>
  <inkml:trace contextRef="#ctx0" brushRef="#br0">12 114 2320,'-11'0'9472,"14"0"-9396,-1 0 0,1 0 0,0 0 0,0-1 0,-1 1-1,1-1 1,0 1 0,-1-1 0,6-2 0,27-7 573,124-11 540,46-8-612,-69-18-364,-127 47-1020</inkml:trace>
</inkml:ink>
</file>

<file path=ppt/ink/ink19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4T16:41:05.673"/>
    </inkml:context>
    <inkml:brush xml:id="br0">
      <inkml:brushProperty name="width" value="0.1" units="cm"/>
      <inkml:brushProperty name="height" value="0.1" units="cm"/>
    </inkml:brush>
  </inkml:definitions>
  <inkml:trace contextRef="#ctx0" brushRef="#br0">15 33 3353,'-6'-8'802,"5"6"-94,0 0 0,0 1 0,0-1-1,0 0 1,0 0 0,1 0 0,-1 0 0,1 0 0,-1 1-1,0-5 1,13 6-134,15 1-425,0 1 0,-1 2 1,34 8-1,-41-7-78,0 2 0,0 0 0,0 1 0,33 20 0,-51-27 36,-1 2-74,0 1 0,-1-1 0,1 0 0,0 1 0,-1-1 0,0 0 0,0 1 0,0-1 0,0 0 0,0 0 0,-3 4 0,-1 4-16,0 3-19,0-1 0,-1 0-1,-9 14 1,-4 7-26,-18 59-1579,25-68-174</inkml:trace>
</inkml:ink>
</file>

<file path=ppt/ink/ink19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4T16:42:05.399"/>
    </inkml:context>
    <inkml:brush xml:id="br0">
      <inkml:brushProperty name="width" value="0.1" units="cm"/>
      <inkml:brushProperty name="height" value="0.1" units="cm"/>
    </inkml:brush>
  </inkml:definitions>
  <inkml:trace contextRef="#ctx0" brushRef="#br0">4675 65 3377,'0'0'458,"10"-27"4190,-7 24-4604,-1 0 0,1 0 0,-1 1 0,1-1 0,0 1 0,0-1 0,0 1 0,0 0 0,4-1 0,2-3 28,-9 6-65,0-1 1,1 1-1,-1-1 0,1 1 0,-1 0 0,1-1 1,-1 1-1,1 0 0,-1-1 0,1 1 0,-1 0 1,1 0-1,-1-1 0,1 1 0,0 0 0,-1 0 0,1 0 1,-1 0-1,1 0 0,-1 0 0,1 0 0,0 0 1,26 4 37,-1 2 1,0 1-1,0 1 1,0 0 0,-1 3-1,-1 0 1,0 1-1,0 1 1,-2 1-1,1 2 1,-2 0 0,0 1-1,-1 1 1,-1 1-1,0 1 1,18 25-1,7 22 390,36 72 0,-65-107-377,-1 0 0,-2 0 0,-1 1 1,13 66-1,19 195 423,5 311 1,-47-565-459,-2 1 1,-2-1 0,-2 0 0,-1 0 0,-2 0 0,-2-1-1,-17 44 1,-112 241 127,111-273-187,-1 0 1,-3-2-1,-1-2 1,-43 47 0,-40 36-168,-125 132 178,194-218 31,-1-2 0,-2-1 1,-85 50-1,-301 175-505,371-233 410,-2-4-1,0-2 1,-82 21-1,49-17 49,-321 89-428,231-70 310,-8 8 170,-62 16 352,108-33-332,9-2-32,-161 22 1,-36-39-82,1-27-36,206 1 104,5 8 143,0 5 1,-140 28-1,183-23-56,24-4 141,16-2 50,-87 4 0,-61-12 142,191 0-462</inkml:trace>
</inkml:ink>
</file>

<file path=ppt/ink/ink19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4T16:42:06.321"/>
    </inkml:context>
    <inkml:brush xml:id="br0">
      <inkml:brushProperty name="width" value="0.1" units="cm"/>
      <inkml:brushProperty name="height" value="0.1" units="cm"/>
    </inkml:brush>
  </inkml:definitions>
  <inkml:trace contextRef="#ctx0" brushRef="#br0">366 22 9130,'0'-1'11,"-1"0"0,1 0 0,-1-1-1,1 1 1,-1 0 0,0 0 0,0 0 0,1 0 0,-1 0 0,0 0-1,0 0 1,0 0 0,0 0 0,0 1 0,0-1 0,0 0 0,0 1 0,-1-1-1,1 0 1,0 1 0,0-1 0,0 1 0,-1 0 0,1-1 0,0 1 0,-1 0-1,1 0 1,0 0 0,-1 0 0,1 0 0,0 0 0,0 0 0,-1 0-1,1 1 1,0-1 0,-1 1 0,1-1 0,0 0 0,0 1 0,0 0 0,-2 1-1,-5 3 327,0 0-1,1 1 0,0 1 0,-12 12 0,6-5-394,-6 6 292,-27 37-1,29-34 22,-30 30 1,12-20 14,10-11 221,-43 52 1,68-73-501,0 1-1,1 0 1,-1 0-1,1 0 0,0 0 1,0 0-1,0 0 1,0 0-1,1-1 0,1 4 1,40 36 120,-35-33 74,-6-6-94,5 0-7,84 29 189,-59-21-253,-1 0 0,53 27 0,-62-24-133,1 1 0,-2 1 0,0 1 1,-1 1-1,0 1 0,-2 0 0,23 29 0,-29-32-1080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651C9A-916C-49A2-92A9-65BC0839A619}" type="datetimeFigureOut">
              <a:rPr lang="en-US" smtClean="0"/>
              <a:t>9/30/2026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7310F6-1A15-481D-A0BE-97DEC0C32F14}" type="slidenum">
              <a:rPr lang="en-US" smtClean="0"/>
              <a:t>‹#›</a:t>
            </a:fld>
            <a:endParaRPr lang="en-US"/>
          </a:p>
        </p:txBody>
      </p:sp>
    </p:spTree>
    <p:extLst>
      <p:ext uri="{BB962C8B-B14F-4D97-AF65-F5344CB8AC3E}">
        <p14:creationId xmlns:p14="http://schemas.microsoft.com/office/powerpoint/2010/main" val="1499074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483306">
              <a:defRPr/>
            </a:pP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6E7E7F27-47DB-D94D-995F-E3088F8069A6}" type="slidenum">
              <a:rPr lang="en-US" smtClean="0"/>
              <a:t>4</a:t>
            </a:fld>
            <a:endParaRPr lang="en-US"/>
          </a:p>
        </p:txBody>
      </p:sp>
    </p:spTree>
    <p:extLst>
      <p:ext uri="{BB962C8B-B14F-4D97-AF65-F5344CB8AC3E}">
        <p14:creationId xmlns:p14="http://schemas.microsoft.com/office/powerpoint/2010/main" val="9228209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E7E7F27-47DB-D94D-995F-E3088F8069A6}" type="slidenum">
              <a:rPr lang="en-US" smtClean="0"/>
              <a:t>6</a:t>
            </a:fld>
            <a:endParaRPr lang="en-US"/>
          </a:p>
        </p:txBody>
      </p:sp>
    </p:spTree>
    <p:extLst>
      <p:ext uri="{BB962C8B-B14F-4D97-AF65-F5344CB8AC3E}">
        <p14:creationId xmlns:p14="http://schemas.microsoft.com/office/powerpoint/2010/main" val="40054520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240" indent="-181240" defTabSz="483306">
              <a:buFont typeface="Arial" panose="020B0604020202020204" pitchFamily="34" charset="0"/>
              <a:buChar char="•"/>
              <a:defRPr/>
            </a:pPr>
            <a:r>
              <a:rPr lang="en-US" sz="1300" i="1" dirty="0">
                <a:latin typeface="Times New Roman" panose="02020603050405020304" pitchFamily="18" charset="0"/>
                <a:cs typeface="Times New Roman" panose="02020603050405020304" pitchFamily="18" charset="0"/>
              </a:rPr>
              <a:t>Force </a:t>
            </a:r>
            <a:r>
              <a:rPr lang="en-US" sz="1300" dirty="0">
                <a:latin typeface="Times New Roman" panose="02020603050405020304" pitchFamily="18" charset="0"/>
                <a:cs typeface="Times New Roman" panose="02020603050405020304" pitchFamily="18" charset="0"/>
              </a:rPr>
              <a:t>can refer to interaction with object to change its velocity (e.g., kicking ball, pushing book away from you on table)</a:t>
            </a:r>
          </a:p>
          <a:p>
            <a:pPr marL="181240"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Forces do not always cause motion</a:t>
            </a:r>
          </a:p>
          <a:p>
            <a:pPr marL="664546" lvl="1"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Examples: </a:t>
            </a:r>
          </a:p>
          <a:p>
            <a:pPr marL="1147852" lvl="2"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When sitting </a:t>
            </a:r>
            <a:r>
              <a:rPr lang="en-US" sz="1300" dirty="0">
                <a:latin typeface="Times New Roman" panose="02020603050405020304" pitchFamily="18" charset="0"/>
                <a:cs typeface="Times New Roman" panose="02020603050405020304" pitchFamily="18" charset="0"/>
                <a:sym typeface="Symbol" panose="05050102010706020507" pitchFamily="18" charset="2"/>
              </a:rPr>
              <a:t> </a:t>
            </a:r>
            <a:r>
              <a:rPr lang="en-US" sz="1300" dirty="0">
                <a:latin typeface="Times New Roman" panose="02020603050405020304" pitchFamily="18" charset="0"/>
                <a:cs typeface="Times New Roman" panose="02020603050405020304" pitchFamily="18" charset="0"/>
              </a:rPr>
              <a:t>gravitational force acts on your body </a:t>
            </a:r>
            <a:r>
              <a:rPr lang="en-US" sz="1300" dirty="0">
                <a:latin typeface="Times New Roman" panose="02020603050405020304" pitchFamily="18" charset="0"/>
                <a:cs typeface="Times New Roman" panose="02020603050405020304" pitchFamily="18" charset="0"/>
                <a:sym typeface="Symbol" panose="05050102010706020507" pitchFamily="18" charset="2"/>
              </a:rPr>
              <a:t></a:t>
            </a:r>
            <a:r>
              <a:rPr lang="en-US" sz="1300" dirty="0">
                <a:latin typeface="Times New Roman" panose="02020603050405020304" pitchFamily="18" charset="0"/>
                <a:cs typeface="Times New Roman" panose="02020603050405020304" pitchFamily="18" charset="0"/>
              </a:rPr>
              <a:t> you remain stationary </a:t>
            </a:r>
          </a:p>
          <a:p>
            <a:pPr marL="1147852" lvl="2"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Pushing a large boulder </a:t>
            </a:r>
            <a:r>
              <a:rPr lang="en-US" sz="1300" dirty="0">
                <a:latin typeface="Times New Roman" panose="02020603050405020304" pitchFamily="18" charset="0"/>
                <a:cs typeface="Times New Roman" panose="02020603050405020304" pitchFamily="18" charset="0"/>
                <a:sym typeface="Symbol" panose="05050102010706020507" pitchFamily="18" charset="2"/>
              </a:rPr>
              <a:t> boulder doesn’t move</a:t>
            </a:r>
            <a:endParaRPr lang="en-US" sz="1300" dirty="0">
              <a:latin typeface="Times New Roman" panose="02020603050405020304" pitchFamily="18" charset="0"/>
              <a:cs typeface="Times New Roman" panose="02020603050405020304" pitchFamily="18" charset="0"/>
            </a:endParaRPr>
          </a:p>
          <a:p>
            <a:pPr marL="181240" indent="-181240" defTabSz="483306">
              <a:buFont typeface="Arial" panose="020B0604020202020204" pitchFamily="34" charset="0"/>
              <a:buChar char="•"/>
              <a:defRPr/>
            </a:pPr>
            <a:endParaRPr lang="en-US" sz="1300" dirty="0">
              <a:latin typeface="Times New Roman" panose="02020603050405020304" pitchFamily="18" charset="0"/>
              <a:cs typeface="Times New Roman" panose="02020603050405020304" pitchFamily="18" charset="0"/>
            </a:endParaRPr>
          </a:p>
          <a:p>
            <a:pPr marL="181240"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What force causes Moon to orbit Earth? </a:t>
            </a:r>
          </a:p>
          <a:p>
            <a:pPr marL="181240"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Newton: forces are what cause any change in velocity of object</a:t>
            </a:r>
          </a:p>
          <a:p>
            <a:pPr marL="664546" lvl="1"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Moon’s velocity changes in direction as it orbits Earth </a:t>
            </a:r>
            <a:r>
              <a:rPr lang="en-US" sz="1300" dirty="0">
                <a:latin typeface="Times New Roman" panose="02020603050405020304" pitchFamily="18" charset="0"/>
                <a:cs typeface="Times New Roman" panose="02020603050405020304" pitchFamily="18" charset="0"/>
                <a:sym typeface="Symbol" panose="05050102010706020507" pitchFamily="18" charset="2"/>
              </a:rPr>
              <a:t></a:t>
            </a:r>
            <a:r>
              <a:rPr lang="en-US" sz="1300" dirty="0">
                <a:latin typeface="Times New Roman" panose="02020603050405020304" pitchFamily="18" charset="0"/>
                <a:cs typeface="Times New Roman" panose="02020603050405020304" pitchFamily="18" charset="0"/>
              </a:rPr>
              <a:t> change in velocity caused by gravitational force exerted by Earth on Moon </a:t>
            </a:r>
          </a:p>
          <a:p>
            <a:pPr marL="181240" indent="-181240" defTabSz="483306">
              <a:buFont typeface="Arial" panose="020B0604020202020204" pitchFamily="34" charset="0"/>
              <a:buChar char="•"/>
              <a:defRPr/>
            </a:pPr>
            <a:endParaRPr lang="en-US" sz="1300" dirty="0">
              <a:latin typeface="Times New Roman" panose="02020603050405020304" pitchFamily="18" charset="0"/>
              <a:cs typeface="Times New Roman" panose="02020603050405020304" pitchFamily="18" charset="0"/>
            </a:endParaRPr>
          </a:p>
          <a:p>
            <a:pPr marL="181240" indent="-181240" defTabSz="483306">
              <a:buFont typeface="Arial" panose="020B0604020202020204" pitchFamily="34" charset="0"/>
              <a:buChar char="•"/>
              <a:defRPr/>
            </a:pPr>
            <a:r>
              <a:rPr lang="en-US" sz="1300" i="1" dirty="0">
                <a:latin typeface="Times New Roman" panose="02020603050405020304" pitchFamily="18" charset="0"/>
                <a:cs typeface="Times New Roman" panose="02020603050405020304" pitchFamily="18" charset="0"/>
              </a:rPr>
              <a:t>Contact forces</a:t>
            </a:r>
            <a:r>
              <a:rPr lang="en-US" sz="1300" dirty="0">
                <a:latin typeface="Times New Roman" panose="02020603050405020304" pitchFamily="18" charset="0"/>
                <a:cs typeface="Times New Roman" panose="02020603050405020304" pitchFamily="18" charset="0"/>
              </a:rPr>
              <a:t>: involve physical contact between two objects </a:t>
            </a:r>
          </a:p>
          <a:p>
            <a:pPr marL="664546" lvl="1"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When coiled spring pulled </a:t>
            </a:r>
            <a:r>
              <a:rPr lang="en-US" sz="1300" dirty="0">
                <a:latin typeface="Times New Roman" panose="02020603050405020304" pitchFamily="18" charset="0"/>
                <a:cs typeface="Times New Roman" panose="02020603050405020304" pitchFamily="18" charset="0"/>
                <a:sym typeface="Symbol" panose="05050102010706020507" pitchFamily="18" charset="2"/>
              </a:rPr>
              <a:t></a:t>
            </a:r>
            <a:r>
              <a:rPr lang="en-US" sz="1300" dirty="0">
                <a:latin typeface="Times New Roman" panose="02020603050405020304" pitchFamily="18" charset="0"/>
                <a:cs typeface="Times New Roman" panose="02020603050405020304" pitchFamily="18" charset="0"/>
              </a:rPr>
              <a:t> spring stretches </a:t>
            </a:r>
          </a:p>
          <a:p>
            <a:pPr marL="664546" lvl="1"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When stationary cart pulled </a:t>
            </a:r>
            <a:r>
              <a:rPr lang="en-US" sz="1300" dirty="0">
                <a:latin typeface="Times New Roman" panose="02020603050405020304" pitchFamily="18" charset="0"/>
                <a:cs typeface="Times New Roman" panose="02020603050405020304" pitchFamily="18" charset="0"/>
                <a:sym typeface="Symbol" panose="05050102010706020507" pitchFamily="18" charset="2"/>
              </a:rPr>
              <a:t></a:t>
            </a:r>
            <a:r>
              <a:rPr lang="en-US" sz="1300" dirty="0">
                <a:latin typeface="Times New Roman" panose="02020603050405020304" pitchFamily="18" charset="0"/>
                <a:cs typeface="Times New Roman" panose="02020603050405020304" pitchFamily="18" charset="0"/>
              </a:rPr>
              <a:t> cart moves </a:t>
            </a:r>
          </a:p>
          <a:p>
            <a:pPr marL="664546" lvl="1"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When football is kicked </a:t>
            </a:r>
            <a:r>
              <a:rPr lang="en-US" sz="1300" dirty="0">
                <a:latin typeface="Times New Roman" panose="02020603050405020304" pitchFamily="18" charset="0"/>
                <a:cs typeface="Times New Roman" panose="02020603050405020304" pitchFamily="18" charset="0"/>
                <a:sym typeface="Symbol" panose="05050102010706020507" pitchFamily="18" charset="2"/>
              </a:rPr>
              <a:t></a:t>
            </a:r>
            <a:r>
              <a:rPr lang="en-US" sz="1300" dirty="0">
                <a:latin typeface="Times New Roman" panose="02020603050405020304" pitchFamily="18" charset="0"/>
                <a:cs typeface="Times New Roman" panose="02020603050405020304" pitchFamily="18" charset="0"/>
              </a:rPr>
              <a:t> both deformed and set in motion </a:t>
            </a:r>
          </a:p>
          <a:p>
            <a:pPr marL="1147852" lvl="2"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Other examples: </a:t>
            </a:r>
          </a:p>
          <a:p>
            <a:pPr marL="1631158" lvl="3"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Force exerted by gas molecules on walls of container</a:t>
            </a:r>
          </a:p>
          <a:p>
            <a:pPr marL="1631158" lvl="3"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Force exerted by your feet on floor</a:t>
            </a:r>
          </a:p>
          <a:p>
            <a:pPr marL="181240" indent="-181240" defTabSz="483306">
              <a:buFont typeface="Arial" panose="020B0604020202020204" pitchFamily="34" charset="0"/>
              <a:buChar char="•"/>
              <a:defRPr/>
            </a:pPr>
            <a:endParaRPr lang="en-US" sz="1300" dirty="0">
              <a:latin typeface="Times New Roman" panose="02020603050405020304" pitchFamily="18" charset="0"/>
              <a:cs typeface="Times New Roman" panose="02020603050405020304" pitchFamily="18" charset="0"/>
            </a:endParaRPr>
          </a:p>
          <a:p>
            <a:pPr marL="181240" indent="-181240" defTabSz="483306">
              <a:buFont typeface="Arial" panose="020B0604020202020204" pitchFamily="34" charset="0"/>
              <a:buChar char="•"/>
              <a:defRPr/>
            </a:pPr>
            <a:r>
              <a:rPr lang="en-US" sz="1300" i="1" dirty="0">
                <a:latin typeface="Times New Roman" panose="02020603050405020304" pitchFamily="18" charset="0"/>
                <a:cs typeface="Times New Roman" panose="02020603050405020304" pitchFamily="18" charset="0"/>
              </a:rPr>
              <a:t>Field forces</a:t>
            </a:r>
            <a:r>
              <a:rPr lang="en-US" sz="1300" dirty="0">
                <a:latin typeface="Times New Roman" panose="02020603050405020304" pitchFamily="18" charset="0"/>
                <a:cs typeface="Times New Roman" panose="02020603050405020304" pitchFamily="18" charset="0"/>
              </a:rPr>
              <a:t>: no physical contact between two objects </a:t>
            </a:r>
            <a:r>
              <a:rPr lang="en-US" sz="1300" dirty="0">
                <a:latin typeface="Times New Roman" panose="02020603050405020304" pitchFamily="18" charset="0"/>
                <a:cs typeface="Times New Roman" panose="02020603050405020304" pitchFamily="18" charset="0"/>
                <a:sym typeface="Symbol" panose="05050102010706020507" pitchFamily="18" charset="2"/>
              </a:rPr>
              <a:t> </a:t>
            </a:r>
            <a:r>
              <a:rPr lang="en-US" sz="1300" dirty="0">
                <a:latin typeface="Times New Roman" panose="02020603050405020304" pitchFamily="18" charset="0"/>
                <a:cs typeface="Times New Roman" panose="02020603050405020304" pitchFamily="18" charset="0"/>
              </a:rPr>
              <a:t>act through empty space </a:t>
            </a:r>
          </a:p>
          <a:p>
            <a:pPr marL="664546" lvl="1"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Examples:</a:t>
            </a:r>
          </a:p>
          <a:p>
            <a:pPr marL="1147852" lvl="2"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Gravitational force of attraction between two objects with mass </a:t>
            </a:r>
            <a:r>
              <a:rPr lang="en-US" sz="1300" dirty="0">
                <a:latin typeface="Times New Roman" panose="02020603050405020304" pitchFamily="18" charset="0"/>
                <a:cs typeface="Times New Roman" panose="02020603050405020304" pitchFamily="18" charset="0"/>
                <a:sym typeface="Symbol" panose="05050102010706020507" pitchFamily="18" charset="2"/>
              </a:rPr>
              <a:t></a:t>
            </a:r>
            <a:r>
              <a:rPr lang="en-US" sz="1300" dirty="0">
                <a:latin typeface="Times New Roman" panose="02020603050405020304" pitchFamily="18" charset="0"/>
                <a:cs typeface="Times New Roman" panose="02020603050405020304" pitchFamily="18" charset="0"/>
              </a:rPr>
              <a:t> keeps objects bound to Earth and planets in orbit around Sun</a:t>
            </a:r>
          </a:p>
          <a:p>
            <a:pPr marL="1147852" lvl="2"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Electric force that one electric charge exerts on another (e.g., attractive electric force between electron and proton that form hydrogen atom)</a:t>
            </a:r>
          </a:p>
          <a:p>
            <a:pPr marL="1147852" lvl="2"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Force bar magnet exerts on piece of iron</a:t>
            </a:r>
          </a:p>
          <a:p>
            <a:pPr marL="181240" indent="-181240" defTabSz="483306">
              <a:buFont typeface="Arial" panose="020B0604020202020204" pitchFamily="34" charset="0"/>
              <a:buChar char="•"/>
              <a:defRPr/>
            </a:pPr>
            <a:endParaRPr lang="en-US" sz="1300" dirty="0">
              <a:latin typeface="Times New Roman" panose="02020603050405020304" pitchFamily="18" charset="0"/>
              <a:cs typeface="Times New Roman" panose="02020603050405020304" pitchFamily="18" charset="0"/>
            </a:endParaRPr>
          </a:p>
          <a:p>
            <a:pPr marL="181240"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Distinction between contact forces and field forces not sharp </a:t>
            </a:r>
            <a:r>
              <a:rPr lang="en-US" sz="1300" dirty="0">
                <a:latin typeface="Times New Roman" panose="02020603050405020304" pitchFamily="18" charset="0"/>
                <a:cs typeface="Times New Roman" panose="02020603050405020304" pitchFamily="18" charset="0"/>
                <a:sym typeface="Symbol" panose="05050102010706020507" pitchFamily="18" charset="2"/>
              </a:rPr>
              <a:t> </a:t>
            </a:r>
            <a:r>
              <a:rPr lang="en-US" sz="1300" dirty="0">
                <a:latin typeface="Times New Roman" panose="02020603050405020304" pitchFamily="18" charset="0"/>
                <a:cs typeface="Times New Roman" panose="02020603050405020304" pitchFamily="18" charset="0"/>
              </a:rPr>
              <a:t>at atomic level, all forces we classify as contact forces caused by electric (field) forces</a:t>
            </a:r>
          </a:p>
          <a:p>
            <a:pPr marL="181240" indent="-181240" defTabSz="483306">
              <a:buFont typeface="Arial" panose="020B0604020202020204" pitchFamily="34" charset="0"/>
              <a:buChar char="•"/>
              <a:defRPr/>
            </a:pPr>
            <a:endParaRPr lang="en-US" sz="1300" dirty="0">
              <a:latin typeface="Times New Roman" panose="02020603050405020304" pitchFamily="18" charset="0"/>
              <a:cs typeface="Times New Roman" panose="02020603050405020304" pitchFamily="18" charset="0"/>
            </a:endParaRPr>
          </a:p>
          <a:p>
            <a:pPr marL="181240"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Convenient to use both classifications of forces </a:t>
            </a:r>
          </a:p>
          <a:p>
            <a:endParaRPr lang="en-US" dirty="0"/>
          </a:p>
        </p:txBody>
      </p:sp>
      <p:sp>
        <p:nvSpPr>
          <p:cNvPr id="4" name="Slide Number Placeholder 3"/>
          <p:cNvSpPr>
            <a:spLocks noGrp="1"/>
          </p:cNvSpPr>
          <p:nvPr>
            <p:ph type="sldNum" sz="quarter" idx="10"/>
          </p:nvPr>
        </p:nvSpPr>
        <p:spPr/>
        <p:txBody>
          <a:bodyPr/>
          <a:lstStyle/>
          <a:p>
            <a:fld id="{6E7E7F27-47DB-D94D-995F-E3088F8069A6}" type="slidenum">
              <a:rPr lang="en-US" smtClean="0"/>
              <a:t>7</a:t>
            </a:fld>
            <a:endParaRPr lang="en-US"/>
          </a:p>
        </p:txBody>
      </p:sp>
    </p:spTree>
    <p:extLst>
      <p:ext uri="{BB962C8B-B14F-4D97-AF65-F5344CB8AC3E}">
        <p14:creationId xmlns:p14="http://schemas.microsoft.com/office/powerpoint/2010/main" val="15751286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240" indent="-181240" defTabSz="483306">
              <a:buFont typeface="Arial" panose="020B0604020202020204" pitchFamily="34" charset="0"/>
              <a:buChar char="•"/>
              <a:defRPr/>
            </a:pPr>
            <a:r>
              <a:rPr lang="en-US" sz="1300" i="1" dirty="0">
                <a:latin typeface="Times New Roman" panose="02020603050405020304" pitchFamily="18" charset="0"/>
                <a:cs typeface="Times New Roman" panose="02020603050405020304" pitchFamily="18" charset="0"/>
              </a:rPr>
              <a:t>Fundamental </a:t>
            </a:r>
            <a:r>
              <a:rPr lang="en-US" sz="1300" dirty="0">
                <a:latin typeface="Times New Roman" panose="02020603050405020304" pitchFamily="18" charset="0"/>
                <a:cs typeface="Times New Roman" panose="02020603050405020304" pitchFamily="18" charset="0"/>
              </a:rPr>
              <a:t>forces in nature:</a:t>
            </a:r>
          </a:p>
          <a:p>
            <a:pPr marL="724959" lvl="1" indent="-241653" defTabSz="483306">
              <a:buFont typeface="+mj-lt"/>
              <a:buAutoNum type="arabicPeriod"/>
              <a:defRPr/>
            </a:pPr>
            <a:r>
              <a:rPr lang="en-US" sz="1300" dirty="0">
                <a:latin typeface="Times New Roman" panose="02020603050405020304" pitchFamily="18" charset="0"/>
                <a:cs typeface="Times New Roman" panose="02020603050405020304" pitchFamily="18" charset="0"/>
              </a:rPr>
              <a:t> </a:t>
            </a:r>
            <a:r>
              <a:rPr lang="en-US" sz="1300" i="1" dirty="0">
                <a:latin typeface="Times New Roman" panose="02020603050405020304" pitchFamily="18" charset="0"/>
                <a:cs typeface="Times New Roman" panose="02020603050405020304" pitchFamily="18" charset="0"/>
              </a:rPr>
              <a:t>Gravitational forces </a:t>
            </a:r>
            <a:r>
              <a:rPr lang="en-US" sz="1300" dirty="0">
                <a:latin typeface="Times New Roman" panose="02020603050405020304" pitchFamily="18" charset="0"/>
                <a:cs typeface="Times New Roman" panose="02020603050405020304" pitchFamily="18" charset="0"/>
              </a:rPr>
              <a:t>between objects</a:t>
            </a:r>
          </a:p>
          <a:p>
            <a:pPr marL="724959" lvl="1" indent="-241653" defTabSz="483306">
              <a:buFont typeface="+mj-lt"/>
              <a:buAutoNum type="arabicPeriod"/>
              <a:defRPr/>
            </a:pPr>
            <a:r>
              <a:rPr lang="en-US" sz="1300" dirty="0">
                <a:latin typeface="Times New Roman" panose="02020603050405020304" pitchFamily="18" charset="0"/>
                <a:cs typeface="Times New Roman" panose="02020603050405020304" pitchFamily="18" charset="0"/>
              </a:rPr>
              <a:t> </a:t>
            </a:r>
            <a:r>
              <a:rPr lang="en-US" sz="1300" i="1" dirty="0">
                <a:latin typeface="Times New Roman" panose="02020603050405020304" pitchFamily="18" charset="0"/>
                <a:cs typeface="Times New Roman" panose="02020603050405020304" pitchFamily="18" charset="0"/>
              </a:rPr>
              <a:t>Electromagnetic forces </a:t>
            </a:r>
            <a:r>
              <a:rPr lang="en-US" sz="1300" dirty="0">
                <a:latin typeface="Times New Roman" panose="02020603050405020304" pitchFamily="18" charset="0"/>
                <a:cs typeface="Times New Roman" panose="02020603050405020304" pitchFamily="18" charset="0"/>
              </a:rPr>
              <a:t>between electric charges</a:t>
            </a:r>
          </a:p>
          <a:p>
            <a:pPr marL="724959" lvl="1" indent="-241653" defTabSz="483306">
              <a:buFont typeface="+mj-lt"/>
              <a:buAutoNum type="arabicPeriod"/>
              <a:defRPr/>
            </a:pPr>
            <a:r>
              <a:rPr lang="en-US" sz="1300" dirty="0">
                <a:latin typeface="Times New Roman" panose="02020603050405020304" pitchFamily="18" charset="0"/>
                <a:cs typeface="Times New Roman" panose="02020603050405020304" pitchFamily="18" charset="0"/>
              </a:rPr>
              <a:t> </a:t>
            </a:r>
            <a:r>
              <a:rPr lang="en-US" sz="1300" i="1" dirty="0">
                <a:latin typeface="Times New Roman" panose="02020603050405020304" pitchFamily="18" charset="0"/>
                <a:cs typeface="Times New Roman" panose="02020603050405020304" pitchFamily="18" charset="0"/>
              </a:rPr>
              <a:t>Strong forces </a:t>
            </a:r>
            <a:r>
              <a:rPr lang="en-US" sz="1300" dirty="0">
                <a:latin typeface="Times New Roman" panose="02020603050405020304" pitchFamily="18" charset="0"/>
                <a:cs typeface="Times New Roman" panose="02020603050405020304" pitchFamily="18" charset="0"/>
              </a:rPr>
              <a:t>between subatomic particles</a:t>
            </a:r>
          </a:p>
          <a:p>
            <a:pPr marL="724959" lvl="1" indent="-241653" defTabSz="483306">
              <a:buFont typeface="+mj-lt"/>
              <a:buAutoNum type="arabicPeriod"/>
              <a:defRPr/>
            </a:pPr>
            <a:r>
              <a:rPr lang="en-US" sz="1300" dirty="0">
                <a:latin typeface="Times New Roman" panose="02020603050405020304" pitchFamily="18" charset="0"/>
                <a:cs typeface="Times New Roman" panose="02020603050405020304" pitchFamily="18" charset="0"/>
              </a:rPr>
              <a:t> </a:t>
            </a:r>
            <a:r>
              <a:rPr lang="en-US" sz="1300" i="1" dirty="0">
                <a:latin typeface="Times New Roman" panose="02020603050405020304" pitchFamily="18" charset="0"/>
                <a:cs typeface="Times New Roman" panose="02020603050405020304" pitchFamily="18" charset="0"/>
              </a:rPr>
              <a:t>Weak forces </a:t>
            </a:r>
            <a:r>
              <a:rPr lang="en-US" sz="1300" dirty="0">
                <a:latin typeface="Times New Roman" panose="02020603050405020304" pitchFamily="18" charset="0"/>
                <a:cs typeface="Times New Roman" panose="02020603050405020304" pitchFamily="18" charset="0"/>
              </a:rPr>
              <a:t>that arise in certain radioactive decay processes </a:t>
            </a:r>
          </a:p>
          <a:p>
            <a:pPr defTabSz="483306">
              <a:defRPr/>
            </a:pPr>
            <a:endParaRPr lang="en-US" sz="1300" dirty="0">
              <a:latin typeface="Times New Roman" panose="02020603050405020304" pitchFamily="18" charset="0"/>
              <a:cs typeface="Times New Roman" panose="02020603050405020304" pitchFamily="18" charset="0"/>
            </a:endParaRPr>
          </a:p>
          <a:p>
            <a:pPr marL="181240"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Classical physics </a:t>
            </a:r>
            <a:r>
              <a:rPr lang="en-US" sz="1300" dirty="0">
                <a:latin typeface="Times New Roman" panose="02020603050405020304" pitchFamily="18" charset="0"/>
                <a:cs typeface="Times New Roman" panose="02020603050405020304" pitchFamily="18" charset="0"/>
                <a:sym typeface="Symbol" panose="05050102010706020507" pitchFamily="18" charset="2"/>
              </a:rPr>
              <a:t> only concerned </a:t>
            </a:r>
            <a:r>
              <a:rPr lang="en-US" sz="1300" dirty="0">
                <a:latin typeface="Times New Roman" panose="02020603050405020304" pitchFamily="18" charset="0"/>
                <a:cs typeface="Times New Roman" panose="02020603050405020304" pitchFamily="18" charset="0"/>
              </a:rPr>
              <a:t>with gravitational and electromagnetic forces</a:t>
            </a:r>
          </a:p>
          <a:p>
            <a:pPr defTabSz="483306">
              <a:defRPr/>
            </a:pPr>
            <a:endParaRPr lang="en-US" sz="1300" dirty="0">
              <a:latin typeface="Times New Roman" panose="02020603050405020304" pitchFamily="18" charset="0"/>
              <a:cs typeface="Times New Roman" panose="02020603050405020304" pitchFamily="18" charset="0"/>
            </a:endParaRPr>
          </a:p>
          <a:p>
            <a:endParaRPr lang="en-US" dirty="0"/>
          </a:p>
        </p:txBody>
      </p:sp>
      <p:sp>
        <p:nvSpPr>
          <p:cNvPr id="4" name="Slide Number Placeholder 3"/>
          <p:cNvSpPr>
            <a:spLocks noGrp="1"/>
          </p:cNvSpPr>
          <p:nvPr>
            <p:ph type="sldNum" sz="quarter" idx="10"/>
          </p:nvPr>
        </p:nvSpPr>
        <p:spPr/>
        <p:txBody>
          <a:bodyPr/>
          <a:lstStyle/>
          <a:p>
            <a:fld id="{6E7E7F27-47DB-D94D-995F-E3088F8069A6}" type="slidenum">
              <a:rPr lang="en-US" smtClean="0"/>
              <a:t>8</a:t>
            </a:fld>
            <a:endParaRPr lang="en-US"/>
          </a:p>
        </p:txBody>
      </p:sp>
    </p:spTree>
    <p:extLst>
      <p:ext uri="{BB962C8B-B14F-4D97-AF65-F5344CB8AC3E}">
        <p14:creationId xmlns:p14="http://schemas.microsoft.com/office/powerpoint/2010/main" val="17376427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240"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Using deformation of spring to measure force: </a:t>
            </a:r>
          </a:p>
          <a:p>
            <a:pPr marL="181240"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Vertical force applied to spring scale (figure (a))</a:t>
            </a:r>
          </a:p>
          <a:p>
            <a:pPr marL="664546" lvl="1"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Spring elongates when force applied </a:t>
            </a:r>
            <a:r>
              <a:rPr lang="en-US" sz="1300" dirty="0">
                <a:latin typeface="Times New Roman" panose="02020603050405020304" pitchFamily="18" charset="0"/>
                <a:cs typeface="Times New Roman" panose="02020603050405020304" pitchFamily="18" charset="0"/>
                <a:sym typeface="Symbol" panose="05050102010706020507" pitchFamily="18" charset="2"/>
              </a:rPr>
              <a:t></a:t>
            </a:r>
            <a:r>
              <a:rPr lang="en-US" sz="1300" dirty="0">
                <a:latin typeface="Times New Roman" panose="02020603050405020304" pitchFamily="18" charset="0"/>
                <a:cs typeface="Times New Roman" panose="02020603050405020304" pitchFamily="18" charset="0"/>
              </a:rPr>
              <a:t> pointer on scale reads extension of spring </a:t>
            </a:r>
          </a:p>
          <a:p>
            <a:pPr marL="181240"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Calibrate spring by defining reference force </a:t>
            </a:r>
            <a:r>
              <a:rPr lang="en-US" sz="1300" b="1" dirty="0">
                <a:latin typeface="Times New Roman" panose="02020603050405020304" pitchFamily="18" charset="0"/>
                <a:cs typeface="Times New Roman" panose="02020603050405020304" pitchFamily="18" charset="0"/>
              </a:rPr>
              <a:t>F</a:t>
            </a:r>
            <a:r>
              <a:rPr lang="en-US" sz="1300" baseline="-25000" dirty="0">
                <a:latin typeface="Times New Roman" panose="02020603050405020304" pitchFamily="18" charset="0"/>
                <a:cs typeface="Times New Roman" panose="02020603050405020304" pitchFamily="18" charset="0"/>
              </a:rPr>
              <a:t>1</a:t>
            </a:r>
            <a:r>
              <a:rPr lang="en-US" sz="1300" dirty="0">
                <a:latin typeface="Times New Roman" panose="02020603050405020304" pitchFamily="18" charset="0"/>
                <a:cs typeface="Times New Roman" panose="02020603050405020304" pitchFamily="18" charset="0"/>
              </a:rPr>
              <a:t> as force that produces pointer reading of 1.00 cm </a:t>
            </a:r>
          </a:p>
          <a:p>
            <a:pPr marL="664546" lvl="1"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Now apply different downward force </a:t>
            </a:r>
            <a:r>
              <a:rPr lang="en-US" sz="1300" b="1" dirty="0">
                <a:latin typeface="Times New Roman" panose="02020603050405020304" pitchFamily="18" charset="0"/>
                <a:cs typeface="Times New Roman" panose="02020603050405020304" pitchFamily="18" charset="0"/>
              </a:rPr>
              <a:t>F</a:t>
            </a:r>
            <a:r>
              <a:rPr lang="en-US" sz="1300" baseline="-25000" dirty="0">
                <a:latin typeface="Times New Roman" panose="02020603050405020304" pitchFamily="18" charset="0"/>
                <a:cs typeface="Times New Roman" panose="02020603050405020304" pitchFamily="18" charset="0"/>
              </a:rPr>
              <a:t>2</a:t>
            </a:r>
            <a:r>
              <a:rPr lang="en-US" sz="1300" dirty="0">
                <a:latin typeface="Times New Roman" panose="02020603050405020304" pitchFamily="18" charset="0"/>
                <a:cs typeface="Times New Roman" panose="02020603050405020304" pitchFamily="18" charset="0"/>
              </a:rPr>
              <a:t> with magnitude 2</a:t>
            </a:r>
            <a:r>
              <a:rPr lang="en-US" sz="1300" b="1" dirty="0">
                <a:latin typeface="Times New Roman" panose="02020603050405020304" pitchFamily="18" charset="0"/>
                <a:cs typeface="Times New Roman" panose="02020603050405020304" pitchFamily="18" charset="0"/>
              </a:rPr>
              <a:t>F</a:t>
            </a:r>
            <a:r>
              <a:rPr lang="en-US" sz="1300" baseline="-25000" dirty="0">
                <a:latin typeface="Times New Roman" panose="02020603050405020304" pitchFamily="18" charset="0"/>
                <a:cs typeface="Times New Roman" panose="02020603050405020304" pitchFamily="18" charset="0"/>
              </a:rPr>
              <a:t>1</a:t>
            </a:r>
            <a:r>
              <a:rPr lang="en-US" sz="1300" dirty="0">
                <a:latin typeface="Times New Roman" panose="02020603050405020304" pitchFamily="18" charset="0"/>
                <a:cs typeface="Times New Roman" panose="02020603050405020304" pitchFamily="18" charset="0"/>
              </a:rPr>
              <a:t> (figure (b)) </a:t>
            </a:r>
            <a:r>
              <a:rPr lang="en-US" sz="1300" dirty="0">
                <a:latin typeface="Times New Roman" panose="02020603050405020304" pitchFamily="18" charset="0"/>
                <a:cs typeface="Times New Roman" panose="02020603050405020304" pitchFamily="18" charset="0"/>
                <a:sym typeface="Symbol" panose="05050102010706020507" pitchFamily="18" charset="2"/>
              </a:rPr>
              <a:t></a:t>
            </a:r>
            <a:r>
              <a:rPr lang="en-US" sz="1300" dirty="0">
                <a:latin typeface="Times New Roman" panose="02020603050405020304" pitchFamily="18" charset="0"/>
                <a:cs typeface="Times New Roman" panose="02020603050405020304" pitchFamily="18" charset="0"/>
              </a:rPr>
              <a:t> pointer moves to 2.00 cm </a:t>
            </a:r>
          </a:p>
          <a:p>
            <a:pPr marL="181240"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Combined forces = sum of individual forces (figure (c))</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6E7E7F27-47DB-D94D-995F-E3088F8069A6}" type="slidenum">
              <a:rPr lang="en-US" smtClean="0"/>
              <a:t>10</a:t>
            </a:fld>
            <a:endParaRPr lang="en-US"/>
          </a:p>
        </p:txBody>
      </p:sp>
    </p:spTree>
    <p:extLst>
      <p:ext uri="{BB962C8B-B14F-4D97-AF65-F5344CB8AC3E}">
        <p14:creationId xmlns:p14="http://schemas.microsoft.com/office/powerpoint/2010/main" val="39269143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240"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Force </a:t>
            </a:r>
            <a:r>
              <a:rPr lang="en-US" sz="1300" b="1" dirty="0" err="1">
                <a:latin typeface="Times New Roman" panose="02020603050405020304" pitchFamily="18" charset="0"/>
                <a:cs typeface="Times New Roman" panose="02020603050405020304" pitchFamily="18" charset="0"/>
              </a:rPr>
              <a:t>F</a:t>
            </a:r>
            <a:r>
              <a:rPr lang="en-US" sz="1300" baseline="-25000" dirty="0" err="1">
                <a:latin typeface="Times New Roman" panose="02020603050405020304" pitchFamily="18" charset="0"/>
                <a:cs typeface="Times New Roman" panose="02020603050405020304" pitchFamily="18" charset="0"/>
              </a:rPr>
              <a:t>1</a:t>
            </a:r>
            <a:r>
              <a:rPr lang="en-US" sz="1300" dirty="0">
                <a:latin typeface="Times New Roman" panose="02020603050405020304" pitchFamily="18" charset="0"/>
                <a:cs typeface="Times New Roman" panose="02020603050405020304" pitchFamily="18" charset="0"/>
              </a:rPr>
              <a:t> applied downward, </a:t>
            </a:r>
            <a:r>
              <a:rPr lang="en-US" sz="1300" b="1" dirty="0" err="1">
                <a:latin typeface="Times New Roman" panose="02020603050405020304" pitchFamily="18" charset="0"/>
                <a:cs typeface="Times New Roman" panose="02020603050405020304" pitchFamily="18" charset="0"/>
              </a:rPr>
              <a:t>F</a:t>
            </a:r>
            <a:r>
              <a:rPr lang="en-US" sz="1300" baseline="-25000" dirty="0" err="1">
                <a:latin typeface="Times New Roman" panose="02020603050405020304" pitchFamily="18" charset="0"/>
                <a:cs typeface="Times New Roman" panose="02020603050405020304" pitchFamily="18" charset="0"/>
              </a:rPr>
              <a:t>2</a:t>
            </a:r>
            <a:r>
              <a:rPr lang="en-US" sz="1300" dirty="0">
                <a:latin typeface="Times New Roman" panose="02020603050405020304" pitchFamily="18" charset="0"/>
                <a:cs typeface="Times New Roman" panose="02020603050405020304" pitchFamily="18" charset="0"/>
              </a:rPr>
              <a:t> horizontal (figure)</a:t>
            </a:r>
          </a:p>
          <a:p>
            <a:pPr marL="664546" lvl="1"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Pointer reads 2.24 cm </a:t>
            </a:r>
          </a:p>
          <a:p>
            <a:pPr marL="181240"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Single force </a:t>
            </a:r>
            <a:r>
              <a:rPr lang="en-US" sz="1300" b="1" dirty="0">
                <a:latin typeface="Times New Roman" panose="02020603050405020304" pitchFamily="18" charset="0"/>
                <a:cs typeface="Times New Roman" panose="02020603050405020304" pitchFamily="18" charset="0"/>
              </a:rPr>
              <a:t>F</a:t>
            </a:r>
            <a:r>
              <a:rPr lang="en-US" sz="1300" dirty="0">
                <a:latin typeface="Times New Roman" panose="02020603050405020304" pitchFamily="18" charset="0"/>
                <a:cs typeface="Times New Roman" panose="02020603050405020304" pitchFamily="18" charset="0"/>
              </a:rPr>
              <a:t> that would produce same reading = sum of vectors </a:t>
            </a:r>
            <a:r>
              <a:rPr lang="en-US" sz="1300" b="1" dirty="0">
                <a:latin typeface="Times New Roman" panose="02020603050405020304" pitchFamily="18" charset="0"/>
                <a:cs typeface="Times New Roman" panose="02020603050405020304" pitchFamily="18" charset="0"/>
              </a:rPr>
              <a:t>F</a:t>
            </a:r>
            <a:r>
              <a:rPr lang="en-US" sz="1300" baseline="-25000" dirty="0">
                <a:latin typeface="Times New Roman" panose="02020603050405020304" pitchFamily="18" charset="0"/>
                <a:cs typeface="Times New Roman" panose="02020603050405020304" pitchFamily="18" charset="0"/>
              </a:rPr>
              <a:t>1</a:t>
            </a:r>
            <a:r>
              <a:rPr lang="en-US" sz="1300" dirty="0">
                <a:latin typeface="Times New Roman" panose="02020603050405020304" pitchFamily="18" charset="0"/>
                <a:cs typeface="Times New Roman" panose="02020603050405020304" pitchFamily="18" charset="0"/>
              </a:rPr>
              <a:t> and </a:t>
            </a:r>
            <a:r>
              <a:rPr lang="en-US" sz="1300" b="1" dirty="0">
                <a:latin typeface="Times New Roman" panose="02020603050405020304" pitchFamily="18" charset="0"/>
                <a:cs typeface="Times New Roman" panose="02020603050405020304" pitchFamily="18" charset="0"/>
              </a:rPr>
              <a:t>F</a:t>
            </a:r>
            <a:r>
              <a:rPr lang="en-US" sz="1300" baseline="-25000" dirty="0">
                <a:latin typeface="Times New Roman" panose="02020603050405020304" pitchFamily="18" charset="0"/>
                <a:cs typeface="Times New Roman" panose="02020603050405020304" pitchFamily="18" charset="0"/>
              </a:rPr>
              <a:t>2</a:t>
            </a:r>
            <a:r>
              <a:rPr lang="en-US" sz="1300" dirty="0">
                <a:latin typeface="Times New Roman" panose="02020603050405020304" pitchFamily="18" charset="0"/>
                <a:cs typeface="Times New Roman" panose="02020603050405020304" pitchFamily="18" charset="0"/>
              </a:rPr>
              <a:t> : </a:t>
            </a:r>
            <a:r>
              <a:rPr lang="en-US" sz="1300" b="1" i="1" dirty="0">
                <a:latin typeface="Times New Roman" panose="02020603050405020304" pitchFamily="18" charset="0"/>
                <a:cs typeface="Times New Roman" panose="02020603050405020304" pitchFamily="18" charset="0"/>
              </a:rPr>
              <a:t>[click to show equation]</a:t>
            </a:r>
          </a:p>
          <a:p>
            <a:pPr marL="181240"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Direction: </a:t>
            </a:r>
            <a:r>
              <a:rPr lang="en-US" sz="1300" b="1" i="1" dirty="0">
                <a:latin typeface="Times New Roman" panose="02020603050405020304" pitchFamily="18" charset="0"/>
                <a:cs typeface="Times New Roman" panose="02020603050405020304" pitchFamily="18" charset="0"/>
              </a:rPr>
              <a:t>[click to show equation]</a:t>
            </a:r>
          </a:p>
          <a:p>
            <a:pPr marL="664546" lvl="1" indent="-181240" defTabSz="483306">
              <a:buFont typeface="Arial" panose="020B0604020202020204" pitchFamily="34" charset="0"/>
              <a:buChar char="•"/>
              <a:defRPr/>
            </a:pPr>
            <a:r>
              <a:rPr lang="en-US" sz="1300" dirty="0"/>
              <a:t>one “unit" is the magnitude of force that would stretch this particular spring by one centimeter</a:t>
            </a:r>
            <a:endParaRPr lang="en-US" sz="1300" dirty="0">
              <a:latin typeface="Times New Roman" panose="02020603050405020304" pitchFamily="18" charset="0"/>
              <a:cs typeface="Times New Roman" panose="02020603050405020304" pitchFamily="18" charset="0"/>
            </a:endParaRPr>
          </a:p>
          <a:p>
            <a:pPr marL="181240" indent="-181240" defTabSz="483306">
              <a:buFont typeface="Arial" panose="020B0604020202020204" pitchFamily="34" charset="0"/>
              <a:buChar char="•"/>
              <a:defRPr/>
            </a:pPr>
            <a:r>
              <a:rPr lang="en-US" sz="1300" i="1" dirty="0">
                <a:latin typeface="Times New Roman" panose="02020603050405020304" pitchFamily="18" charset="0"/>
                <a:cs typeface="Times New Roman" panose="02020603050405020304" pitchFamily="18" charset="0"/>
              </a:rPr>
              <a:t>Must </a:t>
            </a:r>
            <a:r>
              <a:rPr lang="en-US" sz="1300" dirty="0">
                <a:latin typeface="Times New Roman" panose="02020603050405020304" pitchFamily="18" charset="0"/>
                <a:cs typeface="Times New Roman" panose="02020603050405020304" pitchFamily="18" charset="0"/>
              </a:rPr>
              <a:t>use rules of vector addition to obtain the net force on an object </a:t>
            </a:r>
          </a:p>
          <a:p>
            <a:endParaRPr lang="en-US" dirty="0"/>
          </a:p>
        </p:txBody>
      </p:sp>
      <p:sp>
        <p:nvSpPr>
          <p:cNvPr id="4" name="Slide Number Placeholder 3"/>
          <p:cNvSpPr>
            <a:spLocks noGrp="1"/>
          </p:cNvSpPr>
          <p:nvPr>
            <p:ph type="sldNum" sz="quarter" idx="10"/>
          </p:nvPr>
        </p:nvSpPr>
        <p:spPr/>
        <p:txBody>
          <a:bodyPr/>
          <a:lstStyle/>
          <a:p>
            <a:fld id="{6E7E7F27-47DB-D94D-995F-E3088F8069A6}" type="slidenum">
              <a:rPr lang="en-US" smtClean="0"/>
              <a:t>12</a:t>
            </a:fld>
            <a:endParaRPr lang="en-US"/>
          </a:p>
        </p:txBody>
      </p:sp>
    </p:spTree>
    <p:extLst>
      <p:ext uri="{BB962C8B-B14F-4D97-AF65-F5344CB8AC3E}">
        <p14:creationId xmlns:p14="http://schemas.microsoft.com/office/powerpoint/2010/main" val="33900669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240"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SI unit of force: </a:t>
            </a:r>
            <a:r>
              <a:rPr lang="en-US" sz="1300" b="1" dirty="0">
                <a:latin typeface="Times New Roman" panose="02020603050405020304" pitchFamily="18" charset="0"/>
                <a:cs typeface="Times New Roman" panose="02020603050405020304" pitchFamily="18" charset="0"/>
              </a:rPr>
              <a:t>newton </a:t>
            </a:r>
            <a:r>
              <a:rPr lang="en-US" sz="1300" dirty="0">
                <a:latin typeface="Times New Roman" panose="02020603050405020304" pitchFamily="18" charset="0"/>
                <a:cs typeface="Times New Roman" panose="02020603050405020304" pitchFamily="18" charset="0"/>
              </a:rPr>
              <a:t>(N)</a:t>
            </a:r>
          </a:p>
          <a:p>
            <a:pPr marL="664546" lvl="1"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Force of 1 N is force that, when acting on object of mass 1 kg, produces acceleration of 1 m/s</a:t>
            </a:r>
            <a:r>
              <a:rPr lang="en-US" sz="1300" baseline="30000" dirty="0">
                <a:latin typeface="Times New Roman" panose="02020603050405020304" pitchFamily="18" charset="0"/>
                <a:cs typeface="Times New Roman" panose="02020603050405020304" pitchFamily="18" charset="0"/>
              </a:rPr>
              <a:t>2</a:t>
            </a:r>
            <a:r>
              <a:rPr lang="en-US" sz="1300" dirty="0">
                <a:latin typeface="Times New Roman" panose="02020603050405020304" pitchFamily="18" charset="0"/>
                <a:cs typeface="Times New Roman" panose="02020603050405020304" pitchFamily="18" charset="0"/>
              </a:rPr>
              <a:t> </a:t>
            </a:r>
          </a:p>
          <a:p>
            <a:pPr marL="181240" indent="-181240" defTabSz="483306">
              <a:buFont typeface="Arial" panose="020B0604020202020204" pitchFamily="34" charset="0"/>
              <a:buChar char="•"/>
              <a:defRPr/>
            </a:pPr>
            <a:endParaRPr lang="en-US" sz="1300" dirty="0">
              <a:latin typeface="Times New Roman" panose="02020603050405020304" pitchFamily="18" charset="0"/>
              <a:cs typeface="Times New Roman" panose="02020603050405020304" pitchFamily="18" charset="0"/>
            </a:endParaRPr>
          </a:p>
          <a:p>
            <a:pPr marL="181240"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U.S. customary system: unit of force: </a:t>
            </a:r>
            <a:r>
              <a:rPr lang="en-US" sz="1300" b="1" dirty="0">
                <a:latin typeface="Times New Roman" panose="02020603050405020304" pitchFamily="18" charset="0"/>
                <a:cs typeface="Times New Roman" panose="02020603050405020304" pitchFamily="18" charset="0"/>
              </a:rPr>
              <a:t>pound </a:t>
            </a:r>
            <a:r>
              <a:rPr lang="en-US" sz="1300" dirty="0">
                <a:latin typeface="Times New Roman" panose="02020603050405020304" pitchFamily="18" charset="0"/>
                <a:cs typeface="Times New Roman" panose="02020603050405020304" pitchFamily="18" charset="0"/>
              </a:rPr>
              <a:t>(</a:t>
            </a:r>
            <a:r>
              <a:rPr lang="en-US" sz="1300" dirty="0" err="1">
                <a:latin typeface="Times New Roman" panose="02020603050405020304" pitchFamily="18" charset="0"/>
                <a:cs typeface="Times New Roman" panose="02020603050405020304" pitchFamily="18" charset="0"/>
              </a:rPr>
              <a:t>lb</a:t>
            </a:r>
            <a:r>
              <a:rPr lang="en-US" sz="1300" dirty="0">
                <a:latin typeface="Times New Roman" panose="02020603050405020304" pitchFamily="18" charset="0"/>
                <a:cs typeface="Times New Roman" panose="02020603050405020304" pitchFamily="18" charset="0"/>
              </a:rPr>
              <a:t>) </a:t>
            </a:r>
          </a:p>
          <a:p>
            <a:pPr marL="664546" lvl="1"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Force of 1 </a:t>
            </a:r>
            <a:r>
              <a:rPr lang="en-US" sz="1300" dirty="0" err="1">
                <a:latin typeface="Times New Roman" panose="02020603050405020304" pitchFamily="18" charset="0"/>
                <a:cs typeface="Times New Roman" panose="02020603050405020304" pitchFamily="18" charset="0"/>
              </a:rPr>
              <a:t>lb</a:t>
            </a:r>
            <a:r>
              <a:rPr lang="en-US" sz="1300" dirty="0">
                <a:latin typeface="Times New Roman" panose="02020603050405020304" pitchFamily="18" charset="0"/>
                <a:cs typeface="Times New Roman" panose="02020603050405020304" pitchFamily="18" charset="0"/>
              </a:rPr>
              <a:t> = force that, when acting on 1-slug mass, produces acceleration of 1 </a:t>
            </a:r>
            <a:r>
              <a:rPr lang="en-US" sz="1300" dirty="0" err="1">
                <a:latin typeface="Times New Roman" panose="02020603050405020304" pitchFamily="18" charset="0"/>
                <a:cs typeface="Times New Roman" panose="02020603050405020304" pitchFamily="18" charset="0"/>
              </a:rPr>
              <a:t>ft</a:t>
            </a:r>
            <a:r>
              <a:rPr lang="en-US" sz="1300" dirty="0">
                <a:latin typeface="Times New Roman" panose="02020603050405020304" pitchFamily="18" charset="0"/>
                <a:cs typeface="Times New Roman" panose="02020603050405020304" pitchFamily="18" charset="0"/>
              </a:rPr>
              <a:t>/</a:t>
            </a:r>
            <a:r>
              <a:rPr lang="en-US" sz="1300" dirty="0" err="1">
                <a:latin typeface="Times New Roman" panose="02020603050405020304" pitchFamily="18" charset="0"/>
                <a:cs typeface="Times New Roman" panose="02020603050405020304" pitchFamily="18" charset="0"/>
              </a:rPr>
              <a:t>s</a:t>
            </a:r>
            <a:r>
              <a:rPr lang="en-US" sz="1300" baseline="30000" dirty="0" err="1">
                <a:latin typeface="Times New Roman" panose="02020603050405020304" pitchFamily="18" charset="0"/>
                <a:cs typeface="Times New Roman" panose="02020603050405020304" pitchFamily="18" charset="0"/>
              </a:rPr>
              <a:t>2</a:t>
            </a:r>
            <a:r>
              <a:rPr lang="en-US" sz="1300" baseline="30000" dirty="0">
                <a:latin typeface="Times New Roman" panose="02020603050405020304" pitchFamily="18" charset="0"/>
                <a:cs typeface="Times New Roman" panose="02020603050405020304" pitchFamily="18" charset="0"/>
              </a:rPr>
              <a:t>.</a:t>
            </a:r>
            <a:endParaRPr lang="en-US" sz="1300" dirty="0">
              <a:latin typeface="Times New Roman" panose="02020603050405020304" pitchFamily="18" charset="0"/>
              <a:cs typeface="Times New Roman" panose="02020603050405020304" pitchFamily="18" charset="0"/>
            </a:endParaRPr>
          </a:p>
          <a:p>
            <a:pPr marL="181240" indent="-181240" defTabSz="483306">
              <a:buFont typeface="Arial" panose="020B0604020202020204" pitchFamily="34" charset="0"/>
              <a:buChar char="•"/>
              <a:defRPr/>
            </a:pPr>
            <a:endParaRPr lang="en-US" sz="1300" dirty="0">
              <a:latin typeface="Times New Roman" panose="02020603050405020304" pitchFamily="18" charset="0"/>
              <a:cs typeface="Times New Roman" panose="02020603050405020304" pitchFamily="18" charset="0"/>
            </a:endParaRPr>
          </a:p>
          <a:p>
            <a:pPr marL="181240"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Convenient approximation: </a:t>
            </a:r>
            <a:r>
              <a:rPr lang="en-US" sz="1300" b="1" i="1" dirty="0">
                <a:latin typeface="Times New Roman" panose="02020603050405020304" pitchFamily="18" charset="0"/>
                <a:cs typeface="Times New Roman" panose="02020603050405020304" pitchFamily="18" charset="0"/>
              </a:rPr>
              <a:t>[click to show equation]</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6E7E7F27-47DB-D94D-995F-E3088F8069A6}" type="slidenum">
              <a:rPr lang="en-US" smtClean="0"/>
              <a:t>13</a:t>
            </a:fld>
            <a:endParaRPr lang="en-US"/>
          </a:p>
        </p:txBody>
      </p:sp>
    </p:spTree>
    <p:extLst>
      <p:ext uri="{BB962C8B-B14F-4D97-AF65-F5344CB8AC3E}">
        <p14:creationId xmlns:p14="http://schemas.microsoft.com/office/powerpoint/2010/main" val="29529938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240" indent="-181240" defTabSz="483306">
              <a:buFont typeface="Arial" panose="020B0604020202020204" pitchFamily="34" charset="0"/>
              <a:buChar char="•"/>
              <a:defRPr/>
            </a:pPr>
            <a:r>
              <a:rPr lang="en-US" sz="1300" b="1" dirty="0">
                <a:latin typeface="Times New Roman" panose="02020603050405020304" pitchFamily="18" charset="0"/>
                <a:cs typeface="Times New Roman" panose="02020603050405020304" pitchFamily="18" charset="0"/>
              </a:rPr>
              <a:t>Mass:</a:t>
            </a:r>
            <a:r>
              <a:rPr lang="en-US" sz="1300" dirty="0">
                <a:latin typeface="Times New Roman" panose="02020603050405020304" pitchFamily="18" charset="0"/>
                <a:cs typeface="Times New Roman" panose="02020603050405020304" pitchFamily="18" charset="0"/>
              </a:rPr>
              <a:t> property that specifies how much resistance object exhibits to changes in its velocity</a:t>
            </a:r>
          </a:p>
          <a:p>
            <a:pPr marL="181240" indent="-181240" defTabSz="483306">
              <a:buFont typeface="Arial" panose="020B0604020202020204" pitchFamily="34" charset="0"/>
              <a:buChar char="•"/>
              <a:defRPr/>
            </a:pPr>
            <a:endParaRPr lang="en-US" sz="1300" dirty="0">
              <a:latin typeface="Times New Roman" panose="02020603050405020304" pitchFamily="18" charset="0"/>
              <a:cs typeface="Times New Roman" panose="02020603050405020304" pitchFamily="18" charset="0"/>
            </a:endParaRPr>
          </a:p>
          <a:p>
            <a:pPr marL="181240"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Experiments show: greater the mass of an object </a:t>
            </a:r>
            <a:r>
              <a:rPr lang="en-US" sz="1300" dirty="0">
                <a:latin typeface="Times New Roman" panose="02020603050405020304" pitchFamily="18" charset="0"/>
                <a:cs typeface="Times New Roman" panose="02020603050405020304" pitchFamily="18" charset="0"/>
                <a:sym typeface="Symbol" panose="05050102010706020507" pitchFamily="18" charset="2"/>
              </a:rPr>
              <a:t></a:t>
            </a:r>
            <a:r>
              <a:rPr lang="en-US" sz="1300" dirty="0">
                <a:latin typeface="Times New Roman" panose="02020603050405020304" pitchFamily="18" charset="0"/>
                <a:cs typeface="Times New Roman" panose="02020603050405020304" pitchFamily="18" charset="0"/>
              </a:rPr>
              <a:t> less that object accelerates under action of given applied force </a:t>
            </a:r>
          </a:p>
          <a:p>
            <a:pPr marL="181240" indent="-181240" defTabSz="483306">
              <a:buFont typeface="Arial" panose="020B0604020202020204" pitchFamily="34" charset="0"/>
              <a:buChar char="•"/>
              <a:defRPr/>
            </a:pPr>
            <a:endParaRPr lang="en-US" sz="1300" dirty="0">
              <a:latin typeface="Times New Roman" panose="02020603050405020304" pitchFamily="18" charset="0"/>
              <a:cs typeface="Times New Roman" panose="02020603050405020304" pitchFamily="18" charset="0"/>
            </a:endParaRPr>
          </a:p>
          <a:p>
            <a:pPr marL="181240" indent="-181240">
              <a:buFont typeface="Arial" panose="020B0604020202020204" pitchFamily="34" charset="0"/>
              <a:buChar char="•"/>
            </a:pPr>
            <a:r>
              <a:rPr lang="en-US" sz="1300" dirty="0">
                <a:latin typeface="Times New Roman" panose="02020603050405020304" pitchFamily="18" charset="0"/>
                <a:cs typeface="Times New Roman" panose="02020603050405020304" pitchFamily="18" charset="0"/>
              </a:rPr>
              <a:t>Experiments to compare accelerations given force produces on different objects </a:t>
            </a:r>
          </a:p>
          <a:p>
            <a:pPr marL="664546" lvl="1" indent="-181240">
              <a:buFont typeface="Arial" panose="020B0604020202020204" pitchFamily="34" charset="0"/>
              <a:buChar char="•"/>
            </a:pPr>
            <a:r>
              <a:rPr lang="en-US" sz="1300" dirty="0">
                <a:latin typeface="Times New Roman" panose="02020603050405020304" pitchFamily="18" charset="0"/>
                <a:cs typeface="Times New Roman" panose="02020603050405020304" pitchFamily="18" charset="0"/>
              </a:rPr>
              <a:t>Force acting on object of mass </a:t>
            </a:r>
            <a:r>
              <a:rPr lang="en-US" sz="1300" i="1" dirty="0" err="1">
                <a:latin typeface="Times New Roman" panose="02020603050405020304" pitchFamily="18" charset="0"/>
                <a:cs typeface="Times New Roman" panose="02020603050405020304" pitchFamily="18" charset="0"/>
              </a:rPr>
              <a:t>m</a:t>
            </a:r>
            <a:r>
              <a:rPr lang="en-US" sz="1300" baseline="-25000" dirty="0" err="1">
                <a:latin typeface="Times New Roman" panose="02020603050405020304" pitchFamily="18" charset="0"/>
                <a:cs typeface="Times New Roman" panose="02020603050405020304" pitchFamily="18" charset="0"/>
              </a:rPr>
              <a:t>1</a:t>
            </a:r>
            <a:r>
              <a:rPr lang="en-US" sz="1300" dirty="0">
                <a:latin typeface="Times New Roman" panose="02020603050405020304" pitchFamily="18" charset="0"/>
                <a:cs typeface="Times New Roman" panose="02020603050405020304" pitchFamily="18" charset="0"/>
              </a:rPr>
              <a:t> produces acceleration </a:t>
            </a:r>
            <a:r>
              <a:rPr lang="en-US" sz="1300" b="1" dirty="0" err="1">
                <a:latin typeface="Times New Roman" panose="02020603050405020304" pitchFamily="18" charset="0"/>
                <a:cs typeface="Times New Roman" panose="02020603050405020304" pitchFamily="18" charset="0"/>
              </a:rPr>
              <a:t>a</a:t>
            </a:r>
            <a:r>
              <a:rPr lang="en-US" sz="1300" baseline="-25000" dirty="0" err="1">
                <a:latin typeface="Times New Roman" panose="02020603050405020304" pitchFamily="18" charset="0"/>
                <a:cs typeface="Times New Roman" panose="02020603050405020304" pitchFamily="18" charset="0"/>
              </a:rPr>
              <a:t>1</a:t>
            </a:r>
            <a:endParaRPr lang="en-US" sz="1300" dirty="0">
              <a:latin typeface="Times New Roman" panose="02020603050405020304" pitchFamily="18" charset="0"/>
              <a:cs typeface="Times New Roman" panose="02020603050405020304" pitchFamily="18" charset="0"/>
            </a:endParaRPr>
          </a:p>
          <a:p>
            <a:pPr marL="664546" lvl="1" indent="-181240">
              <a:buFont typeface="Arial" panose="020B0604020202020204" pitchFamily="34" charset="0"/>
              <a:buChar char="•"/>
            </a:pPr>
            <a:r>
              <a:rPr lang="en-US" sz="1300" i="1" dirty="0">
                <a:latin typeface="Times New Roman" panose="02020603050405020304" pitchFamily="18" charset="0"/>
                <a:cs typeface="Times New Roman" panose="02020603050405020304" pitchFamily="18" charset="0"/>
              </a:rPr>
              <a:t>Same force </a:t>
            </a:r>
            <a:r>
              <a:rPr lang="en-US" sz="1300" dirty="0">
                <a:latin typeface="Times New Roman" panose="02020603050405020304" pitchFamily="18" charset="0"/>
                <a:cs typeface="Times New Roman" panose="02020603050405020304" pitchFamily="18" charset="0"/>
              </a:rPr>
              <a:t>acting on object of mass </a:t>
            </a:r>
            <a:r>
              <a:rPr lang="en-US" sz="1300" i="1" dirty="0">
                <a:latin typeface="Times New Roman" panose="02020603050405020304" pitchFamily="18" charset="0"/>
                <a:cs typeface="Times New Roman" panose="02020603050405020304" pitchFamily="18" charset="0"/>
              </a:rPr>
              <a:t>m</a:t>
            </a:r>
            <a:r>
              <a:rPr lang="en-US" sz="1300" baseline="-25000" dirty="0">
                <a:latin typeface="Times New Roman" panose="02020603050405020304" pitchFamily="18" charset="0"/>
                <a:cs typeface="Times New Roman" panose="02020603050405020304" pitchFamily="18" charset="0"/>
              </a:rPr>
              <a:t>2</a:t>
            </a:r>
            <a:r>
              <a:rPr lang="en-US" sz="1300" dirty="0">
                <a:latin typeface="Times New Roman" panose="02020603050405020304" pitchFamily="18" charset="0"/>
                <a:cs typeface="Times New Roman" panose="02020603050405020304" pitchFamily="18" charset="0"/>
              </a:rPr>
              <a:t> produces acceleration </a:t>
            </a:r>
            <a:r>
              <a:rPr lang="en-US" sz="1300" b="1" dirty="0">
                <a:latin typeface="Times New Roman" panose="02020603050405020304" pitchFamily="18" charset="0"/>
                <a:cs typeface="Times New Roman" panose="02020603050405020304" pitchFamily="18" charset="0"/>
              </a:rPr>
              <a:t>a</a:t>
            </a:r>
            <a:r>
              <a:rPr lang="en-US" sz="1300" baseline="-25000" dirty="0">
                <a:latin typeface="Times New Roman" panose="02020603050405020304" pitchFamily="18" charset="0"/>
                <a:cs typeface="Times New Roman" panose="02020603050405020304" pitchFamily="18" charset="0"/>
              </a:rPr>
              <a:t>2</a:t>
            </a:r>
            <a:r>
              <a:rPr lang="en-US" sz="1300" dirty="0">
                <a:latin typeface="Times New Roman" panose="02020603050405020304" pitchFamily="18" charset="0"/>
                <a:cs typeface="Times New Roman" panose="02020603050405020304" pitchFamily="18" charset="0"/>
              </a:rPr>
              <a:t> </a:t>
            </a:r>
          </a:p>
          <a:p>
            <a:pPr marL="664546" lvl="1" indent="-181240">
              <a:buFont typeface="Arial" panose="020B0604020202020204" pitchFamily="34" charset="0"/>
              <a:buChar char="•"/>
            </a:pPr>
            <a:r>
              <a:rPr lang="en-US" sz="1300" dirty="0">
                <a:latin typeface="Times New Roman" panose="02020603050405020304" pitchFamily="18" charset="0"/>
                <a:cs typeface="Times New Roman" panose="02020603050405020304" pitchFamily="18" charset="0"/>
              </a:rPr>
              <a:t>Ratio of two masses = </a:t>
            </a:r>
            <a:r>
              <a:rPr lang="en-US" sz="1300" i="1" dirty="0">
                <a:latin typeface="Times New Roman" panose="02020603050405020304" pitchFamily="18" charset="0"/>
                <a:cs typeface="Times New Roman" panose="02020603050405020304" pitchFamily="18" charset="0"/>
              </a:rPr>
              <a:t>inverse </a:t>
            </a:r>
            <a:r>
              <a:rPr lang="en-US" sz="1300" dirty="0">
                <a:latin typeface="Times New Roman" panose="02020603050405020304" pitchFamily="18" charset="0"/>
                <a:cs typeface="Times New Roman" panose="02020603050405020304" pitchFamily="18" charset="0"/>
              </a:rPr>
              <a:t>ratio of magnitudes of accelerations:</a:t>
            </a:r>
            <a:r>
              <a:rPr lang="en-US" sz="1300" b="1" i="1" dirty="0">
                <a:latin typeface="Times New Roman" panose="02020603050405020304" pitchFamily="18" charset="0"/>
                <a:cs typeface="Times New Roman" panose="02020603050405020304" pitchFamily="18" charset="0"/>
              </a:rPr>
              <a:t> [click to show equation]</a:t>
            </a:r>
            <a:endParaRPr lang="en-US" sz="1300" dirty="0">
              <a:latin typeface="Times New Roman" panose="02020603050405020304" pitchFamily="18" charset="0"/>
              <a:cs typeface="Times New Roman" panose="02020603050405020304" pitchFamily="18" charset="0"/>
            </a:endParaRPr>
          </a:p>
          <a:p>
            <a:pPr marL="181240" indent="-181240" defTabSz="483306">
              <a:buFont typeface="Arial" panose="020B0604020202020204" pitchFamily="34" charset="0"/>
              <a:buChar char="•"/>
              <a:defRPr/>
            </a:pPr>
            <a:endParaRPr lang="en-US" sz="1300" dirty="0">
              <a:latin typeface="Times New Roman" panose="02020603050405020304" pitchFamily="18" charset="0"/>
              <a:cs typeface="Times New Roman" panose="02020603050405020304" pitchFamily="18" charset="0"/>
            </a:endParaRPr>
          </a:p>
          <a:p>
            <a:pPr marL="181240"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Example: Force acting on 3-kg object produces acceleration of 4 m/s</a:t>
            </a:r>
            <a:r>
              <a:rPr lang="en-US" sz="1300" baseline="30000" dirty="0">
                <a:latin typeface="Times New Roman" panose="02020603050405020304" pitchFamily="18" charset="0"/>
                <a:cs typeface="Times New Roman" panose="02020603050405020304" pitchFamily="18" charset="0"/>
              </a:rPr>
              <a:t>2</a:t>
            </a:r>
            <a:r>
              <a:rPr lang="en-US" sz="1300" dirty="0">
                <a:latin typeface="Times New Roman" panose="02020603050405020304" pitchFamily="18" charset="0"/>
                <a:cs typeface="Times New Roman" panose="02020603050405020304" pitchFamily="18" charset="0"/>
              </a:rPr>
              <a:t> </a:t>
            </a:r>
            <a:r>
              <a:rPr lang="en-US" sz="1300" dirty="0">
                <a:latin typeface="Times New Roman" panose="02020603050405020304" pitchFamily="18" charset="0"/>
                <a:cs typeface="Times New Roman" panose="02020603050405020304" pitchFamily="18" charset="0"/>
                <a:sym typeface="Symbol" panose="05050102010706020507" pitchFamily="18" charset="2"/>
              </a:rPr>
              <a:t></a:t>
            </a:r>
            <a:r>
              <a:rPr lang="en-US" sz="1300" dirty="0">
                <a:latin typeface="Times New Roman" panose="02020603050405020304" pitchFamily="18" charset="0"/>
                <a:cs typeface="Times New Roman" panose="02020603050405020304" pitchFamily="18" charset="0"/>
              </a:rPr>
              <a:t> same force applied to 6-kg object produces acceleration with half the magnitude: 2 m/s</a:t>
            </a:r>
            <a:r>
              <a:rPr lang="en-US" sz="1300" baseline="30000" dirty="0">
                <a:latin typeface="Times New Roman" panose="02020603050405020304" pitchFamily="18" charset="0"/>
                <a:cs typeface="Times New Roman" panose="02020603050405020304" pitchFamily="18" charset="0"/>
              </a:rPr>
              <a:t>2</a:t>
            </a:r>
            <a:r>
              <a:rPr lang="en-US" sz="1300" dirty="0">
                <a:latin typeface="Times New Roman" panose="02020603050405020304" pitchFamily="18" charset="0"/>
                <a:cs typeface="Times New Roman" panose="02020603050405020304" pitchFamily="18" charset="0"/>
              </a:rPr>
              <a:t> </a:t>
            </a:r>
          </a:p>
          <a:p>
            <a:pPr marL="181240" indent="-181240" defTabSz="483306">
              <a:buFont typeface="Arial" panose="020B0604020202020204" pitchFamily="34" charset="0"/>
              <a:buChar char="•"/>
              <a:defRPr/>
            </a:pPr>
            <a:endParaRPr lang="en-US" sz="1300" dirty="0">
              <a:latin typeface="Times New Roman" panose="02020603050405020304" pitchFamily="18" charset="0"/>
              <a:cs typeface="Times New Roman" panose="02020603050405020304" pitchFamily="18" charset="0"/>
            </a:endParaRPr>
          </a:p>
          <a:p>
            <a:pPr marL="181240"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Magnitude of acceleration of object inversely proportional to its mass when acted on by given force </a:t>
            </a:r>
          </a:p>
          <a:p>
            <a:pPr marL="664546" lvl="1"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If one object has known mass: mass of other object can be obtained from acceleration measurements </a:t>
            </a:r>
          </a:p>
          <a:p>
            <a:pPr marL="181240" indent="-181240" defTabSz="483306">
              <a:buFont typeface="Arial" panose="020B0604020202020204" pitchFamily="34" charset="0"/>
              <a:buChar char="•"/>
              <a:defRPr/>
            </a:pPr>
            <a:endParaRPr lang="en-US" sz="1300" dirty="0">
              <a:latin typeface="Times New Roman" panose="02020603050405020304" pitchFamily="18" charset="0"/>
              <a:cs typeface="Times New Roman" panose="02020603050405020304" pitchFamily="18" charset="0"/>
            </a:endParaRPr>
          </a:p>
          <a:p>
            <a:pPr marL="181240"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Mass </a:t>
            </a:r>
            <a:r>
              <a:rPr lang="en-US" sz="1300" dirty="0">
                <a:latin typeface="Times New Roman" panose="02020603050405020304" pitchFamily="18" charset="0"/>
                <a:cs typeface="Times New Roman" panose="02020603050405020304" pitchFamily="18" charset="0"/>
                <a:sym typeface="Symbol" panose="05050102010706020507" pitchFamily="18" charset="2"/>
              </a:rPr>
              <a:t></a:t>
            </a:r>
            <a:r>
              <a:rPr lang="en-US" sz="1300" dirty="0">
                <a:latin typeface="Times New Roman" panose="02020603050405020304" pitchFamily="18" charset="0"/>
                <a:cs typeface="Times New Roman" panose="02020603050405020304" pitchFamily="18" charset="0"/>
              </a:rPr>
              <a:t> inherent property of object, independent of object’s surroundings and of method used to measure it</a:t>
            </a:r>
          </a:p>
          <a:p>
            <a:pPr marL="664546" lvl="1"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scalar quantity</a:t>
            </a:r>
          </a:p>
          <a:p>
            <a:pPr marL="181240" indent="-181240" defTabSz="483306">
              <a:buFont typeface="Arial" panose="020B0604020202020204" pitchFamily="34" charset="0"/>
              <a:buChar char="•"/>
              <a:defRPr/>
            </a:pPr>
            <a:endParaRPr lang="en-US" sz="1300" dirty="0">
              <a:latin typeface="Times New Roman" panose="02020603050405020304" pitchFamily="18" charset="0"/>
              <a:cs typeface="Times New Roman" panose="02020603050405020304" pitchFamily="18" charset="0"/>
            </a:endParaRPr>
          </a:p>
          <a:p>
            <a:pPr marL="181240"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Mass and weight are different!</a:t>
            </a:r>
          </a:p>
          <a:p>
            <a:pPr marL="664546" lvl="1"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Weight of object = magnitude of gravitational force exerted on object, varies with location</a:t>
            </a:r>
          </a:p>
          <a:p>
            <a:pPr marL="1147852" lvl="2"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E.g., person weighing 180 </a:t>
            </a:r>
            <a:r>
              <a:rPr lang="en-US" sz="1300" dirty="0" err="1">
                <a:latin typeface="Times New Roman" panose="02020603050405020304" pitchFamily="18" charset="0"/>
                <a:cs typeface="Times New Roman" panose="02020603050405020304" pitchFamily="18" charset="0"/>
              </a:rPr>
              <a:t>lb</a:t>
            </a:r>
            <a:r>
              <a:rPr lang="en-US" sz="1300" dirty="0">
                <a:latin typeface="Times New Roman" panose="02020603050405020304" pitchFamily="18" charset="0"/>
                <a:cs typeface="Times New Roman" panose="02020603050405020304" pitchFamily="18" charset="0"/>
              </a:rPr>
              <a:t> on Earth weighs </a:t>
            </a:r>
            <a:r>
              <a:rPr lang="en-US" sz="1300" dirty="0">
                <a:latin typeface="Times New Roman" panose="02020603050405020304" pitchFamily="18" charset="0"/>
                <a:cs typeface="Times New Roman" panose="02020603050405020304" pitchFamily="18" charset="0"/>
                <a:sym typeface="Symbol" panose="05050102010706020507" pitchFamily="18" charset="2"/>
              </a:rPr>
              <a:t></a:t>
            </a:r>
            <a:r>
              <a:rPr lang="en-US" sz="1300" dirty="0">
                <a:latin typeface="Times New Roman" panose="02020603050405020304" pitchFamily="18" charset="0"/>
                <a:cs typeface="Times New Roman" panose="02020603050405020304" pitchFamily="18" charset="0"/>
              </a:rPr>
              <a:t> 30 </a:t>
            </a:r>
            <a:r>
              <a:rPr lang="en-US" sz="1300" dirty="0" err="1">
                <a:latin typeface="Times New Roman" panose="02020603050405020304" pitchFamily="18" charset="0"/>
                <a:cs typeface="Times New Roman" panose="02020603050405020304" pitchFamily="18" charset="0"/>
              </a:rPr>
              <a:t>lb</a:t>
            </a:r>
            <a:r>
              <a:rPr lang="en-US" sz="1300" dirty="0">
                <a:latin typeface="Times New Roman" panose="02020603050405020304" pitchFamily="18" charset="0"/>
                <a:cs typeface="Times New Roman" panose="02020603050405020304" pitchFamily="18" charset="0"/>
              </a:rPr>
              <a:t> on Moon </a:t>
            </a:r>
          </a:p>
          <a:p>
            <a:pPr marL="664546" lvl="1"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Mass of object is same everywhere</a:t>
            </a:r>
          </a:p>
          <a:p>
            <a:pPr marL="1147852" lvl="2"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E.g., object having mass of 2 kg on Earth also has mass of 2 kg on Moon </a:t>
            </a:r>
          </a:p>
          <a:p>
            <a:pPr marL="181240" indent="-181240" defTabSz="483306">
              <a:buFont typeface="Arial" panose="020B0604020202020204" pitchFamily="34" charset="0"/>
              <a:buChar char="•"/>
              <a:defRPr/>
            </a:pPr>
            <a:endParaRPr lang="en-US" sz="1300" dirty="0">
              <a:latin typeface="Times New Roman" panose="02020603050405020304" pitchFamily="18" charset="0"/>
              <a:cs typeface="Times New Roman" panose="02020603050405020304" pitchFamily="18" charset="0"/>
            </a:endParaRPr>
          </a:p>
          <a:p>
            <a:endParaRPr lang="en-US" dirty="0"/>
          </a:p>
        </p:txBody>
      </p:sp>
      <p:sp>
        <p:nvSpPr>
          <p:cNvPr id="4" name="Slide Number Placeholder 3"/>
          <p:cNvSpPr>
            <a:spLocks noGrp="1"/>
          </p:cNvSpPr>
          <p:nvPr>
            <p:ph type="sldNum" sz="quarter" idx="10"/>
          </p:nvPr>
        </p:nvSpPr>
        <p:spPr/>
        <p:txBody>
          <a:bodyPr/>
          <a:lstStyle/>
          <a:p>
            <a:fld id="{6E7E7F27-47DB-D94D-995F-E3088F8069A6}" type="slidenum">
              <a:rPr lang="en-US" smtClean="0"/>
              <a:t>14</a:t>
            </a:fld>
            <a:endParaRPr lang="en-US"/>
          </a:p>
        </p:txBody>
      </p:sp>
    </p:spTree>
    <p:extLst>
      <p:ext uri="{BB962C8B-B14F-4D97-AF65-F5344CB8AC3E}">
        <p14:creationId xmlns:p14="http://schemas.microsoft.com/office/powerpoint/2010/main" val="19500227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240"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Recall moving object can be observed from any number of reference frames </a:t>
            </a:r>
          </a:p>
          <a:p>
            <a:pPr marL="181240" indent="-181240" defTabSz="483306">
              <a:buFont typeface="Arial" panose="020B0604020202020204" pitchFamily="34" charset="0"/>
              <a:buChar char="•"/>
              <a:defRPr/>
            </a:pPr>
            <a:r>
              <a:rPr lang="en-US" sz="1300" b="1" dirty="0">
                <a:latin typeface="Times New Roman" panose="02020603050405020304" pitchFamily="18" charset="0"/>
                <a:cs typeface="Times New Roman" panose="02020603050405020304" pitchFamily="18" charset="0"/>
              </a:rPr>
              <a:t>Newton’s first law of motion </a:t>
            </a:r>
            <a:r>
              <a:rPr lang="en-US" sz="1300" dirty="0">
                <a:latin typeface="Times New Roman" panose="02020603050405020304" pitchFamily="18" charset="0"/>
                <a:cs typeface="Times New Roman" panose="02020603050405020304" pitchFamily="18" charset="0"/>
              </a:rPr>
              <a:t>(</a:t>
            </a:r>
            <a:r>
              <a:rPr lang="en-US" sz="1300" i="1" dirty="0">
                <a:latin typeface="Times New Roman" panose="02020603050405020304" pitchFamily="18" charset="0"/>
                <a:cs typeface="Times New Roman" panose="02020603050405020304" pitchFamily="18" charset="0"/>
              </a:rPr>
              <a:t>law of inertia</a:t>
            </a:r>
            <a:r>
              <a:rPr lang="en-US" sz="1300" dirty="0">
                <a:latin typeface="Times New Roman" panose="02020603050405020304" pitchFamily="18" charset="0"/>
                <a:cs typeface="Times New Roman" panose="02020603050405020304" pitchFamily="18" charset="0"/>
              </a:rPr>
              <a:t>)</a:t>
            </a:r>
            <a:r>
              <a:rPr lang="en-US" sz="1300" i="1" dirty="0">
                <a:latin typeface="Times New Roman" panose="02020603050405020304" pitchFamily="18" charset="0"/>
                <a:cs typeface="Times New Roman" panose="02020603050405020304" pitchFamily="18" charset="0"/>
              </a:rPr>
              <a:t> </a:t>
            </a:r>
            <a:r>
              <a:rPr lang="en-US" sz="1300" dirty="0">
                <a:latin typeface="Times New Roman" panose="02020603050405020304" pitchFamily="18" charset="0"/>
                <a:cs typeface="Times New Roman" panose="02020603050405020304" pitchFamily="18" charset="0"/>
              </a:rPr>
              <a:t>defines special set of reference frames: </a:t>
            </a:r>
            <a:r>
              <a:rPr lang="en-US" sz="1300" i="1" dirty="0">
                <a:latin typeface="Times New Roman" panose="02020603050405020304" pitchFamily="18" charset="0"/>
                <a:cs typeface="Times New Roman" panose="02020603050405020304" pitchFamily="18" charset="0"/>
              </a:rPr>
              <a:t>inertial frames. </a:t>
            </a:r>
            <a:r>
              <a:rPr lang="en-US" sz="1300" dirty="0">
                <a:latin typeface="Times New Roman" panose="02020603050405020304" pitchFamily="18" charset="0"/>
                <a:cs typeface="Times New Roman" panose="02020603050405020304" pitchFamily="18" charset="0"/>
              </a:rPr>
              <a:t>(text on slide)</a:t>
            </a:r>
          </a:p>
          <a:p>
            <a:pPr marL="181240" indent="-181240" defTabSz="483306">
              <a:buFont typeface="Arial" panose="020B0604020202020204" pitchFamily="34" charset="0"/>
              <a:buChar char="•"/>
              <a:defRPr/>
            </a:pPr>
            <a:endParaRPr lang="en-US" sz="1300" dirty="0">
              <a:latin typeface="Times New Roman" panose="02020603050405020304" pitchFamily="18" charset="0"/>
              <a:cs typeface="Times New Roman" panose="02020603050405020304" pitchFamily="18" charset="0"/>
            </a:endParaRPr>
          </a:p>
          <a:p>
            <a:pPr marL="181240"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This reference frame = </a:t>
            </a:r>
            <a:r>
              <a:rPr lang="en-US" sz="1300" b="1" dirty="0">
                <a:latin typeface="Times New Roman" panose="02020603050405020304" pitchFamily="18" charset="0"/>
                <a:cs typeface="Times New Roman" panose="02020603050405020304" pitchFamily="18" charset="0"/>
              </a:rPr>
              <a:t>inertial frame of reference </a:t>
            </a:r>
            <a:r>
              <a:rPr lang="en-US" sz="1300" b="1" i="1" dirty="0">
                <a:latin typeface="Times New Roman" panose="02020603050405020304" pitchFamily="18" charset="0"/>
                <a:cs typeface="Times New Roman" panose="02020603050405020304" pitchFamily="18" charset="0"/>
              </a:rPr>
              <a:t>[click to show text]</a:t>
            </a:r>
            <a:endParaRPr lang="en-US" sz="1300" b="1" dirty="0">
              <a:latin typeface="Times New Roman" panose="02020603050405020304" pitchFamily="18" charset="0"/>
              <a:cs typeface="Times New Roman" panose="02020603050405020304" pitchFamily="18" charset="0"/>
            </a:endParaRPr>
          </a:p>
          <a:p>
            <a:pPr marL="181240"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When puck on air hockey table located on ground</a:t>
            </a:r>
          </a:p>
          <a:p>
            <a:pPr marL="664546" lvl="1"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Inertial reference frame: no horizontal interactions of puck with any other objects, puck has zero acceleration in that direction </a:t>
            </a:r>
          </a:p>
          <a:p>
            <a:pPr marL="181240"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When you are on train moving at constant velocity:</a:t>
            </a:r>
          </a:p>
          <a:p>
            <a:pPr marL="664546" lvl="1"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Also observing puck from inertial reference frame</a:t>
            </a:r>
          </a:p>
          <a:p>
            <a:pPr marL="181240"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Any reference frame that moves with constant velocity relative to inertial frame is itself inertial frame </a:t>
            </a:r>
          </a:p>
          <a:p>
            <a:pPr marL="181240" indent="-181240" defTabSz="483306">
              <a:buFont typeface="Arial" panose="020B0604020202020204" pitchFamily="34" charset="0"/>
              <a:buChar char="•"/>
              <a:defRPr/>
            </a:pPr>
            <a:endParaRPr lang="en-US" sz="1300" dirty="0">
              <a:latin typeface="Times New Roman" panose="02020603050405020304" pitchFamily="18" charset="0"/>
              <a:cs typeface="Times New Roman" panose="02020603050405020304" pitchFamily="18" charset="0"/>
            </a:endParaRPr>
          </a:p>
          <a:p>
            <a:pPr marL="181240"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When you and train accelerate </a:t>
            </a:r>
            <a:r>
              <a:rPr lang="en-US" sz="1300" dirty="0">
                <a:latin typeface="Times New Roman" panose="02020603050405020304" pitchFamily="18" charset="0"/>
                <a:cs typeface="Times New Roman" panose="02020603050405020304" pitchFamily="18" charset="0"/>
                <a:sym typeface="Symbol" panose="05050102010706020507" pitchFamily="18" charset="2"/>
              </a:rPr>
              <a:t></a:t>
            </a:r>
            <a:r>
              <a:rPr lang="en-US" sz="1300" dirty="0">
                <a:latin typeface="Times New Roman" panose="02020603050405020304" pitchFamily="18" charset="0"/>
                <a:cs typeface="Times New Roman" panose="02020603050405020304" pitchFamily="18" charset="0"/>
              </a:rPr>
              <a:t> observing puck from </a:t>
            </a:r>
            <a:r>
              <a:rPr lang="en-US" sz="1300" b="1" dirty="0" err="1">
                <a:latin typeface="Times New Roman" panose="02020603050405020304" pitchFamily="18" charset="0"/>
                <a:cs typeface="Times New Roman" panose="02020603050405020304" pitchFamily="18" charset="0"/>
              </a:rPr>
              <a:t>noninertial</a:t>
            </a:r>
            <a:r>
              <a:rPr lang="en-US" sz="1300" b="1" dirty="0">
                <a:latin typeface="Times New Roman" panose="02020603050405020304" pitchFamily="18" charset="0"/>
                <a:cs typeface="Times New Roman" panose="02020603050405020304" pitchFamily="18" charset="0"/>
              </a:rPr>
              <a:t> reference frame </a:t>
            </a:r>
            <a:endParaRPr lang="en-US" sz="1300" dirty="0">
              <a:latin typeface="Times New Roman" panose="02020603050405020304" pitchFamily="18" charset="0"/>
              <a:cs typeface="Times New Roman" panose="02020603050405020304" pitchFamily="18" charset="0"/>
            </a:endParaRPr>
          </a:p>
          <a:p>
            <a:pPr marL="664546" lvl="1"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You and train accelerating relative to inertial reference frame of Earth’s surface</a:t>
            </a:r>
          </a:p>
          <a:p>
            <a:pPr marL="181240" indent="-181240" defTabSz="483306">
              <a:buFont typeface="Arial" panose="020B0604020202020204" pitchFamily="34" charset="0"/>
              <a:buChar char="•"/>
              <a:defRPr/>
            </a:pPr>
            <a:endParaRPr lang="en-US" sz="1300" dirty="0">
              <a:latin typeface="Times New Roman" panose="02020603050405020304" pitchFamily="18" charset="0"/>
              <a:cs typeface="Times New Roman" panose="02020603050405020304" pitchFamily="18" charset="0"/>
            </a:endParaRPr>
          </a:p>
          <a:p>
            <a:pPr marL="181240"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According to you: puck appears to be accelerating</a:t>
            </a:r>
          </a:p>
          <a:p>
            <a:pPr marL="181240"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But: reference frame where puck has zero acceleration </a:t>
            </a:r>
          </a:p>
          <a:p>
            <a:pPr marL="664546" lvl="1"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Observer standing outside train on ground sees puck sliding relative to table but moving with same velocity with respect to ground as train had before it started to accelerate</a:t>
            </a:r>
          </a:p>
          <a:p>
            <a:pPr marL="181240"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Newton’s first law still satisfied even though your observations as rider on train show an apparent acceleration relative to you </a:t>
            </a:r>
          </a:p>
          <a:p>
            <a:pPr marL="181240" indent="-181240" defTabSz="483306">
              <a:buFont typeface="Arial" panose="020B0604020202020204" pitchFamily="34" charset="0"/>
              <a:buChar char="•"/>
              <a:defRPr/>
            </a:pPr>
            <a:endParaRPr lang="en-US" sz="1300" dirty="0">
              <a:latin typeface="Times New Roman" panose="02020603050405020304" pitchFamily="18" charset="0"/>
              <a:cs typeface="Times New Roman" panose="02020603050405020304" pitchFamily="18" charset="0"/>
            </a:endParaRPr>
          </a:p>
          <a:p>
            <a:pPr marL="181240" indent="-181240" defTabSz="483306">
              <a:buFont typeface="Arial" panose="020B0604020202020204" pitchFamily="34" charset="0"/>
              <a:buChar char="•"/>
              <a:defRPr/>
            </a:pPr>
            <a:endParaRPr lang="en-US" sz="1300" dirty="0">
              <a:latin typeface="Times New Roman" panose="02020603050405020304" pitchFamily="18" charset="0"/>
              <a:cs typeface="Times New Roman" panose="02020603050405020304" pitchFamily="18" charset="0"/>
            </a:endParaRPr>
          </a:p>
          <a:p>
            <a:pPr marL="181240" indent="-18124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endParaRPr lang="en-US" dirty="0"/>
          </a:p>
        </p:txBody>
      </p:sp>
      <p:sp>
        <p:nvSpPr>
          <p:cNvPr id="4" name="Slide Number Placeholder 3"/>
          <p:cNvSpPr>
            <a:spLocks noGrp="1"/>
          </p:cNvSpPr>
          <p:nvPr>
            <p:ph type="sldNum" sz="quarter" idx="10"/>
          </p:nvPr>
        </p:nvSpPr>
        <p:spPr/>
        <p:txBody>
          <a:bodyPr/>
          <a:lstStyle/>
          <a:p>
            <a:fld id="{6E7E7F27-47DB-D94D-995F-E3088F8069A6}" type="slidenum">
              <a:rPr lang="en-US" smtClean="0"/>
              <a:t>15</a:t>
            </a:fld>
            <a:endParaRPr lang="en-US"/>
          </a:p>
        </p:txBody>
      </p:sp>
    </p:spTree>
    <p:extLst>
      <p:ext uri="{BB962C8B-B14F-4D97-AF65-F5344CB8AC3E}">
        <p14:creationId xmlns:p14="http://schemas.microsoft.com/office/powerpoint/2010/main" val="26860167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E7E7F27-47DB-D94D-995F-E3088F8069A6}" type="slidenum">
              <a:rPr lang="en-US" smtClean="0"/>
              <a:t>16</a:t>
            </a:fld>
            <a:endParaRPr lang="en-US"/>
          </a:p>
        </p:txBody>
      </p:sp>
    </p:spTree>
    <p:extLst>
      <p:ext uri="{BB962C8B-B14F-4D97-AF65-F5344CB8AC3E}">
        <p14:creationId xmlns:p14="http://schemas.microsoft.com/office/powerpoint/2010/main" val="13870237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240" indent="-181240">
              <a:buFont typeface="Arial" panose="020B0604020202020204" pitchFamily="34" charset="0"/>
              <a:buChar char="•"/>
            </a:pPr>
            <a:r>
              <a:rPr lang="en-US" sz="1300" dirty="0">
                <a:latin typeface="Times New Roman" panose="02020603050405020304" pitchFamily="18" charset="0"/>
                <a:cs typeface="Times New Roman" panose="02020603050405020304" pitchFamily="18" charset="0"/>
              </a:rPr>
              <a:t>Practical statement of Newton’s first law of motion (text on slide) </a:t>
            </a:r>
          </a:p>
          <a:p>
            <a:pPr marL="181240" indent="-181240">
              <a:buFont typeface="Arial" panose="020B0604020202020204" pitchFamily="34" charset="0"/>
              <a:buChar char="•"/>
            </a:pPr>
            <a:endParaRPr lang="en-US" sz="1300" dirty="0">
              <a:latin typeface="Times New Roman" panose="02020603050405020304" pitchFamily="18" charset="0"/>
              <a:cs typeface="Times New Roman" panose="02020603050405020304" pitchFamily="18" charset="0"/>
            </a:endParaRPr>
          </a:p>
          <a:p>
            <a:pPr marL="181240" indent="-181240">
              <a:buFont typeface="Arial" panose="020B0604020202020204" pitchFamily="34" charset="0"/>
              <a:buChar char="•"/>
            </a:pPr>
            <a:r>
              <a:rPr lang="en-US" sz="1300" b="1" dirty="0">
                <a:latin typeface="Times New Roman" panose="02020603050405020304" pitchFamily="18" charset="0"/>
                <a:cs typeface="Times New Roman" panose="02020603050405020304" pitchFamily="18" charset="0"/>
              </a:rPr>
              <a:t>When no force acts on an object, the acceleration of the object is zero </a:t>
            </a:r>
          </a:p>
          <a:p>
            <a:pPr marL="181240" indent="-181240">
              <a:buFont typeface="Arial" panose="020B0604020202020204" pitchFamily="34" charset="0"/>
              <a:buChar char="•"/>
            </a:pPr>
            <a:endParaRPr lang="en-US" sz="1300" b="1" dirty="0">
              <a:latin typeface="Times New Roman" panose="02020603050405020304" pitchFamily="18" charset="0"/>
              <a:cs typeface="Times New Roman" panose="02020603050405020304" pitchFamily="18" charset="0"/>
            </a:endParaRPr>
          </a:p>
          <a:p>
            <a:pPr marL="181240" indent="-181240">
              <a:buFont typeface="Arial" panose="020B0604020202020204" pitchFamily="34" charset="0"/>
              <a:buChar char="•"/>
            </a:pPr>
            <a:r>
              <a:rPr lang="en-US" sz="1300" dirty="0">
                <a:latin typeface="Times New Roman" panose="02020603050405020304" pitchFamily="18" charset="0"/>
                <a:cs typeface="Times New Roman" panose="02020603050405020304" pitchFamily="18" charset="0"/>
              </a:rPr>
              <a:t>Any </a:t>
            </a:r>
            <a:r>
              <a:rPr lang="en-US" sz="1300" i="1" dirty="0">
                <a:latin typeface="Times New Roman" panose="02020603050405020304" pitchFamily="18" charset="0"/>
                <a:cs typeface="Times New Roman" panose="02020603050405020304" pitchFamily="18" charset="0"/>
              </a:rPr>
              <a:t>isolated object </a:t>
            </a:r>
            <a:r>
              <a:rPr lang="en-US" sz="1300" dirty="0">
                <a:latin typeface="Times New Roman" panose="02020603050405020304" pitchFamily="18" charset="0"/>
                <a:cs typeface="Times New Roman" panose="02020603050405020304" pitchFamily="18" charset="0"/>
              </a:rPr>
              <a:t>(one that does not interact with its environment) either at rest and stays at rest, or moving with constant velocity </a:t>
            </a:r>
          </a:p>
          <a:p>
            <a:pPr marL="181240" indent="-181240">
              <a:buFont typeface="Arial" panose="020B0604020202020204" pitchFamily="34" charset="0"/>
              <a:buChar char="•"/>
            </a:pPr>
            <a:endParaRPr lang="en-US" sz="1300" dirty="0">
              <a:latin typeface="Times New Roman" panose="02020603050405020304" pitchFamily="18" charset="0"/>
              <a:cs typeface="Times New Roman" panose="02020603050405020304" pitchFamily="18" charset="0"/>
            </a:endParaRPr>
          </a:p>
          <a:p>
            <a:pPr marL="181240" indent="-181240">
              <a:buFont typeface="Arial" panose="020B0604020202020204" pitchFamily="34" charset="0"/>
              <a:buChar char="•"/>
            </a:pPr>
            <a:r>
              <a:rPr lang="en-US" sz="1300" b="1" dirty="0">
                <a:latin typeface="Times New Roman" panose="02020603050405020304" pitchFamily="18" charset="0"/>
                <a:cs typeface="Times New Roman" panose="02020603050405020304" pitchFamily="18" charset="0"/>
              </a:rPr>
              <a:t>Inertia</a:t>
            </a:r>
            <a:r>
              <a:rPr lang="en-US" sz="1300" dirty="0">
                <a:latin typeface="Times New Roman" panose="02020603050405020304" pitchFamily="18" charset="0"/>
                <a:cs typeface="Times New Roman" panose="02020603050405020304" pitchFamily="18" charset="0"/>
              </a:rPr>
              <a:t>: tendency of object to resist any attempt to change its velocity</a:t>
            </a:r>
            <a:r>
              <a:rPr lang="en-US" sz="1300" b="1" dirty="0">
                <a:latin typeface="Times New Roman" panose="02020603050405020304" pitchFamily="18" charset="0"/>
                <a:cs typeface="Times New Roman" panose="02020603050405020304" pitchFamily="18" charset="0"/>
              </a:rPr>
              <a:t> </a:t>
            </a:r>
          </a:p>
          <a:p>
            <a:pPr marL="181240" indent="-181240">
              <a:buFont typeface="Arial" panose="020B0604020202020204" pitchFamily="34" charset="0"/>
              <a:buChar char="•"/>
            </a:pPr>
            <a:endParaRPr lang="en-US" sz="1300" b="1" dirty="0">
              <a:latin typeface="Times New Roman" panose="02020603050405020304" pitchFamily="18" charset="0"/>
              <a:cs typeface="Times New Roman" panose="02020603050405020304" pitchFamily="18" charset="0"/>
            </a:endParaRPr>
          </a:p>
          <a:p>
            <a:pPr marL="181240" indent="-181240">
              <a:buFont typeface="Arial" panose="020B0604020202020204" pitchFamily="34" charset="0"/>
              <a:buChar char="•"/>
            </a:pPr>
            <a:r>
              <a:rPr lang="en-US" sz="1300" dirty="0">
                <a:latin typeface="Times New Roman" panose="02020603050405020304" pitchFamily="18" charset="0"/>
                <a:cs typeface="Times New Roman" panose="02020603050405020304" pitchFamily="18" charset="0"/>
              </a:rPr>
              <a:t>Accelerating object must be experiencing force </a:t>
            </a:r>
          </a:p>
          <a:p>
            <a:pPr marL="664546" lvl="1" indent="-181240">
              <a:buFont typeface="Arial" panose="020B0604020202020204" pitchFamily="34" charset="0"/>
              <a:buChar char="•"/>
            </a:pPr>
            <a:r>
              <a:rPr lang="en-US" sz="1300" dirty="0">
                <a:latin typeface="Times New Roman" panose="02020603050405020304" pitchFamily="18" charset="0"/>
                <a:cs typeface="Times New Roman" panose="02020603050405020304" pitchFamily="18" charset="0"/>
              </a:rPr>
              <a:t>Define </a:t>
            </a:r>
            <a:r>
              <a:rPr lang="en-US" sz="1300" b="1" dirty="0">
                <a:latin typeface="Times New Roman" panose="02020603050405020304" pitchFamily="18" charset="0"/>
                <a:cs typeface="Times New Roman" panose="02020603050405020304" pitchFamily="18" charset="0"/>
              </a:rPr>
              <a:t>force </a:t>
            </a:r>
            <a:r>
              <a:rPr lang="en-US" sz="1300" dirty="0">
                <a:latin typeface="Times New Roman" panose="02020603050405020304" pitchFamily="18" charset="0"/>
                <a:cs typeface="Times New Roman" panose="02020603050405020304" pitchFamily="18" charset="0"/>
              </a:rPr>
              <a:t>as </a:t>
            </a:r>
            <a:r>
              <a:rPr lang="en-US" sz="1300" b="1" dirty="0">
                <a:latin typeface="Times New Roman" panose="02020603050405020304" pitchFamily="18" charset="0"/>
                <a:cs typeface="Times New Roman" panose="02020603050405020304" pitchFamily="18" charset="0"/>
              </a:rPr>
              <a:t>that which causes a change in motion of an object</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6E7E7F27-47DB-D94D-995F-E3088F8069A6}" type="slidenum">
              <a:rPr lang="en-US" smtClean="0"/>
              <a:t>17</a:t>
            </a:fld>
            <a:endParaRPr lang="en-US"/>
          </a:p>
        </p:txBody>
      </p:sp>
    </p:spTree>
    <p:extLst>
      <p:ext uri="{BB962C8B-B14F-4D97-AF65-F5344CB8AC3E}">
        <p14:creationId xmlns:p14="http://schemas.microsoft.com/office/powerpoint/2010/main" val="26541935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29E41A1-B741-F076-E440-F80E8C1BE1B2}"/>
              </a:ext>
            </a:extLst>
          </p:cNvPr>
          <p:cNvSpPr>
            <a:spLocks noGrp="1" noChangeArrowheads="1"/>
          </p:cNvSpPr>
          <p:nvPr>
            <p:ph type="sldNum" sz="quarter" idx="5"/>
          </p:nvPr>
        </p:nvSpPr>
        <p:spPr/>
        <p:txBody>
          <a:bodyPr/>
          <a:lstStyle>
            <a:lvl1pPr defTabSz="966788"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defTabSz="966788"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defTabSz="966788"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defTabSz="966788"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defTabSz="966788"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B53A212C-DEF6-9B46-8184-902EE2B5E31C}" type="slidenum">
              <a:rPr lang="en-US" altLang="en-US"/>
              <a:pPr eaLnBrk="1" hangingPunct="1"/>
              <a:t>18</a:t>
            </a:fld>
            <a:endParaRPr lang="en-US" altLang="en-US"/>
          </a:p>
        </p:txBody>
      </p:sp>
      <p:sp>
        <p:nvSpPr>
          <p:cNvPr id="234498" name="Rectangle 2">
            <a:extLst>
              <a:ext uri="{FF2B5EF4-FFF2-40B4-BE49-F238E27FC236}">
                <a16:creationId xmlns:a16="http://schemas.microsoft.com/office/drawing/2014/main" id="{5D8859EB-14E9-4F1B-E110-FDB8991E2B2F}"/>
              </a:ext>
            </a:extLst>
          </p:cNvPr>
          <p:cNvSpPr>
            <a:spLocks noGrp="1" noRot="1" noChangeAspect="1" noChangeArrowheads="1" noTextEdit="1"/>
          </p:cNvSpPr>
          <p:nvPr>
            <p:ph type="sldImg"/>
          </p:nvPr>
        </p:nvSpPr>
        <p:spPr>
          <a:ln/>
          <a:extLst>
            <a:ext uri="{FAA26D3D-D897-4be2-8F04-BA451C77F1D7}"/>
          </a:extLst>
        </p:spPr>
      </p:sp>
      <p:sp>
        <p:nvSpPr>
          <p:cNvPr id="234499" name="Rectangle 3">
            <a:extLst>
              <a:ext uri="{FF2B5EF4-FFF2-40B4-BE49-F238E27FC236}">
                <a16:creationId xmlns:a16="http://schemas.microsoft.com/office/drawing/2014/main" id="{47067829-3139-0CAD-63D7-57B8F0A2DB1B}"/>
              </a:ext>
            </a:extLst>
          </p:cNvPr>
          <p:cNvSpPr>
            <a:spLocks noGrp="1" noChangeArrowheads="1"/>
          </p:cNvSpPr>
          <p:nvPr>
            <p:ph type="body" idx="1"/>
          </p:nvPr>
        </p:nvSpPr>
        <p:spPr/>
        <p:txBody>
          <a:bodyPr/>
          <a:lstStyle/>
          <a:p>
            <a:pPr eaLnBrk="1" hangingPunct="1">
              <a:defRPr/>
            </a:pPr>
            <a:endParaRPr lang="en-US" dirty="0">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F0B995F-E109-D821-66A5-9B021AE76EAF}"/>
              </a:ext>
            </a:extLst>
          </p:cNvPr>
          <p:cNvSpPr>
            <a:spLocks noGrp="1" noChangeArrowheads="1"/>
          </p:cNvSpPr>
          <p:nvPr>
            <p:ph type="sldNum" sz="quarter" idx="5"/>
          </p:nvPr>
        </p:nvSpPr>
        <p:spPr/>
        <p:txBody>
          <a:bodyPr/>
          <a:lstStyle>
            <a:lvl1pPr defTabSz="966788"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defTabSz="966788"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defTabSz="966788"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defTabSz="966788"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defTabSz="966788"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9A2FF364-2EA9-B040-817B-7C9A365CF2A4}" type="slidenum">
              <a:rPr lang="en-US" altLang="en-US"/>
              <a:pPr eaLnBrk="1" hangingPunct="1"/>
              <a:t>19</a:t>
            </a:fld>
            <a:endParaRPr lang="en-US" altLang="en-US"/>
          </a:p>
        </p:txBody>
      </p:sp>
      <p:sp>
        <p:nvSpPr>
          <p:cNvPr id="238594" name="Rectangle 2">
            <a:extLst>
              <a:ext uri="{FF2B5EF4-FFF2-40B4-BE49-F238E27FC236}">
                <a16:creationId xmlns:a16="http://schemas.microsoft.com/office/drawing/2014/main" id="{3F49A7C6-7823-C79B-E036-AD204B7C6F61}"/>
              </a:ext>
            </a:extLst>
          </p:cNvPr>
          <p:cNvSpPr>
            <a:spLocks noGrp="1" noRot="1" noChangeAspect="1" noChangeArrowheads="1" noTextEdit="1"/>
          </p:cNvSpPr>
          <p:nvPr>
            <p:ph type="sldImg"/>
          </p:nvPr>
        </p:nvSpPr>
        <p:spPr>
          <a:ln/>
          <a:extLst>
            <a:ext uri="{FAA26D3D-D897-4be2-8F04-BA451C77F1D7}"/>
          </a:extLst>
        </p:spPr>
      </p:sp>
      <p:sp>
        <p:nvSpPr>
          <p:cNvPr id="238595" name="Rectangle 3">
            <a:extLst>
              <a:ext uri="{FF2B5EF4-FFF2-40B4-BE49-F238E27FC236}">
                <a16:creationId xmlns:a16="http://schemas.microsoft.com/office/drawing/2014/main" id="{E23CD674-01C6-CA26-F5A9-C6A691B7FA1E}"/>
              </a:ext>
            </a:extLst>
          </p:cNvPr>
          <p:cNvSpPr>
            <a:spLocks noGrp="1" noChangeArrowheads="1"/>
          </p:cNvSpPr>
          <p:nvPr>
            <p:ph type="body" idx="1"/>
          </p:nvPr>
        </p:nvSpPr>
        <p:spPr/>
        <p:txBody>
          <a:bodyPr/>
          <a:lstStyle/>
          <a:p>
            <a:pPr eaLnBrk="1" hangingPunct="1">
              <a:defRPr/>
            </a:pPr>
            <a:endParaRPr lang="en-US" dirty="0">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B7EF594-2807-4BA3-A2A1-D251F6CBAEC3}"/>
              </a:ext>
            </a:extLst>
          </p:cNvPr>
          <p:cNvSpPr>
            <a:spLocks noGrp="1" noChangeArrowheads="1"/>
          </p:cNvSpPr>
          <p:nvPr>
            <p:ph type="sldNum" sz="quarter" idx="5"/>
          </p:nvPr>
        </p:nvSpPr>
        <p:spPr/>
        <p:txBody>
          <a:bodyPr/>
          <a:lstStyle>
            <a:lvl1pPr defTabSz="966788"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defTabSz="966788"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defTabSz="966788"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defTabSz="966788"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defTabSz="966788"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9BD23783-05DD-8444-B078-920E0895C3AD}" type="slidenum">
              <a:rPr lang="en-US" altLang="en-US"/>
              <a:pPr eaLnBrk="1" hangingPunct="1"/>
              <a:t>24</a:t>
            </a:fld>
            <a:endParaRPr lang="en-US" altLang="en-US"/>
          </a:p>
        </p:txBody>
      </p:sp>
      <p:sp>
        <p:nvSpPr>
          <p:cNvPr id="242690" name="Rectangle 2">
            <a:extLst>
              <a:ext uri="{FF2B5EF4-FFF2-40B4-BE49-F238E27FC236}">
                <a16:creationId xmlns:a16="http://schemas.microsoft.com/office/drawing/2014/main" id="{E157DC13-BDB6-950D-6CD2-CB41E840AAC2}"/>
              </a:ext>
            </a:extLst>
          </p:cNvPr>
          <p:cNvSpPr>
            <a:spLocks noGrp="1" noRot="1" noChangeAspect="1" noChangeArrowheads="1" noTextEdit="1"/>
          </p:cNvSpPr>
          <p:nvPr>
            <p:ph type="sldImg"/>
          </p:nvPr>
        </p:nvSpPr>
        <p:spPr>
          <a:ln/>
          <a:extLst>
            <a:ext uri="{FAA26D3D-D897-4be2-8F04-BA451C77F1D7}"/>
          </a:extLst>
        </p:spPr>
      </p:sp>
      <p:sp>
        <p:nvSpPr>
          <p:cNvPr id="242691" name="Rectangle 3">
            <a:extLst>
              <a:ext uri="{FF2B5EF4-FFF2-40B4-BE49-F238E27FC236}">
                <a16:creationId xmlns:a16="http://schemas.microsoft.com/office/drawing/2014/main" id="{7DBB02E8-4BC9-7CD9-531C-9FB05E7B2DF1}"/>
              </a:ext>
            </a:extLst>
          </p:cNvPr>
          <p:cNvSpPr>
            <a:spLocks noGrp="1" noChangeArrowheads="1"/>
          </p:cNvSpPr>
          <p:nvPr>
            <p:ph type="body" idx="1"/>
          </p:nvPr>
        </p:nvSpPr>
        <p:spPr/>
        <p:txBody>
          <a:bodyPr/>
          <a:lstStyle/>
          <a:p>
            <a:pPr eaLnBrk="1" hangingPunct="1">
              <a:defRPr/>
            </a:pPr>
            <a:endParaRPr lang="en-US" dirty="0">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AAF09EB-86BC-6F36-2479-4ECEED64B1D2}"/>
              </a:ext>
            </a:extLst>
          </p:cNvPr>
          <p:cNvSpPr>
            <a:spLocks noGrp="1" noChangeArrowheads="1"/>
          </p:cNvSpPr>
          <p:nvPr>
            <p:ph type="sldNum" sz="quarter" idx="5"/>
          </p:nvPr>
        </p:nvSpPr>
        <p:spPr/>
        <p:txBody>
          <a:bodyPr/>
          <a:lstStyle>
            <a:lvl1pPr defTabSz="966788"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defTabSz="966788"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defTabSz="966788"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defTabSz="966788"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defTabSz="966788"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26CDB209-6968-CF4D-B705-36AB539D0965}" type="slidenum">
              <a:rPr lang="en-US" altLang="en-US"/>
              <a:pPr eaLnBrk="1" hangingPunct="1"/>
              <a:t>25</a:t>
            </a:fld>
            <a:endParaRPr lang="en-US" altLang="en-US"/>
          </a:p>
        </p:txBody>
      </p:sp>
      <p:sp>
        <p:nvSpPr>
          <p:cNvPr id="240642" name="Rectangle 2">
            <a:extLst>
              <a:ext uri="{FF2B5EF4-FFF2-40B4-BE49-F238E27FC236}">
                <a16:creationId xmlns:a16="http://schemas.microsoft.com/office/drawing/2014/main" id="{B8710EC5-29BE-C671-C6F9-04F90DD8925B}"/>
              </a:ext>
            </a:extLst>
          </p:cNvPr>
          <p:cNvSpPr>
            <a:spLocks noGrp="1" noRot="1" noChangeAspect="1" noChangeArrowheads="1" noTextEdit="1"/>
          </p:cNvSpPr>
          <p:nvPr>
            <p:ph type="sldImg"/>
          </p:nvPr>
        </p:nvSpPr>
        <p:spPr>
          <a:ln/>
          <a:extLst>
            <a:ext uri="{FAA26D3D-D897-4be2-8F04-BA451C77F1D7}"/>
          </a:extLst>
        </p:spPr>
      </p:sp>
      <p:sp>
        <p:nvSpPr>
          <p:cNvPr id="240643" name="Rectangle 3">
            <a:extLst>
              <a:ext uri="{FF2B5EF4-FFF2-40B4-BE49-F238E27FC236}">
                <a16:creationId xmlns:a16="http://schemas.microsoft.com/office/drawing/2014/main" id="{3BEF4E24-903E-AEAF-B0A5-FB8663627D32}"/>
              </a:ext>
            </a:extLst>
          </p:cNvPr>
          <p:cNvSpPr>
            <a:spLocks noGrp="1" noChangeArrowheads="1"/>
          </p:cNvSpPr>
          <p:nvPr>
            <p:ph type="body" idx="1"/>
          </p:nvPr>
        </p:nvSpPr>
        <p:spPr/>
        <p:txBody>
          <a:bodyPr/>
          <a:lstStyle/>
          <a:p>
            <a:pPr eaLnBrk="1" hangingPunct="1">
              <a:defRPr/>
            </a:pPr>
            <a:endParaRPr lang="en-US" dirty="0">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A97F03E-85D3-BE52-1144-868C6C1CBDE2}"/>
              </a:ext>
            </a:extLst>
          </p:cNvPr>
          <p:cNvSpPr>
            <a:spLocks noGrp="1" noChangeArrowheads="1"/>
          </p:cNvSpPr>
          <p:nvPr>
            <p:ph type="sldNum" sz="quarter" idx="5"/>
          </p:nvPr>
        </p:nvSpPr>
        <p:spPr/>
        <p:txBody>
          <a:bodyPr/>
          <a:lstStyle>
            <a:lvl1pPr defTabSz="966788"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defTabSz="966788"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defTabSz="966788"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defTabSz="966788"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defTabSz="966788"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312CC659-AE85-E04F-9B2A-9CC5D10EBF9E}" type="slidenum">
              <a:rPr lang="en-US" altLang="en-US"/>
              <a:pPr eaLnBrk="1" hangingPunct="1"/>
              <a:t>26</a:t>
            </a:fld>
            <a:endParaRPr lang="en-US" altLang="en-US"/>
          </a:p>
        </p:txBody>
      </p:sp>
      <p:sp>
        <p:nvSpPr>
          <p:cNvPr id="250882" name="Rectangle 2">
            <a:extLst>
              <a:ext uri="{FF2B5EF4-FFF2-40B4-BE49-F238E27FC236}">
                <a16:creationId xmlns:a16="http://schemas.microsoft.com/office/drawing/2014/main" id="{589C49BD-F8CF-CC28-5369-B22DC6E7BCB1}"/>
              </a:ext>
            </a:extLst>
          </p:cNvPr>
          <p:cNvSpPr>
            <a:spLocks noGrp="1" noRot="1" noChangeAspect="1" noChangeArrowheads="1" noTextEdit="1"/>
          </p:cNvSpPr>
          <p:nvPr>
            <p:ph type="sldImg"/>
          </p:nvPr>
        </p:nvSpPr>
        <p:spPr>
          <a:ln/>
          <a:extLst>
            <a:ext uri="{FAA26D3D-D897-4be2-8F04-BA451C77F1D7}"/>
          </a:extLst>
        </p:spPr>
      </p:sp>
      <p:sp>
        <p:nvSpPr>
          <p:cNvPr id="250883" name="Rectangle 3">
            <a:extLst>
              <a:ext uri="{FF2B5EF4-FFF2-40B4-BE49-F238E27FC236}">
                <a16:creationId xmlns:a16="http://schemas.microsoft.com/office/drawing/2014/main" id="{E7D3E19D-5449-3020-8342-1365539D1E76}"/>
              </a:ext>
            </a:extLst>
          </p:cNvPr>
          <p:cNvSpPr>
            <a:spLocks noGrp="1" noChangeArrowheads="1"/>
          </p:cNvSpPr>
          <p:nvPr>
            <p:ph type="body" idx="1"/>
          </p:nvPr>
        </p:nvSpPr>
        <p:spPr>
          <a:xfrm>
            <a:off x="1363663" y="3371850"/>
            <a:ext cx="7507287" cy="3194050"/>
          </a:xfrm>
        </p:spPr>
        <p:txBody>
          <a:bodyPr/>
          <a:lstStyle/>
          <a:p>
            <a:pPr eaLnBrk="1" hangingPunct="1">
              <a:defRPr/>
            </a:pPr>
            <a:endParaRPr lang="en-US" dirty="0">
              <a:cs typeface="+mn-cs"/>
            </a:endParaRPr>
          </a:p>
        </p:txBody>
      </p:sp>
    </p:spTree>
    <p:extLst>
      <p:ext uri="{BB962C8B-B14F-4D97-AF65-F5344CB8AC3E}">
        <p14:creationId xmlns:p14="http://schemas.microsoft.com/office/powerpoint/2010/main" val="14402766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A97F03E-85D3-BE52-1144-868C6C1CBDE2}"/>
              </a:ext>
            </a:extLst>
          </p:cNvPr>
          <p:cNvSpPr>
            <a:spLocks noGrp="1" noChangeArrowheads="1"/>
          </p:cNvSpPr>
          <p:nvPr>
            <p:ph type="sldNum" sz="quarter" idx="5"/>
          </p:nvPr>
        </p:nvSpPr>
        <p:spPr/>
        <p:txBody>
          <a:bodyPr/>
          <a:lstStyle>
            <a:lvl1pPr defTabSz="966788"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defTabSz="966788"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defTabSz="966788"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defTabSz="966788"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defTabSz="966788"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312CC659-AE85-E04F-9B2A-9CC5D10EBF9E}" type="slidenum">
              <a:rPr lang="en-US" altLang="en-US"/>
              <a:pPr eaLnBrk="1" hangingPunct="1"/>
              <a:t>27</a:t>
            </a:fld>
            <a:endParaRPr lang="en-US" altLang="en-US"/>
          </a:p>
        </p:txBody>
      </p:sp>
      <p:sp>
        <p:nvSpPr>
          <p:cNvPr id="250882" name="Rectangle 2">
            <a:extLst>
              <a:ext uri="{FF2B5EF4-FFF2-40B4-BE49-F238E27FC236}">
                <a16:creationId xmlns:a16="http://schemas.microsoft.com/office/drawing/2014/main" id="{589C49BD-F8CF-CC28-5369-B22DC6E7BCB1}"/>
              </a:ext>
            </a:extLst>
          </p:cNvPr>
          <p:cNvSpPr>
            <a:spLocks noGrp="1" noRot="1" noChangeAspect="1" noChangeArrowheads="1" noTextEdit="1"/>
          </p:cNvSpPr>
          <p:nvPr>
            <p:ph type="sldImg"/>
          </p:nvPr>
        </p:nvSpPr>
        <p:spPr>
          <a:ln/>
          <a:extLst>
            <a:ext uri="{FAA26D3D-D897-4be2-8F04-BA451C77F1D7}"/>
          </a:extLst>
        </p:spPr>
      </p:sp>
      <p:sp>
        <p:nvSpPr>
          <p:cNvPr id="250883" name="Rectangle 3">
            <a:extLst>
              <a:ext uri="{FF2B5EF4-FFF2-40B4-BE49-F238E27FC236}">
                <a16:creationId xmlns:a16="http://schemas.microsoft.com/office/drawing/2014/main" id="{E7D3E19D-5449-3020-8342-1365539D1E76}"/>
              </a:ext>
            </a:extLst>
          </p:cNvPr>
          <p:cNvSpPr>
            <a:spLocks noGrp="1" noChangeArrowheads="1"/>
          </p:cNvSpPr>
          <p:nvPr>
            <p:ph type="body" idx="1"/>
          </p:nvPr>
        </p:nvSpPr>
        <p:spPr>
          <a:xfrm>
            <a:off x="1363663" y="3371850"/>
            <a:ext cx="7507287" cy="3194050"/>
          </a:xfrm>
        </p:spPr>
        <p:txBody>
          <a:bodyPr/>
          <a:lstStyle/>
          <a:p>
            <a:pPr eaLnBrk="1" hangingPunct="1">
              <a:defRPr/>
            </a:pPr>
            <a:endParaRPr lang="en-US" dirty="0">
              <a:cs typeface="+mn-cs"/>
            </a:endParaRPr>
          </a:p>
        </p:txBody>
      </p:sp>
    </p:spTree>
    <p:extLst>
      <p:ext uri="{BB962C8B-B14F-4D97-AF65-F5344CB8AC3E}">
        <p14:creationId xmlns:p14="http://schemas.microsoft.com/office/powerpoint/2010/main" val="10444623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BA43CCF-3178-9BEB-FEC0-13C564CB159B}"/>
              </a:ext>
            </a:extLst>
          </p:cNvPr>
          <p:cNvSpPr>
            <a:spLocks noGrp="1" noChangeArrowheads="1"/>
          </p:cNvSpPr>
          <p:nvPr>
            <p:ph type="sldNum" sz="quarter" idx="5"/>
          </p:nvPr>
        </p:nvSpPr>
        <p:spPr/>
        <p:txBody>
          <a:bodyPr/>
          <a:lstStyle>
            <a:lvl1pPr defTabSz="966788"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defTabSz="966788"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defTabSz="966788"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defTabSz="966788"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defTabSz="966788"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7EB7CA44-98E0-ED40-832E-A59E2063D91A}" type="slidenum">
              <a:rPr lang="en-US" altLang="en-US"/>
              <a:pPr eaLnBrk="1" hangingPunct="1"/>
              <a:t>28</a:t>
            </a:fld>
            <a:endParaRPr lang="en-US" altLang="en-US"/>
          </a:p>
        </p:txBody>
      </p:sp>
      <p:sp>
        <p:nvSpPr>
          <p:cNvPr id="252930" name="Rectangle 2">
            <a:extLst>
              <a:ext uri="{FF2B5EF4-FFF2-40B4-BE49-F238E27FC236}">
                <a16:creationId xmlns:a16="http://schemas.microsoft.com/office/drawing/2014/main" id="{FBD5EA03-F66F-6AB2-489F-96CAA0CFB01B}"/>
              </a:ext>
            </a:extLst>
          </p:cNvPr>
          <p:cNvSpPr>
            <a:spLocks noGrp="1" noRot="1" noChangeAspect="1" noChangeArrowheads="1" noTextEdit="1"/>
          </p:cNvSpPr>
          <p:nvPr>
            <p:ph type="sldImg"/>
          </p:nvPr>
        </p:nvSpPr>
        <p:spPr>
          <a:ln/>
          <a:extLst>
            <a:ext uri="{FAA26D3D-D897-4be2-8F04-BA451C77F1D7}"/>
          </a:extLst>
        </p:spPr>
      </p:sp>
      <p:sp>
        <p:nvSpPr>
          <p:cNvPr id="252931" name="Rectangle 3">
            <a:extLst>
              <a:ext uri="{FF2B5EF4-FFF2-40B4-BE49-F238E27FC236}">
                <a16:creationId xmlns:a16="http://schemas.microsoft.com/office/drawing/2014/main" id="{B313DFBA-02B0-EBDF-BE79-FD101C0D8265}"/>
              </a:ext>
            </a:extLst>
          </p:cNvPr>
          <p:cNvSpPr>
            <a:spLocks noGrp="1" noChangeArrowheads="1"/>
          </p:cNvSpPr>
          <p:nvPr>
            <p:ph type="body" idx="1"/>
          </p:nvPr>
        </p:nvSpPr>
        <p:spPr>
          <a:xfrm>
            <a:off x="1363663" y="3371850"/>
            <a:ext cx="7507287" cy="3194050"/>
          </a:xfrm>
        </p:spPr>
        <p:txBody>
          <a:bodyPr/>
          <a:lstStyle/>
          <a:p>
            <a:pPr eaLnBrk="1" hangingPunct="1">
              <a:defRPr/>
            </a:pPr>
            <a:endParaRPr lang="en-US" dirty="0">
              <a:cs typeface="+mn-cs"/>
            </a:endParaRPr>
          </a:p>
        </p:txBody>
      </p:sp>
    </p:spTree>
    <p:extLst>
      <p:ext uri="{BB962C8B-B14F-4D97-AF65-F5344CB8AC3E}">
        <p14:creationId xmlns:p14="http://schemas.microsoft.com/office/powerpoint/2010/main" val="38863994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BA43CCF-3178-9BEB-FEC0-13C564CB159B}"/>
              </a:ext>
            </a:extLst>
          </p:cNvPr>
          <p:cNvSpPr>
            <a:spLocks noGrp="1" noChangeArrowheads="1"/>
          </p:cNvSpPr>
          <p:nvPr>
            <p:ph type="sldNum" sz="quarter" idx="5"/>
          </p:nvPr>
        </p:nvSpPr>
        <p:spPr/>
        <p:txBody>
          <a:bodyPr/>
          <a:lstStyle>
            <a:lvl1pPr defTabSz="966788"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defTabSz="966788"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defTabSz="966788"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defTabSz="966788"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defTabSz="966788"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7EB7CA44-98E0-ED40-832E-A59E2063D91A}" type="slidenum">
              <a:rPr lang="en-US" altLang="en-US"/>
              <a:pPr eaLnBrk="1" hangingPunct="1"/>
              <a:t>29</a:t>
            </a:fld>
            <a:endParaRPr lang="en-US" altLang="en-US"/>
          </a:p>
        </p:txBody>
      </p:sp>
      <p:sp>
        <p:nvSpPr>
          <p:cNvPr id="252930" name="Rectangle 2">
            <a:extLst>
              <a:ext uri="{FF2B5EF4-FFF2-40B4-BE49-F238E27FC236}">
                <a16:creationId xmlns:a16="http://schemas.microsoft.com/office/drawing/2014/main" id="{FBD5EA03-F66F-6AB2-489F-96CAA0CFB01B}"/>
              </a:ext>
            </a:extLst>
          </p:cNvPr>
          <p:cNvSpPr>
            <a:spLocks noGrp="1" noRot="1" noChangeAspect="1" noChangeArrowheads="1" noTextEdit="1"/>
          </p:cNvSpPr>
          <p:nvPr>
            <p:ph type="sldImg"/>
          </p:nvPr>
        </p:nvSpPr>
        <p:spPr>
          <a:ln/>
          <a:extLst>
            <a:ext uri="{FAA26D3D-D897-4be2-8F04-BA451C77F1D7}"/>
          </a:extLst>
        </p:spPr>
      </p:sp>
      <p:sp>
        <p:nvSpPr>
          <p:cNvPr id="252931" name="Rectangle 3">
            <a:extLst>
              <a:ext uri="{FF2B5EF4-FFF2-40B4-BE49-F238E27FC236}">
                <a16:creationId xmlns:a16="http://schemas.microsoft.com/office/drawing/2014/main" id="{B313DFBA-02B0-EBDF-BE79-FD101C0D8265}"/>
              </a:ext>
            </a:extLst>
          </p:cNvPr>
          <p:cNvSpPr>
            <a:spLocks noGrp="1" noChangeArrowheads="1"/>
          </p:cNvSpPr>
          <p:nvPr>
            <p:ph type="body" idx="1"/>
          </p:nvPr>
        </p:nvSpPr>
        <p:spPr>
          <a:xfrm>
            <a:off x="1363663" y="3371850"/>
            <a:ext cx="7507287" cy="3194050"/>
          </a:xfrm>
        </p:spPr>
        <p:txBody>
          <a:bodyPr/>
          <a:lstStyle/>
          <a:p>
            <a:pPr eaLnBrk="1" hangingPunct="1">
              <a:defRPr/>
            </a:pPr>
            <a:endParaRPr lang="en-US" dirty="0">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240"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Newton’s first law explains what happens to object when </a:t>
            </a:r>
            <a:r>
              <a:rPr lang="en-US" sz="1300" i="1" dirty="0">
                <a:latin typeface="Times New Roman" panose="02020603050405020304" pitchFamily="18" charset="0"/>
                <a:cs typeface="Times New Roman" panose="02020603050405020304" pitchFamily="18" charset="0"/>
              </a:rPr>
              <a:t>no</a:t>
            </a:r>
            <a:r>
              <a:rPr lang="en-US" sz="1300" dirty="0">
                <a:latin typeface="Times New Roman" panose="02020603050405020304" pitchFamily="18" charset="0"/>
                <a:cs typeface="Times New Roman" panose="02020603050405020304" pitchFamily="18" charset="0"/>
              </a:rPr>
              <a:t> forces act on it: maintains original motion (either remains at rest or moves in straight line with constant speed) </a:t>
            </a:r>
          </a:p>
          <a:p>
            <a:pPr marL="181240"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Newton’s second law answers question of what happens to object when one or more forces act on it</a:t>
            </a:r>
          </a:p>
          <a:p>
            <a:pPr marL="181240" indent="-181240" defTabSz="483306">
              <a:buFont typeface="Arial" panose="020B0604020202020204" pitchFamily="34" charset="0"/>
              <a:buChar char="•"/>
              <a:defRPr/>
            </a:pPr>
            <a:endParaRPr lang="en-US" sz="1300" dirty="0">
              <a:latin typeface="Times New Roman" panose="02020603050405020304" pitchFamily="18" charset="0"/>
              <a:cs typeface="Times New Roman" panose="02020603050405020304" pitchFamily="18" charset="0"/>
            </a:endParaRPr>
          </a:p>
          <a:p>
            <a:pPr marL="181240"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Imagine pushing block of mass </a:t>
            </a:r>
            <a:r>
              <a:rPr lang="en-US" sz="1300" i="1" dirty="0">
                <a:latin typeface="Times New Roman" panose="02020603050405020304" pitchFamily="18" charset="0"/>
                <a:cs typeface="Times New Roman" panose="02020603050405020304" pitchFamily="18" charset="0"/>
              </a:rPr>
              <a:t>m </a:t>
            </a:r>
            <a:r>
              <a:rPr lang="en-US" sz="1300" dirty="0">
                <a:latin typeface="Times New Roman" panose="02020603050405020304" pitchFamily="18" charset="0"/>
                <a:cs typeface="Times New Roman" panose="02020603050405020304" pitchFamily="18" charset="0"/>
              </a:rPr>
              <a:t>across frictionless, horizontal surface </a:t>
            </a:r>
          </a:p>
          <a:p>
            <a:pPr marL="664546" lvl="1"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Horizontal force </a:t>
            </a:r>
            <a:r>
              <a:rPr lang="en-US" sz="1300" b="1" dirty="0">
                <a:latin typeface="Times New Roman" panose="02020603050405020304" pitchFamily="18" charset="0"/>
                <a:cs typeface="Times New Roman" panose="02020603050405020304" pitchFamily="18" charset="0"/>
              </a:rPr>
              <a:t>F </a:t>
            </a:r>
            <a:r>
              <a:rPr lang="en-US" sz="1300" dirty="0">
                <a:latin typeface="Times New Roman" panose="02020603050405020304" pitchFamily="18" charset="0"/>
                <a:cs typeface="Times New Roman" panose="02020603050405020304" pitchFamily="18" charset="0"/>
              </a:rPr>
              <a:t>on block </a:t>
            </a:r>
            <a:r>
              <a:rPr lang="en-US" sz="1300" dirty="0">
                <a:latin typeface="Times New Roman" panose="02020603050405020304" pitchFamily="18" charset="0"/>
                <a:cs typeface="Times New Roman" panose="02020603050405020304" pitchFamily="18" charset="0"/>
                <a:sym typeface="Symbol" panose="05050102010706020507" pitchFamily="18" charset="2"/>
              </a:rPr>
              <a:t></a:t>
            </a:r>
            <a:r>
              <a:rPr lang="en-US" sz="1300" dirty="0">
                <a:latin typeface="Times New Roman" panose="02020603050405020304" pitchFamily="18" charset="0"/>
                <a:cs typeface="Times New Roman" panose="02020603050405020304" pitchFamily="18" charset="0"/>
              </a:rPr>
              <a:t> moves with acceleration </a:t>
            </a:r>
            <a:r>
              <a:rPr lang="en-US" sz="1300" b="1" dirty="0">
                <a:latin typeface="Times New Roman" panose="02020603050405020304" pitchFamily="18" charset="0"/>
                <a:cs typeface="Times New Roman" panose="02020603050405020304" pitchFamily="18" charset="0"/>
              </a:rPr>
              <a:t>a</a:t>
            </a:r>
            <a:r>
              <a:rPr lang="en-US" sz="1300" dirty="0">
                <a:latin typeface="Times New Roman" panose="02020603050405020304" pitchFamily="18" charset="0"/>
                <a:cs typeface="Times New Roman" panose="02020603050405020304" pitchFamily="18" charset="0"/>
              </a:rPr>
              <a:t> </a:t>
            </a:r>
          </a:p>
          <a:p>
            <a:pPr marL="664546" lvl="1"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Apply force twice as great on same block </a:t>
            </a:r>
            <a:r>
              <a:rPr lang="en-US" sz="1300" dirty="0">
                <a:latin typeface="Times New Roman" panose="02020603050405020304" pitchFamily="18" charset="0"/>
                <a:cs typeface="Times New Roman" panose="02020603050405020304" pitchFamily="18" charset="0"/>
                <a:sym typeface="Symbol" panose="05050102010706020507" pitchFamily="18" charset="2"/>
              </a:rPr>
              <a:t></a:t>
            </a:r>
            <a:r>
              <a:rPr lang="en-US" sz="1300" dirty="0">
                <a:latin typeface="Times New Roman" panose="02020603050405020304" pitchFamily="18" charset="0"/>
                <a:cs typeface="Times New Roman" panose="02020603050405020304" pitchFamily="18" charset="0"/>
              </a:rPr>
              <a:t> acceleration of block doubles</a:t>
            </a:r>
          </a:p>
          <a:p>
            <a:pPr marL="181240" indent="-181240" defTabSz="483306">
              <a:buFont typeface="Arial" panose="020B0604020202020204" pitchFamily="34" charset="0"/>
              <a:buChar char="•"/>
              <a:defRPr/>
            </a:pPr>
            <a:endParaRPr lang="en-US" sz="1300" dirty="0">
              <a:latin typeface="Times New Roman" panose="02020603050405020304" pitchFamily="18" charset="0"/>
              <a:cs typeface="Times New Roman" panose="02020603050405020304" pitchFamily="18" charset="0"/>
            </a:endParaRPr>
          </a:p>
          <a:p>
            <a:pPr marL="181240"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Acceleration of object directly proportional to force acting on it, inversely proportional to mass:</a:t>
            </a:r>
            <a:r>
              <a:rPr lang="en-US" sz="1300" i="1" dirty="0">
                <a:latin typeface="Times New Roman" panose="02020603050405020304" pitchFamily="18" charset="0"/>
                <a:cs typeface="Times New Roman" panose="02020603050405020304" pitchFamily="18" charset="0"/>
              </a:rPr>
              <a:t> </a:t>
            </a:r>
            <a:r>
              <a:rPr lang="en-US" sz="1300" b="1" i="1" dirty="0">
                <a:latin typeface="Times New Roman" panose="02020603050405020304" pitchFamily="18" charset="0"/>
                <a:cs typeface="Times New Roman" panose="02020603050405020304" pitchFamily="18" charset="0"/>
              </a:rPr>
              <a:t>[click to show equation]</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6E7E7F27-47DB-D94D-995F-E3088F8069A6}" type="slidenum">
              <a:rPr lang="en-US" smtClean="0"/>
              <a:t>30</a:t>
            </a:fld>
            <a:endParaRPr lang="en-US"/>
          </a:p>
        </p:txBody>
      </p:sp>
    </p:spTree>
    <p:extLst>
      <p:ext uri="{BB962C8B-B14F-4D97-AF65-F5344CB8AC3E}">
        <p14:creationId xmlns:p14="http://schemas.microsoft.com/office/powerpoint/2010/main" val="29055264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E1A4DB0-0662-CFE7-6771-0EAC5E3274E5}"/>
              </a:ext>
            </a:extLst>
          </p:cNvPr>
          <p:cNvSpPr>
            <a:spLocks noGrp="1" noChangeArrowheads="1"/>
          </p:cNvSpPr>
          <p:nvPr>
            <p:ph type="sldNum" sz="quarter" idx="5"/>
          </p:nvPr>
        </p:nvSpPr>
        <p:spPr/>
        <p:txBody>
          <a:bodyPr/>
          <a:lstStyle>
            <a:lvl1pPr defTabSz="966788"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defTabSz="966788"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defTabSz="966788"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defTabSz="966788"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defTabSz="966788"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464D130D-98A5-824A-946A-AE639C2556A5}" type="slidenum">
              <a:rPr lang="en-US" altLang="en-US"/>
              <a:pPr eaLnBrk="1" hangingPunct="1"/>
              <a:t>32</a:t>
            </a:fld>
            <a:endParaRPr lang="en-US" altLang="en-US"/>
          </a:p>
        </p:txBody>
      </p:sp>
      <p:sp>
        <p:nvSpPr>
          <p:cNvPr id="246786" name="Rectangle 2">
            <a:extLst>
              <a:ext uri="{FF2B5EF4-FFF2-40B4-BE49-F238E27FC236}">
                <a16:creationId xmlns:a16="http://schemas.microsoft.com/office/drawing/2014/main" id="{7CAD3EF3-9006-6100-3437-0555A81F7896}"/>
              </a:ext>
            </a:extLst>
          </p:cNvPr>
          <p:cNvSpPr>
            <a:spLocks noGrp="1" noRot="1" noChangeAspect="1" noChangeArrowheads="1" noTextEdit="1"/>
          </p:cNvSpPr>
          <p:nvPr>
            <p:ph type="sldImg"/>
          </p:nvPr>
        </p:nvSpPr>
        <p:spPr>
          <a:ln/>
          <a:extLst>
            <a:ext uri="{FAA26D3D-D897-4be2-8F04-BA451C77F1D7}"/>
          </a:extLst>
        </p:spPr>
      </p:sp>
      <p:sp>
        <p:nvSpPr>
          <p:cNvPr id="246787" name="Rectangle 3">
            <a:extLst>
              <a:ext uri="{FF2B5EF4-FFF2-40B4-BE49-F238E27FC236}">
                <a16:creationId xmlns:a16="http://schemas.microsoft.com/office/drawing/2014/main" id="{93AF34EC-A4DF-489A-D788-854776F6483D}"/>
              </a:ext>
            </a:extLst>
          </p:cNvPr>
          <p:cNvSpPr>
            <a:spLocks noGrp="1" noChangeArrowheads="1"/>
          </p:cNvSpPr>
          <p:nvPr>
            <p:ph type="body" idx="1"/>
          </p:nvPr>
        </p:nvSpPr>
        <p:spPr/>
        <p:txBody>
          <a:bodyPr/>
          <a:lstStyle/>
          <a:p>
            <a:pPr eaLnBrk="1" hangingPunct="1">
              <a:defRPr/>
            </a:pPr>
            <a:endParaRPr lang="en-US" dirty="0">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240" indent="-181240" defTabSz="483306">
              <a:buFont typeface="Arial" panose="020B0604020202020204" pitchFamily="34" charset="0"/>
              <a:buChar char="•"/>
              <a:defRPr/>
            </a:pPr>
            <a:r>
              <a:rPr lang="en-US" sz="1300" b="1" dirty="0">
                <a:latin typeface="Times New Roman" panose="02020603050405020304" pitchFamily="18" charset="0"/>
                <a:cs typeface="Times New Roman" panose="02020603050405020304" pitchFamily="18" charset="0"/>
              </a:rPr>
              <a:t>Newton’s third law</a:t>
            </a:r>
            <a:endParaRPr lang="en-US" sz="1300" dirty="0">
              <a:latin typeface="Times New Roman" panose="02020603050405020304" pitchFamily="18" charset="0"/>
              <a:cs typeface="Times New Roman" panose="02020603050405020304" pitchFamily="18" charset="0"/>
            </a:endParaRPr>
          </a:p>
          <a:p>
            <a:endParaRPr lang="en-US" dirty="0"/>
          </a:p>
        </p:txBody>
      </p:sp>
      <p:sp>
        <p:nvSpPr>
          <p:cNvPr id="4" name="Slide Number Placeholder 3"/>
          <p:cNvSpPr>
            <a:spLocks noGrp="1"/>
          </p:cNvSpPr>
          <p:nvPr>
            <p:ph type="sldNum" sz="quarter" idx="10"/>
          </p:nvPr>
        </p:nvSpPr>
        <p:spPr/>
        <p:txBody>
          <a:bodyPr/>
          <a:lstStyle/>
          <a:p>
            <a:fld id="{6E7E7F27-47DB-D94D-995F-E3088F8069A6}" type="slidenum">
              <a:rPr lang="en-US" smtClean="0"/>
              <a:t>36</a:t>
            </a:fld>
            <a:endParaRPr lang="en-US"/>
          </a:p>
        </p:txBody>
      </p:sp>
    </p:spTree>
    <p:extLst>
      <p:ext uri="{BB962C8B-B14F-4D97-AF65-F5344CB8AC3E}">
        <p14:creationId xmlns:p14="http://schemas.microsoft.com/office/powerpoint/2010/main" val="19030621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240"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Computer monitor at rest on table (figure (a))</a:t>
            </a:r>
          </a:p>
          <a:p>
            <a:pPr marL="181240" indent="-181240" defTabSz="483306">
              <a:buFont typeface="Arial" panose="020B0604020202020204" pitchFamily="34" charset="0"/>
              <a:buChar char="•"/>
              <a:defRPr/>
            </a:pPr>
            <a:endParaRPr lang="en-US" sz="1300" dirty="0">
              <a:latin typeface="Times New Roman" panose="02020603050405020304" pitchFamily="18" charset="0"/>
              <a:cs typeface="Times New Roman" panose="02020603050405020304" pitchFamily="18" charset="0"/>
            </a:endParaRPr>
          </a:p>
          <a:p>
            <a:pPr marL="181240"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Gravitational force on monitor: </a:t>
            </a:r>
            <a:r>
              <a:rPr lang="en-US" sz="1300" b="1" dirty="0">
                <a:latin typeface="Times New Roman" panose="02020603050405020304" pitchFamily="18" charset="0"/>
                <a:cs typeface="Times New Roman" panose="02020603050405020304" pitchFamily="18" charset="0"/>
              </a:rPr>
              <a:t>F</a:t>
            </a:r>
            <a:r>
              <a:rPr lang="en-US" sz="1300" i="1" baseline="-25000" dirty="0">
                <a:latin typeface="Times New Roman" panose="02020603050405020304" pitchFamily="18" charset="0"/>
                <a:cs typeface="Times New Roman" panose="02020603050405020304" pitchFamily="18" charset="0"/>
              </a:rPr>
              <a:t>g</a:t>
            </a:r>
            <a:r>
              <a:rPr lang="en-US" sz="1300" i="1" dirty="0">
                <a:latin typeface="Times New Roman" panose="02020603050405020304" pitchFamily="18" charset="0"/>
                <a:cs typeface="Times New Roman" panose="02020603050405020304" pitchFamily="18" charset="0"/>
              </a:rPr>
              <a:t> </a:t>
            </a:r>
            <a:r>
              <a:rPr lang="en-US" sz="1300" dirty="0">
                <a:latin typeface="Times New Roman" panose="02020603050405020304" pitchFamily="18" charset="0"/>
                <a:cs typeface="Times New Roman" panose="02020603050405020304" pitchFamily="18" charset="0"/>
              </a:rPr>
              <a:t>= </a:t>
            </a:r>
            <a:r>
              <a:rPr lang="en-US" sz="1300" b="1" dirty="0" err="1">
                <a:latin typeface="Times New Roman" panose="02020603050405020304" pitchFamily="18" charset="0"/>
                <a:cs typeface="Times New Roman" panose="02020603050405020304" pitchFamily="18" charset="0"/>
              </a:rPr>
              <a:t>F</a:t>
            </a:r>
            <a:r>
              <a:rPr lang="en-US" sz="1300" baseline="-25000" dirty="0" err="1">
                <a:latin typeface="Times New Roman" panose="02020603050405020304" pitchFamily="18" charset="0"/>
                <a:cs typeface="Times New Roman" panose="02020603050405020304" pitchFamily="18" charset="0"/>
              </a:rPr>
              <a:t>Em</a:t>
            </a:r>
            <a:endParaRPr lang="en-US" sz="1300" dirty="0">
              <a:latin typeface="Times New Roman" panose="02020603050405020304" pitchFamily="18" charset="0"/>
              <a:cs typeface="Times New Roman" panose="02020603050405020304" pitchFamily="18" charset="0"/>
            </a:endParaRPr>
          </a:p>
          <a:p>
            <a:pPr marL="664546" lvl="1"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Reaction force: </a:t>
            </a:r>
            <a:r>
              <a:rPr lang="en-US" sz="1300" b="1" dirty="0" err="1">
                <a:latin typeface="Times New Roman" panose="02020603050405020304" pitchFamily="18" charset="0"/>
                <a:cs typeface="Times New Roman" panose="02020603050405020304" pitchFamily="18" charset="0"/>
              </a:rPr>
              <a:t>F</a:t>
            </a:r>
            <a:r>
              <a:rPr lang="en-US" sz="1300" baseline="-25000" dirty="0" err="1">
                <a:latin typeface="Times New Roman" panose="02020603050405020304" pitchFamily="18" charset="0"/>
                <a:cs typeface="Times New Roman" panose="02020603050405020304" pitchFamily="18" charset="0"/>
              </a:rPr>
              <a:t>mE</a:t>
            </a:r>
            <a:r>
              <a:rPr lang="en-US" sz="1300" dirty="0">
                <a:latin typeface="Times New Roman" panose="02020603050405020304" pitchFamily="18" charset="0"/>
                <a:cs typeface="Times New Roman" panose="02020603050405020304" pitchFamily="18" charset="0"/>
              </a:rPr>
              <a:t> = </a:t>
            </a:r>
            <a:r>
              <a:rPr lang="en-US" sz="1300" dirty="0">
                <a:latin typeface="Times New Roman" panose="02020603050405020304" pitchFamily="18" charset="0"/>
                <a:cs typeface="Times New Roman" panose="02020603050405020304" pitchFamily="18" charset="0"/>
                <a:sym typeface="Symbol" panose="05050102010706020507" pitchFamily="18" charset="2"/>
              </a:rPr>
              <a:t></a:t>
            </a:r>
            <a:r>
              <a:rPr lang="en-US" sz="1300" b="1" dirty="0" err="1">
                <a:latin typeface="Times New Roman" panose="02020603050405020304" pitchFamily="18" charset="0"/>
                <a:cs typeface="Times New Roman" panose="02020603050405020304" pitchFamily="18" charset="0"/>
              </a:rPr>
              <a:t>F</a:t>
            </a:r>
            <a:r>
              <a:rPr lang="en-US" sz="1300" baseline="-25000" dirty="0" err="1">
                <a:latin typeface="Times New Roman" panose="02020603050405020304" pitchFamily="18" charset="0"/>
                <a:cs typeface="Times New Roman" panose="02020603050405020304" pitchFamily="18" charset="0"/>
              </a:rPr>
              <a:t>Em</a:t>
            </a:r>
            <a:r>
              <a:rPr lang="en-US" sz="1300" dirty="0">
                <a:latin typeface="Times New Roman" panose="02020603050405020304" pitchFamily="18" charset="0"/>
                <a:cs typeface="Times New Roman" panose="02020603050405020304" pitchFamily="18" charset="0"/>
              </a:rPr>
              <a:t> exerted by monitor on Earth</a:t>
            </a:r>
          </a:p>
          <a:p>
            <a:pPr marL="181240" indent="-181240" defTabSz="483306">
              <a:buFont typeface="Arial" panose="020B0604020202020204" pitchFamily="34" charset="0"/>
              <a:buChar char="•"/>
              <a:defRPr/>
            </a:pPr>
            <a:endParaRPr lang="en-US" sz="1300" dirty="0">
              <a:latin typeface="Times New Roman" panose="02020603050405020304" pitchFamily="18" charset="0"/>
              <a:cs typeface="Times New Roman" panose="02020603050405020304" pitchFamily="18" charset="0"/>
            </a:endParaRPr>
          </a:p>
          <a:p>
            <a:pPr marL="181240"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Monitor does not accelerate </a:t>
            </a:r>
            <a:r>
              <a:rPr lang="en-US" sz="1300" dirty="0">
                <a:latin typeface="Times New Roman" panose="02020603050405020304" pitchFamily="18" charset="0"/>
                <a:cs typeface="Times New Roman" panose="02020603050405020304" pitchFamily="18" charset="0"/>
                <a:sym typeface="Symbol" panose="05050102010706020507" pitchFamily="18" charset="2"/>
              </a:rPr>
              <a:t></a:t>
            </a:r>
            <a:r>
              <a:rPr lang="en-US" sz="1300" dirty="0">
                <a:latin typeface="Times New Roman" panose="02020603050405020304" pitchFamily="18" charset="0"/>
                <a:cs typeface="Times New Roman" panose="02020603050405020304" pitchFamily="18" charset="0"/>
              </a:rPr>
              <a:t> held up by table </a:t>
            </a:r>
          </a:p>
          <a:p>
            <a:pPr marL="664546" lvl="1"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Table exerts on monitor upward force </a:t>
            </a:r>
            <a:r>
              <a:rPr lang="en-US" sz="1300" b="1" dirty="0">
                <a:latin typeface="Times New Roman" panose="02020603050405020304" pitchFamily="18" charset="0"/>
                <a:cs typeface="Times New Roman" panose="02020603050405020304" pitchFamily="18" charset="0"/>
              </a:rPr>
              <a:t>n</a:t>
            </a:r>
            <a:r>
              <a:rPr lang="en-US" sz="1300" dirty="0">
                <a:latin typeface="Times New Roman" panose="02020603050405020304" pitchFamily="18" charset="0"/>
                <a:cs typeface="Times New Roman" panose="02020603050405020304" pitchFamily="18" charset="0"/>
              </a:rPr>
              <a:t> = </a:t>
            </a:r>
            <a:r>
              <a:rPr lang="en-US" sz="1300" b="1" dirty="0" err="1">
                <a:latin typeface="Times New Roman" panose="02020603050405020304" pitchFamily="18" charset="0"/>
                <a:cs typeface="Times New Roman" panose="02020603050405020304" pitchFamily="18" charset="0"/>
              </a:rPr>
              <a:t>F</a:t>
            </a:r>
            <a:r>
              <a:rPr lang="en-US" sz="1300" baseline="-25000" dirty="0" err="1">
                <a:latin typeface="Times New Roman" panose="02020603050405020304" pitchFamily="18" charset="0"/>
                <a:cs typeface="Times New Roman" panose="02020603050405020304" pitchFamily="18" charset="0"/>
              </a:rPr>
              <a:t>tm</a:t>
            </a:r>
            <a:r>
              <a:rPr lang="en-US" sz="1300" dirty="0">
                <a:latin typeface="Times New Roman" panose="02020603050405020304" pitchFamily="18" charset="0"/>
                <a:cs typeface="Times New Roman" panose="02020603050405020304" pitchFamily="18" charset="0"/>
              </a:rPr>
              <a:t> </a:t>
            </a:r>
            <a:r>
              <a:rPr lang="en-US" sz="1300" dirty="0">
                <a:latin typeface="Times New Roman" panose="02020603050405020304" pitchFamily="18" charset="0"/>
                <a:cs typeface="Times New Roman" panose="02020603050405020304" pitchFamily="18" charset="0"/>
                <a:sym typeface="Symbol" panose="05050102010706020507" pitchFamily="18" charset="2"/>
              </a:rPr>
              <a:t> </a:t>
            </a:r>
            <a:r>
              <a:rPr lang="en-US" sz="1300" b="1" dirty="0">
                <a:latin typeface="Times New Roman" panose="02020603050405020304" pitchFamily="18" charset="0"/>
                <a:cs typeface="Times New Roman" panose="02020603050405020304" pitchFamily="18" charset="0"/>
              </a:rPr>
              <a:t>normal force </a:t>
            </a:r>
            <a:r>
              <a:rPr lang="en-US" sz="1300" dirty="0">
                <a:latin typeface="Times New Roman" panose="02020603050405020304" pitchFamily="18" charset="0"/>
                <a:cs typeface="Times New Roman" panose="02020603050405020304" pitchFamily="18" charset="0"/>
              </a:rPr>
              <a:t>(</a:t>
            </a:r>
            <a:r>
              <a:rPr lang="en-US" sz="1300" i="1" dirty="0">
                <a:latin typeface="Times New Roman" panose="02020603050405020304" pitchFamily="18" charset="0"/>
                <a:cs typeface="Times New Roman" panose="02020603050405020304" pitchFamily="18" charset="0"/>
              </a:rPr>
              <a:t>Normal =</a:t>
            </a:r>
            <a:r>
              <a:rPr lang="en-US" sz="1300" dirty="0">
                <a:latin typeface="Times New Roman" panose="02020603050405020304" pitchFamily="18" charset="0"/>
                <a:cs typeface="Times New Roman" panose="02020603050405020304" pitchFamily="18" charset="0"/>
              </a:rPr>
              <a:t> </a:t>
            </a:r>
            <a:r>
              <a:rPr lang="en-US" sz="1300" i="1" dirty="0">
                <a:latin typeface="Times New Roman" panose="02020603050405020304" pitchFamily="18" charset="0"/>
                <a:cs typeface="Times New Roman" panose="02020603050405020304" pitchFamily="18" charset="0"/>
              </a:rPr>
              <a:t>perpendicular</a:t>
            </a:r>
            <a:r>
              <a:rPr lang="en-US" sz="1300" dirty="0">
                <a:latin typeface="Times New Roman" panose="02020603050405020304" pitchFamily="18" charset="0"/>
                <a:cs typeface="Times New Roman" panose="02020603050405020304" pitchFamily="18" charset="0"/>
              </a:rPr>
              <a:t>) </a:t>
            </a:r>
          </a:p>
          <a:p>
            <a:pPr marL="181240" indent="-181240" defTabSz="483306">
              <a:buFont typeface="Arial" panose="020B0604020202020204" pitchFamily="34" charset="0"/>
              <a:buChar char="•"/>
              <a:defRPr/>
            </a:pPr>
            <a:endParaRPr lang="en-US" sz="1300" dirty="0">
              <a:latin typeface="Times New Roman" panose="02020603050405020304" pitchFamily="18" charset="0"/>
              <a:cs typeface="Times New Roman" panose="02020603050405020304" pitchFamily="18" charset="0"/>
            </a:endParaRPr>
          </a:p>
          <a:p>
            <a:pPr marL="181240"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In general: whenever object in contact with surface </a:t>
            </a:r>
            <a:r>
              <a:rPr lang="en-US" sz="1300" dirty="0">
                <a:latin typeface="Times New Roman" panose="02020603050405020304" pitchFamily="18" charset="0"/>
                <a:cs typeface="Times New Roman" panose="02020603050405020304" pitchFamily="18" charset="0"/>
                <a:sym typeface="Symbol" panose="05050102010706020507" pitchFamily="18" charset="2"/>
              </a:rPr>
              <a:t> </a:t>
            </a:r>
            <a:r>
              <a:rPr lang="en-US" sz="1300" dirty="0">
                <a:latin typeface="Times New Roman" panose="02020603050405020304" pitchFamily="18" charset="0"/>
                <a:cs typeface="Times New Roman" panose="02020603050405020304" pitchFamily="18" charset="0"/>
              </a:rPr>
              <a:t>surface exerts normal force on object </a:t>
            </a:r>
          </a:p>
          <a:p>
            <a:pPr marL="181240" indent="-181240" defTabSz="483306">
              <a:buFont typeface="Arial" panose="020B0604020202020204" pitchFamily="34" charset="0"/>
              <a:buChar char="•"/>
              <a:defRPr/>
            </a:pPr>
            <a:endParaRPr lang="en-US" sz="1300" dirty="0">
              <a:latin typeface="Times New Roman" panose="02020603050405020304" pitchFamily="18" charset="0"/>
              <a:cs typeface="Times New Roman" panose="02020603050405020304" pitchFamily="18" charset="0"/>
            </a:endParaRPr>
          </a:p>
          <a:p>
            <a:pPr marL="181240"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Normal force on monitor can have any value needed, up to point of breaking table </a:t>
            </a:r>
          </a:p>
          <a:p>
            <a:pPr marL="181240" indent="-181240" defTabSz="483306">
              <a:buFont typeface="Arial" panose="020B0604020202020204" pitchFamily="34" charset="0"/>
              <a:buChar char="•"/>
              <a:defRPr/>
            </a:pPr>
            <a:endParaRPr lang="en-US" sz="1300" dirty="0">
              <a:latin typeface="Times New Roman" panose="02020603050405020304" pitchFamily="18" charset="0"/>
              <a:cs typeface="Times New Roman" panose="02020603050405020304" pitchFamily="18" charset="0"/>
            </a:endParaRPr>
          </a:p>
          <a:p>
            <a:pPr marL="181240"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Because monitor has zero acceleration </a:t>
            </a:r>
            <a:r>
              <a:rPr lang="en-US" sz="1300" dirty="0">
                <a:latin typeface="Times New Roman" panose="02020603050405020304" pitchFamily="18" charset="0"/>
                <a:cs typeface="Times New Roman" panose="02020603050405020304" pitchFamily="18" charset="0"/>
                <a:sym typeface="Symbol" panose="05050102010706020507" pitchFamily="18" charset="2"/>
              </a:rPr>
              <a:t></a:t>
            </a:r>
            <a:r>
              <a:rPr lang="en-US" sz="1300" dirty="0">
                <a:latin typeface="Times New Roman" panose="02020603050405020304" pitchFamily="18" charset="0"/>
                <a:cs typeface="Times New Roman" panose="02020603050405020304" pitchFamily="18" charset="0"/>
              </a:rPr>
              <a:t> Newton’s second law: </a:t>
            </a:r>
            <a:r>
              <a:rPr lang="en-US" sz="1300" b="1" i="1" dirty="0">
                <a:latin typeface="Times New Roman" panose="02020603050405020304" pitchFamily="18" charset="0"/>
                <a:cs typeface="Times New Roman" panose="02020603050405020304" pitchFamily="18" charset="0"/>
              </a:rPr>
              <a:t>[click to show equation]</a:t>
            </a:r>
            <a:r>
              <a:rPr lang="en-US" sz="1300" dirty="0">
                <a:latin typeface="Times New Roman" panose="02020603050405020304" pitchFamily="18" charset="0"/>
                <a:cs typeface="Times New Roman" panose="02020603050405020304" pitchFamily="18" charset="0"/>
              </a:rPr>
              <a:t> </a:t>
            </a:r>
            <a:endParaRPr lang="en-US" sz="1300" i="1" dirty="0">
              <a:latin typeface="Times New Roman" panose="02020603050405020304" pitchFamily="18" charset="0"/>
              <a:cs typeface="Times New Roman" panose="02020603050405020304" pitchFamily="18" charset="0"/>
            </a:endParaRPr>
          </a:p>
          <a:p>
            <a:pPr marL="181240" indent="-181240" defTabSz="483306">
              <a:buFont typeface="Arial" panose="020B0604020202020204" pitchFamily="34" charset="0"/>
              <a:buChar char="•"/>
              <a:defRPr/>
            </a:pPr>
            <a:endParaRPr lang="en-US" sz="1300" i="1" dirty="0">
              <a:latin typeface="Times New Roman" panose="02020603050405020304" pitchFamily="18" charset="0"/>
              <a:cs typeface="Times New Roman" panose="02020603050405020304" pitchFamily="18" charset="0"/>
            </a:endParaRPr>
          </a:p>
          <a:p>
            <a:pPr marL="181240"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Normal force balances gravitational force on monitor </a:t>
            </a:r>
            <a:r>
              <a:rPr lang="en-US" sz="1300" dirty="0">
                <a:latin typeface="Times New Roman" panose="02020603050405020304" pitchFamily="18" charset="0"/>
                <a:cs typeface="Times New Roman" panose="02020603050405020304" pitchFamily="18" charset="0"/>
                <a:sym typeface="Symbol" panose="05050102010706020507" pitchFamily="18" charset="2"/>
              </a:rPr>
              <a:t> </a:t>
            </a:r>
            <a:r>
              <a:rPr lang="en-US" sz="1300" dirty="0">
                <a:latin typeface="Times New Roman" panose="02020603050405020304" pitchFamily="18" charset="0"/>
                <a:cs typeface="Times New Roman" panose="02020603050405020304" pitchFamily="18" charset="0"/>
              </a:rPr>
              <a:t>net force on monitor = 0 </a:t>
            </a:r>
          </a:p>
          <a:p>
            <a:pPr marL="664546" lvl="1"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Reaction force to </a:t>
            </a:r>
            <a:r>
              <a:rPr lang="en-US" sz="1300" b="1" dirty="0">
                <a:latin typeface="Times New Roman" panose="02020603050405020304" pitchFamily="18" charset="0"/>
                <a:cs typeface="Times New Roman" panose="02020603050405020304" pitchFamily="18" charset="0"/>
              </a:rPr>
              <a:t>n</a:t>
            </a:r>
            <a:r>
              <a:rPr lang="en-US" sz="1300" dirty="0">
                <a:latin typeface="Times New Roman" panose="02020603050405020304" pitchFamily="18" charset="0"/>
                <a:cs typeface="Times New Roman" panose="02020603050405020304" pitchFamily="18" charset="0"/>
              </a:rPr>
              <a:t> = force exerted by monitor downward on table: </a:t>
            </a:r>
            <a:r>
              <a:rPr lang="en-US" sz="1300" b="1" dirty="0" err="1">
                <a:latin typeface="Times New Roman" panose="02020603050405020304" pitchFamily="18" charset="0"/>
                <a:cs typeface="Times New Roman" panose="02020603050405020304" pitchFamily="18" charset="0"/>
              </a:rPr>
              <a:t>F</a:t>
            </a:r>
            <a:r>
              <a:rPr lang="en-US" sz="1300" baseline="-25000" dirty="0" err="1">
                <a:latin typeface="Times New Roman" panose="02020603050405020304" pitchFamily="18" charset="0"/>
                <a:cs typeface="Times New Roman" panose="02020603050405020304" pitchFamily="18" charset="0"/>
              </a:rPr>
              <a:t>mt</a:t>
            </a:r>
            <a:r>
              <a:rPr lang="en-US" sz="1300" dirty="0">
                <a:latin typeface="Times New Roman" panose="02020603050405020304" pitchFamily="18" charset="0"/>
                <a:cs typeface="Times New Roman" panose="02020603050405020304" pitchFamily="18" charset="0"/>
              </a:rPr>
              <a:t> = </a:t>
            </a:r>
            <a:r>
              <a:rPr lang="en-US" sz="1300" dirty="0">
                <a:latin typeface="Times New Roman" panose="02020603050405020304" pitchFamily="18" charset="0"/>
                <a:cs typeface="Times New Roman" panose="02020603050405020304" pitchFamily="18" charset="0"/>
                <a:sym typeface="Symbol" panose="05050102010706020507" pitchFamily="18" charset="2"/>
              </a:rPr>
              <a:t></a:t>
            </a:r>
            <a:r>
              <a:rPr lang="en-US" sz="1300" b="1" dirty="0" err="1">
                <a:latin typeface="Times New Roman" panose="02020603050405020304" pitchFamily="18" charset="0"/>
                <a:cs typeface="Times New Roman" panose="02020603050405020304" pitchFamily="18" charset="0"/>
              </a:rPr>
              <a:t>F</a:t>
            </a:r>
            <a:r>
              <a:rPr lang="en-US" sz="1300" baseline="-25000" dirty="0" err="1">
                <a:latin typeface="Times New Roman" panose="02020603050405020304" pitchFamily="18" charset="0"/>
                <a:cs typeface="Times New Roman" panose="02020603050405020304" pitchFamily="18" charset="0"/>
              </a:rPr>
              <a:t>tm</a:t>
            </a:r>
            <a:r>
              <a:rPr lang="en-US" sz="1300" dirty="0">
                <a:latin typeface="Times New Roman" panose="02020603050405020304" pitchFamily="18" charset="0"/>
                <a:cs typeface="Times New Roman" panose="02020603050405020304" pitchFamily="18" charset="0"/>
              </a:rPr>
              <a:t> = </a:t>
            </a:r>
            <a:r>
              <a:rPr lang="en-US" sz="1300" dirty="0">
                <a:latin typeface="Times New Roman" panose="02020603050405020304" pitchFamily="18" charset="0"/>
                <a:cs typeface="Times New Roman" panose="02020603050405020304" pitchFamily="18" charset="0"/>
                <a:sym typeface="Symbol" panose="05050102010706020507" pitchFamily="18" charset="2"/>
              </a:rPr>
              <a:t></a:t>
            </a:r>
            <a:r>
              <a:rPr lang="en-US" sz="1300" b="1" dirty="0">
                <a:latin typeface="Times New Roman" panose="02020603050405020304" pitchFamily="18" charset="0"/>
                <a:cs typeface="Times New Roman" panose="02020603050405020304" pitchFamily="18" charset="0"/>
              </a:rPr>
              <a:t>n</a:t>
            </a:r>
            <a:r>
              <a:rPr lang="en-US" sz="1300" dirty="0">
                <a:latin typeface="Times New Roman" panose="02020603050405020304" pitchFamily="18" charset="0"/>
                <a:cs typeface="Times New Roman" panose="02020603050405020304" pitchFamily="18" charset="0"/>
              </a:rPr>
              <a:t> </a:t>
            </a:r>
          </a:p>
          <a:p>
            <a:pPr marL="181240" indent="-181240" defTabSz="483306">
              <a:buFont typeface="Arial" panose="020B0604020202020204" pitchFamily="34" charset="0"/>
              <a:buChar char="•"/>
              <a:defRPr/>
            </a:pPr>
            <a:endParaRPr lang="en-US" sz="1300" dirty="0">
              <a:latin typeface="Times New Roman" panose="02020603050405020304" pitchFamily="18" charset="0"/>
              <a:cs typeface="Times New Roman" panose="02020603050405020304" pitchFamily="18" charset="0"/>
            </a:endParaRPr>
          </a:p>
          <a:p>
            <a:pPr marL="181240" indent="-181240">
              <a:buFont typeface="Arial" panose="020B0604020202020204" pitchFamily="34" charset="0"/>
              <a:buChar char="•"/>
            </a:pPr>
            <a:r>
              <a:rPr lang="en-US" sz="1300" dirty="0">
                <a:latin typeface="Times New Roman" panose="02020603050405020304" pitchFamily="18" charset="0"/>
                <a:cs typeface="Times New Roman" panose="02020603050405020304" pitchFamily="18" charset="0"/>
              </a:rPr>
              <a:t>Forces acting on monitor: </a:t>
            </a:r>
            <a:r>
              <a:rPr lang="en-US" sz="1300" b="1" dirty="0">
                <a:latin typeface="Times New Roman" panose="02020603050405020304" pitchFamily="18" charset="0"/>
                <a:cs typeface="Times New Roman" panose="02020603050405020304" pitchFamily="18" charset="0"/>
              </a:rPr>
              <a:t>F</a:t>
            </a:r>
            <a:r>
              <a:rPr lang="en-US" sz="1300" i="1" baseline="-25000" dirty="0">
                <a:latin typeface="Times New Roman" panose="02020603050405020304" pitchFamily="18" charset="0"/>
                <a:cs typeface="Times New Roman" panose="02020603050405020304" pitchFamily="18" charset="0"/>
              </a:rPr>
              <a:t>g</a:t>
            </a:r>
            <a:r>
              <a:rPr lang="en-US" sz="1300" i="1" dirty="0">
                <a:latin typeface="Times New Roman" panose="02020603050405020304" pitchFamily="18" charset="0"/>
                <a:cs typeface="Times New Roman" panose="02020603050405020304" pitchFamily="18" charset="0"/>
              </a:rPr>
              <a:t> </a:t>
            </a:r>
            <a:r>
              <a:rPr lang="en-US" sz="1300" dirty="0">
                <a:latin typeface="Times New Roman" panose="02020603050405020304" pitchFamily="18" charset="0"/>
                <a:cs typeface="Times New Roman" panose="02020603050405020304" pitchFamily="18" charset="0"/>
              </a:rPr>
              <a:t>and </a:t>
            </a:r>
            <a:r>
              <a:rPr lang="en-US" sz="1300" b="1" dirty="0">
                <a:latin typeface="Times New Roman" panose="02020603050405020304" pitchFamily="18" charset="0"/>
                <a:cs typeface="Times New Roman" panose="02020603050405020304" pitchFamily="18" charset="0"/>
              </a:rPr>
              <a:t>n </a:t>
            </a:r>
            <a:r>
              <a:rPr lang="en-US" sz="1300" dirty="0">
                <a:latin typeface="Times New Roman" panose="02020603050405020304" pitchFamily="18" charset="0"/>
                <a:cs typeface="Times New Roman" panose="02020603050405020304" pitchFamily="18" charset="0"/>
              </a:rPr>
              <a:t>(figure (b))</a:t>
            </a:r>
          </a:p>
          <a:p>
            <a:pPr marL="664546" lvl="1" indent="-181240">
              <a:buFont typeface="Arial" panose="020B0604020202020204" pitchFamily="34" charset="0"/>
              <a:buChar char="•"/>
            </a:pPr>
            <a:r>
              <a:rPr lang="en-US" sz="1300" b="1" dirty="0" err="1">
                <a:latin typeface="Times New Roman" panose="02020603050405020304" pitchFamily="18" charset="0"/>
                <a:cs typeface="Times New Roman" panose="02020603050405020304" pitchFamily="18" charset="0"/>
              </a:rPr>
              <a:t>F</a:t>
            </a:r>
            <a:r>
              <a:rPr lang="en-US" sz="1300" baseline="-25000" dirty="0" err="1">
                <a:latin typeface="Times New Roman" panose="02020603050405020304" pitchFamily="18" charset="0"/>
                <a:cs typeface="Times New Roman" panose="02020603050405020304" pitchFamily="18" charset="0"/>
              </a:rPr>
              <a:t>mE</a:t>
            </a:r>
            <a:r>
              <a:rPr lang="en-US" sz="1300" dirty="0">
                <a:latin typeface="Times New Roman" panose="02020603050405020304" pitchFamily="18" charset="0"/>
                <a:cs typeface="Times New Roman" panose="02020603050405020304" pitchFamily="18" charset="0"/>
              </a:rPr>
              <a:t> and </a:t>
            </a:r>
            <a:r>
              <a:rPr lang="en-US" sz="1300" b="1" dirty="0" err="1">
                <a:latin typeface="Times New Roman" panose="02020603050405020304" pitchFamily="18" charset="0"/>
                <a:cs typeface="Times New Roman" panose="02020603050405020304" pitchFamily="18" charset="0"/>
              </a:rPr>
              <a:t>F</a:t>
            </a:r>
            <a:r>
              <a:rPr lang="en-US" sz="1300" baseline="-25000" dirty="0" err="1">
                <a:latin typeface="Times New Roman" panose="02020603050405020304" pitchFamily="18" charset="0"/>
                <a:cs typeface="Times New Roman" panose="02020603050405020304" pitchFamily="18" charset="0"/>
              </a:rPr>
              <a:t>mt</a:t>
            </a:r>
            <a:r>
              <a:rPr lang="en-US" sz="1300" baseline="-25000" dirty="0">
                <a:latin typeface="Times New Roman" panose="02020603050405020304" pitchFamily="18" charset="0"/>
                <a:cs typeface="Times New Roman" panose="02020603050405020304" pitchFamily="18" charset="0"/>
              </a:rPr>
              <a:t> </a:t>
            </a:r>
            <a:r>
              <a:rPr lang="en-US" sz="1300" dirty="0">
                <a:latin typeface="Times New Roman" panose="02020603050405020304" pitchFamily="18" charset="0"/>
                <a:cs typeface="Times New Roman" panose="02020603050405020304" pitchFamily="18" charset="0"/>
              </a:rPr>
              <a:t>exerted on objects other than monitor</a:t>
            </a:r>
            <a:endParaRPr lang="en-US" dirty="0">
              <a:latin typeface="Times New Roman" panose="02020603050405020304" pitchFamily="18" charset="0"/>
              <a:cs typeface="Times New Roman" panose="02020603050405020304" pitchFamily="18" charset="0"/>
            </a:endParaRPr>
          </a:p>
          <a:p>
            <a:pPr defTabSz="483306">
              <a:defRPr/>
            </a:pPr>
            <a:endParaRPr lang="en-US" sz="1300" dirty="0">
              <a:latin typeface="Times New Roman" panose="02020603050405020304" pitchFamily="18" charset="0"/>
              <a:cs typeface="Times New Roman" panose="02020603050405020304" pitchFamily="18" charset="0"/>
            </a:endParaRPr>
          </a:p>
          <a:p>
            <a:endParaRPr lang="en-US" dirty="0"/>
          </a:p>
        </p:txBody>
      </p:sp>
      <p:sp>
        <p:nvSpPr>
          <p:cNvPr id="4" name="Slide Number Placeholder 3"/>
          <p:cNvSpPr>
            <a:spLocks noGrp="1"/>
          </p:cNvSpPr>
          <p:nvPr>
            <p:ph type="sldNum" sz="quarter" idx="10"/>
          </p:nvPr>
        </p:nvSpPr>
        <p:spPr/>
        <p:txBody>
          <a:bodyPr/>
          <a:lstStyle/>
          <a:p>
            <a:fld id="{6E7E7F27-47DB-D94D-995F-E3088F8069A6}" type="slidenum">
              <a:rPr lang="en-US" smtClean="0"/>
              <a:t>39</a:t>
            </a:fld>
            <a:endParaRPr lang="en-US"/>
          </a:p>
        </p:txBody>
      </p:sp>
    </p:spTree>
    <p:extLst>
      <p:ext uri="{BB962C8B-B14F-4D97-AF65-F5344CB8AC3E}">
        <p14:creationId xmlns:p14="http://schemas.microsoft.com/office/powerpoint/2010/main" val="9789263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240"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All objects attracted to Earth </a:t>
            </a:r>
          </a:p>
          <a:p>
            <a:pPr marL="181240" indent="-181240" defTabSz="483306">
              <a:buFont typeface="Arial" panose="020B0604020202020204" pitchFamily="34" charset="0"/>
              <a:buChar char="•"/>
              <a:defRPr/>
            </a:pPr>
            <a:r>
              <a:rPr lang="en-US" sz="1300" b="1" dirty="0">
                <a:latin typeface="Times New Roman" panose="02020603050405020304" pitchFamily="18" charset="0"/>
                <a:cs typeface="Times New Roman" panose="02020603050405020304" pitchFamily="18" charset="0"/>
              </a:rPr>
              <a:t>Gravitational force F</a:t>
            </a:r>
            <a:r>
              <a:rPr lang="en-US" sz="1300" i="1" baseline="-25000" dirty="0">
                <a:latin typeface="Times New Roman" panose="02020603050405020304" pitchFamily="18" charset="0"/>
                <a:cs typeface="Times New Roman" panose="02020603050405020304" pitchFamily="18" charset="0"/>
              </a:rPr>
              <a:t>g</a:t>
            </a:r>
            <a:r>
              <a:rPr lang="en-US" sz="1300" dirty="0">
                <a:latin typeface="Times New Roman" panose="02020603050405020304" pitchFamily="18" charset="0"/>
                <a:cs typeface="Times New Roman" panose="02020603050405020304" pitchFamily="18" charset="0"/>
              </a:rPr>
              <a:t>: attractive force exerted by Earth on object</a:t>
            </a:r>
          </a:p>
          <a:p>
            <a:pPr marL="664546" lvl="1"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Directed toward center of Earth</a:t>
            </a:r>
          </a:p>
          <a:p>
            <a:pPr marL="664546" lvl="1"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Magnitude called </a:t>
            </a:r>
            <a:r>
              <a:rPr lang="en-US" sz="1300" b="1" dirty="0">
                <a:latin typeface="Times New Roman" panose="02020603050405020304" pitchFamily="18" charset="0"/>
                <a:cs typeface="Times New Roman" panose="02020603050405020304" pitchFamily="18" charset="0"/>
              </a:rPr>
              <a:t>weight </a:t>
            </a:r>
            <a:r>
              <a:rPr lang="en-US" sz="1300" dirty="0">
                <a:latin typeface="Times New Roman" panose="02020603050405020304" pitchFamily="18" charset="0"/>
                <a:cs typeface="Times New Roman" panose="02020603050405020304" pitchFamily="18" charset="0"/>
              </a:rPr>
              <a:t>of object</a:t>
            </a:r>
          </a:p>
          <a:p>
            <a:pPr marL="181240" indent="-181240" defTabSz="483306">
              <a:buFont typeface="Arial" panose="020B0604020202020204" pitchFamily="34" charset="0"/>
              <a:buChar char="•"/>
              <a:defRPr/>
            </a:pPr>
            <a:endParaRPr lang="en-US" sz="1300" dirty="0">
              <a:latin typeface="Times New Roman" panose="02020603050405020304" pitchFamily="18" charset="0"/>
              <a:cs typeface="Times New Roman" panose="02020603050405020304" pitchFamily="18" charset="0"/>
            </a:endParaRPr>
          </a:p>
          <a:p>
            <a:pPr marL="181240"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Freely falling object experiences acceleration </a:t>
            </a:r>
            <a:r>
              <a:rPr lang="en-US" sz="1300" b="1" dirty="0">
                <a:latin typeface="Times New Roman" panose="02020603050405020304" pitchFamily="18" charset="0"/>
                <a:cs typeface="Times New Roman" panose="02020603050405020304" pitchFamily="18" charset="0"/>
              </a:rPr>
              <a:t>g</a:t>
            </a:r>
            <a:r>
              <a:rPr lang="en-US" sz="1300" dirty="0">
                <a:latin typeface="Times New Roman" panose="02020603050405020304" pitchFamily="18" charset="0"/>
                <a:cs typeface="Times New Roman" panose="02020603050405020304" pitchFamily="18" charset="0"/>
              </a:rPr>
              <a:t> acting toward center of Earth </a:t>
            </a:r>
          </a:p>
          <a:p>
            <a:pPr marL="181240" indent="-181240" defTabSz="483306">
              <a:buFont typeface="Arial" panose="020B0604020202020204" pitchFamily="34" charset="0"/>
              <a:buChar char="•"/>
              <a:defRPr/>
            </a:pPr>
            <a:endParaRPr lang="en-US" sz="1300" dirty="0">
              <a:latin typeface="Times New Roman" panose="02020603050405020304" pitchFamily="18" charset="0"/>
              <a:cs typeface="Times New Roman" panose="02020603050405020304" pitchFamily="18" charset="0"/>
            </a:endParaRPr>
          </a:p>
          <a:p>
            <a:pPr marL="181240"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Applying Newton’s second law to freely falling object of mass </a:t>
            </a:r>
            <a:r>
              <a:rPr lang="en-US" sz="1300" i="1" dirty="0">
                <a:latin typeface="Times New Roman" panose="02020603050405020304" pitchFamily="18" charset="0"/>
                <a:cs typeface="Times New Roman" panose="02020603050405020304" pitchFamily="18" charset="0"/>
              </a:rPr>
              <a:t>m</a:t>
            </a:r>
            <a:r>
              <a:rPr lang="en-US" sz="1300" dirty="0">
                <a:latin typeface="Times New Roman" panose="02020603050405020304" pitchFamily="18" charset="0"/>
                <a:cs typeface="Times New Roman" panose="02020603050405020304" pitchFamily="18" charset="0"/>
              </a:rPr>
              <a:t>: </a:t>
            </a:r>
            <a:r>
              <a:rPr lang="en-US" sz="1300" b="1" i="1" dirty="0">
                <a:latin typeface="Times New Roman" panose="02020603050405020304" pitchFamily="18" charset="0"/>
                <a:cs typeface="Times New Roman" panose="02020603050405020304" pitchFamily="18" charset="0"/>
              </a:rPr>
              <a:t>[click to show equation]</a:t>
            </a:r>
          </a:p>
          <a:p>
            <a:pPr marL="664546" lvl="1"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Result: </a:t>
            </a:r>
            <a:r>
              <a:rPr lang="en-US" sz="1300" b="1" i="1" dirty="0">
                <a:latin typeface="Times New Roman" panose="02020603050405020304" pitchFamily="18" charset="0"/>
                <a:cs typeface="Times New Roman" panose="02020603050405020304" pitchFamily="18" charset="0"/>
              </a:rPr>
              <a:t>[click to show equation]</a:t>
            </a:r>
            <a:endParaRPr lang="en-US" sz="1300" dirty="0">
              <a:latin typeface="Times New Roman" panose="02020603050405020304" pitchFamily="18" charset="0"/>
              <a:cs typeface="Times New Roman" panose="02020603050405020304" pitchFamily="18" charset="0"/>
            </a:endParaRPr>
          </a:p>
          <a:p>
            <a:pPr marL="181240" indent="-181240" defTabSz="483306">
              <a:buFont typeface="Arial" panose="020B0604020202020204" pitchFamily="34" charset="0"/>
              <a:buChar char="•"/>
              <a:defRPr/>
            </a:pPr>
            <a:endParaRPr lang="en-US" sz="1300" dirty="0">
              <a:latin typeface="Times New Roman" panose="02020603050405020304" pitchFamily="18" charset="0"/>
              <a:cs typeface="Times New Roman" panose="02020603050405020304" pitchFamily="18" charset="0"/>
            </a:endParaRPr>
          </a:p>
          <a:p>
            <a:pPr marL="181240" indent="-181240">
              <a:buFont typeface="Arial" panose="020B0604020202020204" pitchFamily="34" charset="0"/>
              <a:buChar char="•"/>
            </a:pPr>
            <a:r>
              <a:rPr lang="en-US" sz="1300" dirty="0">
                <a:latin typeface="Times New Roman" panose="02020603050405020304" pitchFamily="18" charset="0"/>
                <a:cs typeface="Times New Roman" panose="02020603050405020304" pitchFamily="18" charset="0"/>
              </a:rPr>
              <a:t>Weight of object (magnitude of </a:t>
            </a:r>
            <a:r>
              <a:rPr lang="en-US" sz="1300" b="1" dirty="0">
                <a:latin typeface="Times New Roman" panose="02020603050405020304" pitchFamily="18" charset="0"/>
                <a:cs typeface="Times New Roman" panose="02020603050405020304" pitchFamily="18" charset="0"/>
              </a:rPr>
              <a:t>F</a:t>
            </a:r>
            <a:r>
              <a:rPr lang="en-US" sz="1300" i="1" baseline="-25000" dirty="0">
                <a:latin typeface="Times New Roman" panose="02020603050405020304" pitchFamily="18" charset="0"/>
                <a:cs typeface="Times New Roman" panose="02020603050405020304" pitchFamily="18" charset="0"/>
              </a:rPr>
              <a:t>g</a:t>
            </a:r>
            <a:r>
              <a:rPr lang="en-US" sz="1300" dirty="0">
                <a:latin typeface="Times New Roman" panose="02020603050405020304" pitchFamily="18" charset="0"/>
                <a:cs typeface="Times New Roman" panose="02020603050405020304" pitchFamily="18" charset="0"/>
              </a:rPr>
              <a:t>): </a:t>
            </a:r>
            <a:r>
              <a:rPr lang="en-US" sz="1300" b="1" i="1" dirty="0">
                <a:latin typeface="Times New Roman" panose="02020603050405020304" pitchFamily="18" charset="0"/>
                <a:cs typeface="Times New Roman" panose="02020603050405020304" pitchFamily="18" charset="0"/>
              </a:rPr>
              <a:t>[click to show equation]</a:t>
            </a:r>
            <a:endParaRPr lang="en-US" sz="1300" dirty="0">
              <a:latin typeface="Times New Roman" panose="02020603050405020304" pitchFamily="18" charset="0"/>
              <a:cs typeface="Times New Roman" panose="02020603050405020304" pitchFamily="18" charset="0"/>
            </a:endParaRPr>
          </a:p>
          <a:p>
            <a:endParaRPr lang="en-US" sz="1300" dirty="0">
              <a:latin typeface="Times New Roman" panose="02020603050405020304" pitchFamily="18" charset="0"/>
              <a:cs typeface="Times New Roman" panose="02020603050405020304" pitchFamily="18" charset="0"/>
            </a:endParaRPr>
          </a:p>
          <a:p>
            <a:endParaRPr lang="en-US" sz="1300" dirty="0">
              <a:latin typeface="Times New Roman" panose="02020603050405020304" pitchFamily="18" charset="0"/>
              <a:cs typeface="Times New Roman" panose="02020603050405020304" pitchFamily="18" charset="0"/>
            </a:endParaRPr>
          </a:p>
          <a:p>
            <a:r>
              <a:rPr lang="en-US" sz="1300" dirty="0">
                <a:latin typeface="Times New Roman" panose="02020603050405020304" pitchFamily="18" charset="0"/>
                <a:cs typeface="Times New Roman" panose="02020603050405020304" pitchFamily="18" charset="0"/>
              </a:rPr>
              <a:t>Image credit:</a:t>
            </a:r>
          </a:p>
          <a:p>
            <a:r>
              <a:rPr lang="en-US" sz="1300" dirty="0">
                <a:latin typeface="Times New Roman" panose="02020603050405020304" pitchFamily="18" charset="0"/>
                <a:cs typeface="Times New Roman" panose="02020603050405020304" pitchFamily="18" charset="0"/>
              </a:rPr>
              <a:t>https://commons.wikimedia.org/wiki/File%3ACliff_diver.jpg</a:t>
            </a:r>
          </a:p>
          <a:p>
            <a:r>
              <a:rPr lang="en-US" sz="1300" dirty="0">
                <a:latin typeface="Times New Roman" panose="02020603050405020304" pitchFamily="18" charset="0"/>
                <a:cs typeface="Times New Roman" panose="02020603050405020304" pitchFamily="18" charset="0"/>
              </a:rPr>
              <a:t>By </a:t>
            </a:r>
            <a:r>
              <a:rPr lang="en-US" sz="1300" dirty="0" err="1">
                <a:latin typeface="Times New Roman" panose="02020603050405020304" pitchFamily="18" charset="0"/>
                <a:cs typeface="Times New Roman" panose="02020603050405020304" pitchFamily="18" charset="0"/>
              </a:rPr>
              <a:t>Kfengler</a:t>
            </a:r>
            <a:r>
              <a:rPr lang="en-US" sz="1300" dirty="0">
                <a:latin typeface="Times New Roman" panose="02020603050405020304" pitchFamily="18" charset="0"/>
                <a:cs typeface="Times New Roman" panose="02020603050405020304" pitchFamily="18" charset="0"/>
              </a:rPr>
              <a:t> (Own work) [CC BY 3.0 (http://creativecommons.org/licenses/by/3.0)], via Wikimedia Commons</a:t>
            </a:r>
          </a:p>
          <a:p>
            <a:endParaRPr lang="en-US" dirty="0"/>
          </a:p>
        </p:txBody>
      </p:sp>
      <p:sp>
        <p:nvSpPr>
          <p:cNvPr id="4" name="Slide Number Placeholder 3"/>
          <p:cNvSpPr>
            <a:spLocks noGrp="1"/>
          </p:cNvSpPr>
          <p:nvPr>
            <p:ph type="sldNum" sz="quarter" idx="10"/>
          </p:nvPr>
        </p:nvSpPr>
        <p:spPr/>
        <p:txBody>
          <a:bodyPr/>
          <a:lstStyle/>
          <a:p>
            <a:fld id="{6E7E7F27-47DB-D94D-995F-E3088F8069A6}" type="slidenum">
              <a:rPr lang="en-US" smtClean="0"/>
              <a:t>42</a:t>
            </a:fld>
            <a:endParaRPr lang="en-US"/>
          </a:p>
        </p:txBody>
      </p:sp>
    </p:spTree>
    <p:extLst>
      <p:ext uri="{BB962C8B-B14F-4D97-AF65-F5344CB8AC3E}">
        <p14:creationId xmlns:p14="http://schemas.microsoft.com/office/powerpoint/2010/main" val="9694884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6F0500-5721-4C9B-B2D6-22EF7E7F6295}" type="slidenum">
              <a:rPr lang="en-US" smtClean="0"/>
              <a:t>51</a:t>
            </a:fld>
            <a:endParaRPr lang="en-US"/>
          </a:p>
        </p:txBody>
      </p:sp>
    </p:spTree>
    <p:extLst>
      <p:ext uri="{BB962C8B-B14F-4D97-AF65-F5344CB8AC3E}">
        <p14:creationId xmlns:p14="http://schemas.microsoft.com/office/powerpoint/2010/main" val="3606557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48B0525-2244-4A7D-8125-94889492020F}"/>
              </a:ext>
            </a:extLst>
          </p:cNvPr>
          <p:cNvSpPr>
            <a:spLocks noGrp="1" noChangeArrowheads="1"/>
          </p:cNvSpPr>
          <p:nvPr>
            <p:ph type="sldNum" sz="quarter" idx="5"/>
          </p:nvPr>
        </p:nvSpPr>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00621ACE-2197-40DE-91FD-C39947BB7DB2}" type="slidenum">
              <a:rPr lang="en-US" altLang="en-US"/>
              <a:pPr>
                <a:spcBef>
                  <a:spcPct val="0"/>
                </a:spcBef>
              </a:pPr>
              <a:t>53</a:t>
            </a:fld>
            <a:endParaRPr lang="en-US" altLang="en-US"/>
          </a:p>
        </p:txBody>
      </p:sp>
      <p:sp>
        <p:nvSpPr>
          <p:cNvPr id="4098" name="Rectangle 2">
            <a:extLst>
              <a:ext uri="{FF2B5EF4-FFF2-40B4-BE49-F238E27FC236}">
                <a16:creationId xmlns:a16="http://schemas.microsoft.com/office/drawing/2014/main" id="{BD541700-7545-41CE-9349-BC13AB0BB562}"/>
              </a:ext>
            </a:extLst>
          </p:cNvPr>
          <p:cNvSpPr>
            <a:spLocks noGrp="1" noRot="1" noChangeAspect="1" noChangeArrowheads="1" noTextEdit="1"/>
          </p:cNvSpPr>
          <p:nvPr>
            <p:ph type="sldImg"/>
          </p:nvPr>
        </p:nvSpPr>
        <p:spPr>
          <a:ln/>
          <a:extLst>
            <a:ext uri="{FAA26D3D-D897-4be2-8F04-BA451C77F1D7}"/>
          </a:extLst>
        </p:spPr>
      </p:sp>
      <p:sp>
        <p:nvSpPr>
          <p:cNvPr id="4099" name="Rectangle 3">
            <a:extLst>
              <a:ext uri="{FF2B5EF4-FFF2-40B4-BE49-F238E27FC236}">
                <a16:creationId xmlns:a16="http://schemas.microsoft.com/office/drawing/2014/main" id="{BA6AE653-0D3F-4942-9B27-10497A3C794F}"/>
              </a:ext>
            </a:extLst>
          </p:cNvPr>
          <p:cNvSpPr>
            <a:spLocks noGrp="1" noChangeArrowheads="1"/>
          </p:cNvSpPr>
          <p:nvPr>
            <p:ph type="body" idx="1"/>
          </p:nvPr>
        </p:nvSpPr>
        <p:spPr/>
        <p:txBody>
          <a:bodyPr/>
          <a:lstStyle/>
          <a:p>
            <a:pPr eaLnBrk="1" hangingPunct="1">
              <a:defRPr/>
            </a:pPr>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1FE0B38-683E-40D0-891A-983605CAFA83}"/>
              </a:ext>
            </a:extLst>
          </p:cNvPr>
          <p:cNvSpPr>
            <a:spLocks noGrp="1" noChangeArrowheads="1"/>
          </p:cNvSpPr>
          <p:nvPr>
            <p:ph type="sldNum" sz="quarter" idx="5"/>
          </p:nvPr>
        </p:nvSpPr>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54EFF899-E7FF-44F1-A735-7068C82E9DCE}" type="slidenum">
              <a:rPr lang="en-US" altLang="en-US"/>
              <a:pPr>
                <a:spcBef>
                  <a:spcPct val="0"/>
                </a:spcBef>
              </a:pPr>
              <a:t>54</a:t>
            </a:fld>
            <a:endParaRPr lang="en-US" altLang="en-US"/>
          </a:p>
        </p:txBody>
      </p:sp>
      <p:sp>
        <p:nvSpPr>
          <p:cNvPr id="6146" name="Rectangle 2">
            <a:extLst>
              <a:ext uri="{FF2B5EF4-FFF2-40B4-BE49-F238E27FC236}">
                <a16:creationId xmlns:a16="http://schemas.microsoft.com/office/drawing/2014/main" id="{E297C6C1-01A5-48CF-8C53-3D862336072A}"/>
              </a:ext>
            </a:extLst>
          </p:cNvPr>
          <p:cNvSpPr>
            <a:spLocks noGrp="1" noRot="1" noChangeAspect="1" noChangeArrowheads="1" noTextEdit="1"/>
          </p:cNvSpPr>
          <p:nvPr>
            <p:ph type="sldImg"/>
          </p:nvPr>
        </p:nvSpPr>
        <p:spPr>
          <a:ln/>
          <a:extLst>
            <a:ext uri="{FAA26D3D-D897-4be2-8F04-BA451C77F1D7}"/>
          </a:extLst>
        </p:spPr>
      </p:sp>
      <p:sp>
        <p:nvSpPr>
          <p:cNvPr id="6147" name="Rectangle 3">
            <a:extLst>
              <a:ext uri="{FF2B5EF4-FFF2-40B4-BE49-F238E27FC236}">
                <a16:creationId xmlns:a16="http://schemas.microsoft.com/office/drawing/2014/main" id="{8DB0FE58-3382-4A5C-A55E-FECEAB373905}"/>
              </a:ext>
            </a:extLst>
          </p:cNvPr>
          <p:cNvSpPr>
            <a:spLocks noGrp="1" noChangeArrowheads="1"/>
          </p:cNvSpPr>
          <p:nvPr>
            <p:ph type="body" idx="1"/>
          </p:nvPr>
        </p:nvSpPr>
        <p:spPr/>
        <p:txBody>
          <a:bodyPr/>
          <a:lstStyle/>
          <a:p>
            <a:pPr eaLnBrk="1" hangingPunct="1">
              <a:defRPr/>
            </a:pPr>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48B0525-2244-4A7D-8125-94889492020F}"/>
              </a:ext>
            </a:extLst>
          </p:cNvPr>
          <p:cNvSpPr>
            <a:spLocks noGrp="1" noChangeArrowheads="1"/>
          </p:cNvSpPr>
          <p:nvPr>
            <p:ph type="sldNum" sz="quarter" idx="5"/>
          </p:nvPr>
        </p:nvSpPr>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00621ACE-2197-40DE-91FD-C39947BB7DB2}" type="slidenum">
              <a:rPr lang="en-US" altLang="en-US"/>
              <a:pPr>
                <a:spcBef>
                  <a:spcPct val="0"/>
                </a:spcBef>
              </a:pPr>
              <a:t>55</a:t>
            </a:fld>
            <a:endParaRPr lang="en-US" altLang="en-US"/>
          </a:p>
        </p:txBody>
      </p:sp>
      <p:sp>
        <p:nvSpPr>
          <p:cNvPr id="4098" name="Rectangle 2">
            <a:extLst>
              <a:ext uri="{FF2B5EF4-FFF2-40B4-BE49-F238E27FC236}">
                <a16:creationId xmlns:a16="http://schemas.microsoft.com/office/drawing/2014/main" id="{BD541700-7545-41CE-9349-BC13AB0BB562}"/>
              </a:ext>
            </a:extLst>
          </p:cNvPr>
          <p:cNvSpPr>
            <a:spLocks noGrp="1" noRot="1" noChangeAspect="1" noChangeArrowheads="1" noTextEdit="1"/>
          </p:cNvSpPr>
          <p:nvPr>
            <p:ph type="sldImg"/>
          </p:nvPr>
        </p:nvSpPr>
        <p:spPr>
          <a:ln/>
          <a:extLst>
            <a:ext uri="{FAA26D3D-D897-4be2-8F04-BA451C77F1D7}"/>
          </a:extLst>
        </p:spPr>
      </p:sp>
      <p:sp>
        <p:nvSpPr>
          <p:cNvPr id="4099" name="Rectangle 3">
            <a:extLst>
              <a:ext uri="{FF2B5EF4-FFF2-40B4-BE49-F238E27FC236}">
                <a16:creationId xmlns:a16="http://schemas.microsoft.com/office/drawing/2014/main" id="{BA6AE653-0D3F-4942-9B27-10497A3C794F}"/>
              </a:ext>
            </a:extLst>
          </p:cNvPr>
          <p:cNvSpPr>
            <a:spLocks noGrp="1" noChangeArrowheads="1"/>
          </p:cNvSpPr>
          <p:nvPr>
            <p:ph type="body" idx="1"/>
          </p:nvPr>
        </p:nvSpPr>
        <p:spPr/>
        <p:txBody>
          <a:bodyPr/>
          <a:lstStyle/>
          <a:p>
            <a:pPr eaLnBrk="1" hangingPunct="1">
              <a:defRPr/>
            </a:pPr>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1FE0B38-683E-40D0-891A-983605CAFA83}"/>
              </a:ext>
            </a:extLst>
          </p:cNvPr>
          <p:cNvSpPr>
            <a:spLocks noGrp="1" noChangeArrowheads="1"/>
          </p:cNvSpPr>
          <p:nvPr>
            <p:ph type="sldNum" sz="quarter" idx="5"/>
          </p:nvPr>
        </p:nvSpPr>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54EFF899-E7FF-44F1-A735-7068C82E9DCE}" type="slidenum">
              <a:rPr lang="en-US" altLang="en-US"/>
              <a:pPr>
                <a:spcBef>
                  <a:spcPct val="0"/>
                </a:spcBef>
              </a:pPr>
              <a:t>56</a:t>
            </a:fld>
            <a:endParaRPr lang="en-US" altLang="en-US"/>
          </a:p>
        </p:txBody>
      </p:sp>
      <p:sp>
        <p:nvSpPr>
          <p:cNvPr id="6146" name="Rectangle 2">
            <a:extLst>
              <a:ext uri="{FF2B5EF4-FFF2-40B4-BE49-F238E27FC236}">
                <a16:creationId xmlns:a16="http://schemas.microsoft.com/office/drawing/2014/main" id="{E297C6C1-01A5-48CF-8C53-3D862336072A}"/>
              </a:ext>
            </a:extLst>
          </p:cNvPr>
          <p:cNvSpPr>
            <a:spLocks noGrp="1" noRot="1" noChangeAspect="1" noChangeArrowheads="1" noTextEdit="1"/>
          </p:cNvSpPr>
          <p:nvPr>
            <p:ph type="sldImg"/>
          </p:nvPr>
        </p:nvSpPr>
        <p:spPr>
          <a:ln/>
          <a:extLst>
            <a:ext uri="{FAA26D3D-D897-4be2-8F04-BA451C77F1D7}"/>
          </a:extLst>
        </p:spPr>
      </p:sp>
      <p:sp>
        <p:nvSpPr>
          <p:cNvPr id="6147" name="Rectangle 3">
            <a:extLst>
              <a:ext uri="{FF2B5EF4-FFF2-40B4-BE49-F238E27FC236}">
                <a16:creationId xmlns:a16="http://schemas.microsoft.com/office/drawing/2014/main" id="{8DB0FE58-3382-4A5C-A55E-FECEAB373905}"/>
              </a:ext>
            </a:extLst>
          </p:cNvPr>
          <p:cNvSpPr>
            <a:spLocks noGrp="1" noChangeArrowheads="1"/>
          </p:cNvSpPr>
          <p:nvPr>
            <p:ph type="body" idx="1"/>
          </p:nvPr>
        </p:nvSpPr>
        <p:spPr/>
        <p:txBody>
          <a:bodyPr/>
          <a:lstStyle/>
          <a:p>
            <a:pPr eaLnBrk="1" hangingPunct="1">
              <a:defRPr/>
            </a:pPr>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483306">
              <a:defRPr/>
            </a:pPr>
            <a:r>
              <a:rPr lang="en-US" sz="1300" b="1" dirty="0">
                <a:latin typeface="Times New Roman" panose="02020603050405020304" pitchFamily="18" charset="0"/>
                <a:cs typeface="Times New Roman" panose="02020603050405020304" pitchFamily="18" charset="0"/>
              </a:rPr>
              <a:t>Conceptualize </a:t>
            </a:r>
            <a:r>
              <a:rPr lang="en-US" sz="1300" dirty="0">
                <a:latin typeface="Times New Roman" panose="02020603050405020304" pitchFamily="18" charset="0"/>
                <a:cs typeface="Times New Roman" panose="02020603050405020304" pitchFamily="18" charset="0"/>
              </a:rPr>
              <a:t>Use the figure to conceptualize the situation. From everyday experience, we know that a car on an icy incline will accelerate down the incline. (The same thing happens to a car on a hill with its brakes not set.) </a:t>
            </a:r>
          </a:p>
          <a:p>
            <a:pPr defTabSz="483306">
              <a:defRPr/>
            </a:pPr>
            <a:endParaRPr lang="en-US" sz="1300" b="1" dirty="0">
              <a:latin typeface="Times New Roman" panose="02020603050405020304" pitchFamily="18" charset="0"/>
              <a:cs typeface="Times New Roman" panose="02020603050405020304" pitchFamily="18" charset="0"/>
            </a:endParaRPr>
          </a:p>
          <a:p>
            <a:pPr defTabSz="483306">
              <a:defRPr/>
            </a:pPr>
            <a:r>
              <a:rPr lang="en-US" sz="1300" b="1" dirty="0">
                <a:latin typeface="Times New Roman" panose="02020603050405020304" pitchFamily="18" charset="0"/>
                <a:cs typeface="Times New Roman" panose="02020603050405020304" pitchFamily="18" charset="0"/>
              </a:rPr>
              <a:t>Categorize </a:t>
            </a:r>
            <a:r>
              <a:rPr lang="en-US" sz="1300" dirty="0">
                <a:latin typeface="Times New Roman" panose="02020603050405020304" pitchFamily="18" charset="0"/>
                <a:cs typeface="Times New Roman" panose="02020603050405020304" pitchFamily="18" charset="0"/>
              </a:rPr>
              <a:t>We categorize the car as a </a:t>
            </a:r>
            <a:r>
              <a:rPr lang="en-US" sz="1300" i="1" dirty="0">
                <a:latin typeface="Times New Roman" panose="02020603050405020304" pitchFamily="18" charset="0"/>
                <a:cs typeface="Times New Roman" panose="02020603050405020304" pitchFamily="18" charset="0"/>
              </a:rPr>
              <a:t>particle under a net force </a:t>
            </a:r>
            <a:r>
              <a:rPr lang="en-US" sz="1300" dirty="0">
                <a:latin typeface="Times New Roman" panose="02020603050405020304" pitchFamily="18" charset="0"/>
                <a:cs typeface="Times New Roman" panose="02020603050405020304" pitchFamily="18" charset="0"/>
              </a:rPr>
              <a:t>because it accelerates. Furthermore, this example belongs to a very common category of problems in which an object moves under the influence of gravity on an inclined plane. </a:t>
            </a:r>
          </a:p>
          <a:p>
            <a:endParaRPr lang="en-US" sz="1300" dirty="0"/>
          </a:p>
        </p:txBody>
      </p:sp>
      <p:sp>
        <p:nvSpPr>
          <p:cNvPr id="4" name="Slide Number Placeholder 3"/>
          <p:cNvSpPr>
            <a:spLocks noGrp="1"/>
          </p:cNvSpPr>
          <p:nvPr>
            <p:ph type="sldNum" sz="quarter" idx="10"/>
          </p:nvPr>
        </p:nvSpPr>
        <p:spPr/>
        <p:txBody>
          <a:bodyPr/>
          <a:lstStyle/>
          <a:p>
            <a:fld id="{6E7E7F27-47DB-D94D-995F-E3088F8069A6}" type="slidenum">
              <a:rPr lang="en-US" smtClean="0"/>
              <a:t>62</a:t>
            </a:fld>
            <a:endParaRPr lang="en-US"/>
          </a:p>
        </p:txBody>
      </p:sp>
    </p:spTree>
    <p:extLst>
      <p:ext uri="{BB962C8B-B14F-4D97-AF65-F5344CB8AC3E}">
        <p14:creationId xmlns:p14="http://schemas.microsoft.com/office/powerpoint/2010/main" val="7908720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b="1" dirty="0">
                <a:latin typeface="Times New Roman" panose="02020603050405020304" pitchFamily="18" charset="0"/>
                <a:cs typeface="Times New Roman" panose="02020603050405020304" pitchFamily="18" charset="0"/>
              </a:rPr>
              <a:t>Analyze </a:t>
            </a:r>
            <a:r>
              <a:rPr lang="en-US" sz="1300" dirty="0">
                <a:latin typeface="Times New Roman" panose="02020603050405020304" pitchFamily="18" charset="0"/>
                <a:cs typeface="Times New Roman" panose="02020603050405020304" pitchFamily="18" charset="0"/>
              </a:rPr>
              <a:t>Shown is the free-body diagram for the car. The only forces acting on the car are the normal force </a:t>
            </a:r>
            <a:r>
              <a:rPr lang="en-US" sz="1300" b="1" dirty="0">
                <a:latin typeface="Times New Roman" panose="02020603050405020304" pitchFamily="18" charset="0"/>
                <a:cs typeface="Times New Roman" panose="02020603050405020304" pitchFamily="18" charset="0"/>
              </a:rPr>
              <a:t>n</a:t>
            </a:r>
            <a:r>
              <a:rPr lang="en-US" sz="1300" dirty="0">
                <a:latin typeface="Times New Roman" panose="02020603050405020304" pitchFamily="18" charset="0"/>
                <a:cs typeface="Times New Roman" panose="02020603050405020304" pitchFamily="18" charset="0"/>
              </a:rPr>
              <a:t> exerted by the inclined plane, which acts perpendicular to the plane, and the gravitational force </a:t>
            </a:r>
            <a:r>
              <a:rPr lang="en-US" sz="1300" b="1" dirty="0">
                <a:latin typeface="Times New Roman" panose="02020603050405020304" pitchFamily="18" charset="0"/>
                <a:cs typeface="Times New Roman" panose="02020603050405020304" pitchFamily="18" charset="0"/>
              </a:rPr>
              <a:t>F</a:t>
            </a:r>
            <a:r>
              <a:rPr lang="en-US" sz="1300" i="1" baseline="-25000" dirty="0">
                <a:latin typeface="Times New Roman" panose="02020603050405020304" pitchFamily="18" charset="0"/>
                <a:cs typeface="Times New Roman" panose="02020603050405020304" pitchFamily="18" charset="0"/>
              </a:rPr>
              <a:t>g</a:t>
            </a:r>
            <a:r>
              <a:rPr lang="en-US" sz="1300" i="1" dirty="0">
                <a:latin typeface="Times New Roman" panose="02020603050405020304" pitchFamily="18" charset="0"/>
                <a:cs typeface="Times New Roman" panose="02020603050405020304" pitchFamily="18" charset="0"/>
              </a:rPr>
              <a:t> </a:t>
            </a:r>
            <a:r>
              <a:rPr lang="en-US" sz="1300" dirty="0">
                <a:latin typeface="Times New Roman" panose="02020603050405020304" pitchFamily="18" charset="0"/>
                <a:cs typeface="Times New Roman" panose="02020603050405020304" pitchFamily="18" charset="0"/>
              </a:rPr>
              <a:t>= </a:t>
            </a:r>
            <a:r>
              <a:rPr lang="en-US" sz="1300" i="1" dirty="0">
                <a:latin typeface="Times New Roman" panose="02020603050405020304" pitchFamily="18" charset="0"/>
                <a:cs typeface="Times New Roman" panose="02020603050405020304" pitchFamily="18" charset="0"/>
              </a:rPr>
              <a:t>m</a:t>
            </a:r>
            <a:r>
              <a:rPr lang="en-US" sz="1300" b="1" dirty="0">
                <a:latin typeface="Times New Roman" panose="02020603050405020304" pitchFamily="18" charset="0"/>
                <a:cs typeface="Times New Roman" panose="02020603050405020304" pitchFamily="18" charset="0"/>
              </a:rPr>
              <a:t>g</a:t>
            </a:r>
            <a:r>
              <a:rPr lang="en-US" sz="1300" dirty="0">
                <a:latin typeface="Times New Roman" panose="02020603050405020304" pitchFamily="18" charset="0"/>
                <a:cs typeface="Times New Roman" panose="02020603050405020304" pitchFamily="18" charset="0"/>
              </a:rPr>
              <a:t>, which acts vertically downward. For problems involving inclined planes, it is convenient to choose the coordinate axes with </a:t>
            </a:r>
            <a:r>
              <a:rPr lang="en-US" sz="1300" i="1" dirty="0">
                <a:latin typeface="Times New Roman" panose="02020603050405020304" pitchFamily="18" charset="0"/>
                <a:cs typeface="Times New Roman" panose="02020603050405020304" pitchFamily="18" charset="0"/>
              </a:rPr>
              <a:t>x </a:t>
            </a:r>
            <a:r>
              <a:rPr lang="en-US" sz="1300" dirty="0">
                <a:latin typeface="Times New Roman" panose="02020603050405020304" pitchFamily="18" charset="0"/>
                <a:cs typeface="Times New Roman" panose="02020603050405020304" pitchFamily="18" charset="0"/>
              </a:rPr>
              <a:t>along the incline and </a:t>
            </a:r>
            <a:r>
              <a:rPr lang="en-US" sz="1300" i="1" dirty="0">
                <a:latin typeface="Times New Roman" panose="02020603050405020304" pitchFamily="18" charset="0"/>
                <a:cs typeface="Times New Roman" panose="02020603050405020304" pitchFamily="18" charset="0"/>
              </a:rPr>
              <a:t>y </a:t>
            </a:r>
            <a:r>
              <a:rPr lang="en-US" sz="1300" dirty="0">
                <a:latin typeface="Times New Roman" panose="02020603050405020304" pitchFamily="18" charset="0"/>
                <a:cs typeface="Times New Roman" panose="02020603050405020304" pitchFamily="18" charset="0"/>
              </a:rPr>
              <a:t>perpendicular to it as in the figure. Using similar triangles, we can show that the angle between the gravitational force </a:t>
            </a:r>
            <a:r>
              <a:rPr lang="en-US" sz="1300" b="1" dirty="0">
                <a:latin typeface="Times New Roman" panose="02020603050405020304" pitchFamily="18" charset="0"/>
                <a:cs typeface="Times New Roman" panose="02020603050405020304" pitchFamily="18" charset="0"/>
              </a:rPr>
              <a:t>F</a:t>
            </a:r>
            <a:r>
              <a:rPr lang="en-US" sz="1300" i="1" baseline="-25000" dirty="0">
                <a:latin typeface="Times New Roman" panose="02020603050405020304" pitchFamily="18" charset="0"/>
                <a:cs typeface="Times New Roman" panose="02020603050405020304" pitchFamily="18" charset="0"/>
              </a:rPr>
              <a:t>g</a:t>
            </a:r>
            <a:r>
              <a:rPr lang="en-US" sz="1300" baseline="30000" dirty="0">
                <a:latin typeface="Times New Roman" panose="02020603050405020304" pitchFamily="18" charset="0"/>
                <a:cs typeface="Times New Roman" panose="02020603050405020304" pitchFamily="18" charset="0"/>
              </a:rPr>
              <a:t> </a:t>
            </a:r>
            <a:r>
              <a:rPr lang="en-US" sz="1300" dirty="0">
                <a:latin typeface="Times New Roman" panose="02020603050405020304" pitchFamily="18" charset="0"/>
                <a:cs typeface="Times New Roman" panose="02020603050405020304" pitchFamily="18" charset="0"/>
              </a:rPr>
              <a:t>and the negative </a:t>
            </a:r>
            <a:r>
              <a:rPr lang="en-US" sz="1300" i="1" dirty="0">
                <a:latin typeface="Times New Roman" panose="02020603050405020304" pitchFamily="18" charset="0"/>
                <a:cs typeface="Times New Roman" panose="02020603050405020304" pitchFamily="18" charset="0"/>
              </a:rPr>
              <a:t>y</a:t>
            </a:r>
            <a:r>
              <a:rPr lang="en-US" sz="1300" dirty="0">
                <a:latin typeface="Times New Roman" panose="02020603050405020304" pitchFamily="18" charset="0"/>
                <a:cs typeface="Times New Roman" panose="02020603050405020304" pitchFamily="18" charset="0"/>
              </a:rPr>
              <a:t> axis in this figure is equal to the angle </a:t>
            </a:r>
            <a:r>
              <a:rPr lang="en-US" sz="1300" i="1" dirty="0">
                <a:latin typeface="Times New Roman" panose="02020603050405020304" pitchFamily="18" charset="0"/>
                <a:cs typeface="Times New Roman" panose="02020603050405020304" pitchFamily="18" charset="0"/>
                <a:sym typeface="Symbol" panose="05050102010706020507" pitchFamily="18" charset="2"/>
              </a:rPr>
              <a:t></a:t>
            </a:r>
            <a:r>
              <a:rPr lang="en-US" sz="1300" dirty="0">
                <a:latin typeface="Times New Roman" panose="02020603050405020304" pitchFamily="18" charset="0"/>
                <a:cs typeface="Times New Roman" panose="02020603050405020304" pitchFamily="18" charset="0"/>
              </a:rPr>
              <a:t> that the incline makes with the horizontal in part (a). With these axes, we represent the gravitational force by a component of magnitude </a:t>
            </a:r>
            <a:r>
              <a:rPr lang="en-US" sz="1300" i="1" dirty="0">
                <a:latin typeface="Times New Roman" panose="02020603050405020304" pitchFamily="18" charset="0"/>
                <a:cs typeface="Times New Roman" panose="02020603050405020304" pitchFamily="18" charset="0"/>
              </a:rPr>
              <a:t>mg </a:t>
            </a:r>
            <a:r>
              <a:rPr lang="en-US" sz="1300" dirty="0">
                <a:latin typeface="Times New Roman" panose="02020603050405020304" pitchFamily="18" charset="0"/>
                <a:cs typeface="Times New Roman" panose="02020603050405020304" pitchFamily="18" charset="0"/>
              </a:rPr>
              <a:t>sin</a:t>
            </a:r>
            <a:r>
              <a:rPr lang="en-US" sz="1300" i="1" dirty="0">
                <a:latin typeface="Times New Roman" panose="02020603050405020304" pitchFamily="18" charset="0"/>
                <a:cs typeface="Times New Roman" panose="02020603050405020304" pitchFamily="18" charset="0"/>
                <a:sym typeface="Symbol" panose="05050102010706020507" pitchFamily="18" charset="2"/>
              </a:rPr>
              <a:t></a:t>
            </a:r>
            <a:r>
              <a:rPr lang="en-US" sz="1300" dirty="0">
                <a:latin typeface="Times New Roman" panose="02020603050405020304" pitchFamily="18" charset="0"/>
                <a:cs typeface="Times New Roman" panose="02020603050405020304" pitchFamily="18" charset="0"/>
              </a:rPr>
              <a:t> along the positive </a:t>
            </a:r>
            <a:r>
              <a:rPr lang="en-US" sz="1300" i="1" dirty="0">
                <a:latin typeface="Times New Roman" panose="02020603050405020304" pitchFamily="18" charset="0"/>
                <a:cs typeface="Times New Roman" panose="02020603050405020304" pitchFamily="18" charset="0"/>
              </a:rPr>
              <a:t>x </a:t>
            </a:r>
            <a:r>
              <a:rPr lang="en-US" sz="1300" dirty="0">
                <a:latin typeface="Times New Roman" panose="02020603050405020304" pitchFamily="18" charset="0"/>
                <a:cs typeface="Times New Roman" panose="02020603050405020304" pitchFamily="18" charset="0"/>
              </a:rPr>
              <a:t>axis and one of magnitude </a:t>
            </a:r>
            <a:r>
              <a:rPr lang="en-US" sz="1300" i="1" dirty="0">
                <a:latin typeface="Times New Roman" panose="02020603050405020304" pitchFamily="18" charset="0"/>
                <a:cs typeface="Times New Roman" panose="02020603050405020304" pitchFamily="18" charset="0"/>
              </a:rPr>
              <a:t>mg </a:t>
            </a:r>
            <a:r>
              <a:rPr lang="en-US" sz="1300" dirty="0">
                <a:latin typeface="Times New Roman" panose="02020603050405020304" pitchFamily="18" charset="0"/>
                <a:cs typeface="Times New Roman" panose="02020603050405020304" pitchFamily="18" charset="0"/>
              </a:rPr>
              <a:t>cos </a:t>
            </a:r>
            <a:r>
              <a:rPr lang="en-US" sz="1300" i="1" dirty="0">
                <a:latin typeface="Times New Roman" panose="02020603050405020304" pitchFamily="18" charset="0"/>
                <a:cs typeface="Times New Roman" panose="02020603050405020304" pitchFamily="18" charset="0"/>
                <a:sym typeface="Symbol" panose="05050102010706020507" pitchFamily="18" charset="2"/>
              </a:rPr>
              <a:t></a:t>
            </a:r>
            <a:r>
              <a:rPr lang="en-US" sz="1300" dirty="0">
                <a:latin typeface="Times New Roman" panose="02020603050405020304" pitchFamily="18" charset="0"/>
                <a:cs typeface="Times New Roman" panose="02020603050405020304" pitchFamily="18" charset="0"/>
              </a:rPr>
              <a:t> along the negative </a:t>
            </a:r>
            <a:r>
              <a:rPr lang="en-US" sz="1300" i="1" dirty="0">
                <a:latin typeface="Times New Roman" panose="02020603050405020304" pitchFamily="18" charset="0"/>
                <a:cs typeface="Times New Roman" panose="02020603050405020304" pitchFamily="18" charset="0"/>
              </a:rPr>
              <a:t>y </a:t>
            </a:r>
            <a:r>
              <a:rPr lang="en-US" sz="1300" dirty="0">
                <a:latin typeface="Times New Roman" panose="02020603050405020304" pitchFamily="18" charset="0"/>
                <a:cs typeface="Times New Roman" panose="02020603050405020304" pitchFamily="18" charset="0"/>
              </a:rPr>
              <a:t>axis. Our choice of axes results in the car being modeled as a particle under a net force in the </a:t>
            </a:r>
            <a:r>
              <a:rPr lang="en-US" sz="1300" i="1" dirty="0">
                <a:latin typeface="Times New Roman" panose="02020603050405020304" pitchFamily="18" charset="0"/>
                <a:cs typeface="Times New Roman" panose="02020603050405020304" pitchFamily="18" charset="0"/>
              </a:rPr>
              <a:t>x </a:t>
            </a:r>
            <a:r>
              <a:rPr lang="en-US" sz="1300" dirty="0">
                <a:latin typeface="Times New Roman" panose="02020603050405020304" pitchFamily="18" charset="0"/>
                <a:cs typeface="Times New Roman" panose="02020603050405020304" pitchFamily="18" charset="0"/>
              </a:rPr>
              <a:t>direction and a particle in equilibrium in the </a:t>
            </a:r>
            <a:r>
              <a:rPr lang="en-US" sz="1300" i="1" dirty="0">
                <a:latin typeface="Times New Roman" panose="02020603050405020304" pitchFamily="18" charset="0"/>
                <a:cs typeface="Times New Roman" panose="02020603050405020304" pitchFamily="18" charset="0"/>
              </a:rPr>
              <a:t>y </a:t>
            </a:r>
            <a:r>
              <a:rPr lang="en-US" sz="1300" dirty="0">
                <a:latin typeface="Times New Roman" panose="02020603050405020304" pitchFamily="18" charset="0"/>
                <a:cs typeface="Times New Roman" panose="02020603050405020304" pitchFamily="18" charset="0"/>
              </a:rPr>
              <a:t>direction. </a:t>
            </a:r>
          </a:p>
          <a:p>
            <a:endParaRPr lang="en-US" sz="1300" dirty="0">
              <a:latin typeface="Times New Roman" panose="02020603050405020304" pitchFamily="18" charset="0"/>
              <a:cs typeface="Times New Roman" panose="02020603050405020304" pitchFamily="18" charset="0"/>
            </a:endParaRPr>
          </a:p>
          <a:p>
            <a:r>
              <a:rPr lang="en-US" sz="1300" dirty="0">
                <a:latin typeface="Times New Roman" panose="02020603050405020304" pitchFamily="18" charset="0"/>
                <a:cs typeface="Times New Roman" panose="02020603050405020304" pitchFamily="18" charset="0"/>
              </a:rPr>
              <a:t>Apply these models to the car</a:t>
            </a:r>
            <a:r>
              <a:rPr lang="en-US" sz="1300" i="1" dirty="0">
                <a:latin typeface="Times New Roman" panose="02020603050405020304" pitchFamily="18" charset="0"/>
                <a:cs typeface="Times New Roman" panose="02020603050405020304" pitchFamily="18" charset="0"/>
              </a:rPr>
              <a:t>.</a:t>
            </a:r>
            <a:r>
              <a:rPr lang="en-US" sz="1300" b="1" i="1" dirty="0">
                <a:latin typeface="Times New Roman" panose="02020603050405020304" pitchFamily="18" charset="0"/>
                <a:cs typeface="Times New Roman" panose="02020603050405020304" pitchFamily="18" charset="0"/>
              </a:rPr>
              <a:t> [click to show equations]</a:t>
            </a:r>
          </a:p>
          <a:p>
            <a:endParaRPr lang="en-US" sz="1300" dirty="0">
              <a:latin typeface="Times New Roman" panose="02020603050405020304" pitchFamily="18" charset="0"/>
              <a:cs typeface="Times New Roman" panose="02020603050405020304" pitchFamily="18" charset="0"/>
            </a:endParaRPr>
          </a:p>
          <a:p>
            <a:r>
              <a:rPr lang="en-US" sz="1300" dirty="0">
                <a:latin typeface="Times New Roman" panose="02020603050405020304" pitchFamily="18" charset="0"/>
                <a:cs typeface="Times New Roman" panose="02020603050405020304" pitchFamily="18" charset="0"/>
              </a:rPr>
              <a:t>Solve the first equation for </a:t>
            </a:r>
            <a:r>
              <a:rPr lang="en-US" sz="1300" i="1" dirty="0">
                <a:latin typeface="Times New Roman" panose="02020603050405020304" pitchFamily="18" charset="0"/>
                <a:cs typeface="Times New Roman" panose="02020603050405020304" pitchFamily="18" charset="0"/>
              </a:rPr>
              <a:t>a</a:t>
            </a:r>
            <a:r>
              <a:rPr lang="en-US" sz="1300" i="1" baseline="-25000" dirty="0">
                <a:latin typeface="Times New Roman" panose="02020603050405020304" pitchFamily="18" charset="0"/>
                <a:cs typeface="Times New Roman" panose="02020603050405020304" pitchFamily="18" charset="0"/>
              </a:rPr>
              <a:t>x</a:t>
            </a:r>
            <a:r>
              <a:rPr lang="en-US" sz="1300" i="1" dirty="0">
                <a:latin typeface="Times New Roman" panose="02020603050405020304" pitchFamily="18" charset="0"/>
                <a:cs typeface="Times New Roman" panose="02020603050405020304" pitchFamily="18" charset="0"/>
              </a:rPr>
              <a:t>.</a:t>
            </a:r>
            <a:r>
              <a:rPr lang="en-US" sz="1300" b="1" i="1" dirty="0">
                <a:latin typeface="Times New Roman" panose="02020603050405020304" pitchFamily="18" charset="0"/>
                <a:cs typeface="Times New Roman" panose="02020603050405020304" pitchFamily="18" charset="0"/>
              </a:rPr>
              <a:t> [click to show equation]</a:t>
            </a:r>
          </a:p>
          <a:p>
            <a:endParaRPr lang="en-US" sz="1300" dirty="0">
              <a:latin typeface="Times New Roman" panose="02020603050405020304" pitchFamily="18" charset="0"/>
              <a:cs typeface="Times New Roman" panose="02020603050405020304" pitchFamily="18" charset="0"/>
            </a:endParaRPr>
          </a:p>
          <a:p>
            <a:r>
              <a:rPr lang="en-US" sz="1300" b="1" dirty="0">
                <a:latin typeface="Times New Roman" panose="02020603050405020304" pitchFamily="18" charset="0"/>
                <a:cs typeface="Times New Roman" panose="02020603050405020304" pitchFamily="18" charset="0"/>
              </a:rPr>
              <a:t>Finalize </a:t>
            </a:r>
            <a:r>
              <a:rPr lang="en-US" sz="1300" dirty="0">
                <a:latin typeface="Times New Roman" panose="02020603050405020304" pitchFamily="18" charset="0"/>
                <a:cs typeface="Times New Roman" panose="02020603050405020304" pitchFamily="18" charset="0"/>
              </a:rPr>
              <a:t>Note that the acceleration component </a:t>
            </a:r>
            <a:r>
              <a:rPr lang="en-US" sz="1300" i="1" dirty="0">
                <a:latin typeface="Times New Roman" panose="02020603050405020304" pitchFamily="18" charset="0"/>
                <a:cs typeface="Times New Roman" panose="02020603050405020304" pitchFamily="18" charset="0"/>
              </a:rPr>
              <a:t>a</a:t>
            </a:r>
            <a:r>
              <a:rPr lang="en-US" sz="1300" i="1" baseline="-25000" dirty="0">
                <a:latin typeface="Times New Roman" panose="02020603050405020304" pitchFamily="18" charset="0"/>
                <a:cs typeface="Times New Roman" panose="02020603050405020304" pitchFamily="18" charset="0"/>
              </a:rPr>
              <a:t>x</a:t>
            </a:r>
            <a:r>
              <a:rPr lang="en-US" sz="1300" i="1" dirty="0">
                <a:latin typeface="Times New Roman" panose="02020603050405020304" pitchFamily="18" charset="0"/>
                <a:cs typeface="Times New Roman" panose="02020603050405020304" pitchFamily="18" charset="0"/>
              </a:rPr>
              <a:t> </a:t>
            </a:r>
            <a:r>
              <a:rPr lang="en-US" sz="1300" dirty="0">
                <a:latin typeface="Times New Roman" panose="02020603050405020304" pitchFamily="18" charset="0"/>
                <a:cs typeface="Times New Roman" panose="02020603050405020304" pitchFamily="18" charset="0"/>
              </a:rPr>
              <a:t>is independent of the mass of the car! It depends only on the angle of inclination and on </a:t>
            </a:r>
            <a:r>
              <a:rPr lang="en-US" sz="1300" i="1" dirty="0">
                <a:latin typeface="Times New Roman" panose="02020603050405020304" pitchFamily="18" charset="0"/>
                <a:cs typeface="Times New Roman" panose="02020603050405020304" pitchFamily="18" charset="0"/>
              </a:rPr>
              <a:t>g. </a:t>
            </a:r>
            <a:r>
              <a:rPr lang="en-US" sz="1300" dirty="0">
                <a:latin typeface="Times New Roman" panose="02020603050405020304" pitchFamily="18" charset="0"/>
                <a:cs typeface="Times New Roman" panose="02020603050405020304" pitchFamily="18" charset="0"/>
              </a:rPr>
              <a:t>From Equation (2), we conclude that the component of </a:t>
            </a:r>
            <a:r>
              <a:rPr lang="en-US" sz="1300" b="1" dirty="0">
                <a:latin typeface="Times New Roman" panose="02020603050405020304" pitchFamily="18" charset="0"/>
                <a:cs typeface="Times New Roman" panose="02020603050405020304" pitchFamily="18" charset="0"/>
              </a:rPr>
              <a:t>F</a:t>
            </a:r>
            <a:r>
              <a:rPr lang="en-US" sz="1300" i="1" baseline="-25000" dirty="0">
                <a:latin typeface="Times New Roman" panose="02020603050405020304" pitchFamily="18" charset="0"/>
                <a:cs typeface="Times New Roman" panose="02020603050405020304" pitchFamily="18" charset="0"/>
              </a:rPr>
              <a:t>g</a:t>
            </a:r>
            <a:r>
              <a:rPr lang="en-US" sz="1300" i="1" dirty="0">
                <a:latin typeface="Times New Roman" panose="02020603050405020304" pitchFamily="18" charset="0"/>
                <a:cs typeface="Times New Roman" panose="02020603050405020304" pitchFamily="18" charset="0"/>
              </a:rPr>
              <a:t> </a:t>
            </a:r>
            <a:r>
              <a:rPr lang="en-US" sz="1300" dirty="0">
                <a:latin typeface="Times New Roman" panose="02020603050405020304" pitchFamily="18" charset="0"/>
                <a:cs typeface="Times New Roman" panose="02020603050405020304" pitchFamily="18" charset="0"/>
              </a:rPr>
              <a:t>perpendicular to the incline is balanced by the normal force; that is, </a:t>
            </a:r>
            <a:r>
              <a:rPr lang="en-US" sz="1300" i="1" dirty="0">
                <a:latin typeface="Times New Roman" panose="02020603050405020304" pitchFamily="18" charset="0"/>
                <a:cs typeface="Times New Roman" panose="02020603050405020304" pitchFamily="18" charset="0"/>
              </a:rPr>
              <a:t>n </a:t>
            </a:r>
            <a:r>
              <a:rPr lang="en-US" sz="1300" dirty="0">
                <a:latin typeface="Times New Roman" panose="02020603050405020304" pitchFamily="18" charset="0"/>
                <a:cs typeface="Times New Roman" panose="02020603050405020304" pitchFamily="18" charset="0"/>
              </a:rPr>
              <a:t>= </a:t>
            </a:r>
            <a:r>
              <a:rPr lang="en-US" sz="1300" i="1" dirty="0">
                <a:latin typeface="Times New Roman" panose="02020603050405020304" pitchFamily="18" charset="0"/>
                <a:cs typeface="Times New Roman" panose="02020603050405020304" pitchFamily="18" charset="0"/>
              </a:rPr>
              <a:t>mg </a:t>
            </a:r>
            <a:r>
              <a:rPr lang="en-US" sz="1300" dirty="0">
                <a:latin typeface="Times New Roman" panose="02020603050405020304" pitchFamily="18" charset="0"/>
                <a:cs typeface="Times New Roman" panose="02020603050405020304" pitchFamily="18" charset="0"/>
              </a:rPr>
              <a:t>cos</a:t>
            </a:r>
            <a:r>
              <a:rPr lang="en-US" sz="1300" i="1" dirty="0">
                <a:latin typeface="Times New Roman" panose="02020603050405020304" pitchFamily="18" charset="0"/>
                <a:cs typeface="Times New Roman" panose="02020603050405020304" pitchFamily="18" charset="0"/>
                <a:sym typeface="Symbol" panose="05050102010706020507" pitchFamily="18" charset="2"/>
              </a:rPr>
              <a:t></a:t>
            </a:r>
            <a:r>
              <a:rPr lang="en-US" sz="1300" dirty="0">
                <a:latin typeface="Times New Roman" panose="02020603050405020304" pitchFamily="18" charset="0"/>
                <a:cs typeface="Times New Roman" panose="02020603050405020304" pitchFamily="18" charset="0"/>
              </a:rPr>
              <a:t>. This situation is a case in which the normal force is </a:t>
            </a:r>
            <a:r>
              <a:rPr lang="en-US" sz="1300" i="1" dirty="0">
                <a:latin typeface="Times New Roman" panose="02020603050405020304" pitchFamily="18" charset="0"/>
                <a:cs typeface="Times New Roman" panose="02020603050405020304" pitchFamily="18" charset="0"/>
              </a:rPr>
              <a:t>not </a:t>
            </a:r>
            <a:r>
              <a:rPr lang="en-US" sz="1300" dirty="0">
                <a:latin typeface="Times New Roman" panose="02020603050405020304" pitchFamily="18" charset="0"/>
                <a:cs typeface="Times New Roman" panose="02020603050405020304" pitchFamily="18" charset="0"/>
              </a:rPr>
              <a:t>equal in magnitude to the weight of the object. It is possible, although inconvenient, to solve the problem with “standard” horizontal and vertical axes. You may want to try it, just for practice.</a:t>
            </a:r>
          </a:p>
        </p:txBody>
      </p:sp>
      <p:sp>
        <p:nvSpPr>
          <p:cNvPr id="4" name="Slide Number Placeholder 3"/>
          <p:cNvSpPr>
            <a:spLocks noGrp="1"/>
          </p:cNvSpPr>
          <p:nvPr>
            <p:ph type="sldNum" sz="quarter" idx="10"/>
          </p:nvPr>
        </p:nvSpPr>
        <p:spPr/>
        <p:txBody>
          <a:bodyPr/>
          <a:lstStyle/>
          <a:p>
            <a:fld id="{6E7E7F27-47DB-D94D-995F-E3088F8069A6}" type="slidenum">
              <a:rPr lang="en-US" smtClean="0"/>
              <a:t>63</a:t>
            </a:fld>
            <a:endParaRPr lang="en-US"/>
          </a:p>
        </p:txBody>
      </p:sp>
    </p:spTree>
    <p:extLst>
      <p:ext uri="{BB962C8B-B14F-4D97-AF65-F5344CB8AC3E}">
        <p14:creationId xmlns:p14="http://schemas.microsoft.com/office/powerpoint/2010/main" val="16023143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b="1" dirty="0">
                <a:latin typeface="Times New Roman" panose="02020603050405020304" pitchFamily="18" charset="0"/>
                <a:cs typeface="Times New Roman" panose="02020603050405020304" pitchFamily="18" charset="0"/>
              </a:rPr>
              <a:t>Conceptualize </a:t>
            </a:r>
            <a:r>
              <a:rPr lang="en-US" sz="1300" dirty="0">
                <a:latin typeface="Times New Roman" panose="02020603050405020304" pitchFamily="18" charset="0"/>
                <a:cs typeface="Times New Roman" panose="02020603050405020304" pitchFamily="18" charset="0"/>
              </a:rPr>
              <a:t>Imagine the car is sliding down the hill and you use a stopwatch to measure the entire time interval until it reaches the bottom.</a:t>
            </a:r>
          </a:p>
          <a:p>
            <a:endParaRPr lang="en-US" sz="1300" dirty="0">
              <a:latin typeface="Times New Roman" panose="02020603050405020304" pitchFamily="18" charset="0"/>
              <a:cs typeface="Times New Roman" panose="02020603050405020304" pitchFamily="18" charset="0"/>
            </a:endParaRPr>
          </a:p>
          <a:p>
            <a:r>
              <a:rPr lang="en-US" sz="1300" b="1" dirty="0">
                <a:latin typeface="Times New Roman" panose="02020603050405020304" pitchFamily="18" charset="0"/>
                <a:cs typeface="Times New Roman" panose="02020603050405020304" pitchFamily="18" charset="0"/>
              </a:rPr>
              <a:t>Categorize </a:t>
            </a:r>
            <a:r>
              <a:rPr lang="en-US" sz="1300" dirty="0">
                <a:latin typeface="Times New Roman" panose="02020603050405020304" pitchFamily="18" charset="0"/>
                <a:cs typeface="Times New Roman" panose="02020603050405020304" pitchFamily="18" charset="0"/>
              </a:rPr>
              <a:t>This part of the problem belongs to kinematics rather than to dynamics, and the acceleration </a:t>
            </a:r>
            <a:r>
              <a:rPr lang="en-US" sz="1300" i="1" dirty="0">
                <a:latin typeface="Times New Roman" panose="02020603050405020304" pitchFamily="18" charset="0"/>
                <a:cs typeface="Times New Roman" panose="02020603050405020304" pitchFamily="18" charset="0"/>
              </a:rPr>
              <a:t>a</a:t>
            </a:r>
            <a:r>
              <a:rPr lang="en-US" sz="1300" i="1" baseline="-25000" dirty="0">
                <a:latin typeface="Times New Roman" panose="02020603050405020304" pitchFamily="18" charset="0"/>
                <a:cs typeface="Times New Roman" panose="02020603050405020304" pitchFamily="18" charset="0"/>
              </a:rPr>
              <a:t>x</a:t>
            </a:r>
            <a:r>
              <a:rPr lang="en-US" sz="1300" i="1" dirty="0">
                <a:latin typeface="Times New Roman" panose="02020603050405020304" pitchFamily="18" charset="0"/>
                <a:cs typeface="Times New Roman" panose="02020603050405020304" pitchFamily="18" charset="0"/>
              </a:rPr>
              <a:t> </a:t>
            </a:r>
            <a:r>
              <a:rPr lang="en-US" sz="1300" dirty="0">
                <a:latin typeface="Times New Roman" panose="02020603050405020304" pitchFamily="18" charset="0"/>
                <a:cs typeface="Times New Roman" panose="02020603050405020304" pitchFamily="18" charset="0"/>
              </a:rPr>
              <a:t>is constant. Therefore, you should categorize the car in this part of the problem as a particle under constant acceleration.</a:t>
            </a:r>
          </a:p>
        </p:txBody>
      </p:sp>
      <p:sp>
        <p:nvSpPr>
          <p:cNvPr id="4" name="Slide Number Placeholder 3"/>
          <p:cNvSpPr>
            <a:spLocks noGrp="1"/>
          </p:cNvSpPr>
          <p:nvPr>
            <p:ph type="sldNum" sz="quarter" idx="10"/>
          </p:nvPr>
        </p:nvSpPr>
        <p:spPr/>
        <p:txBody>
          <a:bodyPr/>
          <a:lstStyle/>
          <a:p>
            <a:fld id="{6E7E7F27-47DB-D94D-995F-E3088F8069A6}" type="slidenum">
              <a:rPr lang="en-US" smtClean="0"/>
              <a:t>64</a:t>
            </a:fld>
            <a:endParaRPr lang="en-US"/>
          </a:p>
        </p:txBody>
      </p:sp>
    </p:spTree>
    <p:extLst>
      <p:ext uri="{BB962C8B-B14F-4D97-AF65-F5344CB8AC3E}">
        <p14:creationId xmlns:p14="http://schemas.microsoft.com/office/powerpoint/2010/main" val="21182055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483306">
              <a:defRPr/>
            </a:pPr>
            <a:r>
              <a:rPr lang="en-US" sz="1300" b="1" dirty="0">
                <a:latin typeface="Times New Roman" panose="02020603050405020304" pitchFamily="18" charset="0"/>
                <a:cs typeface="Times New Roman" panose="02020603050405020304" pitchFamily="18" charset="0"/>
              </a:rPr>
              <a:t>Analyze </a:t>
            </a:r>
            <a:r>
              <a:rPr lang="en-US" sz="1300" dirty="0">
                <a:latin typeface="Times New Roman" panose="02020603050405020304" pitchFamily="18" charset="0"/>
                <a:cs typeface="Times New Roman" panose="02020603050405020304" pitchFamily="18" charset="0"/>
              </a:rPr>
              <a:t>Defining the initial position of the front bumper as </a:t>
            </a:r>
            <a:r>
              <a:rPr lang="en-US" sz="1300" i="1" dirty="0">
                <a:latin typeface="Times New Roman" panose="02020603050405020304" pitchFamily="18" charset="0"/>
                <a:cs typeface="Times New Roman" panose="02020603050405020304" pitchFamily="18" charset="0"/>
              </a:rPr>
              <a:t>x</a:t>
            </a:r>
            <a:r>
              <a:rPr lang="en-US" sz="1300" i="1" baseline="-25000" dirty="0">
                <a:latin typeface="Times New Roman" panose="02020603050405020304" pitchFamily="18" charset="0"/>
                <a:cs typeface="Times New Roman" panose="02020603050405020304" pitchFamily="18" charset="0"/>
              </a:rPr>
              <a:t>i </a:t>
            </a:r>
            <a:r>
              <a:rPr lang="en-US" sz="1300" dirty="0">
                <a:latin typeface="Times New Roman" panose="02020603050405020304" pitchFamily="18" charset="0"/>
                <a:cs typeface="Times New Roman" panose="02020603050405020304" pitchFamily="18" charset="0"/>
              </a:rPr>
              <a:t>= 0 and its final position as </a:t>
            </a:r>
            <a:r>
              <a:rPr lang="en-US" sz="1300" i="1" dirty="0" err="1">
                <a:latin typeface="Times New Roman" panose="02020603050405020304" pitchFamily="18" charset="0"/>
                <a:cs typeface="Times New Roman" panose="02020603050405020304" pitchFamily="18" charset="0"/>
              </a:rPr>
              <a:t>x</a:t>
            </a:r>
            <a:r>
              <a:rPr lang="en-US" sz="1300" i="1" baseline="-25000" dirty="0" err="1">
                <a:latin typeface="Times New Roman" panose="02020603050405020304" pitchFamily="18" charset="0"/>
                <a:cs typeface="Times New Roman" panose="02020603050405020304" pitchFamily="18" charset="0"/>
              </a:rPr>
              <a:t>f</a:t>
            </a:r>
            <a:r>
              <a:rPr lang="en-US" sz="1300" i="1" dirty="0">
                <a:latin typeface="Times New Roman" panose="02020603050405020304" pitchFamily="18" charset="0"/>
                <a:cs typeface="Times New Roman" panose="02020603050405020304" pitchFamily="18" charset="0"/>
              </a:rPr>
              <a:t> </a:t>
            </a:r>
            <a:r>
              <a:rPr lang="en-US" sz="1300" dirty="0">
                <a:latin typeface="Times New Roman" panose="02020603050405020304" pitchFamily="18" charset="0"/>
                <a:cs typeface="Times New Roman" panose="02020603050405020304" pitchFamily="18" charset="0"/>
              </a:rPr>
              <a:t>= </a:t>
            </a:r>
            <a:r>
              <a:rPr lang="en-US" sz="1300" i="1" dirty="0">
                <a:latin typeface="Times New Roman" panose="02020603050405020304" pitchFamily="18" charset="0"/>
                <a:cs typeface="Times New Roman" panose="02020603050405020304" pitchFamily="18" charset="0"/>
              </a:rPr>
              <a:t>d</a:t>
            </a:r>
            <a:r>
              <a:rPr lang="en-US" sz="1300" dirty="0">
                <a:latin typeface="Times New Roman" panose="02020603050405020304" pitchFamily="18" charset="0"/>
                <a:cs typeface="Times New Roman" panose="02020603050405020304" pitchFamily="18" charset="0"/>
              </a:rPr>
              <a:t>, and recognizing that </a:t>
            </a:r>
            <a:r>
              <a:rPr lang="en-US" sz="1300" i="1" dirty="0" err="1">
                <a:latin typeface="Times New Roman" panose="02020603050405020304" pitchFamily="18" charset="0"/>
                <a:cs typeface="Times New Roman" panose="02020603050405020304" pitchFamily="18" charset="0"/>
              </a:rPr>
              <a:t>v</a:t>
            </a:r>
            <a:r>
              <a:rPr lang="en-US" sz="1300" i="1" baseline="-25000" dirty="0" err="1">
                <a:latin typeface="Times New Roman" panose="02020603050405020304" pitchFamily="18" charset="0"/>
                <a:cs typeface="Times New Roman" panose="02020603050405020304" pitchFamily="18" charset="0"/>
              </a:rPr>
              <a:t>xi</a:t>
            </a:r>
            <a:r>
              <a:rPr lang="en-US" sz="1300" i="1" dirty="0">
                <a:latin typeface="Times New Roman" panose="02020603050405020304" pitchFamily="18" charset="0"/>
                <a:cs typeface="Times New Roman" panose="02020603050405020304" pitchFamily="18" charset="0"/>
              </a:rPr>
              <a:t> </a:t>
            </a:r>
            <a:r>
              <a:rPr lang="en-US" sz="1300" dirty="0">
                <a:latin typeface="Times New Roman" panose="02020603050405020304" pitchFamily="18" charset="0"/>
                <a:cs typeface="Times New Roman" panose="02020603050405020304" pitchFamily="18" charset="0"/>
              </a:rPr>
              <a:t>= 0, choose this equation </a:t>
            </a:r>
            <a:r>
              <a:rPr lang="en-US" sz="1300" b="1" i="1" dirty="0">
                <a:latin typeface="Times New Roman" panose="02020603050405020304" pitchFamily="18" charset="0"/>
                <a:cs typeface="Times New Roman" panose="02020603050405020304" pitchFamily="18" charset="0"/>
              </a:rPr>
              <a:t>[click to show equation] </a:t>
            </a:r>
            <a:r>
              <a:rPr lang="en-US" sz="1300" dirty="0">
                <a:latin typeface="Times New Roman" panose="02020603050405020304" pitchFamily="18" charset="0"/>
                <a:cs typeface="Times New Roman" panose="02020603050405020304" pitchFamily="18" charset="0"/>
              </a:rPr>
              <a:t>from the particle under constant acceleration model: </a:t>
            </a:r>
          </a:p>
          <a:p>
            <a:pPr defTabSz="483306">
              <a:defRPr/>
            </a:pPr>
            <a:endParaRPr lang="en-US" sz="1300" dirty="0">
              <a:latin typeface="Times New Roman" panose="02020603050405020304" pitchFamily="18" charset="0"/>
              <a:cs typeface="Times New Roman" panose="02020603050405020304" pitchFamily="18" charset="0"/>
            </a:endParaRPr>
          </a:p>
          <a:p>
            <a:pPr defTabSz="483306">
              <a:defRPr/>
            </a:pPr>
            <a:r>
              <a:rPr lang="en-US" sz="1300" dirty="0">
                <a:latin typeface="Times New Roman" panose="02020603050405020304" pitchFamily="18" charset="0"/>
                <a:cs typeface="Times New Roman" panose="02020603050405020304" pitchFamily="18" charset="0"/>
              </a:rPr>
              <a:t>Solve for </a:t>
            </a:r>
            <a:r>
              <a:rPr lang="en-US" sz="1300" i="1" dirty="0">
                <a:latin typeface="Times New Roman" panose="02020603050405020304" pitchFamily="18" charset="0"/>
                <a:cs typeface="Times New Roman" panose="02020603050405020304" pitchFamily="18" charset="0"/>
              </a:rPr>
              <a:t>t</a:t>
            </a:r>
            <a:r>
              <a:rPr lang="en-US" sz="1300" dirty="0">
                <a:latin typeface="Times New Roman" panose="02020603050405020304" pitchFamily="18" charset="0"/>
                <a:cs typeface="Times New Roman" panose="02020603050405020304" pitchFamily="18" charset="0"/>
              </a:rPr>
              <a:t>. </a:t>
            </a:r>
            <a:r>
              <a:rPr lang="en-US" sz="1300" b="1" i="1" dirty="0">
                <a:latin typeface="Times New Roman" panose="02020603050405020304" pitchFamily="18" charset="0"/>
                <a:cs typeface="Times New Roman" panose="02020603050405020304" pitchFamily="18" charset="0"/>
              </a:rPr>
              <a:t>[click to show equation]</a:t>
            </a:r>
          </a:p>
          <a:p>
            <a:pPr defTabSz="483306">
              <a:defRPr/>
            </a:pPr>
            <a:endParaRPr lang="en-US" sz="1300" dirty="0">
              <a:latin typeface="Times New Roman" panose="02020603050405020304" pitchFamily="18" charset="0"/>
              <a:cs typeface="Times New Roman" panose="02020603050405020304" pitchFamily="18" charset="0"/>
            </a:endParaRPr>
          </a:p>
          <a:p>
            <a:r>
              <a:rPr lang="en-US" sz="1300" dirty="0">
                <a:latin typeface="Times New Roman" panose="02020603050405020304" pitchFamily="18" charset="0"/>
                <a:cs typeface="Times New Roman" panose="02020603050405020304" pitchFamily="18" charset="0"/>
              </a:rPr>
              <a:t>Use the time-independent kinematic equation, with </a:t>
            </a:r>
            <a:r>
              <a:rPr lang="en-US" sz="1300" i="1" dirty="0" err="1">
                <a:latin typeface="Times New Roman" panose="02020603050405020304" pitchFamily="18" charset="0"/>
                <a:cs typeface="Times New Roman" panose="02020603050405020304" pitchFamily="18" charset="0"/>
              </a:rPr>
              <a:t>v</a:t>
            </a:r>
            <a:r>
              <a:rPr lang="en-US" sz="1300" i="1" baseline="-25000" dirty="0" err="1">
                <a:latin typeface="Times New Roman" panose="02020603050405020304" pitchFamily="18" charset="0"/>
                <a:cs typeface="Times New Roman" panose="02020603050405020304" pitchFamily="18" charset="0"/>
              </a:rPr>
              <a:t>xi</a:t>
            </a:r>
            <a:r>
              <a:rPr lang="en-US" sz="1300" i="1" dirty="0">
                <a:latin typeface="Times New Roman" panose="02020603050405020304" pitchFamily="18" charset="0"/>
                <a:cs typeface="Times New Roman" panose="02020603050405020304" pitchFamily="18" charset="0"/>
              </a:rPr>
              <a:t> =</a:t>
            </a:r>
            <a:r>
              <a:rPr lang="en-US" sz="1300" dirty="0">
                <a:latin typeface="Times New Roman" panose="02020603050405020304" pitchFamily="18" charset="0"/>
                <a:cs typeface="Times New Roman" panose="02020603050405020304" pitchFamily="18" charset="0"/>
              </a:rPr>
              <a:t> 0, to find the final velocity of the car. </a:t>
            </a:r>
            <a:r>
              <a:rPr lang="en-US" sz="1300" b="1" i="1" dirty="0">
                <a:latin typeface="Times New Roman" panose="02020603050405020304" pitchFamily="18" charset="0"/>
                <a:cs typeface="Times New Roman" panose="02020603050405020304" pitchFamily="18" charset="0"/>
              </a:rPr>
              <a:t>[click to show equation]</a:t>
            </a:r>
          </a:p>
          <a:p>
            <a:endParaRPr lang="en-US" sz="1300" dirty="0">
              <a:latin typeface="Times New Roman" panose="02020603050405020304" pitchFamily="18" charset="0"/>
              <a:cs typeface="Times New Roman" panose="02020603050405020304" pitchFamily="18" charset="0"/>
            </a:endParaRPr>
          </a:p>
          <a:p>
            <a:endParaRPr lang="en-US" sz="1300" dirty="0">
              <a:latin typeface="Times New Roman" panose="02020603050405020304" pitchFamily="18" charset="0"/>
              <a:cs typeface="Times New Roman" panose="02020603050405020304" pitchFamily="18" charset="0"/>
            </a:endParaRPr>
          </a:p>
          <a:p>
            <a:pPr defTabSz="483306">
              <a:defRPr/>
            </a:pPr>
            <a:r>
              <a:rPr lang="en-US" sz="1300" b="1" dirty="0">
                <a:latin typeface="Times New Roman" panose="02020603050405020304" pitchFamily="18" charset="0"/>
                <a:cs typeface="Times New Roman" panose="02020603050405020304" pitchFamily="18" charset="0"/>
              </a:rPr>
              <a:t>Finalize </a:t>
            </a:r>
            <a:r>
              <a:rPr lang="en-US" sz="1300" dirty="0">
                <a:latin typeface="Times New Roman" panose="02020603050405020304" pitchFamily="18" charset="0"/>
                <a:cs typeface="Times New Roman" panose="02020603050405020304" pitchFamily="18" charset="0"/>
              </a:rPr>
              <a:t>We see from that the time </a:t>
            </a:r>
            <a:r>
              <a:rPr lang="en-US" sz="1300" i="1" dirty="0">
                <a:latin typeface="Times New Roman" panose="02020603050405020304" pitchFamily="18" charset="0"/>
                <a:cs typeface="Times New Roman" panose="02020603050405020304" pitchFamily="18" charset="0"/>
              </a:rPr>
              <a:t>t </a:t>
            </a:r>
            <a:r>
              <a:rPr lang="en-US" sz="1300" dirty="0">
                <a:latin typeface="Times New Roman" panose="02020603050405020304" pitchFamily="18" charset="0"/>
                <a:cs typeface="Times New Roman" panose="02020603050405020304" pitchFamily="18" charset="0"/>
              </a:rPr>
              <a:t>at which the car reaches the bottom and its final speed </a:t>
            </a:r>
            <a:r>
              <a:rPr lang="en-US" sz="1300" i="1" dirty="0" err="1">
                <a:latin typeface="Times New Roman" panose="02020603050405020304" pitchFamily="18" charset="0"/>
                <a:cs typeface="Times New Roman" panose="02020603050405020304" pitchFamily="18" charset="0"/>
              </a:rPr>
              <a:t>v</a:t>
            </a:r>
            <a:r>
              <a:rPr lang="en-US" sz="1300" i="1" baseline="-25000" dirty="0" err="1">
                <a:latin typeface="Times New Roman" panose="02020603050405020304" pitchFamily="18" charset="0"/>
                <a:cs typeface="Times New Roman" panose="02020603050405020304" pitchFamily="18" charset="0"/>
              </a:rPr>
              <a:t>xf</a:t>
            </a:r>
            <a:r>
              <a:rPr lang="en-US" sz="1300" i="1" dirty="0">
                <a:latin typeface="Times New Roman" panose="02020603050405020304" pitchFamily="18" charset="0"/>
                <a:cs typeface="Times New Roman" panose="02020603050405020304" pitchFamily="18" charset="0"/>
              </a:rPr>
              <a:t> </a:t>
            </a:r>
            <a:r>
              <a:rPr lang="en-US" sz="1300" dirty="0">
                <a:latin typeface="Times New Roman" panose="02020603050405020304" pitchFamily="18" charset="0"/>
                <a:cs typeface="Times New Roman" panose="02020603050405020304" pitchFamily="18" charset="0"/>
              </a:rPr>
              <a:t>are independent of the car’s mass, as was its acceleration. Notice that we have combined techniques from Chapter 2 with new techniques from this chapter in this example. As we learn more techniques in later chapters, this process of combining analysis models and information from several parts of the book will occur more often. In these cases, use the Analysis Model Approach to Problem-Solving to help you work your way through new problems.</a:t>
            </a:r>
          </a:p>
        </p:txBody>
      </p:sp>
      <p:sp>
        <p:nvSpPr>
          <p:cNvPr id="4" name="Slide Number Placeholder 3"/>
          <p:cNvSpPr>
            <a:spLocks noGrp="1"/>
          </p:cNvSpPr>
          <p:nvPr>
            <p:ph type="sldNum" sz="quarter" idx="10"/>
          </p:nvPr>
        </p:nvSpPr>
        <p:spPr/>
        <p:txBody>
          <a:bodyPr/>
          <a:lstStyle/>
          <a:p>
            <a:fld id="{6E7E7F27-47DB-D94D-995F-E3088F8069A6}" type="slidenum">
              <a:rPr lang="en-US" smtClean="0"/>
              <a:t>65</a:t>
            </a:fld>
            <a:endParaRPr lang="en-US"/>
          </a:p>
        </p:txBody>
      </p:sp>
    </p:spTree>
    <p:extLst>
      <p:ext uri="{BB962C8B-B14F-4D97-AF65-F5344CB8AC3E}">
        <p14:creationId xmlns:p14="http://schemas.microsoft.com/office/powerpoint/2010/main" val="324377060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D3AF0-7EF0-A416-36E6-83D541A7A1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930496-C2A6-79B2-8E03-80203CED9C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8140E2-F1F6-DF36-8183-6F4371FBBBBC}"/>
              </a:ext>
            </a:extLst>
          </p:cNvPr>
          <p:cNvSpPr>
            <a:spLocks noGrp="1"/>
          </p:cNvSpPr>
          <p:nvPr>
            <p:ph type="body" idx="1"/>
          </p:nvPr>
        </p:nvSpPr>
        <p:spPr/>
        <p:txBody>
          <a:bodyPr/>
          <a:lstStyle/>
          <a:p>
            <a:r>
              <a:rPr lang="en-US" sz="1300" b="1" dirty="0">
                <a:latin typeface="Times New Roman" panose="02020603050405020304" pitchFamily="18" charset="0"/>
                <a:cs typeface="Times New Roman" panose="02020603050405020304" pitchFamily="18" charset="0"/>
              </a:rPr>
              <a:t>Conceptualize </a:t>
            </a:r>
            <a:r>
              <a:rPr lang="en-US" sz="1300" dirty="0">
                <a:latin typeface="Times New Roman" panose="02020603050405020304" pitchFamily="18" charset="0"/>
                <a:cs typeface="Times New Roman" panose="02020603050405020304" pitchFamily="18" charset="0"/>
              </a:rPr>
              <a:t>Inspect the drawing. Let us assume the cables do not break and nothing is moving. </a:t>
            </a:r>
          </a:p>
          <a:p>
            <a:endParaRPr lang="en-US" sz="1300" dirty="0">
              <a:latin typeface="Times New Roman" panose="02020603050405020304" pitchFamily="18" charset="0"/>
              <a:cs typeface="Times New Roman" panose="02020603050405020304" pitchFamily="18" charset="0"/>
            </a:endParaRPr>
          </a:p>
          <a:p>
            <a:r>
              <a:rPr lang="en-US" sz="1300" b="1" dirty="0">
                <a:latin typeface="Times New Roman" panose="02020603050405020304" pitchFamily="18" charset="0"/>
                <a:cs typeface="Times New Roman" panose="02020603050405020304" pitchFamily="18" charset="0"/>
              </a:rPr>
              <a:t>Categorize </a:t>
            </a:r>
            <a:r>
              <a:rPr lang="en-US" sz="1300" dirty="0">
                <a:latin typeface="Times New Roman" panose="02020603050405020304" pitchFamily="18" charset="0"/>
                <a:cs typeface="Times New Roman" panose="02020603050405020304" pitchFamily="18" charset="0"/>
              </a:rPr>
              <a:t>If nothing is moving, no part of the system is accelerating. We can now model the light as a </a:t>
            </a:r>
            <a:r>
              <a:rPr lang="en-US" sz="1300" i="1" dirty="0">
                <a:latin typeface="Times New Roman" panose="02020603050405020304" pitchFamily="18" charset="0"/>
                <a:cs typeface="Times New Roman" panose="02020603050405020304" pitchFamily="18" charset="0"/>
              </a:rPr>
              <a:t>particle in equilibrium </a:t>
            </a:r>
            <a:r>
              <a:rPr lang="en-US" sz="1300" dirty="0">
                <a:latin typeface="Times New Roman" panose="02020603050405020304" pitchFamily="18" charset="0"/>
                <a:cs typeface="Times New Roman" panose="02020603050405020304" pitchFamily="18" charset="0"/>
              </a:rPr>
              <a:t>on which the net force is zero. Similarly, the net force on the knot that holds the cables together is zero, so it is also modeled as a </a:t>
            </a:r>
            <a:r>
              <a:rPr lang="en-US" sz="1300" i="1" dirty="0">
                <a:latin typeface="Times New Roman" panose="02020603050405020304" pitchFamily="18" charset="0"/>
                <a:cs typeface="Times New Roman" panose="02020603050405020304" pitchFamily="18" charset="0"/>
              </a:rPr>
              <a:t>particle in equilibrium.</a:t>
            </a:r>
            <a:endParaRPr lang="en-US" sz="13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8B06E59-3E39-F15F-E672-5E9E7FB02B9A}"/>
              </a:ext>
            </a:extLst>
          </p:cNvPr>
          <p:cNvSpPr>
            <a:spLocks noGrp="1"/>
          </p:cNvSpPr>
          <p:nvPr>
            <p:ph type="sldNum" sz="quarter" idx="10"/>
          </p:nvPr>
        </p:nvSpPr>
        <p:spPr/>
        <p:txBody>
          <a:bodyPr/>
          <a:lstStyle/>
          <a:p>
            <a:fld id="{6E7E7F27-47DB-D94D-995F-E3088F8069A6}" type="slidenum">
              <a:rPr lang="en-US" smtClean="0"/>
              <a:t>66</a:t>
            </a:fld>
            <a:endParaRPr lang="en-US"/>
          </a:p>
        </p:txBody>
      </p:sp>
    </p:spTree>
    <p:extLst>
      <p:ext uri="{BB962C8B-B14F-4D97-AF65-F5344CB8AC3E}">
        <p14:creationId xmlns:p14="http://schemas.microsoft.com/office/powerpoint/2010/main" val="415394607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E34E4-ED9B-3AE0-60AD-B6E6F92BE8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4338DE-7F4B-E3BC-F8A9-0BE03F914D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793289-99E7-0F64-C74F-62B12DFB98E7}"/>
              </a:ext>
            </a:extLst>
          </p:cNvPr>
          <p:cNvSpPr>
            <a:spLocks noGrp="1"/>
          </p:cNvSpPr>
          <p:nvPr>
            <p:ph type="body" idx="1"/>
          </p:nvPr>
        </p:nvSpPr>
        <p:spPr/>
        <p:txBody>
          <a:bodyPr/>
          <a:lstStyle/>
          <a:p>
            <a:r>
              <a:rPr lang="en-US" sz="1300" b="1" dirty="0">
                <a:latin typeface="Times New Roman" panose="02020603050405020304" pitchFamily="18" charset="0"/>
                <a:cs typeface="Times New Roman" panose="02020603050405020304" pitchFamily="18" charset="0"/>
              </a:rPr>
              <a:t>Conceptualize </a:t>
            </a:r>
            <a:r>
              <a:rPr lang="en-US" sz="1300" dirty="0">
                <a:latin typeface="Times New Roman" panose="02020603050405020304" pitchFamily="18" charset="0"/>
                <a:cs typeface="Times New Roman" panose="02020603050405020304" pitchFamily="18" charset="0"/>
              </a:rPr>
              <a:t>Inspect the drawing. Let us assume the cables do not break and nothing is moving. </a:t>
            </a:r>
          </a:p>
          <a:p>
            <a:endParaRPr lang="en-US" sz="1300" dirty="0">
              <a:latin typeface="Times New Roman" panose="02020603050405020304" pitchFamily="18" charset="0"/>
              <a:cs typeface="Times New Roman" panose="02020603050405020304" pitchFamily="18" charset="0"/>
            </a:endParaRPr>
          </a:p>
          <a:p>
            <a:r>
              <a:rPr lang="en-US" sz="1300" b="1" dirty="0">
                <a:latin typeface="Times New Roman" panose="02020603050405020304" pitchFamily="18" charset="0"/>
                <a:cs typeface="Times New Roman" panose="02020603050405020304" pitchFamily="18" charset="0"/>
              </a:rPr>
              <a:t>Categorize </a:t>
            </a:r>
            <a:r>
              <a:rPr lang="en-US" sz="1300" dirty="0">
                <a:latin typeface="Times New Roman" panose="02020603050405020304" pitchFamily="18" charset="0"/>
                <a:cs typeface="Times New Roman" panose="02020603050405020304" pitchFamily="18" charset="0"/>
              </a:rPr>
              <a:t>If nothing is moving, no part of the system is accelerating. We can now model the light as a </a:t>
            </a:r>
            <a:r>
              <a:rPr lang="en-US" sz="1300" i="1" dirty="0">
                <a:latin typeface="Times New Roman" panose="02020603050405020304" pitchFamily="18" charset="0"/>
                <a:cs typeface="Times New Roman" panose="02020603050405020304" pitchFamily="18" charset="0"/>
              </a:rPr>
              <a:t>particle in equilibrium </a:t>
            </a:r>
            <a:r>
              <a:rPr lang="en-US" sz="1300" dirty="0">
                <a:latin typeface="Times New Roman" panose="02020603050405020304" pitchFamily="18" charset="0"/>
                <a:cs typeface="Times New Roman" panose="02020603050405020304" pitchFamily="18" charset="0"/>
              </a:rPr>
              <a:t>on which the net force is zero. Similarly, the net force on the knot that holds the cables together is zero, so it is also modeled as a </a:t>
            </a:r>
            <a:r>
              <a:rPr lang="en-US" sz="1300" i="1" dirty="0">
                <a:latin typeface="Times New Roman" panose="02020603050405020304" pitchFamily="18" charset="0"/>
                <a:cs typeface="Times New Roman" panose="02020603050405020304" pitchFamily="18" charset="0"/>
              </a:rPr>
              <a:t>particle in equilibrium.</a:t>
            </a:r>
            <a:endParaRPr lang="en-US" sz="13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0A26D06-B095-3D0E-022D-4B04C8C101DA}"/>
              </a:ext>
            </a:extLst>
          </p:cNvPr>
          <p:cNvSpPr>
            <a:spLocks noGrp="1"/>
          </p:cNvSpPr>
          <p:nvPr>
            <p:ph type="sldNum" sz="quarter" idx="10"/>
          </p:nvPr>
        </p:nvSpPr>
        <p:spPr/>
        <p:txBody>
          <a:bodyPr/>
          <a:lstStyle/>
          <a:p>
            <a:fld id="{6E7E7F27-47DB-D94D-995F-E3088F8069A6}" type="slidenum">
              <a:rPr lang="en-US" smtClean="0"/>
              <a:t>67</a:t>
            </a:fld>
            <a:endParaRPr lang="en-US"/>
          </a:p>
        </p:txBody>
      </p:sp>
    </p:spTree>
    <p:extLst>
      <p:ext uri="{BB962C8B-B14F-4D97-AF65-F5344CB8AC3E}">
        <p14:creationId xmlns:p14="http://schemas.microsoft.com/office/powerpoint/2010/main" val="164721382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25FE4-30C8-4D00-F145-924D675380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FEA0A8-62CC-DEA5-A5A3-593A87888E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4B68C8-84D9-CE4B-48CB-B9ED91E32926}"/>
              </a:ext>
            </a:extLst>
          </p:cNvPr>
          <p:cNvSpPr>
            <a:spLocks noGrp="1"/>
          </p:cNvSpPr>
          <p:nvPr>
            <p:ph type="body" idx="1"/>
          </p:nvPr>
        </p:nvSpPr>
        <p:spPr/>
        <p:txBody>
          <a:bodyPr/>
          <a:lstStyle/>
          <a:p>
            <a:r>
              <a:rPr lang="en-US" sz="1300" b="1" dirty="0">
                <a:latin typeface="Times New Roman" panose="02020603050405020304" pitchFamily="18" charset="0"/>
                <a:cs typeface="Times New Roman" panose="02020603050405020304" pitchFamily="18" charset="0"/>
              </a:rPr>
              <a:t>Conceptualize </a:t>
            </a:r>
            <a:r>
              <a:rPr lang="en-US" sz="1300" dirty="0">
                <a:latin typeface="Times New Roman" panose="02020603050405020304" pitchFamily="18" charset="0"/>
                <a:cs typeface="Times New Roman" panose="02020603050405020304" pitchFamily="18" charset="0"/>
              </a:rPr>
              <a:t>Inspect the drawing. Let us assume the cables do not break and nothing is moving. </a:t>
            </a:r>
          </a:p>
          <a:p>
            <a:endParaRPr lang="en-US" sz="1300" dirty="0">
              <a:latin typeface="Times New Roman" panose="02020603050405020304" pitchFamily="18" charset="0"/>
              <a:cs typeface="Times New Roman" panose="02020603050405020304" pitchFamily="18" charset="0"/>
            </a:endParaRPr>
          </a:p>
          <a:p>
            <a:r>
              <a:rPr lang="en-US" sz="1300" b="1" dirty="0">
                <a:latin typeface="Times New Roman" panose="02020603050405020304" pitchFamily="18" charset="0"/>
                <a:cs typeface="Times New Roman" panose="02020603050405020304" pitchFamily="18" charset="0"/>
              </a:rPr>
              <a:t>Categorize </a:t>
            </a:r>
            <a:r>
              <a:rPr lang="en-US" sz="1300" dirty="0">
                <a:latin typeface="Times New Roman" panose="02020603050405020304" pitchFamily="18" charset="0"/>
                <a:cs typeface="Times New Roman" panose="02020603050405020304" pitchFamily="18" charset="0"/>
              </a:rPr>
              <a:t>If nothing is moving, no part of the system is accelerating. We can now model the light as a </a:t>
            </a:r>
            <a:r>
              <a:rPr lang="en-US" sz="1300" i="1" dirty="0">
                <a:latin typeface="Times New Roman" panose="02020603050405020304" pitchFamily="18" charset="0"/>
                <a:cs typeface="Times New Roman" panose="02020603050405020304" pitchFamily="18" charset="0"/>
              </a:rPr>
              <a:t>particle in equilibrium </a:t>
            </a:r>
            <a:r>
              <a:rPr lang="en-US" sz="1300" dirty="0">
                <a:latin typeface="Times New Roman" panose="02020603050405020304" pitchFamily="18" charset="0"/>
                <a:cs typeface="Times New Roman" panose="02020603050405020304" pitchFamily="18" charset="0"/>
              </a:rPr>
              <a:t>on which the net force is zero. Similarly, the net force on the knot that holds the cables together is zero, so it is also modeled as a </a:t>
            </a:r>
            <a:r>
              <a:rPr lang="en-US" sz="1300" i="1" dirty="0">
                <a:latin typeface="Times New Roman" panose="02020603050405020304" pitchFamily="18" charset="0"/>
                <a:cs typeface="Times New Roman" panose="02020603050405020304" pitchFamily="18" charset="0"/>
              </a:rPr>
              <a:t>particle in equilibrium.</a:t>
            </a:r>
            <a:endParaRPr lang="en-US" sz="13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B1DBF455-4BEA-2514-46E2-D9AAC4739A3A}"/>
              </a:ext>
            </a:extLst>
          </p:cNvPr>
          <p:cNvSpPr>
            <a:spLocks noGrp="1"/>
          </p:cNvSpPr>
          <p:nvPr>
            <p:ph type="sldNum" sz="quarter" idx="10"/>
          </p:nvPr>
        </p:nvSpPr>
        <p:spPr/>
        <p:txBody>
          <a:bodyPr/>
          <a:lstStyle/>
          <a:p>
            <a:fld id="{6E7E7F27-47DB-D94D-995F-E3088F8069A6}" type="slidenum">
              <a:rPr lang="en-US" smtClean="0"/>
              <a:t>68</a:t>
            </a:fld>
            <a:endParaRPr lang="en-US"/>
          </a:p>
        </p:txBody>
      </p:sp>
    </p:spTree>
    <p:extLst>
      <p:ext uri="{BB962C8B-B14F-4D97-AF65-F5344CB8AC3E}">
        <p14:creationId xmlns:p14="http://schemas.microsoft.com/office/powerpoint/2010/main" val="17820727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5EC36-C94D-73FD-424D-A07044BB6B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5E6FEF-1CFF-4EF8-BBB1-767AC9BA58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C1C586-9B87-05D1-53FB-9E7BE51893EF}"/>
              </a:ext>
            </a:extLst>
          </p:cNvPr>
          <p:cNvSpPr>
            <a:spLocks noGrp="1"/>
          </p:cNvSpPr>
          <p:nvPr>
            <p:ph type="body" idx="1"/>
          </p:nvPr>
        </p:nvSpPr>
        <p:spPr/>
        <p:txBody>
          <a:bodyPr/>
          <a:lstStyle/>
          <a:p>
            <a:r>
              <a:rPr lang="en-US" sz="1300" b="1" dirty="0">
                <a:latin typeface="Times New Roman" panose="02020603050405020304" pitchFamily="18" charset="0"/>
                <a:cs typeface="Times New Roman" panose="02020603050405020304" pitchFamily="18" charset="0"/>
              </a:rPr>
              <a:t>Conceptualize </a:t>
            </a:r>
            <a:r>
              <a:rPr lang="en-US" sz="1300" dirty="0">
                <a:latin typeface="Times New Roman" panose="02020603050405020304" pitchFamily="18" charset="0"/>
                <a:cs typeface="Times New Roman" panose="02020603050405020304" pitchFamily="18" charset="0"/>
              </a:rPr>
              <a:t>Inspect the drawing. Let us assume the cables do not break and nothing is moving. </a:t>
            </a:r>
          </a:p>
          <a:p>
            <a:endParaRPr lang="en-US" sz="1300" dirty="0">
              <a:latin typeface="Times New Roman" panose="02020603050405020304" pitchFamily="18" charset="0"/>
              <a:cs typeface="Times New Roman" panose="02020603050405020304" pitchFamily="18" charset="0"/>
            </a:endParaRPr>
          </a:p>
          <a:p>
            <a:r>
              <a:rPr lang="en-US" sz="1300" b="1" dirty="0">
                <a:latin typeface="Times New Roman" panose="02020603050405020304" pitchFamily="18" charset="0"/>
                <a:cs typeface="Times New Roman" panose="02020603050405020304" pitchFamily="18" charset="0"/>
              </a:rPr>
              <a:t>Categorize </a:t>
            </a:r>
            <a:r>
              <a:rPr lang="en-US" sz="1300" dirty="0">
                <a:latin typeface="Times New Roman" panose="02020603050405020304" pitchFamily="18" charset="0"/>
                <a:cs typeface="Times New Roman" panose="02020603050405020304" pitchFamily="18" charset="0"/>
              </a:rPr>
              <a:t>If nothing is moving, no part of the system is accelerating. We can now model the light as a </a:t>
            </a:r>
            <a:r>
              <a:rPr lang="en-US" sz="1300" i="1" dirty="0">
                <a:latin typeface="Times New Roman" panose="02020603050405020304" pitchFamily="18" charset="0"/>
                <a:cs typeface="Times New Roman" panose="02020603050405020304" pitchFamily="18" charset="0"/>
              </a:rPr>
              <a:t>particle in equilibrium </a:t>
            </a:r>
            <a:r>
              <a:rPr lang="en-US" sz="1300" dirty="0">
                <a:latin typeface="Times New Roman" panose="02020603050405020304" pitchFamily="18" charset="0"/>
                <a:cs typeface="Times New Roman" panose="02020603050405020304" pitchFamily="18" charset="0"/>
              </a:rPr>
              <a:t>on which the net force is zero. Similarly, the net force on the knot that holds the cables together is zero, so it is also modeled as a </a:t>
            </a:r>
            <a:r>
              <a:rPr lang="en-US" sz="1300" i="1" dirty="0">
                <a:latin typeface="Times New Roman" panose="02020603050405020304" pitchFamily="18" charset="0"/>
                <a:cs typeface="Times New Roman" panose="02020603050405020304" pitchFamily="18" charset="0"/>
              </a:rPr>
              <a:t>particle in equilibrium.</a:t>
            </a:r>
            <a:endParaRPr lang="en-US" sz="13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930522A-DCA7-F45D-EAAD-C16E3E36F644}"/>
              </a:ext>
            </a:extLst>
          </p:cNvPr>
          <p:cNvSpPr>
            <a:spLocks noGrp="1"/>
          </p:cNvSpPr>
          <p:nvPr>
            <p:ph type="sldNum" sz="quarter" idx="10"/>
          </p:nvPr>
        </p:nvSpPr>
        <p:spPr/>
        <p:txBody>
          <a:bodyPr/>
          <a:lstStyle/>
          <a:p>
            <a:fld id="{6E7E7F27-47DB-D94D-995F-E3088F8069A6}" type="slidenum">
              <a:rPr lang="en-US" smtClean="0"/>
              <a:t>69</a:t>
            </a:fld>
            <a:endParaRPr lang="en-US"/>
          </a:p>
        </p:txBody>
      </p:sp>
    </p:spTree>
    <p:extLst>
      <p:ext uri="{BB962C8B-B14F-4D97-AF65-F5344CB8AC3E}">
        <p14:creationId xmlns:p14="http://schemas.microsoft.com/office/powerpoint/2010/main" val="411126103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483306">
              <a:defRPr/>
            </a:pPr>
            <a:r>
              <a:rPr lang="en-US" sz="1300" b="1" dirty="0">
                <a:latin typeface="Times New Roman" panose="02020603050405020304" pitchFamily="18" charset="0"/>
                <a:cs typeface="Times New Roman" panose="02020603050405020304" pitchFamily="18" charset="0"/>
              </a:rPr>
              <a:t>Conceptualize </a:t>
            </a:r>
            <a:r>
              <a:rPr lang="en-US" sz="1300" dirty="0">
                <a:latin typeface="Times New Roman" panose="02020603050405020304" pitchFamily="18" charset="0"/>
                <a:cs typeface="Times New Roman" panose="02020603050405020304" pitchFamily="18" charset="0"/>
              </a:rPr>
              <a:t>The reading on the scale is related to the extension of the spring in the scale, which is related to the force on the end of the spring as in the figure. Imagine that the fish is hanging on a string attached to the end of the spring. In this case, the magnitude of the force exerted on the spring is equal to the tension </a:t>
            </a:r>
            <a:r>
              <a:rPr lang="en-US" sz="1300" i="1" dirty="0">
                <a:latin typeface="Times New Roman" panose="02020603050405020304" pitchFamily="18" charset="0"/>
                <a:cs typeface="Times New Roman" panose="02020603050405020304" pitchFamily="18" charset="0"/>
              </a:rPr>
              <a:t>T </a:t>
            </a:r>
            <a:r>
              <a:rPr lang="en-US" sz="1300" dirty="0">
                <a:latin typeface="Times New Roman" panose="02020603050405020304" pitchFamily="18" charset="0"/>
                <a:cs typeface="Times New Roman" panose="02020603050405020304" pitchFamily="18" charset="0"/>
              </a:rPr>
              <a:t>in the string. Therefore, we are looking for </a:t>
            </a:r>
            <a:r>
              <a:rPr lang="en-US" sz="1300" i="1" dirty="0">
                <a:latin typeface="Times New Roman" panose="02020603050405020304" pitchFamily="18" charset="0"/>
                <a:cs typeface="Times New Roman" panose="02020603050405020304" pitchFamily="18" charset="0"/>
              </a:rPr>
              <a:t>T. </a:t>
            </a:r>
            <a:r>
              <a:rPr lang="en-US" sz="1300" dirty="0">
                <a:latin typeface="Times New Roman" panose="02020603050405020304" pitchFamily="18" charset="0"/>
                <a:cs typeface="Times New Roman" panose="02020603050405020304" pitchFamily="18" charset="0"/>
              </a:rPr>
              <a:t>The force </a:t>
            </a:r>
            <a:r>
              <a:rPr lang="en-US" sz="1300" b="1" dirty="0">
                <a:latin typeface="Times New Roman" panose="02020603050405020304" pitchFamily="18" charset="0"/>
                <a:cs typeface="Times New Roman" panose="02020603050405020304" pitchFamily="18" charset="0"/>
              </a:rPr>
              <a:t>T</a:t>
            </a:r>
            <a:r>
              <a:rPr lang="en-US" sz="1300" dirty="0">
                <a:latin typeface="Times New Roman" panose="02020603050405020304" pitchFamily="18" charset="0"/>
                <a:cs typeface="Times New Roman" panose="02020603050405020304" pitchFamily="18" charset="0"/>
              </a:rPr>
              <a:t> pulls down on the spring and pulls up on the fish. </a:t>
            </a:r>
          </a:p>
          <a:p>
            <a:endParaRPr lang="en-US" sz="1300" b="1" dirty="0">
              <a:latin typeface="Times New Roman" panose="02020603050405020304" pitchFamily="18" charset="0"/>
              <a:cs typeface="Times New Roman" panose="02020603050405020304" pitchFamily="18" charset="0"/>
            </a:endParaRPr>
          </a:p>
          <a:p>
            <a:r>
              <a:rPr lang="en-US" sz="1300" b="1" dirty="0">
                <a:latin typeface="Times New Roman" panose="02020603050405020304" pitchFamily="18" charset="0"/>
                <a:cs typeface="Times New Roman" panose="02020603050405020304" pitchFamily="18" charset="0"/>
              </a:rPr>
              <a:t>Categorize </a:t>
            </a:r>
            <a:r>
              <a:rPr lang="en-US" sz="1300" dirty="0">
                <a:latin typeface="Times New Roman" panose="02020603050405020304" pitchFamily="18" charset="0"/>
                <a:cs typeface="Times New Roman" panose="02020603050405020304" pitchFamily="18" charset="0"/>
              </a:rPr>
              <a:t>We can categorize this problem by identifying the fish as a </a:t>
            </a:r>
            <a:r>
              <a:rPr lang="en-US" sz="1300" i="1" dirty="0">
                <a:latin typeface="Times New Roman" panose="02020603050405020304" pitchFamily="18" charset="0"/>
                <a:cs typeface="Times New Roman" panose="02020603050405020304" pitchFamily="18" charset="0"/>
              </a:rPr>
              <a:t>particle in equilibrium </a:t>
            </a:r>
            <a:r>
              <a:rPr lang="en-US" sz="1300" dirty="0">
                <a:latin typeface="Times New Roman" panose="02020603050405020304" pitchFamily="18" charset="0"/>
                <a:cs typeface="Times New Roman" panose="02020603050405020304" pitchFamily="18" charset="0"/>
              </a:rPr>
              <a:t>if the elevator is not accelerating or as a </a:t>
            </a:r>
            <a:r>
              <a:rPr lang="en-US" sz="1300" i="1" dirty="0">
                <a:latin typeface="Times New Roman" panose="02020603050405020304" pitchFamily="18" charset="0"/>
                <a:cs typeface="Times New Roman" panose="02020603050405020304" pitchFamily="18" charset="0"/>
              </a:rPr>
              <a:t>particle under a net force </a:t>
            </a:r>
            <a:r>
              <a:rPr lang="en-US" sz="1300" dirty="0">
                <a:latin typeface="Times New Roman" panose="02020603050405020304" pitchFamily="18" charset="0"/>
                <a:cs typeface="Times New Roman" panose="02020603050405020304" pitchFamily="18" charset="0"/>
              </a:rPr>
              <a:t>if the elevator is accelerating.</a:t>
            </a:r>
          </a:p>
        </p:txBody>
      </p:sp>
      <p:sp>
        <p:nvSpPr>
          <p:cNvPr id="4" name="Slide Number Placeholder 3"/>
          <p:cNvSpPr>
            <a:spLocks noGrp="1"/>
          </p:cNvSpPr>
          <p:nvPr>
            <p:ph type="sldNum" sz="quarter" idx="10"/>
          </p:nvPr>
        </p:nvSpPr>
        <p:spPr/>
        <p:txBody>
          <a:bodyPr/>
          <a:lstStyle/>
          <a:p>
            <a:fld id="{6E7E7F27-47DB-D94D-995F-E3088F8069A6}" type="slidenum">
              <a:rPr lang="en-US" smtClean="0"/>
              <a:t>70</a:t>
            </a:fld>
            <a:endParaRPr lang="en-US"/>
          </a:p>
        </p:txBody>
      </p:sp>
    </p:spTree>
    <p:extLst>
      <p:ext uri="{BB962C8B-B14F-4D97-AF65-F5344CB8AC3E}">
        <p14:creationId xmlns:p14="http://schemas.microsoft.com/office/powerpoint/2010/main" val="34728985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483306">
              <a:defRPr/>
            </a:pPr>
            <a:r>
              <a:rPr lang="en-US" sz="1300" b="1" dirty="0">
                <a:latin typeface="Times New Roman" panose="02020603050405020304" pitchFamily="18" charset="0"/>
                <a:cs typeface="Times New Roman" panose="02020603050405020304" pitchFamily="18" charset="0"/>
              </a:rPr>
              <a:t>Analyze </a:t>
            </a:r>
            <a:r>
              <a:rPr lang="en-US" sz="1300" dirty="0">
                <a:latin typeface="Times New Roman" panose="02020603050405020304" pitchFamily="18" charset="0"/>
                <a:cs typeface="Times New Roman" panose="02020603050405020304" pitchFamily="18" charset="0"/>
              </a:rPr>
              <a:t>Inspect the diagrams of the forces acting on the fish and notice that the external forces acting on the fish are the downward gravitational force </a:t>
            </a:r>
            <a:r>
              <a:rPr lang="en-US" sz="1300" b="1" dirty="0">
                <a:latin typeface="Times New Roman" panose="02020603050405020304" pitchFamily="18" charset="0"/>
                <a:cs typeface="Times New Roman" panose="02020603050405020304" pitchFamily="18" charset="0"/>
              </a:rPr>
              <a:t>F</a:t>
            </a:r>
            <a:r>
              <a:rPr lang="en-US" sz="1300" i="1" baseline="-25000" dirty="0">
                <a:latin typeface="Times New Roman" panose="02020603050405020304" pitchFamily="18" charset="0"/>
                <a:cs typeface="Times New Roman" panose="02020603050405020304" pitchFamily="18" charset="0"/>
              </a:rPr>
              <a:t>g</a:t>
            </a:r>
            <a:r>
              <a:rPr lang="en-US" sz="1300" i="1" dirty="0">
                <a:latin typeface="Times New Roman" panose="02020603050405020304" pitchFamily="18" charset="0"/>
                <a:cs typeface="Times New Roman" panose="02020603050405020304" pitchFamily="18" charset="0"/>
              </a:rPr>
              <a:t> </a:t>
            </a:r>
            <a:r>
              <a:rPr lang="en-US" sz="1300" dirty="0">
                <a:latin typeface="Times New Roman" panose="02020603050405020304" pitchFamily="18" charset="0"/>
                <a:cs typeface="Times New Roman" panose="02020603050405020304" pitchFamily="18" charset="0"/>
              </a:rPr>
              <a:t>= </a:t>
            </a:r>
            <a:r>
              <a:rPr lang="en-US" sz="1300" i="1" dirty="0">
                <a:latin typeface="Times New Roman" panose="02020603050405020304" pitchFamily="18" charset="0"/>
                <a:cs typeface="Times New Roman" panose="02020603050405020304" pitchFamily="18" charset="0"/>
              </a:rPr>
              <a:t>m</a:t>
            </a:r>
            <a:r>
              <a:rPr lang="en-US" sz="1300" b="1" dirty="0">
                <a:latin typeface="Times New Roman" panose="02020603050405020304" pitchFamily="18" charset="0"/>
                <a:cs typeface="Times New Roman" panose="02020603050405020304" pitchFamily="18" charset="0"/>
              </a:rPr>
              <a:t>g</a:t>
            </a:r>
            <a:r>
              <a:rPr lang="en-US" sz="1300" dirty="0">
                <a:latin typeface="Times New Roman" panose="02020603050405020304" pitchFamily="18" charset="0"/>
                <a:cs typeface="Times New Roman" panose="02020603050405020304" pitchFamily="18" charset="0"/>
              </a:rPr>
              <a:t> and the force </a:t>
            </a:r>
            <a:r>
              <a:rPr lang="en-US" sz="1300" b="1" dirty="0">
                <a:latin typeface="Times New Roman" panose="02020603050405020304" pitchFamily="18" charset="0"/>
                <a:cs typeface="Times New Roman" panose="02020603050405020304" pitchFamily="18" charset="0"/>
              </a:rPr>
              <a:t>T</a:t>
            </a:r>
            <a:r>
              <a:rPr lang="en-US" sz="1300" dirty="0">
                <a:latin typeface="Times New Roman" panose="02020603050405020304" pitchFamily="18" charset="0"/>
                <a:cs typeface="Times New Roman" panose="02020603050405020304" pitchFamily="18" charset="0"/>
              </a:rPr>
              <a:t> exerted by the string. If the elevator is either at rest or moving at constant velocity, the fish is a particle in equilibrium, so </a:t>
            </a:r>
            <a:r>
              <a:rPr lang="en-US" sz="1300" b="1" i="1" dirty="0">
                <a:latin typeface="Times New Roman" panose="02020603050405020304" pitchFamily="18" charset="0"/>
                <a:cs typeface="Times New Roman" panose="02020603050405020304" pitchFamily="18" charset="0"/>
              </a:rPr>
              <a:t>[click to show equation]</a:t>
            </a:r>
          </a:p>
          <a:p>
            <a:pPr defTabSz="483306">
              <a:defRPr/>
            </a:pPr>
            <a:endParaRPr lang="en-US" sz="1300" dirty="0">
              <a:latin typeface="Times New Roman" panose="02020603050405020304" pitchFamily="18" charset="0"/>
              <a:cs typeface="Times New Roman" panose="02020603050405020304" pitchFamily="18" charset="0"/>
            </a:endParaRPr>
          </a:p>
          <a:p>
            <a:pPr defTabSz="483306">
              <a:defRPr/>
            </a:pPr>
            <a:r>
              <a:rPr lang="en-US" sz="1300" dirty="0">
                <a:latin typeface="Times New Roman" panose="02020603050405020304" pitchFamily="18" charset="0"/>
                <a:cs typeface="Times New Roman" panose="02020603050405020304" pitchFamily="18" charset="0"/>
              </a:rPr>
              <a:t>(Remember that the scalar </a:t>
            </a:r>
            <a:r>
              <a:rPr lang="en-US" sz="1300" i="1" dirty="0">
                <a:latin typeface="Times New Roman" panose="02020603050405020304" pitchFamily="18" charset="0"/>
                <a:cs typeface="Times New Roman" panose="02020603050405020304" pitchFamily="18" charset="0"/>
              </a:rPr>
              <a:t>mg </a:t>
            </a:r>
            <a:r>
              <a:rPr lang="en-US" sz="1300" dirty="0">
                <a:latin typeface="Times New Roman" panose="02020603050405020304" pitchFamily="18" charset="0"/>
                <a:cs typeface="Times New Roman" panose="02020603050405020304" pitchFamily="18" charset="0"/>
              </a:rPr>
              <a:t>is the weight of the fish.) </a:t>
            </a:r>
          </a:p>
          <a:p>
            <a:endParaRPr lang="en-US" sz="1300" dirty="0">
              <a:latin typeface="Times New Roman" panose="02020603050405020304" pitchFamily="18" charset="0"/>
              <a:cs typeface="Times New Roman" panose="02020603050405020304" pitchFamily="18" charset="0"/>
            </a:endParaRPr>
          </a:p>
          <a:p>
            <a:r>
              <a:rPr lang="en-US" sz="1300" dirty="0">
                <a:latin typeface="Times New Roman" panose="02020603050405020304" pitchFamily="18" charset="0"/>
                <a:cs typeface="Times New Roman" panose="02020603050405020304" pitchFamily="18" charset="0"/>
              </a:rPr>
              <a:t>Now suppose the elevator is moving with an acceleration </a:t>
            </a:r>
            <a:r>
              <a:rPr lang="en-US" sz="1300" b="1" dirty="0">
                <a:latin typeface="Times New Roman" panose="02020603050405020304" pitchFamily="18" charset="0"/>
                <a:cs typeface="Times New Roman" panose="02020603050405020304" pitchFamily="18" charset="0"/>
              </a:rPr>
              <a:t>a</a:t>
            </a:r>
            <a:r>
              <a:rPr lang="en-US" sz="1300" dirty="0">
                <a:latin typeface="Times New Roman" panose="02020603050405020304" pitchFamily="18" charset="0"/>
                <a:cs typeface="Times New Roman" panose="02020603050405020304" pitchFamily="18" charset="0"/>
              </a:rPr>
              <a:t> relative to an observer standing outside the elevator in an inertial frame. The fish is now a particle under a net force.</a:t>
            </a:r>
          </a:p>
          <a:p>
            <a:endParaRPr lang="en-US" sz="1300" dirty="0">
              <a:latin typeface="Times New Roman" panose="02020603050405020304" pitchFamily="18" charset="0"/>
              <a:cs typeface="Times New Roman" panose="02020603050405020304" pitchFamily="18" charset="0"/>
            </a:endParaRPr>
          </a:p>
          <a:p>
            <a:r>
              <a:rPr lang="en-US" sz="1300" dirty="0">
                <a:latin typeface="Times New Roman" panose="02020603050405020304" pitchFamily="18" charset="0"/>
                <a:cs typeface="Times New Roman" panose="02020603050405020304" pitchFamily="18" charset="0"/>
              </a:rPr>
              <a:t>Apply Newton’s second law to the fish. </a:t>
            </a:r>
            <a:r>
              <a:rPr lang="en-US" sz="1300" b="1" i="1" dirty="0">
                <a:latin typeface="Times New Roman" panose="02020603050405020304" pitchFamily="18" charset="0"/>
                <a:cs typeface="Times New Roman" panose="02020603050405020304" pitchFamily="18" charset="0"/>
              </a:rPr>
              <a:t>[click to show equation]</a:t>
            </a:r>
          </a:p>
          <a:p>
            <a:endParaRPr lang="en-US" sz="1300" dirty="0">
              <a:latin typeface="Times New Roman" panose="02020603050405020304" pitchFamily="18" charset="0"/>
              <a:cs typeface="Times New Roman" panose="02020603050405020304" pitchFamily="18" charset="0"/>
            </a:endParaRPr>
          </a:p>
          <a:p>
            <a:r>
              <a:rPr lang="en-US" sz="1300" dirty="0">
                <a:latin typeface="Times New Roman" panose="02020603050405020304" pitchFamily="18" charset="0"/>
                <a:cs typeface="Times New Roman" panose="02020603050405020304" pitchFamily="18" charset="0"/>
              </a:rPr>
              <a:t>Solve for </a:t>
            </a:r>
            <a:r>
              <a:rPr lang="en-US" sz="1300" i="1" dirty="0">
                <a:latin typeface="Times New Roman" panose="02020603050405020304" pitchFamily="18" charset="0"/>
                <a:cs typeface="Times New Roman" panose="02020603050405020304" pitchFamily="18" charset="0"/>
              </a:rPr>
              <a:t>T</a:t>
            </a:r>
            <a:r>
              <a:rPr lang="en-US" sz="1300" dirty="0">
                <a:latin typeface="Times New Roman" panose="02020603050405020304" pitchFamily="18" charset="0"/>
                <a:cs typeface="Times New Roman" panose="02020603050405020304" pitchFamily="18" charset="0"/>
              </a:rPr>
              <a:t>, </a:t>
            </a:r>
            <a:r>
              <a:rPr lang="en-US" sz="1300" b="1" i="1" dirty="0">
                <a:latin typeface="Times New Roman" panose="02020603050405020304" pitchFamily="18" charset="0"/>
                <a:cs typeface="Times New Roman" panose="02020603050405020304" pitchFamily="18" charset="0"/>
              </a:rPr>
              <a:t>[click to show equation] </a:t>
            </a:r>
            <a:r>
              <a:rPr lang="en-US" sz="1300" dirty="0">
                <a:latin typeface="Times New Roman" panose="02020603050405020304" pitchFamily="18" charset="0"/>
                <a:cs typeface="Times New Roman" panose="02020603050405020304" pitchFamily="18" charset="0"/>
              </a:rPr>
              <a:t>where we have chosen upward as the positive </a:t>
            </a:r>
            <a:r>
              <a:rPr lang="en-US" sz="1300" i="1" dirty="0">
                <a:latin typeface="Times New Roman" panose="02020603050405020304" pitchFamily="18" charset="0"/>
                <a:cs typeface="Times New Roman" panose="02020603050405020304" pitchFamily="18" charset="0"/>
              </a:rPr>
              <a:t>y </a:t>
            </a:r>
            <a:r>
              <a:rPr lang="en-US" sz="1300" dirty="0">
                <a:latin typeface="Times New Roman" panose="02020603050405020304" pitchFamily="18" charset="0"/>
                <a:cs typeface="Times New Roman" panose="02020603050405020304" pitchFamily="18" charset="0"/>
              </a:rPr>
              <a:t>direction. We conclude from our result that the scale reading </a:t>
            </a:r>
            <a:r>
              <a:rPr lang="en-US" sz="1300" i="1" dirty="0">
                <a:latin typeface="Times New Roman" panose="02020603050405020304" pitchFamily="18" charset="0"/>
                <a:cs typeface="Times New Roman" panose="02020603050405020304" pitchFamily="18" charset="0"/>
              </a:rPr>
              <a:t>T </a:t>
            </a:r>
            <a:r>
              <a:rPr lang="en-US" sz="1300" dirty="0">
                <a:latin typeface="Times New Roman" panose="02020603050405020304" pitchFamily="18" charset="0"/>
                <a:cs typeface="Times New Roman" panose="02020603050405020304" pitchFamily="18" charset="0"/>
              </a:rPr>
              <a:t>is greater than the fish’s weight </a:t>
            </a:r>
            <a:r>
              <a:rPr lang="en-US" sz="1300" i="1" dirty="0">
                <a:latin typeface="Times New Roman" panose="02020603050405020304" pitchFamily="18" charset="0"/>
                <a:cs typeface="Times New Roman" panose="02020603050405020304" pitchFamily="18" charset="0"/>
              </a:rPr>
              <a:t>mg </a:t>
            </a:r>
            <a:r>
              <a:rPr lang="en-US" sz="1300" dirty="0">
                <a:latin typeface="Times New Roman" panose="02020603050405020304" pitchFamily="18" charset="0"/>
                <a:cs typeface="Times New Roman" panose="02020603050405020304" pitchFamily="18" charset="0"/>
              </a:rPr>
              <a:t>if </a:t>
            </a:r>
            <a:r>
              <a:rPr lang="en-US" sz="1300" b="1" dirty="0">
                <a:latin typeface="Times New Roman" panose="02020603050405020304" pitchFamily="18" charset="0"/>
                <a:cs typeface="Times New Roman" panose="02020603050405020304" pitchFamily="18" charset="0"/>
              </a:rPr>
              <a:t>a</a:t>
            </a:r>
            <a:r>
              <a:rPr lang="en-US" sz="1300" dirty="0">
                <a:latin typeface="Times New Roman" panose="02020603050405020304" pitchFamily="18" charset="0"/>
                <a:cs typeface="Times New Roman" panose="02020603050405020304" pitchFamily="18" charset="0"/>
              </a:rPr>
              <a:t> is upward, so </a:t>
            </a:r>
            <a:r>
              <a:rPr lang="en-US" sz="1300" i="1" dirty="0">
                <a:latin typeface="Times New Roman" panose="02020603050405020304" pitchFamily="18" charset="0"/>
                <a:cs typeface="Times New Roman" panose="02020603050405020304" pitchFamily="18" charset="0"/>
              </a:rPr>
              <a:t>a</a:t>
            </a:r>
            <a:r>
              <a:rPr lang="en-US" sz="1300" i="1" baseline="-25000" dirty="0">
                <a:latin typeface="Times New Roman" panose="02020603050405020304" pitchFamily="18" charset="0"/>
                <a:cs typeface="Times New Roman" panose="02020603050405020304" pitchFamily="18" charset="0"/>
              </a:rPr>
              <a:t>y</a:t>
            </a:r>
            <a:r>
              <a:rPr lang="en-US" sz="1300" i="1" dirty="0">
                <a:latin typeface="Times New Roman" panose="02020603050405020304" pitchFamily="18" charset="0"/>
                <a:cs typeface="Times New Roman" panose="02020603050405020304" pitchFamily="18" charset="0"/>
              </a:rPr>
              <a:t> </a:t>
            </a:r>
            <a:r>
              <a:rPr lang="en-US" sz="1300" dirty="0">
                <a:latin typeface="Times New Roman" panose="02020603050405020304" pitchFamily="18" charset="0"/>
                <a:cs typeface="Times New Roman" panose="02020603050405020304" pitchFamily="18" charset="0"/>
              </a:rPr>
              <a:t>is positive, and that the reading is less than </a:t>
            </a:r>
            <a:r>
              <a:rPr lang="en-US" sz="1300" i="1" dirty="0">
                <a:latin typeface="Times New Roman" panose="02020603050405020304" pitchFamily="18" charset="0"/>
                <a:cs typeface="Times New Roman" panose="02020603050405020304" pitchFamily="18" charset="0"/>
              </a:rPr>
              <a:t>mg </a:t>
            </a:r>
            <a:r>
              <a:rPr lang="en-US" sz="1300" dirty="0">
                <a:latin typeface="Times New Roman" panose="02020603050405020304" pitchFamily="18" charset="0"/>
                <a:cs typeface="Times New Roman" panose="02020603050405020304" pitchFamily="18" charset="0"/>
              </a:rPr>
              <a:t>if </a:t>
            </a:r>
            <a:r>
              <a:rPr lang="en-US" sz="1300" b="1" dirty="0">
                <a:latin typeface="Times New Roman" panose="02020603050405020304" pitchFamily="18" charset="0"/>
                <a:cs typeface="Times New Roman" panose="02020603050405020304" pitchFamily="18" charset="0"/>
              </a:rPr>
              <a:t>a</a:t>
            </a:r>
            <a:r>
              <a:rPr lang="en-US" sz="1300" dirty="0">
                <a:latin typeface="Times New Roman" panose="02020603050405020304" pitchFamily="18" charset="0"/>
                <a:cs typeface="Times New Roman" panose="02020603050405020304" pitchFamily="18" charset="0"/>
              </a:rPr>
              <a:t> is downward, so </a:t>
            </a:r>
            <a:r>
              <a:rPr lang="en-US" sz="1300" i="1" dirty="0">
                <a:latin typeface="Times New Roman" panose="02020603050405020304" pitchFamily="18" charset="0"/>
                <a:cs typeface="Times New Roman" panose="02020603050405020304" pitchFamily="18" charset="0"/>
              </a:rPr>
              <a:t>a</a:t>
            </a:r>
            <a:r>
              <a:rPr lang="en-US" sz="1300" i="1" baseline="-25000" dirty="0">
                <a:latin typeface="Times New Roman" panose="02020603050405020304" pitchFamily="18" charset="0"/>
                <a:cs typeface="Times New Roman" panose="02020603050405020304" pitchFamily="18" charset="0"/>
              </a:rPr>
              <a:t>y</a:t>
            </a:r>
            <a:r>
              <a:rPr lang="en-US" sz="1300" i="1" dirty="0">
                <a:latin typeface="Times New Roman" panose="02020603050405020304" pitchFamily="18" charset="0"/>
                <a:cs typeface="Times New Roman" panose="02020603050405020304" pitchFamily="18" charset="0"/>
              </a:rPr>
              <a:t> </a:t>
            </a:r>
            <a:r>
              <a:rPr lang="en-US" sz="1300" dirty="0">
                <a:latin typeface="Times New Roman" panose="02020603050405020304" pitchFamily="18" charset="0"/>
                <a:cs typeface="Times New Roman" panose="02020603050405020304" pitchFamily="18" charset="0"/>
              </a:rPr>
              <a:t>is negative.</a:t>
            </a:r>
          </a:p>
        </p:txBody>
      </p:sp>
      <p:sp>
        <p:nvSpPr>
          <p:cNvPr id="4" name="Slide Number Placeholder 3"/>
          <p:cNvSpPr>
            <a:spLocks noGrp="1"/>
          </p:cNvSpPr>
          <p:nvPr>
            <p:ph type="sldNum" sz="quarter" idx="10"/>
          </p:nvPr>
        </p:nvSpPr>
        <p:spPr/>
        <p:txBody>
          <a:bodyPr/>
          <a:lstStyle/>
          <a:p>
            <a:fld id="{6E7E7F27-47DB-D94D-995F-E3088F8069A6}" type="slidenum">
              <a:rPr lang="en-US" smtClean="0"/>
              <a:t>71</a:t>
            </a:fld>
            <a:endParaRPr lang="en-US"/>
          </a:p>
        </p:txBody>
      </p:sp>
    </p:spTree>
    <p:extLst>
      <p:ext uri="{BB962C8B-B14F-4D97-AF65-F5344CB8AC3E}">
        <p14:creationId xmlns:p14="http://schemas.microsoft.com/office/powerpoint/2010/main" val="347752278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dirty="0">
                <a:latin typeface="Times New Roman" panose="02020603050405020304" pitchFamily="18" charset="0"/>
                <a:cs typeface="Times New Roman" panose="02020603050405020304" pitchFamily="18" charset="0"/>
              </a:rPr>
              <a:t>Evaluate the scale reading if </a:t>
            </a:r>
            <a:r>
              <a:rPr lang="en-US" sz="1300" b="1" dirty="0">
                <a:latin typeface="Times New Roman" panose="02020603050405020304" pitchFamily="18" charset="0"/>
                <a:cs typeface="Times New Roman" panose="02020603050405020304" pitchFamily="18" charset="0"/>
              </a:rPr>
              <a:t>a </a:t>
            </a:r>
            <a:r>
              <a:rPr lang="en-US" sz="1300" dirty="0">
                <a:latin typeface="Times New Roman" panose="02020603050405020304" pitchFamily="18" charset="0"/>
                <a:cs typeface="Times New Roman" panose="02020603050405020304" pitchFamily="18" charset="0"/>
              </a:rPr>
              <a:t>is upward. </a:t>
            </a:r>
            <a:r>
              <a:rPr lang="en-US" sz="1300" b="1" i="1" dirty="0">
                <a:latin typeface="Times New Roman" panose="02020603050405020304" pitchFamily="18" charset="0"/>
                <a:cs typeface="Times New Roman" panose="02020603050405020304" pitchFamily="18" charset="0"/>
              </a:rPr>
              <a:t>[click to show equation]</a:t>
            </a:r>
          </a:p>
          <a:p>
            <a:endParaRPr lang="en-US" sz="1300" dirty="0">
              <a:latin typeface="Times New Roman" panose="02020603050405020304" pitchFamily="18" charset="0"/>
              <a:cs typeface="Times New Roman" panose="02020603050405020304" pitchFamily="18" charset="0"/>
            </a:endParaRPr>
          </a:p>
          <a:p>
            <a:r>
              <a:rPr lang="en-US" sz="1300" dirty="0">
                <a:latin typeface="Times New Roman" panose="02020603050405020304" pitchFamily="18" charset="0"/>
                <a:cs typeface="Times New Roman" panose="02020603050405020304" pitchFamily="18" charset="0"/>
              </a:rPr>
              <a:t>Evaluate the scale reading if </a:t>
            </a:r>
            <a:r>
              <a:rPr lang="en-US" sz="1300" b="1" dirty="0">
                <a:latin typeface="Times New Roman" panose="02020603050405020304" pitchFamily="18" charset="0"/>
                <a:cs typeface="Times New Roman" panose="02020603050405020304" pitchFamily="18" charset="0"/>
              </a:rPr>
              <a:t>a</a:t>
            </a:r>
            <a:r>
              <a:rPr lang="en-US" sz="1300" dirty="0">
                <a:latin typeface="Times New Roman" panose="02020603050405020304" pitchFamily="18" charset="0"/>
                <a:cs typeface="Times New Roman" panose="02020603050405020304" pitchFamily="18" charset="0"/>
              </a:rPr>
              <a:t> is downward</a:t>
            </a:r>
            <a:r>
              <a:rPr lang="en-US" sz="1300" b="1" i="1" dirty="0">
                <a:latin typeface="Times New Roman" panose="02020603050405020304" pitchFamily="18" charset="0"/>
                <a:cs typeface="Times New Roman" panose="02020603050405020304" pitchFamily="18" charset="0"/>
              </a:rPr>
              <a:t>. [click to show equation]</a:t>
            </a:r>
          </a:p>
          <a:p>
            <a:endParaRPr lang="en-US" sz="1300" dirty="0">
              <a:latin typeface="Times New Roman" panose="02020603050405020304" pitchFamily="18" charset="0"/>
              <a:cs typeface="Times New Roman" panose="02020603050405020304" pitchFamily="18" charset="0"/>
            </a:endParaRPr>
          </a:p>
          <a:p>
            <a:r>
              <a:rPr lang="en-US" sz="1300" b="1" dirty="0">
                <a:latin typeface="Times New Roman" panose="02020603050405020304" pitchFamily="18" charset="0"/>
                <a:cs typeface="Times New Roman" panose="02020603050405020304" pitchFamily="18" charset="0"/>
              </a:rPr>
              <a:t>Finalize </a:t>
            </a:r>
            <a:r>
              <a:rPr lang="en-US" sz="1300" dirty="0">
                <a:latin typeface="Times New Roman" panose="02020603050405020304" pitchFamily="18" charset="0"/>
                <a:cs typeface="Times New Roman" panose="02020603050405020304" pitchFamily="18" charset="0"/>
              </a:rPr>
              <a:t>Take this advice: if you buy a fish by weight in an elevator, make sure the fish is weighed while the elevator is either at rest or accelerating downward! Furthermore, notice that from the information given here, one cannot determine the direction of the velocity of the elevator.</a:t>
            </a:r>
          </a:p>
        </p:txBody>
      </p:sp>
      <p:sp>
        <p:nvSpPr>
          <p:cNvPr id="4" name="Slide Number Placeholder 3"/>
          <p:cNvSpPr>
            <a:spLocks noGrp="1"/>
          </p:cNvSpPr>
          <p:nvPr>
            <p:ph type="sldNum" sz="quarter" idx="10"/>
          </p:nvPr>
        </p:nvSpPr>
        <p:spPr/>
        <p:txBody>
          <a:bodyPr/>
          <a:lstStyle/>
          <a:p>
            <a:fld id="{6E7E7F27-47DB-D94D-995F-E3088F8069A6}" type="slidenum">
              <a:rPr lang="en-US" smtClean="0"/>
              <a:t>72</a:t>
            </a:fld>
            <a:endParaRPr lang="en-US"/>
          </a:p>
        </p:txBody>
      </p:sp>
    </p:spTree>
    <p:extLst>
      <p:ext uri="{BB962C8B-B14F-4D97-AF65-F5344CB8AC3E}">
        <p14:creationId xmlns:p14="http://schemas.microsoft.com/office/powerpoint/2010/main" val="72882468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C13F7-D234-8D0D-C85F-422B7EDEF0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CDDB9C-56A0-315A-C1CC-056D8E258C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BD486A-B04C-98D7-E59D-447F84E7368B}"/>
              </a:ext>
            </a:extLst>
          </p:cNvPr>
          <p:cNvSpPr>
            <a:spLocks noGrp="1"/>
          </p:cNvSpPr>
          <p:nvPr>
            <p:ph type="body" idx="1"/>
          </p:nvPr>
        </p:nvSpPr>
        <p:spPr/>
        <p:txBody>
          <a:bodyPr/>
          <a:lstStyle/>
          <a:p>
            <a:r>
              <a:rPr lang="en-US" sz="1300" dirty="0">
                <a:latin typeface="Times New Roman" panose="02020603050405020304" pitchFamily="18" charset="0"/>
                <a:cs typeface="Times New Roman" panose="02020603050405020304" pitchFamily="18" charset="0"/>
              </a:rPr>
              <a:t>Evaluate the scale reading if </a:t>
            </a:r>
            <a:r>
              <a:rPr lang="en-US" sz="1300" b="1" dirty="0">
                <a:latin typeface="Times New Roman" panose="02020603050405020304" pitchFamily="18" charset="0"/>
                <a:cs typeface="Times New Roman" panose="02020603050405020304" pitchFamily="18" charset="0"/>
              </a:rPr>
              <a:t>a </a:t>
            </a:r>
            <a:r>
              <a:rPr lang="en-US" sz="1300" dirty="0">
                <a:latin typeface="Times New Roman" panose="02020603050405020304" pitchFamily="18" charset="0"/>
                <a:cs typeface="Times New Roman" panose="02020603050405020304" pitchFamily="18" charset="0"/>
              </a:rPr>
              <a:t>is upward. </a:t>
            </a:r>
            <a:r>
              <a:rPr lang="en-US" sz="1300" b="1" i="1" dirty="0">
                <a:latin typeface="Times New Roman" panose="02020603050405020304" pitchFamily="18" charset="0"/>
                <a:cs typeface="Times New Roman" panose="02020603050405020304" pitchFamily="18" charset="0"/>
              </a:rPr>
              <a:t>[click to show equation]</a:t>
            </a:r>
          </a:p>
          <a:p>
            <a:endParaRPr lang="en-US" sz="1300" dirty="0">
              <a:latin typeface="Times New Roman" panose="02020603050405020304" pitchFamily="18" charset="0"/>
              <a:cs typeface="Times New Roman" panose="02020603050405020304" pitchFamily="18" charset="0"/>
            </a:endParaRPr>
          </a:p>
          <a:p>
            <a:r>
              <a:rPr lang="en-US" sz="1300" dirty="0">
                <a:latin typeface="Times New Roman" panose="02020603050405020304" pitchFamily="18" charset="0"/>
                <a:cs typeface="Times New Roman" panose="02020603050405020304" pitchFamily="18" charset="0"/>
              </a:rPr>
              <a:t>Evaluate the scale reading if </a:t>
            </a:r>
            <a:r>
              <a:rPr lang="en-US" sz="1300" b="1" dirty="0">
                <a:latin typeface="Times New Roman" panose="02020603050405020304" pitchFamily="18" charset="0"/>
                <a:cs typeface="Times New Roman" panose="02020603050405020304" pitchFamily="18" charset="0"/>
              </a:rPr>
              <a:t>a</a:t>
            </a:r>
            <a:r>
              <a:rPr lang="en-US" sz="1300" dirty="0">
                <a:latin typeface="Times New Roman" panose="02020603050405020304" pitchFamily="18" charset="0"/>
                <a:cs typeface="Times New Roman" panose="02020603050405020304" pitchFamily="18" charset="0"/>
              </a:rPr>
              <a:t> is downward</a:t>
            </a:r>
            <a:r>
              <a:rPr lang="en-US" sz="1300" b="1" i="1" dirty="0">
                <a:latin typeface="Times New Roman" panose="02020603050405020304" pitchFamily="18" charset="0"/>
                <a:cs typeface="Times New Roman" panose="02020603050405020304" pitchFamily="18" charset="0"/>
              </a:rPr>
              <a:t>. [click to show equation]</a:t>
            </a:r>
          </a:p>
          <a:p>
            <a:endParaRPr lang="en-US" sz="1300" dirty="0">
              <a:latin typeface="Times New Roman" panose="02020603050405020304" pitchFamily="18" charset="0"/>
              <a:cs typeface="Times New Roman" panose="02020603050405020304" pitchFamily="18" charset="0"/>
            </a:endParaRPr>
          </a:p>
          <a:p>
            <a:r>
              <a:rPr lang="en-US" sz="1300" b="1" dirty="0">
                <a:latin typeface="Times New Roman" panose="02020603050405020304" pitchFamily="18" charset="0"/>
                <a:cs typeface="Times New Roman" panose="02020603050405020304" pitchFamily="18" charset="0"/>
              </a:rPr>
              <a:t>Finalize </a:t>
            </a:r>
            <a:r>
              <a:rPr lang="en-US" sz="1300" dirty="0">
                <a:latin typeface="Times New Roman" panose="02020603050405020304" pitchFamily="18" charset="0"/>
                <a:cs typeface="Times New Roman" panose="02020603050405020304" pitchFamily="18" charset="0"/>
              </a:rPr>
              <a:t>Take this advice: if you buy a fish by weight in an elevator, make sure the fish is weighed while the elevator is either at rest or accelerating downward! Furthermore, notice that from the information given here, one cannot determine the direction of the velocity of the elevator.</a:t>
            </a:r>
          </a:p>
        </p:txBody>
      </p:sp>
      <p:sp>
        <p:nvSpPr>
          <p:cNvPr id="4" name="Slide Number Placeholder 3">
            <a:extLst>
              <a:ext uri="{FF2B5EF4-FFF2-40B4-BE49-F238E27FC236}">
                <a16:creationId xmlns:a16="http://schemas.microsoft.com/office/drawing/2014/main" id="{72A07068-674E-CC97-AE59-61F657FF0872}"/>
              </a:ext>
            </a:extLst>
          </p:cNvPr>
          <p:cNvSpPr>
            <a:spLocks noGrp="1"/>
          </p:cNvSpPr>
          <p:nvPr>
            <p:ph type="sldNum" sz="quarter" idx="10"/>
          </p:nvPr>
        </p:nvSpPr>
        <p:spPr/>
        <p:txBody>
          <a:bodyPr/>
          <a:lstStyle/>
          <a:p>
            <a:fld id="{6E7E7F27-47DB-D94D-995F-E3088F8069A6}" type="slidenum">
              <a:rPr lang="en-US" smtClean="0"/>
              <a:t>73</a:t>
            </a:fld>
            <a:endParaRPr lang="en-US"/>
          </a:p>
        </p:txBody>
      </p:sp>
    </p:spTree>
    <p:extLst>
      <p:ext uri="{BB962C8B-B14F-4D97-AF65-F5344CB8AC3E}">
        <p14:creationId xmlns:p14="http://schemas.microsoft.com/office/powerpoint/2010/main" val="165327723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240"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Figure (a): figure shows many of the forces in situation: </a:t>
            </a:r>
          </a:p>
          <a:p>
            <a:pPr marL="664546" lvl="1"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those acting on monitor, one acting on table, and one acting on Earth </a:t>
            </a:r>
          </a:p>
          <a:p>
            <a:pPr marL="181240" indent="-181240" defTabSz="483306">
              <a:buFont typeface="Arial" panose="020B0604020202020204" pitchFamily="34" charset="0"/>
              <a:buChar char="•"/>
              <a:defRPr/>
            </a:pPr>
            <a:endParaRPr lang="en-US" sz="1300" dirty="0">
              <a:latin typeface="Times New Roman" panose="02020603050405020304" pitchFamily="18" charset="0"/>
              <a:cs typeface="Times New Roman" panose="02020603050405020304" pitchFamily="18" charset="0"/>
            </a:endParaRPr>
          </a:p>
          <a:p>
            <a:pPr marL="181240"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Figure (b): only forces acting on </a:t>
            </a:r>
            <a:r>
              <a:rPr lang="en-US" sz="1300" i="1" dirty="0">
                <a:latin typeface="Times New Roman" panose="02020603050405020304" pitchFamily="18" charset="0"/>
                <a:cs typeface="Times New Roman" panose="02020603050405020304" pitchFamily="18" charset="0"/>
              </a:rPr>
              <a:t>one object</a:t>
            </a:r>
            <a:r>
              <a:rPr lang="en-US" sz="1300" dirty="0">
                <a:latin typeface="Times New Roman" panose="02020603050405020304" pitchFamily="18" charset="0"/>
                <a:cs typeface="Times New Roman" panose="02020603050405020304" pitchFamily="18" charset="0"/>
              </a:rPr>
              <a:t> (monitor): </a:t>
            </a:r>
            <a:r>
              <a:rPr lang="en-US" sz="1300" b="1" dirty="0">
                <a:latin typeface="Times New Roman" panose="02020603050405020304" pitchFamily="18" charset="0"/>
                <a:cs typeface="Times New Roman" panose="02020603050405020304" pitchFamily="18" charset="0"/>
              </a:rPr>
              <a:t>force diagram</a:t>
            </a:r>
          </a:p>
          <a:p>
            <a:pPr marL="181240" indent="-181240" defTabSz="483306">
              <a:buFont typeface="Arial" panose="020B0604020202020204" pitchFamily="34" charset="0"/>
              <a:buChar char="•"/>
              <a:defRPr/>
            </a:pPr>
            <a:endParaRPr lang="en-US" sz="1300" b="1" dirty="0">
              <a:latin typeface="Times New Roman" panose="02020603050405020304" pitchFamily="18" charset="0"/>
              <a:cs typeface="Times New Roman" panose="02020603050405020304" pitchFamily="18" charset="0"/>
            </a:endParaRPr>
          </a:p>
          <a:p>
            <a:pPr marL="181240"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Figure (c): </a:t>
            </a:r>
            <a:r>
              <a:rPr lang="en-US" sz="1300" b="1" dirty="0">
                <a:latin typeface="Times New Roman" panose="02020603050405020304" pitchFamily="18" charset="0"/>
                <a:cs typeface="Times New Roman" panose="02020603050405020304" pitchFamily="18" charset="0"/>
              </a:rPr>
              <a:t>free-body diagram </a:t>
            </a:r>
            <a:r>
              <a:rPr lang="en-US" sz="1300" b="1" dirty="0">
                <a:latin typeface="Times New Roman" panose="02020603050405020304" pitchFamily="18" charset="0"/>
                <a:cs typeface="Times New Roman" panose="02020603050405020304" pitchFamily="18" charset="0"/>
                <a:sym typeface="Symbol" panose="05050102010706020507" pitchFamily="18" charset="2"/>
              </a:rPr>
              <a:t> </a:t>
            </a:r>
            <a:r>
              <a:rPr lang="en-US" sz="1300" dirty="0">
                <a:latin typeface="Times New Roman" panose="02020603050405020304" pitchFamily="18" charset="0"/>
                <a:cs typeface="Times New Roman" panose="02020603050405020304" pitchFamily="18" charset="0"/>
              </a:rPr>
              <a:t>particle model used by representing object as dot and showing forces that act on object applied to dot </a:t>
            </a:r>
          </a:p>
          <a:p>
            <a:pPr marL="664546" lvl="1" indent="-181240" defTabSz="483306">
              <a:buFont typeface="Arial" panose="020B0604020202020204" pitchFamily="34" charset="0"/>
              <a:buChar char="•"/>
              <a:defRPr/>
            </a:pPr>
            <a:r>
              <a:rPr lang="en-US" sz="1300" dirty="0">
                <a:latin typeface="Times New Roman" panose="02020603050405020304" pitchFamily="18" charset="0"/>
                <a:cs typeface="Times New Roman" panose="02020603050405020304" pitchFamily="18" charset="0"/>
              </a:rPr>
              <a:t>Free-body diagram helps isolate only forces on object and eliminate other forces from our analysis </a:t>
            </a:r>
          </a:p>
          <a:p>
            <a:endParaRPr lang="en-US" dirty="0"/>
          </a:p>
        </p:txBody>
      </p:sp>
      <p:sp>
        <p:nvSpPr>
          <p:cNvPr id="4" name="Slide Number Placeholder 3"/>
          <p:cNvSpPr>
            <a:spLocks noGrp="1"/>
          </p:cNvSpPr>
          <p:nvPr>
            <p:ph type="sldNum" sz="quarter" idx="10"/>
          </p:nvPr>
        </p:nvSpPr>
        <p:spPr/>
        <p:txBody>
          <a:bodyPr/>
          <a:lstStyle/>
          <a:p>
            <a:fld id="{6E7E7F27-47DB-D94D-995F-E3088F8069A6}" type="slidenum">
              <a:rPr lang="en-US" smtClean="0"/>
              <a:t>75</a:t>
            </a:fld>
            <a:endParaRPr lang="en-US"/>
          </a:p>
        </p:txBody>
      </p:sp>
    </p:spTree>
    <p:extLst>
      <p:ext uri="{BB962C8B-B14F-4D97-AF65-F5344CB8AC3E}">
        <p14:creationId xmlns:p14="http://schemas.microsoft.com/office/powerpoint/2010/main" val="17383752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3E5E0-8176-001D-5740-3CDD199FA8F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DEF7649-1BE6-87F1-2110-9B53EC1D7D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7248BFA-4A04-DC85-1876-59817C33A4E2}"/>
              </a:ext>
            </a:extLst>
          </p:cNvPr>
          <p:cNvSpPr>
            <a:spLocks noGrp="1"/>
          </p:cNvSpPr>
          <p:nvPr>
            <p:ph type="dt" sz="half" idx="10"/>
          </p:nvPr>
        </p:nvSpPr>
        <p:spPr/>
        <p:txBody>
          <a:bodyPr/>
          <a:lstStyle/>
          <a:p>
            <a:fld id="{AB3D44B3-F247-485A-9C6B-E19BBCDD71C9}" type="datetimeFigureOut">
              <a:rPr lang="en-US" smtClean="0"/>
              <a:t>9/30/2026</a:t>
            </a:fld>
            <a:endParaRPr lang="en-US"/>
          </a:p>
        </p:txBody>
      </p:sp>
      <p:sp>
        <p:nvSpPr>
          <p:cNvPr id="5" name="Footer Placeholder 4">
            <a:extLst>
              <a:ext uri="{FF2B5EF4-FFF2-40B4-BE49-F238E27FC236}">
                <a16:creationId xmlns:a16="http://schemas.microsoft.com/office/drawing/2014/main" id="{E74DD925-44C3-1E64-66F2-779C7005FB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879C40-3094-3229-D16A-90EA0A1A240A}"/>
              </a:ext>
            </a:extLst>
          </p:cNvPr>
          <p:cNvSpPr>
            <a:spLocks noGrp="1"/>
          </p:cNvSpPr>
          <p:nvPr>
            <p:ph type="sldNum" sz="quarter" idx="12"/>
          </p:nvPr>
        </p:nvSpPr>
        <p:spPr/>
        <p:txBody>
          <a:bodyPr/>
          <a:lstStyle/>
          <a:p>
            <a:fld id="{E5F74C94-6A48-470F-83BC-8DDBA39C7522}" type="slidenum">
              <a:rPr lang="en-US" smtClean="0"/>
              <a:t>‹#›</a:t>
            </a:fld>
            <a:endParaRPr lang="en-US"/>
          </a:p>
        </p:txBody>
      </p:sp>
    </p:spTree>
    <p:extLst>
      <p:ext uri="{BB962C8B-B14F-4D97-AF65-F5344CB8AC3E}">
        <p14:creationId xmlns:p14="http://schemas.microsoft.com/office/powerpoint/2010/main" val="25736043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E3BFC-DC33-8C71-28C9-5813A056075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BF9B6A-1678-FFDE-527D-6A2A6CA6A7F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7600FC-6252-2669-D145-E5E81EFDDB5D}"/>
              </a:ext>
            </a:extLst>
          </p:cNvPr>
          <p:cNvSpPr>
            <a:spLocks noGrp="1"/>
          </p:cNvSpPr>
          <p:nvPr>
            <p:ph type="dt" sz="half" idx="10"/>
          </p:nvPr>
        </p:nvSpPr>
        <p:spPr/>
        <p:txBody>
          <a:bodyPr/>
          <a:lstStyle/>
          <a:p>
            <a:fld id="{AB3D44B3-F247-485A-9C6B-E19BBCDD71C9}" type="datetimeFigureOut">
              <a:rPr lang="en-US" smtClean="0"/>
              <a:t>9/30/2026</a:t>
            </a:fld>
            <a:endParaRPr lang="en-US"/>
          </a:p>
        </p:txBody>
      </p:sp>
      <p:sp>
        <p:nvSpPr>
          <p:cNvPr id="5" name="Footer Placeholder 4">
            <a:extLst>
              <a:ext uri="{FF2B5EF4-FFF2-40B4-BE49-F238E27FC236}">
                <a16:creationId xmlns:a16="http://schemas.microsoft.com/office/drawing/2014/main" id="{1D469DE8-F485-9562-B8AB-371C3EB67A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F39144-D6F2-47A2-D916-F298DFD5D2CB}"/>
              </a:ext>
            </a:extLst>
          </p:cNvPr>
          <p:cNvSpPr>
            <a:spLocks noGrp="1"/>
          </p:cNvSpPr>
          <p:nvPr>
            <p:ph type="sldNum" sz="quarter" idx="12"/>
          </p:nvPr>
        </p:nvSpPr>
        <p:spPr/>
        <p:txBody>
          <a:bodyPr/>
          <a:lstStyle/>
          <a:p>
            <a:fld id="{E5F74C94-6A48-470F-83BC-8DDBA39C7522}" type="slidenum">
              <a:rPr lang="en-US" smtClean="0"/>
              <a:t>‹#›</a:t>
            </a:fld>
            <a:endParaRPr lang="en-US"/>
          </a:p>
        </p:txBody>
      </p:sp>
    </p:spTree>
    <p:extLst>
      <p:ext uri="{BB962C8B-B14F-4D97-AF65-F5344CB8AC3E}">
        <p14:creationId xmlns:p14="http://schemas.microsoft.com/office/powerpoint/2010/main" val="11854269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6D11B-01BF-D633-37A9-0545D849C09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72E44F8-AA8B-1D35-D8B2-032F41B2020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627D4F-C163-B595-3F0B-6937B190E73D}"/>
              </a:ext>
            </a:extLst>
          </p:cNvPr>
          <p:cNvSpPr>
            <a:spLocks noGrp="1"/>
          </p:cNvSpPr>
          <p:nvPr>
            <p:ph type="dt" sz="half" idx="10"/>
          </p:nvPr>
        </p:nvSpPr>
        <p:spPr/>
        <p:txBody>
          <a:bodyPr/>
          <a:lstStyle/>
          <a:p>
            <a:fld id="{AB3D44B3-F247-485A-9C6B-E19BBCDD71C9}" type="datetimeFigureOut">
              <a:rPr lang="en-US" smtClean="0"/>
              <a:t>9/30/2026</a:t>
            </a:fld>
            <a:endParaRPr lang="en-US"/>
          </a:p>
        </p:txBody>
      </p:sp>
      <p:sp>
        <p:nvSpPr>
          <p:cNvPr id="5" name="Footer Placeholder 4">
            <a:extLst>
              <a:ext uri="{FF2B5EF4-FFF2-40B4-BE49-F238E27FC236}">
                <a16:creationId xmlns:a16="http://schemas.microsoft.com/office/drawing/2014/main" id="{AA98DCBF-4D33-4555-0CE0-1E3CD3DA8A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8B9385-DBF4-61A6-42A4-61765FAD6529}"/>
              </a:ext>
            </a:extLst>
          </p:cNvPr>
          <p:cNvSpPr>
            <a:spLocks noGrp="1"/>
          </p:cNvSpPr>
          <p:nvPr>
            <p:ph type="sldNum" sz="quarter" idx="12"/>
          </p:nvPr>
        </p:nvSpPr>
        <p:spPr/>
        <p:txBody>
          <a:bodyPr/>
          <a:lstStyle/>
          <a:p>
            <a:fld id="{E5F74C94-6A48-470F-83BC-8DDBA39C7522}" type="slidenum">
              <a:rPr lang="en-US" smtClean="0"/>
              <a:t>‹#›</a:t>
            </a:fld>
            <a:endParaRPr lang="en-US"/>
          </a:p>
        </p:txBody>
      </p:sp>
    </p:spTree>
    <p:extLst>
      <p:ext uri="{BB962C8B-B14F-4D97-AF65-F5344CB8AC3E}">
        <p14:creationId xmlns:p14="http://schemas.microsoft.com/office/powerpoint/2010/main" val="15709179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D211F-5586-EA46-3A4A-4C3B85F2427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ED80DAD-6084-6D55-B47B-D5800A39F71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BD7511D-4B82-20BC-6410-5BA27E72A02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45FF97D-FB1F-8F9F-646D-95ECED11F0D2}"/>
              </a:ext>
            </a:extLst>
          </p:cNvPr>
          <p:cNvSpPr>
            <a:spLocks noGrp="1"/>
          </p:cNvSpPr>
          <p:nvPr>
            <p:ph type="dt" sz="half" idx="10"/>
          </p:nvPr>
        </p:nvSpPr>
        <p:spPr/>
        <p:txBody>
          <a:bodyPr/>
          <a:lstStyle/>
          <a:p>
            <a:fld id="{AB3D44B3-F247-485A-9C6B-E19BBCDD71C9}" type="datetimeFigureOut">
              <a:rPr lang="en-US" smtClean="0"/>
              <a:t>9/30/2026</a:t>
            </a:fld>
            <a:endParaRPr lang="en-US"/>
          </a:p>
        </p:txBody>
      </p:sp>
      <p:sp>
        <p:nvSpPr>
          <p:cNvPr id="6" name="Footer Placeholder 5">
            <a:extLst>
              <a:ext uri="{FF2B5EF4-FFF2-40B4-BE49-F238E27FC236}">
                <a16:creationId xmlns:a16="http://schemas.microsoft.com/office/drawing/2014/main" id="{04724183-74E1-E55C-C05F-F336798DC1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EF082F-898E-6A24-5D90-525725635361}"/>
              </a:ext>
            </a:extLst>
          </p:cNvPr>
          <p:cNvSpPr>
            <a:spLocks noGrp="1"/>
          </p:cNvSpPr>
          <p:nvPr>
            <p:ph type="sldNum" sz="quarter" idx="12"/>
          </p:nvPr>
        </p:nvSpPr>
        <p:spPr/>
        <p:txBody>
          <a:bodyPr/>
          <a:lstStyle/>
          <a:p>
            <a:fld id="{E5F74C94-6A48-470F-83BC-8DDBA39C7522}" type="slidenum">
              <a:rPr lang="en-US" smtClean="0"/>
              <a:t>‹#›</a:t>
            </a:fld>
            <a:endParaRPr lang="en-US"/>
          </a:p>
        </p:txBody>
      </p:sp>
    </p:spTree>
    <p:extLst>
      <p:ext uri="{BB962C8B-B14F-4D97-AF65-F5344CB8AC3E}">
        <p14:creationId xmlns:p14="http://schemas.microsoft.com/office/powerpoint/2010/main" val="8061032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6347F-A568-2B8A-2579-9B626530DE4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C4EA3F6-3074-288A-F00F-3A028DD225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BF8906-4F94-731E-563F-7F9582B06A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DD7BF73-2393-05F2-4DCA-EB6632B3C0E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DD2ED9D-6DB1-268A-5782-E9238413282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0C5F6DD-AAE6-41A1-0F2F-253FB258A5B8}"/>
              </a:ext>
            </a:extLst>
          </p:cNvPr>
          <p:cNvSpPr>
            <a:spLocks noGrp="1"/>
          </p:cNvSpPr>
          <p:nvPr>
            <p:ph type="dt" sz="half" idx="10"/>
          </p:nvPr>
        </p:nvSpPr>
        <p:spPr/>
        <p:txBody>
          <a:bodyPr/>
          <a:lstStyle/>
          <a:p>
            <a:fld id="{AB3D44B3-F247-485A-9C6B-E19BBCDD71C9}" type="datetimeFigureOut">
              <a:rPr lang="en-US" smtClean="0"/>
              <a:t>9/30/2026</a:t>
            </a:fld>
            <a:endParaRPr lang="en-US"/>
          </a:p>
        </p:txBody>
      </p:sp>
      <p:sp>
        <p:nvSpPr>
          <p:cNvPr id="8" name="Footer Placeholder 7">
            <a:extLst>
              <a:ext uri="{FF2B5EF4-FFF2-40B4-BE49-F238E27FC236}">
                <a16:creationId xmlns:a16="http://schemas.microsoft.com/office/drawing/2014/main" id="{3F1BD4A6-922D-1883-CDF1-8198750323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072FDC6-9588-83BD-4C83-97F8326A777D}"/>
              </a:ext>
            </a:extLst>
          </p:cNvPr>
          <p:cNvSpPr>
            <a:spLocks noGrp="1"/>
          </p:cNvSpPr>
          <p:nvPr>
            <p:ph type="sldNum" sz="quarter" idx="12"/>
          </p:nvPr>
        </p:nvSpPr>
        <p:spPr/>
        <p:txBody>
          <a:bodyPr/>
          <a:lstStyle/>
          <a:p>
            <a:fld id="{E5F74C94-6A48-470F-83BC-8DDBA39C7522}" type="slidenum">
              <a:rPr lang="en-US" smtClean="0"/>
              <a:t>‹#›</a:t>
            </a:fld>
            <a:endParaRPr lang="en-US"/>
          </a:p>
        </p:txBody>
      </p:sp>
    </p:spTree>
    <p:extLst>
      <p:ext uri="{BB962C8B-B14F-4D97-AF65-F5344CB8AC3E}">
        <p14:creationId xmlns:p14="http://schemas.microsoft.com/office/powerpoint/2010/main" val="1601885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7BA31-04B4-5D75-881D-09DCA751307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01FD4C8-D524-D35B-62E6-BE526280982E}"/>
              </a:ext>
            </a:extLst>
          </p:cNvPr>
          <p:cNvSpPr>
            <a:spLocks noGrp="1"/>
          </p:cNvSpPr>
          <p:nvPr>
            <p:ph type="dt" sz="half" idx="10"/>
          </p:nvPr>
        </p:nvSpPr>
        <p:spPr/>
        <p:txBody>
          <a:bodyPr/>
          <a:lstStyle/>
          <a:p>
            <a:fld id="{AB3D44B3-F247-485A-9C6B-E19BBCDD71C9}" type="datetimeFigureOut">
              <a:rPr lang="en-US" smtClean="0"/>
              <a:t>9/30/2026</a:t>
            </a:fld>
            <a:endParaRPr lang="en-US"/>
          </a:p>
        </p:txBody>
      </p:sp>
      <p:sp>
        <p:nvSpPr>
          <p:cNvPr id="4" name="Footer Placeholder 3">
            <a:extLst>
              <a:ext uri="{FF2B5EF4-FFF2-40B4-BE49-F238E27FC236}">
                <a16:creationId xmlns:a16="http://schemas.microsoft.com/office/drawing/2014/main" id="{F5591815-BEB4-11B1-4DD9-7AE416B4A3E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0BD31B8-0E5F-30E5-F35E-A2EF710FB96F}"/>
              </a:ext>
            </a:extLst>
          </p:cNvPr>
          <p:cNvSpPr>
            <a:spLocks noGrp="1"/>
          </p:cNvSpPr>
          <p:nvPr>
            <p:ph type="sldNum" sz="quarter" idx="12"/>
          </p:nvPr>
        </p:nvSpPr>
        <p:spPr/>
        <p:txBody>
          <a:bodyPr/>
          <a:lstStyle/>
          <a:p>
            <a:fld id="{E5F74C94-6A48-470F-83BC-8DDBA39C7522}" type="slidenum">
              <a:rPr lang="en-US" smtClean="0"/>
              <a:t>‹#›</a:t>
            </a:fld>
            <a:endParaRPr lang="en-US"/>
          </a:p>
        </p:txBody>
      </p:sp>
    </p:spTree>
    <p:extLst>
      <p:ext uri="{BB962C8B-B14F-4D97-AF65-F5344CB8AC3E}">
        <p14:creationId xmlns:p14="http://schemas.microsoft.com/office/powerpoint/2010/main" val="820837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9F0C8-CC6B-0834-EE65-16E1F76F518E}"/>
              </a:ext>
            </a:extLst>
          </p:cNvPr>
          <p:cNvSpPr>
            <a:spLocks noGrp="1"/>
          </p:cNvSpPr>
          <p:nvPr>
            <p:ph type="dt" sz="half" idx="10"/>
          </p:nvPr>
        </p:nvSpPr>
        <p:spPr/>
        <p:txBody>
          <a:bodyPr/>
          <a:lstStyle/>
          <a:p>
            <a:fld id="{AB3D44B3-F247-485A-9C6B-E19BBCDD71C9}" type="datetimeFigureOut">
              <a:rPr lang="en-US" smtClean="0"/>
              <a:t>9/30/2026</a:t>
            </a:fld>
            <a:endParaRPr lang="en-US"/>
          </a:p>
        </p:txBody>
      </p:sp>
      <p:sp>
        <p:nvSpPr>
          <p:cNvPr id="3" name="Footer Placeholder 2">
            <a:extLst>
              <a:ext uri="{FF2B5EF4-FFF2-40B4-BE49-F238E27FC236}">
                <a16:creationId xmlns:a16="http://schemas.microsoft.com/office/drawing/2014/main" id="{D4D794DA-7F59-4988-4F21-DBBDAAED739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46F8257-8032-EC4D-932A-C1F0A8DF49B1}"/>
              </a:ext>
            </a:extLst>
          </p:cNvPr>
          <p:cNvSpPr>
            <a:spLocks noGrp="1"/>
          </p:cNvSpPr>
          <p:nvPr>
            <p:ph type="sldNum" sz="quarter" idx="12"/>
          </p:nvPr>
        </p:nvSpPr>
        <p:spPr/>
        <p:txBody>
          <a:bodyPr/>
          <a:lstStyle/>
          <a:p>
            <a:fld id="{E5F74C94-6A48-470F-83BC-8DDBA39C7522}" type="slidenum">
              <a:rPr lang="en-US" smtClean="0"/>
              <a:t>‹#›</a:t>
            </a:fld>
            <a:endParaRPr lang="en-US"/>
          </a:p>
        </p:txBody>
      </p:sp>
    </p:spTree>
    <p:extLst>
      <p:ext uri="{BB962C8B-B14F-4D97-AF65-F5344CB8AC3E}">
        <p14:creationId xmlns:p14="http://schemas.microsoft.com/office/powerpoint/2010/main" val="15758667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8711F-AACB-F62E-81CD-A61C42909F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6040769-E83B-1414-5E9C-178B94196D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BBE106B-B914-3E3F-F724-E8812F1CCE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222AF9-B792-67C5-7976-1907576D88E9}"/>
              </a:ext>
            </a:extLst>
          </p:cNvPr>
          <p:cNvSpPr>
            <a:spLocks noGrp="1"/>
          </p:cNvSpPr>
          <p:nvPr>
            <p:ph type="dt" sz="half" idx="10"/>
          </p:nvPr>
        </p:nvSpPr>
        <p:spPr/>
        <p:txBody>
          <a:bodyPr/>
          <a:lstStyle/>
          <a:p>
            <a:fld id="{AB3D44B3-F247-485A-9C6B-E19BBCDD71C9}" type="datetimeFigureOut">
              <a:rPr lang="en-US" smtClean="0"/>
              <a:t>9/30/2026</a:t>
            </a:fld>
            <a:endParaRPr lang="en-US"/>
          </a:p>
        </p:txBody>
      </p:sp>
      <p:sp>
        <p:nvSpPr>
          <p:cNvPr id="6" name="Footer Placeholder 5">
            <a:extLst>
              <a:ext uri="{FF2B5EF4-FFF2-40B4-BE49-F238E27FC236}">
                <a16:creationId xmlns:a16="http://schemas.microsoft.com/office/drawing/2014/main" id="{0C79B2DC-828D-EC0E-3FF0-AFDCF15221E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9776C1-D894-F8F6-D50F-90CB341E6DF0}"/>
              </a:ext>
            </a:extLst>
          </p:cNvPr>
          <p:cNvSpPr>
            <a:spLocks noGrp="1"/>
          </p:cNvSpPr>
          <p:nvPr>
            <p:ph type="sldNum" sz="quarter" idx="12"/>
          </p:nvPr>
        </p:nvSpPr>
        <p:spPr/>
        <p:txBody>
          <a:bodyPr/>
          <a:lstStyle/>
          <a:p>
            <a:fld id="{E5F74C94-6A48-470F-83BC-8DDBA39C7522}" type="slidenum">
              <a:rPr lang="en-US" smtClean="0"/>
              <a:t>‹#›</a:t>
            </a:fld>
            <a:endParaRPr lang="en-US"/>
          </a:p>
        </p:txBody>
      </p:sp>
    </p:spTree>
    <p:extLst>
      <p:ext uri="{BB962C8B-B14F-4D97-AF65-F5344CB8AC3E}">
        <p14:creationId xmlns:p14="http://schemas.microsoft.com/office/powerpoint/2010/main" val="26004417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A03B4-87D4-552D-79DA-601A6972B1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3A11690-47C4-F75A-ACE5-6AD7A04EA5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1E88A0F-E0C7-A2D3-B4FF-AA84A6FEAC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CBC0B0-DB17-2597-1A8C-3591D872DE67}"/>
              </a:ext>
            </a:extLst>
          </p:cNvPr>
          <p:cNvSpPr>
            <a:spLocks noGrp="1"/>
          </p:cNvSpPr>
          <p:nvPr>
            <p:ph type="dt" sz="half" idx="10"/>
          </p:nvPr>
        </p:nvSpPr>
        <p:spPr/>
        <p:txBody>
          <a:bodyPr/>
          <a:lstStyle/>
          <a:p>
            <a:fld id="{AB3D44B3-F247-485A-9C6B-E19BBCDD71C9}" type="datetimeFigureOut">
              <a:rPr lang="en-US" smtClean="0"/>
              <a:t>9/30/2026</a:t>
            </a:fld>
            <a:endParaRPr lang="en-US"/>
          </a:p>
        </p:txBody>
      </p:sp>
      <p:sp>
        <p:nvSpPr>
          <p:cNvPr id="6" name="Footer Placeholder 5">
            <a:extLst>
              <a:ext uri="{FF2B5EF4-FFF2-40B4-BE49-F238E27FC236}">
                <a16:creationId xmlns:a16="http://schemas.microsoft.com/office/drawing/2014/main" id="{5B814A6A-21B6-0398-D42E-C9EB26D8AB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A9B4D2-4C5A-E0B2-37A5-A7A37A677CFB}"/>
              </a:ext>
            </a:extLst>
          </p:cNvPr>
          <p:cNvSpPr>
            <a:spLocks noGrp="1"/>
          </p:cNvSpPr>
          <p:nvPr>
            <p:ph type="sldNum" sz="quarter" idx="12"/>
          </p:nvPr>
        </p:nvSpPr>
        <p:spPr/>
        <p:txBody>
          <a:bodyPr/>
          <a:lstStyle/>
          <a:p>
            <a:fld id="{E5F74C94-6A48-470F-83BC-8DDBA39C7522}" type="slidenum">
              <a:rPr lang="en-US" smtClean="0"/>
              <a:t>‹#›</a:t>
            </a:fld>
            <a:endParaRPr lang="en-US"/>
          </a:p>
        </p:txBody>
      </p:sp>
    </p:spTree>
    <p:extLst>
      <p:ext uri="{BB962C8B-B14F-4D97-AF65-F5344CB8AC3E}">
        <p14:creationId xmlns:p14="http://schemas.microsoft.com/office/powerpoint/2010/main" val="29052688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79635-F517-6E53-2744-218E7035A8D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30A50FD-DAA2-899C-B977-6680D1CFB7B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9A3669-AC0C-E0C9-9C98-65F6CB3935C4}"/>
              </a:ext>
            </a:extLst>
          </p:cNvPr>
          <p:cNvSpPr>
            <a:spLocks noGrp="1"/>
          </p:cNvSpPr>
          <p:nvPr>
            <p:ph type="dt" sz="half" idx="10"/>
          </p:nvPr>
        </p:nvSpPr>
        <p:spPr/>
        <p:txBody>
          <a:bodyPr/>
          <a:lstStyle/>
          <a:p>
            <a:fld id="{AB3D44B3-F247-485A-9C6B-E19BBCDD71C9}" type="datetimeFigureOut">
              <a:rPr lang="en-US" smtClean="0"/>
              <a:t>9/30/2026</a:t>
            </a:fld>
            <a:endParaRPr lang="en-US"/>
          </a:p>
        </p:txBody>
      </p:sp>
      <p:sp>
        <p:nvSpPr>
          <p:cNvPr id="5" name="Footer Placeholder 4">
            <a:extLst>
              <a:ext uri="{FF2B5EF4-FFF2-40B4-BE49-F238E27FC236}">
                <a16:creationId xmlns:a16="http://schemas.microsoft.com/office/drawing/2014/main" id="{94FAB0F5-0331-2169-3995-4F209999B2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CB602B-69EC-31F3-721D-A24612D6382F}"/>
              </a:ext>
            </a:extLst>
          </p:cNvPr>
          <p:cNvSpPr>
            <a:spLocks noGrp="1"/>
          </p:cNvSpPr>
          <p:nvPr>
            <p:ph type="sldNum" sz="quarter" idx="12"/>
          </p:nvPr>
        </p:nvSpPr>
        <p:spPr/>
        <p:txBody>
          <a:bodyPr/>
          <a:lstStyle/>
          <a:p>
            <a:fld id="{E5F74C94-6A48-470F-83BC-8DDBA39C7522}" type="slidenum">
              <a:rPr lang="en-US" smtClean="0"/>
              <a:t>‹#›</a:t>
            </a:fld>
            <a:endParaRPr lang="en-US"/>
          </a:p>
        </p:txBody>
      </p:sp>
    </p:spTree>
    <p:extLst>
      <p:ext uri="{BB962C8B-B14F-4D97-AF65-F5344CB8AC3E}">
        <p14:creationId xmlns:p14="http://schemas.microsoft.com/office/powerpoint/2010/main" val="40597966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AAF95BC-6F6C-3DFD-DC41-84F4BFD2A94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570E3B9-A754-B034-09FE-59D63B35ACF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D65C6A-2EDF-27AD-4DBD-37FF5A881824}"/>
              </a:ext>
            </a:extLst>
          </p:cNvPr>
          <p:cNvSpPr>
            <a:spLocks noGrp="1"/>
          </p:cNvSpPr>
          <p:nvPr>
            <p:ph type="dt" sz="half" idx="10"/>
          </p:nvPr>
        </p:nvSpPr>
        <p:spPr/>
        <p:txBody>
          <a:bodyPr/>
          <a:lstStyle/>
          <a:p>
            <a:fld id="{AB3D44B3-F247-485A-9C6B-E19BBCDD71C9}" type="datetimeFigureOut">
              <a:rPr lang="en-US" smtClean="0"/>
              <a:t>9/30/2026</a:t>
            </a:fld>
            <a:endParaRPr lang="en-US"/>
          </a:p>
        </p:txBody>
      </p:sp>
      <p:sp>
        <p:nvSpPr>
          <p:cNvPr id="5" name="Footer Placeholder 4">
            <a:extLst>
              <a:ext uri="{FF2B5EF4-FFF2-40B4-BE49-F238E27FC236}">
                <a16:creationId xmlns:a16="http://schemas.microsoft.com/office/drawing/2014/main" id="{AEF61D7C-E0CE-BE72-8D2A-0A4CB1C490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5A4BDD-7BBA-D16B-2B68-0BB7601DDACD}"/>
              </a:ext>
            </a:extLst>
          </p:cNvPr>
          <p:cNvSpPr>
            <a:spLocks noGrp="1"/>
          </p:cNvSpPr>
          <p:nvPr>
            <p:ph type="sldNum" sz="quarter" idx="12"/>
          </p:nvPr>
        </p:nvSpPr>
        <p:spPr/>
        <p:txBody>
          <a:bodyPr/>
          <a:lstStyle/>
          <a:p>
            <a:fld id="{E5F74C94-6A48-470F-83BC-8DDBA39C7522}" type="slidenum">
              <a:rPr lang="en-US" smtClean="0"/>
              <a:t>‹#›</a:t>
            </a:fld>
            <a:endParaRPr lang="en-US"/>
          </a:p>
        </p:txBody>
      </p:sp>
    </p:spTree>
    <p:extLst>
      <p:ext uri="{BB962C8B-B14F-4D97-AF65-F5344CB8AC3E}">
        <p14:creationId xmlns:p14="http://schemas.microsoft.com/office/powerpoint/2010/main" val="12247414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One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609600" y="215372"/>
            <a:ext cx="10972800" cy="1097279"/>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4" name="Shape 34"/>
          <p:cNvSpPr txBox="1">
            <a:spLocks noGrp="1"/>
          </p:cNvSpPr>
          <p:nvPr>
            <p:ph type="ftr" idx="11"/>
          </p:nvPr>
        </p:nvSpPr>
        <p:spPr>
          <a:xfrm>
            <a:off x="125293" y="6172200"/>
            <a:ext cx="1146047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buSzPct val="25000"/>
            </a:pPr>
            <a:fld id="{00000000-1234-1234-1234-123412341234}" type="slidenum">
              <a:rPr lang="en-US" sz="900" smtClean="0">
                <a:solidFill>
                  <a:schemeClr val="lt1"/>
                </a:solidFill>
                <a:latin typeface="Arial"/>
                <a:ea typeface="Arial"/>
                <a:cs typeface="Arial"/>
                <a:sym typeface="Arial"/>
              </a:rPr>
              <a:pPr>
                <a:buSzPct val="25000"/>
              </a:pPr>
              <a:t>‹#›</a:t>
            </a:fld>
            <a:endParaRPr lang="en-US" sz="900">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609600" y="1556327"/>
            <a:ext cx="10972800" cy="4400590"/>
          </a:xfrm>
        </p:spPr>
        <p:txBody>
          <a:bodyPr/>
          <a:lstStyle/>
          <a:p>
            <a:pPr lvl="0"/>
            <a:r>
              <a:rPr lang="en-US"/>
              <a:t>Edit Master text styles</a:t>
            </a:r>
          </a:p>
        </p:txBody>
      </p:sp>
    </p:spTree>
    <p:extLst>
      <p:ext uri="{BB962C8B-B14F-4D97-AF65-F5344CB8AC3E}">
        <p14:creationId xmlns:p14="http://schemas.microsoft.com/office/powerpoint/2010/main" val="660188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609600" y="215372"/>
            <a:ext cx="10972800" cy="1097279"/>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125293" y="6172200"/>
            <a:ext cx="1146047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5" name="Shape 35"/>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buSzPct val="25000"/>
            </a:pPr>
            <a:fld id="{00000000-1234-1234-1234-123412341234}" type="slidenum">
              <a:rPr lang="en-US" sz="900" smtClean="0">
                <a:solidFill>
                  <a:schemeClr val="lt1"/>
                </a:solidFill>
                <a:latin typeface="Arial"/>
                <a:ea typeface="Arial"/>
                <a:cs typeface="Arial"/>
                <a:sym typeface="Arial"/>
              </a:rPr>
              <a:pPr>
                <a:buSzPct val="25000"/>
              </a:pPr>
              <a:t>‹#›</a:t>
            </a:fld>
            <a:endParaRPr lang="en-US" sz="900">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609600" y="1556327"/>
            <a:ext cx="10972800" cy="22675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609600" y="3971926"/>
            <a:ext cx="10972800" cy="2105025"/>
          </a:xfrm>
        </p:spPr>
        <p:txBody>
          <a:bodyPr/>
          <a:lstStyle/>
          <a:p>
            <a:pPr lvl="0"/>
            <a:r>
              <a:rPr lang="en-US" dirty="0"/>
              <a:t>Edit Master text styles</a:t>
            </a:r>
          </a:p>
        </p:txBody>
      </p:sp>
    </p:spTree>
    <p:extLst>
      <p:ext uri="{BB962C8B-B14F-4D97-AF65-F5344CB8AC3E}">
        <p14:creationId xmlns:p14="http://schemas.microsoft.com/office/powerpoint/2010/main" val="3513617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414151-181B-0BEF-E13E-3D90618CD0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FB1A2BD-9BF3-8CF1-5421-4BA0B5BC22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BF225E-8ABD-53C1-6607-65AFDB2819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B3D44B3-F247-485A-9C6B-E19BBCDD71C9}" type="datetimeFigureOut">
              <a:rPr lang="en-US" smtClean="0"/>
              <a:t>9/30/2026</a:t>
            </a:fld>
            <a:endParaRPr lang="en-US"/>
          </a:p>
        </p:txBody>
      </p:sp>
      <p:sp>
        <p:nvSpPr>
          <p:cNvPr id="5" name="Footer Placeholder 4">
            <a:extLst>
              <a:ext uri="{FF2B5EF4-FFF2-40B4-BE49-F238E27FC236}">
                <a16:creationId xmlns:a16="http://schemas.microsoft.com/office/drawing/2014/main" id="{7D9DECB6-EC4F-4E4B-3228-6B7B1C5274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A634946-CCD4-12FE-FEB9-5FB201276E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5F74C94-6A48-470F-83BC-8DDBA39C7522}" type="slidenum">
              <a:rPr lang="en-US" smtClean="0"/>
              <a:t>‹#›</a:t>
            </a:fld>
            <a:endParaRPr lang="en-US"/>
          </a:p>
        </p:txBody>
      </p:sp>
    </p:spTree>
    <p:extLst>
      <p:ext uri="{BB962C8B-B14F-4D97-AF65-F5344CB8AC3E}">
        <p14:creationId xmlns:p14="http://schemas.microsoft.com/office/powerpoint/2010/main" val="15502910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7.xml"/><Relationship Id="rId1" Type="http://schemas.openxmlformats.org/officeDocument/2006/relationships/video" Target="https://www.youtube.com/embed/lCxxH8nQtZQ?feature=oembed" TargetMode="External"/></Relationships>
</file>

<file path=ppt/slides/_rels/slide3.xml.rels><?xml version="1.0" encoding="UTF-8" standalone="yes"?>
<Relationships xmlns="http://schemas.openxmlformats.org/package/2006/relationships"><Relationship Id="rId8" Type="http://schemas.openxmlformats.org/officeDocument/2006/relationships/hyperlink" Target="https://www.youtube.com/watch?v=3EbUa5ZDybg" TargetMode="External"/><Relationship Id="rId3" Type="http://schemas.openxmlformats.org/officeDocument/2006/relationships/hyperlink" Target="https://www.youtube.com/watch?v=iAMxWvyykRU" TargetMode="External"/><Relationship Id="rId7" Type="http://schemas.openxmlformats.org/officeDocument/2006/relationships/hyperlink" Target="https://www.youtube.com/watch?v=57gKnA94Doc" TargetMode="External"/><Relationship Id="rId2" Type="http://schemas.openxmlformats.org/officeDocument/2006/relationships/hyperlink" Target="https://www.youtube.com/watch?v=lCxxH8nQtZQ" TargetMode="External"/><Relationship Id="rId1" Type="http://schemas.openxmlformats.org/officeDocument/2006/relationships/slideLayout" Target="../slideLayouts/slideLayout7.xml"/><Relationship Id="rId6" Type="http://schemas.openxmlformats.org/officeDocument/2006/relationships/hyperlink" Target="https://www.youtube.com/watch?v=y61_VPKH2B4&amp;vl=sr" TargetMode="External"/><Relationship Id="rId5" Type="http://schemas.openxmlformats.org/officeDocument/2006/relationships/hyperlink" Target="https://www.youtube.com/watch?v=xzA6IBWUEDE" TargetMode="External"/><Relationship Id="rId4" Type="http://schemas.openxmlformats.org/officeDocument/2006/relationships/hyperlink" Target="https://www.youtube.com/watch?v=1XSyyjcEHo0"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5.gif"/></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61.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210.png"/></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1.wmf"/><Relationship Id="rId5" Type="http://schemas.openxmlformats.org/officeDocument/2006/relationships/oleObject" Target="../embeddings/oleObject2.bin"/><Relationship Id="rId4" Type="http://schemas.openxmlformats.org/officeDocument/2006/relationships/image" Target="../media/image10.w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13.wmf"/></Relationships>
</file>

<file path=ppt/slides/_rels/slide15.xml.rels><?xml version="1.0" encoding="UTF-8" standalone="yes"?>
<Relationships xmlns="http://schemas.openxmlformats.org/package/2006/relationships"><Relationship Id="rId3" Type="http://schemas.openxmlformats.org/officeDocument/2006/relationships/hyperlink" Target="https://www.youtube.com/watch?v=wD7C4V9smG4" TargetMode="External"/><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hyperlink" Target="https://www.youtube.com/watch?v=8xiIP2B6L3M"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17.emf"/><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20.gif"/><Relationship Id="rId4" Type="http://schemas.openxmlformats.org/officeDocument/2006/relationships/image" Target="../media/image19.gif"/></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slideLayout" Target="../slideLayouts/slideLayout4.xml"/><Relationship Id="rId1" Type="http://schemas.openxmlformats.org/officeDocument/2006/relationships/video" Target="https://www.youtube.com/embed/MuRLKjxgGaU?feature=oembed"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slideLayout" Target="../slideLayouts/slideLayout7.xml"/><Relationship Id="rId1" Type="http://schemas.openxmlformats.org/officeDocument/2006/relationships/video" Target="https://www.youtube.com/embed/-luKN6mad5w?start=36&amp;feature=oembed" TargetMode="External"/></Relationships>
</file>

<file path=ppt/slides/_rels/slide24.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40.png"/><Relationship Id="rId7"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42.png"/><Relationship Id="rId10" Type="http://schemas.openxmlformats.org/officeDocument/2006/relationships/image" Target="../media/image47.png"/><Relationship Id="rId4" Type="http://schemas.openxmlformats.org/officeDocument/2006/relationships/image" Target="../media/image41.png"/><Relationship Id="rId9" Type="http://schemas.openxmlformats.org/officeDocument/2006/relationships/image" Target="../media/image27.png"/></Relationships>
</file>

<file path=ppt/slides/_rels/slide25.xml.rels><?xml version="1.0" encoding="UTF-8" standalone="yes"?>
<Relationships xmlns="http://schemas.openxmlformats.org/package/2006/relationships"><Relationship Id="rId117" Type="http://schemas.openxmlformats.org/officeDocument/2006/relationships/image" Target="../media/image93.png"/><Relationship Id="rId21" Type="http://schemas.openxmlformats.org/officeDocument/2006/relationships/image" Target="../media/image43.png"/><Relationship Id="rId42" Type="http://schemas.openxmlformats.org/officeDocument/2006/relationships/customXml" Target="../ink/ink15.xml"/><Relationship Id="rId63" Type="http://schemas.openxmlformats.org/officeDocument/2006/relationships/image" Target="../media/image66.png"/><Relationship Id="rId84" Type="http://schemas.openxmlformats.org/officeDocument/2006/relationships/customXml" Target="../ink/ink36.xml"/><Relationship Id="rId138" Type="http://schemas.openxmlformats.org/officeDocument/2006/relationships/customXml" Target="../ink/ink63.xml"/><Relationship Id="rId159" Type="http://schemas.openxmlformats.org/officeDocument/2006/relationships/image" Target="../media/image114.png"/><Relationship Id="rId170" Type="http://schemas.openxmlformats.org/officeDocument/2006/relationships/customXml" Target="../ink/ink79.xml"/><Relationship Id="rId107" Type="http://schemas.openxmlformats.org/officeDocument/2006/relationships/image" Target="../media/image88.png"/><Relationship Id="rId32" Type="http://schemas.openxmlformats.org/officeDocument/2006/relationships/customXml" Target="../ink/ink10.xml"/><Relationship Id="rId53" Type="http://schemas.openxmlformats.org/officeDocument/2006/relationships/image" Target="../media/image60.png"/><Relationship Id="rId74" Type="http://schemas.openxmlformats.org/officeDocument/2006/relationships/customXml" Target="../ink/ink31.xml"/><Relationship Id="rId128" Type="http://schemas.openxmlformats.org/officeDocument/2006/relationships/customXml" Target="../ink/ink58.xml"/><Relationship Id="rId149" Type="http://schemas.openxmlformats.org/officeDocument/2006/relationships/image" Target="../media/image109.png"/><Relationship Id="rId5" Type="http://schemas.openxmlformats.org/officeDocument/2006/relationships/image" Target="../media/image47.png"/><Relationship Id="rId95" Type="http://schemas.openxmlformats.org/officeDocument/2006/relationships/image" Target="../media/image82.png"/><Relationship Id="rId160" Type="http://schemas.openxmlformats.org/officeDocument/2006/relationships/customXml" Target="../ink/ink74.xml"/><Relationship Id="rId181" Type="http://schemas.openxmlformats.org/officeDocument/2006/relationships/image" Target="../media/image125.png"/><Relationship Id="rId22" Type="http://schemas.openxmlformats.org/officeDocument/2006/relationships/customXml" Target="../ink/ink5.xml"/><Relationship Id="rId43" Type="http://schemas.openxmlformats.org/officeDocument/2006/relationships/image" Target="../media/image55.png"/><Relationship Id="rId64" Type="http://schemas.openxmlformats.org/officeDocument/2006/relationships/customXml" Target="../ink/ink26.xml"/><Relationship Id="rId118" Type="http://schemas.openxmlformats.org/officeDocument/2006/relationships/customXml" Target="../ink/ink53.xml"/><Relationship Id="rId139" Type="http://schemas.openxmlformats.org/officeDocument/2006/relationships/image" Target="../media/image104.png"/><Relationship Id="rId85" Type="http://schemas.openxmlformats.org/officeDocument/2006/relationships/image" Target="../media/image77.png"/><Relationship Id="rId150" Type="http://schemas.openxmlformats.org/officeDocument/2006/relationships/customXml" Target="../ink/ink69.xml"/><Relationship Id="rId171" Type="http://schemas.openxmlformats.org/officeDocument/2006/relationships/image" Target="../media/image120.png"/><Relationship Id="rId33" Type="http://schemas.openxmlformats.org/officeDocument/2006/relationships/image" Target="../media/image50.png"/><Relationship Id="rId108" Type="http://schemas.openxmlformats.org/officeDocument/2006/relationships/customXml" Target="../ink/ink48.xml"/><Relationship Id="rId129" Type="http://schemas.openxmlformats.org/officeDocument/2006/relationships/image" Target="../media/image99.png"/><Relationship Id="rId54" Type="http://schemas.openxmlformats.org/officeDocument/2006/relationships/customXml" Target="../ink/ink21.xml"/><Relationship Id="rId75" Type="http://schemas.openxmlformats.org/officeDocument/2006/relationships/image" Target="../media/image72.png"/><Relationship Id="rId96" Type="http://schemas.openxmlformats.org/officeDocument/2006/relationships/customXml" Target="../ink/ink42.xml"/><Relationship Id="rId140" Type="http://schemas.openxmlformats.org/officeDocument/2006/relationships/customXml" Target="../ink/ink64.xml"/><Relationship Id="rId161" Type="http://schemas.openxmlformats.org/officeDocument/2006/relationships/image" Target="../media/image115.png"/><Relationship Id="rId182" Type="http://schemas.openxmlformats.org/officeDocument/2006/relationships/customXml" Target="../ink/ink85.xml"/><Relationship Id="rId6" Type="http://schemas.openxmlformats.org/officeDocument/2006/relationships/customXml" Target="../ink/ink1.xml"/><Relationship Id="rId23" Type="http://schemas.openxmlformats.org/officeDocument/2006/relationships/image" Target="../media/image44.png"/><Relationship Id="rId119" Type="http://schemas.openxmlformats.org/officeDocument/2006/relationships/image" Target="../media/image94.png"/><Relationship Id="rId44" Type="http://schemas.openxmlformats.org/officeDocument/2006/relationships/customXml" Target="../ink/ink16.xml"/><Relationship Id="rId60" Type="http://schemas.openxmlformats.org/officeDocument/2006/relationships/customXml" Target="../ink/ink24.xml"/><Relationship Id="rId65" Type="http://schemas.openxmlformats.org/officeDocument/2006/relationships/image" Target="../media/image67.png"/><Relationship Id="rId81" Type="http://schemas.openxmlformats.org/officeDocument/2006/relationships/image" Target="../media/image75.png"/><Relationship Id="rId86" Type="http://schemas.openxmlformats.org/officeDocument/2006/relationships/customXml" Target="../ink/ink37.xml"/><Relationship Id="rId130" Type="http://schemas.openxmlformats.org/officeDocument/2006/relationships/customXml" Target="../ink/ink59.xml"/><Relationship Id="rId135" Type="http://schemas.openxmlformats.org/officeDocument/2006/relationships/image" Target="../media/image102.png"/><Relationship Id="rId151" Type="http://schemas.openxmlformats.org/officeDocument/2006/relationships/image" Target="../media/image110.png"/><Relationship Id="rId156" Type="http://schemas.openxmlformats.org/officeDocument/2006/relationships/customXml" Target="../ink/ink72.xml"/><Relationship Id="rId177" Type="http://schemas.openxmlformats.org/officeDocument/2006/relationships/image" Target="../media/image123.png"/><Relationship Id="rId172" Type="http://schemas.openxmlformats.org/officeDocument/2006/relationships/customXml" Target="../ink/ink80.xml"/><Relationship Id="rId18" Type="http://schemas.openxmlformats.org/officeDocument/2006/relationships/customXml" Target="../ink/ink3.xml"/><Relationship Id="rId39" Type="http://schemas.openxmlformats.org/officeDocument/2006/relationships/image" Target="../media/image53.png"/><Relationship Id="rId109" Type="http://schemas.openxmlformats.org/officeDocument/2006/relationships/image" Target="../media/image89.png"/><Relationship Id="rId34" Type="http://schemas.openxmlformats.org/officeDocument/2006/relationships/customXml" Target="../ink/ink11.xml"/><Relationship Id="rId50" Type="http://schemas.openxmlformats.org/officeDocument/2006/relationships/customXml" Target="../ink/ink19.xml"/><Relationship Id="rId55" Type="http://schemas.openxmlformats.org/officeDocument/2006/relationships/image" Target="../media/image62.png"/><Relationship Id="rId76" Type="http://schemas.openxmlformats.org/officeDocument/2006/relationships/customXml" Target="../ink/ink32.xml"/><Relationship Id="rId97" Type="http://schemas.openxmlformats.org/officeDocument/2006/relationships/image" Target="../media/image83.png"/><Relationship Id="rId104" Type="http://schemas.openxmlformats.org/officeDocument/2006/relationships/customXml" Target="../ink/ink46.xml"/><Relationship Id="rId120" Type="http://schemas.openxmlformats.org/officeDocument/2006/relationships/customXml" Target="../ink/ink54.xml"/><Relationship Id="rId125" Type="http://schemas.openxmlformats.org/officeDocument/2006/relationships/image" Target="../media/image97.png"/><Relationship Id="rId141" Type="http://schemas.openxmlformats.org/officeDocument/2006/relationships/image" Target="../media/image105.png"/><Relationship Id="rId146" Type="http://schemas.openxmlformats.org/officeDocument/2006/relationships/customXml" Target="../ink/ink67.xml"/><Relationship Id="rId167" Type="http://schemas.openxmlformats.org/officeDocument/2006/relationships/image" Target="../media/image118.png"/><Relationship Id="rId188" Type="http://schemas.openxmlformats.org/officeDocument/2006/relationships/customXml" Target="../ink/ink88.xml"/><Relationship Id="rId7" Type="http://schemas.openxmlformats.org/officeDocument/2006/relationships/image" Target="../media/image32.png"/><Relationship Id="rId71" Type="http://schemas.openxmlformats.org/officeDocument/2006/relationships/image" Target="../media/image70.png"/><Relationship Id="rId92" Type="http://schemas.openxmlformats.org/officeDocument/2006/relationships/customXml" Target="../ink/ink40.xml"/><Relationship Id="rId162" Type="http://schemas.openxmlformats.org/officeDocument/2006/relationships/customXml" Target="../ink/ink75.xml"/><Relationship Id="rId183" Type="http://schemas.openxmlformats.org/officeDocument/2006/relationships/image" Target="../media/image126.png"/><Relationship Id="rId2" Type="http://schemas.openxmlformats.org/officeDocument/2006/relationships/notesSlide" Target="../notesSlides/notesSlide15.xml"/><Relationship Id="rId29" Type="http://schemas.openxmlformats.org/officeDocument/2006/relationships/image" Target="../media/image48.png"/><Relationship Id="rId24" Type="http://schemas.openxmlformats.org/officeDocument/2006/relationships/customXml" Target="../ink/ink6.xml"/><Relationship Id="rId40" Type="http://schemas.openxmlformats.org/officeDocument/2006/relationships/customXml" Target="../ink/ink14.xml"/><Relationship Id="rId45" Type="http://schemas.openxmlformats.org/officeDocument/2006/relationships/image" Target="../media/image56.png"/><Relationship Id="rId66" Type="http://schemas.openxmlformats.org/officeDocument/2006/relationships/customXml" Target="../ink/ink27.xml"/><Relationship Id="rId87" Type="http://schemas.openxmlformats.org/officeDocument/2006/relationships/image" Target="../media/image78.png"/><Relationship Id="rId110" Type="http://schemas.openxmlformats.org/officeDocument/2006/relationships/customXml" Target="../ink/ink49.xml"/><Relationship Id="rId115" Type="http://schemas.openxmlformats.org/officeDocument/2006/relationships/image" Target="../media/image92.png"/><Relationship Id="rId131" Type="http://schemas.openxmlformats.org/officeDocument/2006/relationships/image" Target="../media/image100.png"/><Relationship Id="rId136" Type="http://schemas.openxmlformats.org/officeDocument/2006/relationships/customXml" Target="../ink/ink62.xml"/><Relationship Id="rId157" Type="http://schemas.openxmlformats.org/officeDocument/2006/relationships/image" Target="../media/image113.png"/><Relationship Id="rId178" Type="http://schemas.openxmlformats.org/officeDocument/2006/relationships/customXml" Target="../ink/ink83.xml"/><Relationship Id="rId61" Type="http://schemas.openxmlformats.org/officeDocument/2006/relationships/image" Target="../media/image65.png"/><Relationship Id="rId82" Type="http://schemas.openxmlformats.org/officeDocument/2006/relationships/customXml" Target="../ink/ink35.xml"/><Relationship Id="rId152" Type="http://schemas.openxmlformats.org/officeDocument/2006/relationships/customXml" Target="../ink/ink70.xml"/><Relationship Id="rId173" Type="http://schemas.openxmlformats.org/officeDocument/2006/relationships/image" Target="../media/image121.png"/><Relationship Id="rId19" Type="http://schemas.openxmlformats.org/officeDocument/2006/relationships/image" Target="../media/image39.png"/><Relationship Id="rId30" Type="http://schemas.openxmlformats.org/officeDocument/2006/relationships/customXml" Target="../ink/ink9.xml"/><Relationship Id="rId35" Type="http://schemas.openxmlformats.org/officeDocument/2006/relationships/image" Target="../media/image51.png"/><Relationship Id="rId56" Type="http://schemas.openxmlformats.org/officeDocument/2006/relationships/customXml" Target="../ink/ink22.xml"/><Relationship Id="rId77" Type="http://schemas.openxmlformats.org/officeDocument/2006/relationships/image" Target="../media/image73.png"/><Relationship Id="rId100" Type="http://schemas.openxmlformats.org/officeDocument/2006/relationships/customXml" Target="../ink/ink44.xml"/><Relationship Id="rId105" Type="http://schemas.openxmlformats.org/officeDocument/2006/relationships/image" Target="../media/image87.png"/><Relationship Id="rId126" Type="http://schemas.openxmlformats.org/officeDocument/2006/relationships/customXml" Target="../ink/ink57.xml"/><Relationship Id="rId147" Type="http://schemas.openxmlformats.org/officeDocument/2006/relationships/image" Target="../media/image108.png"/><Relationship Id="rId168" Type="http://schemas.openxmlformats.org/officeDocument/2006/relationships/customXml" Target="../ink/ink78.xml"/><Relationship Id="rId8" Type="http://schemas.openxmlformats.org/officeDocument/2006/relationships/customXml" Target="../ink/ink2.xml"/><Relationship Id="rId51" Type="http://schemas.openxmlformats.org/officeDocument/2006/relationships/image" Target="../media/image59.png"/><Relationship Id="rId72" Type="http://schemas.openxmlformats.org/officeDocument/2006/relationships/customXml" Target="../ink/ink30.xml"/><Relationship Id="rId93" Type="http://schemas.openxmlformats.org/officeDocument/2006/relationships/image" Target="../media/image81.png"/><Relationship Id="rId98" Type="http://schemas.openxmlformats.org/officeDocument/2006/relationships/customXml" Target="../ink/ink43.xml"/><Relationship Id="rId121" Type="http://schemas.openxmlformats.org/officeDocument/2006/relationships/image" Target="../media/image95.png"/><Relationship Id="rId142" Type="http://schemas.openxmlformats.org/officeDocument/2006/relationships/customXml" Target="../ink/ink65.xml"/><Relationship Id="rId163" Type="http://schemas.openxmlformats.org/officeDocument/2006/relationships/image" Target="../media/image116.png"/><Relationship Id="rId184" Type="http://schemas.openxmlformats.org/officeDocument/2006/relationships/customXml" Target="../ink/ink86.xml"/><Relationship Id="rId189" Type="http://schemas.openxmlformats.org/officeDocument/2006/relationships/image" Target="../media/image129.png"/><Relationship Id="rId3" Type="http://schemas.openxmlformats.org/officeDocument/2006/relationships/image" Target="../media/image28.png"/><Relationship Id="rId25" Type="http://schemas.openxmlformats.org/officeDocument/2006/relationships/image" Target="../media/image45.png"/><Relationship Id="rId46" Type="http://schemas.openxmlformats.org/officeDocument/2006/relationships/customXml" Target="../ink/ink17.xml"/><Relationship Id="rId67" Type="http://schemas.openxmlformats.org/officeDocument/2006/relationships/image" Target="../media/image68.png"/><Relationship Id="rId116" Type="http://schemas.openxmlformats.org/officeDocument/2006/relationships/customXml" Target="../ink/ink52.xml"/><Relationship Id="rId137" Type="http://schemas.openxmlformats.org/officeDocument/2006/relationships/image" Target="../media/image103.png"/><Relationship Id="rId158" Type="http://schemas.openxmlformats.org/officeDocument/2006/relationships/customXml" Target="../ink/ink73.xml"/><Relationship Id="rId20" Type="http://schemas.openxmlformats.org/officeDocument/2006/relationships/customXml" Target="../ink/ink4.xml"/><Relationship Id="rId41" Type="http://schemas.openxmlformats.org/officeDocument/2006/relationships/image" Target="../media/image54.png"/><Relationship Id="rId62" Type="http://schemas.openxmlformats.org/officeDocument/2006/relationships/customXml" Target="../ink/ink25.xml"/><Relationship Id="rId83" Type="http://schemas.openxmlformats.org/officeDocument/2006/relationships/image" Target="../media/image76.png"/><Relationship Id="rId88" Type="http://schemas.openxmlformats.org/officeDocument/2006/relationships/customXml" Target="../ink/ink38.xml"/><Relationship Id="rId111" Type="http://schemas.openxmlformats.org/officeDocument/2006/relationships/image" Target="../media/image90.png"/><Relationship Id="rId132" Type="http://schemas.openxmlformats.org/officeDocument/2006/relationships/customXml" Target="../ink/ink60.xml"/><Relationship Id="rId153" Type="http://schemas.openxmlformats.org/officeDocument/2006/relationships/image" Target="../media/image111.png"/><Relationship Id="rId174" Type="http://schemas.openxmlformats.org/officeDocument/2006/relationships/customXml" Target="../ink/ink81.xml"/><Relationship Id="rId179" Type="http://schemas.openxmlformats.org/officeDocument/2006/relationships/image" Target="../media/image124.png"/><Relationship Id="rId36" Type="http://schemas.openxmlformats.org/officeDocument/2006/relationships/customXml" Target="../ink/ink12.xml"/><Relationship Id="rId57" Type="http://schemas.openxmlformats.org/officeDocument/2006/relationships/image" Target="../media/image63.png"/><Relationship Id="rId106" Type="http://schemas.openxmlformats.org/officeDocument/2006/relationships/customXml" Target="../ink/ink47.xml"/><Relationship Id="rId127" Type="http://schemas.openxmlformats.org/officeDocument/2006/relationships/image" Target="../media/image98.png"/><Relationship Id="rId31" Type="http://schemas.openxmlformats.org/officeDocument/2006/relationships/image" Target="../media/image49.png"/><Relationship Id="rId52" Type="http://schemas.openxmlformats.org/officeDocument/2006/relationships/customXml" Target="../ink/ink20.xml"/><Relationship Id="rId73" Type="http://schemas.openxmlformats.org/officeDocument/2006/relationships/image" Target="../media/image71.png"/><Relationship Id="rId78" Type="http://schemas.openxmlformats.org/officeDocument/2006/relationships/customXml" Target="../ink/ink33.xml"/><Relationship Id="rId94" Type="http://schemas.openxmlformats.org/officeDocument/2006/relationships/customXml" Target="../ink/ink41.xml"/><Relationship Id="rId99" Type="http://schemas.openxmlformats.org/officeDocument/2006/relationships/image" Target="../media/image84.png"/><Relationship Id="rId101" Type="http://schemas.openxmlformats.org/officeDocument/2006/relationships/image" Target="../media/image85.png"/><Relationship Id="rId122" Type="http://schemas.openxmlformats.org/officeDocument/2006/relationships/customXml" Target="../ink/ink55.xml"/><Relationship Id="rId143" Type="http://schemas.openxmlformats.org/officeDocument/2006/relationships/image" Target="../media/image106.png"/><Relationship Id="rId148" Type="http://schemas.openxmlformats.org/officeDocument/2006/relationships/customXml" Target="../ink/ink68.xml"/><Relationship Id="rId164" Type="http://schemas.openxmlformats.org/officeDocument/2006/relationships/customXml" Target="../ink/ink76.xml"/><Relationship Id="rId169" Type="http://schemas.openxmlformats.org/officeDocument/2006/relationships/image" Target="../media/image119.png"/><Relationship Id="rId185" Type="http://schemas.openxmlformats.org/officeDocument/2006/relationships/image" Target="../media/image127.png"/><Relationship Id="rId4" Type="http://schemas.openxmlformats.org/officeDocument/2006/relationships/image" Target="../media/image29.png"/><Relationship Id="rId180" Type="http://schemas.openxmlformats.org/officeDocument/2006/relationships/customXml" Target="../ink/ink84.xml"/><Relationship Id="rId26" Type="http://schemas.openxmlformats.org/officeDocument/2006/relationships/customXml" Target="../ink/ink7.xml"/><Relationship Id="rId47" Type="http://schemas.openxmlformats.org/officeDocument/2006/relationships/image" Target="../media/image57.png"/><Relationship Id="rId68" Type="http://schemas.openxmlformats.org/officeDocument/2006/relationships/customXml" Target="../ink/ink28.xml"/><Relationship Id="rId89" Type="http://schemas.openxmlformats.org/officeDocument/2006/relationships/image" Target="../media/image79.png"/><Relationship Id="rId112" Type="http://schemas.openxmlformats.org/officeDocument/2006/relationships/customXml" Target="../ink/ink50.xml"/><Relationship Id="rId133" Type="http://schemas.openxmlformats.org/officeDocument/2006/relationships/image" Target="../media/image101.png"/><Relationship Id="rId154" Type="http://schemas.openxmlformats.org/officeDocument/2006/relationships/customXml" Target="../ink/ink71.xml"/><Relationship Id="rId175" Type="http://schemas.openxmlformats.org/officeDocument/2006/relationships/image" Target="../media/image122.png"/><Relationship Id="rId37" Type="http://schemas.openxmlformats.org/officeDocument/2006/relationships/image" Target="../media/image52.png"/><Relationship Id="rId58" Type="http://schemas.openxmlformats.org/officeDocument/2006/relationships/customXml" Target="../ink/ink23.xml"/><Relationship Id="rId79" Type="http://schemas.openxmlformats.org/officeDocument/2006/relationships/image" Target="../media/image74.png"/><Relationship Id="rId102" Type="http://schemas.openxmlformats.org/officeDocument/2006/relationships/customXml" Target="../ink/ink45.xml"/><Relationship Id="rId123" Type="http://schemas.openxmlformats.org/officeDocument/2006/relationships/image" Target="../media/image96.png"/><Relationship Id="rId144" Type="http://schemas.openxmlformats.org/officeDocument/2006/relationships/customXml" Target="../ink/ink66.xml"/><Relationship Id="rId90" Type="http://schemas.openxmlformats.org/officeDocument/2006/relationships/customXml" Target="../ink/ink39.xml"/><Relationship Id="rId165" Type="http://schemas.openxmlformats.org/officeDocument/2006/relationships/image" Target="../media/image117.png"/><Relationship Id="rId186" Type="http://schemas.openxmlformats.org/officeDocument/2006/relationships/customXml" Target="../ink/ink87.xml"/><Relationship Id="rId27" Type="http://schemas.openxmlformats.org/officeDocument/2006/relationships/image" Target="../media/image46.png"/><Relationship Id="rId48" Type="http://schemas.openxmlformats.org/officeDocument/2006/relationships/customXml" Target="../ink/ink18.xml"/><Relationship Id="rId69" Type="http://schemas.openxmlformats.org/officeDocument/2006/relationships/image" Target="../media/image69.png"/><Relationship Id="rId113" Type="http://schemas.openxmlformats.org/officeDocument/2006/relationships/image" Target="../media/image91.png"/><Relationship Id="rId134" Type="http://schemas.openxmlformats.org/officeDocument/2006/relationships/customXml" Target="../ink/ink61.xml"/><Relationship Id="rId80" Type="http://schemas.openxmlformats.org/officeDocument/2006/relationships/customXml" Target="../ink/ink34.xml"/><Relationship Id="rId155" Type="http://schemas.openxmlformats.org/officeDocument/2006/relationships/image" Target="../media/image112.png"/><Relationship Id="rId176" Type="http://schemas.openxmlformats.org/officeDocument/2006/relationships/customXml" Target="../ink/ink82.xml"/><Relationship Id="rId17" Type="http://schemas.openxmlformats.org/officeDocument/2006/relationships/image" Target="../media/image38.png"/><Relationship Id="rId38" Type="http://schemas.openxmlformats.org/officeDocument/2006/relationships/customXml" Target="../ink/ink13.xml"/><Relationship Id="rId59" Type="http://schemas.openxmlformats.org/officeDocument/2006/relationships/image" Target="../media/image64.png"/><Relationship Id="rId103" Type="http://schemas.openxmlformats.org/officeDocument/2006/relationships/image" Target="../media/image86.png"/><Relationship Id="rId124" Type="http://schemas.openxmlformats.org/officeDocument/2006/relationships/customXml" Target="../ink/ink56.xml"/><Relationship Id="rId70" Type="http://schemas.openxmlformats.org/officeDocument/2006/relationships/customXml" Target="../ink/ink29.xml"/><Relationship Id="rId91" Type="http://schemas.openxmlformats.org/officeDocument/2006/relationships/image" Target="../media/image80.png"/><Relationship Id="rId145" Type="http://schemas.openxmlformats.org/officeDocument/2006/relationships/image" Target="../media/image107.png"/><Relationship Id="rId166" Type="http://schemas.openxmlformats.org/officeDocument/2006/relationships/customXml" Target="../ink/ink77.xml"/><Relationship Id="rId187" Type="http://schemas.openxmlformats.org/officeDocument/2006/relationships/image" Target="../media/image128.png"/><Relationship Id="rId1" Type="http://schemas.openxmlformats.org/officeDocument/2006/relationships/slideLayout" Target="../slideLayouts/slideLayout7.xml"/><Relationship Id="rId28" Type="http://schemas.openxmlformats.org/officeDocument/2006/relationships/customXml" Target="../ink/ink8.xml"/><Relationship Id="rId49" Type="http://schemas.openxmlformats.org/officeDocument/2006/relationships/image" Target="../media/image58.png"/><Relationship Id="rId114" Type="http://schemas.openxmlformats.org/officeDocument/2006/relationships/customXml" Target="../ink/ink51.xml"/></Relationships>
</file>

<file path=ppt/slides/_rels/slide2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7.emf"/></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520.png"/><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image" Target="../media/image540.png"/><Relationship Id="rId4" Type="http://schemas.openxmlformats.org/officeDocument/2006/relationships/image" Target="../media/image530.png"/></Relationships>
</file>

<file path=ppt/slides/_rels/slide33.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oleObject" Target="../embeddings/oleObject5.bin"/><Relationship Id="rId1" Type="http://schemas.openxmlformats.org/officeDocument/2006/relationships/slideLayout" Target="../slideLayouts/slideLayout4.xml"/><Relationship Id="rId5" Type="http://schemas.openxmlformats.org/officeDocument/2006/relationships/image" Target="../media/image33.wmf"/><Relationship Id="rId4" Type="http://schemas.openxmlformats.org/officeDocument/2006/relationships/oleObject" Target="../embeddings/oleObject6.bin"/></Relationships>
</file>

<file path=ppt/slides/_rels/slide34.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slideLayout" Target="../slideLayouts/slideLayout4.xml"/><Relationship Id="rId1" Type="http://schemas.openxmlformats.org/officeDocument/2006/relationships/video" Target="https://www.youtube.com/embed/9YWppjTcLus?feature=oembed" TargetMode="External"/></Relationships>
</file>

<file path=ppt/slides/_rels/slide35.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slideLayout" Target="../slideLayouts/slideLayout7.xml"/><Relationship Id="rId1" Type="http://schemas.openxmlformats.org/officeDocument/2006/relationships/video" Target="https://www.youtube.com/embed/sPZ2bjW53c8?start=48&amp;feature=oembed" TargetMode="External"/></Relationships>
</file>

<file path=ppt/slides/_rels/slide36.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37.png"/></Relationships>
</file>

<file path=ppt/slides/_rels/slide37.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slideLayout" Target="../slideLayouts/slideLayout4.xml"/><Relationship Id="rId1" Type="http://schemas.openxmlformats.org/officeDocument/2006/relationships/video" Target="https://www.youtube.com/embed/8xEQf0zpPag?feature=oembed" TargetMode="External"/></Relationships>
</file>

<file path=ppt/slides/_rels/slide38.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slideLayout" Target="../slideLayouts/slideLayout7.xml"/><Relationship Id="rId1" Type="http://schemas.openxmlformats.org/officeDocument/2006/relationships/video" Target="https://www.youtube.com/embed/dCF--YOjiOw?start=71&amp;feature=oembed" TargetMode="External"/></Relationships>
</file>

<file path=ppt/slides/_rels/slide39.xml.rels><?xml version="1.0" encoding="UTF-8" standalone="yes"?>
<Relationships xmlns="http://schemas.openxmlformats.org/package/2006/relationships"><Relationship Id="rId8" Type="http://schemas.openxmlformats.org/officeDocument/2006/relationships/image" Target="../media/image660.png"/><Relationship Id="rId13" Type="http://schemas.openxmlformats.org/officeDocument/2006/relationships/image" Target="../media/image710.png"/><Relationship Id="rId18" Type="http://schemas.openxmlformats.org/officeDocument/2006/relationships/image" Target="../media/image136.png"/><Relationship Id="rId3" Type="http://schemas.openxmlformats.org/officeDocument/2006/relationships/image" Target="../media/image130.png"/><Relationship Id="rId7" Type="http://schemas.openxmlformats.org/officeDocument/2006/relationships/image" Target="../media/image131.png"/><Relationship Id="rId12" Type="http://schemas.openxmlformats.org/officeDocument/2006/relationships/image" Target="../media/image700.png"/><Relationship Id="rId17" Type="http://schemas.openxmlformats.org/officeDocument/2006/relationships/image" Target="../media/image135.png"/><Relationship Id="rId2" Type="http://schemas.openxmlformats.org/officeDocument/2006/relationships/notesSlide" Target="../notesSlides/notesSlide23.xml"/><Relationship Id="rId16" Type="http://schemas.openxmlformats.org/officeDocument/2006/relationships/image" Target="../media/image134.png"/><Relationship Id="rId20" Type="http://schemas.openxmlformats.org/officeDocument/2006/relationships/image" Target="../media/image132.svg"/><Relationship Id="rId1" Type="http://schemas.openxmlformats.org/officeDocument/2006/relationships/slideLayout" Target="../slideLayouts/slideLayout4.xml"/><Relationship Id="rId6" Type="http://schemas.openxmlformats.org/officeDocument/2006/relationships/image" Target="../media/image640.png"/><Relationship Id="rId11" Type="http://schemas.openxmlformats.org/officeDocument/2006/relationships/image" Target="../media/image690.png"/><Relationship Id="rId5" Type="http://schemas.openxmlformats.org/officeDocument/2006/relationships/image" Target="../media/image630.png"/><Relationship Id="rId15" Type="http://schemas.openxmlformats.org/officeDocument/2006/relationships/image" Target="../media/image133.png"/><Relationship Id="rId10" Type="http://schemas.openxmlformats.org/officeDocument/2006/relationships/image" Target="../media/image680.png"/><Relationship Id="rId19" Type="http://schemas.openxmlformats.org/officeDocument/2006/relationships/image" Target="../media/image137.png"/><Relationship Id="rId9" Type="http://schemas.openxmlformats.org/officeDocument/2006/relationships/image" Target="../media/image670.png"/><Relationship Id="rId14" Type="http://schemas.openxmlformats.org/officeDocument/2006/relationships/image" Target="../media/image13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8" Type="http://schemas.openxmlformats.org/officeDocument/2006/relationships/image" Target="../media/image135.jpg"/><Relationship Id="rId3" Type="http://schemas.openxmlformats.org/officeDocument/2006/relationships/image" Target="../media/image133.jpeg"/><Relationship Id="rId7" Type="http://schemas.openxmlformats.org/officeDocument/2006/relationships/image" Target="../media/image134.wmf"/><Relationship Id="rId2" Type="http://schemas.openxmlformats.org/officeDocument/2006/relationships/notesSlide" Target="../notesSlides/notesSlide24.xml"/><Relationship Id="rId1" Type="http://schemas.openxmlformats.org/officeDocument/2006/relationships/slideLayout" Target="../slideLayouts/slideLayout6.xml"/><Relationship Id="rId6" Type="http://schemas.openxmlformats.org/officeDocument/2006/relationships/oleObject" Target="../embeddings/oleObject7.bin"/><Relationship Id="rId5" Type="http://schemas.openxmlformats.org/officeDocument/2006/relationships/image" Target="../media/image139.png"/><Relationship Id="rId4" Type="http://schemas.openxmlformats.org/officeDocument/2006/relationships/image" Target="../media/image138.png"/></Relationships>
</file>

<file path=ppt/slides/_rels/slide43.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image" Target="../media/image136.jpeg"/><Relationship Id="rId1" Type="http://schemas.openxmlformats.org/officeDocument/2006/relationships/slideLayout" Target="../slideLayouts/slideLayout2.xml"/><Relationship Id="rId4" Type="http://schemas.openxmlformats.org/officeDocument/2006/relationships/image" Target="../media/image144.png"/></Relationships>
</file>

<file path=ppt/slides/_rels/slide44.xml.rels><?xml version="1.0" encoding="UTF-8" standalone="yes"?>
<Relationships xmlns="http://schemas.openxmlformats.org/package/2006/relationships"><Relationship Id="rId8" Type="http://schemas.openxmlformats.org/officeDocument/2006/relationships/image" Target="../media/image150.png"/><Relationship Id="rId3" Type="http://schemas.openxmlformats.org/officeDocument/2006/relationships/image" Target="../media/image146.png"/><Relationship Id="rId7" Type="http://schemas.openxmlformats.org/officeDocument/2006/relationships/image" Target="../media/image149.png"/><Relationship Id="rId1" Type="http://schemas.openxmlformats.org/officeDocument/2006/relationships/slideLayout" Target="../slideLayouts/slideLayout2.xml"/><Relationship Id="rId6" Type="http://schemas.openxmlformats.org/officeDocument/2006/relationships/image" Target="../media/image148.png"/><Relationship Id="rId5" Type="http://schemas.openxmlformats.org/officeDocument/2006/relationships/image" Target="../media/image2211.png"/><Relationship Id="rId10" Type="http://schemas.openxmlformats.org/officeDocument/2006/relationships/image" Target="../media/image147.png"/><Relationship Id="rId4" Type="http://schemas.openxmlformats.org/officeDocument/2006/relationships/image" Target="../media/image137.jpeg"/><Relationship Id="rId9" Type="http://schemas.openxmlformats.org/officeDocument/2006/relationships/image" Target="../media/image140.png"/></Relationships>
</file>

<file path=ppt/slides/_rels/slide45.xml.rels><?xml version="1.0" encoding="UTF-8" standalone="yes"?>
<Relationships xmlns="http://schemas.openxmlformats.org/package/2006/relationships"><Relationship Id="rId3" Type="http://schemas.openxmlformats.org/officeDocument/2006/relationships/image" Target="../media/image11100.png"/><Relationship Id="rId2" Type="http://schemas.openxmlformats.org/officeDocument/2006/relationships/image" Target="../media/image138.jpe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139.jpeg"/><Relationship Id="rId2" Type="http://schemas.openxmlformats.org/officeDocument/2006/relationships/image" Target="../media/image152.png"/><Relationship Id="rId1" Type="http://schemas.openxmlformats.org/officeDocument/2006/relationships/slideLayout" Target="../slideLayouts/slideLayout2.xml"/><Relationship Id="rId4" Type="http://schemas.openxmlformats.org/officeDocument/2006/relationships/image" Target="../media/image154.png"/></Relationships>
</file>

<file path=ppt/slides/_rels/slide47.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image" Target="../media/image1540.png"/><Relationship Id="rId1" Type="http://schemas.openxmlformats.org/officeDocument/2006/relationships/slideLayout" Target="../slideLayouts/slideLayout7.xml"/><Relationship Id="rId6" Type="http://schemas.openxmlformats.org/officeDocument/2006/relationships/image" Target="../media/image3410.png"/><Relationship Id="rId4" Type="http://schemas.openxmlformats.org/officeDocument/2006/relationships/image" Target="../media/image140.jpe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8" Type="http://schemas.openxmlformats.org/officeDocument/2006/relationships/image" Target="../media/image153.png"/><Relationship Id="rId3" Type="http://schemas.openxmlformats.org/officeDocument/2006/relationships/image" Target="../media/image142.png"/><Relationship Id="rId7" Type="http://schemas.openxmlformats.org/officeDocument/2006/relationships/image" Target="../media/image1550.png"/><Relationship Id="rId2" Type="http://schemas.openxmlformats.org/officeDocument/2006/relationships/image" Target="../media/image141.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image" Target="../media/image145.png"/><Relationship Id="rId1" Type="http://schemas.openxmlformats.org/officeDocument/2006/relationships/slideLayout" Target="../slideLayouts/slideLayout7.xml"/><Relationship Id="rId4" Type="http://schemas.openxmlformats.org/officeDocument/2006/relationships/image" Target="../media/image156.png"/></Relationships>
</file>

<file path=ppt/slides/_rels/slide51.xml.rels><?xml version="1.0" encoding="UTF-8" standalone="yes"?>
<Relationships xmlns="http://schemas.openxmlformats.org/package/2006/relationships"><Relationship Id="rId13" Type="http://schemas.openxmlformats.org/officeDocument/2006/relationships/customXml" Target="../ink/ink92.xml"/><Relationship Id="rId18" Type="http://schemas.openxmlformats.org/officeDocument/2006/relationships/image" Target="../media/image13320.png"/><Relationship Id="rId26" Type="http://schemas.openxmlformats.org/officeDocument/2006/relationships/image" Target="../media/image1336.png"/><Relationship Id="rId39" Type="http://schemas.openxmlformats.org/officeDocument/2006/relationships/customXml" Target="../ink/ink105.xml"/><Relationship Id="rId21" Type="http://schemas.openxmlformats.org/officeDocument/2006/relationships/customXml" Target="../ink/ink96.xml"/><Relationship Id="rId34" Type="http://schemas.openxmlformats.org/officeDocument/2006/relationships/image" Target="../media/image1340.png"/><Relationship Id="rId7" Type="http://schemas.openxmlformats.org/officeDocument/2006/relationships/customXml" Target="../ink/ink89.xml"/><Relationship Id="rId12" Type="http://schemas.openxmlformats.org/officeDocument/2006/relationships/image" Target="../media/image13250.png"/><Relationship Id="rId17" Type="http://schemas.openxmlformats.org/officeDocument/2006/relationships/customXml" Target="../ink/ink94.xml"/><Relationship Id="rId25" Type="http://schemas.openxmlformats.org/officeDocument/2006/relationships/customXml" Target="../ink/ink98.xml"/><Relationship Id="rId33" Type="http://schemas.openxmlformats.org/officeDocument/2006/relationships/customXml" Target="../ink/ink102.xml"/><Relationship Id="rId38" Type="http://schemas.openxmlformats.org/officeDocument/2006/relationships/image" Target="../media/image1343.png"/><Relationship Id="rId2" Type="http://schemas.openxmlformats.org/officeDocument/2006/relationships/notesSlide" Target="../notesSlides/notesSlide25.xml"/><Relationship Id="rId16" Type="http://schemas.openxmlformats.org/officeDocument/2006/relationships/image" Target="../media/image13301.png"/><Relationship Id="rId20" Type="http://schemas.openxmlformats.org/officeDocument/2006/relationships/image" Target="../media/image13330.png"/><Relationship Id="rId29" Type="http://schemas.openxmlformats.org/officeDocument/2006/relationships/customXml" Target="../ink/ink100.xml"/><Relationship Id="rId1" Type="http://schemas.openxmlformats.org/officeDocument/2006/relationships/slideLayout" Target="../slideLayouts/slideLayout12.xml"/><Relationship Id="rId6" Type="http://schemas.openxmlformats.org/officeDocument/2006/relationships/image" Target="../media/image1561.png"/><Relationship Id="rId11" Type="http://schemas.openxmlformats.org/officeDocument/2006/relationships/customXml" Target="../ink/ink91.xml"/><Relationship Id="rId24" Type="http://schemas.openxmlformats.org/officeDocument/2006/relationships/image" Target="../media/image1335.png"/><Relationship Id="rId32" Type="http://schemas.openxmlformats.org/officeDocument/2006/relationships/image" Target="../media/image1339.png"/><Relationship Id="rId37" Type="http://schemas.openxmlformats.org/officeDocument/2006/relationships/customXml" Target="../ink/ink104.xml"/><Relationship Id="rId40" Type="http://schemas.openxmlformats.org/officeDocument/2006/relationships/image" Target="../media/image159.png"/><Relationship Id="rId5" Type="http://schemas.openxmlformats.org/officeDocument/2006/relationships/image" Target="../media/image158.wmf"/><Relationship Id="rId15" Type="http://schemas.openxmlformats.org/officeDocument/2006/relationships/customXml" Target="../ink/ink93.xml"/><Relationship Id="rId23" Type="http://schemas.openxmlformats.org/officeDocument/2006/relationships/customXml" Target="../ink/ink97.xml"/><Relationship Id="rId28" Type="http://schemas.openxmlformats.org/officeDocument/2006/relationships/image" Target="../media/image1337.png"/><Relationship Id="rId36" Type="http://schemas.openxmlformats.org/officeDocument/2006/relationships/image" Target="../media/image1342.png"/><Relationship Id="rId10" Type="http://schemas.openxmlformats.org/officeDocument/2006/relationships/image" Target="../media/image13240.png"/><Relationship Id="rId19" Type="http://schemas.openxmlformats.org/officeDocument/2006/relationships/customXml" Target="../ink/ink95.xml"/><Relationship Id="rId31" Type="http://schemas.openxmlformats.org/officeDocument/2006/relationships/customXml" Target="../ink/ink101.xml"/><Relationship Id="rId4" Type="http://schemas.openxmlformats.org/officeDocument/2006/relationships/oleObject" Target="../embeddings/oleObject8.bin"/><Relationship Id="rId9" Type="http://schemas.openxmlformats.org/officeDocument/2006/relationships/customXml" Target="../ink/ink90.xml"/><Relationship Id="rId14" Type="http://schemas.openxmlformats.org/officeDocument/2006/relationships/image" Target="../media/image13270.png"/><Relationship Id="rId22" Type="http://schemas.openxmlformats.org/officeDocument/2006/relationships/image" Target="../media/image1334.png"/><Relationship Id="rId27" Type="http://schemas.openxmlformats.org/officeDocument/2006/relationships/customXml" Target="../ink/ink99.xml"/><Relationship Id="rId30" Type="http://schemas.openxmlformats.org/officeDocument/2006/relationships/image" Target="../media/image1338.png"/><Relationship Id="rId35" Type="http://schemas.openxmlformats.org/officeDocument/2006/relationships/customXml" Target="../ink/ink103.xml"/><Relationship Id="rId8" Type="http://schemas.openxmlformats.org/officeDocument/2006/relationships/image" Target="../media/image13230.png"/><Relationship Id="rId3" Type="http://schemas.openxmlformats.org/officeDocument/2006/relationships/image" Target="../media/image157.jpeg"/></Relationships>
</file>

<file path=ppt/slides/_rels/slide52.xml.rels><?xml version="1.0" encoding="UTF-8" standalone="yes"?>
<Relationships xmlns="http://schemas.openxmlformats.org/package/2006/relationships"><Relationship Id="rId117" Type="http://schemas.openxmlformats.org/officeDocument/2006/relationships/image" Target="../media/image587.png"/><Relationship Id="rId21" Type="http://schemas.openxmlformats.org/officeDocument/2006/relationships/image" Target="../media/image539.png"/><Relationship Id="rId42" Type="http://schemas.openxmlformats.org/officeDocument/2006/relationships/customXml" Target="../ink/ink126.xml"/><Relationship Id="rId63" Type="http://schemas.openxmlformats.org/officeDocument/2006/relationships/image" Target="../media/image560.png"/><Relationship Id="rId84" Type="http://schemas.openxmlformats.org/officeDocument/2006/relationships/customXml" Target="../ink/ink147.xml"/><Relationship Id="rId138" Type="http://schemas.openxmlformats.org/officeDocument/2006/relationships/customXml" Target="../ink/ink171.xml"/><Relationship Id="rId159" Type="http://schemas.openxmlformats.org/officeDocument/2006/relationships/image" Target="../media/image1345.png"/><Relationship Id="rId170" Type="http://schemas.openxmlformats.org/officeDocument/2006/relationships/customXml" Target="../ink/ink187.xml"/><Relationship Id="rId191" Type="http://schemas.openxmlformats.org/officeDocument/2006/relationships/customXml" Target="../ink/ink198.xml"/><Relationship Id="rId205" Type="http://schemas.openxmlformats.org/officeDocument/2006/relationships/image" Target="../media/image1367.png"/><Relationship Id="rId226" Type="http://schemas.openxmlformats.org/officeDocument/2006/relationships/image" Target="../media/image1377.png"/><Relationship Id="rId247" Type="http://schemas.openxmlformats.org/officeDocument/2006/relationships/customXml" Target="../ink/ink227.xml"/><Relationship Id="rId11" Type="http://schemas.openxmlformats.org/officeDocument/2006/relationships/image" Target="../media/image534.png"/><Relationship Id="rId32" Type="http://schemas.openxmlformats.org/officeDocument/2006/relationships/customXml" Target="../ink/ink121.xml"/><Relationship Id="rId53" Type="http://schemas.openxmlformats.org/officeDocument/2006/relationships/image" Target="../media/image555.png"/><Relationship Id="rId74" Type="http://schemas.openxmlformats.org/officeDocument/2006/relationships/customXml" Target="../ink/ink142.xml"/><Relationship Id="rId128" Type="http://schemas.openxmlformats.org/officeDocument/2006/relationships/customXml" Target="../ink/ink166.xml"/><Relationship Id="rId149" Type="http://schemas.openxmlformats.org/officeDocument/2006/relationships/image" Target="../media/image1330.png"/><Relationship Id="rId5" Type="http://schemas.openxmlformats.org/officeDocument/2006/relationships/image" Target="../media/image531.png"/><Relationship Id="rId95" Type="http://schemas.openxmlformats.org/officeDocument/2006/relationships/image" Target="../media/image576.png"/><Relationship Id="rId160" Type="http://schemas.openxmlformats.org/officeDocument/2006/relationships/customXml" Target="../ink/ink182.xml"/><Relationship Id="rId181" Type="http://schemas.openxmlformats.org/officeDocument/2006/relationships/image" Target="../media/image1356.png"/><Relationship Id="rId216" Type="http://schemas.openxmlformats.org/officeDocument/2006/relationships/image" Target="../media/image1372.png"/><Relationship Id="rId237" Type="http://schemas.openxmlformats.org/officeDocument/2006/relationships/customXml" Target="../ink/ink222.xml"/><Relationship Id="rId258" Type="http://schemas.openxmlformats.org/officeDocument/2006/relationships/image" Target="../media/image1393.png"/><Relationship Id="rId22" Type="http://schemas.openxmlformats.org/officeDocument/2006/relationships/customXml" Target="../ink/ink116.xml"/><Relationship Id="rId43" Type="http://schemas.openxmlformats.org/officeDocument/2006/relationships/image" Target="../media/image550.png"/><Relationship Id="rId64" Type="http://schemas.openxmlformats.org/officeDocument/2006/relationships/customXml" Target="../ink/ink137.xml"/><Relationship Id="rId118" Type="http://schemas.openxmlformats.org/officeDocument/2006/relationships/customXml" Target="../ink/ink161.xml"/><Relationship Id="rId139" Type="http://schemas.openxmlformats.org/officeDocument/2006/relationships/image" Target="../media/image1317.png"/><Relationship Id="rId85" Type="http://schemas.openxmlformats.org/officeDocument/2006/relationships/image" Target="../media/image571.png"/><Relationship Id="rId150" Type="http://schemas.openxmlformats.org/officeDocument/2006/relationships/customXml" Target="../ink/ink177.xml"/><Relationship Id="rId171" Type="http://schemas.openxmlformats.org/officeDocument/2006/relationships/image" Target="../media/image1351.png"/><Relationship Id="rId192" Type="http://schemas.openxmlformats.org/officeDocument/2006/relationships/image" Target="../media/image1361.png"/><Relationship Id="rId206" Type="http://schemas.openxmlformats.org/officeDocument/2006/relationships/customXml" Target="../ink/ink206.xml"/><Relationship Id="rId227" Type="http://schemas.openxmlformats.org/officeDocument/2006/relationships/customXml" Target="../ink/ink217.xml"/><Relationship Id="rId248" Type="http://schemas.openxmlformats.org/officeDocument/2006/relationships/image" Target="../media/image1388.png"/><Relationship Id="rId12" Type="http://schemas.openxmlformats.org/officeDocument/2006/relationships/customXml" Target="../ink/ink111.xml"/><Relationship Id="rId33" Type="http://schemas.openxmlformats.org/officeDocument/2006/relationships/image" Target="../media/image545.png"/><Relationship Id="rId129" Type="http://schemas.openxmlformats.org/officeDocument/2006/relationships/image" Target="../media/image1260.png"/><Relationship Id="rId54" Type="http://schemas.openxmlformats.org/officeDocument/2006/relationships/customXml" Target="../ink/ink132.xml"/><Relationship Id="rId75" Type="http://schemas.openxmlformats.org/officeDocument/2006/relationships/image" Target="../media/image566.png"/><Relationship Id="rId96" Type="http://schemas.openxmlformats.org/officeDocument/2006/relationships/customXml" Target="../ink/ink153.xml"/><Relationship Id="rId140" Type="http://schemas.openxmlformats.org/officeDocument/2006/relationships/customXml" Target="../ink/ink172.xml"/><Relationship Id="rId161" Type="http://schemas.openxmlformats.org/officeDocument/2006/relationships/image" Target="../media/image1346.png"/><Relationship Id="rId182" Type="http://schemas.openxmlformats.org/officeDocument/2006/relationships/customXml" Target="../ink/ink193.xml"/><Relationship Id="rId217" Type="http://schemas.openxmlformats.org/officeDocument/2006/relationships/customXml" Target="../ink/ink212.xml"/><Relationship Id="rId6" Type="http://schemas.openxmlformats.org/officeDocument/2006/relationships/customXml" Target="../ink/ink108.xml"/><Relationship Id="rId238" Type="http://schemas.openxmlformats.org/officeDocument/2006/relationships/image" Target="../media/image1383.png"/><Relationship Id="rId23" Type="http://schemas.openxmlformats.org/officeDocument/2006/relationships/image" Target="../media/image5400.png"/><Relationship Id="rId119" Type="http://schemas.openxmlformats.org/officeDocument/2006/relationships/image" Target="../media/image588.png"/><Relationship Id="rId44" Type="http://schemas.openxmlformats.org/officeDocument/2006/relationships/customXml" Target="../ink/ink127.xml"/><Relationship Id="rId65" Type="http://schemas.openxmlformats.org/officeDocument/2006/relationships/image" Target="../media/image561.png"/><Relationship Id="rId86" Type="http://schemas.openxmlformats.org/officeDocument/2006/relationships/customXml" Target="../ink/ink148.xml"/><Relationship Id="rId130" Type="http://schemas.openxmlformats.org/officeDocument/2006/relationships/customXml" Target="../ink/ink167.xml"/><Relationship Id="rId151" Type="http://schemas.openxmlformats.org/officeDocument/2006/relationships/image" Target="../media/image1331.png"/><Relationship Id="rId172" Type="http://schemas.openxmlformats.org/officeDocument/2006/relationships/customXml" Target="../ink/ink188.xml"/><Relationship Id="rId193" Type="http://schemas.openxmlformats.org/officeDocument/2006/relationships/customXml" Target="../ink/ink199.xml"/><Relationship Id="rId207" Type="http://schemas.openxmlformats.org/officeDocument/2006/relationships/image" Target="../media/image1368.png"/><Relationship Id="rId228" Type="http://schemas.openxmlformats.org/officeDocument/2006/relationships/image" Target="../media/image1378.png"/><Relationship Id="rId249" Type="http://schemas.openxmlformats.org/officeDocument/2006/relationships/customXml" Target="../ink/ink228.xml"/><Relationship Id="rId13" Type="http://schemas.openxmlformats.org/officeDocument/2006/relationships/image" Target="../media/image535.png"/><Relationship Id="rId34" Type="http://schemas.openxmlformats.org/officeDocument/2006/relationships/customXml" Target="../ink/ink122.xml"/><Relationship Id="rId55" Type="http://schemas.openxmlformats.org/officeDocument/2006/relationships/image" Target="../media/image556.png"/><Relationship Id="rId76" Type="http://schemas.openxmlformats.org/officeDocument/2006/relationships/customXml" Target="../ink/ink143.xml"/><Relationship Id="rId97" Type="http://schemas.openxmlformats.org/officeDocument/2006/relationships/image" Target="../media/image577.png"/><Relationship Id="rId120" Type="http://schemas.openxmlformats.org/officeDocument/2006/relationships/customXml" Target="../ink/ink162.xml"/><Relationship Id="rId141" Type="http://schemas.openxmlformats.org/officeDocument/2006/relationships/image" Target="../media/image1318.png"/><Relationship Id="rId7" Type="http://schemas.openxmlformats.org/officeDocument/2006/relationships/image" Target="../media/image532.png"/><Relationship Id="rId162" Type="http://schemas.openxmlformats.org/officeDocument/2006/relationships/customXml" Target="../ink/ink183.xml"/><Relationship Id="rId183" Type="http://schemas.openxmlformats.org/officeDocument/2006/relationships/image" Target="../media/image1357.png"/><Relationship Id="rId218" Type="http://schemas.openxmlformats.org/officeDocument/2006/relationships/image" Target="../media/image1373.png"/><Relationship Id="rId239" Type="http://schemas.openxmlformats.org/officeDocument/2006/relationships/customXml" Target="../ink/ink223.xml"/><Relationship Id="rId250" Type="http://schemas.openxmlformats.org/officeDocument/2006/relationships/image" Target="../media/image1389.png"/><Relationship Id="rId24" Type="http://schemas.openxmlformats.org/officeDocument/2006/relationships/customXml" Target="../ink/ink117.xml"/><Relationship Id="rId45" Type="http://schemas.openxmlformats.org/officeDocument/2006/relationships/image" Target="../media/image551.png"/><Relationship Id="rId66" Type="http://schemas.openxmlformats.org/officeDocument/2006/relationships/customXml" Target="../ink/ink138.xml"/><Relationship Id="rId87" Type="http://schemas.openxmlformats.org/officeDocument/2006/relationships/image" Target="../media/image572.png"/><Relationship Id="rId131" Type="http://schemas.openxmlformats.org/officeDocument/2006/relationships/image" Target="../media/image1262.png"/><Relationship Id="rId152" Type="http://schemas.openxmlformats.org/officeDocument/2006/relationships/customXml" Target="../ink/ink178.xml"/><Relationship Id="rId173" Type="http://schemas.openxmlformats.org/officeDocument/2006/relationships/image" Target="../media/image1352.png"/><Relationship Id="rId194" Type="http://schemas.openxmlformats.org/officeDocument/2006/relationships/image" Target="../media/image1362.png"/><Relationship Id="rId208" Type="http://schemas.openxmlformats.org/officeDocument/2006/relationships/customXml" Target="../ink/ink207.xml"/><Relationship Id="rId229" Type="http://schemas.openxmlformats.org/officeDocument/2006/relationships/customXml" Target="../ink/ink218.xml"/><Relationship Id="rId240" Type="http://schemas.openxmlformats.org/officeDocument/2006/relationships/image" Target="../media/image1384.png"/><Relationship Id="rId14" Type="http://schemas.openxmlformats.org/officeDocument/2006/relationships/customXml" Target="../ink/ink112.xml"/><Relationship Id="rId35" Type="http://schemas.openxmlformats.org/officeDocument/2006/relationships/image" Target="../media/image546.png"/><Relationship Id="rId56" Type="http://schemas.openxmlformats.org/officeDocument/2006/relationships/customXml" Target="../ink/ink133.xml"/><Relationship Id="rId77" Type="http://schemas.openxmlformats.org/officeDocument/2006/relationships/image" Target="../media/image567.png"/><Relationship Id="rId100" Type="http://schemas.openxmlformats.org/officeDocument/2006/relationships/customXml" Target="../ink/ink155.xml"/><Relationship Id="rId8" Type="http://schemas.openxmlformats.org/officeDocument/2006/relationships/customXml" Target="../ink/ink109.xml"/><Relationship Id="rId98" Type="http://schemas.openxmlformats.org/officeDocument/2006/relationships/customXml" Target="../ink/ink154.xml"/><Relationship Id="rId121" Type="http://schemas.openxmlformats.org/officeDocument/2006/relationships/image" Target="../media/image589.png"/><Relationship Id="rId142" Type="http://schemas.openxmlformats.org/officeDocument/2006/relationships/customXml" Target="../ink/ink173.xml"/><Relationship Id="rId163" Type="http://schemas.openxmlformats.org/officeDocument/2006/relationships/image" Target="../media/image1347.png"/><Relationship Id="rId184" Type="http://schemas.openxmlformats.org/officeDocument/2006/relationships/customXml" Target="../ink/ink194.xml"/><Relationship Id="rId219" Type="http://schemas.openxmlformats.org/officeDocument/2006/relationships/customXml" Target="../ink/ink213.xml"/><Relationship Id="rId230" Type="http://schemas.openxmlformats.org/officeDocument/2006/relationships/image" Target="../media/image1379.png"/><Relationship Id="rId251" Type="http://schemas.openxmlformats.org/officeDocument/2006/relationships/customXml" Target="../ink/ink229.xml"/><Relationship Id="rId25" Type="http://schemas.openxmlformats.org/officeDocument/2006/relationships/image" Target="../media/image541.png"/><Relationship Id="rId46" Type="http://schemas.openxmlformats.org/officeDocument/2006/relationships/customXml" Target="../ink/ink128.xml"/><Relationship Id="rId67" Type="http://schemas.openxmlformats.org/officeDocument/2006/relationships/image" Target="../media/image562.png"/><Relationship Id="rId88" Type="http://schemas.openxmlformats.org/officeDocument/2006/relationships/customXml" Target="../ink/ink149.xml"/><Relationship Id="rId111" Type="http://schemas.openxmlformats.org/officeDocument/2006/relationships/image" Target="../media/image584.png"/><Relationship Id="rId132" Type="http://schemas.openxmlformats.org/officeDocument/2006/relationships/customXml" Target="../ink/ink168.xml"/><Relationship Id="rId153" Type="http://schemas.openxmlformats.org/officeDocument/2006/relationships/image" Target="../media/image1332.png"/><Relationship Id="rId174" Type="http://schemas.openxmlformats.org/officeDocument/2006/relationships/customXml" Target="../ink/ink189.xml"/><Relationship Id="rId195" Type="http://schemas.openxmlformats.org/officeDocument/2006/relationships/customXml" Target="../ink/ink200.xml"/><Relationship Id="rId209" Type="http://schemas.openxmlformats.org/officeDocument/2006/relationships/image" Target="../media/image1369.png"/><Relationship Id="rId220" Type="http://schemas.openxmlformats.org/officeDocument/2006/relationships/image" Target="../media/image1374.png"/><Relationship Id="rId241" Type="http://schemas.openxmlformats.org/officeDocument/2006/relationships/customXml" Target="../ink/ink224.xml"/><Relationship Id="rId15" Type="http://schemas.openxmlformats.org/officeDocument/2006/relationships/image" Target="../media/image536.png"/><Relationship Id="rId36" Type="http://schemas.openxmlformats.org/officeDocument/2006/relationships/customXml" Target="../ink/ink123.xml"/><Relationship Id="rId57" Type="http://schemas.openxmlformats.org/officeDocument/2006/relationships/image" Target="../media/image557.png"/><Relationship Id="rId78" Type="http://schemas.openxmlformats.org/officeDocument/2006/relationships/customXml" Target="../ink/ink144.xml"/><Relationship Id="rId99" Type="http://schemas.openxmlformats.org/officeDocument/2006/relationships/image" Target="../media/image578.png"/><Relationship Id="rId101" Type="http://schemas.openxmlformats.org/officeDocument/2006/relationships/image" Target="../media/image579.png"/><Relationship Id="rId122" Type="http://schemas.openxmlformats.org/officeDocument/2006/relationships/customXml" Target="../ink/ink163.xml"/><Relationship Id="rId143" Type="http://schemas.openxmlformats.org/officeDocument/2006/relationships/image" Target="../media/image1319.png"/><Relationship Id="rId164" Type="http://schemas.openxmlformats.org/officeDocument/2006/relationships/customXml" Target="../ink/ink184.xml"/><Relationship Id="rId185" Type="http://schemas.openxmlformats.org/officeDocument/2006/relationships/image" Target="../media/image1358.png"/><Relationship Id="rId4" Type="http://schemas.openxmlformats.org/officeDocument/2006/relationships/customXml" Target="../ink/ink107.xml"/><Relationship Id="rId9" Type="http://schemas.openxmlformats.org/officeDocument/2006/relationships/image" Target="../media/image533.png"/><Relationship Id="rId180" Type="http://schemas.openxmlformats.org/officeDocument/2006/relationships/customXml" Target="../ink/ink192.xml"/><Relationship Id="rId210" Type="http://schemas.openxmlformats.org/officeDocument/2006/relationships/customXml" Target="../ink/ink208.xml"/><Relationship Id="rId215" Type="http://schemas.openxmlformats.org/officeDocument/2006/relationships/customXml" Target="../ink/ink211.xml"/><Relationship Id="rId236" Type="http://schemas.openxmlformats.org/officeDocument/2006/relationships/image" Target="../media/image1382.png"/><Relationship Id="rId257" Type="http://schemas.openxmlformats.org/officeDocument/2006/relationships/customXml" Target="../ink/ink232.xml"/><Relationship Id="rId26" Type="http://schemas.openxmlformats.org/officeDocument/2006/relationships/customXml" Target="../ink/ink118.xml"/><Relationship Id="rId231" Type="http://schemas.openxmlformats.org/officeDocument/2006/relationships/customXml" Target="../ink/ink219.xml"/><Relationship Id="rId252" Type="http://schemas.openxmlformats.org/officeDocument/2006/relationships/image" Target="../media/image1390.png"/><Relationship Id="rId47" Type="http://schemas.openxmlformats.org/officeDocument/2006/relationships/image" Target="../media/image552.png"/><Relationship Id="rId68" Type="http://schemas.openxmlformats.org/officeDocument/2006/relationships/customXml" Target="../ink/ink139.xml"/><Relationship Id="rId89" Type="http://schemas.openxmlformats.org/officeDocument/2006/relationships/image" Target="../media/image573.png"/><Relationship Id="rId112" Type="http://schemas.openxmlformats.org/officeDocument/2006/relationships/customXml" Target="../ink/ink158.xml"/><Relationship Id="rId133" Type="http://schemas.openxmlformats.org/officeDocument/2006/relationships/image" Target="../media/image1263.png"/><Relationship Id="rId154" Type="http://schemas.openxmlformats.org/officeDocument/2006/relationships/customXml" Target="../ink/ink179.xml"/><Relationship Id="rId175" Type="http://schemas.openxmlformats.org/officeDocument/2006/relationships/image" Target="../media/image1353.png"/><Relationship Id="rId196" Type="http://schemas.openxmlformats.org/officeDocument/2006/relationships/image" Target="../media/image1363.png"/><Relationship Id="rId200" Type="http://schemas.openxmlformats.org/officeDocument/2006/relationships/image" Target="../media/image1365.png"/><Relationship Id="rId16" Type="http://schemas.openxmlformats.org/officeDocument/2006/relationships/customXml" Target="../ink/ink113.xml"/><Relationship Id="rId221" Type="http://schemas.openxmlformats.org/officeDocument/2006/relationships/customXml" Target="../ink/ink214.xml"/><Relationship Id="rId242" Type="http://schemas.openxmlformats.org/officeDocument/2006/relationships/image" Target="../media/image1385.png"/><Relationship Id="rId37" Type="http://schemas.openxmlformats.org/officeDocument/2006/relationships/image" Target="../media/image547.png"/><Relationship Id="rId58" Type="http://schemas.openxmlformats.org/officeDocument/2006/relationships/customXml" Target="../ink/ink134.xml"/><Relationship Id="rId79" Type="http://schemas.openxmlformats.org/officeDocument/2006/relationships/image" Target="../media/image568.png"/><Relationship Id="rId102" Type="http://schemas.openxmlformats.org/officeDocument/2006/relationships/customXml" Target="../ink/ink156.xml"/><Relationship Id="rId123" Type="http://schemas.openxmlformats.org/officeDocument/2006/relationships/image" Target="../media/image590.png"/><Relationship Id="rId144" Type="http://schemas.openxmlformats.org/officeDocument/2006/relationships/customXml" Target="../ink/ink174.xml"/><Relationship Id="rId90" Type="http://schemas.openxmlformats.org/officeDocument/2006/relationships/customXml" Target="../ink/ink150.xml"/><Relationship Id="rId165" Type="http://schemas.openxmlformats.org/officeDocument/2006/relationships/image" Target="../media/image1348.png"/><Relationship Id="rId186" Type="http://schemas.openxmlformats.org/officeDocument/2006/relationships/customXml" Target="../ink/ink195.xml"/><Relationship Id="rId211" Type="http://schemas.openxmlformats.org/officeDocument/2006/relationships/image" Target="../media/image1370.png"/><Relationship Id="rId232" Type="http://schemas.openxmlformats.org/officeDocument/2006/relationships/image" Target="../media/image1380.png"/><Relationship Id="rId253" Type="http://schemas.openxmlformats.org/officeDocument/2006/relationships/customXml" Target="../ink/ink230.xml"/><Relationship Id="rId27" Type="http://schemas.openxmlformats.org/officeDocument/2006/relationships/image" Target="../media/image542.png"/><Relationship Id="rId48" Type="http://schemas.openxmlformats.org/officeDocument/2006/relationships/customXml" Target="../ink/ink129.xml"/><Relationship Id="rId69" Type="http://schemas.openxmlformats.org/officeDocument/2006/relationships/image" Target="../media/image563.png"/><Relationship Id="rId113" Type="http://schemas.openxmlformats.org/officeDocument/2006/relationships/image" Target="../media/image585.png"/><Relationship Id="rId134" Type="http://schemas.openxmlformats.org/officeDocument/2006/relationships/customXml" Target="../ink/ink169.xml"/><Relationship Id="rId80" Type="http://schemas.openxmlformats.org/officeDocument/2006/relationships/customXml" Target="../ink/ink145.xml"/><Relationship Id="rId155" Type="http://schemas.openxmlformats.org/officeDocument/2006/relationships/image" Target="../media/image1333.png"/><Relationship Id="rId176" Type="http://schemas.openxmlformats.org/officeDocument/2006/relationships/customXml" Target="../ink/ink190.xml"/><Relationship Id="rId197" Type="http://schemas.openxmlformats.org/officeDocument/2006/relationships/customXml" Target="../ink/ink201.xml"/><Relationship Id="rId201" Type="http://schemas.openxmlformats.org/officeDocument/2006/relationships/customXml" Target="../ink/ink203.xml"/><Relationship Id="rId222" Type="http://schemas.openxmlformats.org/officeDocument/2006/relationships/image" Target="../media/image1375.png"/><Relationship Id="rId243" Type="http://schemas.openxmlformats.org/officeDocument/2006/relationships/customXml" Target="../ink/ink225.xml"/><Relationship Id="rId17" Type="http://schemas.openxmlformats.org/officeDocument/2006/relationships/image" Target="../media/image537.png"/><Relationship Id="rId38" Type="http://schemas.openxmlformats.org/officeDocument/2006/relationships/customXml" Target="../ink/ink124.xml"/><Relationship Id="rId59" Type="http://schemas.openxmlformats.org/officeDocument/2006/relationships/image" Target="../media/image558.png"/><Relationship Id="rId103" Type="http://schemas.openxmlformats.org/officeDocument/2006/relationships/image" Target="../media/image580.png"/><Relationship Id="rId124" Type="http://schemas.openxmlformats.org/officeDocument/2006/relationships/customXml" Target="../ink/ink164.xml"/><Relationship Id="rId70" Type="http://schemas.openxmlformats.org/officeDocument/2006/relationships/customXml" Target="../ink/ink140.xml"/><Relationship Id="rId91" Type="http://schemas.openxmlformats.org/officeDocument/2006/relationships/image" Target="../media/image574.png"/><Relationship Id="rId145" Type="http://schemas.openxmlformats.org/officeDocument/2006/relationships/image" Target="../media/image1326.png"/><Relationship Id="rId166" Type="http://schemas.openxmlformats.org/officeDocument/2006/relationships/customXml" Target="../ink/ink185.xml"/><Relationship Id="rId187" Type="http://schemas.openxmlformats.org/officeDocument/2006/relationships/customXml" Target="../ink/ink196.xml"/><Relationship Id="rId1" Type="http://schemas.openxmlformats.org/officeDocument/2006/relationships/slideLayout" Target="../slideLayouts/slideLayout2.xml"/><Relationship Id="rId212" Type="http://schemas.openxmlformats.org/officeDocument/2006/relationships/customXml" Target="../ink/ink209.xml"/><Relationship Id="rId233" Type="http://schemas.openxmlformats.org/officeDocument/2006/relationships/customXml" Target="../ink/ink220.xml"/><Relationship Id="rId254" Type="http://schemas.openxmlformats.org/officeDocument/2006/relationships/image" Target="../media/image1391.png"/><Relationship Id="rId28" Type="http://schemas.openxmlformats.org/officeDocument/2006/relationships/customXml" Target="../ink/ink119.xml"/><Relationship Id="rId49" Type="http://schemas.openxmlformats.org/officeDocument/2006/relationships/image" Target="../media/image553.png"/><Relationship Id="rId114" Type="http://schemas.openxmlformats.org/officeDocument/2006/relationships/customXml" Target="../ink/ink159.xml"/><Relationship Id="rId60" Type="http://schemas.openxmlformats.org/officeDocument/2006/relationships/customXml" Target="../ink/ink135.xml"/><Relationship Id="rId81" Type="http://schemas.openxmlformats.org/officeDocument/2006/relationships/image" Target="../media/image569.png"/><Relationship Id="rId135" Type="http://schemas.openxmlformats.org/officeDocument/2006/relationships/image" Target="../media/image1302.png"/><Relationship Id="rId156" Type="http://schemas.openxmlformats.org/officeDocument/2006/relationships/customXml" Target="../ink/ink180.xml"/><Relationship Id="rId177" Type="http://schemas.openxmlformats.org/officeDocument/2006/relationships/image" Target="../media/image1354.png"/><Relationship Id="rId198" Type="http://schemas.openxmlformats.org/officeDocument/2006/relationships/image" Target="../media/image1364.png"/><Relationship Id="rId202" Type="http://schemas.openxmlformats.org/officeDocument/2006/relationships/image" Target="../media/image1366.png"/><Relationship Id="rId223" Type="http://schemas.openxmlformats.org/officeDocument/2006/relationships/customXml" Target="../ink/ink215.xml"/><Relationship Id="rId244" Type="http://schemas.openxmlformats.org/officeDocument/2006/relationships/image" Target="../media/image1386.png"/><Relationship Id="rId18" Type="http://schemas.openxmlformats.org/officeDocument/2006/relationships/customXml" Target="../ink/ink114.xml"/><Relationship Id="rId39" Type="http://schemas.openxmlformats.org/officeDocument/2006/relationships/image" Target="../media/image548.png"/><Relationship Id="rId50" Type="http://schemas.openxmlformats.org/officeDocument/2006/relationships/customXml" Target="../ink/ink130.xml"/><Relationship Id="rId104" Type="http://schemas.openxmlformats.org/officeDocument/2006/relationships/customXml" Target="../ink/ink157.xml"/><Relationship Id="rId125" Type="http://schemas.openxmlformats.org/officeDocument/2006/relationships/image" Target="../media/image928.png"/><Relationship Id="rId146" Type="http://schemas.openxmlformats.org/officeDocument/2006/relationships/customXml" Target="../ink/ink175.xml"/><Relationship Id="rId167" Type="http://schemas.openxmlformats.org/officeDocument/2006/relationships/image" Target="../media/image1349.png"/><Relationship Id="rId188" Type="http://schemas.openxmlformats.org/officeDocument/2006/relationships/image" Target="../media/image1359.png"/><Relationship Id="rId71" Type="http://schemas.openxmlformats.org/officeDocument/2006/relationships/image" Target="../media/image564.png"/><Relationship Id="rId92" Type="http://schemas.openxmlformats.org/officeDocument/2006/relationships/customXml" Target="../ink/ink151.xml"/><Relationship Id="rId213" Type="http://schemas.openxmlformats.org/officeDocument/2006/relationships/image" Target="../media/image1371.png"/><Relationship Id="rId234" Type="http://schemas.openxmlformats.org/officeDocument/2006/relationships/image" Target="../media/image1381.png"/><Relationship Id="rId2" Type="http://schemas.openxmlformats.org/officeDocument/2006/relationships/customXml" Target="../ink/ink106.xml"/><Relationship Id="rId29" Type="http://schemas.openxmlformats.org/officeDocument/2006/relationships/image" Target="../media/image543.png"/><Relationship Id="rId255" Type="http://schemas.openxmlformats.org/officeDocument/2006/relationships/customXml" Target="../ink/ink231.xml"/><Relationship Id="rId40" Type="http://schemas.openxmlformats.org/officeDocument/2006/relationships/customXml" Target="../ink/ink125.xml"/><Relationship Id="rId115" Type="http://schemas.openxmlformats.org/officeDocument/2006/relationships/image" Target="../media/image586.png"/><Relationship Id="rId136" Type="http://schemas.openxmlformats.org/officeDocument/2006/relationships/customXml" Target="../ink/ink170.xml"/><Relationship Id="rId157" Type="http://schemas.openxmlformats.org/officeDocument/2006/relationships/image" Target="../media/image1341.png"/><Relationship Id="rId178" Type="http://schemas.openxmlformats.org/officeDocument/2006/relationships/customXml" Target="../ink/ink191.xml"/><Relationship Id="rId61" Type="http://schemas.openxmlformats.org/officeDocument/2006/relationships/image" Target="../media/image559.png"/><Relationship Id="rId82" Type="http://schemas.openxmlformats.org/officeDocument/2006/relationships/customXml" Target="../ink/ink146.xml"/><Relationship Id="rId199" Type="http://schemas.openxmlformats.org/officeDocument/2006/relationships/customXml" Target="../ink/ink202.xml"/><Relationship Id="rId203" Type="http://schemas.openxmlformats.org/officeDocument/2006/relationships/customXml" Target="../ink/ink204.xml"/><Relationship Id="rId19" Type="http://schemas.openxmlformats.org/officeDocument/2006/relationships/image" Target="../media/image538.png"/><Relationship Id="rId224" Type="http://schemas.openxmlformats.org/officeDocument/2006/relationships/image" Target="../media/image1376.png"/><Relationship Id="rId245" Type="http://schemas.openxmlformats.org/officeDocument/2006/relationships/customXml" Target="../ink/ink226.xml"/><Relationship Id="rId30" Type="http://schemas.openxmlformats.org/officeDocument/2006/relationships/customXml" Target="../ink/ink120.xml"/><Relationship Id="rId126" Type="http://schemas.openxmlformats.org/officeDocument/2006/relationships/customXml" Target="../ink/ink165.xml"/><Relationship Id="rId147" Type="http://schemas.openxmlformats.org/officeDocument/2006/relationships/image" Target="../media/image1329.png"/><Relationship Id="rId168" Type="http://schemas.openxmlformats.org/officeDocument/2006/relationships/customXml" Target="../ink/ink186.xml"/><Relationship Id="rId51" Type="http://schemas.openxmlformats.org/officeDocument/2006/relationships/image" Target="../media/image554.png"/><Relationship Id="rId72" Type="http://schemas.openxmlformats.org/officeDocument/2006/relationships/customXml" Target="../ink/ink141.xml"/><Relationship Id="rId93" Type="http://schemas.openxmlformats.org/officeDocument/2006/relationships/image" Target="../media/image575.png"/><Relationship Id="rId189" Type="http://schemas.openxmlformats.org/officeDocument/2006/relationships/customXml" Target="../ink/ink197.xml"/><Relationship Id="rId3" Type="http://schemas.openxmlformats.org/officeDocument/2006/relationships/image" Target="../media/image5300.png"/><Relationship Id="rId214" Type="http://schemas.openxmlformats.org/officeDocument/2006/relationships/customXml" Target="../ink/ink210.xml"/><Relationship Id="rId235" Type="http://schemas.openxmlformats.org/officeDocument/2006/relationships/customXml" Target="../ink/ink221.xml"/><Relationship Id="rId256" Type="http://schemas.openxmlformats.org/officeDocument/2006/relationships/image" Target="../media/image1392.png"/><Relationship Id="rId116" Type="http://schemas.openxmlformats.org/officeDocument/2006/relationships/customXml" Target="../ink/ink160.xml"/><Relationship Id="rId137" Type="http://schemas.openxmlformats.org/officeDocument/2006/relationships/image" Target="../media/image1316.png"/><Relationship Id="rId158" Type="http://schemas.openxmlformats.org/officeDocument/2006/relationships/customXml" Target="../ink/ink181.xml"/><Relationship Id="rId20" Type="http://schemas.openxmlformats.org/officeDocument/2006/relationships/customXml" Target="../ink/ink115.xml"/><Relationship Id="rId41" Type="http://schemas.openxmlformats.org/officeDocument/2006/relationships/image" Target="../media/image549.png"/><Relationship Id="rId62" Type="http://schemas.openxmlformats.org/officeDocument/2006/relationships/customXml" Target="../ink/ink136.xml"/><Relationship Id="rId83" Type="http://schemas.openxmlformats.org/officeDocument/2006/relationships/image" Target="../media/image570.png"/><Relationship Id="rId179" Type="http://schemas.openxmlformats.org/officeDocument/2006/relationships/image" Target="../media/image1355.png"/><Relationship Id="rId190" Type="http://schemas.openxmlformats.org/officeDocument/2006/relationships/image" Target="../media/image1360.png"/><Relationship Id="rId204" Type="http://schemas.openxmlformats.org/officeDocument/2006/relationships/customXml" Target="../ink/ink205.xml"/><Relationship Id="rId225" Type="http://schemas.openxmlformats.org/officeDocument/2006/relationships/customXml" Target="../ink/ink216.xml"/><Relationship Id="rId246" Type="http://schemas.openxmlformats.org/officeDocument/2006/relationships/image" Target="../media/image1387.png"/><Relationship Id="rId127" Type="http://schemas.openxmlformats.org/officeDocument/2006/relationships/image" Target="../media/image1259.png"/><Relationship Id="rId10" Type="http://schemas.openxmlformats.org/officeDocument/2006/relationships/customXml" Target="../ink/ink110.xml"/><Relationship Id="rId31" Type="http://schemas.openxmlformats.org/officeDocument/2006/relationships/image" Target="../media/image544.png"/><Relationship Id="rId52" Type="http://schemas.openxmlformats.org/officeDocument/2006/relationships/customXml" Target="../ink/ink131.xml"/><Relationship Id="rId73" Type="http://schemas.openxmlformats.org/officeDocument/2006/relationships/image" Target="../media/image565.png"/><Relationship Id="rId94" Type="http://schemas.openxmlformats.org/officeDocument/2006/relationships/customXml" Target="../ink/ink152.xml"/><Relationship Id="rId148" Type="http://schemas.openxmlformats.org/officeDocument/2006/relationships/customXml" Target="../ink/ink176.xml"/><Relationship Id="rId169" Type="http://schemas.openxmlformats.org/officeDocument/2006/relationships/image" Target="../media/image1350.png"/></Relationships>
</file>

<file path=ppt/slides/_rels/slide53.xml.rels><?xml version="1.0" encoding="UTF-8" standalone="yes"?>
<Relationships xmlns="http://schemas.openxmlformats.org/package/2006/relationships"><Relationship Id="rId3" Type="http://schemas.openxmlformats.org/officeDocument/2006/relationships/image" Target="../media/image159.jpe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159.jpeg"/><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987.png"/><Relationship Id="rId5" Type="http://schemas.openxmlformats.org/officeDocument/2006/relationships/image" Target="../media/image986.png"/><Relationship Id="rId4" Type="http://schemas.openxmlformats.org/officeDocument/2006/relationships/image" Target="../media/image985.png"/></Relationships>
</file>

<file path=ppt/slides/_rels/slide56.xml.rels><?xml version="1.0" encoding="UTF-8" standalone="yes"?>
<Relationships xmlns="http://schemas.openxmlformats.org/package/2006/relationships"><Relationship Id="rId117" Type="http://schemas.openxmlformats.org/officeDocument/2006/relationships/image" Target="../media/image5740.png"/><Relationship Id="rId21" Type="http://schemas.openxmlformats.org/officeDocument/2006/relationships/image" Target="../media/image5270.png"/><Relationship Id="rId42" Type="http://schemas.openxmlformats.org/officeDocument/2006/relationships/customXml" Target="../ink/ink251.xml"/><Relationship Id="rId63" Type="http://schemas.openxmlformats.org/officeDocument/2006/relationships/image" Target="../media/image5480.png"/><Relationship Id="rId84" Type="http://schemas.openxmlformats.org/officeDocument/2006/relationships/customXml" Target="../ink/ink272.xml"/><Relationship Id="rId138" Type="http://schemas.openxmlformats.org/officeDocument/2006/relationships/customXml" Target="../ink/ink299.xml"/><Relationship Id="rId107" Type="http://schemas.openxmlformats.org/officeDocument/2006/relationships/image" Target="../media/image5700.png"/><Relationship Id="rId11" Type="http://schemas.openxmlformats.org/officeDocument/2006/relationships/image" Target="../media/image5220.png"/><Relationship Id="rId32" Type="http://schemas.openxmlformats.org/officeDocument/2006/relationships/customXml" Target="../ink/ink246.xml"/><Relationship Id="rId53" Type="http://schemas.openxmlformats.org/officeDocument/2006/relationships/image" Target="../media/image5430.png"/><Relationship Id="rId74" Type="http://schemas.openxmlformats.org/officeDocument/2006/relationships/customXml" Target="../ink/ink267.xml"/><Relationship Id="rId128" Type="http://schemas.openxmlformats.org/officeDocument/2006/relationships/customXml" Target="../ink/ink294.xml"/><Relationship Id="rId5" Type="http://schemas.openxmlformats.org/officeDocument/2006/relationships/image" Target="../media/image161.png"/><Relationship Id="rId90" Type="http://schemas.openxmlformats.org/officeDocument/2006/relationships/customXml" Target="../ink/ink275.xml"/><Relationship Id="rId95" Type="http://schemas.openxmlformats.org/officeDocument/2006/relationships/image" Target="../media/image5640.png"/><Relationship Id="rId22" Type="http://schemas.openxmlformats.org/officeDocument/2006/relationships/customXml" Target="../ink/ink241.xml"/><Relationship Id="rId27" Type="http://schemas.openxmlformats.org/officeDocument/2006/relationships/image" Target="../media/image53000.png"/><Relationship Id="rId43" Type="http://schemas.openxmlformats.org/officeDocument/2006/relationships/image" Target="../media/image5380.png"/><Relationship Id="rId48" Type="http://schemas.openxmlformats.org/officeDocument/2006/relationships/customXml" Target="../ink/ink254.xml"/><Relationship Id="rId64" Type="http://schemas.openxmlformats.org/officeDocument/2006/relationships/customXml" Target="../ink/ink262.xml"/><Relationship Id="rId69" Type="http://schemas.openxmlformats.org/officeDocument/2006/relationships/image" Target="../media/image5510.png"/><Relationship Id="rId113" Type="http://schemas.openxmlformats.org/officeDocument/2006/relationships/image" Target="../media/image3031.png"/><Relationship Id="rId118" Type="http://schemas.openxmlformats.org/officeDocument/2006/relationships/customXml" Target="../ink/ink289.xml"/><Relationship Id="rId134" Type="http://schemas.openxmlformats.org/officeDocument/2006/relationships/customXml" Target="../ink/ink297.xml"/><Relationship Id="rId139" Type="http://schemas.openxmlformats.org/officeDocument/2006/relationships/image" Target="../media/image5850.png"/><Relationship Id="rId80" Type="http://schemas.openxmlformats.org/officeDocument/2006/relationships/customXml" Target="../ink/ink270.xml"/><Relationship Id="rId85" Type="http://schemas.openxmlformats.org/officeDocument/2006/relationships/image" Target="../media/image5590.png"/><Relationship Id="rId12" Type="http://schemas.openxmlformats.org/officeDocument/2006/relationships/customXml" Target="../ink/ink236.xml"/><Relationship Id="rId17" Type="http://schemas.openxmlformats.org/officeDocument/2006/relationships/image" Target="../media/image5250.png"/><Relationship Id="rId33" Type="http://schemas.openxmlformats.org/officeDocument/2006/relationships/image" Target="../media/image5330.png"/><Relationship Id="rId38" Type="http://schemas.openxmlformats.org/officeDocument/2006/relationships/customXml" Target="../ink/ink249.xml"/><Relationship Id="rId59" Type="http://schemas.openxmlformats.org/officeDocument/2006/relationships/image" Target="../media/image5460.png"/><Relationship Id="rId103" Type="http://schemas.openxmlformats.org/officeDocument/2006/relationships/image" Target="../media/image5680.png"/><Relationship Id="rId108" Type="http://schemas.openxmlformats.org/officeDocument/2006/relationships/customXml" Target="../ink/ink284.xml"/><Relationship Id="rId124" Type="http://schemas.openxmlformats.org/officeDocument/2006/relationships/customXml" Target="../ink/ink292.xml"/><Relationship Id="rId129" Type="http://schemas.openxmlformats.org/officeDocument/2006/relationships/image" Target="../media/image5800.png"/><Relationship Id="rId54" Type="http://schemas.openxmlformats.org/officeDocument/2006/relationships/customXml" Target="../ink/ink257.xml"/><Relationship Id="rId70" Type="http://schemas.openxmlformats.org/officeDocument/2006/relationships/customXml" Target="../ink/ink265.xml"/><Relationship Id="rId75" Type="http://schemas.openxmlformats.org/officeDocument/2006/relationships/image" Target="../media/image5540.png"/><Relationship Id="rId91" Type="http://schemas.openxmlformats.org/officeDocument/2006/relationships/image" Target="../media/image5620.png"/><Relationship Id="rId96" Type="http://schemas.openxmlformats.org/officeDocument/2006/relationships/customXml" Target="../ink/ink278.xml"/><Relationship Id="rId140" Type="http://schemas.openxmlformats.org/officeDocument/2006/relationships/customXml" Target="../ink/ink300.xml"/><Relationship Id="rId145" Type="http://schemas.openxmlformats.org/officeDocument/2006/relationships/image" Target="../media/image5880.png"/><Relationship Id="rId1" Type="http://schemas.openxmlformats.org/officeDocument/2006/relationships/slideLayout" Target="../slideLayouts/slideLayout7.xml"/><Relationship Id="rId6" Type="http://schemas.openxmlformats.org/officeDocument/2006/relationships/customXml" Target="../ink/ink233.xml"/><Relationship Id="rId23" Type="http://schemas.openxmlformats.org/officeDocument/2006/relationships/image" Target="../media/image5280.png"/><Relationship Id="rId28" Type="http://schemas.openxmlformats.org/officeDocument/2006/relationships/customXml" Target="../ink/ink244.xml"/><Relationship Id="rId49" Type="http://schemas.openxmlformats.org/officeDocument/2006/relationships/image" Target="../media/image5410.png"/><Relationship Id="rId114" Type="http://schemas.openxmlformats.org/officeDocument/2006/relationships/customXml" Target="../ink/ink287.xml"/><Relationship Id="rId119" Type="http://schemas.openxmlformats.org/officeDocument/2006/relationships/image" Target="../media/image5750.png"/><Relationship Id="rId44" Type="http://schemas.openxmlformats.org/officeDocument/2006/relationships/customXml" Target="../ink/ink252.xml"/><Relationship Id="rId60" Type="http://schemas.openxmlformats.org/officeDocument/2006/relationships/customXml" Target="../ink/ink260.xml"/><Relationship Id="rId65" Type="http://schemas.openxmlformats.org/officeDocument/2006/relationships/image" Target="../media/image5490.png"/><Relationship Id="rId81" Type="http://schemas.openxmlformats.org/officeDocument/2006/relationships/image" Target="../media/image5570.png"/><Relationship Id="rId86" Type="http://schemas.openxmlformats.org/officeDocument/2006/relationships/customXml" Target="../ink/ink273.xml"/><Relationship Id="rId130" Type="http://schemas.openxmlformats.org/officeDocument/2006/relationships/customXml" Target="../ink/ink295.xml"/><Relationship Id="rId135" Type="http://schemas.openxmlformats.org/officeDocument/2006/relationships/image" Target="../media/image5830.png"/><Relationship Id="rId13" Type="http://schemas.openxmlformats.org/officeDocument/2006/relationships/image" Target="../media/image5230.png"/><Relationship Id="rId18" Type="http://schemas.openxmlformats.org/officeDocument/2006/relationships/customXml" Target="../ink/ink239.xml"/><Relationship Id="rId39" Type="http://schemas.openxmlformats.org/officeDocument/2006/relationships/image" Target="../media/image5360.png"/><Relationship Id="rId109" Type="http://schemas.openxmlformats.org/officeDocument/2006/relationships/image" Target="../media/image5710.png"/><Relationship Id="rId34" Type="http://schemas.openxmlformats.org/officeDocument/2006/relationships/customXml" Target="../ink/ink247.xml"/><Relationship Id="rId50" Type="http://schemas.openxmlformats.org/officeDocument/2006/relationships/customXml" Target="../ink/ink255.xml"/><Relationship Id="rId55" Type="http://schemas.openxmlformats.org/officeDocument/2006/relationships/image" Target="../media/image5440.png"/><Relationship Id="rId76" Type="http://schemas.openxmlformats.org/officeDocument/2006/relationships/customXml" Target="../ink/ink268.xml"/><Relationship Id="rId97" Type="http://schemas.openxmlformats.org/officeDocument/2006/relationships/image" Target="../media/image5650.png"/><Relationship Id="rId104" Type="http://schemas.openxmlformats.org/officeDocument/2006/relationships/customXml" Target="../ink/ink282.xml"/><Relationship Id="rId120" Type="http://schemas.openxmlformats.org/officeDocument/2006/relationships/customXml" Target="../ink/ink290.xml"/><Relationship Id="rId125" Type="http://schemas.openxmlformats.org/officeDocument/2006/relationships/image" Target="../media/image5780.png"/><Relationship Id="rId141" Type="http://schemas.openxmlformats.org/officeDocument/2006/relationships/image" Target="../media/image5860.png"/><Relationship Id="rId7" Type="http://schemas.openxmlformats.org/officeDocument/2006/relationships/image" Target="../media/image5200.png"/><Relationship Id="rId71" Type="http://schemas.openxmlformats.org/officeDocument/2006/relationships/image" Target="../media/image5520.png"/><Relationship Id="rId92" Type="http://schemas.openxmlformats.org/officeDocument/2006/relationships/customXml" Target="../ink/ink276.xml"/><Relationship Id="rId2" Type="http://schemas.openxmlformats.org/officeDocument/2006/relationships/notesSlide" Target="../notesSlides/notesSlide29.xml"/><Relationship Id="rId29" Type="http://schemas.openxmlformats.org/officeDocument/2006/relationships/image" Target="../media/image5310.png"/><Relationship Id="rId24" Type="http://schemas.openxmlformats.org/officeDocument/2006/relationships/customXml" Target="../ink/ink242.xml"/><Relationship Id="rId40" Type="http://schemas.openxmlformats.org/officeDocument/2006/relationships/customXml" Target="../ink/ink250.xml"/><Relationship Id="rId45" Type="http://schemas.openxmlformats.org/officeDocument/2006/relationships/image" Target="../media/image5390.png"/><Relationship Id="rId66" Type="http://schemas.openxmlformats.org/officeDocument/2006/relationships/customXml" Target="../ink/ink263.xml"/><Relationship Id="rId87" Type="http://schemas.openxmlformats.org/officeDocument/2006/relationships/image" Target="../media/image5600.png"/><Relationship Id="rId110" Type="http://schemas.openxmlformats.org/officeDocument/2006/relationships/customXml" Target="../ink/ink285.xml"/><Relationship Id="rId115" Type="http://schemas.openxmlformats.org/officeDocument/2006/relationships/image" Target="../media/image5730.png"/><Relationship Id="rId131" Type="http://schemas.openxmlformats.org/officeDocument/2006/relationships/image" Target="../media/image5810.png"/><Relationship Id="rId136" Type="http://schemas.openxmlformats.org/officeDocument/2006/relationships/customXml" Target="../ink/ink298.xml"/><Relationship Id="rId61" Type="http://schemas.openxmlformats.org/officeDocument/2006/relationships/image" Target="../media/image5470.png"/><Relationship Id="rId82" Type="http://schemas.openxmlformats.org/officeDocument/2006/relationships/customXml" Target="../ink/ink271.xml"/><Relationship Id="rId19" Type="http://schemas.openxmlformats.org/officeDocument/2006/relationships/image" Target="../media/image5260.png"/><Relationship Id="rId14" Type="http://schemas.openxmlformats.org/officeDocument/2006/relationships/customXml" Target="../ink/ink237.xml"/><Relationship Id="rId30" Type="http://schemas.openxmlformats.org/officeDocument/2006/relationships/customXml" Target="../ink/ink245.xml"/><Relationship Id="rId35" Type="http://schemas.openxmlformats.org/officeDocument/2006/relationships/image" Target="../media/image5340.png"/><Relationship Id="rId56" Type="http://schemas.openxmlformats.org/officeDocument/2006/relationships/customXml" Target="../ink/ink258.xml"/><Relationship Id="rId77" Type="http://schemas.openxmlformats.org/officeDocument/2006/relationships/image" Target="../media/image5550.png"/><Relationship Id="rId100" Type="http://schemas.openxmlformats.org/officeDocument/2006/relationships/customXml" Target="../ink/ink280.xml"/><Relationship Id="rId105" Type="http://schemas.openxmlformats.org/officeDocument/2006/relationships/image" Target="../media/image5690.png"/><Relationship Id="rId126" Type="http://schemas.openxmlformats.org/officeDocument/2006/relationships/customXml" Target="../ink/ink293.xml"/><Relationship Id="rId8" Type="http://schemas.openxmlformats.org/officeDocument/2006/relationships/customXml" Target="../ink/ink234.xml"/><Relationship Id="rId51" Type="http://schemas.openxmlformats.org/officeDocument/2006/relationships/image" Target="../media/image5420.png"/><Relationship Id="rId72" Type="http://schemas.openxmlformats.org/officeDocument/2006/relationships/customXml" Target="../ink/ink266.xml"/><Relationship Id="rId93" Type="http://schemas.openxmlformats.org/officeDocument/2006/relationships/image" Target="../media/image5630.png"/><Relationship Id="rId98" Type="http://schemas.openxmlformats.org/officeDocument/2006/relationships/customXml" Target="../ink/ink279.xml"/><Relationship Id="rId121" Type="http://schemas.openxmlformats.org/officeDocument/2006/relationships/image" Target="../media/image5760.png"/><Relationship Id="rId142" Type="http://schemas.openxmlformats.org/officeDocument/2006/relationships/customXml" Target="../ink/ink301.xml"/><Relationship Id="rId3" Type="http://schemas.openxmlformats.org/officeDocument/2006/relationships/image" Target="../media/image988.png"/><Relationship Id="rId25" Type="http://schemas.openxmlformats.org/officeDocument/2006/relationships/image" Target="../media/image5290.png"/><Relationship Id="rId46" Type="http://schemas.openxmlformats.org/officeDocument/2006/relationships/customXml" Target="../ink/ink253.xml"/><Relationship Id="rId67" Type="http://schemas.openxmlformats.org/officeDocument/2006/relationships/image" Target="../media/image5500.png"/><Relationship Id="rId116" Type="http://schemas.openxmlformats.org/officeDocument/2006/relationships/customXml" Target="../ink/ink288.xml"/><Relationship Id="rId137" Type="http://schemas.openxmlformats.org/officeDocument/2006/relationships/image" Target="../media/image5840.png"/><Relationship Id="rId20" Type="http://schemas.openxmlformats.org/officeDocument/2006/relationships/customXml" Target="../ink/ink240.xml"/><Relationship Id="rId41" Type="http://schemas.openxmlformats.org/officeDocument/2006/relationships/image" Target="../media/image5370.png"/><Relationship Id="rId62" Type="http://schemas.openxmlformats.org/officeDocument/2006/relationships/customXml" Target="../ink/ink261.xml"/><Relationship Id="rId83" Type="http://schemas.openxmlformats.org/officeDocument/2006/relationships/image" Target="../media/image5580.png"/><Relationship Id="rId88" Type="http://schemas.openxmlformats.org/officeDocument/2006/relationships/customXml" Target="../ink/ink274.xml"/><Relationship Id="rId111" Type="http://schemas.openxmlformats.org/officeDocument/2006/relationships/image" Target="../media/image5720.png"/><Relationship Id="rId132" Type="http://schemas.openxmlformats.org/officeDocument/2006/relationships/customXml" Target="../ink/ink296.xml"/><Relationship Id="rId15" Type="http://schemas.openxmlformats.org/officeDocument/2006/relationships/image" Target="../media/image5240.png"/><Relationship Id="rId36" Type="http://schemas.openxmlformats.org/officeDocument/2006/relationships/customXml" Target="../ink/ink248.xml"/><Relationship Id="rId57" Type="http://schemas.openxmlformats.org/officeDocument/2006/relationships/image" Target="../media/image5450.png"/><Relationship Id="rId106" Type="http://schemas.openxmlformats.org/officeDocument/2006/relationships/customXml" Target="../ink/ink283.xml"/><Relationship Id="rId127" Type="http://schemas.openxmlformats.org/officeDocument/2006/relationships/image" Target="../media/image5790.png"/><Relationship Id="rId10" Type="http://schemas.openxmlformats.org/officeDocument/2006/relationships/customXml" Target="../ink/ink235.xml"/><Relationship Id="rId31" Type="http://schemas.openxmlformats.org/officeDocument/2006/relationships/image" Target="../media/image5320.png"/><Relationship Id="rId52" Type="http://schemas.openxmlformats.org/officeDocument/2006/relationships/customXml" Target="../ink/ink256.xml"/><Relationship Id="rId73" Type="http://schemas.openxmlformats.org/officeDocument/2006/relationships/image" Target="../media/image5530.png"/><Relationship Id="rId78" Type="http://schemas.openxmlformats.org/officeDocument/2006/relationships/customXml" Target="../ink/ink269.xml"/><Relationship Id="rId94" Type="http://schemas.openxmlformats.org/officeDocument/2006/relationships/customXml" Target="../ink/ink277.xml"/><Relationship Id="rId99" Type="http://schemas.openxmlformats.org/officeDocument/2006/relationships/image" Target="../media/image5660.png"/><Relationship Id="rId101" Type="http://schemas.openxmlformats.org/officeDocument/2006/relationships/image" Target="../media/image5670.png"/><Relationship Id="rId122" Type="http://schemas.openxmlformats.org/officeDocument/2006/relationships/customXml" Target="../ink/ink291.xml"/><Relationship Id="rId143" Type="http://schemas.openxmlformats.org/officeDocument/2006/relationships/image" Target="../media/image5870.png"/><Relationship Id="rId4" Type="http://schemas.openxmlformats.org/officeDocument/2006/relationships/image" Target="../media/image160.png"/><Relationship Id="rId9" Type="http://schemas.openxmlformats.org/officeDocument/2006/relationships/image" Target="../media/image5210.png"/><Relationship Id="rId26" Type="http://schemas.openxmlformats.org/officeDocument/2006/relationships/customXml" Target="../ink/ink243.xml"/><Relationship Id="rId47" Type="http://schemas.openxmlformats.org/officeDocument/2006/relationships/image" Target="../media/image54000.png"/><Relationship Id="rId68" Type="http://schemas.openxmlformats.org/officeDocument/2006/relationships/customXml" Target="../ink/ink264.xml"/><Relationship Id="rId89" Type="http://schemas.openxmlformats.org/officeDocument/2006/relationships/image" Target="../media/image5610.png"/><Relationship Id="rId112" Type="http://schemas.openxmlformats.org/officeDocument/2006/relationships/customXml" Target="../ink/ink286.xml"/><Relationship Id="rId133" Type="http://schemas.openxmlformats.org/officeDocument/2006/relationships/image" Target="../media/image5820.png"/><Relationship Id="rId16" Type="http://schemas.openxmlformats.org/officeDocument/2006/relationships/customXml" Target="../ink/ink238.xml"/><Relationship Id="rId37" Type="http://schemas.openxmlformats.org/officeDocument/2006/relationships/image" Target="../media/image5350.png"/><Relationship Id="rId58" Type="http://schemas.openxmlformats.org/officeDocument/2006/relationships/customXml" Target="../ink/ink259.xml"/><Relationship Id="rId79" Type="http://schemas.openxmlformats.org/officeDocument/2006/relationships/image" Target="../media/image5560.png"/><Relationship Id="rId102" Type="http://schemas.openxmlformats.org/officeDocument/2006/relationships/customXml" Target="../ink/ink281.xml"/><Relationship Id="rId123" Type="http://schemas.openxmlformats.org/officeDocument/2006/relationships/image" Target="../media/image5770.png"/><Relationship Id="rId144" Type="http://schemas.openxmlformats.org/officeDocument/2006/relationships/customXml" Target="../ink/ink302.xml"/></Relationships>
</file>

<file path=ppt/slides/_rels/slide57.xml.rels><?xml version="1.0" encoding="UTF-8" standalone="yes"?>
<Relationships xmlns="http://schemas.openxmlformats.org/package/2006/relationships"><Relationship Id="rId2" Type="http://schemas.openxmlformats.org/officeDocument/2006/relationships/image" Target="../media/image162.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17" Type="http://schemas.openxmlformats.org/officeDocument/2006/relationships/image" Target="../media/image7013.png"/><Relationship Id="rId21" Type="http://schemas.openxmlformats.org/officeDocument/2006/relationships/customXml" Target="../ink/ink312.xml"/><Relationship Id="rId324" Type="http://schemas.openxmlformats.org/officeDocument/2006/relationships/customXml" Target="../ink/ink450.xml"/><Relationship Id="rId531" Type="http://schemas.openxmlformats.org/officeDocument/2006/relationships/customXml" Target="../ink/ink552.xml"/><Relationship Id="rId629" Type="http://schemas.openxmlformats.org/officeDocument/2006/relationships/image" Target="../media/image322.png"/><Relationship Id="rId170" Type="http://schemas.openxmlformats.org/officeDocument/2006/relationships/customXml" Target="../ink/ink383.xml"/><Relationship Id="rId475" Type="http://schemas.openxmlformats.org/officeDocument/2006/relationships/customXml" Target="../ink/ink524.xml"/><Relationship Id="rId32" Type="http://schemas.openxmlformats.org/officeDocument/2006/relationships/image" Target="../media/image2855.png"/><Relationship Id="rId128" Type="http://schemas.openxmlformats.org/officeDocument/2006/relationships/customXml" Target="../ink/ink366.xml"/><Relationship Id="rId335" Type="http://schemas.openxmlformats.org/officeDocument/2006/relationships/image" Target="../media/image17810.png"/><Relationship Id="rId542" Type="http://schemas.openxmlformats.org/officeDocument/2006/relationships/image" Target="../media/image281.png"/><Relationship Id="rId181" Type="http://schemas.openxmlformats.org/officeDocument/2006/relationships/image" Target="../media/image10211.png"/><Relationship Id="rId402" Type="http://schemas.openxmlformats.org/officeDocument/2006/relationships/customXml" Target="../ink/ink487.xml"/><Relationship Id="rId279" Type="http://schemas.openxmlformats.org/officeDocument/2006/relationships/image" Target="../media/image15011.png"/><Relationship Id="rId486" Type="http://schemas.openxmlformats.org/officeDocument/2006/relationships/image" Target="../media/image253.png"/><Relationship Id="rId43" Type="http://schemas.openxmlformats.org/officeDocument/2006/relationships/customXml" Target="../ink/ink323.xml"/><Relationship Id="rId139" Type="http://schemas.openxmlformats.org/officeDocument/2006/relationships/image" Target="../media/image8114.png"/><Relationship Id="rId346" Type="http://schemas.openxmlformats.org/officeDocument/2006/relationships/customXml" Target="../ink/ink461.xml"/><Relationship Id="rId553" Type="http://schemas.openxmlformats.org/officeDocument/2006/relationships/customXml" Target="../ink/ink563.xml"/><Relationship Id="rId192" Type="http://schemas.openxmlformats.org/officeDocument/2006/relationships/customXml" Target="../ink/ink394.xml"/><Relationship Id="rId413" Type="http://schemas.openxmlformats.org/officeDocument/2006/relationships/image" Target="../media/image217.png"/><Relationship Id="rId497" Type="http://schemas.openxmlformats.org/officeDocument/2006/relationships/customXml" Target="../ink/ink535.xml"/><Relationship Id="rId620" Type="http://schemas.openxmlformats.org/officeDocument/2006/relationships/customXml" Target="../ink/ink596.xml"/><Relationship Id="rId357" Type="http://schemas.openxmlformats.org/officeDocument/2006/relationships/image" Target="../media/image1891.png"/><Relationship Id="rId54" Type="http://schemas.openxmlformats.org/officeDocument/2006/relationships/image" Target="../media/image3912.png"/><Relationship Id="rId217" Type="http://schemas.openxmlformats.org/officeDocument/2006/relationships/customXml" Target="../ink/ink400.xml"/><Relationship Id="rId564" Type="http://schemas.openxmlformats.org/officeDocument/2006/relationships/image" Target="../media/image290.png"/><Relationship Id="rId424" Type="http://schemas.openxmlformats.org/officeDocument/2006/relationships/customXml" Target="../ink/ink498.xml"/><Relationship Id="rId631" Type="http://schemas.openxmlformats.org/officeDocument/2006/relationships/image" Target="../media/image323.png"/><Relationship Id="rId65" Type="http://schemas.openxmlformats.org/officeDocument/2006/relationships/customXml" Target="../ink/ink334.xml"/><Relationship Id="rId130" Type="http://schemas.openxmlformats.org/officeDocument/2006/relationships/customXml" Target="../ink/ink367.xml"/><Relationship Id="rId368" Type="http://schemas.openxmlformats.org/officeDocument/2006/relationships/customXml" Target="../ink/ink472.xml"/><Relationship Id="rId575" Type="http://schemas.openxmlformats.org/officeDocument/2006/relationships/image" Target="../media/image295.png"/><Relationship Id="rId228" Type="http://schemas.openxmlformats.org/officeDocument/2006/relationships/image" Target="../media/image12512.png"/><Relationship Id="rId435" Type="http://schemas.openxmlformats.org/officeDocument/2006/relationships/image" Target="../media/image2281.png"/><Relationship Id="rId642" Type="http://schemas.openxmlformats.org/officeDocument/2006/relationships/customXml" Target="../ink/ink607.xml"/><Relationship Id="rId281" Type="http://schemas.openxmlformats.org/officeDocument/2006/relationships/image" Target="../media/image15111.png"/><Relationship Id="rId502" Type="http://schemas.openxmlformats.org/officeDocument/2006/relationships/image" Target="../media/image261.png"/><Relationship Id="rId76" Type="http://schemas.openxmlformats.org/officeDocument/2006/relationships/image" Target="../media/image5013.png"/><Relationship Id="rId141" Type="http://schemas.openxmlformats.org/officeDocument/2006/relationships/image" Target="../media/image8214.png"/><Relationship Id="rId379" Type="http://schemas.openxmlformats.org/officeDocument/2006/relationships/image" Target="../media/image2001.png"/><Relationship Id="rId586" Type="http://schemas.openxmlformats.org/officeDocument/2006/relationships/customXml" Target="../ink/ink579.xml"/><Relationship Id="rId7" Type="http://schemas.openxmlformats.org/officeDocument/2006/relationships/customXml" Target="../ink/ink305.xml"/><Relationship Id="rId239" Type="http://schemas.openxmlformats.org/officeDocument/2006/relationships/customXml" Target="../ink/ink411.xml"/><Relationship Id="rId446" Type="http://schemas.openxmlformats.org/officeDocument/2006/relationships/customXml" Target="../ink/ink509.xml"/><Relationship Id="rId653" Type="http://schemas.openxmlformats.org/officeDocument/2006/relationships/image" Target="../media/image334.png"/><Relationship Id="rId292" Type="http://schemas.openxmlformats.org/officeDocument/2006/relationships/customXml" Target="../ink/ink434.xml"/><Relationship Id="rId306" Type="http://schemas.openxmlformats.org/officeDocument/2006/relationships/customXml" Target="../ink/ink441.xml"/><Relationship Id="rId87" Type="http://schemas.openxmlformats.org/officeDocument/2006/relationships/customXml" Target="../ink/ink345.xml"/><Relationship Id="rId513" Type="http://schemas.openxmlformats.org/officeDocument/2006/relationships/customXml" Target="../ink/ink543.xml"/><Relationship Id="rId597" Type="http://schemas.openxmlformats.org/officeDocument/2006/relationships/image" Target="../media/image306.png"/><Relationship Id="rId152" Type="http://schemas.openxmlformats.org/officeDocument/2006/relationships/customXml" Target="../ink/ink378.xml"/><Relationship Id="rId457" Type="http://schemas.openxmlformats.org/officeDocument/2006/relationships/customXml" Target="../ink/ink515.xml"/><Relationship Id="rId14" Type="http://schemas.openxmlformats.org/officeDocument/2006/relationships/image" Target="../media/image19102.png"/><Relationship Id="rId317" Type="http://schemas.openxmlformats.org/officeDocument/2006/relationships/image" Target="../media/image16910.png"/><Relationship Id="rId524" Type="http://schemas.openxmlformats.org/officeDocument/2006/relationships/image" Target="../media/image272.png"/><Relationship Id="rId98" Type="http://schemas.openxmlformats.org/officeDocument/2006/relationships/image" Target="../media/image6112.png"/><Relationship Id="rId163" Type="http://schemas.openxmlformats.org/officeDocument/2006/relationships/image" Target="../media/image9312.png"/><Relationship Id="rId370" Type="http://schemas.openxmlformats.org/officeDocument/2006/relationships/customXml" Target="../ink/ink473.xml"/><Relationship Id="rId230" Type="http://schemas.openxmlformats.org/officeDocument/2006/relationships/image" Target="../media/image12612.png"/><Relationship Id="rId468" Type="http://schemas.openxmlformats.org/officeDocument/2006/relationships/image" Target="../media/image244.png"/><Relationship Id="rId25" Type="http://schemas.openxmlformats.org/officeDocument/2006/relationships/customXml" Target="../ink/ink314.xml"/><Relationship Id="rId328" Type="http://schemas.openxmlformats.org/officeDocument/2006/relationships/customXml" Target="../ink/ink452.xml"/><Relationship Id="rId535" Type="http://schemas.openxmlformats.org/officeDocument/2006/relationships/customXml" Target="../ink/ink554.xml"/><Relationship Id="rId174" Type="http://schemas.openxmlformats.org/officeDocument/2006/relationships/customXml" Target="../ink/ink385.xml"/><Relationship Id="rId381" Type="http://schemas.openxmlformats.org/officeDocument/2006/relationships/image" Target="../media/image2014.png"/><Relationship Id="rId602" Type="http://schemas.openxmlformats.org/officeDocument/2006/relationships/customXml" Target="../ink/ink587.xml"/><Relationship Id="rId241" Type="http://schemas.openxmlformats.org/officeDocument/2006/relationships/customXml" Target="../ink/ink412.xml"/><Relationship Id="rId479" Type="http://schemas.openxmlformats.org/officeDocument/2006/relationships/customXml" Target="../ink/ink526.xml"/><Relationship Id="rId36" Type="http://schemas.openxmlformats.org/officeDocument/2006/relationships/image" Target="../media/image3014.png"/><Relationship Id="rId283" Type="http://schemas.openxmlformats.org/officeDocument/2006/relationships/image" Target="../media/image15211.png"/><Relationship Id="rId339" Type="http://schemas.openxmlformats.org/officeDocument/2006/relationships/image" Target="../media/image1805.png"/><Relationship Id="rId490" Type="http://schemas.openxmlformats.org/officeDocument/2006/relationships/image" Target="../media/image255.png"/><Relationship Id="rId504" Type="http://schemas.openxmlformats.org/officeDocument/2006/relationships/image" Target="../media/image262.png"/><Relationship Id="rId546" Type="http://schemas.openxmlformats.org/officeDocument/2006/relationships/image" Target="../media/image283.png"/><Relationship Id="rId78" Type="http://schemas.openxmlformats.org/officeDocument/2006/relationships/image" Target="../media/image5112.png"/><Relationship Id="rId101" Type="http://schemas.openxmlformats.org/officeDocument/2006/relationships/customXml" Target="../ink/ink352.xml"/><Relationship Id="rId143" Type="http://schemas.openxmlformats.org/officeDocument/2006/relationships/image" Target="../media/image8313.png"/><Relationship Id="rId185" Type="http://schemas.openxmlformats.org/officeDocument/2006/relationships/image" Target="../media/image10412.png"/><Relationship Id="rId350" Type="http://schemas.openxmlformats.org/officeDocument/2006/relationships/customXml" Target="../ink/ink463.xml"/><Relationship Id="rId406" Type="http://schemas.openxmlformats.org/officeDocument/2006/relationships/customXml" Target="../ink/ink489.xml"/><Relationship Id="rId588" Type="http://schemas.openxmlformats.org/officeDocument/2006/relationships/customXml" Target="../ink/ink580.xml"/><Relationship Id="rId9" Type="http://schemas.openxmlformats.org/officeDocument/2006/relationships/customXml" Target="../ink/ink306.xml"/><Relationship Id="rId210" Type="http://schemas.openxmlformats.org/officeDocument/2006/relationships/customXml" Target="../ink/ink396.xml"/><Relationship Id="rId392" Type="http://schemas.openxmlformats.org/officeDocument/2006/relationships/customXml" Target="../ink/ink484.xml"/><Relationship Id="rId448" Type="http://schemas.openxmlformats.org/officeDocument/2006/relationships/image" Target="../media/image234.png"/><Relationship Id="rId613" Type="http://schemas.openxmlformats.org/officeDocument/2006/relationships/image" Target="../media/image314.png"/><Relationship Id="rId655" Type="http://schemas.openxmlformats.org/officeDocument/2006/relationships/image" Target="../media/image335.png"/><Relationship Id="rId294" Type="http://schemas.openxmlformats.org/officeDocument/2006/relationships/customXml" Target="../ink/ink435.xml"/><Relationship Id="rId308" Type="http://schemas.openxmlformats.org/officeDocument/2006/relationships/customXml" Target="../ink/ink442.xml"/><Relationship Id="rId515" Type="http://schemas.openxmlformats.org/officeDocument/2006/relationships/customXml" Target="../ink/ink544.xml"/><Relationship Id="rId47" Type="http://schemas.openxmlformats.org/officeDocument/2006/relationships/customXml" Target="../ink/ink325.xml"/><Relationship Id="rId89" Type="http://schemas.openxmlformats.org/officeDocument/2006/relationships/customXml" Target="../ink/ink346.xml"/><Relationship Id="rId112" Type="http://schemas.openxmlformats.org/officeDocument/2006/relationships/customXml" Target="../ink/ink358.xml"/><Relationship Id="rId361" Type="http://schemas.openxmlformats.org/officeDocument/2006/relationships/image" Target="../media/image1913.png"/><Relationship Id="rId557" Type="http://schemas.openxmlformats.org/officeDocument/2006/relationships/customXml" Target="../ink/ink565.xml"/><Relationship Id="rId599" Type="http://schemas.openxmlformats.org/officeDocument/2006/relationships/image" Target="../media/image307.png"/><Relationship Id="rId417" Type="http://schemas.openxmlformats.org/officeDocument/2006/relationships/image" Target="../media/image219.png"/><Relationship Id="rId459" Type="http://schemas.openxmlformats.org/officeDocument/2006/relationships/customXml" Target="../ink/ink516.xml"/><Relationship Id="rId624" Type="http://schemas.openxmlformats.org/officeDocument/2006/relationships/customXml" Target="../ink/ink598.xml"/><Relationship Id="rId16" Type="http://schemas.openxmlformats.org/officeDocument/2006/relationships/image" Target="../media/image20102.png"/><Relationship Id="rId221" Type="http://schemas.openxmlformats.org/officeDocument/2006/relationships/customXml" Target="../ink/ink402.xml"/><Relationship Id="rId263" Type="http://schemas.openxmlformats.org/officeDocument/2006/relationships/image" Target="../media/image14211.png"/><Relationship Id="rId319" Type="http://schemas.openxmlformats.org/officeDocument/2006/relationships/image" Target="../media/image17010.png"/><Relationship Id="rId470" Type="http://schemas.openxmlformats.org/officeDocument/2006/relationships/image" Target="../media/image245.png"/><Relationship Id="rId526" Type="http://schemas.openxmlformats.org/officeDocument/2006/relationships/image" Target="../media/image273.png"/><Relationship Id="rId58" Type="http://schemas.openxmlformats.org/officeDocument/2006/relationships/image" Target="../media/image4112.png"/><Relationship Id="rId123" Type="http://schemas.openxmlformats.org/officeDocument/2006/relationships/image" Target="../media/image7314.png"/><Relationship Id="rId330" Type="http://schemas.openxmlformats.org/officeDocument/2006/relationships/customXml" Target="../ink/ink453.xml"/><Relationship Id="rId568" Type="http://schemas.openxmlformats.org/officeDocument/2006/relationships/image" Target="../media/image292.png"/><Relationship Id="rId165" Type="http://schemas.openxmlformats.org/officeDocument/2006/relationships/image" Target="../media/image9412.png"/><Relationship Id="rId372" Type="http://schemas.openxmlformats.org/officeDocument/2006/relationships/customXml" Target="../ink/ink474.xml"/><Relationship Id="rId428" Type="http://schemas.openxmlformats.org/officeDocument/2006/relationships/customXml" Target="../ink/ink500.xml"/><Relationship Id="rId635" Type="http://schemas.openxmlformats.org/officeDocument/2006/relationships/image" Target="../media/image325.png"/><Relationship Id="rId232" Type="http://schemas.openxmlformats.org/officeDocument/2006/relationships/image" Target="../media/image12712.png"/><Relationship Id="rId274" Type="http://schemas.openxmlformats.org/officeDocument/2006/relationships/customXml" Target="../ink/ink425.xml"/><Relationship Id="rId481" Type="http://schemas.openxmlformats.org/officeDocument/2006/relationships/customXml" Target="../ink/ink527.xml"/><Relationship Id="rId27" Type="http://schemas.openxmlformats.org/officeDocument/2006/relationships/customXml" Target="../ink/ink315.xml"/><Relationship Id="rId69" Type="http://schemas.openxmlformats.org/officeDocument/2006/relationships/customXml" Target="../ink/ink336.xml"/><Relationship Id="rId134" Type="http://schemas.openxmlformats.org/officeDocument/2006/relationships/customXml" Target="../ink/ink369.xml"/><Relationship Id="rId537" Type="http://schemas.openxmlformats.org/officeDocument/2006/relationships/customXml" Target="../ink/ink555.xml"/><Relationship Id="rId579" Type="http://schemas.openxmlformats.org/officeDocument/2006/relationships/image" Target="../media/image297.png"/><Relationship Id="rId80" Type="http://schemas.openxmlformats.org/officeDocument/2006/relationships/image" Target="../media/image529.png"/><Relationship Id="rId176" Type="http://schemas.openxmlformats.org/officeDocument/2006/relationships/customXml" Target="../ink/ink386.xml"/><Relationship Id="rId341" Type="http://schemas.openxmlformats.org/officeDocument/2006/relationships/image" Target="../media/image1814.png"/><Relationship Id="rId383" Type="http://schemas.openxmlformats.org/officeDocument/2006/relationships/image" Target="../media/image2021.png"/><Relationship Id="rId439" Type="http://schemas.openxmlformats.org/officeDocument/2006/relationships/image" Target="../media/image230.png"/><Relationship Id="rId590" Type="http://schemas.openxmlformats.org/officeDocument/2006/relationships/customXml" Target="../ink/ink581.xml"/><Relationship Id="rId604" Type="http://schemas.openxmlformats.org/officeDocument/2006/relationships/customXml" Target="../ink/ink588.xml"/><Relationship Id="rId646" Type="http://schemas.openxmlformats.org/officeDocument/2006/relationships/customXml" Target="../ink/ink609.xml"/><Relationship Id="rId243" Type="http://schemas.openxmlformats.org/officeDocument/2006/relationships/image" Target="../media/image13213.png"/><Relationship Id="rId285" Type="http://schemas.openxmlformats.org/officeDocument/2006/relationships/image" Target="../media/image15311.png"/><Relationship Id="rId450" Type="http://schemas.openxmlformats.org/officeDocument/2006/relationships/image" Target="../media/image235.png"/><Relationship Id="rId506" Type="http://schemas.openxmlformats.org/officeDocument/2006/relationships/image" Target="../media/image263.png"/><Relationship Id="rId38" Type="http://schemas.openxmlformats.org/officeDocument/2006/relationships/image" Target="../media/image3114.png"/><Relationship Id="rId103" Type="http://schemas.openxmlformats.org/officeDocument/2006/relationships/customXml" Target="../ink/ink353.xml"/><Relationship Id="rId310" Type="http://schemas.openxmlformats.org/officeDocument/2006/relationships/customXml" Target="../ink/ink443.xml"/><Relationship Id="rId492" Type="http://schemas.openxmlformats.org/officeDocument/2006/relationships/image" Target="../media/image256.png"/><Relationship Id="rId548" Type="http://schemas.openxmlformats.org/officeDocument/2006/relationships/image" Target="../media/image284.png"/><Relationship Id="rId91" Type="http://schemas.openxmlformats.org/officeDocument/2006/relationships/customXml" Target="../ink/ink347.xml"/><Relationship Id="rId145" Type="http://schemas.openxmlformats.org/officeDocument/2006/relationships/image" Target="../media/image8413.png"/><Relationship Id="rId187" Type="http://schemas.openxmlformats.org/officeDocument/2006/relationships/image" Target="../media/image10513.png"/><Relationship Id="rId352" Type="http://schemas.openxmlformats.org/officeDocument/2006/relationships/customXml" Target="../ink/ink464.xml"/><Relationship Id="rId394" Type="http://schemas.openxmlformats.org/officeDocument/2006/relationships/customXml" Target="../ink/ink485.xml"/><Relationship Id="rId408" Type="http://schemas.openxmlformats.org/officeDocument/2006/relationships/customXml" Target="../ink/ink490.xml"/><Relationship Id="rId615" Type="http://schemas.openxmlformats.org/officeDocument/2006/relationships/image" Target="../media/image315.png"/><Relationship Id="rId212" Type="http://schemas.openxmlformats.org/officeDocument/2006/relationships/customXml" Target="../ink/ink397.xml"/><Relationship Id="rId254" Type="http://schemas.openxmlformats.org/officeDocument/2006/relationships/customXml" Target="../ink/ink417.xml"/><Relationship Id="rId657" Type="http://schemas.openxmlformats.org/officeDocument/2006/relationships/image" Target="../media/image336.png"/><Relationship Id="rId49" Type="http://schemas.openxmlformats.org/officeDocument/2006/relationships/customXml" Target="../ink/ink326.xml"/><Relationship Id="rId114" Type="http://schemas.openxmlformats.org/officeDocument/2006/relationships/customXml" Target="../ink/ink359.xml"/><Relationship Id="rId296" Type="http://schemas.openxmlformats.org/officeDocument/2006/relationships/customXml" Target="../ink/ink436.xml"/><Relationship Id="rId461" Type="http://schemas.openxmlformats.org/officeDocument/2006/relationships/customXml" Target="../ink/ink517.xml"/><Relationship Id="rId517" Type="http://schemas.openxmlformats.org/officeDocument/2006/relationships/customXml" Target="../ink/ink545.xml"/><Relationship Id="rId559" Type="http://schemas.openxmlformats.org/officeDocument/2006/relationships/customXml" Target="../ink/ink566.xml"/><Relationship Id="rId60" Type="http://schemas.openxmlformats.org/officeDocument/2006/relationships/image" Target="../media/image4213.png"/><Relationship Id="rId321" Type="http://schemas.openxmlformats.org/officeDocument/2006/relationships/image" Target="../media/image17110.png"/><Relationship Id="rId363" Type="http://schemas.openxmlformats.org/officeDocument/2006/relationships/image" Target="../media/image1921.png"/><Relationship Id="rId419" Type="http://schemas.openxmlformats.org/officeDocument/2006/relationships/image" Target="../media/image220.png"/><Relationship Id="rId626" Type="http://schemas.openxmlformats.org/officeDocument/2006/relationships/customXml" Target="../ink/ink599.xml"/><Relationship Id="rId223" Type="http://schemas.openxmlformats.org/officeDocument/2006/relationships/customXml" Target="../ink/ink403.xml"/><Relationship Id="rId430" Type="http://schemas.openxmlformats.org/officeDocument/2006/relationships/customXml" Target="../ink/ink501.xml"/><Relationship Id="rId18" Type="http://schemas.openxmlformats.org/officeDocument/2006/relationships/image" Target="../media/image2113.png"/><Relationship Id="rId265" Type="http://schemas.openxmlformats.org/officeDocument/2006/relationships/image" Target="../media/image14311.png"/><Relationship Id="rId472" Type="http://schemas.openxmlformats.org/officeDocument/2006/relationships/image" Target="../media/image246.png"/><Relationship Id="rId528" Type="http://schemas.openxmlformats.org/officeDocument/2006/relationships/image" Target="../media/image274.png"/><Relationship Id="rId125" Type="http://schemas.openxmlformats.org/officeDocument/2006/relationships/image" Target="../media/image7413.png"/><Relationship Id="rId167" Type="http://schemas.openxmlformats.org/officeDocument/2006/relationships/image" Target="../media/image9512.png"/><Relationship Id="rId332" Type="http://schemas.openxmlformats.org/officeDocument/2006/relationships/customXml" Target="../ink/ink454.xml"/><Relationship Id="rId374" Type="http://schemas.openxmlformats.org/officeDocument/2006/relationships/customXml" Target="../ink/ink475.xml"/><Relationship Id="rId581" Type="http://schemas.openxmlformats.org/officeDocument/2006/relationships/image" Target="../media/image298.png"/><Relationship Id="rId71" Type="http://schemas.openxmlformats.org/officeDocument/2006/relationships/customXml" Target="../ink/ink337.xml"/><Relationship Id="rId234" Type="http://schemas.openxmlformats.org/officeDocument/2006/relationships/image" Target="../media/image12812.png"/><Relationship Id="rId637" Type="http://schemas.openxmlformats.org/officeDocument/2006/relationships/image" Target="../media/image326.png"/><Relationship Id="rId2" Type="http://schemas.openxmlformats.org/officeDocument/2006/relationships/customXml" Target="../ink/ink303.xml"/><Relationship Id="rId29" Type="http://schemas.openxmlformats.org/officeDocument/2006/relationships/customXml" Target="../ink/ink316.xml"/><Relationship Id="rId276" Type="http://schemas.openxmlformats.org/officeDocument/2006/relationships/customXml" Target="../ink/ink426.xml"/><Relationship Id="rId441" Type="http://schemas.openxmlformats.org/officeDocument/2006/relationships/image" Target="../media/image231.png"/><Relationship Id="rId483" Type="http://schemas.openxmlformats.org/officeDocument/2006/relationships/customXml" Target="../ink/ink528.xml"/><Relationship Id="rId539" Type="http://schemas.openxmlformats.org/officeDocument/2006/relationships/customXml" Target="../ink/ink556.xml"/><Relationship Id="rId40" Type="http://schemas.openxmlformats.org/officeDocument/2006/relationships/image" Target="../media/image3213.png"/><Relationship Id="rId136" Type="http://schemas.openxmlformats.org/officeDocument/2006/relationships/customXml" Target="../ink/ink370.xml"/><Relationship Id="rId178" Type="http://schemas.openxmlformats.org/officeDocument/2006/relationships/customXml" Target="../ink/ink387.xml"/><Relationship Id="rId301" Type="http://schemas.openxmlformats.org/officeDocument/2006/relationships/image" Target="../media/image16111.png"/><Relationship Id="rId343" Type="http://schemas.openxmlformats.org/officeDocument/2006/relationships/image" Target="../media/image1821.png"/><Relationship Id="rId550" Type="http://schemas.openxmlformats.org/officeDocument/2006/relationships/image" Target="../media/image285.png"/><Relationship Id="rId82" Type="http://schemas.openxmlformats.org/officeDocument/2006/relationships/image" Target="../media/image5312.png"/><Relationship Id="rId385" Type="http://schemas.openxmlformats.org/officeDocument/2006/relationships/image" Target="../media/image2031.png"/><Relationship Id="rId592" Type="http://schemas.openxmlformats.org/officeDocument/2006/relationships/customXml" Target="../ink/ink582.xml"/><Relationship Id="rId606" Type="http://schemas.openxmlformats.org/officeDocument/2006/relationships/customXml" Target="../ink/ink589.xml"/><Relationship Id="rId648" Type="http://schemas.openxmlformats.org/officeDocument/2006/relationships/customXml" Target="../ink/ink610.xml"/><Relationship Id="rId245" Type="http://schemas.openxmlformats.org/officeDocument/2006/relationships/image" Target="../media/image13313.png"/><Relationship Id="rId287" Type="http://schemas.openxmlformats.org/officeDocument/2006/relationships/image" Target="../media/image15411.png"/><Relationship Id="rId410" Type="http://schemas.openxmlformats.org/officeDocument/2006/relationships/customXml" Target="../ink/ink491.xml"/><Relationship Id="rId452" Type="http://schemas.openxmlformats.org/officeDocument/2006/relationships/image" Target="../media/image236.png"/><Relationship Id="rId494" Type="http://schemas.openxmlformats.org/officeDocument/2006/relationships/image" Target="../media/image257.png"/><Relationship Id="rId508" Type="http://schemas.openxmlformats.org/officeDocument/2006/relationships/image" Target="../media/image264.png"/><Relationship Id="rId105" Type="http://schemas.openxmlformats.org/officeDocument/2006/relationships/customXml" Target="../ink/ink354.xml"/><Relationship Id="rId147" Type="http://schemas.openxmlformats.org/officeDocument/2006/relationships/image" Target="../media/image8512.png"/><Relationship Id="rId312" Type="http://schemas.openxmlformats.org/officeDocument/2006/relationships/customXml" Target="../ink/ink444.xml"/><Relationship Id="rId354" Type="http://schemas.openxmlformats.org/officeDocument/2006/relationships/customXml" Target="../ink/ink465.xml"/><Relationship Id="rId51" Type="http://schemas.openxmlformats.org/officeDocument/2006/relationships/customXml" Target="../ink/ink327.xml"/><Relationship Id="rId93" Type="http://schemas.openxmlformats.org/officeDocument/2006/relationships/customXml" Target="../ink/ink348.xml"/><Relationship Id="rId189" Type="http://schemas.openxmlformats.org/officeDocument/2006/relationships/image" Target="../media/image10613.png"/><Relationship Id="rId561" Type="http://schemas.openxmlformats.org/officeDocument/2006/relationships/customXml" Target="../ink/ink567.xml"/><Relationship Id="rId617" Type="http://schemas.openxmlformats.org/officeDocument/2006/relationships/image" Target="../media/image316.png"/><Relationship Id="rId659" Type="http://schemas.openxmlformats.org/officeDocument/2006/relationships/image" Target="../media/image337.png"/><Relationship Id="rId214" Type="http://schemas.openxmlformats.org/officeDocument/2006/relationships/customXml" Target="../ink/ink398.xml"/><Relationship Id="rId256" Type="http://schemas.openxmlformats.org/officeDocument/2006/relationships/customXml" Target="../ink/ink418.xml"/><Relationship Id="rId298" Type="http://schemas.openxmlformats.org/officeDocument/2006/relationships/customXml" Target="../ink/ink437.xml"/><Relationship Id="rId421" Type="http://schemas.openxmlformats.org/officeDocument/2006/relationships/image" Target="../media/image221.png"/><Relationship Id="rId463" Type="http://schemas.openxmlformats.org/officeDocument/2006/relationships/customXml" Target="../ink/ink518.xml"/><Relationship Id="rId519" Type="http://schemas.openxmlformats.org/officeDocument/2006/relationships/customXml" Target="../ink/ink546.xml"/><Relationship Id="rId116" Type="http://schemas.openxmlformats.org/officeDocument/2006/relationships/customXml" Target="../ink/ink360.xml"/><Relationship Id="rId323" Type="http://schemas.openxmlformats.org/officeDocument/2006/relationships/image" Target="../media/image17210.png"/><Relationship Id="rId530" Type="http://schemas.openxmlformats.org/officeDocument/2006/relationships/image" Target="../media/image275.png"/><Relationship Id="rId20" Type="http://schemas.openxmlformats.org/officeDocument/2006/relationships/image" Target="../media/image22101.png"/><Relationship Id="rId62" Type="http://schemas.openxmlformats.org/officeDocument/2006/relationships/image" Target="../media/image4313.png"/><Relationship Id="rId365" Type="http://schemas.openxmlformats.org/officeDocument/2006/relationships/image" Target="../media/image1931.png"/><Relationship Id="rId572" Type="http://schemas.openxmlformats.org/officeDocument/2006/relationships/customXml" Target="../ink/ink572.xml"/><Relationship Id="rId628" Type="http://schemas.openxmlformats.org/officeDocument/2006/relationships/customXml" Target="../ink/ink600.xml"/><Relationship Id="rId225" Type="http://schemas.openxmlformats.org/officeDocument/2006/relationships/customXml" Target="../ink/ink404.xml"/><Relationship Id="rId432" Type="http://schemas.openxmlformats.org/officeDocument/2006/relationships/customXml" Target="../ink/ink502.xml"/><Relationship Id="rId474" Type="http://schemas.openxmlformats.org/officeDocument/2006/relationships/image" Target="../media/image247.png"/><Relationship Id="rId127" Type="http://schemas.openxmlformats.org/officeDocument/2006/relationships/image" Target="../media/image7514.png"/><Relationship Id="rId31" Type="http://schemas.openxmlformats.org/officeDocument/2006/relationships/customXml" Target="../ink/ink317.xml"/><Relationship Id="rId73" Type="http://schemas.openxmlformats.org/officeDocument/2006/relationships/customXml" Target="../ink/ink338.xml"/><Relationship Id="rId169" Type="http://schemas.openxmlformats.org/officeDocument/2006/relationships/image" Target="../media/image9612.png"/><Relationship Id="rId334" Type="http://schemas.openxmlformats.org/officeDocument/2006/relationships/customXml" Target="../ink/ink455.xml"/><Relationship Id="rId376" Type="http://schemas.openxmlformats.org/officeDocument/2006/relationships/customXml" Target="../ink/ink476.xml"/><Relationship Id="rId541" Type="http://schemas.openxmlformats.org/officeDocument/2006/relationships/customXml" Target="../ink/ink557.xml"/><Relationship Id="rId583" Type="http://schemas.openxmlformats.org/officeDocument/2006/relationships/image" Target="../media/image299.png"/><Relationship Id="rId639" Type="http://schemas.openxmlformats.org/officeDocument/2006/relationships/image" Target="../media/image327.png"/><Relationship Id="rId4" Type="http://schemas.openxmlformats.org/officeDocument/2006/relationships/image" Target="../media/image14100.png"/><Relationship Id="rId180" Type="http://schemas.openxmlformats.org/officeDocument/2006/relationships/customXml" Target="../ink/ink388.xml"/><Relationship Id="rId236" Type="http://schemas.openxmlformats.org/officeDocument/2006/relationships/image" Target="../media/image12912.png"/><Relationship Id="rId278" Type="http://schemas.openxmlformats.org/officeDocument/2006/relationships/customXml" Target="../ink/ink427.xml"/><Relationship Id="rId401" Type="http://schemas.openxmlformats.org/officeDocument/2006/relationships/image" Target="../media/image2114.png"/><Relationship Id="rId443" Type="http://schemas.openxmlformats.org/officeDocument/2006/relationships/image" Target="../media/image232.png"/><Relationship Id="rId650" Type="http://schemas.openxmlformats.org/officeDocument/2006/relationships/customXml" Target="../ink/ink611.xml"/><Relationship Id="rId303" Type="http://schemas.openxmlformats.org/officeDocument/2006/relationships/image" Target="../media/image16211.png"/><Relationship Id="rId485" Type="http://schemas.openxmlformats.org/officeDocument/2006/relationships/customXml" Target="../ink/ink529.xml"/><Relationship Id="rId42" Type="http://schemas.openxmlformats.org/officeDocument/2006/relationships/image" Target="../media/image3313.png"/><Relationship Id="rId84" Type="http://schemas.openxmlformats.org/officeDocument/2006/relationships/image" Target="../media/image5412.png"/><Relationship Id="rId138" Type="http://schemas.openxmlformats.org/officeDocument/2006/relationships/customXml" Target="../ink/ink371.xml"/><Relationship Id="rId345" Type="http://schemas.openxmlformats.org/officeDocument/2006/relationships/image" Target="../media/image1831.png"/><Relationship Id="rId387" Type="http://schemas.openxmlformats.org/officeDocument/2006/relationships/image" Target="../media/image2041.png"/><Relationship Id="rId510" Type="http://schemas.openxmlformats.org/officeDocument/2006/relationships/image" Target="../media/image265.png"/><Relationship Id="rId552" Type="http://schemas.openxmlformats.org/officeDocument/2006/relationships/image" Target="../media/image286.png"/><Relationship Id="rId594" Type="http://schemas.openxmlformats.org/officeDocument/2006/relationships/customXml" Target="../ink/ink583.xml"/><Relationship Id="rId608" Type="http://schemas.openxmlformats.org/officeDocument/2006/relationships/customXml" Target="../ink/ink590.xml"/><Relationship Id="rId191" Type="http://schemas.openxmlformats.org/officeDocument/2006/relationships/image" Target="../media/image10712.png"/><Relationship Id="rId247" Type="http://schemas.openxmlformats.org/officeDocument/2006/relationships/image" Target="../media/image13413.png"/><Relationship Id="rId412" Type="http://schemas.openxmlformats.org/officeDocument/2006/relationships/customXml" Target="../ink/ink492.xml"/><Relationship Id="rId107" Type="http://schemas.openxmlformats.org/officeDocument/2006/relationships/customXml" Target="../ink/ink355.xml"/><Relationship Id="rId289" Type="http://schemas.openxmlformats.org/officeDocument/2006/relationships/image" Target="../media/image15510.png"/><Relationship Id="rId454" Type="http://schemas.openxmlformats.org/officeDocument/2006/relationships/image" Target="../media/image237.png"/><Relationship Id="rId496" Type="http://schemas.openxmlformats.org/officeDocument/2006/relationships/image" Target="../media/image258.png"/><Relationship Id="rId661" Type="http://schemas.openxmlformats.org/officeDocument/2006/relationships/image" Target="../media/image338.png"/><Relationship Id="rId11" Type="http://schemas.openxmlformats.org/officeDocument/2006/relationships/customXml" Target="../ink/ink307.xml"/><Relationship Id="rId53" Type="http://schemas.openxmlformats.org/officeDocument/2006/relationships/customXml" Target="../ink/ink328.xml"/><Relationship Id="rId149" Type="http://schemas.openxmlformats.org/officeDocument/2006/relationships/image" Target="../media/image8612.png"/><Relationship Id="rId314" Type="http://schemas.openxmlformats.org/officeDocument/2006/relationships/customXml" Target="../ink/ink445.xml"/><Relationship Id="rId356" Type="http://schemas.openxmlformats.org/officeDocument/2006/relationships/customXml" Target="../ink/ink466.xml"/><Relationship Id="rId521" Type="http://schemas.openxmlformats.org/officeDocument/2006/relationships/customXml" Target="../ink/ink547.xml"/><Relationship Id="rId563" Type="http://schemas.openxmlformats.org/officeDocument/2006/relationships/customXml" Target="../ink/ink568.xml"/><Relationship Id="rId619" Type="http://schemas.openxmlformats.org/officeDocument/2006/relationships/image" Target="../media/image317.png"/><Relationship Id="rId95" Type="http://schemas.openxmlformats.org/officeDocument/2006/relationships/customXml" Target="../ink/ink349.xml"/><Relationship Id="rId216" Type="http://schemas.openxmlformats.org/officeDocument/2006/relationships/customXml" Target="../ink/ink399.xml"/><Relationship Id="rId423" Type="http://schemas.openxmlformats.org/officeDocument/2006/relationships/image" Target="../media/image222.png"/><Relationship Id="rId258" Type="http://schemas.openxmlformats.org/officeDocument/2006/relationships/customXml" Target="../ink/ink419.xml"/><Relationship Id="rId465" Type="http://schemas.openxmlformats.org/officeDocument/2006/relationships/customXml" Target="../ink/ink519.xml"/><Relationship Id="rId630" Type="http://schemas.openxmlformats.org/officeDocument/2006/relationships/customXml" Target="../ink/ink601.xml"/><Relationship Id="rId22" Type="http://schemas.openxmlformats.org/officeDocument/2006/relationships/image" Target="../media/image23100.png"/><Relationship Id="rId64" Type="http://schemas.openxmlformats.org/officeDocument/2006/relationships/image" Target="../media/image4413.png"/><Relationship Id="rId118" Type="http://schemas.openxmlformats.org/officeDocument/2006/relationships/customXml" Target="../ink/ink361.xml"/><Relationship Id="rId325" Type="http://schemas.openxmlformats.org/officeDocument/2006/relationships/image" Target="../media/image17310.png"/><Relationship Id="rId367" Type="http://schemas.openxmlformats.org/officeDocument/2006/relationships/image" Target="../media/image1941.png"/><Relationship Id="rId532" Type="http://schemas.openxmlformats.org/officeDocument/2006/relationships/image" Target="../media/image276.png"/><Relationship Id="rId574" Type="http://schemas.openxmlformats.org/officeDocument/2006/relationships/customXml" Target="../ink/ink573.xml"/><Relationship Id="rId171" Type="http://schemas.openxmlformats.org/officeDocument/2006/relationships/image" Target="../media/image9712.png"/><Relationship Id="rId227" Type="http://schemas.openxmlformats.org/officeDocument/2006/relationships/customXml" Target="../ink/ink405.xml"/><Relationship Id="rId434" Type="http://schemas.openxmlformats.org/officeDocument/2006/relationships/customXml" Target="../ink/ink503.xml"/><Relationship Id="rId476" Type="http://schemas.openxmlformats.org/officeDocument/2006/relationships/image" Target="../media/image248.png"/><Relationship Id="rId641" Type="http://schemas.openxmlformats.org/officeDocument/2006/relationships/image" Target="../media/image328.png"/><Relationship Id="rId33" Type="http://schemas.openxmlformats.org/officeDocument/2006/relationships/customXml" Target="../ink/ink318.xml"/><Relationship Id="rId129" Type="http://schemas.openxmlformats.org/officeDocument/2006/relationships/image" Target="../media/image7613.png"/><Relationship Id="rId280" Type="http://schemas.openxmlformats.org/officeDocument/2006/relationships/customXml" Target="../ink/ink428.xml"/><Relationship Id="rId336" Type="http://schemas.openxmlformats.org/officeDocument/2006/relationships/customXml" Target="../ink/ink456.xml"/><Relationship Id="rId501" Type="http://schemas.openxmlformats.org/officeDocument/2006/relationships/customXml" Target="../ink/ink537.xml"/><Relationship Id="rId543" Type="http://schemas.openxmlformats.org/officeDocument/2006/relationships/customXml" Target="../ink/ink558.xml"/><Relationship Id="rId75" Type="http://schemas.openxmlformats.org/officeDocument/2006/relationships/customXml" Target="../ink/ink339.xml"/><Relationship Id="rId140" Type="http://schemas.openxmlformats.org/officeDocument/2006/relationships/customXml" Target="../ink/ink372.xml"/><Relationship Id="rId182" Type="http://schemas.openxmlformats.org/officeDocument/2006/relationships/customXml" Target="../ink/ink389.xml"/><Relationship Id="rId378" Type="http://schemas.openxmlformats.org/officeDocument/2006/relationships/customXml" Target="../ink/ink477.xml"/><Relationship Id="rId403" Type="http://schemas.openxmlformats.org/officeDocument/2006/relationships/image" Target="../media/image2121.png"/><Relationship Id="rId585" Type="http://schemas.openxmlformats.org/officeDocument/2006/relationships/image" Target="../media/image300.png"/><Relationship Id="rId6" Type="http://schemas.openxmlformats.org/officeDocument/2006/relationships/image" Target="../media/image1556.png"/><Relationship Id="rId238" Type="http://schemas.openxmlformats.org/officeDocument/2006/relationships/image" Target="../media/image13012.png"/><Relationship Id="rId445" Type="http://schemas.openxmlformats.org/officeDocument/2006/relationships/image" Target="../media/image233.png"/><Relationship Id="rId487" Type="http://schemas.openxmlformats.org/officeDocument/2006/relationships/customXml" Target="../ink/ink530.xml"/><Relationship Id="rId610" Type="http://schemas.openxmlformats.org/officeDocument/2006/relationships/customXml" Target="../ink/ink591.xml"/><Relationship Id="rId652" Type="http://schemas.openxmlformats.org/officeDocument/2006/relationships/customXml" Target="../ink/ink612.xml"/><Relationship Id="rId291" Type="http://schemas.openxmlformats.org/officeDocument/2006/relationships/image" Target="../media/image15610.png"/><Relationship Id="rId305" Type="http://schemas.openxmlformats.org/officeDocument/2006/relationships/image" Target="../media/image16311.png"/><Relationship Id="rId347" Type="http://schemas.openxmlformats.org/officeDocument/2006/relationships/image" Target="../media/image1841.png"/><Relationship Id="rId512" Type="http://schemas.openxmlformats.org/officeDocument/2006/relationships/image" Target="../media/image266.png"/><Relationship Id="rId44" Type="http://schemas.openxmlformats.org/officeDocument/2006/relationships/image" Target="../media/image3414.png"/><Relationship Id="rId86" Type="http://schemas.openxmlformats.org/officeDocument/2006/relationships/image" Target="../media/image55100.png"/><Relationship Id="rId151" Type="http://schemas.openxmlformats.org/officeDocument/2006/relationships/image" Target="../media/image8712.png"/><Relationship Id="rId389" Type="http://schemas.openxmlformats.org/officeDocument/2006/relationships/image" Target="../media/image2051.png"/><Relationship Id="rId554" Type="http://schemas.openxmlformats.org/officeDocument/2006/relationships/image" Target="../media/image287.png"/><Relationship Id="rId596" Type="http://schemas.openxmlformats.org/officeDocument/2006/relationships/customXml" Target="../ink/ink584.xml"/><Relationship Id="rId193" Type="http://schemas.openxmlformats.org/officeDocument/2006/relationships/image" Target="../media/image10813.png"/><Relationship Id="rId414" Type="http://schemas.openxmlformats.org/officeDocument/2006/relationships/customXml" Target="../ink/ink493.xml"/><Relationship Id="rId456" Type="http://schemas.openxmlformats.org/officeDocument/2006/relationships/image" Target="../media/image238.png"/><Relationship Id="rId498" Type="http://schemas.openxmlformats.org/officeDocument/2006/relationships/image" Target="../media/image259.png"/><Relationship Id="rId621" Type="http://schemas.openxmlformats.org/officeDocument/2006/relationships/image" Target="../media/image318.png"/><Relationship Id="rId13" Type="http://schemas.openxmlformats.org/officeDocument/2006/relationships/customXml" Target="../ink/ink308.xml"/><Relationship Id="rId109" Type="http://schemas.openxmlformats.org/officeDocument/2006/relationships/customXml" Target="../ink/ink356.xml"/><Relationship Id="rId260" Type="http://schemas.openxmlformats.org/officeDocument/2006/relationships/customXml" Target="../ink/ink420.xml"/><Relationship Id="rId316" Type="http://schemas.openxmlformats.org/officeDocument/2006/relationships/customXml" Target="../ink/ink446.xml"/><Relationship Id="rId523" Type="http://schemas.openxmlformats.org/officeDocument/2006/relationships/customXml" Target="../ink/ink548.xml"/><Relationship Id="rId55" Type="http://schemas.openxmlformats.org/officeDocument/2006/relationships/customXml" Target="../ink/ink329.xml"/><Relationship Id="rId97" Type="http://schemas.openxmlformats.org/officeDocument/2006/relationships/customXml" Target="../ink/ink350.xml"/><Relationship Id="rId120" Type="http://schemas.openxmlformats.org/officeDocument/2006/relationships/customXml" Target="../ink/ink362.xml"/><Relationship Id="rId358" Type="http://schemas.openxmlformats.org/officeDocument/2006/relationships/customXml" Target="../ink/ink467.xml"/><Relationship Id="rId565" Type="http://schemas.openxmlformats.org/officeDocument/2006/relationships/customXml" Target="../ink/ink569.xml"/><Relationship Id="rId162" Type="http://schemas.openxmlformats.org/officeDocument/2006/relationships/customXml" Target="../ink/ink379.xml"/><Relationship Id="rId218" Type="http://schemas.openxmlformats.org/officeDocument/2006/relationships/image" Target="../media/image12012.png"/><Relationship Id="rId425" Type="http://schemas.openxmlformats.org/officeDocument/2006/relationships/image" Target="../media/image223.png"/><Relationship Id="rId467" Type="http://schemas.openxmlformats.org/officeDocument/2006/relationships/customXml" Target="../ink/ink520.xml"/><Relationship Id="rId632" Type="http://schemas.openxmlformats.org/officeDocument/2006/relationships/customXml" Target="../ink/ink602.xml"/><Relationship Id="rId271" Type="http://schemas.openxmlformats.org/officeDocument/2006/relationships/image" Target="../media/image14611.png"/><Relationship Id="rId24" Type="http://schemas.openxmlformats.org/officeDocument/2006/relationships/image" Target="../media/image24103.png"/><Relationship Id="rId66" Type="http://schemas.openxmlformats.org/officeDocument/2006/relationships/image" Target="../media/image4513.png"/><Relationship Id="rId131" Type="http://schemas.openxmlformats.org/officeDocument/2006/relationships/image" Target="../media/image7713.png"/><Relationship Id="rId327" Type="http://schemas.openxmlformats.org/officeDocument/2006/relationships/image" Target="../media/image17410.png"/><Relationship Id="rId369" Type="http://schemas.openxmlformats.org/officeDocument/2006/relationships/image" Target="../media/image1951.png"/><Relationship Id="rId534" Type="http://schemas.openxmlformats.org/officeDocument/2006/relationships/image" Target="../media/image277.png"/><Relationship Id="rId576" Type="http://schemas.openxmlformats.org/officeDocument/2006/relationships/customXml" Target="../ink/ink574.xml"/><Relationship Id="rId173" Type="http://schemas.openxmlformats.org/officeDocument/2006/relationships/image" Target="../media/image9813.png"/><Relationship Id="rId229" Type="http://schemas.openxmlformats.org/officeDocument/2006/relationships/customXml" Target="../ink/ink406.xml"/><Relationship Id="rId380" Type="http://schemas.openxmlformats.org/officeDocument/2006/relationships/customXml" Target="../ink/ink478.xml"/><Relationship Id="rId436" Type="http://schemas.openxmlformats.org/officeDocument/2006/relationships/customXml" Target="../ink/ink504.xml"/><Relationship Id="rId601" Type="http://schemas.openxmlformats.org/officeDocument/2006/relationships/image" Target="../media/image308.png"/><Relationship Id="rId643" Type="http://schemas.openxmlformats.org/officeDocument/2006/relationships/image" Target="../media/image329.png"/><Relationship Id="rId240" Type="http://schemas.openxmlformats.org/officeDocument/2006/relationships/image" Target="../media/image13112.png"/><Relationship Id="rId478" Type="http://schemas.openxmlformats.org/officeDocument/2006/relationships/image" Target="../media/image249.png"/><Relationship Id="rId35" Type="http://schemas.openxmlformats.org/officeDocument/2006/relationships/customXml" Target="../ink/ink319.xml"/><Relationship Id="rId77" Type="http://schemas.openxmlformats.org/officeDocument/2006/relationships/customXml" Target="../ink/ink340.xml"/><Relationship Id="rId100" Type="http://schemas.openxmlformats.org/officeDocument/2006/relationships/image" Target="../media/image6213.png"/><Relationship Id="rId282" Type="http://schemas.openxmlformats.org/officeDocument/2006/relationships/customXml" Target="../ink/ink429.xml"/><Relationship Id="rId338" Type="http://schemas.openxmlformats.org/officeDocument/2006/relationships/customXml" Target="../ink/ink457.xml"/><Relationship Id="rId503" Type="http://schemas.openxmlformats.org/officeDocument/2006/relationships/customXml" Target="../ink/ink538.xml"/><Relationship Id="rId545" Type="http://schemas.openxmlformats.org/officeDocument/2006/relationships/customXml" Target="../ink/ink559.xml"/><Relationship Id="rId587" Type="http://schemas.openxmlformats.org/officeDocument/2006/relationships/image" Target="../media/image301.png"/><Relationship Id="rId8" Type="http://schemas.openxmlformats.org/officeDocument/2006/relationships/image" Target="../media/image1694.png"/><Relationship Id="rId142" Type="http://schemas.openxmlformats.org/officeDocument/2006/relationships/customXml" Target="../ink/ink373.xml"/><Relationship Id="rId184" Type="http://schemas.openxmlformats.org/officeDocument/2006/relationships/customXml" Target="../ink/ink390.xml"/><Relationship Id="rId391" Type="http://schemas.openxmlformats.org/officeDocument/2006/relationships/image" Target="../media/image2061.png"/><Relationship Id="rId405" Type="http://schemas.openxmlformats.org/officeDocument/2006/relationships/image" Target="../media/image2131.png"/><Relationship Id="rId447" Type="http://schemas.openxmlformats.org/officeDocument/2006/relationships/customXml" Target="../ink/ink510.xml"/><Relationship Id="rId612" Type="http://schemas.openxmlformats.org/officeDocument/2006/relationships/customXml" Target="../ink/ink592.xml"/><Relationship Id="rId489" Type="http://schemas.openxmlformats.org/officeDocument/2006/relationships/customXml" Target="../ink/ink531.xml"/><Relationship Id="rId654" Type="http://schemas.openxmlformats.org/officeDocument/2006/relationships/customXml" Target="../ink/ink613.xml"/><Relationship Id="rId46" Type="http://schemas.openxmlformats.org/officeDocument/2006/relationships/image" Target="../media/image3515.png"/><Relationship Id="rId293" Type="http://schemas.openxmlformats.org/officeDocument/2006/relationships/image" Target="../media/image15710.png"/><Relationship Id="rId307" Type="http://schemas.openxmlformats.org/officeDocument/2006/relationships/image" Target="../media/image16411.png"/><Relationship Id="rId349" Type="http://schemas.openxmlformats.org/officeDocument/2006/relationships/image" Target="../media/image1851.png"/><Relationship Id="rId514" Type="http://schemas.openxmlformats.org/officeDocument/2006/relationships/image" Target="../media/image267.png"/><Relationship Id="rId556" Type="http://schemas.openxmlformats.org/officeDocument/2006/relationships/image" Target="../media/image2081.png"/><Relationship Id="rId88" Type="http://schemas.openxmlformats.org/officeDocument/2006/relationships/image" Target="../media/image5612.png"/><Relationship Id="rId111" Type="http://schemas.openxmlformats.org/officeDocument/2006/relationships/image" Target="../media/image6713.png"/><Relationship Id="rId209" Type="http://schemas.openxmlformats.org/officeDocument/2006/relationships/image" Target="../media/image11613.png"/><Relationship Id="rId195" Type="http://schemas.openxmlformats.org/officeDocument/2006/relationships/image" Target="../media/image10912.png"/><Relationship Id="rId360" Type="http://schemas.openxmlformats.org/officeDocument/2006/relationships/customXml" Target="../ink/ink468.xml"/><Relationship Id="rId416" Type="http://schemas.openxmlformats.org/officeDocument/2006/relationships/customXml" Target="../ink/ink494.xml"/><Relationship Id="rId598" Type="http://schemas.openxmlformats.org/officeDocument/2006/relationships/customXml" Target="../ink/ink585.xml"/><Relationship Id="rId220" Type="http://schemas.openxmlformats.org/officeDocument/2006/relationships/image" Target="../media/image12113.png"/><Relationship Id="rId458" Type="http://schemas.openxmlformats.org/officeDocument/2006/relationships/image" Target="../media/image239.png"/><Relationship Id="rId623" Type="http://schemas.openxmlformats.org/officeDocument/2006/relationships/image" Target="../media/image319.png"/><Relationship Id="rId15" Type="http://schemas.openxmlformats.org/officeDocument/2006/relationships/customXml" Target="../ink/ink309.xml"/><Relationship Id="rId57" Type="http://schemas.openxmlformats.org/officeDocument/2006/relationships/customXml" Target="../ink/ink330.xml"/><Relationship Id="rId262" Type="http://schemas.openxmlformats.org/officeDocument/2006/relationships/customXml" Target="../ink/ink421.xml"/><Relationship Id="rId318" Type="http://schemas.openxmlformats.org/officeDocument/2006/relationships/customXml" Target="../ink/ink447.xml"/><Relationship Id="rId525" Type="http://schemas.openxmlformats.org/officeDocument/2006/relationships/customXml" Target="../ink/ink549.xml"/><Relationship Id="rId567" Type="http://schemas.openxmlformats.org/officeDocument/2006/relationships/customXml" Target="../ink/ink570.xml"/><Relationship Id="rId99" Type="http://schemas.openxmlformats.org/officeDocument/2006/relationships/customXml" Target="../ink/ink351.xml"/><Relationship Id="rId122" Type="http://schemas.openxmlformats.org/officeDocument/2006/relationships/customXml" Target="../ink/ink363.xml"/><Relationship Id="rId164" Type="http://schemas.openxmlformats.org/officeDocument/2006/relationships/customXml" Target="../ink/ink380.xml"/><Relationship Id="rId371" Type="http://schemas.openxmlformats.org/officeDocument/2006/relationships/image" Target="../media/image1961.png"/><Relationship Id="rId427" Type="http://schemas.openxmlformats.org/officeDocument/2006/relationships/image" Target="../media/image2241.png"/><Relationship Id="rId469" Type="http://schemas.openxmlformats.org/officeDocument/2006/relationships/customXml" Target="../ink/ink521.xml"/><Relationship Id="rId634" Type="http://schemas.openxmlformats.org/officeDocument/2006/relationships/customXml" Target="../ink/ink603.xml"/><Relationship Id="rId26" Type="http://schemas.openxmlformats.org/officeDocument/2006/relationships/image" Target="../media/image25102.png"/><Relationship Id="rId231" Type="http://schemas.openxmlformats.org/officeDocument/2006/relationships/customXml" Target="../ink/ink407.xml"/><Relationship Id="rId273" Type="http://schemas.openxmlformats.org/officeDocument/2006/relationships/image" Target="../media/image14711.png"/><Relationship Id="rId329" Type="http://schemas.openxmlformats.org/officeDocument/2006/relationships/image" Target="../media/image17510.png"/><Relationship Id="rId480" Type="http://schemas.openxmlformats.org/officeDocument/2006/relationships/image" Target="../media/image250.png"/><Relationship Id="rId536" Type="http://schemas.openxmlformats.org/officeDocument/2006/relationships/image" Target="../media/image278.png"/><Relationship Id="rId68" Type="http://schemas.openxmlformats.org/officeDocument/2006/relationships/image" Target="../media/image4612.png"/><Relationship Id="rId133" Type="http://schemas.openxmlformats.org/officeDocument/2006/relationships/image" Target="../media/image7813.png"/><Relationship Id="rId175" Type="http://schemas.openxmlformats.org/officeDocument/2006/relationships/image" Target="../media/image9911.png"/><Relationship Id="rId340" Type="http://schemas.openxmlformats.org/officeDocument/2006/relationships/customXml" Target="../ink/ink458.xml"/><Relationship Id="rId578" Type="http://schemas.openxmlformats.org/officeDocument/2006/relationships/customXml" Target="../ink/ink575.xml"/><Relationship Id="rId382" Type="http://schemas.openxmlformats.org/officeDocument/2006/relationships/customXml" Target="../ink/ink479.xml"/><Relationship Id="rId438" Type="http://schemas.openxmlformats.org/officeDocument/2006/relationships/customXml" Target="../ink/ink505.xml"/><Relationship Id="rId603" Type="http://schemas.openxmlformats.org/officeDocument/2006/relationships/image" Target="../media/image309.png"/><Relationship Id="rId645" Type="http://schemas.openxmlformats.org/officeDocument/2006/relationships/image" Target="../media/image330.png"/><Relationship Id="rId242" Type="http://schemas.openxmlformats.org/officeDocument/2006/relationships/customXml" Target="../ink/ink413.xml"/><Relationship Id="rId284" Type="http://schemas.openxmlformats.org/officeDocument/2006/relationships/customXml" Target="../ink/ink430.xml"/><Relationship Id="rId491" Type="http://schemas.openxmlformats.org/officeDocument/2006/relationships/customXml" Target="../ink/ink532.xml"/><Relationship Id="rId505" Type="http://schemas.openxmlformats.org/officeDocument/2006/relationships/customXml" Target="../ink/ink539.xml"/><Relationship Id="rId37" Type="http://schemas.openxmlformats.org/officeDocument/2006/relationships/customXml" Target="../ink/ink320.xml"/><Relationship Id="rId79" Type="http://schemas.openxmlformats.org/officeDocument/2006/relationships/customXml" Target="../ink/ink341.xml"/><Relationship Id="rId102" Type="http://schemas.openxmlformats.org/officeDocument/2006/relationships/image" Target="../media/image6313.png"/><Relationship Id="rId144" Type="http://schemas.openxmlformats.org/officeDocument/2006/relationships/customXml" Target="../ink/ink374.xml"/><Relationship Id="rId547" Type="http://schemas.openxmlformats.org/officeDocument/2006/relationships/customXml" Target="../ink/ink560.xml"/><Relationship Id="rId589" Type="http://schemas.openxmlformats.org/officeDocument/2006/relationships/image" Target="../media/image302.png"/><Relationship Id="rId90" Type="http://schemas.openxmlformats.org/officeDocument/2006/relationships/image" Target="../media/image5712.png"/><Relationship Id="rId186" Type="http://schemas.openxmlformats.org/officeDocument/2006/relationships/customXml" Target="../ink/ink391.xml"/><Relationship Id="rId351" Type="http://schemas.openxmlformats.org/officeDocument/2006/relationships/image" Target="../media/image1861.png"/><Relationship Id="rId393" Type="http://schemas.openxmlformats.org/officeDocument/2006/relationships/image" Target="../media/image207.png"/><Relationship Id="rId407" Type="http://schemas.openxmlformats.org/officeDocument/2006/relationships/image" Target="../media/image2141.png"/><Relationship Id="rId449" Type="http://schemas.openxmlformats.org/officeDocument/2006/relationships/customXml" Target="../ink/ink511.xml"/><Relationship Id="rId614" Type="http://schemas.openxmlformats.org/officeDocument/2006/relationships/customXml" Target="../ink/ink593.xml"/><Relationship Id="rId656" Type="http://schemas.openxmlformats.org/officeDocument/2006/relationships/customXml" Target="../ink/ink614.xml"/><Relationship Id="rId211" Type="http://schemas.openxmlformats.org/officeDocument/2006/relationships/image" Target="../media/image11712.png"/><Relationship Id="rId253" Type="http://schemas.openxmlformats.org/officeDocument/2006/relationships/image" Target="../media/image13712.png"/><Relationship Id="rId295" Type="http://schemas.openxmlformats.org/officeDocument/2006/relationships/image" Target="../media/image15811.png"/><Relationship Id="rId309" Type="http://schemas.openxmlformats.org/officeDocument/2006/relationships/image" Target="../media/image16511.png"/><Relationship Id="rId460" Type="http://schemas.openxmlformats.org/officeDocument/2006/relationships/image" Target="../media/image240.png"/><Relationship Id="rId516" Type="http://schemas.openxmlformats.org/officeDocument/2006/relationships/image" Target="../media/image268.png"/><Relationship Id="rId48" Type="http://schemas.openxmlformats.org/officeDocument/2006/relationships/image" Target="../media/image3610.png"/><Relationship Id="rId113" Type="http://schemas.openxmlformats.org/officeDocument/2006/relationships/image" Target="../media/image6812.png"/><Relationship Id="rId320" Type="http://schemas.openxmlformats.org/officeDocument/2006/relationships/customXml" Target="../ink/ink448.xml"/><Relationship Id="rId558" Type="http://schemas.openxmlformats.org/officeDocument/2006/relationships/image" Target="../media/image2091.png"/><Relationship Id="rId362" Type="http://schemas.openxmlformats.org/officeDocument/2006/relationships/customXml" Target="../ink/ink469.xml"/><Relationship Id="rId418" Type="http://schemas.openxmlformats.org/officeDocument/2006/relationships/customXml" Target="../ink/ink495.xml"/><Relationship Id="rId625" Type="http://schemas.openxmlformats.org/officeDocument/2006/relationships/image" Target="../media/image320.png"/><Relationship Id="rId222" Type="http://schemas.openxmlformats.org/officeDocument/2006/relationships/image" Target="../media/image12212.png"/><Relationship Id="rId264" Type="http://schemas.openxmlformats.org/officeDocument/2006/relationships/customXml" Target="../ink/ink422.xml"/><Relationship Id="rId471" Type="http://schemas.openxmlformats.org/officeDocument/2006/relationships/customXml" Target="../ink/ink522.xml"/><Relationship Id="rId17" Type="http://schemas.openxmlformats.org/officeDocument/2006/relationships/customXml" Target="../ink/ink310.xml"/><Relationship Id="rId59" Type="http://schemas.openxmlformats.org/officeDocument/2006/relationships/customXml" Target="../ink/ink331.xml"/><Relationship Id="rId124" Type="http://schemas.openxmlformats.org/officeDocument/2006/relationships/customXml" Target="../ink/ink364.xml"/><Relationship Id="rId527" Type="http://schemas.openxmlformats.org/officeDocument/2006/relationships/customXml" Target="../ink/ink550.xml"/><Relationship Id="rId569" Type="http://schemas.openxmlformats.org/officeDocument/2006/relationships/customXml" Target="../ink/ink571.xml"/><Relationship Id="rId70" Type="http://schemas.openxmlformats.org/officeDocument/2006/relationships/image" Target="../media/image4713.png"/><Relationship Id="rId166" Type="http://schemas.openxmlformats.org/officeDocument/2006/relationships/customXml" Target="../ink/ink381.xml"/><Relationship Id="rId331" Type="http://schemas.openxmlformats.org/officeDocument/2006/relationships/image" Target="../media/image17610.png"/><Relationship Id="rId373" Type="http://schemas.openxmlformats.org/officeDocument/2006/relationships/image" Target="../media/image1971.png"/><Relationship Id="rId429" Type="http://schemas.openxmlformats.org/officeDocument/2006/relationships/image" Target="../media/image225.png"/><Relationship Id="rId580" Type="http://schemas.openxmlformats.org/officeDocument/2006/relationships/customXml" Target="../ink/ink576.xml"/><Relationship Id="rId636" Type="http://schemas.openxmlformats.org/officeDocument/2006/relationships/customXml" Target="../ink/ink604.xml"/><Relationship Id="rId1" Type="http://schemas.openxmlformats.org/officeDocument/2006/relationships/slideLayout" Target="../slideLayouts/slideLayout7.xml"/><Relationship Id="rId233" Type="http://schemas.openxmlformats.org/officeDocument/2006/relationships/customXml" Target="../ink/ink408.xml"/><Relationship Id="rId440" Type="http://schemas.openxmlformats.org/officeDocument/2006/relationships/customXml" Target="../ink/ink506.xml"/><Relationship Id="rId28" Type="http://schemas.openxmlformats.org/officeDocument/2006/relationships/image" Target="../media/image293.png"/><Relationship Id="rId275" Type="http://schemas.openxmlformats.org/officeDocument/2006/relationships/image" Target="../media/image14811.png"/><Relationship Id="rId300" Type="http://schemas.openxmlformats.org/officeDocument/2006/relationships/customXml" Target="../ink/ink438.xml"/><Relationship Id="rId482" Type="http://schemas.openxmlformats.org/officeDocument/2006/relationships/image" Target="../media/image251.png"/><Relationship Id="rId538" Type="http://schemas.openxmlformats.org/officeDocument/2006/relationships/image" Target="../media/image279.png"/><Relationship Id="rId81" Type="http://schemas.openxmlformats.org/officeDocument/2006/relationships/customXml" Target="../ink/ink342.xml"/><Relationship Id="rId135" Type="http://schemas.openxmlformats.org/officeDocument/2006/relationships/image" Target="../media/image7913.png"/><Relationship Id="rId177" Type="http://schemas.openxmlformats.org/officeDocument/2006/relationships/image" Target="../media/image10011.png"/><Relationship Id="rId342" Type="http://schemas.openxmlformats.org/officeDocument/2006/relationships/customXml" Target="../ink/ink459.xml"/><Relationship Id="rId384" Type="http://schemas.openxmlformats.org/officeDocument/2006/relationships/customXml" Target="../ink/ink480.xml"/><Relationship Id="rId591" Type="http://schemas.openxmlformats.org/officeDocument/2006/relationships/image" Target="../media/image303.png"/><Relationship Id="rId605" Type="http://schemas.openxmlformats.org/officeDocument/2006/relationships/image" Target="../media/image310.png"/><Relationship Id="rId244" Type="http://schemas.openxmlformats.org/officeDocument/2006/relationships/customXml" Target="../ink/ink414.xml"/><Relationship Id="rId647" Type="http://schemas.openxmlformats.org/officeDocument/2006/relationships/image" Target="../media/image331.png"/><Relationship Id="rId39" Type="http://schemas.openxmlformats.org/officeDocument/2006/relationships/customXml" Target="../ink/ink321.xml"/><Relationship Id="rId286" Type="http://schemas.openxmlformats.org/officeDocument/2006/relationships/customXml" Target="../ink/ink431.xml"/><Relationship Id="rId451" Type="http://schemas.openxmlformats.org/officeDocument/2006/relationships/customXml" Target="../ink/ink512.xml"/><Relationship Id="rId493" Type="http://schemas.openxmlformats.org/officeDocument/2006/relationships/customXml" Target="../ink/ink533.xml"/><Relationship Id="rId507" Type="http://schemas.openxmlformats.org/officeDocument/2006/relationships/customXml" Target="../ink/ink540.xml"/><Relationship Id="rId549" Type="http://schemas.openxmlformats.org/officeDocument/2006/relationships/customXml" Target="../ink/ink561.xml"/><Relationship Id="rId50" Type="http://schemas.openxmlformats.org/officeDocument/2006/relationships/image" Target="../media/image3714.png"/><Relationship Id="rId104" Type="http://schemas.openxmlformats.org/officeDocument/2006/relationships/image" Target="../media/image6413.png"/><Relationship Id="rId146" Type="http://schemas.openxmlformats.org/officeDocument/2006/relationships/customXml" Target="../ink/ink375.xml"/><Relationship Id="rId188" Type="http://schemas.openxmlformats.org/officeDocument/2006/relationships/customXml" Target="../ink/ink392.xml"/><Relationship Id="rId311" Type="http://schemas.openxmlformats.org/officeDocument/2006/relationships/image" Target="../media/image16611.png"/><Relationship Id="rId353" Type="http://schemas.openxmlformats.org/officeDocument/2006/relationships/image" Target="../media/image1871.png"/><Relationship Id="rId409" Type="http://schemas.openxmlformats.org/officeDocument/2006/relationships/image" Target="../media/image2151.png"/><Relationship Id="rId560" Type="http://schemas.openxmlformats.org/officeDocument/2006/relationships/image" Target="../media/image288.png"/><Relationship Id="rId92" Type="http://schemas.openxmlformats.org/officeDocument/2006/relationships/image" Target="../media/image5812.png"/><Relationship Id="rId213" Type="http://schemas.openxmlformats.org/officeDocument/2006/relationships/image" Target="../media/image11812.png"/><Relationship Id="rId420" Type="http://schemas.openxmlformats.org/officeDocument/2006/relationships/customXml" Target="../ink/ink496.xml"/><Relationship Id="rId616" Type="http://schemas.openxmlformats.org/officeDocument/2006/relationships/customXml" Target="../ink/ink594.xml"/><Relationship Id="rId658" Type="http://schemas.openxmlformats.org/officeDocument/2006/relationships/customXml" Target="../ink/ink615.xml"/><Relationship Id="rId255" Type="http://schemas.openxmlformats.org/officeDocument/2006/relationships/image" Target="../media/image13811.png"/><Relationship Id="rId297" Type="http://schemas.openxmlformats.org/officeDocument/2006/relationships/image" Target="../media/image15911.png"/><Relationship Id="rId462" Type="http://schemas.openxmlformats.org/officeDocument/2006/relationships/image" Target="../media/image241.png"/><Relationship Id="rId518" Type="http://schemas.openxmlformats.org/officeDocument/2006/relationships/image" Target="../media/image269.png"/><Relationship Id="rId115" Type="http://schemas.openxmlformats.org/officeDocument/2006/relationships/image" Target="../media/image6913.png"/><Relationship Id="rId322" Type="http://schemas.openxmlformats.org/officeDocument/2006/relationships/customXml" Target="../ink/ink449.xml"/><Relationship Id="rId364" Type="http://schemas.openxmlformats.org/officeDocument/2006/relationships/customXml" Target="../ink/ink470.xml"/><Relationship Id="rId61" Type="http://schemas.openxmlformats.org/officeDocument/2006/relationships/customXml" Target="../ink/ink332.xml"/><Relationship Id="rId571" Type="http://schemas.openxmlformats.org/officeDocument/2006/relationships/image" Target="../media/image2932.png"/><Relationship Id="rId627" Type="http://schemas.openxmlformats.org/officeDocument/2006/relationships/image" Target="../media/image321.png"/><Relationship Id="rId19" Type="http://schemas.openxmlformats.org/officeDocument/2006/relationships/customXml" Target="../ink/ink311.xml"/><Relationship Id="rId224" Type="http://schemas.openxmlformats.org/officeDocument/2006/relationships/image" Target="../media/image12313.png"/><Relationship Id="rId266" Type="http://schemas.openxmlformats.org/officeDocument/2006/relationships/customXml" Target="../ink/ink423.xml"/><Relationship Id="rId431" Type="http://schemas.openxmlformats.org/officeDocument/2006/relationships/image" Target="../media/image2261.png"/><Relationship Id="rId473" Type="http://schemas.openxmlformats.org/officeDocument/2006/relationships/customXml" Target="../ink/ink523.xml"/><Relationship Id="rId529" Type="http://schemas.openxmlformats.org/officeDocument/2006/relationships/customXml" Target="../ink/ink551.xml"/><Relationship Id="rId30" Type="http://schemas.openxmlformats.org/officeDocument/2006/relationships/image" Target="../media/image2915.png"/><Relationship Id="rId126" Type="http://schemas.openxmlformats.org/officeDocument/2006/relationships/customXml" Target="../ink/ink365.xml"/><Relationship Id="rId168" Type="http://schemas.openxmlformats.org/officeDocument/2006/relationships/customXml" Target="../ink/ink382.xml"/><Relationship Id="rId333" Type="http://schemas.openxmlformats.org/officeDocument/2006/relationships/image" Target="../media/image17710.png"/><Relationship Id="rId540" Type="http://schemas.openxmlformats.org/officeDocument/2006/relationships/image" Target="../media/image280.png"/><Relationship Id="rId72" Type="http://schemas.openxmlformats.org/officeDocument/2006/relationships/image" Target="../media/image4812.png"/><Relationship Id="rId375" Type="http://schemas.openxmlformats.org/officeDocument/2006/relationships/image" Target="../media/image1981.png"/><Relationship Id="rId582" Type="http://schemas.openxmlformats.org/officeDocument/2006/relationships/customXml" Target="../ink/ink577.xml"/><Relationship Id="rId638" Type="http://schemas.openxmlformats.org/officeDocument/2006/relationships/customXml" Target="../ink/ink605.xml"/><Relationship Id="rId235" Type="http://schemas.openxmlformats.org/officeDocument/2006/relationships/customXml" Target="../ink/ink409.xml"/><Relationship Id="rId277" Type="http://schemas.openxmlformats.org/officeDocument/2006/relationships/image" Target="../media/image14911.png"/><Relationship Id="rId400" Type="http://schemas.openxmlformats.org/officeDocument/2006/relationships/customXml" Target="../ink/ink486.xml"/><Relationship Id="rId442" Type="http://schemas.openxmlformats.org/officeDocument/2006/relationships/customXml" Target="../ink/ink507.xml"/><Relationship Id="rId484" Type="http://schemas.openxmlformats.org/officeDocument/2006/relationships/image" Target="../media/image252.png"/><Relationship Id="rId137" Type="http://schemas.openxmlformats.org/officeDocument/2006/relationships/image" Target="../media/image8012.png"/><Relationship Id="rId302" Type="http://schemas.openxmlformats.org/officeDocument/2006/relationships/customXml" Target="../ink/ink439.xml"/><Relationship Id="rId344" Type="http://schemas.openxmlformats.org/officeDocument/2006/relationships/customXml" Target="../ink/ink460.xml"/><Relationship Id="rId41" Type="http://schemas.openxmlformats.org/officeDocument/2006/relationships/customXml" Target="../ink/ink322.xml"/><Relationship Id="rId83" Type="http://schemas.openxmlformats.org/officeDocument/2006/relationships/customXml" Target="../ink/ink343.xml"/><Relationship Id="rId179" Type="http://schemas.openxmlformats.org/officeDocument/2006/relationships/image" Target="../media/image10111.png"/><Relationship Id="rId386" Type="http://schemas.openxmlformats.org/officeDocument/2006/relationships/customXml" Target="../ink/ink481.xml"/><Relationship Id="rId551" Type="http://schemas.openxmlformats.org/officeDocument/2006/relationships/customXml" Target="../ink/ink562.xml"/><Relationship Id="rId593" Type="http://schemas.openxmlformats.org/officeDocument/2006/relationships/image" Target="../media/image304.png"/><Relationship Id="rId607" Type="http://schemas.openxmlformats.org/officeDocument/2006/relationships/image" Target="../media/image311.png"/><Relationship Id="rId649" Type="http://schemas.openxmlformats.org/officeDocument/2006/relationships/image" Target="../media/image332.png"/><Relationship Id="rId190" Type="http://schemas.openxmlformats.org/officeDocument/2006/relationships/customXml" Target="../ink/ink393.xml"/><Relationship Id="rId246" Type="http://schemas.openxmlformats.org/officeDocument/2006/relationships/customXml" Target="../ink/ink415.xml"/><Relationship Id="rId288" Type="http://schemas.openxmlformats.org/officeDocument/2006/relationships/customXml" Target="../ink/ink432.xml"/><Relationship Id="rId411" Type="http://schemas.openxmlformats.org/officeDocument/2006/relationships/image" Target="../media/image2161.png"/><Relationship Id="rId453" Type="http://schemas.openxmlformats.org/officeDocument/2006/relationships/customXml" Target="../ink/ink513.xml"/><Relationship Id="rId509" Type="http://schemas.openxmlformats.org/officeDocument/2006/relationships/customXml" Target="../ink/ink541.xml"/><Relationship Id="rId660" Type="http://schemas.openxmlformats.org/officeDocument/2006/relationships/customXml" Target="../ink/ink616.xml"/><Relationship Id="rId106" Type="http://schemas.openxmlformats.org/officeDocument/2006/relationships/image" Target="../media/image6514.png"/><Relationship Id="rId313" Type="http://schemas.openxmlformats.org/officeDocument/2006/relationships/image" Target="../media/image16711.png"/><Relationship Id="rId495" Type="http://schemas.openxmlformats.org/officeDocument/2006/relationships/customXml" Target="../ink/ink534.xml"/><Relationship Id="rId10" Type="http://schemas.openxmlformats.org/officeDocument/2006/relationships/image" Target="../media/image1710.png"/><Relationship Id="rId52" Type="http://schemas.openxmlformats.org/officeDocument/2006/relationships/image" Target="../media/image3814.png"/><Relationship Id="rId94" Type="http://schemas.openxmlformats.org/officeDocument/2006/relationships/image" Target="../media/image5912.png"/><Relationship Id="rId148" Type="http://schemas.openxmlformats.org/officeDocument/2006/relationships/customXml" Target="../ink/ink376.xml"/><Relationship Id="rId355" Type="http://schemas.openxmlformats.org/officeDocument/2006/relationships/image" Target="../media/image1881.png"/><Relationship Id="rId520" Type="http://schemas.openxmlformats.org/officeDocument/2006/relationships/image" Target="../media/image270.png"/><Relationship Id="rId562" Type="http://schemas.openxmlformats.org/officeDocument/2006/relationships/image" Target="../media/image289.png"/><Relationship Id="rId618" Type="http://schemas.openxmlformats.org/officeDocument/2006/relationships/customXml" Target="../ink/ink595.xml"/><Relationship Id="rId215" Type="http://schemas.openxmlformats.org/officeDocument/2006/relationships/image" Target="../media/image11912.png"/><Relationship Id="rId257" Type="http://schemas.openxmlformats.org/officeDocument/2006/relationships/image" Target="../media/image13911.png"/><Relationship Id="rId422" Type="http://schemas.openxmlformats.org/officeDocument/2006/relationships/customXml" Target="../ink/ink497.xml"/><Relationship Id="rId464" Type="http://schemas.openxmlformats.org/officeDocument/2006/relationships/image" Target="../media/image242.png"/><Relationship Id="rId299" Type="http://schemas.openxmlformats.org/officeDocument/2006/relationships/image" Target="../media/image16011.png"/><Relationship Id="rId63" Type="http://schemas.openxmlformats.org/officeDocument/2006/relationships/customXml" Target="../ink/ink333.xml"/><Relationship Id="rId366" Type="http://schemas.openxmlformats.org/officeDocument/2006/relationships/customXml" Target="../ink/ink471.xml"/><Relationship Id="rId573" Type="http://schemas.openxmlformats.org/officeDocument/2006/relationships/image" Target="../media/image294.png"/><Relationship Id="rId226" Type="http://schemas.openxmlformats.org/officeDocument/2006/relationships/image" Target="../media/image12412.png"/><Relationship Id="rId433" Type="http://schemas.openxmlformats.org/officeDocument/2006/relationships/image" Target="../media/image2271.png"/><Relationship Id="rId640" Type="http://schemas.openxmlformats.org/officeDocument/2006/relationships/customXml" Target="../ink/ink606.xml"/><Relationship Id="rId74" Type="http://schemas.openxmlformats.org/officeDocument/2006/relationships/image" Target="../media/image4912.png"/><Relationship Id="rId377" Type="http://schemas.openxmlformats.org/officeDocument/2006/relationships/image" Target="../media/image1991.png"/><Relationship Id="rId500" Type="http://schemas.openxmlformats.org/officeDocument/2006/relationships/image" Target="../media/image260.png"/><Relationship Id="rId584" Type="http://schemas.openxmlformats.org/officeDocument/2006/relationships/customXml" Target="../ink/ink578.xml"/><Relationship Id="rId5" Type="http://schemas.openxmlformats.org/officeDocument/2006/relationships/customXml" Target="../ink/ink304.xml"/><Relationship Id="rId237" Type="http://schemas.openxmlformats.org/officeDocument/2006/relationships/customXml" Target="../ink/ink410.xml"/><Relationship Id="rId444" Type="http://schemas.openxmlformats.org/officeDocument/2006/relationships/customXml" Target="../ink/ink508.xml"/><Relationship Id="rId651" Type="http://schemas.openxmlformats.org/officeDocument/2006/relationships/image" Target="../media/image333.png"/><Relationship Id="rId290" Type="http://schemas.openxmlformats.org/officeDocument/2006/relationships/customXml" Target="../ink/ink433.xml"/><Relationship Id="rId304" Type="http://schemas.openxmlformats.org/officeDocument/2006/relationships/customXml" Target="../ink/ink440.xml"/><Relationship Id="rId388" Type="http://schemas.openxmlformats.org/officeDocument/2006/relationships/customXml" Target="../ink/ink482.xml"/><Relationship Id="rId511" Type="http://schemas.openxmlformats.org/officeDocument/2006/relationships/customXml" Target="../ink/ink542.xml"/><Relationship Id="rId609" Type="http://schemas.openxmlformats.org/officeDocument/2006/relationships/image" Target="../media/image312.png"/><Relationship Id="rId85" Type="http://schemas.openxmlformats.org/officeDocument/2006/relationships/customXml" Target="../ink/ink344.xml"/><Relationship Id="rId150" Type="http://schemas.openxmlformats.org/officeDocument/2006/relationships/customXml" Target="../ink/ink377.xml"/><Relationship Id="rId595" Type="http://schemas.openxmlformats.org/officeDocument/2006/relationships/image" Target="../media/image305.png"/><Relationship Id="rId248" Type="http://schemas.openxmlformats.org/officeDocument/2006/relationships/customXml" Target="../ink/ink416.xml"/><Relationship Id="rId455" Type="http://schemas.openxmlformats.org/officeDocument/2006/relationships/customXml" Target="../ink/ink514.xml"/><Relationship Id="rId12" Type="http://schemas.openxmlformats.org/officeDocument/2006/relationships/image" Target="../media/image1811.png"/><Relationship Id="rId108" Type="http://schemas.openxmlformats.org/officeDocument/2006/relationships/image" Target="../media/image6614.png"/><Relationship Id="rId315" Type="http://schemas.openxmlformats.org/officeDocument/2006/relationships/image" Target="../media/image16811.png"/><Relationship Id="rId522" Type="http://schemas.openxmlformats.org/officeDocument/2006/relationships/image" Target="../media/image271.png"/><Relationship Id="rId96" Type="http://schemas.openxmlformats.org/officeDocument/2006/relationships/image" Target="../media/image6012.png"/><Relationship Id="rId161" Type="http://schemas.openxmlformats.org/officeDocument/2006/relationships/image" Target="../media/image9211.png"/><Relationship Id="rId399" Type="http://schemas.openxmlformats.org/officeDocument/2006/relationships/image" Target="../media/image2101.png"/><Relationship Id="rId259" Type="http://schemas.openxmlformats.org/officeDocument/2006/relationships/image" Target="../media/image14011.png"/><Relationship Id="rId466" Type="http://schemas.openxmlformats.org/officeDocument/2006/relationships/image" Target="../media/image243.png"/><Relationship Id="rId23" Type="http://schemas.openxmlformats.org/officeDocument/2006/relationships/customXml" Target="../ink/ink313.xml"/><Relationship Id="rId119" Type="http://schemas.openxmlformats.org/officeDocument/2006/relationships/image" Target="../media/image7113.png"/><Relationship Id="rId326" Type="http://schemas.openxmlformats.org/officeDocument/2006/relationships/customXml" Target="../ink/ink451.xml"/><Relationship Id="rId533" Type="http://schemas.openxmlformats.org/officeDocument/2006/relationships/customXml" Target="../ink/ink553.xml"/><Relationship Id="rId172" Type="http://schemas.openxmlformats.org/officeDocument/2006/relationships/customXml" Target="../ink/ink384.xml"/><Relationship Id="rId477" Type="http://schemas.openxmlformats.org/officeDocument/2006/relationships/customXml" Target="../ink/ink525.xml"/><Relationship Id="rId600" Type="http://schemas.openxmlformats.org/officeDocument/2006/relationships/customXml" Target="../ink/ink586.xml"/><Relationship Id="rId337" Type="http://schemas.openxmlformats.org/officeDocument/2006/relationships/image" Target="../media/image1796.png"/><Relationship Id="rId34" Type="http://schemas.openxmlformats.org/officeDocument/2006/relationships/image" Target="../media/image2914.png"/><Relationship Id="rId544" Type="http://schemas.openxmlformats.org/officeDocument/2006/relationships/image" Target="../media/image282.png"/><Relationship Id="rId183" Type="http://schemas.openxmlformats.org/officeDocument/2006/relationships/image" Target="../media/image10312.png"/><Relationship Id="rId390" Type="http://schemas.openxmlformats.org/officeDocument/2006/relationships/customXml" Target="../ink/ink483.xml"/><Relationship Id="rId404" Type="http://schemas.openxmlformats.org/officeDocument/2006/relationships/customXml" Target="../ink/ink488.xml"/><Relationship Id="rId611" Type="http://schemas.openxmlformats.org/officeDocument/2006/relationships/image" Target="../media/image313.png"/><Relationship Id="rId488" Type="http://schemas.openxmlformats.org/officeDocument/2006/relationships/image" Target="../media/image254.png"/><Relationship Id="rId45" Type="http://schemas.openxmlformats.org/officeDocument/2006/relationships/customXml" Target="../ink/ink324.xml"/><Relationship Id="rId110" Type="http://schemas.openxmlformats.org/officeDocument/2006/relationships/customXml" Target="../ink/ink357.xml"/><Relationship Id="rId348" Type="http://schemas.openxmlformats.org/officeDocument/2006/relationships/customXml" Target="../ink/ink462.xml"/><Relationship Id="rId555" Type="http://schemas.openxmlformats.org/officeDocument/2006/relationships/customXml" Target="../ink/ink564.xml"/><Relationship Id="rId194" Type="http://schemas.openxmlformats.org/officeDocument/2006/relationships/customXml" Target="../ink/ink395.xml"/><Relationship Id="rId415" Type="http://schemas.openxmlformats.org/officeDocument/2006/relationships/image" Target="../media/image218.png"/><Relationship Id="rId622" Type="http://schemas.openxmlformats.org/officeDocument/2006/relationships/customXml" Target="../ink/ink597.xml"/><Relationship Id="rId261" Type="http://schemas.openxmlformats.org/officeDocument/2006/relationships/image" Target="../media/image14111.png"/><Relationship Id="rId499" Type="http://schemas.openxmlformats.org/officeDocument/2006/relationships/customXml" Target="../ink/ink536.xml"/><Relationship Id="rId56" Type="http://schemas.openxmlformats.org/officeDocument/2006/relationships/image" Target="../media/image4014.png"/><Relationship Id="rId359" Type="http://schemas.openxmlformats.org/officeDocument/2006/relationships/image" Target="../media/image1902.png"/><Relationship Id="rId566" Type="http://schemas.openxmlformats.org/officeDocument/2006/relationships/image" Target="../media/image291.png"/><Relationship Id="rId121" Type="http://schemas.openxmlformats.org/officeDocument/2006/relationships/image" Target="../media/image7212.png"/><Relationship Id="rId219" Type="http://schemas.openxmlformats.org/officeDocument/2006/relationships/customXml" Target="../ink/ink401.xml"/><Relationship Id="rId426" Type="http://schemas.openxmlformats.org/officeDocument/2006/relationships/customXml" Target="../ink/ink499.xml"/><Relationship Id="rId633" Type="http://schemas.openxmlformats.org/officeDocument/2006/relationships/image" Target="../media/image324.png"/><Relationship Id="rId67" Type="http://schemas.openxmlformats.org/officeDocument/2006/relationships/customXml" Target="../ink/ink335.xml"/><Relationship Id="rId272" Type="http://schemas.openxmlformats.org/officeDocument/2006/relationships/customXml" Target="../ink/ink424.xml"/><Relationship Id="rId577" Type="http://schemas.openxmlformats.org/officeDocument/2006/relationships/image" Target="../media/image296.png"/><Relationship Id="rId132" Type="http://schemas.openxmlformats.org/officeDocument/2006/relationships/customXml" Target="../ink/ink368.xml"/><Relationship Id="rId437" Type="http://schemas.openxmlformats.org/officeDocument/2006/relationships/image" Target="../media/image229.png"/><Relationship Id="rId644" Type="http://schemas.openxmlformats.org/officeDocument/2006/relationships/customXml" Target="../ink/ink608.xml"/></Relationships>
</file>

<file path=ppt/slides/_rels/slide59.xml.rels><?xml version="1.0" encoding="UTF-8" standalone="yes"?>
<Relationships xmlns="http://schemas.openxmlformats.org/package/2006/relationships"><Relationship Id="rId3" Type="http://schemas.openxmlformats.org/officeDocument/2006/relationships/customXml" Target="../ink/ink617.xml"/><Relationship Id="rId2" Type="http://schemas.openxmlformats.org/officeDocument/2006/relationships/image" Target="../media/image162.png"/><Relationship Id="rId1" Type="http://schemas.openxmlformats.org/officeDocument/2006/relationships/slideLayout" Target="../slideLayouts/slideLayout7.xml"/><Relationship Id="rId4" Type="http://schemas.openxmlformats.org/officeDocument/2006/relationships/image" Target="../media/image170.png"/></Relationships>
</file>

<file path=ppt/slides/_rels/slide60.xml.rels><?xml version="1.0" encoding="UTF-8" standalone="yes"?>
<Relationships xmlns="http://schemas.openxmlformats.org/package/2006/relationships"><Relationship Id="rId26" Type="http://schemas.openxmlformats.org/officeDocument/2006/relationships/customXml" Target="../ink/ink630.xml"/><Relationship Id="rId21" Type="http://schemas.openxmlformats.org/officeDocument/2006/relationships/image" Target="../media/image2970.png"/><Relationship Id="rId42" Type="http://schemas.openxmlformats.org/officeDocument/2006/relationships/customXml" Target="../ink/ink638.xml"/><Relationship Id="rId47" Type="http://schemas.openxmlformats.org/officeDocument/2006/relationships/image" Target="../media/image3101.png"/><Relationship Id="rId63" Type="http://schemas.openxmlformats.org/officeDocument/2006/relationships/image" Target="../media/image3181.png"/><Relationship Id="rId68" Type="http://schemas.openxmlformats.org/officeDocument/2006/relationships/customXml" Target="../ink/ink651.xml"/><Relationship Id="rId16" Type="http://schemas.openxmlformats.org/officeDocument/2006/relationships/customXml" Target="../ink/ink625.xml"/><Relationship Id="rId11" Type="http://schemas.openxmlformats.org/officeDocument/2006/relationships/image" Target="../media/image2920.png"/><Relationship Id="rId32" Type="http://schemas.openxmlformats.org/officeDocument/2006/relationships/customXml" Target="../ink/ink633.xml"/><Relationship Id="rId37" Type="http://schemas.openxmlformats.org/officeDocument/2006/relationships/image" Target="../media/image3050.png"/><Relationship Id="rId53" Type="http://schemas.openxmlformats.org/officeDocument/2006/relationships/image" Target="../media/image3130.png"/><Relationship Id="rId58" Type="http://schemas.openxmlformats.org/officeDocument/2006/relationships/customXml" Target="../ink/ink646.xml"/><Relationship Id="rId74" Type="http://schemas.openxmlformats.org/officeDocument/2006/relationships/customXml" Target="../ink/ink654.xml"/><Relationship Id="rId79" Type="http://schemas.openxmlformats.org/officeDocument/2006/relationships/image" Target="../media/image3261.png"/><Relationship Id="rId5" Type="http://schemas.openxmlformats.org/officeDocument/2006/relationships/image" Target="../media/image2890.png"/><Relationship Id="rId61" Type="http://schemas.openxmlformats.org/officeDocument/2006/relationships/image" Target="../media/image3171.png"/><Relationship Id="rId82" Type="http://schemas.openxmlformats.org/officeDocument/2006/relationships/customXml" Target="../ink/ink658.xml"/><Relationship Id="rId19" Type="http://schemas.openxmlformats.org/officeDocument/2006/relationships/image" Target="../media/image2960.png"/><Relationship Id="rId14" Type="http://schemas.openxmlformats.org/officeDocument/2006/relationships/customXml" Target="../ink/ink624.xml"/><Relationship Id="rId22" Type="http://schemas.openxmlformats.org/officeDocument/2006/relationships/customXml" Target="../ink/ink628.xml"/><Relationship Id="rId27" Type="http://schemas.openxmlformats.org/officeDocument/2006/relationships/image" Target="../media/image3000.png"/><Relationship Id="rId30" Type="http://schemas.openxmlformats.org/officeDocument/2006/relationships/customXml" Target="../ink/ink632.xml"/><Relationship Id="rId35" Type="http://schemas.openxmlformats.org/officeDocument/2006/relationships/image" Target="../media/image3040.png"/><Relationship Id="rId43" Type="http://schemas.openxmlformats.org/officeDocument/2006/relationships/image" Target="../media/image3080.png"/><Relationship Id="rId48" Type="http://schemas.openxmlformats.org/officeDocument/2006/relationships/customXml" Target="../ink/ink641.xml"/><Relationship Id="rId56" Type="http://schemas.openxmlformats.org/officeDocument/2006/relationships/customXml" Target="../ink/ink645.xml"/><Relationship Id="rId64" Type="http://schemas.openxmlformats.org/officeDocument/2006/relationships/customXml" Target="../ink/ink649.xml"/><Relationship Id="rId69" Type="http://schemas.openxmlformats.org/officeDocument/2006/relationships/image" Target="../media/image3214.png"/><Relationship Id="rId77" Type="http://schemas.openxmlformats.org/officeDocument/2006/relationships/image" Target="../media/image3251.png"/><Relationship Id="rId8" Type="http://schemas.openxmlformats.org/officeDocument/2006/relationships/customXml" Target="../ink/ink621.xml"/><Relationship Id="rId51" Type="http://schemas.openxmlformats.org/officeDocument/2006/relationships/image" Target="../media/image3120.png"/><Relationship Id="rId72" Type="http://schemas.openxmlformats.org/officeDocument/2006/relationships/customXml" Target="../ink/ink653.xml"/><Relationship Id="rId80" Type="http://schemas.openxmlformats.org/officeDocument/2006/relationships/customXml" Target="../ink/ink657.xml"/><Relationship Id="rId3" Type="http://schemas.openxmlformats.org/officeDocument/2006/relationships/image" Target="../media/image2880.png"/><Relationship Id="rId12" Type="http://schemas.openxmlformats.org/officeDocument/2006/relationships/customXml" Target="../ink/ink623.xml"/><Relationship Id="rId17" Type="http://schemas.openxmlformats.org/officeDocument/2006/relationships/image" Target="../media/image2950.png"/><Relationship Id="rId25" Type="http://schemas.openxmlformats.org/officeDocument/2006/relationships/image" Target="../media/image2990.png"/><Relationship Id="rId33" Type="http://schemas.openxmlformats.org/officeDocument/2006/relationships/image" Target="../media/image3030.png"/><Relationship Id="rId38" Type="http://schemas.openxmlformats.org/officeDocument/2006/relationships/customXml" Target="../ink/ink636.xml"/><Relationship Id="rId46" Type="http://schemas.openxmlformats.org/officeDocument/2006/relationships/customXml" Target="../ink/ink640.xml"/><Relationship Id="rId59" Type="http://schemas.openxmlformats.org/officeDocument/2006/relationships/image" Target="../media/image3161.png"/><Relationship Id="rId67" Type="http://schemas.openxmlformats.org/officeDocument/2006/relationships/image" Target="../media/image3202.png"/><Relationship Id="rId20" Type="http://schemas.openxmlformats.org/officeDocument/2006/relationships/customXml" Target="../ink/ink627.xml"/><Relationship Id="rId41" Type="http://schemas.openxmlformats.org/officeDocument/2006/relationships/image" Target="../media/image3070.png"/><Relationship Id="rId54" Type="http://schemas.openxmlformats.org/officeDocument/2006/relationships/customXml" Target="../ink/ink644.xml"/><Relationship Id="rId62" Type="http://schemas.openxmlformats.org/officeDocument/2006/relationships/customXml" Target="../ink/ink648.xml"/><Relationship Id="rId70" Type="http://schemas.openxmlformats.org/officeDocument/2006/relationships/customXml" Target="../ink/ink652.xml"/><Relationship Id="rId75" Type="http://schemas.openxmlformats.org/officeDocument/2006/relationships/image" Target="../media/image3241.png"/><Relationship Id="rId83" Type="http://schemas.openxmlformats.org/officeDocument/2006/relationships/image" Target="../media/image3281.png"/><Relationship Id="rId1" Type="http://schemas.openxmlformats.org/officeDocument/2006/relationships/slideLayout" Target="../slideLayouts/slideLayout2.xml"/><Relationship Id="rId6" Type="http://schemas.openxmlformats.org/officeDocument/2006/relationships/customXml" Target="../ink/ink620.xml"/><Relationship Id="rId15" Type="http://schemas.openxmlformats.org/officeDocument/2006/relationships/image" Target="../media/image2940.png"/><Relationship Id="rId23" Type="http://schemas.openxmlformats.org/officeDocument/2006/relationships/image" Target="../media/image2980.png"/><Relationship Id="rId28" Type="http://schemas.openxmlformats.org/officeDocument/2006/relationships/customXml" Target="../ink/ink631.xml"/><Relationship Id="rId36" Type="http://schemas.openxmlformats.org/officeDocument/2006/relationships/customXml" Target="../ink/ink635.xml"/><Relationship Id="rId49" Type="http://schemas.openxmlformats.org/officeDocument/2006/relationships/image" Target="../media/image3111.png"/><Relationship Id="rId57" Type="http://schemas.openxmlformats.org/officeDocument/2006/relationships/image" Target="../media/image3150.png"/><Relationship Id="rId10" Type="http://schemas.openxmlformats.org/officeDocument/2006/relationships/customXml" Target="../ink/ink622.xml"/><Relationship Id="rId31" Type="http://schemas.openxmlformats.org/officeDocument/2006/relationships/image" Target="../media/image3020.png"/><Relationship Id="rId44" Type="http://schemas.openxmlformats.org/officeDocument/2006/relationships/customXml" Target="../ink/ink639.xml"/><Relationship Id="rId52" Type="http://schemas.openxmlformats.org/officeDocument/2006/relationships/customXml" Target="../ink/ink643.xml"/><Relationship Id="rId60" Type="http://schemas.openxmlformats.org/officeDocument/2006/relationships/customXml" Target="../ink/ink647.xml"/><Relationship Id="rId65" Type="http://schemas.openxmlformats.org/officeDocument/2006/relationships/image" Target="../media/image3191.png"/><Relationship Id="rId73" Type="http://schemas.openxmlformats.org/officeDocument/2006/relationships/image" Target="../media/image3231.png"/><Relationship Id="rId78" Type="http://schemas.openxmlformats.org/officeDocument/2006/relationships/customXml" Target="../ink/ink656.xml"/><Relationship Id="rId81" Type="http://schemas.openxmlformats.org/officeDocument/2006/relationships/image" Target="../media/image3271.png"/><Relationship Id="rId4" Type="http://schemas.openxmlformats.org/officeDocument/2006/relationships/customXml" Target="../ink/ink619.xml"/><Relationship Id="rId9" Type="http://schemas.openxmlformats.org/officeDocument/2006/relationships/image" Target="../media/image2911.png"/><Relationship Id="rId13" Type="http://schemas.openxmlformats.org/officeDocument/2006/relationships/image" Target="../media/image2930.png"/><Relationship Id="rId18" Type="http://schemas.openxmlformats.org/officeDocument/2006/relationships/customXml" Target="../ink/ink626.xml"/><Relationship Id="rId39" Type="http://schemas.openxmlformats.org/officeDocument/2006/relationships/image" Target="../media/image3060.png"/><Relationship Id="rId34" Type="http://schemas.openxmlformats.org/officeDocument/2006/relationships/customXml" Target="../ink/ink634.xml"/><Relationship Id="rId50" Type="http://schemas.openxmlformats.org/officeDocument/2006/relationships/customXml" Target="../ink/ink642.xml"/><Relationship Id="rId55" Type="http://schemas.openxmlformats.org/officeDocument/2006/relationships/image" Target="../media/image3140.png"/><Relationship Id="rId76" Type="http://schemas.openxmlformats.org/officeDocument/2006/relationships/customXml" Target="../ink/ink655.xml"/><Relationship Id="rId7" Type="http://schemas.openxmlformats.org/officeDocument/2006/relationships/image" Target="../media/image2901.png"/><Relationship Id="rId71" Type="http://schemas.openxmlformats.org/officeDocument/2006/relationships/image" Target="../media/image3221.png"/><Relationship Id="rId2" Type="http://schemas.openxmlformats.org/officeDocument/2006/relationships/customXml" Target="../ink/ink618.xml"/><Relationship Id="rId29" Type="http://schemas.openxmlformats.org/officeDocument/2006/relationships/image" Target="../media/image3011.png"/><Relationship Id="rId24" Type="http://schemas.openxmlformats.org/officeDocument/2006/relationships/customXml" Target="../ink/ink629.xml"/><Relationship Id="rId40" Type="http://schemas.openxmlformats.org/officeDocument/2006/relationships/customXml" Target="../ink/ink637.xml"/><Relationship Id="rId45" Type="http://schemas.openxmlformats.org/officeDocument/2006/relationships/image" Target="../media/image3090.png"/><Relationship Id="rId66" Type="http://schemas.openxmlformats.org/officeDocument/2006/relationships/customXml" Target="../ink/ink650.xml"/></Relationships>
</file>

<file path=ppt/slides/_rels/slide61.xml.rels><?xml version="1.0" encoding="UTF-8" standalone="yes"?>
<Relationships xmlns="http://schemas.openxmlformats.org/package/2006/relationships"><Relationship Id="rId117" Type="http://schemas.openxmlformats.org/officeDocument/2006/relationships/image" Target="../media/image5913.png"/><Relationship Id="rId299" Type="http://schemas.openxmlformats.org/officeDocument/2006/relationships/image" Target="../media/image474.png"/><Relationship Id="rId21" Type="http://schemas.openxmlformats.org/officeDocument/2006/relationships/image" Target="../media/image3381.png"/><Relationship Id="rId63" Type="http://schemas.openxmlformats.org/officeDocument/2006/relationships/image" Target="../media/image359.png"/><Relationship Id="rId159" Type="http://schemas.openxmlformats.org/officeDocument/2006/relationships/image" Target="../media/image406.png"/><Relationship Id="rId324" Type="http://schemas.openxmlformats.org/officeDocument/2006/relationships/customXml" Target="../ink/ink822.xml"/><Relationship Id="rId366" Type="http://schemas.openxmlformats.org/officeDocument/2006/relationships/customXml" Target="../ink/ink843.xml"/><Relationship Id="rId170" Type="http://schemas.openxmlformats.org/officeDocument/2006/relationships/customXml" Target="../ink/ink743.xml"/><Relationship Id="rId226" Type="http://schemas.openxmlformats.org/officeDocument/2006/relationships/customXml" Target="../ink/ink772.xml"/><Relationship Id="rId268" Type="http://schemas.openxmlformats.org/officeDocument/2006/relationships/image" Target="../media/image459.png"/><Relationship Id="rId32" Type="http://schemas.openxmlformats.org/officeDocument/2006/relationships/customXml" Target="../ink/ink674.xml"/><Relationship Id="rId74" Type="http://schemas.openxmlformats.org/officeDocument/2006/relationships/customXml" Target="../ink/ink695.xml"/><Relationship Id="rId128" Type="http://schemas.openxmlformats.org/officeDocument/2006/relationships/customXml" Target="../ink/ink722.xml"/><Relationship Id="rId335" Type="http://schemas.openxmlformats.org/officeDocument/2006/relationships/image" Target="../media/image492.png"/><Relationship Id="rId5" Type="http://schemas.openxmlformats.org/officeDocument/2006/relationships/image" Target="../media/image3302.png"/><Relationship Id="rId181" Type="http://schemas.openxmlformats.org/officeDocument/2006/relationships/image" Target="../media/image417.png"/><Relationship Id="rId237" Type="http://schemas.openxmlformats.org/officeDocument/2006/relationships/customXml" Target="../ink/ink778.xml"/><Relationship Id="rId279" Type="http://schemas.openxmlformats.org/officeDocument/2006/relationships/image" Target="../media/image464.png"/><Relationship Id="rId43" Type="http://schemas.openxmlformats.org/officeDocument/2006/relationships/image" Target="../media/image349.png"/><Relationship Id="rId139" Type="http://schemas.openxmlformats.org/officeDocument/2006/relationships/image" Target="../media/image396.png"/><Relationship Id="rId290" Type="http://schemas.openxmlformats.org/officeDocument/2006/relationships/customXml" Target="../ink/ink805.xml"/><Relationship Id="rId304" Type="http://schemas.openxmlformats.org/officeDocument/2006/relationships/customXml" Target="../ink/ink812.xml"/><Relationship Id="rId346" Type="http://schemas.openxmlformats.org/officeDocument/2006/relationships/customXml" Target="../ink/ink833.xml"/><Relationship Id="rId85" Type="http://schemas.openxmlformats.org/officeDocument/2006/relationships/image" Target="../media/image370.png"/><Relationship Id="rId150" Type="http://schemas.openxmlformats.org/officeDocument/2006/relationships/customXml" Target="../ink/ink733.xml"/><Relationship Id="rId192" Type="http://schemas.openxmlformats.org/officeDocument/2006/relationships/customXml" Target="../ink/ink754.xml"/><Relationship Id="rId206" Type="http://schemas.openxmlformats.org/officeDocument/2006/relationships/image" Target="../media/image429.png"/><Relationship Id="rId248" Type="http://schemas.openxmlformats.org/officeDocument/2006/relationships/image" Target="../media/image449.png"/><Relationship Id="rId12" Type="http://schemas.openxmlformats.org/officeDocument/2006/relationships/customXml" Target="../ink/ink664.xml"/><Relationship Id="rId108" Type="http://schemas.openxmlformats.org/officeDocument/2006/relationships/customXml" Target="../ink/ink712.xml"/><Relationship Id="rId315" Type="http://schemas.openxmlformats.org/officeDocument/2006/relationships/image" Target="../media/image482.png"/><Relationship Id="rId357" Type="http://schemas.openxmlformats.org/officeDocument/2006/relationships/image" Target="../media/image503.png"/><Relationship Id="rId54" Type="http://schemas.openxmlformats.org/officeDocument/2006/relationships/customXml" Target="../ink/ink685.xml"/><Relationship Id="rId96" Type="http://schemas.openxmlformats.org/officeDocument/2006/relationships/customXml" Target="../ink/ink706.xml"/><Relationship Id="rId161" Type="http://schemas.openxmlformats.org/officeDocument/2006/relationships/image" Target="../media/image407.png"/><Relationship Id="rId217" Type="http://schemas.openxmlformats.org/officeDocument/2006/relationships/customXml" Target="../ink/ink767.xml"/><Relationship Id="rId259" Type="http://schemas.openxmlformats.org/officeDocument/2006/relationships/customXml" Target="../ink/ink789.xml"/><Relationship Id="rId23" Type="http://schemas.openxmlformats.org/officeDocument/2006/relationships/image" Target="../media/image3391.png"/><Relationship Id="rId119" Type="http://schemas.openxmlformats.org/officeDocument/2006/relationships/image" Target="../media/image386.png"/><Relationship Id="rId270" Type="http://schemas.openxmlformats.org/officeDocument/2006/relationships/customXml" Target="../ink/ink795.xml"/><Relationship Id="rId326" Type="http://schemas.openxmlformats.org/officeDocument/2006/relationships/customXml" Target="../ink/ink823.xml"/><Relationship Id="rId65" Type="http://schemas.openxmlformats.org/officeDocument/2006/relationships/image" Target="../media/image360.png"/><Relationship Id="rId130" Type="http://schemas.openxmlformats.org/officeDocument/2006/relationships/customXml" Target="../ink/ink723.xml"/><Relationship Id="rId368" Type="http://schemas.openxmlformats.org/officeDocument/2006/relationships/customXml" Target="../ink/ink844.xml"/><Relationship Id="rId172" Type="http://schemas.openxmlformats.org/officeDocument/2006/relationships/customXml" Target="../ink/ink744.xml"/><Relationship Id="rId228" Type="http://schemas.openxmlformats.org/officeDocument/2006/relationships/image" Target="../media/image439.png"/><Relationship Id="rId281" Type="http://schemas.openxmlformats.org/officeDocument/2006/relationships/image" Target="../media/image465.png"/><Relationship Id="rId337" Type="http://schemas.openxmlformats.org/officeDocument/2006/relationships/image" Target="../media/image493.png"/><Relationship Id="rId34" Type="http://schemas.openxmlformats.org/officeDocument/2006/relationships/customXml" Target="../ink/ink675.xml"/><Relationship Id="rId76" Type="http://schemas.openxmlformats.org/officeDocument/2006/relationships/customXml" Target="../ink/ink696.xml"/><Relationship Id="rId141" Type="http://schemas.openxmlformats.org/officeDocument/2006/relationships/image" Target="../media/image397.png"/><Relationship Id="rId7" Type="http://schemas.openxmlformats.org/officeDocument/2006/relationships/image" Target="../media/image3314.png"/><Relationship Id="rId183" Type="http://schemas.openxmlformats.org/officeDocument/2006/relationships/image" Target="../media/image418.png"/><Relationship Id="rId239" Type="http://schemas.openxmlformats.org/officeDocument/2006/relationships/customXml" Target="../ink/ink779.xml"/><Relationship Id="rId250" Type="http://schemas.openxmlformats.org/officeDocument/2006/relationships/image" Target="../media/image450.png"/><Relationship Id="rId292" Type="http://schemas.openxmlformats.org/officeDocument/2006/relationships/customXml" Target="../ink/ink806.xml"/><Relationship Id="rId306" Type="http://schemas.openxmlformats.org/officeDocument/2006/relationships/customXml" Target="../ink/ink813.xml"/><Relationship Id="rId45" Type="http://schemas.openxmlformats.org/officeDocument/2006/relationships/image" Target="../media/image350.png"/><Relationship Id="rId87" Type="http://schemas.openxmlformats.org/officeDocument/2006/relationships/image" Target="../media/image371.png"/><Relationship Id="rId110" Type="http://schemas.openxmlformats.org/officeDocument/2006/relationships/customXml" Target="../ink/ink713.xml"/><Relationship Id="rId348" Type="http://schemas.openxmlformats.org/officeDocument/2006/relationships/customXml" Target="../ink/ink834.xml"/><Relationship Id="rId152" Type="http://schemas.openxmlformats.org/officeDocument/2006/relationships/customXml" Target="../ink/ink734.xml"/><Relationship Id="rId194" Type="http://schemas.openxmlformats.org/officeDocument/2006/relationships/customXml" Target="../ink/ink755.xml"/><Relationship Id="rId208" Type="http://schemas.openxmlformats.org/officeDocument/2006/relationships/image" Target="../media/image430.png"/><Relationship Id="rId261" Type="http://schemas.openxmlformats.org/officeDocument/2006/relationships/customXml" Target="../ink/ink790.xml"/><Relationship Id="rId14" Type="http://schemas.openxmlformats.org/officeDocument/2006/relationships/customXml" Target="../ink/ink665.xml"/><Relationship Id="rId56" Type="http://schemas.openxmlformats.org/officeDocument/2006/relationships/customXml" Target="../ink/ink686.xml"/><Relationship Id="rId317" Type="http://schemas.openxmlformats.org/officeDocument/2006/relationships/image" Target="../media/image483.png"/><Relationship Id="rId359" Type="http://schemas.openxmlformats.org/officeDocument/2006/relationships/image" Target="../media/image504.png"/><Relationship Id="rId98" Type="http://schemas.openxmlformats.org/officeDocument/2006/relationships/customXml" Target="../ink/ink707.xml"/><Relationship Id="rId121" Type="http://schemas.openxmlformats.org/officeDocument/2006/relationships/image" Target="../media/image387.png"/><Relationship Id="rId163" Type="http://schemas.openxmlformats.org/officeDocument/2006/relationships/image" Target="../media/image408.png"/><Relationship Id="rId219" Type="http://schemas.openxmlformats.org/officeDocument/2006/relationships/customXml" Target="../ink/ink768.xml"/><Relationship Id="rId230" Type="http://schemas.openxmlformats.org/officeDocument/2006/relationships/image" Target="../media/image440.png"/><Relationship Id="rId25" Type="http://schemas.openxmlformats.org/officeDocument/2006/relationships/image" Target="../media/image340.png"/><Relationship Id="rId67" Type="http://schemas.openxmlformats.org/officeDocument/2006/relationships/image" Target="../media/image361.png"/><Relationship Id="rId272" Type="http://schemas.openxmlformats.org/officeDocument/2006/relationships/customXml" Target="../ink/ink796.xml"/><Relationship Id="rId328" Type="http://schemas.openxmlformats.org/officeDocument/2006/relationships/customXml" Target="../ink/ink824.xml"/><Relationship Id="rId132" Type="http://schemas.openxmlformats.org/officeDocument/2006/relationships/customXml" Target="../ink/ink724.xml"/><Relationship Id="rId174" Type="http://schemas.openxmlformats.org/officeDocument/2006/relationships/customXml" Target="../ink/ink745.xml"/><Relationship Id="rId241" Type="http://schemas.openxmlformats.org/officeDocument/2006/relationships/customXml" Target="../ink/ink780.xml"/><Relationship Id="rId15" Type="http://schemas.openxmlformats.org/officeDocument/2006/relationships/image" Target="../media/image3351.png"/><Relationship Id="rId36" Type="http://schemas.openxmlformats.org/officeDocument/2006/relationships/customXml" Target="../ink/ink676.xml"/><Relationship Id="rId57" Type="http://schemas.openxmlformats.org/officeDocument/2006/relationships/image" Target="../media/image356.png"/><Relationship Id="rId262" Type="http://schemas.openxmlformats.org/officeDocument/2006/relationships/image" Target="../media/image456.png"/><Relationship Id="rId283" Type="http://schemas.openxmlformats.org/officeDocument/2006/relationships/image" Target="../media/image466.png"/><Relationship Id="rId318" Type="http://schemas.openxmlformats.org/officeDocument/2006/relationships/customXml" Target="../ink/ink819.xml"/><Relationship Id="rId339" Type="http://schemas.openxmlformats.org/officeDocument/2006/relationships/image" Target="../media/image494.png"/><Relationship Id="rId78" Type="http://schemas.openxmlformats.org/officeDocument/2006/relationships/customXml" Target="../ink/ink697.xml"/><Relationship Id="rId99" Type="http://schemas.openxmlformats.org/officeDocument/2006/relationships/image" Target="../media/image377.png"/><Relationship Id="rId101" Type="http://schemas.openxmlformats.org/officeDocument/2006/relationships/image" Target="../media/image378.png"/><Relationship Id="rId122" Type="http://schemas.openxmlformats.org/officeDocument/2006/relationships/customXml" Target="../ink/ink719.xml"/><Relationship Id="rId143" Type="http://schemas.openxmlformats.org/officeDocument/2006/relationships/image" Target="../media/image398.png"/><Relationship Id="rId164" Type="http://schemas.openxmlformats.org/officeDocument/2006/relationships/customXml" Target="../ink/ink740.xml"/><Relationship Id="rId185" Type="http://schemas.openxmlformats.org/officeDocument/2006/relationships/image" Target="../media/image419.png"/><Relationship Id="rId350" Type="http://schemas.openxmlformats.org/officeDocument/2006/relationships/customXml" Target="../ink/ink835.xml"/><Relationship Id="rId9" Type="http://schemas.openxmlformats.org/officeDocument/2006/relationships/image" Target="../media/image3321.png"/><Relationship Id="rId210" Type="http://schemas.openxmlformats.org/officeDocument/2006/relationships/image" Target="../media/image431.png"/><Relationship Id="rId26" Type="http://schemas.openxmlformats.org/officeDocument/2006/relationships/customXml" Target="../ink/ink671.xml"/><Relationship Id="rId231" Type="http://schemas.openxmlformats.org/officeDocument/2006/relationships/customXml" Target="../ink/ink775.xml"/><Relationship Id="rId252" Type="http://schemas.openxmlformats.org/officeDocument/2006/relationships/image" Target="../media/image451.png"/><Relationship Id="rId273" Type="http://schemas.openxmlformats.org/officeDocument/2006/relationships/image" Target="../media/image461.png"/><Relationship Id="rId294" Type="http://schemas.openxmlformats.org/officeDocument/2006/relationships/customXml" Target="../ink/ink807.xml"/><Relationship Id="rId308" Type="http://schemas.openxmlformats.org/officeDocument/2006/relationships/customXml" Target="../ink/ink814.xml"/><Relationship Id="rId329" Type="http://schemas.openxmlformats.org/officeDocument/2006/relationships/image" Target="../media/image489.png"/><Relationship Id="rId47" Type="http://schemas.openxmlformats.org/officeDocument/2006/relationships/image" Target="../media/image351.png"/><Relationship Id="rId68" Type="http://schemas.openxmlformats.org/officeDocument/2006/relationships/customXml" Target="../ink/ink692.xml"/><Relationship Id="rId89" Type="http://schemas.openxmlformats.org/officeDocument/2006/relationships/image" Target="../media/image372.png"/><Relationship Id="rId112" Type="http://schemas.openxmlformats.org/officeDocument/2006/relationships/customXml" Target="../ink/ink714.xml"/><Relationship Id="rId133" Type="http://schemas.openxmlformats.org/officeDocument/2006/relationships/image" Target="../media/image393.png"/><Relationship Id="rId154" Type="http://schemas.openxmlformats.org/officeDocument/2006/relationships/customXml" Target="../ink/ink735.xml"/><Relationship Id="rId175" Type="http://schemas.openxmlformats.org/officeDocument/2006/relationships/image" Target="../media/image414.png"/><Relationship Id="rId340" Type="http://schemas.openxmlformats.org/officeDocument/2006/relationships/customXml" Target="../ink/ink830.xml"/><Relationship Id="rId361" Type="http://schemas.openxmlformats.org/officeDocument/2006/relationships/image" Target="../media/image505.png"/><Relationship Id="rId196" Type="http://schemas.openxmlformats.org/officeDocument/2006/relationships/customXml" Target="../ink/ink756.xml"/><Relationship Id="rId200" Type="http://schemas.openxmlformats.org/officeDocument/2006/relationships/image" Target="../media/image426.png"/><Relationship Id="rId16" Type="http://schemas.openxmlformats.org/officeDocument/2006/relationships/customXml" Target="../ink/ink666.xml"/><Relationship Id="rId221" Type="http://schemas.openxmlformats.org/officeDocument/2006/relationships/customXml" Target="../ink/ink769.xml"/><Relationship Id="rId242" Type="http://schemas.openxmlformats.org/officeDocument/2006/relationships/image" Target="../media/image446.png"/><Relationship Id="rId263" Type="http://schemas.openxmlformats.org/officeDocument/2006/relationships/customXml" Target="../ink/ink791.xml"/><Relationship Id="rId284" Type="http://schemas.openxmlformats.org/officeDocument/2006/relationships/customXml" Target="../ink/ink802.xml"/><Relationship Id="rId319" Type="http://schemas.openxmlformats.org/officeDocument/2006/relationships/image" Target="../media/image484.png"/><Relationship Id="rId37" Type="http://schemas.openxmlformats.org/officeDocument/2006/relationships/image" Target="../media/image346.png"/><Relationship Id="rId58" Type="http://schemas.openxmlformats.org/officeDocument/2006/relationships/customXml" Target="../ink/ink687.xml"/><Relationship Id="rId79" Type="http://schemas.openxmlformats.org/officeDocument/2006/relationships/image" Target="../media/image367.png"/><Relationship Id="rId102" Type="http://schemas.openxmlformats.org/officeDocument/2006/relationships/customXml" Target="../ink/ink709.xml"/><Relationship Id="rId123" Type="http://schemas.openxmlformats.org/officeDocument/2006/relationships/image" Target="../media/image388.png"/><Relationship Id="rId144" Type="http://schemas.openxmlformats.org/officeDocument/2006/relationships/customXml" Target="../ink/ink730.xml"/><Relationship Id="rId330" Type="http://schemas.openxmlformats.org/officeDocument/2006/relationships/customXml" Target="../ink/ink825.xml"/><Relationship Id="rId90" Type="http://schemas.openxmlformats.org/officeDocument/2006/relationships/customXml" Target="../ink/ink703.xml"/><Relationship Id="rId165" Type="http://schemas.openxmlformats.org/officeDocument/2006/relationships/image" Target="../media/image409.png"/><Relationship Id="rId186" Type="http://schemas.openxmlformats.org/officeDocument/2006/relationships/customXml" Target="../ink/ink751.xml"/><Relationship Id="rId351" Type="http://schemas.openxmlformats.org/officeDocument/2006/relationships/image" Target="../media/image500.png"/><Relationship Id="rId211" Type="http://schemas.openxmlformats.org/officeDocument/2006/relationships/customXml" Target="../ink/ink764.xml"/><Relationship Id="rId232" Type="http://schemas.openxmlformats.org/officeDocument/2006/relationships/image" Target="../media/image441.png"/><Relationship Id="rId253" Type="http://schemas.openxmlformats.org/officeDocument/2006/relationships/customXml" Target="../ink/ink786.xml"/><Relationship Id="rId274" Type="http://schemas.openxmlformats.org/officeDocument/2006/relationships/customXml" Target="../ink/ink797.xml"/><Relationship Id="rId295" Type="http://schemas.openxmlformats.org/officeDocument/2006/relationships/image" Target="../media/image472.png"/><Relationship Id="rId309" Type="http://schemas.openxmlformats.org/officeDocument/2006/relationships/image" Target="../media/image479.png"/><Relationship Id="rId27" Type="http://schemas.openxmlformats.org/officeDocument/2006/relationships/image" Target="../media/image341.png"/><Relationship Id="rId48" Type="http://schemas.openxmlformats.org/officeDocument/2006/relationships/customXml" Target="../ink/ink682.xml"/><Relationship Id="rId69" Type="http://schemas.openxmlformats.org/officeDocument/2006/relationships/image" Target="../media/image362.png"/><Relationship Id="rId113" Type="http://schemas.openxmlformats.org/officeDocument/2006/relationships/image" Target="../media/image384.png"/><Relationship Id="rId134" Type="http://schemas.openxmlformats.org/officeDocument/2006/relationships/customXml" Target="../ink/ink725.xml"/><Relationship Id="rId320" Type="http://schemas.openxmlformats.org/officeDocument/2006/relationships/customXml" Target="../ink/ink820.xml"/><Relationship Id="rId80" Type="http://schemas.openxmlformats.org/officeDocument/2006/relationships/customXml" Target="../ink/ink698.xml"/><Relationship Id="rId155" Type="http://schemas.openxmlformats.org/officeDocument/2006/relationships/image" Target="../media/image404.png"/><Relationship Id="rId176" Type="http://schemas.openxmlformats.org/officeDocument/2006/relationships/customXml" Target="../ink/ink746.xml"/><Relationship Id="rId197" Type="http://schemas.openxmlformats.org/officeDocument/2006/relationships/image" Target="../media/image425.png"/><Relationship Id="rId341" Type="http://schemas.openxmlformats.org/officeDocument/2006/relationships/image" Target="../media/image495.png"/><Relationship Id="rId362" Type="http://schemas.openxmlformats.org/officeDocument/2006/relationships/customXml" Target="../ink/ink841.xml"/><Relationship Id="rId201" Type="http://schemas.openxmlformats.org/officeDocument/2006/relationships/customXml" Target="../ink/ink759.xml"/><Relationship Id="rId222" Type="http://schemas.openxmlformats.org/officeDocument/2006/relationships/image" Target="../media/image437.png"/><Relationship Id="rId243" Type="http://schemas.openxmlformats.org/officeDocument/2006/relationships/customXml" Target="../ink/ink781.xml"/><Relationship Id="rId264" Type="http://schemas.openxmlformats.org/officeDocument/2006/relationships/image" Target="../media/image457.png"/><Relationship Id="rId285" Type="http://schemas.openxmlformats.org/officeDocument/2006/relationships/image" Target="../media/image467.png"/><Relationship Id="rId17" Type="http://schemas.openxmlformats.org/officeDocument/2006/relationships/image" Target="../media/image3361.png"/><Relationship Id="rId38" Type="http://schemas.openxmlformats.org/officeDocument/2006/relationships/customXml" Target="../ink/ink677.xml"/><Relationship Id="rId59" Type="http://schemas.openxmlformats.org/officeDocument/2006/relationships/image" Target="../media/image357.png"/><Relationship Id="rId103" Type="http://schemas.openxmlformats.org/officeDocument/2006/relationships/image" Target="../media/image379.png"/><Relationship Id="rId124" Type="http://schemas.openxmlformats.org/officeDocument/2006/relationships/customXml" Target="../ink/ink720.xml"/><Relationship Id="rId310" Type="http://schemas.openxmlformats.org/officeDocument/2006/relationships/customXml" Target="../ink/ink815.xml"/><Relationship Id="rId70" Type="http://schemas.openxmlformats.org/officeDocument/2006/relationships/customXml" Target="../ink/ink693.xml"/><Relationship Id="rId91" Type="http://schemas.openxmlformats.org/officeDocument/2006/relationships/image" Target="../media/image373.png"/><Relationship Id="rId145" Type="http://schemas.openxmlformats.org/officeDocument/2006/relationships/image" Target="../media/image399.png"/><Relationship Id="rId166" Type="http://schemas.openxmlformats.org/officeDocument/2006/relationships/customXml" Target="../ink/ink741.xml"/><Relationship Id="rId187" Type="http://schemas.openxmlformats.org/officeDocument/2006/relationships/image" Target="../media/image420.png"/><Relationship Id="rId331" Type="http://schemas.openxmlformats.org/officeDocument/2006/relationships/image" Target="../media/image490.png"/><Relationship Id="rId352" Type="http://schemas.openxmlformats.org/officeDocument/2006/relationships/customXml" Target="../ink/ink836.xml"/><Relationship Id="rId1" Type="http://schemas.openxmlformats.org/officeDocument/2006/relationships/slideLayout" Target="../slideLayouts/slideLayout2.xml"/><Relationship Id="rId212" Type="http://schemas.openxmlformats.org/officeDocument/2006/relationships/image" Target="../media/image432.png"/><Relationship Id="rId233" Type="http://schemas.openxmlformats.org/officeDocument/2006/relationships/customXml" Target="../ink/ink776.xml"/><Relationship Id="rId254" Type="http://schemas.openxmlformats.org/officeDocument/2006/relationships/image" Target="../media/image452.png"/><Relationship Id="rId28" Type="http://schemas.openxmlformats.org/officeDocument/2006/relationships/customXml" Target="../ink/ink672.xml"/><Relationship Id="rId49" Type="http://schemas.openxmlformats.org/officeDocument/2006/relationships/image" Target="../media/image352.png"/><Relationship Id="rId114" Type="http://schemas.openxmlformats.org/officeDocument/2006/relationships/customXml" Target="../ink/ink715.xml"/><Relationship Id="rId275" Type="http://schemas.openxmlformats.org/officeDocument/2006/relationships/image" Target="../media/image462.png"/><Relationship Id="rId296" Type="http://schemas.openxmlformats.org/officeDocument/2006/relationships/customXml" Target="../ink/ink808.xml"/><Relationship Id="rId300" Type="http://schemas.openxmlformats.org/officeDocument/2006/relationships/customXml" Target="../ink/ink810.xml"/><Relationship Id="rId60" Type="http://schemas.openxmlformats.org/officeDocument/2006/relationships/customXml" Target="../ink/ink688.xml"/><Relationship Id="rId81" Type="http://schemas.openxmlformats.org/officeDocument/2006/relationships/image" Target="../media/image368.png"/><Relationship Id="rId135" Type="http://schemas.openxmlformats.org/officeDocument/2006/relationships/image" Target="../media/image394.png"/><Relationship Id="rId156" Type="http://schemas.openxmlformats.org/officeDocument/2006/relationships/customXml" Target="../ink/ink736.xml"/><Relationship Id="rId177" Type="http://schemas.openxmlformats.org/officeDocument/2006/relationships/image" Target="../media/image415.png"/><Relationship Id="rId198" Type="http://schemas.openxmlformats.org/officeDocument/2006/relationships/customXml" Target="../ink/ink757.xml"/><Relationship Id="rId321" Type="http://schemas.openxmlformats.org/officeDocument/2006/relationships/image" Target="../media/image485.png"/><Relationship Id="rId342" Type="http://schemas.openxmlformats.org/officeDocument/2006/relationships/customXml" Target="../ink/ink831.xml"/><Relationship Id="rId363" Type="http://schemas.openxmlformats.org/officeDocument/2006/relationships/image" Target="../media/image506.png"/><Relationship Id="rId202" Type="http://schemas.openxmlformats.org/officeDocument/2006/relationships/image" Target="../media/image427.png"/><Relationship Id="rId223" Type="http://schemas.openxmlformats.org/officeDocument/2006/relationships/customXml" Target="../ink/ink770.xml"/><Relationship Id="rId244" Type="http://schemas.openxmlformats.org/officeDocument/2006/relationships/image" Target="../media/image447.png"/><Relationship Id="rId18" Type="http://schemas.openxmlformats.org/officeDocument/2006/relationships/customXml" Target="../ink/ink667.xml"/><Relationship Id="rId39" Type="http://schemas.openxmlformats.org/officeDocument/2006/relationships/image" Target="../media/image347.png"/><Relationship Id="rId265" Type="http://schemas.openxmlformats.org/officeDocument/2006/relationships/customXml" Target="../ink/ink792.xml"/><Relationship Id="rId286" Type="http://schemas.openxmlformats.org/officeDocument/2006/relationships/customXml" Target="../ink/ink803.xml"/><Relationship Id="rId50" Type="http://schemas.openxmlformats.org/officeDocument/2006/relationships/customXml" Target="../ink/ink683.xml"/><Relationship Id="rId104" Type="http://schemas.openxmlformats.org/officeDocument/2006/relationships/customXml" Target="../ink/ink710.xml"/><Relationship Id="rId125" Type="http://schemas.openxmlformats.org/officeDocument/2006/relationships/image" Target="../media/image389.png"/><Relationship Id="rId146" Type="http://schemas.openxmlformats.org/officeDocument/2006/relationships/customXml" Target="../ink/ink731.xml"/><Relationship Id="rId167" Type="http://schemas.openxmlformats.org/officeDocument/2006/relationships/image" Target="../media/image410.png"/><Relationship Id="rId188" Type="http://schemas.openxmlformats.org/officeDocument/2006/relationships/customXml" Target="../ink/ink752.xml"/><Relationship Id="rId311" Type="http://schemas.openxmlformats.org/officeDocument/2006/relationships/image" Target="../media/image480.png"/><Relationship Id="rId332" Type="http://schemas.openxmlformats.org/officeDocument/2006/relationships/customXml" Target="../ink/ink826.xml"/><Relationship Id="rId353" Type="http://schemas.openxmlformats.org/officeDocument/2006/relationships/image" Target="../media/image501.png"/><Relationship Id="rId71" Type="http://schemas.openxmlformats.org/officeDocument/2006/relationships/image" Target="../media/image363.png"/><Relationship Id="rId92" Type="http://schemas.openxmlformats.org/officeDocument/2006/relationships/customXml" Target="../ink/ink704.xml"/><Relationship Id="rId213" Type="http://schemas.openxmlformats.org/officeDocument/2006/relationships/customXml" Target="../ink/ink765.xml"/><Relationship Id="rId234" Type="http://schemas.openxmlformats.org/officeDocument/2006/relationships/image" Target="../media/image442.png"/><Relationship Id="rId2" Type="http://schemas.openxmlformats.org/officeDocument/2006/relationships/customXml" Target="../ink/ink659.xml"/><Relationship Id="rId29" Type="http://schemas.openxmlformats.org/officeDocument/2006/relationships/image" Target="../media/image342.png"/><Relationship Id="rId255" Type="http://schemas.openxmlformats.org/officeDocument/2006/relationships/customXml" Target="../ink/ink787.xml"/><Relationship Id="rId276" Type="http://schemas.openxmlformats.org/officeDocument/2006/relationships/customXml" Target="../ink/ink798.xml"/><Relationship Id="rId297" Type="http://schemas.openxmlformats.org/officeDocument/2006/relationships/image" Target="../media/image473.png"/><Relationship Id="rId40" Type="http://schemas.openxmlformats.org/officeDocument/2006/relationships/customXml" Target="../ink/ink678.xml"/><Relationship Id="rId115" Type="http://schemas.openxmlformats.org/officeDocument/2006/relationships/image" Target="../media/image385.png"/><Relationship Id="rId136" Type="http://schemas.openxmlformats.org/officeDocument/2006/relationships/customXml" Target="../ink/ink726.xml"/><Relationship Id="rId157" Type="http://schemas.openxmlformats.org/officeDocument/2006/relationships/image" Target="../media/image405.png"/><Relationship Id="rId178" Type="http://schemas.openxmlformats.org/officeDocument/2006/relationships/customXml" Target="../ink/ink747.xml"/><Relationship Id="rId301" Type="http://schemas.openxmlformats.org/officeDocument/2006/relationships/image" Target="../media/image475.png"/><Relationship Id="rId322" Type="http://schemas.openxmlformats.org/officeDocument/2006/relationships/customXml" Target="../ink/ink821.xml"/><Relationship Id="rId343" Type="http://schemas.openxmlformats.org/officeDocument/2006/relationships/image" Target="../media/image496.png"/><Relationship Id="rId364" Type="http://schemas.openxmlformats.org/officeDocument/2006/relationships/customXml" Target="../ink/ink842.xml"/><Relationship Id="rId61" Type="http://schemas.openxmlformats.org/officeDocument/2006/relationships/image" Target="../media/image358.png"/><Relationship Id="rId82" Type="http://schemas.openxmlformats.org/officeDocument/2006/relationships/customXml" Target="../ink/ink699.xml"/><Relationship Id="rId199" Type="http://schemas.openxmlformats.org/officeDocument/2006/relationships/customXml" Target="../ink/ink758.xml"/><Relationship Id="rId203" Type="http://schemas.openxmlformats.org/officeDocument/2006/relationships/customXml" Target="../ink/ink760.xml"/><Relationship Id="rId19" Type="http://schemas.openxmlformats.org/officeDocument/2006/relationships/image" Target="../media/image3371.png"/><Relationship Id="rId224" Type="http://schemas.openxmlformats.org/officeDocument/2006/relationships/customXml" Target="../ink/ink771.xml"/><Relationship Id="rId245" Type="http://schemas.openxmlformats.org/officeDocument/2006/relationships/customXml" Target="../ink/ink782.xml"/><Relationship Id="rId266" Type="http://schemas.openxmlformats.org/officeDocument/2006/relationships/image" Target="../media/image458.png"/><Relationship Id="rId287" Type="http://schemas.openxmlformats.org/officeDocument/2006/relationships/image" Target="../media/image468.png"/><Relationship Id="rId30" Type="http://schemas.openxmlformats.org/officeDocument/2006/relationships/customXml" Target="../ink/ink673.xml"/><Relationship Id="rId105" Type="http://schemas.openxmlformats.org/officeDocument/2006/relationships/image" Target="../media/image380.png"/><Relationship Id="rId126" Type="http://schemas.openxmlformats.org/officeDocument/2006/relationships/customXml" Target="../ink/ink721.xml"/><Relationship Id="rId147" Type="http://schemas.openxmlformats.org/officeDocument/2006/relationships/image" Target="../media/image400.png"/><Relationship Id="rId168" Type="http://schemas.openxmlformats.org/officeDocument/2006/relationships/customXml" Target="../ink/ink742.xml"/><Relationship Id="rId312" Type="http://schemas.openxmlformats.org/officeDocument/2006/relationships/customXml" Target="../ink/ink816.xml"/><Relationship Id="rId333" Type="http://schemas.openxmlformats.org/officeDocument/2006/relationships/image" Target="../media/image491.png"/><Relationship Id="rId354" Type="http://schemas.openxmlformats.org/officeDocument/2006/relationships/customXml" Target="../ink/ink837.xml"/><Relationship Id="rId51" Type="http://schemas.openxmlformats.org/officeDocument/2006/relationships/image" Target="../media/image353.png"/><Relationship Id="rId72" Type="http://schemas.openxmlformats.org/officeDocument/2006/relationships/customXml" Target="../ink/ink694.xml"/><Relationship Id="rId93" Type="http://schemas.openxmlformats.org/officeDocument/2006/relationships/image" Target="../media/image374.png"/><Relationship Id="rId189" Type="http://schemas.openxmlformats.org/officeDocument/2006/relationships/image" Target="../media/image421.png"/><Relationship Id="rId3" Type="http://schemas.openxmlformats.org/officeDocument/2006/relationships/image" Target="../media/image3291.png"/><Relationship Id="rId214" Type="http://schemas.openxmlformats.org/officeDocument/2006/relationships/image" Target="../media/image433.png"/><Relationship Id="rId235" Type="http://schemas.openxmlformats.org/officeDocument/2006/relationships/customXml" Target="../ink/ink777.xml"/><Relationship Id="rId256" Type="http://schemas.openxmlformats.org/officeDocument/2006/relationships/image" Target="../media/image453.png"/><Relationship Id="rId277" Type="http://schemas.openxmlformats.org/officeDocument/2006/relationships/image" Target="../media/image463.png"/><Relationship Id="rId298" Type="http://schemas.openxmlformats.org/officeDocument/2006/relationships/customXml" Target="../ink/ink809.xml"/><Relationship Id="rId116" Type="http://schemas.openxmlformats.org/officeDocument/2006/relationships/customXml" Target="../ink/ink716.xml"/><Relationship Id="rId137" Type="http://schemas.openxmlformats.org/officeDocument/2006/relationships/image" Target="../media/image395.png"/><Relationship Id="rId158" Type="http://schemas.openxmlformats.org/officeDocument/2006/relationships/customXml" Target="../ink/ink737.xml"/><Relationship Id="rId302" Type="http://schemas.openxmlformats.org/officeDocument/2006/relationships/customXml" Target="../ink/ink811.xml"/><Relationship Id="rId323" Type="http://schemas.openxmlformats.org/officeDocument/2006/relationships/image" Target="../media/image486.png"/><Relationship Id="rId344" Type="http://schemas.openxmlformats.org/officeDocument/2006/relationships/customXml" Target="../ink/ink832.xml"/><Relationship Id="rId20" Type="http://schemas.openxmlformats.org/officeDocument/2006/relationships/customXml" Target="../ink/ink668.xml"/><Relationship Id="rId41" Type="http://schemas.openxmlformats.org/officeDocument/2006/relationships/image" Target="../media/image348.png"/><Relationship Id="rId62" Type="http://schemas.openxmlformats.org/officeDocument/2006/relationships/customXml" Target="../ink/ink689.xml"/><Relationship Id="rId83" Type="http://schemas.openxmlformats.org/officeDocument/2006/relationships/image" Target="../media/image369.png"/><Relationship Id="rId179" Type="http://schemas.openxmlformats.org/officeDocument/2006/relationships/image" Target="../media/image416.png"/><Relationship Id="rId365" Type="http://schemas.openxmlformats.org/officeDocument/2006/relationships/image" Target="../media/image507.png"/><Relationship Id="rId190" Type="http://schemas.openxmlformats.org/officeDocument/2006/relationships/customXml" Target="../ink/ink753.xml"/><Relationship Id="rId204" Type="http://schemas.openxmlformats.org/officeDocument/2006/relationships/image" Target="../media/image428.png"/><Relationship Id="rId225" Type="http://schemas.openxmlformats.org/officeDocument/2006/relationships/image" Target="../media/image438.png"/><Relationship Id="rId246" Type="http://schemas.openxmlformats.org/officeDocument/2006/relationships/image" Target="../media/image448.png"/><Relationship Id="rId267" Type="http://schemas.openxmlformats.org/officeDocument/2006/relationships/customXml" Target="../ink/ink793.xml"/><Relationship Id="rId288" Type="http://schemas.openxmlformats.org/officeDocument/2006/relationships/customXml" Target="../ink/ink804.xml"/><Relationship Id="rId106" Type="http://schemas.openxmlformats.org/officeDocument/2006/relationships/customXml" Target="../ink/ink711.xml"/><Relationship Id="rId127" Type="http://schemas.openxmlformats.org/officeDocument/2006/relationships/image" Target="../media/image390.png"/><Relationship Id="rId313" Type="http://schemas.openxmlformats.org/officeDocument/2006/relationships/image" Target="../media/image481.png"/><Relationship Id="rId10" Type="http://schemas.openxmlformats.org/officeDocument/2006/relationships/customXml" Target="../ink/ink663.xml"/><Relationship Id="rId31" Type="http://schemas.openxmlformats.org/officeDocument/2006/relationships/image" Target="../media/image343.png"/><Relationship Id="rId52" Type="http://schemas.openxmlformats.org/officeDocument/2006/relationships/customXml" Target="../ink/ink684.xml"/><Relationship Id="rId73" Type="http://schemas.openxmlformats.org/officeDocument/2006/relationships/image" Target="../media/image364.png"/><Relationship Id="rId94" Type="http://schemas.openxmlformats.org/officeDocument/2006/relationships/customXml" Target="../ink/ink705.xml"/><Relationship Id="rId148" Type="http://schemas.openxmlformats.org/officeDocument/2006/relationships/customXml" Target="../ink/ink732.xml"/><Relationship Id="rId169" Type="http://schemas.openxmlformats.org/officeDocument/2006/relationships/image" Target="../media/image411.png"/><Relationship Id="rId334" Type="http://schemas.openxmlformats.org/officeDocument/2006/relationships/customXml" Target="../ink/ink827.xml"/><Relationship Id="rId355" Type="http://schemas.openxmlformats.org/officeDocument/2006/relationships/image" Target="../media/image502.png"/><Relationship Id="rId4" Type="http://schemas.openxmlformats.org/officeDocument/2006/relationships/customXml" Target="../ink/ink660.xml"/><Relationship Id="rId180" Type="http://schemas.openxmlformats.org/officeDocument/2006/relationships/customXml" Target="../ink/ink748.xml"/><Relationship Id="rId215" Type="http://schemas.openxmlformats.org/officeDocument/2006/relationships/customXml" Target="../ink/ink766.xml"/><Relationship Id="rId236" Type="http://schemas.openxmlformats.org/officeDocument/2006/relationships/image" Target="../media/image443.png"/><Relationship Id="rId257" Type="http://schemas.openxmlformats.org/officeDocument/2006/relationships/customXml" Target="../ink/ink788.xml"/><Relationship Id="rId278" Type="http://schemas.openxmlformats.org/officeDocument/2006/relationships/customXml" Target="../ink/ink799.xml"/><Relationship Id="rId303" Type="http://schemas.openxmlformats.org/officeDocument/2006/relationships/image" Target="../media/image476.png"/><Relationship Id="rId42" Type="http://schemas.openxmlformats.org/officeDocument/2006/relationships/customXml" Target="../ink/ink679.xml"/><Relationship Id="rId84" Type="http://schemas.openxmlformats.org/officeDocument/2006/relationships/customXml" Target="../ink/ink700.xml"/><Relationship Id="rId138" Type="http://schemas.openxmlformats.org/officeDocument/2006/relationships/customXml" Target="../ink/ink727.xml"/><Relationship Id="rId345" Type="http://schemas.openxmlformats.org/officeDocument/2006/relationships/image" Target="../media/image497.png"/><Relationship Id="rId191" Type="http://schemas.openxmlformats.org/officeDocument/2006/relationships/image" Target="../media/image422.png"/><Relationship Id="rId205" Type="http://schemas.openxmlformats.org/officeDocument/2006/relationships/customXml" Target="../ink/ink761.xml"/><Relationship Id="rId247" Type="http://schemas.openxmlformats.org/officeDocument/2006/relationships/customXml" Target="../ink/ink783.xml"/><Relationship Id="rId107" Type="http://schemas.openxmlformats.org/officeDocument/2006/relationships/image" Target="../media/image381.png"/><Relationship Id="rId289" Type="http://schemas.openxmlformats.org/officeDocument/2006/relationships/image" Target="../media/image469.png"/><Relationship Id="rId11" Type="http://schemas.openxmlformats.org/officeDocument/2006/relationships/image" Target="../media/image3331.png"/><Relationship Id="rId53" Type="http://schemas.openxmlformats.org/officeDocument/2006/relationships/image" Target="../media/image354.png"/><Relationship Id="rId149" Type="http://schemas.openxmlformats.org/officeDocument/2006/relationships/image" Target="../media/image401.png"/><Relationship Id="rId314" Type="http://schemas.openxmlformats.org/officeDocument/2006/relationships/customXml" Target="../ink/ink817.xml"/><Relationship Id="rId356" Type="http://schemas.openxmlformats.org/officeDocument/2006/relationships/customXml" Target="../ink/ink838.xml"/><Relationship Id="rId95" Type="http://schemas.openxmlformats.org/officeDocument/2006/relationships/image" Target="../media/image375.png"/><Relationship Id="rId160" Type="http://schemas.openxmlformats.org/officeDocument/2006/relationships/customXml" Target="../ink/ink738.xml"/><Relationship Id="rId216" Type="http://schemas.openxmlformats.org/officeDocument/2006/relationships/image" Target="../media/image434.png"/><Relationship Id="rId258" Type="http://schemas.openxmlformats.org/officeDocument/2006/relationships/image" Target="../media/image454.png"/><Relationship Id="rId22" Type="http://schemas.openxmlformats.org/officeDocument/2006/relationships/customXml" Target="../ink/ink669.xml"/><Relationship Id="rId64" Type="http://schemas.openxmlformats.org/officeDocument/2006/relationships/customXml" Target="../ink/ink690.xml"/><Relationship Id="rId118" Type="http://schemas.openxmlformats.org/officeDocument/2006/relationships/customXml" Target="../ink/ink717.xml"/><Relationship Id="rId325" Type="http://schemas.openxmlformats.org/officeDocument/2006/relationships/image" Target="../media/image487.png"/><Relationship Id="rId367" Type="http://schemas.openxmlformats.org/officeDocument/2006/relationships/image" Target="../media/image508.png"/><Relationship Id="rId171" Type="http://schemas.openxmlformats.org/officeDocument/2006/relationships/image" Target="../media/image412.png"/><Relationship Id="rId227" Type="http://schemas.openxmlformats.org/officeDocument/2006/relationships/customXml" Target="../ink/ink773.xml"/><Relationship Id="rId269" Type="http://schemas.openxmlformats.org/officeDocument/2006/relationships/customXml" Target="../ink/ink794.xml"/><Relationship Id="rId33" Type="http://schemas.openxmlformats.org/officeDocument/2006/relationships/image" Target="../media/image344.png"/><Relationship Id="rId129" Type="http://schemas.openxmlformats.org/officeDocument/2006/relationships/image" Target="../media/image391.png"/><Relationship Id="rId280" Type="http://schemas.openxmlformats.org/officeDocument/2006/relationships/customXml" Target="../ink/ink800.xml"/><Relationship Id="rId336" Type="http://schemas.openxmlformats.org/officeDocument/2006/relationships/customXml" Target="../ink/ink828.xml"/><Relationship Id="rId75" Type="http://schemas.openxmlformats.org/officeDocument/2006/relationships/image" Target="../media/image365.png"/><Relationship Id="rId140" Type="http://schemas.openxmlformats.org/officeDocument/2006/relationships/customXml" Target="../ink/ink728.xml"/><Relationship Id="rId182" Type="http://schemas.openxmlformats.org/officeDocument/2006/relationships/customXml" Target="../ink/ink749.xml"/><Relationship Id="rId6" Type="http://schemas.openxmlformats.org/officeDocument/2006/relationships/customXml" Target="../ink/ink661.xml"/><Relationship Id="rId238" Type="http://schemas.openxmlformats.org/officeDocument/2006/relationships/image" Target="../media/image444.png"/><Relationship Id="rId291" Type="http://schemas.openxmlformats.org/officeDocument/2006/relationships/image" Target="../media/image470.png"/><Relationship Id="rId305" Type="http://schemas.openxmlformats.org/officeDocument/2006/relationships/image" Target="../media/image477.png"/><Relationship Id="rId347" Type="http://schemas.openxmlformats.org/officeDocument/2006/relationships/image" Target="../media/image498.png"/><Relationship Id="rId44" Type="http://schemas.openxmlformats.org/officeDocument/2006/relationships/customXml" Target="../ink/ink680.xml"/><Relationship Id="rId86" Type="http://schemas.openxmlformats.org/officeDocument/2006/relationships/customXml" Target="../ink/ink701.xml"/><Relationship Id="rId151" Type="http://schemas.openxmlformats.org/officeDocument/2006/relationships/image" Target="../media/image402.png"/><Relationship Id="rId193" Type="http://schemas.openxmlformats.org/officeDocument/2006/relationships/image" Target="../media/image423.png"/><Relationship Id="rId207" Type="http://schemas.openxmlformats.org/officeDocument/2006/relationships/customXml" Target="../ink/ink762.xml"/><Relationship Id="rId249" Type="http://schemas.openxmlformats.org/officeDocument/2006/relationships/customXml" Target="../ink/ink784.xml"/><Relationship Id="rId13" Type="http://schemas.openxmlformats.org/officeDocument/2006/relationships/image" Target="../media/image3341.png"/><Relationship Id="rId109" Type="http://schemas.openxmlformats.org/officeDocument/2006/relationships/image" Target="../media/image382.png"/><Relationship Id="rId260" Type="http://schemas.openxmlformats.org/officeDocument/2006/relationships/image" Target="../media/image455.png"/><Relationship Id="rId316" Type="http://schemas.openxmlformats.org/officeDocument/2006/relationships/customXml" Target="../ink/ink818.xml"/><Relationship Id="rId55" Type="http://schemas.openxmlformats.org/officeDocument/2006/relationships/image" Target="../media/image355.png"/><Relationship Id="rId97" Type="http://schemas.openxmlformats.org/officeDocument/2006/relationships/image" Target="../media/image376.png"/><Relationship Id="rId120" Type="http://schemas.openxmlformats.org/officeDocument/2006/relationships/customXml" Target="../ink/ink718.xml"/><Relationship Id="rId358" Type="http://schemas.openxmlformats.org/officeDocument/2006/relationships/customXml" Target="../ink/ink839.xml"/><Relationship Id="rId162" Type="http://schemas.openxmlformats.org/officeDocument/2006/relationships/customXml" Target="../ink/ink739.xml"/><Relationship Id="rId218" Type="http://schemas.openxmlformats.org/officeDocument/2006/relationships/image" Target="../media/image435.png"/><Relationship Id="rId271" Type="http://schemas.openxmlformats.org/officeDocument/2006/relationships/image" Target="../media/image460.png"/><Relationship Id="rId24" Type="http://schemas.openxmlformats.org/officeDocument/2006/relationships/customXml" Target="../ink/ink670.xml"/><Relationship Id="rId66" Type="http://schemas.openxmlformats.org/officeDocument/2006/relationships/customXml" Target="../ink/ink691.xml"/><Relationship Id="rId131" Type="http://schemas.openxmlformats.org/officeDocument/2006/relationships/image" Target="../media/image392.png"/><Relationship Id="rId327" Type="http://schemas.openxmlformats.org/officeDocument/2006/relationships/image" Target="../media/image488.png"/><Relationship Id="rId369" Type="http://schemas.openxmlformats.org/officeDocument/2006/relationships/image" Target="../media/image509.png"/><Relationship Id="rId173" Type="http://schemas.openxmlformats.org/officeDocument/2006/relationships/image" Target="../media/image413.png"/><Relationship Id="rId229" Type="http://schemas.openxmlformats.org/officeDocument/2006/relationships/customXml" Target="../ink/ink774.xml"/><Relationship Id="rId240" Type="http://schemas.openxmlformats.org/officeDocument/2006/relationships/image" Target="../media/image445.png"/><Relationship Id="rId35" Type="http://schemas.openxmlformats.org/officeDocument/2006/relationships/image" Target="../media/image345.png"/><Relationship Id="rId77" Type="http://schemas.openxmlformats.org/officeDocument/2006/relationships/image" Target="../media/image366.png"/><Relationship Id="rId100" Type="http://schemas.openxmlformats.org/officeDocument/2006/relationships/customXml" Target="../ink/ink708.xml"/><Relationship Id="rId282" Type="http://schemas.openxmlformats.org/officeDocument/2006/relationships/customXml" Target="../ink/ink801.xml"/><Relationship Id="rId338" Type="http://schemas.openxmlformats.org/officeDocument/2006/relationships/customXml" Target="../ink/ink829.xml"/><Relationship Id="rId8" Type="http://schemas.openxmlformats.org/officeDocument/2006/relationships/customXml" Target="../ink/ink662.xml"/><Relationship Id="rId142" Type="http://schemas.openxmlformats.org/officeDocument/2006/relationships/customXml" Target="../ink/ink729.xml"/><Relationship Id="rId184" Type="http://schemas.openxmlformats.org/officeDocument/2006/relationships/customXml" Target="../ink/ink750.xml"/><Relationship Id="rId251" Type="http://schemas.openxmlformats.org/officeDocument/2006/relationships/customXml" Target="../ink/ink785.xml"/><Relationship Id="rId46" Type="http://schemas.openxmlformats.org/officeDocument/2006/relationships/customXml" Target="../ink/ink681.xml"/><Relationship Id="rId293" Type="http://schemas.openxmlformats.org/officeDocument/2006/relationships/image" Target="../media/image471.png"/><Relationship Id="rId307" Type="http://schemas.openxmlformats.org/officeDocument/2006/relationships/image" Target="../media/image478.png"/><Relationship Id="rId349" Type="http://schemas.openxmlformats.org/officeDocument/2006/relationships/image" Target="../media/image499.png"/><Relationship Id="rId88" Type="http://schemas.openxmlformats.org/officeDocument/2006/relationships/customXml" Target="../ink/ink702.xml"/><Relationship Id="rId111" Type="http://schemas.openxmlformats.org/officeDocument/2006/relationships/image" Target="../media/image383.png"/><Relationship Id="rId153" Type="http://schemas.openxmlformats.org/officeDocument/2006/relationships/image" Target="../media/image403.png"/><Relationship Id="rId195" Type="http://schemas.openxmlformats.org/officeDocument/2006/relationships/image" Target="../media/image424.png"/><Relationship Id="rId209" Type="http://schemas.openxmlformats.org/officeDocument/2006/relationships/customXml" Target="../ink/ink763.xml"/><Relationship Id="rId360" Type="http://schemas.openxmlformats.org/officeDocument/2006/relationships/customXml" Target="../ink/ink840.xml"/><Relationship Id="rId220" Type="http://schemas.openxmlformats.org/officeDocument/2006/relationships/image" Target="../media/image436.png"/></Relationships>
</file>

<file path=ppt/slides/_rels/slide62.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8" Type="http://schemas.openxmlformats.org/officeDocument/2006/relationships/image" Target="../media/image1630.png"/><Relationship Id="rId3" Type="http://schemas.openxmlformats.org/officeDocument/2006/relationships/image" Target="../media/image1560.png"/><Relationship Id="rId7" Type="http://schemas.openxmlformats.org/officeDocument/2006/relationships/image" Target="../media/image1550.png"/><Relationship Id="rId2" Type="http://schemas.openxmlformats.org/officeDocument/2006/relationships/notesSlide" Target="../notesSlides/notesSlide31.xml"/><Relationship Id="rId1" Type="http://schemas.openxmlformats.org/officeDocument/2006/relationships/slideLayout" Target="../slideLayouts/slideLayout6.xml"/><Relationship Id="rId5" Type="http://schemas.openxmlformats.org/officeDocument/2006/relationships/image" Target="../media/image142.png"/><Relationship Id="rId10" Type="http://schemas.openxmlformats.org/officeDocument/2006/relationships/image" Target="../media/image171.png"/><Relationship Id="rId4" Type="http://schemas.openxmlformats.org/officeDocument/2006/relationships/image" Target="../media/image1600.png"/><Relationship Id="rId9" Type="http://schemas.openxmlformats.org/officeDocument/2006/relationships/customXml" Target="../ink/ink845.xml"/></Relationships>
</file>

<file path=ppt/slides/_rels/slide64.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8" Type="http://schemas.openxmlformats.org/officeDocument/2006/relationships/image" Target="../media/image1590.png"/><Relationship Id="rId3" Type="http://schemas.openxmlformats.org/officeDocument/2006/relationships/image" Target="../media/image1640.png"/><Relationship Id="rId2" Type="http://schemas.openxmlformats.org/officeDocument/2006/relationships/notesSlide" Target="../notesSlides/notesSlide33.xml"/><Relationship Id="rId1" Type="http://schemas.openxmlformats.org/officeDocument/2006/relationships/slideLayout" Target="../slideLayouts/slideLayout6.xml"/><Relationship Id="rId6" Type="http://schemas.openxmlformats.org/officeDocument/2006/relationships/image" Target="../media/image142.png"/><Relationship Id="rId5" Type="http://schemas.openxmlformats.org/officeDocument/2006/relationships/image" Target="../media/image1660.png"/><Relationship Id="rId10" Type="http://schemas.openxmlformats.org/officeDocument/2006/relationships/image" Target="../media/image1680.png"/><Relationship Id="rId4" Type="http://schemas.openxmlformats.org/officeDocument/2006/relationships/image" Target="../media/image1650.png"/><Relationship Id="rId9" Type="http://schemas.openxmlformats.org/officeDocument/2006/relationships/image" Target="../media/image1670.png"/></Relationships>
</file>

<file path=ppt/slides/_rels/slide66.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34.xml"/><Relationship Id="rId1" Type="http://schemas.openxmlformats.org/officeDocument/2006/relationships/slideLayout" Target="../slideLayouts/slideLayout6.xml"/><Relationship Id="rId4" Type="http://schemas.openxmlformats.org/officeDocument/2006/relationships/image" Target="../media/image164.png"/></Relationships>
</file>

<file path=ppt/slides/_rels/slide67.xml.rels><?xml version="1.0" encoding="UTF-8" standalone="yes"?>
<Relationships xmlns="http://schemas.openxmlformats.org/package/2006/relationships"><Relationship Id="rId117" Type="http://schemas.openxmlformats.org/officeDocument/2006/relationships/image" Target="../media/image6470.png"/><Relationship Id="rId671" Type="http://schemas.openxmlformats.org/officeDocument/2006/relationships/customXml" Target="../ink/ink1083.xml"/><Relationship Id="rId769" Type="http://schemas.openxmlformats.org/officeDocument/2006/relationships/image" Target="../media/image758.png"/><Relationship Id="rId976" Type="http://schemas.openxmlformats.org/officeDocument/2006/relationships/image" Target="../media/image889.png"/><Relationship Id="rId21" Type="http://schemas.openxmlformats.org/officeDocument/2006/relationships/image" Target="../media/image599.png"/><Relationship Id="rId531" Type="http://schemas.openxmlformats.org/officeDocument/2006/relationships/customXml" Target="../ink/ink1012.xml"/><Relationship Id="rId629" Type="http://schemas.openxmlformats.org/officeDocument/2006/relationships/customXml" Target="../ink/ink1062.xml"/><Relationship Id="rId836" Type="http://schemas.openxmlformats.org/officeDocument/2006/relationships/customXml" Target="../ink/ink1167.xml"/><Relationship Id="rId1021" Type="http://schemas.openxmlformats.org/officeDocument/2006/relationships/image" Target="../media/image911.png"/><Relationship Id="rId475" Type="http://schemas.openxmlformats.org/officeDocument/2006/relationships/customXml" Target="../ink/ink991.xml"/><Relationship Id="rId682" Type="http://schemas.openxmlformats.org/officeDocument/2006/relationships/image" Target="../media/image668.png"/><Relationship Id="rId903" Type="http://schemas.openxmlformats.org/officeDocument/2006/relationships/customXml" Target="../ink/ink1201.xml"/><Relationship Id="rId32" Type="http://schemas.openxmlformats.org/officeDocument/2006/relationships/customXml" Target="../ink/ink860.xml"/><Relationship Id="rId128" Type="http://schemas.openxmlformats.org/officeDocument/2006/relationships/customXml" Target="../ink/ink908.xml"/><Relationship Id="rId542" Type="http://schemas.openxmlformats.org/officeDocument/2006/relationships/image" Target="../media/image189.png"/><Relationship Id="rId987" Type="http://schemas.openxmlformats.org/officeDocument/2006/relationships/customXml" Target="../ink/ink1243.xml"/><Relationship Id="rId181" Type="http://schemas.openxmlformats.org/officeDocument/2006/relationships/image" Target="../media/image678.png"/><Relationship Id="rId402" Type="http://schemas.openxmlformats.org/officeDocument/2006/relationships/image" Target="../media/image787.png"/><Relationship Id="rId847" Type="http://schemas.openxmlformats.org/officeDocument/2006/relationships/customXml" Target="../ink/ink1173.xml"/><Relationship Id="rId1032" Type="http://schemas.openxmlformats.org/officeDocument/2006/relationships/customXml" Target="../ink/ink1266.xml"/><Relationship Id="rId279" Type="http://schemas.openxmlformats.org/officeDocument/2006/relationships/customXml" Target="../ink/ink955.xml"/><Relationship Id="rId486" Type="http://schemas.openxmlformats.org/officeDocument/2006/relationships/image" Target="../media/image829.png"/><Relationship Id="rId693" Type="http://schemas.openxmlformats.org/officeDocument/2006/relationships/image" Target="../media/image691.png"/><Relationship Id="rId707" Type="http://schemas.openxmlformats.org/officeDocument/2006/relationships/image" Target="../media/image699.png"/><Relationship Id="rId914" Type="http://schemas.openxmlformats.org/officeDocument/2006/relationships/image" Target="../media/image858.png"/><Relationship Id="rId43" Type="http://schemas.openxmlformats.org/officeDocument/2006/relationships/image" Target="../media/image610.png"/><Relationship Id="rId139" Type="http://schemas.openxmlformats.org/officeDocument/2006/relationships/image" Target="../media/image6580.png"/><Relationship Id="rId553" Type="http://schemas.openxmlformats.org/officeDocument/2006/relationships/customXml" Target="../ink/ink1023.xml"/><Relationship Id="rId760" Type="http://schemas.openxmlformats.org/officeDocument/2006/relationships/customXml" Target="../ink/ink1128.xml"/><Relationship Id="rId998" Type="http://schemas.openxmlformats.org/officeDocument/2006/relationships/customXml" Target="../ink/ink1249.xml"/><Relationship Id="rId192" Type="http://schemas.openxmlformats.org/officeDocument/2006/relationships/customXml" Target="../ink/ink931.xml"/><Relationship Id="rId206" Type="http://schemas.openxmlformats.org/officeDocument/2006/relationships/customXml" Target="../ink/ink938.xml"/><Relationship Id="rId858" Type="http://schemas.openxmlformats.org/officeDocument/2006/relationships/image" Target="../media/image819.png"/><Relationship Id="rId1043" Type="http://schemas.openxmlformats.org/officeDocument/2006/relationships/image" Target="../media/image922.png"/><Relationship Id="rId620" Type="http://schemas.openxmlformats.org/officeDocument/2006/relationships/image" Target="../media/image517.png"/><Relationship Id="rId718" Type="http://schemas.openxmlformats.org/officeDocument/2006/relationships/customXml" Target="../ink/ink1107.xml"/><Relationship Id="rId925" Type="http://schemas.openxmlformats.org/officeDocument/2006/relationships/customXml" Target="../ink/ink1212.xml"/><Relationship Id="rId54" Type="http://schemas.openxmlformats.org/officeDocument/2006/relationships/customXml" Target="../ink/ink871.xml"/><Relationship Id="rId564" Type="http://schemas.openxmlformats.org/officeDocument/2006/relationships/customXml" Target="../ink/ink1029.xml"/><Relationship Id="rId771" Type="http://schemas.openxmlformats.org/officeDocument/2006/relationships/image" Target="../media/image759.png"/><Relationship Id="rId869" Type="http://schemas.openxmlformats.org/officeDocument/2006/relationships/customXml" Target="../ink/ink1184.xml"/><Relationship Id="rId631" Type="http://schemas.openxmlformats.org/officeDocument/2006/relationships/customXml" Target="../ink/ink1063.xml"/><Relationship Id="rId729" Type="http://schemas.openxmlformats.org/officeDocument/2006/relationships/image" Target="../media/image722.png"/><Relationship Id="rId936" Type="http://schemas.openxmlformats.org/officeDocument/2006/relationships/image" Target="../media/image869.png"/><Relationship Id="rId65" Type="http://schemas.openxmlformats.org/officeDocument/2006/relationships/image" Target="../media/image621.png"/><Relationship Id="rId130" Type="http://schemas.openxmlformats.org/officeDocument/2006/relationships/customXml" Target="../ink/ink909.xml"/><Relationship Id="rId575" Type="http://schemas.openxmlformats.org/officeDocument/2006/relationships/image" Target="../media/image205.png"/><Relationship Id="rId782" Type="http://schemas.openxmlformats.org/officeDocument/2006/relationships/customXml" Target="../ink/ink1139.xml"/><Relationship Id="rId642" Type="http://schemas.openxmlformats.org/officeDocument/2006/relationships/image" Target="../media/image581.png"/><Relationship Id="rId281" Type="http://schemas.openxmlformats.org/officeDocument/2006/relationships/customXml" Target="../ink/ink956.xml"/><Relationship Id="rId947" Type="http://schemas.openxmlformats.org/officeDocument/2006/relationships/customXml" Target="../ink/ink1223.xml"/><Relationship Id="rId76" Type="http://schemas.openxmlformats.org/officeDocument/2006/relationships/customXml" Target="../ink/ink882.xml"/><Relationship Id="rId141" Type="http://schemas.openxmlformats.org/officeDocument/2006/relationships/image" Target="../media/image6590.png"/><Relationship Id="rId379" Type="http://schemas.openxmlformats.org/officeDocument/2006/relationships/customXml" Target="../ink/ink975.xml"/><Relationship Id="rId586" Type="http://schemas.openxmlformats.org/officeDocument/2006/relationships/customXml" Target="../ink/ink1040.xml"/><Relationship Id="rId793" Type="http://schemas.openxmlformats.org/officeDocument/2006/relationships/image" Target="../media/image770.png"/><Relationship Id="rId807" Type="http://schemas.openxmlformats.org/officeDocument/2006/relationships/customXml" Target="../ink/ink1152.xml"/><Relationship Id="rId7" Type="http://schemas.openxmlformats.org/officeDocument/2006/relationships/image" Target="../media/image592.png"/><Relationship Id="rId239" Type="http://schemas.openxmlformats.org/officeDocument/2006/relationships/customXml" Target="../ink/ink942.xml"/><Relationship Id="rId653" Type="http://schemas.openxmlformats.org/officeDocument/2006/relationships/customXml" Target="../ink/ink1074.xml"/><Relationship Id="rId292" Type="http://schemas.openxmlformats.org/officeDocument/2006/relationships/image" Target="../media/image732.png"/><Relationship Id="rId860" Type="http://schemas.openxmlformats.org/officeDocument/2006/relationships/image" Target="../media/image820.png"/><Relationship Id="rId958" Type="http://schemas.openxmlformats.org/officeDocument/2006/relationships/image" Target="../media/image880.png"/><Relationship Id="rId87" Type="http://schemas.openxmlformats.org/officeDocument/2006/relationships/image" Target="../media/image632.png"/><Relationship Id="rId513" Type="http://schemas.openxmlformats.org/officeDocument/2006/relationships/customXml" Target="../ink/ink1003.xml"/><Relationship Id="rId597" Type="http://schemas.openxmlformats.org/officeDocument/2006/relationships/customXml" Target="../ink/ink1046.xml"/><Relationship Id="rId720" Type="http://schemas.openxmlformats.org/officeDocument/2006/relationships/customXml" Target="../ink/ink1108.xml"/><Relationship Id="rId818" Type="http://schemas.openxmlformats.org/officeDocument/2006/relationships/image" Target="../media/image799.png"/><Relationship Id="rId152" Type="http://schemas.openxmlformats.org/officeDocument/2006/relationships/customXml" Target="../ink/ink920.xml"/><Relationship Id="rId1003" Type="http://schemas.openxmlformats.org/officeDocument/2006/relationships/image" Target="../media/image902.png"/><Relationship Id="rId664" Type="http://schemas.openxmlformats.org/officeDocument/2006/relationships/image" Target="../media/image656.png"/><Relationship Id="rId871" Type="http://schemas.openxmlformats.org/officeDocument/2006/relationships/customXml" Target="../ink/ink1185.xml"/><Relationship Id="rId969" Type="http://schemas.openxmlformats.org/officeDocument/2006/relationships/customXml" Target="../ink/ink1234.xml"/><Relationship Id="rId14" Type="http://schemas.openxmlformats.org/officeDocument/2006/relationships/customXml" Target="../ink/ink851.xml"/><Relationship Id="rId524" Type="http://schemas.openxmlformats.org/officeDocument/2006/relationships/image" Target="../media/image180.png"/><Relationship Id="rId731" Type="http://schemas.openxmlformats.org/officeDocument/2006/relationships/image" Target="../media/image723.png"/><Relationship Id="rId98" Type="http://schemas.openxmlformats.org/officeDocument/2006/relationships/customXml" Target="../ink/ink893.xml"/><Relationship Id="rId370" Type="http://schemas.openxmlformats.org/officeDocument/2006/relationships/image" Target="../media/image771.png"/><Relationship Id="rId829" Type="http://schemas.openxmlformats.org/officeDocument/2006/relationships/customXml" Target="../ink/ink1163.xml"/><Relationship Id="rId1014" Type="http://schemas.openxmlformats.org/officeDocument/2006/relationships/customXml" Target="../ink/ink1257.xml"/><Relationship Id="rId675" Type="http://schemas.openxmlformats.org/officeDocument/2006/relationships/customXml" Target="../ink/ink1085.xml"/><Relationship Id="rId882" Type="http://schemas.openxmlformats.org/officeDocument/2006/relationships/image" Target="../media/image842.png"/><Relationship Id="rId25" Type="http://schemas.openxmlformats.org/officeDocument/2006/relationships/image" Target="../media/image601.png"/><Relationship Id="rId535" Type="http://schemas.openxmlformats.org/officeDocument/2006/relationships/customXml" Target="../ink/ink1014.xml"/><Relationship Id="rId742" Type="http://schemas.openxmlformats.org/officeDocument/2006/relationships/customXml" Target="../ink/ink1119.xml"/><Relationship Id="rId174" Type="http://schemas.openxmlformats.org/officeDocument/2006/relationships/customXml" Target="../ink/ink922.xml"/><Relationship Id="rId381" Type="http://schemas.openxmlformats.org/officeDocument/2006/relationships/customXml" Target="../ink/ink976.xml"/><Relationship Id="rId602" Type="http://schemas.openxmlformats.org/officeDocument/2006/relationships/image" Target="../media/image228.png"/><Relationship Id="rId1025" Type="http://schemas.openxmlformats.org/officeDocument/2006/relationships/image" Target="../media/image913.png"/><Relationship Id="rId241" Type="http://schemas.openxmlformats.org/officeDocument/2006/relationships/customXml" Target="../ink/ink943.xml"/><Relationship Id="rId479" Type="http://schemas.openxmlformats.org/officeDocument/2006/relationships/customXml" Target="../ink/ink993.xml"/><Relationship Id="rId686" Type="http://schemas.openxmlformats.org/officeDocument/2006/relationships/image" Target="../media/image671.png"/><Relationship Id="rId893" Type="http://schemas.openxmlformats.org/officeDocument/2006/relationships/customXml" Target="../ink/ink1196.xml"/><Relationship Id="rId907" Type="http://schemas.openxmlformats.org/officeDocument/2006/relationships/customXml" Target="../ink/ink1203.xml"/><Relationship Id="rId36" Type="http://schemas.openxmlformats.org/officeDocument/2006/relationships/customXml" Target="../ink/ink862.xml"/><Relationship Id="rId546" Type="http://schemas.openxmlformats.org/officeDocument/2006/relationships/image" Target="../media/image191.png"/><Relationship Id="rId753" Type="http://schemas.openxmlformats.org/officeDocument/2006/relationships/image" Target="../media/image750.png"/><Relationship Id="rId101" Type="http://schemas.openxmlformats.org/officeDocument/2006/relationships/image" Target="../media/image639.png"/><Relationship Id="rId185" Type="http://schemas.openxmlformats.org/officeDocument/2006/relationships/image" Target="../media/image6801.png"/><Relationship Id="rId960" Type="http://schemas.openxmlformats.org/officeDocument/2006/relationships/image" Target="../media/image881.png"/><Relationship Id="rId1036" Type="http://schemas.openxmlformats.org/officeDocument/2006/relationships/customXml" Target="../ink/ink1268.xml"/><Relationship Id="rId392" Type="http://schemas.openxmlformats.org/officeDocument/2006/relationships/image" Target="../media/image782.png"/><Relationship Id="rId613" Type="http://schemas.openxmlformats.org/officeDocument/2006/relationships/customXml" Target="../ink/ink1054.xml"/><Relationship Id="rId697" Type="http://schemas.openxmlformats.org/officeDocument/2006/relationships/image" Target="../media/image693.png"/><Relationship Id="rId820" Type="http://schemas.openxmlformats.org/officeDocument/2006/relationships/image" Target="../media/image800.png"/><Relationship Id="rId918" Type="http://schemas.openxmlformats.org/officeDocument/2006/relationships/image" Target="../media/image860.png"/><Relationship Id="rId252" Type="http://schemas.openxmlformats.org/officeDocument/2006/relationships/image" Target="../media/image712.png"/><Relationship Id="rId47" Type="http://schemas.openxmlformats.org/officeDocument/2006/relationships/image" Target="../media/image612.png"/><Relationship Id="rId112" Type="http://schemas.openxmlformats.org/officeDocument/2006/relationships/customXml" Target="../ink/ink900.xml"/><Relationship Id="rId557" Type="http://schemas.openxmlformats.org/officeDocument/2006/relationships/image" Target="../media/image196.png"/><Relationship Id="rId764" Type="http://schemas.openxmlformats.org/officeDocument/2006/relationships/customXml" Target="../ink/ink1130.xml"/><Relationship Id="rId971" Type="http://schemas.openxmlformats.org/officeDocument/2006/relationships/customXml" Target="../ink/ink1235.xml"/><Relationship Id="rId196" Type="http://schemas.openxmlformats.org/officeDocument/2006/relationships/customXml" Target="../ink/ink933.xml"/><Relationship Id="rId624" Type="http://schemas.openxmlformats.org/officeDocument/2006/relationships/image" Target="../media/image519.png"/><Relationship Id="rId831" Type="http://schemas.openxmlformats.org/officeDocument/2006/relationships/image" Target="../media/image805.png"/><Relationship Id="rId1047" Type="http://schemas.openxmlformats.org/officeDocument/2006/relationships/customXml" Target="../ink/ink1274.xml"/><Relationship Id="rId263" Type="http://schemas.openxmlformats.org/officeDocument/2006/relationships/customXml" Target="../ink/ink952.xml"/><Relationship Id="rId470" Type="http://schemas.openxmlformats.org/officeDocument/2006/relationships/image" Target="../media/image821.png"/><Relationship Id="rId929" Type="http://schemas.openxmlformats.org/officeDocument/2006/relationships/customXml" Target="../ink/ink1214.xml"/><Relationship Id="rId58" Type="http://schemas.openxmlformats.org/officeDocument/2006/relationships/customXml" Target="../ink/ink873.xml"/><Relationship Id="rId123" Type="http://schemas.openxmlformats.org/officeDocument/2006/relationships/image" Target="../media/image6501.png"/><Relationship Id="rId568" Type="http://schemas.openxmlformats.org/officeDocument/2006/relationships/customXml" Target="../ink/ink1031.xml"/><Relationship Id="rId775" Type="http://schemas.openxmlformats.org/officeDocument/2006/relationships/image" Target="../media/image761.png"/><Relationship Id="rId982" Type="http://schemas.openxmlformats.org/officeDocument/2006/relationships/image" Target="../media/image892.png"/><Relationship Id="rId635" Type="http://schemas.openxmlformats.org/officeDocument/2006/relationships/customXml" Target="../ink/ink1065.xml"/><Relationship Id="rId842" Type="http://schemas.openxmlformats.org/officeDocument/2006/relationships/image" Target="../media/image810.png"/><Relationship Id="rId481" Type="http://schemas.openxmlformats.org/officeDocument/2006/relationships/customXml" Target="../ink/ink994.xml"/><Relationship Id="rId702" Type="http://schemas.openxmlformats.org/officeDocument/2006/relationships/customXml" Target="../ink/ink1099.xml"/><Relationship Id="rId69" Type="http://schemas.openxmlformats.org/officeDocument/2006/relationships/image" Target="../media/image623.png"/><Relationship Id="rId134" Type="http://schemas.openxmlformats.org/officeDocument/2006/relationships/customXml" Target="../ink/ink911.xml"/><Relationship Id="rId579" Type="http://schemas.openxmlformats.org/officeDocument/2006/relationships/image" Target="../media/image208.png"/><Relationship Id="rId786" Type="http://schemas.openxmlformats.org/officeDocument/2006/relationships/customXml" Target="../ink/ink1141.xml"/><Relationship Id="rId993" Type="http://schemas.openxmlformats.org/officeDocument/2006/relationships/image" Target="../media/image897.png"/><Relationship Id="rId646" Type="http://schemas.openxmlformats.org/officeDocument/2006/relationships/image" Target="../media/image583.png"/><Relationship Id="rId201" Type="http://schemas.openxmlformats.org/officeDocument/2006/relationships/image" Target="../media/image688.png"/><Relationship Id="rId285" Type="http://schemas.openxmlformats.org/officeDocument/2006/relationships/customXml" Target="../ink/ink958.xml"/><Relationship Id="rId506" Type="http://schemas.openxmlformats.org/officeDocument/2006/relationships/image" Target="../media/image1711.png"/><Relationship Id="rId853" Type="http://schemas.openxmlformats.org/officeDocument/2006/relationships/customXml" Target="../ink/ink1176.xml"/><Relationship Id="rId713" Type="http://schemas.openxmlformats.org/officeDocument/2006/relationships/image" Target="../media/image703.png"/><Relationship Id="rId797" Type="http://schemas.openxmlformats.org/officeDocument/2006/relationships/image" Target="../media/image789.png"/><Relationship Id="rId920" Type="http://schemas.openxmlformats.org/officeDocument/2006/relationships/image" Target="../media/image861.png"/><Relationship Id="rId145" Type="http://schemas.openxmlformats.org/officeDocument/2006/relationships/image" Target="../media/image6611.png"/><Relationship Id="rId657" Type="http://schemas.openxmlformats.org/officeDocument/2006/relationships/customXml" Target="../ink/ink1076.xml"/><Relationship Id="rId864" Type="http://schemas.openxmlformats.org/officeDocument/2006/relationships/image" Target="../media/image832.png"/><Relationship Id="rId296" Type="http://schemas.openxmlformats.org/officeDocument/2006/relationships/image" Target="../media/image734.png"/><Relationship Id="rId517" Type="http://schemas.openxmlformats.org/officeDocument/2006/relationships/customXml" Target="../ink/ink1005.xml"/><Relationship Id="rId724" Type="http://schemas.openxmlformats.org/officeDocument/2006/relationships/customXml" Target="../ink/ink1110.xml"/><Relationship Id="rId931" Type="http://schemas.openxmlformats.org/officeDocument/2006/relationships/customXml" Target="../ink/ink1215.xml"/><Relationship Id="rId60" Type="http://schemas.openxmlformats.org/officeDocument/2006/relationships/customXml" Target="../ink/ink874.xml"/><Relationship Id="rId570" Type="http://schemas.openxmlformats.org/officeDocument/2006/relationships/customXml" Target="../ink/ink1032.xml"/><Relationship Id="rId1007" Type="http://schemas.openxmlformats.org/officeDocument/2006/relationships/image" Target="../media/image904.png"/><Relationship Id="rId668" Type="http://schemas.openxmlformats.org/officeDocument/2006/relationships/image" Target="../media/image658.png"/><Relationship Id="rId875" Type="http://schemas.openxmlformats.org/officeDocument/2006/relationships/customXml" Target="../ink/ink1187.xml"/><Relationship Id="rId18" Type="http://schemas.openxmlformats.org/officeDocument/2006/relationships/customXml" Target="../ink/ink853.xml"/><Relationship Id="rId528" Type="http://schemas.openxmlformats.org/officeDocument/2006/relationships/image" Target="../media/image182.png"/><Relationship Id="rId735" Type="http://schemas.openxmlformats.org/officeDocument/2006/relationships/image" Target="../media/image740.png"/><Relationship Id="rId942" Type="http://schemas.openxmlformats.org/officeDocument/2006/relationships/image" Target="../media/image872.png"/><Relationship Id="rId374" Type="http://schemas.openxmlformats.org/officeDocument/2006/relationships/image" Target="../media/image773.png"/><Relationship Id="rId581" Type="http://schemas.openxmlformats.org/officeDocument/2006/relationships/image" Target="../media/image209.png"/><Relationship Id="rId1018" Type="http://schemas.openxmlformats.org/officeDocument/2006/relationships/customXml" Target="../ink/ink1259.xml"/><Relationship Id="rId71" Type="http://schemas.openxmlformats.org/officeDocument/2006/relationships/image" Target="../media/image624.png"/><Relationship Id="rId679" Type="http://schemas.openxmlformats.org/officeDocument/2006/relationships/customXml" Target="../ink/ink1087.xml"/><Relationship Id="rId802" Type="http://schemas.openxmlformats.org/officeDocument/2006/relationships/customXml" Target="../ink/ink1149.xml"/><Relationship Id="rId886" Type="http://schemas.openxmlformats.org/officeDocument/2006/relationships/image" Target="../media/image844.png"/><Relationship Id="rId2" Type="http://schemas.openxmlformats.org/officeDocument/2006/relationships/notesSlide" Target="../notesSlides/notesSlide35.xml"/><Relationship Id="rId29" Type="http://schemas.openxmlformats.org/officeDocument/2006/relationships/image" Target="../media/image603.png"/><Relationship Id="rId539" Type="http://schemas.openxmlformats.org/officeDocument/2006/relationships/customXml" Target="../ink/ink1016.xml"/><Relationship Id="rId746" Type="http://schemas.openxmlformats.org/officeDocument/2006/relationships/customXml" Target="../ink/ink1121.xml"/><Relationship Id="rId178" Type="http://schemas.openxmlformats.org/officeDocument/2006/relationships/customXml" Target="../ink/ink924.xml"/><Relationship Id="rId301" Type="http://schemas.openxmlformats.org/officeDocument/2006/relationships/customXml" Target="../ink/ink966.xml"/><Relationship Id="rId953" Type="http://schemas.openxmlformats.org/officeDocument/2006/relationships/customXml" Target="../ink/ink1226.xml"/><Relationship Id="rId1029" Type="http://schemas.openxmlformats.org/officeDocument/2006/relationships/image" Target="../media/image915.png"/><Relationship Id="rId82" Type="http://schemas.openxmlformats.org/officeDocument/2006/relationships/customXml" Target="../ink/ink885.xml"/><Relationship Id="rId385" Type="http://schemas.openxmlformats.org/officeDocument/2006/relationships/customXml" Target="../ink/ink978.xml"/><Relationship Id="rId592" Type="http://schemas.openxmlformats.org/officeDocument/2006/relationships/customXml" Target="../ink/ink1043.xml"/><Relationship Id="rId606" Type="http://schemas.openxmlformats.org/officeDocument/2006/relationships/image" Target="../media/image510.png"/><Relationship Id="rId813" Type="http://schemas.openxmlformats.org/officeDocument/2006/relationships/customXml" Target="../ink/ink1155.xml"/><Relationship Id="rId245" Type="http://schemas.openxmlformats.org/officeDocument/2006/relationships/customXml" Target="../ink/ink945.xml"/><Relationship Id="rId897" Type="http://schemas.openxmlformats.org/officeDocument/2006/relationships/customXml" Target="../ink/ink1198.xml"/><Relationship Id="rId105" Type="http://schemas.openxmlformats.org/officeDocument/2006/relationships/image" Target="../media/image641.png"/><Relationship Id="rId757" Type="http://schemas.openxmlformats.org/officeDocument/2006/relationships/image" Target="../media/image752.png"/><Relationship Id="rId964" Type="http://schemas.openxmlformats.org/officeDocument/2006/relationships/image" Target="../media/image883.png"/><Relationship Id="rId93" Type="http://schemas.openxmlformats.org/officeDocument/2006/relationships/image" Target="../media/image635.png"/><Relationship Id="rId189" Type="http://schemas.openxmlformats.org/officeDocument/2006/relationships/image" Target="../media/image682.png"/><Relationship Id="rId396" Type="http://schemas.openxmlformats.org/officeDocument/2006/relationships/image" Target="../media/image784.png"/><Relationship Id="rId617" Type="http://schemas.openxmlformats.org/officeDocument/2006/relationships/customXml" Target="../ink/ink1056.xml"/><Relationship Id="rId824" Type="http://schemas.openxmlformats.org/officeDocument/2006/relationships/image" Target="../media/image802.png"/><Relationship Id="rId463" Type="http://schemas.openxmlformats.org/officeDocument/2006/relationships/customXml" Target="../ink/ink988.xml"/><Relationship Id="rId670" Type="http://schemas.openxmlformats.org/officeDocument/2006/relationships/image" Target="../media/image659.png"/><Relationship Id="rId116" Type="http://schemas.openxmlformats.org/officeDocument/2006/relationships/customXml" Target="../ink/ink902.xml"/><Relationship Id="rId530" Type="http://schemas.openxmlformats.org/officeDocument/2006/relationships/image" Target="../media/image183.png"/><Relationship Id="rId768" Type="http://schemas.openxmlformats.org/officeDocument/2006/relationships/customXml" Target="../ink/ink1132.xml"/><Relationship Id="rId975" Type="http://schemas.openxmlformats.org/officeDocument/2006/relationships/customXml" Target="../ink/ink1237.xml"/><Relationship Id="rId20" Type="http://schemas.openxmlformats.org/officeDocument/2006/relationships/customXml" Target="../ink/ink854.xml"/><Relationship Id="rId628" Type="http://schemas.openxmlformats.org/officeDocument/2006/relationships/image" Target="../media/image522.png"/><Relationship Id="rId835" Type="http://schemas.openxmlformats.org/officeDocument/2006/relationships/image" Target="../media/image807.png"/><Relationship Id="rId474" Type="http://schemas.openxmlformats.org/officeDocument/2006/relationships/image" Target="../media/image823.png"/><Relationship Id="rId1020" Type="http://schemas.openxmlformats.org/officeDocument/2006/relationships/customXml" Target="../ink/ink1260.xml"/><Relationship Id="rId127" Type="http://schemas.openxmlformats.org/officeDocument/2006/relationships/image" Target="../media/image6520.png"/><Relationship Id="rId681" Type="http://schemas.openxmlformats.org/officeDocument/2006/relationships/customXml" Target="../ink/ink1088.xml"/><Relationship Id="rId779" Type="http://schemas.openxmlformats.org/officeDocument/2006/relationships/image" Target="../media/image763.png"/><Relationship Id="rId902" Type="http://schemas.openxmlformats.org/officeDocument/2006/relationships/image" Target="../media/image852.png"/><Relationship Id="rId986" Type="http://schemas.openxmlformats.org/officeDocument/2006/relationships/image" Target="../media/image894.png"/><Relationship Id="rId31" Type="http://schemas.openxmlformats.org/officeDocument/2006/relationships/image" Target="../media/image604.png"/><Relationship Id="rId541" Type="http://schemas.openxmlformats.org/officeDocument/2006/relationships/customXml" Target="../ink/ink1017.xml"/><Relationship Id="rId639" Type="http://schemas.openxmlformats.org/officeDocument/2006/relationships/customXml" Target="../ink/ink1067.xml"/><Relationship Id="rId180" Type="http://schemas.openxmlformats.org/officeDocument/2006/relationships/customXml" Target="../ink/ink925.xml"/><Relationship Id="rId278" Type="http://schemas.openxmlformats.org/officeDocument/2006/relationships/image" Target="../media/image725.png"/><Relationship Id="rId401" Type="http://schemas.openxmlformats.org/officeDocument/2006/relationships/customXml" Target="../ink/ink986.xml"/><Relationship Id="rId846" Type="http://schemas.openxmlformats.org/officeDocument/2006/relationships/image" Target="../media/image812.png"/><Relationship Id="rId1031" Type="http://schemas.openxmlformats.org/officeDocument/2006/relationships/image" Target="../media/image916.png"/><Relationship Id="rId485" Type="http://schemas.openxmlformats.org/officeDocument/2006/relationships/customXml" Target="../ink/ink996.xml"/><Relationship Id="rId692" Type="http://schemas.openxmlformats.org/officeDocument/2006/relationships/customXml" Target="../ink/ink1094.xml"/><Relationship Id="rId706" Type="http://schemas.openxmlformats.org/officeDocument/2006/relationships/customXml" Target="../ink/ink1101.xml"/><Relationship Id="rId913" Type="http://schemas.openxmlformats.org/officeDocument/2006/relationships/customXml" Target="../ink/ink1206.xml"/><Relationship Id="rId42" Type="http://schemas.openxmlformats.org/officeDocument/2006/relationships/customXml" Target="../ink/ink865.xml"/><Relationship Id="rId138" Type="http://schemas.openxmlformats.org/officeDocument/2006/relationships/customXml" Target="../ink/ink913.xml"/><Relationship Id="rId552" Type="http://schemas.openxmlformats.org/officeDocument/2006/relationships/image" Target="../media/image194.png"/><Relationship Id="rId997" Type="http://schemas.openxmlformats.org/officeDocument/2006/relationships/image" Target="../media/image899.png"/><Relationship Id="rId191" Type="http://schemas.openxmlformats.org/officeDocument/2006/relationships/image" Target="../media/image683.png"/><Relationship Id="rId205" Type="http://schemas.openxmlformats.org/officeDocument/2006/relationships/image" Target="../media/image6902.png"/><Relationship Id="rId857" Type="http://schemas.openxmlformats.org/officeDocument/2006/relationships/customXml" Target="../ink/ink1178.xml"/><Relationship Id="rId1042" Type="http://schemas.openxmlformats.org/officeDocument/2006/relationships/customXml" Target="../ink/ink1271.xml"/><Relationship Id="rId289" Type="http://schemas.openxmlformats.org/officeDocument/2006/relationships/customXml" Target="../ink/ink960.xml"/><Relationship Id="rId717" Type="http://schemas.openxmlformats.org/officeDocument/2006/relationships/image" Target="../media/image714.png"/><Relationship Id="rId924" Type="http://schemas.openxmlformats.org/officeDocument/2006/relationships/image" Target="../media/image863.png"/><Relationship Id="rId53" Type="http://schemas.openxmlformats.org/officeDocument/2006/relationships/image" Target="../media/image615.png"/><Relationship Id="rId149" Type="http://schemas.openxmlformats.org/officeDocument/2006/relationships/image" Target="../media/image6630.png"/><Relationship Id="rId563" Type="http://schemas.openxmlformats.org/officeDocument/2006/relationships/image" Target="../media/image199.png"/><Relationship Id="rId770" Type="http://schemas.openxmlformats.org/officeDocument/2006/relationships/customXml" Target="../ink/ink1133.xml"/><Relationship Id="rId868" Type="http://schemas.openxmlformats.org/officeDocument/2006/relationships/image" Target="../media/image834.png"/><Relationship Id="rId630" Type="http://schemas.openxmlformats.org/officeDocument/2006/relationships/image" Target="../media/image523.png"/><Relationship Id="rId728" Type="http://schemas.openxmlformats.org/officeDocument/2006/relationships/customXml" Target="../ink/ink1112.xml"/><Relationship Id="rId935" Type="http://schemas.openxmlformats.org/officeDocument/2006/relationships/customXml" Target="../ink/ink1217.xml"/><Relationship Id="rId64" Type="http://schemas.openxmlformats.org/officeDocument/2006/relationships/customXml" Target="../ink/ink876.xml"/><Relationship Id="rId574" Type="http://schemas.openxmlformats.org/officeDocument/2006/relationships/customXml" Target="../ink/ink1034.xml"/><Relationship Id="rId781" Type="http://schemas.openxmlformats.org/officeDocument/2006/relationships/image" Target="../media/image764.png"/><Relationship Id="rId879" Type="http://schemas.openxmlformats.org/officeDocument/2006/relationships/customXml" Target="../ink/ink1189.xml"/><Relationship Id="rId641" Type="http://schemas.openxmlformats.org/officeDocument/2006/relationships/customXml" Target="../ink/ink1068.xml"/><Relationship Id="rId739" Type="http://schemas.openxmlformats.org/officeDocument/2006/relationships/image" Target="../media/image742.png"/><Relationship Id="rId280" Type="http://schemas.openxmlformats.org/officeDocument/2006/relationships/image" Target="../media/image726.png"/><Relationship Id="rId946" Type="http://schemas.openxmlformats.org/officeDocument/2006/relationships/image" Target="../media/image874.png"/><Relationship Id="rId75" Type="http://schemas.openxmlformats.org/officeDocument/2006/relationships/image" Target="../media/image626.png"/><Relationship Id="rId140" Type="http://schemas.openxmlformats.org/officeDocument/2006/relationships/customXml" Target="../ink/ink914.xml"/><Relationship Id="rId378" Type="http://schemas.openxmlformats.org/officeDocument/2006/relationships/image" Target="../media/image775.png"/><Relationship Id="rId585" Type="http://schemas.openxmlformats.org/officeDocument/2006/relationships/image" Target="../media/image212.png"/><Relationship Id="rId792" Type="http://schemas.openxmlformats.org/officeDocument/2006/relationships/customXml" Target="../ink/ink1144.xml"/><Relationship Id="rId806" Type="http://schemas.openxmlformats.org/officeDocument/2006/relationships/image" Target="../media/image793.png"/><Relationship Id="rId6" Type="http://schemas.openxmlformats.org/officeDocument/2006/relationships/customXml" Target="../ink/ink847.xml"/><Relationship Id="rId238" Type="http://schemas.openxmlformats.org/officeDocument/2006/relationships/image" Target="../media/image706.png"/><Relationship Id="rId652" Type="http://schemas.openxmlformats.org/officeDocument/2006/relationships/image" Target="../media/image649.png"/><Relationship Id="rId291" Type="http://schemas.openxmlformats.org/officeDocument/2006/relationships/customXml" Target="../ink/ink961.xml"/><Relationship Id="rId305" Type="http://schemas.openxmlformats.org/officeDocument/2006/relationships/customXml" Target="../ink/ink968.xml"/><Relationship Id="rId512" Type="http://schemas.openxmlformats.org/officeDocument/2006/relationships/image" Target="../media/image174.png"/><Relationship Id="rId957" Type="http://schemas.openxmlformats.org/officeDocument/2006/relationships/customXml" Target="../ink/ink1228.xml"/><Relationship Id="rId86" Type="http://schemas.openxmlformats.org/officeDocument/2006/relationships/customXml" Target="../ink/ink887.xml"/><Relationship Id="rId151" Type="http://schemas.openxmlformats.org/officeDocument/2006/relationships/image" Target="../media/image664.png"/><Relationship Id="rId389" Type="http://schemas.openxmlformats.org/officeDocument/2006/relationships/customXml" Target="../ink/ink980.xml"/><Relationship Id="rId596" Type="http://schemas.openxmlformats.org/officeDocument/2006/relationships/image" Target="../media/image224.png"/><Relationship Id="rId817" Type="http://schemas.openxmlformats.org/officeDocument/2006/relationships/customXml" Target="../ink/ink1157.xml"/><Relationship Id="rId1002" Type="http://schemas.openxmlformats.org/officeDocument/2006/relationships/customXml" Target="../ink/ink1251.xml"/><Relationship Id="rId249" Type="http://schemas.openxmlformats.org/officeDocument/2006/relationships/customXml" Target="../ink/ink948.xml"/><Relationship Id="rId663" Type="http://schemas.openxmlformats.org/officeDocument/2006/relationships/customXml" Target="../ink/ink1079.xml"/><Relationship Id="rId870" Type="http://schemas.openxmlformats.org/officeDocument/2006/relationships/image" Target="../media/image835.png"/><Relationship Id="rId13" Type="http://schemas.openxmlformats.org/officeDocument/2006/relationships/image" Target="../media/image595.png"/><Relationship Id="rId109" Type="http://schemas.openxmlformats.org/officeDocument/2006/relationships/image" Target="../media/image643.png"/><Relationship Id="rId523" Type="http://schemas.openxmlformats.org/officeDocument/2006/relationships/customXml" Target="../ink/ink1008.xml"/><Relationship Id="rId968" Type="http://schemas.openxmlformats.org/officeDocument/2006/relationships/image" Target="../media/image885.png"/><Relationship Id="rId97" Type="http://schemas.openxmlformats.org/officeDocument/2006/relationships/image" Target="../media/image637.png"/><Relationship Id="rId730" Type="http://schemas.openxmlformats.org/officeDocument/2006/relationships/customXml" Target="../ink/ink1113.xml"/><Relationship Id="rId828" Type="http://schemas.openxmlformats.org/officeDocument/2006/relationships/image" Target="../media/image804.png"/><Relationship Id="rId1013" Type="http://schemas.openxmlformats.org/officeDocument/2006/relationships/image" Target="../media/image907.png"/><Relationship Id="rId674" Type="http://schemas.openxmlformats.org/officeDocument/2006/relationships/image" Target="../media/image662.png"/><Relationship Id="rId881" Type="http://schemas.openxmlformats.org/officeDocument/2006/relationships/customXml" Target="../ink/ink1190.xml"/><Relationship Id="rId979" Type="http://schemas.openxmlformats.org/officeDocument/2006/relationships/customXml" Target="../ink/ink1239.xml"/><Relationship Id="rId24" Type="http://schemas.openxmlformats.org/officeDocument/2006/relationships/customXml" Target="../ink/ink856.xml"/><Relationship Id="rId534" Type="http://schemas.openxmlformats.org/officeDocument/2006/relationships/image" Target="../media/image185.png"/><Relationship Id="rId741" Type="http://schemas.openxmlformats.org/officeDocument/2006/relationships/image" Target="../media/image743.png"/><Relationship Id="rId839" Type="http://schemas.openxmlformats.org/officeDocument/2006/relationships/image" Target="../media/image809.png"/><Relationship Id="rId173" Type="http://schemas.openxmlformats.org/officeDocument/2006/relationships/image" Target="../media/image674.png"/><Relationship Id="rId380" Type="http://schemas.openxmlformats.org/officeDocument/2006/relationships/image" Target="../media/image776.png"/><Relationship Id="rId601" Type="http://schemas.openxmlformats.org/officeDocument/2006/relationships/customXml" Target="../ink/ink1048.xml"/><Relationship Id="rId643" Type="http://schemas.openxmlformats.org/officeDocument/2006/relationships/customXml" Target="../ink/ink1069.xml"/><Relationship Id="rId1024" Type="http://schemas.openxmlformats.org/officeDocument/2006/relationships/customXml" Target="../ink/ink1262.xml"/><Relationship Id="rId240" Type="http://schemas.openxmlformats.org/officeDocument/2006/relationships/image" Target="../media/image707.png"/><Relationship Id="rId478" Type="http://schemas.openxmlformats.org/officeDocument/2006/relationships/image" Target="../media/image825.png"/><Relationship Id="rId685" Type="http://schemas.openxmlformats.org/officeDocument/2006/relationships/customXml" Target="../ink/ink1090.xml"/><Relationship Id="rId850" Type="http://schemas.openxmlformats.org/officeDocument/2006/relationships/image" Target="../media/image814.png"/><Relationship Id="rId892" Type="http://schemas.openxmlformats.org/officeDocument/2006/relationships/image" Target="../media/image847.png"/><Relationship Id="rId906" Type="http://schemas.openxmlformats.org/officeDocument/2006/relationships/image" Target="../media/image854.png"/><Relationship Id="rId948" Type="http://schemas.openxmlformats.org/officeDocument/2006/relationships/image" Target="../media/image875.png"/><Relationship Id="rId35" Type="http://schemas.openxmlformats.org/officeDocument/2006/relationships/image" Target="../media/image606.png"/><Relationship Id="rId77" Type="http://schemas.openxmlformats.org/officeDocument/2006/relationships/image" Target="../media/image627.png"/><Relationship Id="rId100" Type="http://schemas.openxmlformats.org/officeDocument/2006/relationships/customXml" Target="../ink/ink894.xml"/><Relationship Id="rId282" Type="http://schemas.openxmlformats.org/officeDocument/2006/relationships/image" Target="../media/image727.png"/><Relationship Id="rId545" Type="http://schemas.openxmlformats.org/officeDocument/2006/relationships/customXml" Target="../ink/ink1019.xml"/><Relationship Id="rId587" Type="http://schemas.openxmlformats.org/officeDocument/2006/relationships/image" Target="../media/image213.png"/><Relationship Id="rId710" Type="http://schemas.openxmlformats.org/officeDocument/2006/relationships/customXml" Target="../ink/ink1103.xml"/><Relationship Id="rId752" Type="http://schemas.openxmlformats.org/officeDocument/2006/relationships/customXml" Target="../ink/ink1124.xml"/><Relationship Id="rId808" Type="http://schemas.openxmlformats.org/officeDocument/2006/relationships/image" Target="../media/image794.png"/><Relationship Id="rId8" Type="http://schemas.openxmlformats.org/officeDocument/2006/relationships/customXml" Target="../ink/ink848.xml"/><Relationship Id="rId142" Type="http://schemas.openxmlformats.org/officeDocument/2006/relationships/customXml" Target="../ink/ink915.xml"/><Relationship Id="rId184" Type="http://schemas.openxmlformats.org/officeDocument/2006/relationships/customXml" Target="../ink/ink927.xml"/><Relationship Id="rId391" Type="http://schemas.openxmlformats.org/officeDocument/2006/relationships/customXml" Target="../ink/ink981.xml"/><Relationship Id="rId612" Type="http://schemas.openxmlformats.org/officeDocument/2006/relationships/image" Target="../media/image513.png"/><Relationship Id="rId794" Type="http://schemas.openxmlformats.org/officeDocument/2006/relationships/customXml" Target="../ink/ink1145.xml"/><Relationship Id="rId1035" Type="http://schemas.openxmlformats.org/officeDocument/2006/relationships/image" Target="../media/image918.png"/><Relationship Id="rId251" Type="http://schemas.openxmlformats.org/officeDocument/2006/relationships/customXml" Target="../ink/ink949.xml"/><Relationship Id="rId489" Type="http://schemas.openxmlformats.org/officeDocument/2006/relationships/customXml" Target="../ink/ink998.xml"/><Relationship Id="rId654" Type="http://schemas.openxmlformats.org/officeDocument/2006/relationships/image" Target="../media/image650.png"/><Relationship Id="rId696" Type="http://schemas.openxmlformats.org/officeDocument/2006/relationships/customXml" Target="../ink/ink1096.xml"/><Relationship Id="rId861" Type="http://schemas.openxmlformats.org/officeDocument/2006/relationships/customXml" Target="../ink/ink1180.xml"/><Relationship Id="rId917" Type="http://schemas.openxmlformats.org/officeDocument/2006/relationships/customXml" Target="../ink/ink1208.xml"/><Relationship Id="rId959" Type="http://schemas.openxmlformats.org/officeDocument/2006/relationships/customXml" Target="../ink/ink1229.xml"/><Relationship Id="rId46" Type="http://schemas.openxmlformats.org/officeDocument/2006/relationships/customXml" Target="../ink/ink867.xml"/><Relationship Id="rId293" Type="http://schemas.openxmlformats.org/officeDocument/2006/relationships/customXml" Target="../ink/ink962.xml"/><Relationship Id="rId514" Type="http://schemas.openxmlformats.org/officeDocument/2006/relationships/image" Target="../media/image175.png"/><Relationship Id="rId556" Type="http://schemas.openxmlformats.org/officeDocument/2006/relationships/customXml" Target="../ink/ink1025.xml"/><Relationship Id="rId721" Type="http://schemas.openxmlformats.org/officeDocument/2006/relationships/image" Target="../media/image716.png"/><Relationship Id="rId763" Type="http://schemas.openxmlformats.org/officeDocument/2006/relationships/image" Target="../media/image755.png"/><Relationship Id="rId88" Type="http://schemas.openxmlformats.org/officeDocument/2006/relationships/customXml" Target="../ink/ink888.xml"/><Relationship Id="rId111" Type="http://schemas.openxmlformats.org/officeDocument/2006/relationships/image" Target="../media/image644.png"/><Relationship Id="rId153" Type="http://schemas.openxmlformats.org/officeDocument/2006/relationships/image" Target="../media/image665.png"/><Relationship Id="rId195" Type="http://schemas.openxmlformats.org/officeDocument/2006/relationships/image" Target="../media/image685.png"/><Relationship Id="rId598" Type="http://schemas.openxmlformats.org/officeDocument/2006/relationships/image" Target="../media/image226.png"/><Relationship Id="rId819" Type="http://schemas.openxmlformats.org/officeDocument/2006/relationships/customXml" Target="../ink/ink1158.xml"/><Relationship Id="rId970" Type="http://schemas.openxmlformats.org/officeDocument/2006/relationships/image" Target="../media/image886.png"/><Relationship Id="rId1004" Type="http://schemas.openxmlformats.org/officeDocument/2006/relationships/customXml" Target="../ink/ink1252.xml"/><Relationship Id="rId1046" Type="http://schemas.openxmlformats.org/officeDocument/2006/relationships/image" Target="../media/image923.png"/><Relationship Id="rId623" Type="http://schemas.openxmlformats.org/officeDocument/2006/relationships/customXml" Target="../ink/ink1059.xml"/><Relationship Id="rId665" Type="http://schemas.openxmlformats.org/officeDocument/2006/relationships/customXml" Target="../ink/ink1080.xml"/><Relationship Id="rId830" Type="http://schemas.openxmlformats.org/officeDocument/2006/relationships/customXml" Target="../ink/ink1164.xml"/><Relationship Id="rId872" Type="http://schemas.openxmlformats.org/officeDocument/2006/relationships/image" Target="../media/image836.png"/><Relationship Id="rId928" Type="http://schemas.openxmlformats.org/officeDocument/2006/relationships/image" Target="../media/image865.png"/><Relationship Id="rId15" Type="http://schemas.openxmlformats.org/officeDocument/2006/relationships/image" Target="../media/image596.png"/><Relationship Id="rId57" Type="http://schemas.openxmlformats.org/officeDocument/2006/relationships/image" Target="../media/image617.png"/><Relationship Id="rId262" Type="http://schemas.openxmlformats.org/officeDocument/2006/relationships/image" Target="../media/image717.png"/><Relationship Id="rId318" Type="http://schemas.openxmlformats.org/officeDocument/2006/relationships/image" Target="../media/image745.png"/><Relationship Id="rId525" Type="http://schemas.openxmlformats.org/officeDocument/2006/relationships/customXml" Target="../ink/ink1009.xml"/><Relationship Id="rId567" Type="http://schemas.openxmlformats.org/officeDocument/2006/relationships/image" Target="../media/image201.png"/><Relationship Id="rId732" Type="http://schemas.openxmlformats.org/officeDocument/2006/relationships/customXml" Target="../ink/ink1114.xml"/><Relationship Id="rId99" Type="http://schemas.openxmlformats.org/officeDocument/2006/relationships/image" Target="../media/image638.png"/><Relationship Id="rId122" Type="http://schemas.openxmlformats.org/officeDocument/2006/relationships/customXml" Target="../ink/ink905.xml"/><Relationship Id="rId371" Type="http://schemas.openxmlformats.org/officeDocument/2006/relationships/customXml" Target="../ink/ink971.xml"/><Relationship Id="rId774" Type="http://schemas.openxmlformats.org/officeDocument/2006/relationships/customXml" Target="../ink/ink1135.xml"/><Relationship Id="rId981" Type="http://schemas.openxmlformats.org/officeDocument/2006/relationships/customXml" Target="../ink/ink1240.xml"/><Relationship Id="rId1015" Type="http://schemas.openxmlformats.org/officeDocument/2006/relationships/image" Target="../media/image908.png"/><Relationship Id="rId634" Type="http://schemas.openxmlformats.org/officeDocument/2006/relationships/image" Target="../media/image525.png"/><Relationship Id="rId676" Type="http://schemas.openxmlformats.org/officeDocument/2006/relationships/image" Target="../media/image663.png"/><Relationship Id="rId841" Type="http://schemas.openxmlformats.org/officeDocument/2006/relationships/customXml" Target="../ink/ink1170.xml"/><Relationship Id="rId883" Type="http://schemas.openxmlformats.org/officeDocument/2006/relationships/customXml" Target="../ink/ink1191.xml"/><Relationship Id="rId26" Type="http://schemas.openxmlformats.org/officeDocument/2006/relationships/customXml" Target="../ink/ink857.xml"/><Relationship Id="rId480" Type="http://schemas.openxmlformats.org/officeDocument/2006/relationships/image" Target="../media/image826.png"/><Relationship Id="rId536" Type="http://schemas.openxmlformats.org/officeDocument/2006/relationships/image" Target="../media/image186.png"/><Relationship Id="rId701" Type="http://schemas.openxmlformats.org/officeDocument/2006/relationships/image" Target="../media/image695.png"/><Relationship Id="rId939" Type="http://schemas.openxmlformats.org/officeDocument/2006/relationships/customXml" Target="../ink/ink1219.xml"/><Relationship Id="rId68" Type="http://schemas.openxmlformats.org/officeDocument/2006/relationships/customXml" Target="../ink/ink878.xml"/><Relationship Id="rId133" Type="http://schemas.openxmlformats.org/officeDocument/2006/relationships/image" Target="../media/image6550.png"/><Relationship Id="rId175" Type="http://schemas.openxmlformats.org/officeDocument/2006/relationships/image" Target="../media/image675.png"/><Relationship Id="rId578" Type="http://schemas.openxmlformats.org/officeDocument/2006/relationships/customXml" Target="../ink/ink1036.xml"/><Relationship Id="rId743" Type="http://schemas.openxmlformats.org/officeDocument/2006/relationships/image" Target="../media/image744.png"/><Relationship Id="rId785" Type="http://schemas.openxmlformats.org/officeDocument/2006/relationships/image" Target="../media/image766.png"/><Relationship Id="rId950" Type="http://schemas.openxmlformats.org/officeDocument/2006/relationships/image" Target="../media/image876.png"/><Relationship Id="rId992" Type="http://schemas.openxmlformats.org/officeDocument/2006/relationships/customXml" Target="../ink/ink1246.xml"/><Relationship Id="rId1026" Type="http://schemas.openxmlformats.org/officeDocument/2006/relationships/customXml" Target="../ink/ink1263.xml"/><Relationship Id="rId200" Type="http://schemas.openxmlformats.org/officeDocument/2006/relationships/customXml" Target="../ink/ink935.xml"/><Relationship Id="rId382" Type="http://schemas.openxmlformats.org/officeDocument/2006/relationships/image" Target="../media/image777.png"/><Relationship Id="rId603" Type="http://schemas.openxmlformats.org/officeDocument/2006/relationships/customXml" Target="../ink/ink1049.xml"/><Relationship Id="rId645" Type="http://schemas.openxmlformats.org/officeDocument/2006/relationships/customXml" Target="../ink/ink1070.xml"/><Relationship Id="rId687" Type="http://schemas.openxmlformats.org/officeDocument/2006/relationships/customXml" Target="../ink/ink1091.xml"/><Relationship Id="rId810" Type="http://schemas.openxmlformats.org/officeDocument/2006/relationships/image" Target="../media/image795.png"/><Relationship Id="rId852" Type="http://schemas.openxmlformats.org/officeDocument/2006/relationships/image" Target="../media/image815.png"/><Relationship Id="rId908" Type="http://schemas.openxmlformats.org/officeDocument/2006/relationships/image" Target="../media/image855.png"/><Relationship Id="rId242" Type="http://schemas.openxmlformats.org/officeDocument/2006/relationships/image" Target="../media/image708.png"/><Relationship Id="rId284" Type="http://schemas.openxmlformats.org/officeDocument/2006/relationships/image" Target="../media/image728.png"/><Relationship Id="rId505" Type="http://schemas.openxmlformats.org/officeDocument/2006/relationships/customXml" Target="../ink/ink999.xml"/><Relationship Id="rId712" Type="http://schemas.openxmlformats.org/officeDocument/2006/relationships/customXml" Target="../ink/ink1104.xml"/><Relationship Id="rId894" Type="http://schemas.openxmlformats.org/officeDocument/2006/relationships/image" Target="../media/image848.png"/><Relationship Id="rId37" Type="http://schemas.openxmlformats.org/officeDocument/2006/relationships/image" Target="../media/image607.png"/><Relationship Id="rId79" Type="http://schemas.openxmlformats.org/officeDocument/2006/relationships/image" Target="../media/image628.png"/><Relationship Id="rId102" Type="http://schemas.openxmlformats.org/officeDocument/2006/relationships/customXml" Target="../ink/ink895.xml"/><Relationship Id="rId144" Type="http://schemas.openxmlformats.org/officeDocument/2006/relationships/customXml" Target="../ink/ink916.xml"/><Relationship Id="rId547" Type="http://schemas.openxmlformats.org/officeDocument/2006/relationships/customXml" Target="../ink/ink1020.xml"/><Relationship Id="rId589" Type="http://schemas.openxmlformats.org/officeDocument/2006/relationships/image" Target="../media/image214.png"/><Relationship Id="rId754" Type="http://schemas.openxmlformats.org/officeDocument/2006/relationships/customXml" Target="../ink/ink1125.xml"/><Relationship Id="rId796" Type="http://schemas.openxmlformats.org/officeDocument/2006/relationships/customXml" Target="../ink/ink1146.xml"/><Relationship Id="rId961" Type="http://schemas.openxmlformats.org/officeDocument/2006/relationships/customXml" Target="../ink/ink1230.xml"/><Relationship Id="rId90" Type="http://schemas.openxmlformats.org/officeDocument/2006/relationships/customXml" Target="../ink/ink889.xml"/><Relationship Id="rId186" Type="http://schemas.openxmlformats.org/officeDocument/2006/relationships/customXml" Target="../ink/ink928.xml"/><Relationship Id="rId393" Type="http://schemas.openxmlformats.org/officeDocument/2006/relationships/customXml" Target="../ink/ink982.xml"/><Relationship Id="rId614" Type="http://schemas.openxmlformats.org/officeDocument/2006/relationships/image" Target="../media/image514.png"/><Relationship Id="rId656" Type="http://schemas.openxmlformats.org/officeDocument/2006/relationships/image" Target="../media/image651.png"/><Relationship Id="rId821" Type="http://schemas.openxmlformats.org/officeDocument/2006/relationships/customXml" Target="../ink/ink1159.xml"/><Relationship Id="rId863" Type="http://schemas.openxmlformats.org/officeDocument/2006/relationships/customXml" Target="../ink/ink1181.xml"/><Relationship Id="rId1037" Type="http://schemas.openxmlformats.org/officeDocument/2006/relationships/image" Target="../media/image919.png"/><Relationship Id="rId253" Type="http://schemas.openxmlformats.org/officeDocument/2006/relationships/customXml" Target="../ink/ink950.xml"/><Relationship Id="rId295" Type="http://schemas.openxmlformats.org/officeDocument/2006/relationships/customXml" Target="../ink/ink963.xml"/><Relationship Id="rId516" Type="http://schemas.openxmlformats.org/officeDocument/2006/relationships/image" Target="../media/image176.png"/><Relationship Id="rId698" Type="http://schemas.openxmlformats.org/officeDocument/2006/relationships/customXml" Target="../ink/ink1097.xml"/><Relationship Id="rId919" Type="http://schemas.openxmlformats.org/officeDocument/2006/relationships/customXml" Target="../ink/ink1209.xml"/><Relationship Id="rId48" Type="http://schemas.openxmlformats.org/officeDocument/2006/relationships/customXml" Target="../ink/ink868.xml"/><Relationship Id="rId113" Type="http://schemas.openxmlformats.org/officeDocument/2006/relationships/image" Target="../media/image645.png"/><Relationship Id="rId320" Type="http://schemas.openxmlformats.org/officeDocument/2006/relationships/image" Target="../media/image1700.png"/><Relationship Id="rId558" Type="http://schemas.openxmlformats.org/officeDocument/2006/relationships/customXml" Target="../ink/ink1026.xml"/><Relationship Id="rId723" Type="http://schemas.openxmlformats.org/officeDocument/2006/relationships/image" Target="../media/image719.png"/><Relationship Id="rId765" Type="http://schemas.openxmlformats.org/officeDocument/2006/relationships/image" Target="../media/image756.png"/><Relationship Id="rId930" Type="http://schemas.openxmlformats.org/officeDocument/2006/relationships/image" Target="../media/image866.png"/><Relationship Id="rId972" Type="http://schemas.openxmlformats.org/officeDocument/2006/relationships/image" Target="../media/image887.png"/><Relationship Id="rId1006" Type="http://schemas.openxmlformats.org/officeDocument/2006/relationships/customXml" Target="../ink/ink1253.xml"/><Relationship Id="rId197" Type="http://schemas.openxmlformats.org/officeDocument/2006/relationships/image" Target="../media/image686.png"/><Relationship Id="rId625" Type="http://schemas.openxmlformats.org/officeDocument/2006/relationships/customXml" Target="../ink/ink1060.xml"/><Relationship Id="rId832" Type="http://schemas.openxmlformats.org/officeDocument/2006/relationships/customXml" Target="../ink/ink1165.xml"/><Relationship Id="rId1048" Type="http://schemas.openxmlformats.org/officeDocument/2006/relationships/image" Target="../media/image924.png"/><Relationship Id="rId264" Type="http://schemas.openxmlformats.org/officeDocument/2006/relationships/image" Target="../media/image718.png"/><Relationship Id="rId471" Type="http://schemas.openxmlformats.org/officeDocument/2006/relationships/customXml" Target="../ink/ink989.xml"/><Relationship Id="rId667" Type="http://schemas.openxmlformats.org/officeDocument/2006/relationships/customXml" Target="../ink/ink1081.xml"/><Relationship Id="rId874" Type="http://schemas.openxmlformats.org/officeDocument/2006/relationships/image" Target="../media/image837.png"/><Relationship Id="rId17" Type="http://schemas.openxmlformats.org/officeDocument/2006/relationships/image" Target="../media/image597.png"/><Relationship Id="rId59" Type="http://schemas.openxmlformats.org/officeDocument/2006/relationships/image" Target="../media/image618.png"/><Relationship Id="rId124" Type="http://schemas.openxmlformats.org/officeDocument/2006/relationships/customXml" Target="../ink/ink906.xml"/><Relationship Id="rId527" Type="http://schemas.openxmlformats.org/officeDocument/2006/relationships/customXml" Target="../ink/ink1010.xml"/><Relationship Id="rId569" Type="http://schemas.openxmlformats.org/officeDocument/2006/relationships/image" Target="../media/image202.png"/><Relationship Id="rId734" Type="http://schemas.openxmlformats.org/officeDocument/2006/relationships/customXml" Target="../ink/ink1115.xml"/><Relationship Id="rId776" Type="http://schemas.openxmlformats.org/officeDocument/2006/relationships/customXml" Target="../ink/ink1136.xml"/><Relationship Id="rId941" Type="http://schemas.openxmlformats.org/officeDocument/2006/relationships/customXml" Target="../ink/ink1220.xml"/><Relationship Id="rId983" Type="http://schemas.openxmlformats.org/officeDocument/2006/relationships/customXml" Target="../ink/ink1241.xml"/><Relationship Id="rId70" Type="http://schemas.openxmlformats.org/officeDocument/2006/relationships/customXml" Target="../ink/ink879.xml"/><Relationship Id="rId373" Type="http://schemas.openxmlformats.org/officeDocument/2006/relationships/customXml" Target="../ink/ink972.xml"/><Relationship Id="rId580" Type="http://schemas.openxmlformats.org/officeDocument/2006/relationships/customXml" Target="../ink/ink1037.xml"/><Relationship Id="rId636" Type="http://schemas.openxmlformats.org/officeDocument/2006/relationships/image" Target="../media/image526.png"/><Relationship Id="rId801" Type="http://schemas.openxmlformats.org/officeDocument/2006/relationships/image" Target="../media/image791.png"/><Relationship Id="rId1017" Type="http://schemas.openxmlformats.org/officeDocument/2006/relationships/image" Target="../media/image909.png"/><Relationship Id="rId1" Type="http://schemas.openxmlformats.org/officeDocument/2006/relationships/slideLayout" Target="../slideLayouts/slideLayout6.xml"/><Relationship Id="rId678" Type="http://schemas.openxmlformats.org/officeDocument/2006/relationships/image" Target="../media/image666.png"/><Relationship Id="rId843" Type="http://schemas.openxmlformats.org/officeDocument/2006/relationships/customXml" Target="../ink/ink1171.xml"/><Relationship Id="rId885" Type="http://schemas.openxmlformats.org/officeDocument/2006/relationships/customXml" Target="../ink/ink1192.xml"/><Relationship Id="rId28" Type="http://schemas.openxmlformats.org/officeDocument/2006/relationships/customXml" Target="../ink/ink858.xml"/><Relationship Id="rId300" Type="http://schemas.openxmlformats.org/officeDocument/2006/relationships/image" Target="../media/image736.png"/><Relationship Id="rId482" Type="http://schemas.openxmlformats.org/officeDocument/2006/relationships/image" Target="../media/image827.png"/><Relationship Id="rId538" Type="http://schemas.openxmlformats.org/officeDocument/2006/relationships/image" Target="../media/image187.png"/><Relationship Id="rId703" Type="http://schemas.openxmlformats.org/officeDocument/2006/relationships/image" Target="../media/image697.png"/><Relationship Id="rId745" Type="http://schemas.openxmlformats.org/officeDocument/2006/relationships/image" Target="../media/image746.png"/><Relationship Id="rId910" Type="http://schemas.openxmlformats.org/officeDocument/2006/relationships/image" Target="../media/image856.png"/><Relationship Id="rId952" Type="http://schemas.openxmlformats.org/officeDocument/2006/relationships/image" Target="../media/image877.png"/><Relationship Id="rId81" Type="http://schemas.openxmlformats.org/officeDocument/2006/relationships/image" Target="../media/image629.png"/><Relationship Id="rId135" Type="http://schemas.openxmlformats.org/officeDocument/2006/relationships/image" Target="../media/image6560.png"/><Relationship Id="rId177" Type="http://schemas.openxmlformats.org/officeDocument/2006/relationships/image" Target="../media/image676.png"/><Relationship Id="rId384" Type="http://schemas.openxmlformats.org/officeDocument/2006/relationships/image" Target="../media/image778.png"/><Relationship Id="rId591" Type="http://schemas.openxmlformats.org/officeDocument/2006/relationships/image" Target="../media/image215.png"/><Relationship Id="rId605" Type="http://schemas.openxmlformats.org/officeDocument/2006/relationships/customXml" Target="../ink/ink1050.xml"/><Relationship Id="rId787" Type="http://schemas.openxmlformats.org/officeDocument/2006/relationships/image" Target="../media/image767.png"/><Relationship Id="rId812" Type="http://schemas.openxmlformats.org/officeDocument/2006/relationships/image" Target="../media/image796.png"/><Relationship Id="rId994" Type="http://schemas.openxmlformats.org/officeDocument/2006/relationships/customXml" Target="../ink/ink1247.xml"/><Relationship Id="rId1028" Type="http://schemas.openxmlformats.org/officeDocument/2006/relationships/customXml" Target="../ink/ink1264.xml"/><Relationship Id="rId202" Type="http://schemas.openxmlformats.org/officeDocument/2006/relationships/customXml" Target="../ink/ink936.xml"/><Relationship Id="rId244" Type="http://schemas.openxmlformats.org/officeDocument/2006/relationships/image" Target="../media/image709.png"/><Relationship Id="rId647" Type="http://schemas.openxmlformats.org/officeDocument/2006/relationships/customXml" Target="../ink/ink1071.xml"/><Relationship Id="rId689" Type="http://schemas.openxmlformats.org/officeDocument/2006/relationships/customXml" Target="../ink/ink1092.xml"/><Relationship Id="rId854" Type="http://schemas.openxmlformats.org/officeDocument/2006/relationships/image" Target="../media/image816.png"/><Relationship Id="rId896" Type="http://schemas.openxmlformats.org/officeDocument/2006/relationships/image" Target="../media/image849.png"/><Relationship Id="rId39" Type="http://schemas.openxmlformats.org/officeDocument/2006/relationships/image" Target="../media/image608.png"/><Relationship Id="rId286" Type="http://schemas.openxmlformats.org/officeDocument/2006/relationships/image" Target="../media/image729.png"/><Relationship Id="rId507" Type="http://schemas.openxmlformats.org/officeDocument/2006/relationships/customXml" Target="../ink/ink1000.xml"/><Relationship Id="rId549" Type="http://schemas.openxmlformats.org/officeDocument/2006/relationships/customXml" Target="../ink/ink1021.xml"/><Relationship Id="rId714" Type="http://schemas.openxmlformats.org/officeDocument/2006/relationships/customXml" Target="../ink/ink1105.xml"/><Relationship Id="rId756" Type="http://schemas.openxmlformats.org/officeDocument/2006/relationships/customXml" Target="../ink/ink1126.xml"/><Relationship Id="rId921" Type="http://schemas.openxmlformats.org/officeDocument/2006/relationships/customXml" Target="../ink/ink1210.xml"/><Relationship Id="rId50" Type="http://schemas.openxmlformats.org/officeDocument/2006/relationships/customXml" Target="../ink/ink869.xml"/><Relationship Id="rId104" Type="http://schemas.openxmlformats.org/officeDocument/2006/relationships/customXml" Target="../ink/ink896.xml"/><Relationship Id="rId146" Type="http://schemas.openxmlformats.org/officeDocument/2006/relationships/customXml" Target="../ink/ink917.xml"/><Relationship Id="rId188" Type="http://schemas.openxmlformats.org/officeDocument/2006/relationships/customXml" Target="../ink/ink929.xml"/><Relationship Id="rId395" Type="http://schemas.openxmlformats.org/officeDocument/2006/relationships/customXml" Target="../ink/ink983.xml"/><Relationship Id="rId560" Type="http://schemas.openxmlformats.org/officeDocument/2006/relationships/customXml" Target="../ink/ink1027.xml"/><Relationship Id="rId798" Type="http://schemas.openxmlformats.org/officeDocument/2006/relationships/customXml" Target="../ink/ink1147.xml"/><Relationship Id="rId963" Type="http://schemas.openxmlformats.org/officeDocument/2006/relationships/customXml" Target="../ink/ink1231.xml"/><Relationship Id="rId1039" Type="http://schemas.openxmlformats.org/officeDocument/2006/relationships/image" Target="../media/image920.png"/><Relationship Id="rId92" Type="http://schemas.openxmlformats.org/officeDocument/2006/relationships/customXml" Target="../ink/ink890.xml"/><Relationship Id="rId616" Type="http://schemas.openxmlformats.org/officeDocument/2006/relationships/image" Target="../media/image515.png"/><Relationship Id="rId658" Type="http://schemas.openxmlformats.org/officeDocument/2006/relationships/image" Target="../media/image652.png"/><Relationship Id="rId823" Type="http://schemas.openxmlformats.org/officeDocument/2006/relationships/customXml" Target="../ink/ink1160.xml"/><Relationship Id="rId865" Type="http://schemas.openxmlformats.org/officeDocument/2006/relationships/customXml" Target="../ink/ink1182.xml"/><Relationship Id="rId255" Type="http://schemas.openxmlformats.org/officeDocument/2006/relationships/customXml" Target="../ink/ink951.xml"/><Relationship Id="rId297" Type="http://schemas.openxmlformats.org/officeDocument/2006/relationships/customXml" Target="../ink/ink964.xml"/><Relationship Id="rId462" Type="http://schemas.openxmlformats.org/officeDocument/2006/relationships/image" Target="../media/image817.png"/><Relationship Id="rId518" Type="http://schemas.openxmlformats.org/officeDocument/2006/relationships/image" Target="../media/image177.png"/><Relationship Id="rId725" Type="http://schemas.openxmlformats.org/officeDocument/2006/relationships/image" Target="../media/image720.png"/><Relationship Id="rId932" Type="http://schemas.openxmlformats.org/officeDocument/2006/relationships/image" Target="../media/image867.png"/><Relationship Id="rId115" Type="http://schemas.openxmlformats.org/officeDocument/2006/relationships/image" Target="../media/image646.png"/><Relationship Id="rId767" Type="http://schemas.openxmlformats.org/officeDocument/2006/relationships/image" Target="../media/image757.png"/><Relationship Id="rId974" Type="http://schemas.openxmlformats.org/officeDocument/2006/relationships/image" Target="../media/image888.png"/><Relationship Id="rId1008" Type="http://schemas.openxmlformats.org/officeDocument/2006/relationships/customXml" Target="../ink/ink1254.xml"/><Relationship Id="rId61" Type="http://schemas.openxmlformats.org/officeDocument/2006/relationships/image" Target="../media/image619.png"/><Relationship Id="rId199" Type="http://schemas.openxmlformats.org/officeDocument/2006/relationships/image" Target="../media/image687.png"/><Relationship Id="rId571" Type="http://schemas.openxmlformats.org/officeDocument/2006/relationships/image" Target="../media/image203.png"/><Relationship Id="rId627" Type="http://schemas.openxmlformats.org/officeDocument/2006/relationships/customXml" Target="../ink/ink1061.xml"/><Relationship Id="rId669" Type="http://schemas.openxmlformats.org/officeDocument/2006/relationships/customXml" Target="../ink/ink1082.xml"/><Relationship Id="rId834" Type="http://schemas.openxmlformats.org/officeDocument/2006/relationships/customXml" Target="../ink/ink1166.xml"/><Relationship Id="rId876" Type="http://schemas.openxmlformats.org/officeDocument/2006/relationships/image" Target="../media/image839.png"/><Relationship Id="rId19" Type="http://schemas.openxmlformats.org/officeDocument/2006/relationships/image" Target="../media/image598.png"/><Relationship Id="rId473" Type="http://schemas.openxmlformats.org/officeDocument/2006/relationships/customXml" Target="../ink/ink990.xml"/><Relationship Id="rId529" Type="http://schemas.openxmlformats.org/officeDocument/2006/relationships/customXml" Target="../ink/ink1011.xml"/><Relationship Id="rId680" Type="http://schemas.openxmlformats.org/officeDocument/2006/relationships/image" Target="../media/image667.png"/><Relationship Id="rId736" Type="http://schemas.openxmlformats.org/officeDocument/2006/relationships/customXml" Target="../ink/ink1116.xml"/><Relationship Id="rId901" Type="http://schemas.openxmlformats.org/officeDocument/2006/relationships/customXml" Target="../ink/ink1200.xml"/><Relationship Id="rId30" Type="http://schemas.openxmlformats.org/officeDocument/2006/relationships/customXml" Target="../ink/ink859.xml"/><Relationship Id="rId126" Type="http://schemas.openxmlformats.org/officeDocument/2006/relationships/customXml" Target="../ink/ink907.xml"/><Relationship Id="rId540" Type="http://schemas.openxmlformats.org/officeDocument/2006/relationships/image" Target="../media/image188.png"/><Relationship Id="rId778" Type="http://schemas.openxmlformats.org/officeDocument/2006/relationships/customXml" Target="../ink/ink1137.xml"/><Relationship Id="rId943" Type="http://schemas.openxmlformats.org/officeDocument/2006/relationships/customXml" Target="../ink/ink1221.xml"/><Relationship Id="rId985" Type="http://schemas.openxmlformats.org/officeDocument/2006/relationships/customXml" Target="../ink/ink1242.xml"/><Relationship Id="rId1019" Type="http://schemas.openxmlformats.org/officeDocument/2006/relationships/image" Target="../media/image910.png"/><Relationship Id="rId72" Type="http://schemas.openxmlformats.org/officeDocument/2006/relationships/customXml" Target="../ink/ink880.xml"/><Relationship Id="rId375" Type="http://schemas.openxmlformats.org/officeDocument/2006/relationships/customXml" Target="../ink/ink973.xml"/><Relationship Id="rId582" Type="http://schemas.openxmlformats.org/officeDocument/2006/relationships/customXml" Target="../ink/ink1038.xml"/><Relationship Id="rId638" Type="http://schemas.openxmlformats.org/officeDocument/2006/relationships/image" Target="../media/image527.png"/><Relationship Id="rId803" Type="http://schemas.openxmlformats.org/officeDocument/2006/relationships/customXml" Target="../ink/ink1150.xml"/><Relationship Id="rId845" Type="http://schemas.openxmlformats.org/officeDocument/2006/relationships/customXml" Target="../ink/ink1172.xml"/><Relationship Id="rId1030" Type="http://schemas.openxmlformats.org/officeDocument/2006/relationships/customXml" Target="../ink/ink1265.xml"/><Relationship Id="rId3" Type="http://schemas.openxmlformats.org/officeDocument/2006/relationships/image" Target="../media/image164.png"/><Relationship Id="rId277" Type="http://schemas.openxmlformats.org/officeDocument/2006/relationships/customXml" Target="../ink/ink954.xml"/><Relationship Id="rId400" Type="http://schemas.openxmlformats.org/officeDocument/2006/relationships/image" Target="../media/image786.png"/><Relationship Id="rId484" Type="http://schemas.openxmlformats.org/officeDocument/2006/relationships/image" Target="../media/image828.png"/><Relationship Id="rId705" Type="http://schemas.openxmlformats.org/officeDocument/2006/relationships/image" Target="../media/image698.png"/><Relationship Id="rId887" Type="http://schemas.openxmlformats.org/officeDocument/2006/relationships/customXml" Target="../ink/ink1193.xml"/><Relationship Id="rId137" Type="http://schemas.openxmlformats.org/officeDocument/2006/relationships/image" Target="../media/image6570.png"/><Relationship Id="rId302" Type="http://schemas.openxmlformats.org/officeDocument/2006/relationships/image" Target="../media/image737.png"/><Relationship Id="rId691" Type="http://schemas.openxmlformats.org/officeDocument/2006/relationships/customXml" Target="../ink/ink1093.xml"/><Relationship Id="rId747" Type="http://schemas.openxmlformats.org/officeDocument/2006/relationships/image" Target="../media/image747.png"/><Relationship Id="rId789" Type="http://schemas.openxmlformats.org/officeDocument/2006/relationships/image" Target="../media/image768.png"/><Relationship Id="rId912" Type="http://schemas.openxmlformats.org/officeDocument/2006/relationships/image" Target="../media/image857.png"/><Relationship Id="rId954" Type="http://schemas.openxmlformats.org/officeDocument/2006/relationships/image" Target="../media/image878.png"/><Relationship Id="rId996" Type="http://schemas.openxmlformats.org/officeDocument/2006/relationships/customXml" Target="../ink/ink1248.xml"/><Relationship Id="rId41" Type="http://schemas.openxmlformats.org/officeDocument/2006/relationships/image" Target="../media/image609.png"/><Relationship Id="rId83" Type="http://schemas.openxmlformats.org/officeDocument/2006/relationships/image" Target="../media/image6303.png"/><Relationship Id="rId179" Type="http://schemas.openxmlformats.org/officeDocument/2006/relationships/image" Target="../media/image677.png"/><Relationship Id="rId386" Type="http://schemas.openxmlformats.org/officeDocument/2006/relationships/image" Target="../media/image779.png"/><Relationship Id="rId551" Type="http://schemas.openxmlformats.org/officeDocument/2006/relationships/customXml" Target="../ink/ink1022.xml"/><Relationship Id="rId593" Type="http://schemas.openxmlformats.org/officeDocument/2006/relationships/customXml" Target="../ink/ink1044.xml"/><Relationship Id="rId607" Type="http://schemas.openxmlformats.org/officeDocument/2006/relationships/customXml" Target="../ink/ink1051.xml"/><Relationship Id="rId649" Type="http://schemas.openxmlformats.org/officeDocument/2006/relationships/customXml" Target="../ink/ink1072.xml"/><Relationship Id="rId814" Type="http://schemas.openxmlformats.org/officeDocument/2006/relationships/image" Target="../media/image797.png"/><Relationship Id="rId856" Type="http://schemas.openxmlformats.org/officeDocument/2006/relationships/image" Target="../media/image818.png"/><Relationship Id="rId190" Type="http://schemas.openxmlformats.org/officeDocument/2006/relationships/customXml" Target="../ink/ink930.xml"/><Relationship Id="rId204" Type="http://schemas.openxmlformats.org/officeDocument/2006/relationships/customXml" Target="../ink/ink937.xml"/><Relationship Id="rId246" Type="http://schemas.openxmlformats.org/officeDocument/2006/relationships/image" Target="../media/image7101.png"/><Relationship Id="rId288" Type="http://schemas.openxmlformats.org/officeDocument/2006/relationships/image" Target="../media/image730.png"/><Relationship Id="rId509" Type="http://schemas.openxmlformats.org/officeDocument/2006/relationships/customXml" Target="../ink/ink1001.xml"/><Relationship Id="rId660" Type="http://schemas.openxmlformats.org/officeDocument/2006/relationships/image" Target="../media/image654.png"/><Relationship Id="rId898" Type="http://schemas.openxmlformats.org/officeDocument/2006/relationships/image" Target="../media/image850.png"/><Relationship Id="rId1041" Type="http://schemas.openxmlformats.org/officeDocument/2006/relationships/image" Target="../media/image921.png"/><Relationship Id="rId106" Type="http://schemas.openxmlformats.org/officeDocument/2006/relationships/customXml" Target="../ink/ink897.xml"/><Relationship Id="rId716" Type="http://schemas.openxmlformats.org/officeDocument/2006/relationships/customXml" Target="../ink/ink1106.xml"/><Relationship Id="rId758" Type="http://schemas.openxmlformats.org/officeDocument/2006/relationships/customXml" Target="../ink/ink1127.xml"/><Relationship Id="rId923" Type="http://schemas.openxmlformats.org/officeDocument/2006/relationships/customXml" Target="../ink/ink1211.xml"/><Relationship Id="rId965" Type="http://schemas.openxmlformats.org/officeDocument/2006/relationships/customXml" Target="../ink/ink1232.xml"/><Relationship Id="rId10" Type="http://schemas.openxmlformats.org/officeDocument/2006/relationships/customXml" Target="../ink/ink849.xml"/><Relationship Id="rId52" Type="http://schemas.openxmlformats.org/officeDocument/2006/relationships/customXml" Target="../ink/ink870.xml"/><Relationship Id="rId94" Type="http://schemas.openxmlformats.org/officeDocument/2006/relationships/customXml" Target="../ink/ink891.xml"/><Relationship Id="rId148" Type="http://schemas.openxmlformats.org/officeDocument/2006/relationships/customXml" Target="../ink/ink918.xml"/><Relationship Id="rId397" Type="http://schemas.openxmlformats.org/officeDocument/2006/relationships/customXml" Target="../ink/ink984.xml"/><Relationship Id="rId520" Type="http://schemas.openxmlformats.org/officeDocument/2006/relationships/image" Target="../media/image178.png"/><Relationship Id="rId562" Type="http://schemas.openxmlformats.org/officeDocument/2006/relationships/customXml" Target="../ink/ink1028.xml"/><Relationship Id="rId618" Type="http://schemas.openxmlformats.org/officeDocument/2006/relationships/image" Target="../media/image516.png"/><Relationship Id="rId825" Type="http://schemas.openxmlformats.org/officeDocument/2006/relationships/customXml" Target="../ink/ink1161.xml"/><Relationship Id="rId867" Type="http://schemas.openxmlformats.org/officeDocument/2006/relationships/customXml" Target="../ink/ink1183.xml"/><Relationship Id="rId1010" Type="http://schemas.openxmlformats.org/officeDocument/2006/relationships/customXml" Target="../ink/ink1255.xml"/><Relationship Id="rId299" Type="http://schemas.openxmlformats.org/officeDocument/2006/relationships/customXml" Target="../ink/ink965.xml"/><Relationship Id="rId727" Type="http://schemas.openxmlformats.org/officeDocument/2006/relationships/image" Target="../media/image721.png"/><Relationship Id="rId934" Type="http://schemas.openxmlformats.org/officeDocument/2006/relationships/image" Target="../media/image868.png"/><Relationship Id="rId63" Type="http://schemas.openxmlformats.org/officeDocument/2006/relationships/image" Target="../media/image620.png"/><Relationship Id="rId573" Type="http://schemas.openxmlformats.org/officeDocument/2006/relationships/image" Target="../media/image204.png"/><Relationship Id="rId780" Type="http://schemas.openxmlformats.org/officeDocument/2006/relationships/customXml" Target="../ink/ink1138.xml"/><Relationship Id="rId878" Type="http://schemas.openxmlformats.org/officeDocument/2006/relationships/image" Target="../media/image840.png"/><Relationship Id="rId640" Type="http://schemas.openxmlformats.org/officeDocument/2006/relationships/image" Target="../media/image528.png"/><Relationship Id="rId738" Type="http://schemas.openxmlformats.org/officeDocument/2006/relationships/customXml" Target="../ink/ink1117.xml"/><Relationship Id="rId945" Type="http://schemas.openxmlformats.org/officeDocument/2006/relationships/customXml" Target="../ink/ink1222.xml"/><Relationship Id="rId74" Type="http://schemas.openxmlformats.org/officeDocument/2006/relationships/customXml" Target="../ink/ink881.xml"/><Relationship Id="rId377" Type="http://schemas.openxmlformats.org/officeDocument/2006/relationships/customXml" Target="../ink/ink974.xml"/><Relationship Id="rId584" Type="http://schemas.openxmlformats.org/officeDocument/2006/relationships/customXml" Target="../ink/ink1039.xml"/><Relationship Id="rId805" Type="http://schemas.openxmlformats.org/officeDocument/2006/relationships/customXml" Target="../ink/ink1151.xml"/><Relationship Id="rId5" Type="http://schemas.openxmlformats.org/officeDocument/2006/relationships/image" Target="../media/image591.png"/><Relationship Id="rId237" Type="http://schemas.openxmlformats.org/officeDocument/2006/relationships/customXml" Target="../ink/ink941.xml"/><Relationship Id="rId791" Type="http://schemas.openxmlformats.org/officeDocument/2006/relationships/image" Target="../media/image769.png"/><Relationship Id="rId889" Type="http://schemas.openxmlformats.org/officeDocument/2006/relationships/customXml" Target="../ink/ink1194.xml"/><Relationship Id="rId651" Type="http://schemas.openxmlformats.org/officeDocument/2006/relationships/customXml" Target="../ink/ink1073.xml"/><Relationship Id="rId749" Type="http://schemas.openxmlformats.org/officeDocument/2006/relationships/image" Target="../media/image748.png"/><Relationship Id="rId290" Type="http://schemas.openxmlformats.org/officeDocument/2006/relationships/image" Target="../media/image731.png"/><Relationship Id="rId304" Type="http://schemas.openxmlformats.org/officeDocument/2006/relationships/image" Target="../media/image738.png"/><Relationship Id="rId388" Type="http://schemas.openxmlformats.org/officeDocument/2006/relationships/image" Target="../media/image780.png"/><Relationship Id="rId511" Type="http://schemas.openxmlformats.org/officeDocument/2006/relationships/customXml" Target="../ink/ink1002.xml"/><Relationship Id="rId609" Type="http://schemas.openxmlformats.org/officeDocument/2006/relationships/customXml" Target="../ink/ink1052.xml"/><Relationship Id="rId956" Type="http://schemas.openxmlformats.org/officeDocument/2006/relationships/image" Target="../media/image879.png"/><Relationship Id="rId85" Type="http://schemas.openxmlformats.org/officeDocument/2006/relationships/image" Target="../media/image631.png"/><Relationship Id="rId150" Type="http://schemas.openxmlformats.org/officeDocument/2006/relationships/customXml" Target="../ink/ink919.xml"/><Relationship Id="rId595" Type="http://schemas.openxmlformats.org/officeDocument/2006/relationships/customXml" Target="../ink/ink1045.xml"/><Relationship Id="rId816" Type="http://schemas.openxmlformats.org/officeDocument/2006/relationships/image" Target="../media/image798.png"/><Relationship Id="rId1001" Type="http://schemas.openxmlformats.org/officeDocument/2006/relationships/image" Target="../media/image901.png"/><Relationship Id="rId248" Type="http://schemas.openxmlformats.org/officeDocument/2006/relationships/customXml" Target="../ink/ink947.xml"/><Relationship Id="rId662" Type="http://schemas.openxmlformats.org/officeDocument/2006/relationships/image" Target="../media/image655.png"/><Relationship Id="rId12" Type="http://schemas.openxmlformats.org/officeDocument/2006/relationships/customXml" Target="../ink/ink850.xml"/><Relationship Id="rId108" Type="http://schemas.openxmlformats.org/officeDocument/2006/relationships/customXml" Target="../ink/ink898.xml"/><Relationship Id="rId522" Type="http://schemas.openxmlformats.org/officeDocument/2006/relationships/image" Target="../media/image179.png"/><Relationship Id="rId967" Type="http://schemas.openxmlformats.org/officeDocument/2006/relationships/customXml" Target="../ink/ink1233.xml"/><Relationship Id="rId96" Type="http://schemas.openxmlformats.org/officeDocument/2006/relationships/customXml" Target="../ink/ink892.xml"/><Relationship Id="rId161" Type="http://schemas.openxmlformats.org/officeDocument/2006/relationships/image" Target="../media/image483.png"/><Relationship Id="rId399" Type="http://schemas.openxmlformats.org/officeDocument/2006/relationships/customXml" Target="../ink/ink985.xml"/><Relationship Id="rId827" Type="http://schemas.openxmlformats.org/officeDocument/2006/relationships/customXml" Target="../ink/ink1162.xml"/><Relationship Id="rId1012" Type="http://schemas.openxmlformats.org/officeDocument/2006/relationships/customXml" Target="../ink/ink1256.xml"/><Relationship Id="rId673" Type="http://schemas.openxmlformats.org/officeDocument/2006/relationships/customXml" Target="../ink/ink1084.xml"/><Relationship Id="rId880" Type="http://schemas.openxmlformats.org/officeDocument/2006/relationships/image" Target="../media/image841.png"/><Relationship Id="rId23" Type="http://schemas.openxmlformats.org/officeDocument/2006/relationships/image" Target="../media/image600.png"/><Relationship Id="rId119" Type="http://schemas.openxmlformats.org/officeDocument/2006/relationships/image" Target="../media/image6480.png"/><Relationship Id="rId533" Type="http://schemas.openxmlformats.org/officeDocument/2006/relationships/customXml" Target="../ink/ink1013.xml"/><Relationship Id="rId978" Type="http://schemas.openxmlformats.org/officeDocument/2006/relationships/image" Target="../media/image890.png"/><Relationship Id="rId740" Type="http://schemas.openxmlformats.org/officeDocument/2006/relationships/customXml" Target="../ink/ink1118.xml"/><Relationship Id="rId838" Type="http://schemas.openxmlformats.org/officeDocument/2006/relationships/customXml" Target="../ink/ink1168.xml"/><Relationship Id="rId1023" Type="http://schemas.openxmlformats.org/officeDocument/2006/relationships/image" Target="../media/image912.png"/><Relationship Id="rId477" Type="http://schemas.openxmlformats.org/officeDocument/2006/relationships/customXml" Target="../ink/ink992.xml"/><Relationship Id="rId600" Type="http://schemas.openxmlformats.org/officeDocument/2006/relationships/image" Target="../media/image227.png"/><Relationship Id="rId684" Type="http://schemas.openxmlformats.org/officeDocument/2006/relationships/image" Target="../media/image669.png"/><Relationship Id="rId891" Type="http://schemas.openxmlformats.org/officeDocument/2006/relationships/customXml" Target="../ink/ink1195.xml"/><Relationship Id="rId905" Type="http://schemas.openxmlformats.org/officeDocument/2006/relationships/customXml" Target="../ink/ink1202.xml"/><Relationship Id="rId989" Type="http://schemas.openxmlformats.org/officeDocument/2006/relationships/customXml" Target="../ink/ink1244.xml"/><Relationship Id="rId34" Type="http://schemas.openxmlformats.org/officeDocument/2006/relationships/customXml" Target="../ink/ink861.xml"/><Relationship Id="rId544" Type="http://schemas.openxmlformats.org/officeDocument/2006/relationships/image" Target="../media/image190.png"/><Relationship Id="rId751" Type="http://schemas.openxmlformats.org/officeDocument/2006/relationships/image" Target="../media/image749.png"/><Relationship Id="rId849" Type="http://schemas.openxmlformats.org/officeDocument/2006/relationships/customXml" Target="../ink/ink1174.xml"/><Relationship Id="rId183" Type="http://schemas.openxmlformats.org/officeDocument/2006/relationships/image" Target="../media/image679.png"/><Relationship Id="rId390" Type="http://schemas.openxmlformats.org/officeDocument/2006/relationships/image" Target="../media/image781.png"/><Relationship Id="rId611" Type="http://schemas.openxmlformats.org/officeDocument/2006/relationships/customXml" Target="../ink/ink1053.xml"/><Relationship Id="rId1034" Type="http://schemas.openxmlformats.org/officeDocument/2006/relationships/customXml" Target="../ink/ink1267.xml"/><Relationship Id="rId250" Type="http://schemas.openxmlformats.org/officeDocument/2006/relationships/image" Target="../media/image711.png"/><Relationship Id="rId488" Type="http://schemas.openxmlformats.org/officeDocument/2006/relationships/image" Target="../media/image830.png"/><Relationship Id="rId695" Type="http://schemas.openxmlformats.org/officeDocument/2006/relationships/image" Target="../media/image692.png"/><Relationship Id="rId709" Type="http://schemas.openxmlformats.org/officeDocument/2006/relationships/image" Target="../media/image701.png"/><Relationship Id="rId916" Type="http://schemas.openxmlformats.org/officeDocument/2006/relationships/image" Target="../media/image859.png"/><Relationship Id="rId45" Type="http://schemas.openxmlformats.org/officeDocument/2006/relationships/image" Target="../media/image611.png"/><Relationship Id="rId110" Type="http://schemas.openxmlformats.org/officeDocument/2006/relationships/customXml" Target="../ink/ink899.xml"/><Relationship Id="rId555" Type="http://schemas.openxmlformats.org/officeDocument/2006/relationships/image" Target="../media/image195.png"/><Relationship Id="rId762" Type="http://schemas.openxmlformats.org/officeDocument/2006/relationships/customXml" Target="../ink/ink1129.xml"/><Relationship Id="rId194" Type="http://schemas.openxmlformats.org/officeDocument/2006/relationships/customXml" Target="../ink/ink932.xml"/><Relationship Id="rId622" Type="http://schemas.openxmlformats.org/officeDocument/2006/relationships/image" Target="../media/image518.png"/><Relationship Id="rId1045" Type="http://schemas.openxmlformats.org/officeDocument/2006/relationships/customXml" Target="../ink/ink1273.xml"/><Relationship Id="rId927" Type="http://schemas.openxmlformats.org/officeDocument/2006/relationships/customXml" Target="../ink/ink1213.xml"/><Relationship Id="rId56" Type="http://schemas.openxmlformats.org/officeDocument/2006/relationships/customXml" Target="../ink/ink872.xml"/><Relationship Id="rId566" Type="http://schemas.openxmlformats.org/officeDocument/2006/relationships/customXml" Target="../ink/ink1030.xml"/><Relationship Id="rId773" Type="http://schemas.openxmlformats.org/officeDocument/2006/relationships/image" Target="../media/image760.png"/><Relationship Id="rId121" Type="http://schemas.openxmlformats.org/officeDocument/2006/relationships/image" Target="../media/image6490.png"/><Relationship Id="rId219" Type="http://schemas.openxmlformats.org/officeDocument/2006/relationships/customXml" Target="../ink/ink940.xml"/><Relationship Id="rId633" Type="http://schemas.openxmlformats.org/officeDocument/2006/relationships/customXml" Target="../ink/ink1064.xml"/><Relationship Id="rId980" Type="http://schemas.openxmlformats.org/officeDocument/2006/relationships/image" Target="../media/image891.png"/><Relationship Id="rId840" Type="http://schemas.openxmlformats.org/officeDocument/2006/relationships/customXml" Target="../ink/ink1169.xml"/><Relationship Id="rId938" Type="http://schemas.openxmlformats.org/officeDocument/2006/relationships/image" Target="../media/image870.png"/><Relationship Id="rId67" Type="http://schemas.openxmlformats.org/officeDocument/2006/relationships/image" Target="../media/image622.png"/><Relationship Id="rId577" Type="http://schemas.openxmlformats.org/officeDocument/2006/relationships/image" Target="../media/image206.png"/><Relationship Id="rId700" Type="http://schemas.openxmlformats.org/officeDocument/2006/relationships/customXml" Target="../ink/ink1098.xml"/><Relationship Id="rId132" Type="http://schemas.openxmlformats.org/officeDocument/2006/relationships/customXml" Target="../ink/ink910.xml"/><Relationship Id="rId784" Type="http://schemas.openxmlformats.org/officeDocument/2006/relationships/customXml" Target="../ink/ink1140.xml"/><Relationship Id="rId991" Type="http://schemas.openxmlformats.org/officeDocument/2006/relationships/customXml" Target="../ink/ink1245.xml"/><Relationship Id="rId644" Type="http://schemas.openxmlformats.org/officeDocument/2006/relationships/image" Target="../media/image582.png"/><Relationship Id="rId851" Type="http://schemas.openxmlformats.org/officeDocument/2006/relationships/customXml" Target="../ink/ink1175.xml"/><Relationship Id="rId283" Type="http://schemas.openxmlformats.org/officeDocument/2006/relationships/customXml" Target="../ink/ink957.xml"/><Relationship Id="rId504" Type="http://schemas.openxmlformats.org/officeDocument/2006/relationships/image" Target="../media/image838.png"/><Relationship Id="rId711" Type="http://schemas.openxmlformats.org/officeDocument/2006/relationships/image" Target="../media/image702.png"/><Relationship Id="rId949" Type="http://schemas.openxmlformats.org/officeDocument/2006/relationships/customXml" Target="../ink/ink1224.xml"/><Relationship Id="rId78" Type="http://schemas.openxmlformats.org/officeDocument/2006/relationships/customXml" Target="../ink/ink883.xml"/><Relationship Id="rId143" Type="http://schemas.openxmlformats.org/officeDocument/2006/relationships/image" Target="../media/image6603.png"/><Relationship Id="rId588" Type="http://schemas.openxmlformats.org/officeDocument/2006/relationships/customXml" Target="../ink/ink1041.xml"/><Relationship Id="rId795" Type="http://schemas.openxmlformats.org/officeDocument/2006/relationships/image" Target="../media/image788.png"/><Relationship Id="rId809" Type="http://schemas.openxmlformats.org/officeDocument/2006/relationships/customXml" Target="../ink/ink1153.xml"/><Relationship Id="rId9" Type="http://schemas.openxmlformats.org/officeDocument/2006/relationships/image" Target="../media/image593.png"/><Relationship Id="rId655" Type="http://schemas.openxmlformats.org/officeDocument/2006/relationships/customXml" Target="../ink/ink1075.xml"/><Relationship Id="rId862" Type="http://schemas.openxmlformats.org/officeDocument/2006/relationships/image" Target="../media/image831.png"/><Relationship Id="rId294" Type="http://schemas.openxmlformats.org/officeDocument/2006/relationships/image" Target="../media/image733.png"/><Relationship Id="rId515" Type="http://schemas.openxmlformats.org/officeDocument/2006/relationships/customXml" Target="../ink/ink1004.xml"/><Relationship Id="rId722" Type="http://schemas.openxmlformats.org/officeDocument/2006/relationships/customXml" Target="../ink/ink1109.xml"/><Relationship Id="rId89" Type="http://schemas.openxmlformats.org/officeDocument/2006/relationships/image" Target="../media/image633.png"/><Relationship Id="rId154" Type="http://schemas.openxmlformats.org/officeDocument/2006/relationships/customXml" Target="../ink/ink921.xml"/><Relationship Id="rId599" Type="http://schemas.openxmlformats.org/officeDocument/2006/relationships/customXml" Target="../ink/ink1047.xml"/><Relationship Id="rId1005" Type="http://schemas.openxmlformats.org/officeDocument/2006/relationships/image" Target="../media/image903.png"/><Relationship Id="rId666" Type="http://schemas.openxmlformats.org/officeDocument/2006/relationships/image" Target="../media/image657.png"/><Relationship Id="rId873" Type="http://schemas.openxmlformats.org/officeDocument/2006/relationships/customXml" Target="../ink/ink1186.xml"/><Relationship Id="rId16" Type="http://schemas.openxmlformats.org/officeDocument/2006/relationships/customXml" Target="../ink/ink852.xml"/><Relationship Id="rId319" Type="http://schemas.openxmlformats.org/officeDocument/2006/relationships/customXml" Target="../ink/ink969.xml"/><Relationship Id="rId526" Type="http://schemas.openxmlformats.org/officeDocument/2006/relationships/image" Target="../media/image181.png"/><Relationship Id="rId733" Type="http://schemas.openxmlformats.org/officeDocument/2006/relationships/image" Target="../media/image739.png"/><Relationship Id="rId940" Type="http://schemas.openxmlformats.org/officeDocument/2006/relationships/image" Target="../media/image871.png"/><Relationship Id="rId1016" Type="http://schemas.openxmlformats.org/officeDocument/2006/relationships/customXml" Target="../ink/ink1258.xml"/><Relationship Id="rId372" Type="http://schemas.openxmlformats.org/officeDocument/2006/relationships/image" Target="../media/image772.png"/><Relationship Id="rId677" Type="http://schemas.openxmlformats.org/officeDocument/2006/relationships/customXml" Target="../ink/ink1086.xml"/><Relationship Id="rId800" Type="http://schemas.openxmlformats.org/officeDocument/2006/relationships/customXml" Target="../ink/ink1148.xml"/><Relationship Id="rId884" Type="http://schemas.openxmlformats.org/officeDocument/2006/relationships/image" Target="../media/image843.png"/><Relationship Id="rId27" Type="http://schemas.openxmlformats.org/officeDocument/2006/relationships/image" Target="../media/image602.png"/><Relationship Id="rId537" Type="http://schemas.openxmlformats.org/officeDocument/2006/relationships/customXml" Target="../ink/ink1015.xml"/><Relationship Id="rId744" Type="http://schemas.openxmlformats.org/officeDocument/2006/relationships/customXml" Target="../ink/ink1120.xml"/><Relationship Id="rId951" Type="http://schemas.openxmlformats.org/officeDocument/2006/relationships/customXml" Target="../ink/ink1225.xml"/><Relationship Id="rId80" Type="http://schemas.openxmlformats.org/officeDocument/2006/relationships/customXml" Target="../ink/ink884.xml"/><Relationship Id="rId176" Type="http://schemas.openxmlformats.org/officeDocument/2006/relationships/customXml" Target="../ink/ink923.xml"/><Relationship Id="rId383" Type="http://schemas.openxmlformats.org/officeDocument/2006/relationships/customXml" Target="../ink/ink977.xml"/><Relationship Id="rId590" Type="http://schemas.openxmlformats.org/officeDocument/2006/relationships/customXml" Target="../ink/ink1042.xml"/><Relationship Id="rId604" Type="http://schemas.openxmlformats.org/officeDocument/2006/relationships/image" Target="../media/image339.png"/><Relationship Id="rId811" Type="http://schemas.openxmlformats.org/officeDocument/2006/relationships/customXml" Target="../ink/ink1154.xml"/><Relationship Id="rId1027" Type="http://schemas.openxmlformats.org/officeDocument/2006/relationships/image" Target="../media/image914.png"/><Relationship Id="rId243" Type="http://schemas.openxmlformats.org/officeDocument/2006/relationships/customXml" Target="../ink/ink944.xml"/><Relationship Id="rId688" Type="http://schemas.openxmlformats.org/officeDocument/2006/relationships/image" Target="../media/image672.png"/><Relationship Id="rId895" Type="http://schemas.openxmlformats.org/officeDocument/2006/relationships/customXml" Target="../ink/ink1197.xml"/><Relationship Id="rId909" Type="http://schemas.openxmlformats.org/officeDocument/2006/relationships/customXml" Target="../ink/ink1204.xml"/><Relationship Id="rId38" Type="http://schemas.openxmlformats.org/officeDocument/2006/relationships/customXml" Target="../ink/ink863.xml"/><Relationship Id="rId103" Type="http://schemas.openxmlformats.org/officeDocument/2006/relationships/image" Target="../media/image6402.png"/><Relationship Id="rId548" Type="http://schemas.openxmlformats.org/officeDocument/2006/relationships/image" Target="../media/image192.png"/><Relationship Id="rId755" Type="http://schemas.openxmlformats.org/officeDocument/2006/relationships/image" Target="../media/image751.png"/><Relationship Id="rId962" Type="http://schemas.openxmlformats.org/officeDocument/2006/relationships/image" Target="../media/image882.png"/><Relationship Id="rId91" Type="http://schemas.openxmlformats.org/officeDocument/2006/relationships/image" Target="../media/image634.png"/><Relationship Id="rId187" Type="http://schemas.openxmlformats.org/officeDocument/2006/relationships/image" Target="../media/image681.png"/><Relationship Id="rId394" Type="http://schemas.openxmlformats.org/officeDocument/2006/relationships/image" Target="../media/image783.png"/><Relationship Id="rId615" Type="http://schemas.openxmlformats.org/officeDocument/2006/relationships/customXml" Target="../ink/ink1055.xml"/><Relationship Id="rId822" Type="http://schemas.openxmlformats.org/officeDocument/2006/relationships/image" Target="../media/image801.png"/><Relationship Id="rId1038" Type="http://schemas.openxmlformats.org/officeDocument/2006/relationships/customXml" Target="../ink/ink1269.xml"/><Relationship Id="rId254" Type="http://schemas.openxmlformats.org/officeDocument/2006/relationships/image" Target="../media/image713.png"/><Relationship Id="rId699" Type="http://schemas.openxmlformats.org/officeDocument/2006/relationships/image" Target="../media/image694.png"/><Relationship Id="rId49" Type="http://schemas.openxmlformats.org/officeDocument/2006/relationships/image" Target="../media/image613.png"/><Relationship Id="rId114" Type="http://schemas.openxmlformats.org/officeDocument/2006/relationships/customXml" Target="../ink/ink901.xml"/><Relationship Id="rId559" Type="http://schemas.openxmlformats.org/officeDocument/2006/relationships/image" Target="../media/image197.png"/><Relationship Id="rId766" Type="http://schemas.openxmlformats.org/officeDocument/2006/relationships/customXml" Target="../ink/ink1131.xml"/><Relationship Id="rId198" Type="http://schemas.openxmlformats.org/officeDocument/2006/relationships/customXml" Target="../ink/ink934.xml"/><Relationship Id="rId321" Type="http://schemas.openxmlformats.org/officeDocument/2006/relationships/customXml" Target="../ink/ink970.xml"/><Relationship Id="rId626" Type="http://schemas.openxmlformats.org/officeDocument/2006/relationships/image" Target="../media/image521.png"/><Relationship Id="rId973" Type="http://schemas.openxmlformats.org/officeDocument/2006/relationships/customXml" Target="../ink/ink1236.xml"/><Relationship Id="rId833" Type="http://schemas.openxmlformats.org/officeDocument/2006/relationships/image" Target="../media/image806.png"/><Relationship Id="rId265" Type="http://schemas.openxmlformats.org/officeDocument/2006/relationships/customXml" Target="../ink/ink953.xml"/><Relationship Id="rId472" Type="http://schemas.openxmlformats.org/officeDocument/2006/relationships/image" Target="../media/image822.png"/><Relationship Id="rId900" Type="http://schemas.openxmlformats.org/officeDocument/2006/relationships/image" Target="../media/image851.png"/><Relationship Id="rId125" Type="http://schemas.openxmlformats.org/officeDocument/2006/relationships/image" Target="../media/image6511.png"/><Relationship Id="rId777" Type="http://schemas.openxmlformats.org/officeDocument/2006/relationships/image" Target="../media/image762.png"/><Relationship Id="rId984" Type="http://schemas.openxmlformats.org/officeDocument/2006/relationships/image" Target="../media/image893.png"/><Relationship Id="rId637" Type="http://schemas.openxmlformats.org/officeDocument/2006/relationships/customXml" Target="../ink/ink1066.xml"/><Relationship Id="rId844" Type="http://schemas.openxmlformats.org/officeDocument/2006/relationships/image" Target="../media/image811.png"/><Relationship Id="rId276" Type="http://schemas.openxmlformats.org/officeDocument/2006/relationships/image" Target="../media/image724.png"/><Relationship Id="rId483" Type="http://schemas.openxmlformats.org/officeDocument/2006/relationships/customXml" Target="../ink/ink995.xml"/><Relationship Id="rId690" Type="http://schemas.openxmlformats.org/officeDocument/2006/relationships/image" Target="../media/image673.png"/><Relationship Id="rId704" Type="http://schemas.openxmlformats.org/officeDocument/2006/relationships/customXml" Target="../ink/ink1100.xml"/><Relationship Id="rId911" Type="http://schemas.openxmlformats.org/officeDocument/2006/relationships/customXml" Target="../ink/ink1205.xml"/><Relationship Id="rId40" Type="http://schemas.openxmlformats.org/officeDocument/2006/relationships/customXml" Target="../ink/ink864.xml"/><Relationship Id="rId136" Type="http://schemas.openxmlformats.org/officeDocument/2006/relationships/customXml" Target="../ink/ink912.xml"/><Relationship Id="rId550" Type="http://schemas.openxmlformats.org/officeDocument/2006/relationships/image" Target="../media/image193.png"/><Relationship Id="rId788" Type="http://schemas.openxmlformats.org/officeDocument/2006/relationships/customXml" Target="../ink/ink1142.xml"/><Relationship Id="rId995" Type="http://schemas.openxmlformats.org/officeDocument/2006/relationships/image" Target="../media/image898.png"/><Relationship Id="rId203" Type="http://schemas.openxmlformats.org/officeDocument/2006/relationships/image" Target="../media/image689.png"/><Relationship Id="rId648" Type="http://schemas.openxmlformats.org/officeDocument/2006/relationships/image" Target="../media/image647.png"/><Relationship Id="rId855" Type="http://schemas.openxmlformats.org/officeDocument/2006/relationships/customXml" Target="../ink/ink1177.xml"/><Relationship Id="rId1040" Type="http://schemas.openxmlformats.org/officeDocument/2006/relationships/customXml" Target="../ink/ink1270.xml"/><Relationship Id="rId287" Type="http://schemas.openxmlformats.org/officeDocument/2006/relationships/customXml" Target="../ink/ink959.xml"/><Relationship Id="rId508" Type="http://schemas.openxmlformats.org/officeDocument/2006/relationships/image" Target="../media/image1720.png"/><Relationship Id="rId715" Type="http://schemas.openxmlformats.org/officeDocument/2006/relationships/image" Target="../media/image704.png"/><Relationship Id="rId922" Type="http://schemas.openxmlformats.org/officeDocument/2006/relationships/image" Target="../media/image862.png"/><Relationship Id="rId147" Type="http://schemas.openxmlformats.org/officeDocument/2006/relationships/image" Target="../media/image6620.png"/><Relationship Id="rId799" Type="http://schemas.openxmlformats.org/officeDocument/2006/relationships/image" Target="../media/image790.png"/><Relationship Id="rId51" Type="http://schemas.openxmlformats.org/officeDocument/2006/relationships/image" Target="../media/image614.png"/><Relationship Id="rId561" Type="http://schemas.openxmlformats.org/officeDocument/2006/relationships/image" Target="../media/image198.png"/><Relationship Id="rId659" Type="http://schemas.openxmlformats.org/officeDocument/2006/relationships/customXml" Target="../ink/ink1077.xml"/><Relationship Id="rId866" Type="http://schemas.openxmlformats.org/officeDocument/2006/relationships/image" Target="../media/image833.png"/><Relationship Id="rId298" Type="http://schemas.openxmlformats.org/officeDocument/2006/relationships/image" Target="../media/image735.png"/><Relationship Id="rId519" Type="http://schemas.openxmlformats.org/officeDocument/2006/relationships/customXml" Target="../ink/ink1006.xml"/><Relationship Id="rId726" Type="http://schemas.openxmlformats.org/officeDocument/2006/relationships/customXml" Target="../ink/ink1111.xml"/><Relationship Id="rId933" Type="http://schemas.openxmlformats.org/officeDocument/2006/relationships/customXml" Target="../ink/ink1216.xml"/><Relationship Id="rId1009" Type="http://schemas.openxmlformats.org/officeDocument/2006/relationships/image" Target="../media/image905.png"/><Relationship Id="rId62" Type="http://schemas.openxmlformats.org/officeDocument/2006/relationships/customXml" Target="../ink/ink875.xml"/><Relationship Id="rId572" Type="http://schemas.openxmlformats.org/officeDocument/2006/relationships/customXml" Target="../ink/ink1033.xml"/><Relationship Id="rId877" Type="http://schemas.openxmlformats.org/officeDocument/2006/relationships/customXml" Target="../ink/ink1188.xml"/><Relationship Id="rId737" Type="http://schemas.openxmlformats.org/officeDocument/2006/relationships/image" Target="../media/image741.png"/><Relationship Id="rId944" Type="http://schemas.openxmlformats.org/officeDocument/2006/relationships/image" Target="../media/image873.png"/><Relationship Id="rId73" Type="http://schemas.openxmlformats.org/officeDocument/2006/relationships/image" Target="../media/image625.png"/><Relationship Id="rId376" Type="http://schemas.openxmlformats.org/officeDocument/2006/relationships/image" Target="../media/image774.png"/><Relationship Id="rId583" Type="http://schemas.openxmlformats.org/officeDocument/2006/relationships/image" Target="../media/image211.png"/><Relationship Id="rId790" Type="http://schemas.openxmlformats.org/officeDocument/2006/relationships/customXml" Target="../ink/ink1143.xml"/><Relationship Id="rId804" Type="http://schemas.openxmlformats.org/officeDocument/2006/relationships/image" Target="../media/image792.png"/><Relationship Id="rId4" Type="http://schemas.openxmlformats.org/officeDocument/2006/relationships/customXml" Target="../ink/ink846.xml"/><Relationship Id="rId236" Type="http://schemas.openxmlformats.org/officeDocument/2006/relationships/image" Target="../media/image705.png"/><Relationship Id="rId650" Type="http://schemas.openxmlformats.org/officeDocument/2006/relationships/image" Target="../media/image648.png"/><Relationship Id="rId888" Type="http://schemas.openxmlformats.org/officeDocument/2006/relationships/image" Target="../media/image845.png"/><Relationship Id="rId303" Type="http://schemas.openxmlformats.org/officeDocument/2006/relationships/customXml" Target="../ink/ink967.xml"/><Relationship Id="rId748" Type="http://schemas.openxmlformats.org/officeDocument/2006/relationships/customXml" Target="../ink/ink1122.xml"/><Relationship Id="rId955" Type="http://schemas.openxmlformats.org/officeDocument/2006/relationships/customXml" Target="../ink/ink1227.xml"/><Relationship Id="rId84" Type="http://schemas.openxmlformats.org/officeDocument/2006/relationships/customXml" Target="../ink/ink886.xml"/><Relationship Id="rId387" Type="http://schemas.openxmlformats.org/officeDocument/2006/relationships/customXml" Target="../ink/ink979.xml"/><Relationship Id="rId510" Type="http://schemas.openxmlformats.org/officeDocument/2006/relationships/image" Target="../media/image1731.png"/><Relationship Id="rId594" Type="http://schemas.openxmlformats.org/officeDocument/2006/relationships/image" Target="../media/image216.png"/><Relationship Id="rId608" Type="http://schemas.openxmlformats.org/officeDocument/2006/relationships/image" Target="../media/image511.png"/><Relationship Id="rId815" Type="http://schemas.openxmlformats.org/officeDocument/2006/relationships/customXml" Target="../ink/ink1156.xml"/><Relationship Id="rId247" Type="http://schemas.openxmlformats.org/officeDocument/2006/relationships/customXml" Target="../ink/ink946.xml"/><Relationship Id="rId899" Type="http://schemas.openxmlformats.org/officeDocument/2006/relationships/customXml" Target="../ink/ink1199.xml"/><Relationship Id="rId1000" Type="http://schemas.openxmlformats.org/officeDocument/2006/relationships/customXml" Target="../ink/ink1250.xml"/><Relationship Id="rId107" Type="http://schemas.openxmlformats.org/officeDocument/2006/relationships/image" Target="../media/image642.png"/><Relationship Id="rId661" Type="http://schemas.openxmlformats.org/officeDocument/2006/relationships/customXml" Target="../ink/ink1078.xml"/><Relationship Id="rId759" Type="http://schemas.openxmlformats.org/officeDocument/2006/relationships/image" Target="../media/image753.png"/><Relationship Id="rId966" Type="http://schemas.openxmlformats.org/officeDocument/2006/relationships/image" Target="../media/image884.png"/><Relationship Id="rId11" Type="http://schemas.openxmlformats.org/officeDocument/2006/relationships/image" Target="../media/image594.png"/><Relationship Id="rId398" Type="http://schemas.openxmlformats.org/officeDocument/2006/relationships/image" Target="../media/image785.png"/><Relationship Id="rId521" Type="http://schemas.openxmlformats.org/officeDocument/2006/relationships/customXml" Target="../ink/ink1007.xml"/><Relationship Id="rId619" Type="http://schemas.openxmlformats.org/officeDocument/2006/relationships/customXml" Target="../ink/ink1057.xml"/><Relationship Id="rId95" Type="http://schemas.openxmlformats.org/officeDocument/2006/relationships/image" Target="../media/image636.png"/><Relationship Id="rId826" Type="http://schemas.openxmlformats.org/officeDocument/2006/relationships/image" Target="../media/image803.png"/><Relationship Id="rId1011" Type="http://schemas.openxmlformats.org/officeDocument/2006/relationships/image" Target="../media/image906.png"/><Relationship Id="rId672" Type="http://schemas.openxmlformats.org/officeDocument/2006/relationships/image" Target="../media/image661.png"/><Relationship Id="rId22" Type="http://schemas.openxmlformats.org/officeDocument/2006/relationships/customXml" Target="../ink/ink855.xml"/><Relationship Id="rId118" Type="http://schemas.openxmlformats.org/officeDocument/2006/relationships/customXml" Target="../ink/ink903.xml"/><Relationship Id="rId532" Type="http://schemas.openxmlformats.org/officeDocument/2006/relationships/image" Target="../media/image184.png"/><Relationship Id="rId977" Type="http://schemas.openxmlformats.org/officeDocument/2006/relationships/customXml" Target="../ink/ink1238.xml"/><Relationship Id="rId837" Type="http://schemas.openxmlformats.org/officeDocument/2006/relationships/image" Target="../media/image808.png"/><Relationship Id="rId1022" Type="http://schemas.openxmlformats.org/officeDocument/2006/relationships/customXml" Target="../ink/ink1261.xml"/><Relationship Id="rId476" Type="http://schemas.openxmlformats.org/officeDocument/2006/relationships/image" Target="../media/image824.png"/><Relationship Id="rId683" Type="http://schemas.openxmlformats.org/officeDocument/2006/relationships/customXml" Target="../ink/ink1089.xml"/><Relationship Id="rId890" Type="http://schemas.openxmlformats.org/officeDocument/2006/relationships/image" Target="../media/image846.png"/><Relationship Id="rId904" Type="http://schemas.openxmlformats.org/officeDocument/2006/relationships/image" Target="../media/image853.png"/><Relationship Id="rId33" Type="http://schemas.openxmlformats.org/officeDocument/2006/relationships/image" Target="../media/image605.png"/><Relationship Id="rId129" Type="http://schemas.openxmlformats.org/officeDocument/2006/relationships/image" Target="../media/image653.png"/><Relationship Id="rId543" Type="http://schemas.openxmlformats.org/officeDocument/2006/relationships/customXml" Target="../ink/ink1018.xml"/><Relationship Id="rId988" Type="http://schemas.openxmlformats.org/officeDocument/2006/relationships/image" Target="../media/image895.png"/><Relationship Id="rId182" Type="http://schemas.openxmlformats.org/officeDocument/2006/relationships/customXml" Target="../ink/ink926.xml"/><Relationship Id="rId403" Type="http://schemas.openxmlformats.org/officeDocument/2006/relationships/customXml" Target="../ink/ink987.xml"/><Relationship Id="rId750" Type="http://schemas.openxmlformats.org/officeDocument/2006/relationships/customXml" Target="../ink/ink1123.xml"/><Relationship Id="rId848" Type="http://schemas.openxmlformats.org/officeDocument/2006/relationships/image" Target="../media/image813.png"/><Relationship Id="rId1033" Type="http://schemas.openxmlformats.org/officeDocument/2006/relationships/image" Target="../media/image917.png"/><Relationship Id="rId487" Type="http://schemas.openxmlformats.org/officeDocument/2006/relationships/customXml" Target="../ink/ink997.xml"/><Relationship Id="rId610" Type="http://schemas.openxmlformats.org/officeDocument/2006/relationships/image" Target="../media/image512.png"/><Relationship Id="rId694" Type="http://schemas.openxmlformats.org/officeDocument/2006/relationships/customXml" Target="../ink/ink1095.xml"/><Relationship Id="rId708" Type="http://schemas.openxmlformats.org/officeDocument/2006/relationships/customXml" Target="../ink/ink1102.xml"/><Relationship Id="rId915" Type="http://schemas.openxmlformats.org/officeDocument/2006/relationships/customXml" Target="../ink/ink1207.xml"/><Relationship Id="rId999" Type="http://schemas.openxmlformats.org/officeDocument/2006/relationships/image" Target="../media/image900.png"/><Relationship Id="rId44" Type="http://schemas.openxmlformats.org/officeDocument/2006/relationships/customXml" Target="../ink/ink866.xml"/><Relationship Id="rId554" Type="http://schemas.openxmlformats.org/officeDocument/2006/relationships/customXml" Target="../ink/ink1024.xml"/><Relationship Id="rId761" Type="http://schemas.openxmlformats.org/officeDocument/2006/relationships/image" Target="../media/image754.png"/><Relationship Id="rId859" Type="http://schemas.openxmlformats.org/officeDocument/2006/relationships/customXml" Target="../ink/ink1179.xml"/><Relationship Id="rId193" Type="http://schemas.openxmlformats.org/officeDocument/2006/relationships/image" Target="../media/image684.png"/><Relationship Id="rId207" Type="http://schemas.openxmlformats.org/officeDocument/2006/relationships/customXml" Target="../ink/ink939.xml"/><Relationship Id="rId621" Type="http://schemas.openxmlformats.org/officeDocument/2006/relationships/customXml" Target="../ink/ink1058.xml"/><Relationship Id="rId1044" Type="http://schemas.openxmlformats.org/officeDocument/2006/relationships/customXml" Target="../ink/ink1272.xml"/><Relationship Id="rId719" Type="http://schemas.openxmlformats.org/officeDocument/2006/relationships/image" Target="../media/image715.png"/><Relationship Id="rId926" Type="http://schemas.openxmlformats.org/officeDocument/2006/relationships/image" Target="../media/image864.png"/><Relationship Id="rId55" Type="http://schemas.openxmlformats.org/officeDocument/2006/relationships/image" Target="../media/image616.png"/><Relationship Id="rId120" Type="http://schemas.openxmlformats.org/officeDocument/2006/relationships/customXml" Target="../ink/ink904.xml"/><Relationship Id="rId565" Type="http://schemas.openxmlformats.org/officeDocument/2006/relationships/image" Target="../media/image200.png"/><Relationship Id="rId772" Type="http://schemas.openxmlformats.org/officeDocument/2006/relationships/customXml" Target="../ink/ink1134.xml"/><Relationship Id="rId218" Type="http://schemas.openxmlformats.org/officeDocument/2006/relationships/image" Target="../media/image696.png"/><Relationship Id="rId632" Type="http://schemas.openxmlformats.org/officeDocument/2006/relationships/image" Target="../media/image524.png"/><Relationship Id="rId937" Type="http://schemas.openxmlformats.org/officeDocument/2006/relationships/customXml" Target="../ink/ink1218.xml"/><Relationship Id="rId66" Type="http://schemas.openxmlformats.org/officeDocument/2006/relationships/customXml" Target="../ink/ink877.xml"/><Relationship Id="rId131" Type="http://schemas.openxmlformats.org/officeDocument/2006/relationships/image" Target="../media/image6540.png"/><Relationship Id="rId576" Type="http://schemas.openxmlformats.org/officeDocument/2006/relationships/customXml" Target="../ink/ink1035.xml"/><Relationship Id="rId783" Type="http://schemas.openxmlformats.org/officeDocument/2006/relationships/image" Target="../media/image765.png"/><Relationship Id="rId990" Type="http://schemas.openxmlformats.org/officeDocument/2006/relationships/image" Target="../media/image896.png"/></Relationships>
</file>

<file path=ppt/slides/_rels/slide68.xml.rels><?xml version="1.0" encoding="UTF-8" standalone="yes"?>
<Relationships xmlns="http://schemas.openxmlformats.org/package/2006/relationships"><Relationship Id="rId26" Type="http://schemas.openxmlformats.org/officeDocument/2006/relationships/customXml" Target="../ink/ink1286.xml"/><Relationship Id="rId21" Type="http://schemas.openxmlformats.org/officeDocument/2006/relationships/image" Target="../media/image936.png"/><Relationship Id="rId42" Type="http://schemas.openxmlformats.org/officeDocument/2006/relationships/customXml" Target="../ink/ink1294.xml"/><Relationship Id="rId47" Type="http://schemas.openxmlformats.org/officeDocument/2006/relationships/image" Target="../media/image949.png"/><Relationship Id="rId63" Type="http://schemas.openxmlformats.org/officeDocument/2006/relationships/image" Target="../media/image957.png"/><Relationship Id="rId68" Type="http://schemas.openxmlformats.org/officeDocument/2006/relationships/customXml" Target="../ink/ink1307.xml"/><Relationship Id="rId84" Type="http://schemas.openxmlformats.org/officeDocument/2006/relationships/customXml" Target="../ink/ink1315.xml"/><Relationship Id="rId16" Type="http://schemas.openxmlformats.org/officeDocument/2006/relationships/customXml" Target="../ink/ink1281.xml"/><Relationship Id="rId11" Type="http://schemas.openxmlformats.org/officeDocument/2006/relationships/image" Target="../media/image931.png"/><Relationship Id="rId32" Type="http://schemas.openxmlformats.org/officeDocument/2006/relationships/customXml" Target="../ink/ink1289.xml"/><Relationship Id="rId37" Type="http://schemas.openxmlformats.org/officeDocument/2006/relationships/image" Target="../media/image944.png"/><Relationship Id="rId53" Type="http://schemas.openxmlformats.org/officeDocument/2006/relationships/image" Target="../media/image952.png"/><Relationship Id="rId58" Type="http://schemas.openxmlformats.org/officeDocument/2006/relationships/customXml" Target="../ink/ink1302.xml"/><Relationship Id="rId74" Type="http://schemas.openxmlformats.org/officeDocument/2006/relationships/customXml" Target="../ink/ink1310.xml"/><Relationship Id="rId79" Type="http://schemas.openxmlformats.org/officeDocument/2006/relationships/image" Target="../media/image964.png"/><Relationship Id="rId5" Type="http://schemas.openxmlformats.org/officeDocument/2006/relationships/image" Target="../media/image5913.png"/><Relationship Id="rId19" Type="http://schemas.openxmlformats.org/officeDocument/2006/relationships/image" Target="../media/image935.png"/><Relationship Id="rId14" Type="http://schemas.openxmlformats.org/officeDocument/2006/relationships/customXml" Target="../ink/ink1280.xml"/><Relationship Id="rId22" Type="http://schemas.openxmlformats.org/officeDocument/2006/relationships/customXml" Target="../ink/ink1284.xml"/><Relationship Id="rId27" Type="http://schemas.openxmlformats.org/officeDocument/2006/relationships/image" Target="../media/image939.png"/><Relationship Id="rId30" Type="http://schemas.openxmlformats.org/officeDocument/2006/relationships/customXml" Target="../ink/ink1288.xml"/><Relationship Id="rId35" Type="http://schemas.openxmlformats.org/officeDocument/2006/relationships/image" Target="../media/image943.png"/><Relationship Id="rId43" Type="http://schemas.openxmlformats.org/officeDocument/2006/relationships/image" Target="../media/image947.png"/><Relationship Id="rId48" Type="http://schemas.openxmlformats.org/officeDocument/2006/relationships/customXml" Target="../ink/ink1297.xml"/><Relationship Id="rId56" Type="http://schemas.openxmlformats.org/officeDocument/2006/relationships/customXml" Target="../ink/ink1301.xml"/><Relationship Id="rId64" Type="http://schemas.openxmlformats.org/officeDocument/2006/relationships/customXml" Target="../ink/ink1305.xml"/><Relationship Id="rId69" Type="http://schemas.openxmlformats.org/officeDocument/2006/relationships/image" Target="../media/image960.png"/><Relationship Id="rId77" Type="http://schemas.openxmlformats.org/officeDocument/2006/relationships/image" Target="../media/image963.png"/><Relationship Id="rId8" Type="http://schemas.openxmlformats.org/officeDocument/2006/relationships/customXml" Target="../ink/ink1277.xml"/><Relationship Id="rId51" Type="http://schemas.openxmlformats.org/officeDocument/2006/relationships/image" Target="../media/image951.png"/><Relationship Id="rId72" Type="http://schemas.openxmlformats.org/officeDocument/2006/relationships/customXml" Target="../ink/ink1309.xml"/><Relationship Id="rId80" Type="http://schemas.openxmlformats.org/officeDocument/2006/relationships/customXml" Target="../ink/ink1313.xml"/><Relationship Id="rId85" Type="http://schemas.openxmlformats.org/officeDocument/2006/relationships/image" Target="../media/image967.png"/><Relationship Id="rId3" Type="http://schemas.openxmlformats.org/officeDocument/2006/relationships/image" Target="../media/image165.png"/><Relationship Id="rId12" Type="http://schemas.openxmlformats.org/officeDocument/2006/relationships/customXml" Target="../ink/ink1279.xml"/><Relationship Id="rId17" Type="http://schemas.openxmlformats.org/officeDocument/2006/relationships/image" Target="../media/image934.png"/><Relationship Id="rId25" Type="http://schemas.openxmlformats.org/officeDocument/2006/relationships/image" Target="../media/image938.png"/><Relationship Id="rId33" Type="http://schemas.openxmlformats.org/officeDocument/2006/relationships/image" Target="../media/image942.png"/><Relationship Id="rId38" Type="http://schemas.openxmlformats.org/officeDocument/2006/relationships/customXml" Target="../ink/ink1292.xml"/><Relationship Id="rId46" Type="http://schemas.openxmlformats.org/officeDocument/2006/relationships/customXml" Target="../ink/ink1296.xml"/><Relationship Id="rId59" Type="http://schemas.openxmlformats.org/officeDocument/2006/relationships/image" Target="../media/image955.png"/><Relationship Id="rId67" Type="http://schemas.openxmlformats.org/officeDocument/2006/relationships/image" Target="../media/image959.png"/><Relationship Id="rId20" Type="http://schemas.openxmlformats.org/officeDocument/2006/relationships/customXml" Target="../ink/ink1283.xml"/><Relationship Id="rId41" Type="http://schemas.openxmlformats.org/officeDocument/2006/relationships/image" Target="../media/image946.png"/><Relationship Id="rId54" Type="http://schemas.openxmlformats.org/officeDocument/2006/relationships/customXml" Target="../ink/ink1300.xml"/><Relationship Id="rId62" Type="http://schemas.openxmlformats.org/officeDocument/2006/relationships/customXml" Target="../ink/ink1304.xml"/><Relationship Id="rId70" Type="http://schemas.openxmlformats.org/officeDocument/2006/relationships/customXml" Target="../ink/ink1308.xml"/><Relationship Id="rId75" Type="http://schemas.openxmlformats.org/officeDocument/2006/relationships/image" Target="../media/image483.png"/><Relationship Id="rId83" Type="http://schemas.openxmlformats.org/officeDocument/2006/relationships/image" Target="../media/image966.png"/><Relationship Id="rId88" Type="http://schemas.openxmlformats.org/officeDocument/2006/relationships/image" Target="../media/image968.png"/><Relationship Id="rId1" Type="http://schemas.openxmlformats.org/officeDocument/2006/relationships/slideLayout" Target="../slideLayouts/slideLayout6.xml"/><Relationship Id="rId6" Type="http://schemas.openxmlformats.org/officeDocument/2006/relationships/customXml" Target="../ink/ink1276.xml"/><Relationship Id="rId15" Type="http://schemas.openxmlformats.org/officeDocument/2006/relationships/image" Target="../media/image933.png"/><Relationship Id="rId23" Type="http://schemas.openxmlformats.org/officeDocument/2006/relationships/image" Target="../media/image937.png"/><Relationship Id="rId28" Type="http://schemas.openxmlformats.org/officeDocument/2006/relationships/customXml" Target="../ink/ink1287.xml"/><Relationship Id="rId36" Type="http://schemas.openxmlformats.org/officeDocument/2006/relationships/customXml" Target="../ink/ink1291.xml"/><Relationship Id="rId49" Type="http://schemas.openxmlformats.org/officeDocument/2006/relationships/image" Target="../media/image950.png"/><Relationship Id="rId57" Type="http://schemas.openxmlformats.org/officeDocument/2006/relationships/image" Target="../media/image954.png"/><Relationship Id="rId10" Type="http://schemas.openxmlformats.org/officeDocument/2006/relationships/customXml" Target="../ink/ink1278.xml"/><Relationship Id="rId31" Type="http://schemas.openxmlformats.org/officeDocument/2006/relationships/image" Target="../media/image941.png"/><Relationship Id="rId44" Type="http://schemas.openxmlformats.org/officeDocument/2006/relationships/customXml" Target="../ink/ink1295.xml"/><Relationship Id="rId52" Type="http://schemas.openxmlformats.org/officeDocument/2006/relationships/customXml" Target="../ink/ink1299.xml"/><Relationship Id="rId60" Type="http://schemas.openxmlformats.org/officeDocument/2006/relationships/customXml" Target="../ink/ink1303.xml"/><Relationship Id="rId65" Type="http://schemas.openxmlformats.org/officeDocument/2006/relationships/image" Target="../media/image958.png"/><Relationship Id="rId73" Type="http://schemas.openxmlformats.org/officeDocument/2006/relationships/image" Target="../media/image962.png"/><Relationship Id="rId78" Type="http://schemas.openxmlformats.org/officeDocument/2006/relationships/customXml" Target="../ink/ink1312.xml"/><Relationship Id="rId81" Type="http://schemas.openxmlformats.org/officeDocument/2006/relationships/image" Target="../media/image965.png"/><Relationship Id="rId86" Type="http://schemas.openxmlformats.org/officeDocument/2006/relationships/customXml" Target="../ink/ink1316.xml"/><Relationship Id="rId4" Type="http://schemas.openxmlformats.org/officeDocument/2006/relationships/customXml" Target="../ink/ink1275.xml"/><Relationship Id="rId9" Type="http://schemas.openxmlformats.org/officeDocument/2006/relationships/image" Target="../media/image930.png"/><Relationship Id="rId13" Type="http://schemas.openxmlformats.org/officeDocument/2006/relationships/image" Target="../media/image932.png"/><Relationship Id="rId18" Type="http://schemas.openxmlformats.org/officeDocument/2006/relationships/customXml" Target="../ink/ink1282.xml"/><Relationship Id="rId39" Type="http://schemas.openxmlformats.org/officeDocument/2006/relationships/image" Target="../media/image945.png"/><Relationship Id="rId34" Type="http://schemas.openxmlformats.org/officeDocument/2006/relationships/customXml" Target="../ink/ink1290.xml"/><Relationship Id="rId50" Type="http://schemas.openxmlformats.org/officeDocument/2006/relationships/customXml" Target="../ink/ink1298.xml"/><Relationship Id="rId55" Type="http://schemas.openxmlformats.org/officeDocument/2006/relationships/image" Target="../media/image953.png"/><Relationship Id="rId76" Type="http://schemas.openxmlformats.org/officeDocument/2006/relationships/customXml" Target="../ink/ink1311.xml"/><Relationship Id="rId7" Type="http://schemas.openxmlformats.org/officeDocument/2006/relationships/image" Target="../media/image929.png"/><Relationship Id="rId71" Type="http://schemas.openxmlformats.org/officeDocument/2006/relationships/image" Target="../media/image961.png"/><Relationship Id="rId2" Type="http://schemas.openxmlformats.org/officeDocument/2006/relationships/notesSlide" Target="../notesSlides/notesSlide36.xml"/><Relationship Id="rId29" Type="http://schemas.openxmlformats.org/officeDocument/2006/relationships/image" Target="../media/image940.png"/><Relationship Id="rId24" Type="http://schemas.openxmlformats.org/officeDocument/2006/relationships/customXml" Target="../ink/ink1285.xml"/><Relationship Id="rId40" Type="http://schemas.openxmlformats.org/officeDocument/2006/relationships/customXml" Target="../ink/ink1293.xml"/><Relationship Id="rId45" Type="http://schemas.openxmlformats.org/officeDocument/2006/relationships/image" Target="../media/image948.png"/><Relationship Id="rId66" Type="http://schemas.openxmlformats.org/officeDocument/2006/relationships/customXml" Target="../ink/ink1306.xml"/><Relationship Id="rId87" Type="http://schemas.openxmlformats.org/officeDocument/2006/relationships/customXml" Target="../ink/ink1317.xml"/><Relationship Id="rId61" Type="http://schemas.openxmlformats.org/officeDocument/2006/relationships/image" Target="../media/image956.png"/><Relationship Id="rId82" Type="http://schemas.openxmlformats.org/officeDocument/2006/relationships/customXml" Target="../ink/ink1314.xml"/></Relationships>
</file>

<file path=ppt/slides/_rels/slide69.xml.rels><?xml version="1.0" encoding="UTF-8" standalone="yes"?>
<Relationships xmlns="http://schemas.openxmlformats.org/package/2006/relationships"><Relationship Id="rId117" Type="http://schemas.openxmlformats.org/officeDocument/2006/relationships/image" Target="../media/image984.png"/><Relationship Id="rId769" Type="http://schemas.openxmlformats.org/officeDocument/2006/relationships/customXml" Target="../ink/ink1699.xml"/><Relationship Id="rId21" Type="http://schemas.openxmlformats.org/officeDocument/2006/relationships/customXml" Target="../ink/ink1327.xml"/><Relationship Id="rId324" Type="http://schemas.openxmlformats.org/officeDocument/2006/relationships/image" Target="../media/image1087.png"/><Relationship Id="rId531" Type="http://schemas.openxmlformats.org/officeDocument/2006/relationships/image" Target="../media/image1190.png"/><Relationship Id="rId629" Type="http://schemas.openxmlformats.org/officeDocument/2006/relationships/customXml" Target="../ink/ink1633.xml"/><Relationship Id="rId170" Type="http://schemas.openxmlformats.org/officeDocument/2006/relationships/customXml" Target="../ink/ink1402.xml"/><Relationship Id="rId268" Type="http://schemas.openxmlformats.org/officeDocument/2006/relationships/customXml" Target="../ink/ink1451.xml"/><Relationship Id="rId475" Type="http://schemas.openxmlformats.org/officeDocument/2006/relationships/image" Target="../media/image1162.png"/><Relationship Id="rId682" Type="http://schemas.openxmlformats.org/officeDocument/2006/relationships/image" Target="../media/image1265.png"/><Relationship Id="rId32" Type="http://schemas.openxmlformats.org/officeDocument/2006/relationships/image" Target="../media/image942.png"/><Relationship Id="rId128" Type="http://schemas.openxmlformats.org/officeDocument/2006/relationships/customXml" Target="../ink/ink1381.xml"/><Relationship Id="rId335" Type="http://schemas.openxmlformats.org/officeDocument/2006/relationships/customXml" Target="../ink/ink1485.xml"/><Relationship Id="rId542" Type="http://schemas.openxmlformats.org/officeDocument/2006/relationships/customXml" Target="../ink/ink1589.xml"/><Relationship Id="rId181" Type="http://schemas.openxmlformats.org/officeDocument/2006/relationships/image" Target="../media/image1016.png"/><Relationship Id="rId402" Type="http://schemas.openxmlformats.org/officeDocument/2006/relationships/image" Target="../media/image1126.png"/><Relationship Id="rId279" Type="http://schemas.openxmlformats.org/officeDocument/2006/relationships/customXml" Target="../ink/ink1457.xml"/><Relationship Id="rId486" Type="http://schemas.openxmlformats.org/officeDocument/2006/relationships/customXml" Target="../ink/ink1561.xml"/><Relationship Id="rId693" Type="http://schemas.openxmlformats.org/officeDocument/2006/relationships/customXml" Target="../ink/ink1661.xml"/><Relationship Id="rId707" Type="http://schemas.openxmlformats.org/officeDocument/2006/relationships/customXml" Target="../ink/ink1668.xml"/><Relationship Id="rId43" Type="http://schemas.openxmlformats.org/officeDocument/2006/relationships/customXml" Target="../ink/ink1338.xml"/><Relationship Id="rId139" Type="http://schemas.openxmlformats.org/officeDocument/2006/relationships/image" Target="../media/image995.png"/><Relationship Id="rId346" Type="http://schemas.openxmlformats.org/officeDocument/2006/relationships/image" Target="../media/image1098.png"/><Relationship Id="rId553" Type="http://schemas.openxmlformats.org/officeDocument/2006/relationships/image" Target="../media/image1201.png"/><Relationship Id="rId760" Type="http://schemas.openxmlformats.org/officeDocument/2006/relationships/image" Target="../media/image1303.png"/><Relationship Id="rId192" Type="http://schemas.openxmlformats.org/officeDocument/2006/relationships/customXml" Target="../ink/ink1413.xml"/><Relationship Id="rId206" Type="http://schemas.openxmlformats.org/officeDocument/2006/relationships/customXml" Target="../ink/ink1420.xml"/><Relationship Id="rId413" Type="http://schemas.openxmlformats.org/officeDocument/2006/relationships/customXml" Target="../ink/ink1524.xml"/><Relationship Id="rId497" Type="http://schemas.openxmlformats.org/officeDocument/2006/relationships/image" Target="../media/image1173.png"/><Relationship Id="rId620" Type="http://schemas.openxmlformats.org/officeDocument/2006/relationships/image" Target="../media/image1234.png"/><Relationship Id="rId718" Type="http://schemas.openxmlformats.org/officeDocument/2006/relationships/image" Target="../media/image1283.png"/><Relationship Id="rId357" Type="http://schemas.openxmlformats.org/officeDocument/2006/relationships/customXml" Target="../ink/ink1496.xml"/><Relationship Id="rId54" Type="http://schemas.openxmlformats.org/officeDocument/2006/relationships/image" Target="../media/image954.png"/><Relationship Id="rId217" Type="http://schemas.openxmlformats.org/officeDocument/2006/relationships/image" Target="../media/image1034.png"/><Relationship Id="rId564" Type="http://schemas.openxmlformats.org/officeDocument/2006/relationships/customXml" Target="../ink/ink1600.xml"/><Relationship Id="rId771" Type="http://schemas.openxmlformats.org/officeDocument/2006/relationships/customXml" Target="../ink/ink1700.xml"/><Relationship Id="rId424" Type="http://schemas.openxmlformats.org/officeDocument/2006/relationships/image" Target="../media/image1137.png"/><Relationship Id="rId631" Type="http://schemas.openxmlformats.org/officeDocument/2006/relationships/customXml" Target="../ink/ink1634.xml"/><Relationship Id="rId729" Type="http://schemas.openxmlformats.org/officeDocument/2006/relationships/customXml" Target="../ink/ink1679.xml"/><Relationship Id="rId270" Type="http://schemas.openxmlformats.org/officeDocument/2006/relationships/image" Target="../media/image1060.png"/><Relationship Id="rId65" Type="http://schemas.openxmlformats.org/officeDocument/2006/relationships/customXml" Target="../ink/ink1349.xml"/><Relationship Id="rId130" Type="http://schemas.openxmlformats.org/officeDocument/2006/relationships/customXml" Target="../ink/ink1382.xml"/><Relationship Id="rId368" Type="http://schemas.openxmlformats.org/officeDocument/2006/relationships/image" Target="../media/image1109.png"/><Relationship Id="rId575" Type="http://schemas.openxmlformats.org/officeDocument/2006/relationships/image" Target="../media/image1212.png"/><Relationship Id="rId782" Type="http://schemas.openxmlformats.org/officeDocument/2006/relationships/image" Target="../media/image1314.png"/><Relationship Id="rId228" Type="http://schemas.openxmlformats.org/officeDocument/2006/relationships/customXml" Target="../ink/ink1431.xml"/><Relationship Id="rId435" Type="http://schemas.openxmlformats.org/officeDocument/2006/relationships/customXml" Target="../ink/ink1535.xml"/><Relationship Id="rId642" Type="http://schemas.openxmlformats.org/officeDocument/2006/relationships/image" Target="../media/image1245.png"/><Relationship Id="rId281" Type="http://schemas.openxmlformats.org/officeDocument/2006/relationships/customXml" Target="../ink/ink1458.xml"/><Relationship Id="rId502" Type="http://schemas.openxmlformats.org/officeDocument/2006/relationships/customXml" Target="../ink/ink1569.xml"/><Relationship Id="rId76" Type="http://schemas.openxmlformats.org/officeDocument/2006/relationships/image" Target="../media/image964.png"/><Relationship Id="rId141" Type="http://schemas.openxmlformats.org/officeDocument/2006/relationships/image" Target="../media/image996.png"/><Relationship Id="rId379" Type="http://schemas.openxmlformats.org/officeDocument/2006/relationships/customXml" Target="../ink/ink1507.xml"/><Relationship Id="rId586" Type="http://schemas.openxmlformats.org/officeDocument/2006/relationships/image" Target="../media/image1217.png"/><Relationship Id="rId7" Type="http://schemas.openxmlformats.org/officeDocument/2006/relationships/customXml" Target="../ink/ink1320.xml"/><Relationship Id="rId239" Type="http://schemas.openxmlformats.org/officeDocument/2006/relationships/image" Target="../media/image1045.png"/><Relationship Id="rId446" Type="http://schemas.openxmlformats.org/officeDocument/2006/relationships/customXml" Target="../ink/ink1541.xml"/><Relationship Id="rId653" Type="http://schemas.openxmlformats.org/officeDocument/2006/relationships/customXml" Target="../ink/ink1645.xml"/><Relationship Id="rId292" Type="http://schemas.openxmlformats.org/officeDocument/2006/relationships/image" Target="../media/image1071.png"/><Relationship Id="rId306" Type="http://schemas.openxmlformats.org/officeDocument/2006/relationships/image" Target="../media/image1078.png"/><Relationship Id="rId87" Type="http://schemas.openxmlformats.org/officeDocument/2006/relationships/image" Target="../media/image969.png"/><Relationship Id="rId513" Type="http://schemas.openxmlformats.org/officeDocument/2006/relationships/image" Target="../media/image1181.png"/><Relationship Id="rId597" Type="http://schemas.openxmlformats.org/officeDocument/2006/relationships/customXml" Target="../ink/ink1617.xml"/><Relationship Id="rId720" Type="http://schemas.openxmlformats.org/officeDocument/2006/relationships/image" Target="../media/image1284.png"/><Relationship Id="rId152" Type="http://schemas.openxmlformats.org/officeDocument/2006/relationships/customXml" Target="../ink/ink1393.xml"/><Relationship Id="rId457" Type="http://schemas.openxmlformats.org/officeDocument/2006/relationships/image" Target="../media/image1153.png"/><Relationship Id="rId664" Type="http://schemas.openxmlformats.org/officeDocument/2006/relationships/image" Target="../media/image1256.png"/><Relationship Id="rId14" Type="http://schemas.openxmlformats.org/officeDocument/2006/relationships/image" Target="../media/image933.png"/><Relationship Id="rId317" Type="http://schemas.openxmlformats.org/officeDocument/2006/relationships/customXml" Target="../ink/ink1476.xml"/><Relationship Id="rId524" Type="http://schemas.openxmlformats.org/officeDocument/2006/relationships/customXml" Target="../ink/ink1580.xml"/><Relationship Id="rId731" Type="http://schemas.openxmlformats.org/officeDocument/2006/relationships/customXml" Target="../ink/ink1680.xml"/><Relationship Id="rId98" Type="http://schemas.openxmlformats.org/officeDocument/2006/relationships/customXml" Target="../ink/ink1366.xml"/><Relationship Id="rId163" Type="http://schemas.openxmlformats.org/officeDocument/2006/relationships/image" Target="../media/image1007.png"/><Relationship Id="rId370" Type="http://schemas.openxmlformats.org/officeDocument/2006/relationships/image" Target="../media/image1110.png"/><Relationship Id="rId230" Type="http://schemas.openxmlformats.org/officeDocument/2006/relationships/customXml" Target="../ink/ink1432.xml"/><Relationship Id="rId468" Type="http://schemas.openxmlformats.org/officeDocument/2006/relationships/customXml" Target="../ink/ink1552.xml"/><Relationship Id="rId675" Type="http://schemas.openxmlformats.org/officeDocument/2006/relationships/customXml" Target="../ink/ink1654.xml"/><Relationship Id="rId25" Type="http://schemas.openxmlformats.org/officeDocument/2006/relationships/customXml" Target="../ink/ink1329.xml"/><Relationship Id="rId328" Type="http://schemas.openxmlformats.org/officeDocument/2006/relationships/image" Target="../media/image1089.png"/><Relationship Id="rId535" Type="http://schemas.openxmlformats.org/officeDocument/2006/relationships/image" Target="../media/image1192.png"/><Relationship Id="rId742" Type="http://schemas.openxmlformats.org/officeDocument/2006/relationships/image" Target="../media/image1294.png"/><Relationship Id="rId174" Type="http://schemas.openxmlformats.org/officeDocument/2006/relationships/customXml" Target="../ink/ink1404.xml"/><Relationship Id="rId381" Type="http://schemas.openxmlformats.org/officeDocument/2006/relationships/customXml" Target="../ink/ink1508.xml"/><Relationship Id="rId602" Type="http://schemas.openxmlformats.org/officeDocument/2006/relationships/image" Target="../media/image1225.png"/><Relationship Id="rId241" Type="http://schemas.openxmlformats.org/officeDocument/2006/relationships/image" Target="../media/image1046.png"/><Relationship Id="rId479" Type="http://schemas.openxmlformats.org/officeDocument/2006/relationships/image" Target="../media/image1164.png"/><Relationship Id="rId686" Type="http://schemas.openxmlformats.org/officeDocument/2006/relationships/image" Target="../media/image1267.png"/><Relationship Id="rId36" Type="http://schemas.openxmlformats.org/officeDocument/2006/relationships/image" Target="../media/image944.png"/><Relationship Id="rId339" Type="http://schemas.openxmlformats.org/officeDocument/2006/relationships/customXml" Target="../ink/ink1487.xml"/><Relationship Id="rId546" Type="http://schemas.openxmlformats.org/officeDocument/2006/relationships/customXml" Target="../ink/ink1591.xml"/><Relationship Id="rId753" Type="http://schemas.openxmlformats.org/officeDocument/2006/relationships/customXml" Target="../ink/ink1691.xml"/><Relationship Id="rId101" Type="http://schemas.openxmlformats.org/officeDocument/2006/relationships/image" Target="../media/image976.png"/><Relationship Id="rId185" Type="http://schemas.openxmlformats.org/officeDocument/2006/relationships/image" Target="../media/image1018.png"/><Relationship Id="rId406" Type="http://schemas.openxmlformats.org/officeDocument/2006/relationships/image" Target="../media/image1128.png"/><Relationship Id="rId392" Type="http://schemas.openxmlformats.org/officeDocument/2006/relationships/image" Target="../media/image1121.png"/><Relationship Id="rId613" Type="http://schemas.openxmlformats.org/officeDocument/2006/relationships/customXml" Target="../ink/ink1625.xml"/><Relationship Id="rId697" Type="http://schemas.openxmlformats.org/officeDocument/2006/relationships/customXml" Target="../ink/ink1663.xml"/><Relationship Id="rId252" Type="http://schemas.openxmlformats.org/officeDocument/2006/relationships/customXml" Target="../ink/ink1443.xml"/><Relationship Id="rId47" Type="http://schemas.openxmlformats.org/officeDocument/2006/relationships/customXml" Target="../ink/ink1340.xml"/><Relationship Id="rId112" Type="http://schemas.openxmlformats.org/officeDocument/2006/relationships/customXml" Target="../ink/ink1373.xml"/><Relationship Id="rId557" Type="http://schemas.openxmlformats.org/officeDocument/2006/relationships/image" Target="../media/image1203.png"/><Relationship Id="rId764" Type="http://schemas.openxmlformats.org/officeDocument/2006/relationships/image" Target="../media/image1305.png"/><Relationship Id="rId196" Type="http://schemas.openxmlformats.org/officeDocument/2006/relationships/customXml" Target="../ink/ink1415.xml"/><Relationship Id="rId417" Type="http://schemas.openxmlformats.org/officeDocument/2006/relationships/customXml" Target="../ink/ink1526.xml"/><Relationship Id="rId624" Type="http://schemas.openxmlformats.org/officeDocument/2006/relationships/image" Target="../media/image1236.png"/><Relationship Id="rId263" Type="http://schemas.openxmlformats.org/officeDocument/2006/relationships/image" Target="../media/image1057.png"/><Relationship Id="rId470" Type="http://schemas.openxmlformats.org/officeDocument/2006/relationships/customXml" Target="../ink/ink1553.xml"/><Relationship Id="rId58" Type="http://schemas.openxmlformats.org/officeDocument/2006/relationships/image" Target="../media/image956.png"/><Relationship Id="rId123" Type="http://schemas.openxmlformats.org/officeDocument/2006/relationships/image" Target="../media/image9870.png"/><Relationship Id="rId330" Type="http://schemas.openxmlformats.org/officeDocument/2006/relationships/image" Target="../media/image1090.png"/><Relationship Id="rId568" Type="http://schemas.openxmlformats.org/officeDocument/2006/relationships/customXml" Target="../ink/ink1602.xml"/><Relationship Id="rId775" Type="http://schemas.openxmlformats.org/officeDocument/2006/relationships/customXml" Target="../ink/ink1702.xml"/><Relationship Id="rId428" Type="http://schemas.openxmlformats.org/officeDocument/2006/relationships/image" Target="../media/image1139.png"/><Relationship Id="rId635" Type="http://schemas.openxmlformats.org/officeDocument/2006/relationships/customXml" Target="../ink/ink1636.xml"/><Relationship Id="rId274" Type="http://schemas.openxmlformats.org/officeDocument/2006/relationships/image" Target="../media/image1062.png"/><Relationship Id="rId481" Type="http://schemas.openxmlformats.org/officeDocument/2006/relationships/image" Target="../media/image1165.png"/><Relationship Id="rId702" Type="http://schemas.openxmlformats.org/officeDocument/2006/relationships/image" Target="../media/image1275.png"/><Relationship Id="rId69" Type="http://schemas.openxmlformats.org/officeDocument/2006/relationships/customXml" Target="../ink/ink1351.xml"/><Relationship Id="rId134" Type="http://schemas.openxmlformats.org/officeDocument/2006/relationships/customXml" Target="../ink/ink1384.xml"/><Relationship Id="rId579" Type="http://schemas.openxmlformats.org/officeDocument/2006/relationships/customXml" Target="../ink/ink1608.xml"/><Relationship Id="rId786" Type="http://schemas.openxmlformats.org/officeDocument/2006/relationships/customXml" Target="../ink/ink1708.xml"/><Relationship Id="rId341" Type="http://schemas.openxmlformats.org/officeDocument/2006/relationships/customXml" Target="../ink/ink1488.xml"/><Relationship Id="rId439" Type="http://schemas.openxmlformats.org/officeDocument/2006/relationships/customXml" Target="../ink/ink1537.xml"/><Relationship Id="rId646" Type="http://schemas.openxmlformats.org/officeDocument/2006/relationships/image" Target="../media/image1247.png"/><Relationship Id="rId201" Type="http://schemas.openxmlformats.org/officeDocument/2006/relationships/image" Target="../media/image1026.png"/><Relationship Id="rId285" Type="http://schemas.openxmlformats.org/officeDocument/2006/relationships/customXml" Target="../ink/ink1460.xml"/><Relationship Id="rId506" Type="http://schemas.openxmlformats.org/officeDocument/2006/relationships/customXml" Target="../ink/ink1571.xml"/><Relationship Id="rId492" Type="http://schemas.openxmlformats.org/officeDocument/2006/relationships/customXml" Target="../ink/ink1564.xml"/><Relationship Id="rId713" Type="http://schemas.openxmlformats.org/officeDocument/2006/relationships/customXml" Target="../ink/ink1671.xml"/><Relationship Id="rId145" Type="http://schemas.openxmlformats.org/officeDocument/2006/relationships/image" Target="../media/image998.png"/><Relationship Id="rId352" Type="http://schemas.openxmlformats.org/officeDocument/2006/relationships/image" Target="../media/image1101.png"/><Relationship Id="rId212" Type="http://schemas.openxmlformats.org/officeDocument/2006/relationships/customXml" Target="../ink/ink1423.xml"/><Relationship Id="rId657" Type="http://schemas.openxmlformats.org/officeDocument/2006/relationships/customXml" Target="../ink/ink1647.xml"/><Relationship Id="rId296" Type="http://schemas.openxmlformats.org/officeDocument/2006/relationships/image" Target="../media/image1073.png"/><Relationship Id="rId517" Type="http://schemas.openxmlformats.org/officeDocument/2006/relationships/image" Target="../media/image1183.png"/><Relationship Id="rId724" Type="http://schemas.openxmlformats.org/officeDocument/2006/relationships/image" Target="../media/image10913.png"/><Relationship Id="rId60" Type="http://schemas.openxmlformats.org/officeDocument/2006/relationships/image" Target="../media/image957.png"/><Relationship Id="rId156" Type="http://schemas.openxmlformats.org/officeDocument/2006/relationships/customXml" Target="../ink/ink1395.xml"/><Relationship Id="rId363" Type="http://schemas.openxmlformats.org/officeDocument/2006/relationships/customXml" Target="../ink/ink1499.xml"/><Relationship Id="rId570" Type="http://schemas.openxmlformats.org/officeDocument/2006/relationships/customXml" Target="../ink/ink1603.xml"/><Relationship Id="rId223" Type="http://schemas.openxmlformats.org/officeDocument/2006/relationships/image" Target="../media/image1037.png"/><Relationship Id="rId430" Type="http://schemas.openxmlformats.org/officeDocument/2006/relationships/image" Target="../media/image1140.png"/><Relationship Id="rId668" Type="http://schemas.openxmlformats.org/officeDocument/2006/relationships/image" Target="../media/image1258.png"/><Relationship Id="rId18" Type="http://schemas.openxmlformats.org/officeDocument/2006/relationships/image" Target="../media/image935.png"/><Relationship Id="rId528" Type="http://schemas.openxmlformats.org/officeDocument/2006/relationships/customXml" Target="../ink/ink1582.xml"/><Relationship Id="rId735" Type="http://schemas.openxmlformats.org/officeDocument/2006/relationships/customXml" Target="../ink/ink1682.xml"/><Relationship Id="rId167" Type="http://schemas.openxmlformats.org/officeDocument/2006/relationships/image" Target="../media/image1009.png"/><Relationship Id="rId374" Type="http://schemas.openxmlformats.org/officeDocument/2006/relationships/image" Target="../media/image1112.png"/><Relationship Id="rId581" Type="http://schemas.openxmlformats.org/officeDocument/2006/relationships/customXml" Target="../ink/ink1609.xml"/><Relationship Id="rId71" Type="http://schemas.openxmlformats.org/officeDocument/2006/relationships/customXml" Target="../ink/ink1352.xml"/><Relationship Id="rId234" Type="http://schemas.openxmlformats.org/officeDocument/2006/relationships/customXml" Target="../ink/ink1434.xml"/><Relationship Id="rId2" Type="http://schemas.openxmlformats.org/officeDocument/2006/relationships/notesSlide" Target="../notesSlides/notesSlide37.xml"/><Relationship Id="rId29" Type="http://schemas.openxmlformats.org/officeDocument/2006/relationships/customXml" Target="../ink/ink1331.xml"/><Relationship Id="rId441" Type="http://schemas.openxmlformats.org/officeDocument/2006/relationships/customXml" Target="../ink/ink1538.xml"/><Relationship Id="rId539" Type="http://schemas.openxmlformats.org/officeDocument/2006/relationships/image" Target="../media/image1194.png"/><Relationship Id="rId746" Type="http://schemas.openxmlformats.org/officeDocument/2006/relationships/image" Target="../media/image1296.png"/><Relationship Id="rId178" Type="http://schemas.openxmlformats.org/officeDocument/2006/relationships/customXml" Target="../ink/ink1406.xml"/><Relationship Id="rId301" Type="http://schemas.openxmlformats.org/officeDocument/2006/relationships/customXml" Target="../ink/ink1468.xml"/><Relationship Id="rId82" Type="http://schemas.openxmlformats.org/officeDocument/2006/relationships/image" Target="../media/image967.png"/><Relationship Id="rId385" Type="http://schemas.openxmlformats.org/officeDocument/2006/relationships/customXml" Target="../ink/ink1510.xml"/><Relationship Id="rId592" Type="http://schemas.openxmlformats.org/officeDocument/2006/relationships/image" Target="../media/image1220.png"/><Relationship Id="rId606" Type="http://schemas.openxmlformats.org/officeDocument/2006/relationships/image" Target="../media/image1227.png"/><Relationship Id="rId245" Type="http://schemas.openxmlformats.org/officeDocument/2006/relationships/image" Target="../media/image1048.png"/><Relationship Id="rId452" Type="http://schemas.openxmlformats.org/officeDocument/2006/relationships/customXml" Target="../ink/ink1544.xml"/><Relationship Id="rId105" Type="http://schemas.openxmlformats.org/officeDocument/2006/relationships/image" Target="../media/image978.png"/><Relationship Id="rId312" Type="http://schemas.openxmlformats.org/officeDocument/2006/relationships/image" Target="../media/image1081.png"/><Relationship Id="rId757" Type="http://schemas.openxmlformats.org/officeDocument/2006/relationships/customXml" Target="../ink/ink1693.xml"/><Relationship Id="rId93" Type="http://schemas.openxmlformats.org/officeDocument/2006/relationships/image" Target="../media/image972.png"/><Relationship Id="rId189" Type="http://schemas.openxmlformats.org/officeDocument/2006/relationships/image" Target="../media/image1020.png"/><Relationship Id="rId396" Type="http://schemas.openxmlformats.org/officeDocument/2006/relationships/image" Target="../media/image1123.png"/><Relationship Id="rId617" Type="http://schemas.openxmlformats.org/officeDocument/2006/relationships/customXml" Target="../ink/ink1627.xml"/><Relationship Id="rId256" Type="http://schemas.openxmlformats.org/officeDocument/2006/relationships/customXml" Target="../ink/ink1445.xml"/><Relationship Id="rId463" Type="http://schemas.openxmlformats.org/officeDocument/2006/relationships/image" Target="../media/image1156.png"/><Relationship Id="rId116" Type="http://schemas.openxmlformats.org/officeDocument/2006/relationships/customXml" Target="../ink/ink1375.xml"/><Relationship Id="rId323" Type="http://schemas.openxmlformats.org/officeDocument/2006/relationships/customXml" Target="../ink/ink1479.xml"/><Relationship Id="rId530" Type="http://schemas.openxmlformats.org/officeDocument/2006/relationships/customXml" Target="../ink/ink1583.xml"/><Relationship Id="rId768" Type="http://schemas.openxmlformats.org/officeDocument/2006/relationships/image" Target="../media/image1307.png"/><Relationship Id="rId20" Type="http://schemas.openxmlformats.org/officeDocument/2006/relationships/image" Target="../media/image936.png"/><Relationship Id="rId628" Type="http://schemas.openxmlformats.org/officeDocument/2006/relationships/image" Target="../media/image1238.png"/><Relationship Id="rId267" Type="http://schemas.openxmlformats.org/officeDocument/2006/relationships/image" Target="../media/image1059.png"/><Relationship Id="rId474" Type="http://schemas.openxmlformats.org/officeDocument/2006/relationships/customXml" Target="../ink/ink1555.xml"/><Relationship Id="rId127" Type="http://schemas.openxmlformats.org/officeDocument/2006/relationships/image" Target="../media/image9890.png"/><Relationship Id="rId681" Type="http://schemas.openxmlformats.org/officeDocument/2006/relationships/customXml" Target="../ink/ink1655.xml"/><Relationship Id="rId779" Type="http://schemas.openxmlformats.org/officeDocument/2006/relationships/customXml" Target="../ink/ink1704.xml"/><Relationship Id="rId31" Type="http://schemas.openxmlformats.org/officeDocument/2006/relationships/customXml" Target="../ink/ink1332.xml"/><Relationship Id="rId334" Type="http://schemas.openxmlformats.org/officeDocument/2006/relationships/image" Target="../media/image1092.png"/><Relationship Id="rId541" Type="http://schemas.openxmlformats.org/officeDocument/2006/relationships/image" Target="../media/image1195.png"/><Relationship Id="rId639" Type="http://schemas.openxmlformats.org/officeDocument/2006/relationships/customXml" Target="../ink/ink1638.xml"/><Relationship Id="rId180" Type="http://schemas.openxmlformats.org/officeDocument/2006/relationships/customXml" Target="../ink/ink1407.xml"/><Relationship Id="rId278" Type="http://schemas.openxmlformats.org/officeDocument/2006/relationships/image" Target="../media/image1064.png"/><Relationship Id="rId401" Type="http://schemas.openxmlformats.org/officeDocument/2006/relationships/customXml" Target="../ink/ink1518.xml"/><Relationship Id="rId485" Type="http://schemas.openxmlformats.org/officeDocument/2006/relationships/image" Target="../media/image1167.png"/><Relationship Id="rId692" Type="http://schemas.openxmlformats.org/officeDocument/2006/relationships/image" Target="../media/image1270.png"/><Relationship Id="rId706" Type="http://schemas.openxmlformats.org/officeDocument/2006/relationships/image" Target="../media/image1277.png"/><Relationship Id="rId42" Type="http://schemas.openxmlformats.org/officeDocument/2006/relationships/image" Target="../media/image947.png"/><Relationship Id="rId138" Type="http://schemas.openxmlformats.org/officeDocument/2006/relationships/customXml" Target="../ink/ink1386.xml"/><Relationship Id="rId345" Type="http://schemas.openxmlformats.org/officeDocument/2006/relationships/customXml" Target="../ink/ink1490.xml"/><Relationship Id="rId552" Type="http://schemas.openxmlformats.org/officeDocument/2006/relationships/customXml" Target="../ink/ink1594.xml"/><Relationship Id="rId191" Type="http://schemas.openxmlformats.org/officeDocument/2006/relationships/image" Target="../media/image1021.png"/><Relationship Id="rId205" Type="http://schemas.openxmlformats.org/officeDocument/2006/relationships/image" Target="../media/image1028.png"/><Relationship Id="rId412" Type="http://schemas.openxmlformats.org/officeDocument/2006/relationships/image" Target="../media/image1131.png"/><Relationship Id="rId289" Type="http://schemas.openxmlformats.org/officeDocument/2006/relationships/customXml" Target="../ink/ink1462.xml"/><Relationship Id="rId496" Type="http://schemas.openxmlformats.org/officeDocument/2006/relationships/customXml" Target="../ink/ink1566.xml"/><Relationship Id="rId717" Type="http://schemas.openxmlformats.org/officeDocument/2006/relationships/customXml" Target="../ink/ink1673.xml"/><Relationship Id="rId11" Type="http://schemas.openxmlformats.org/officeDocument/2006/relationships/customXml" Target="../ink/ink1322.xml"/><Relationship Id="rId53" Type="http://schemas.openxmlformats.org/officeDocument/2006/relationships/customXml" Target="../ink/ink1343.xml"/><Relationship Id="rId149" Type="http://schemas.openxmlformats.org/officeDocument/2006/relationships/image" Target="../media/image1000.png"/><Relationship Id="rId314" Type="http://schemas.openxmlformats.org/officeDocument/2006/relationships/image" Target="../media/image1082.png"/><Relationship Id="rId356" Type="http://schemas.openxmlformats.org/officeDocument/2006/relationships/image" Target="../media/image1103.png"/><Relationship Id="rId398" Type="http://schemas.openxmlformats.org/officeDocument/2006/relationships/image" Target="../media/image1124.png"/><Relationship Id="rId521" Type="http://schemas.openxmlformats.org/officeDocument/2006/relationships/image" Target="../media/image1185.png"/><Relationship Id="rId563" Type="http://schemas.openxmlformats.org/officeDocument/2006/relationships/image" Target="../media/image1206.png"/><Relationship Id="rId619" Type="http://schemas.openxmlformats.org/officeDocument/2006/relationships/customXml" Target="../ink/ink1628.xml"/><Relationship Id="rId770" Type="http://schemas.openxmlformats.org/officeDocument/2006/relationships/image" Target="../media/image1308.png"/><Relationship Id="rId95" Type="http://schemas.openxmlformats.org/officeDocument/2006/relationships/image" Target="../media/image973.png"/><Relationship Id="rId160" Type="http://schemas.openxmlformats.org/officeDocument/2006/relationships/customXml" Target="../ink/ink1397.xml"/><Relationship Id="rId216" Type="http://schemas.openxmlformats.org/officeDocument/2006/relationships/customXml" Target="../ink/ink1425.xml"/><Relationship Id="rId423" Type="http://schemas.openxmlformats.org/officeDocument/2006/relationships/customXml" Target="../ink/ink1529.xml"/><Relationship Id="rId258" Type="http://schemas.openxmlformats.org/officeDocument/2006/relationships/customXml" Target="../ink/ink1446.xml"/><Relationship Id="rId465" Type="http://schemas.openxmlformats.org/officeDocument/2006/relationships/image" Target="../media/image1157.png"/><Relationship Id="rId630" Type="http://schemas.openxmlformats.org/officeDocument/2006/relationships/image" Target="../media/image1239.png"/><Relationship Id="rId728" Type="http://schemas.openxmlformats.org/officeDocument/2006/relationships/image" Target="../media/image1287.png"/><Relationship Id="rId22" Type="http://schemas.openxmlformats.org/officeDocument/2006/relationships/image" Target="../media/image937.png"/><Relationship Id="rId64" Type="http://schemas.openxmlformats.org/officeDocument/2006/relationships/image" Target="../media/image959.png"/><Relationship Id="rId118" Type="http://schemas.openxmlformats.org/officeDocument/2006/relationships/customXml" Target="../ink/ink1376.xml"/><Relationship Id="rId325" Type="http://schemas.openxmlformats.org/officeDocument/2006/relationships/customXml" Target="../ink/ink1480.xml"/><Relationship Id="rId367" Type="http://schemas.openxmlformats.org/officeDocument/2006/relationships/customXml" Target="../ink/ink1501.xml"/><Relationship Id="rId532" Type="http://schemas.openxmlformats.org/officeDocument/2006/relationships/customXml" Target="../ink/ink1584.xml"/><Relationship Id="rId574" Type="http://schemas.openxmlformats.org/officeDocument/2006/relationships/customXml" Target="../ink/ink1605.xml"/><Relationship Id="rId171" Type="http://schemas.openxmlformats.org/officeDocument/2006/relationships/image" Target="../media/image1011.png"/><Relationship Id="rId227" Type="http://schemas.openxmlformats.org/officeDocument/2006/relationships/image" Target="../media/image1039.png"/><Relationship Id="rId781" Type="http://schemas.openxmlformats.org/officeDocument/2006/relationships/customXml" Target="../ink/ink1705.xml"/><Relationship Id="rId269" Type="http://schemas.openxmlformats.org/officeDocument/2006/relationships/customXml" Target="../ink/ink1452.xml"/><Relationship Id="rId434" Type="http://schemas.openxmlformats.org/officeDocument/2006/relationships/image" Target="../media/image1142.png"/><Relationship Id="rId476" Type="http://schemas.openxmlformats.org/officeDocument/2006/relationships/customXml" Target="../ink/ink1556.xml"/><Relationship Id="rId641" Type="http://schemas.openxmlformats.org/officeDocument/2006/relationships/customXml" Target="../ink/ink1639.xml"/><Relationship Id="rId683" Type="http://schemas.openxmlformats.org/officeDocument/2006/relationships/customXml" Target="../ink/ink1656.xml"/><Relationship Id="rId739" Type="http://schemas.openxmlformats.org/officeDocument/2006/relationships/customXml" Target="../ink/ink1684.xml"/><Relationship Id="rId33" Type="http://schemas.openxmlformats.org/officeDocument/2006/relationships/customXml" Target="../ink/ink1333.xml"/><Relationship Id="rId129" Type="http://schemas.openxmlformats.org/officeDocument/2006/relationships/image" Target="../media/image990.png"/><Relationship Id="rId280" Type="http://schemas.openxmlformats.org/officeDocument/2006/relationships/image" Target="../media/image1065.png"/><Relationship Id="rId336" Type="http://schemas.openxmlformats.org/officeDocument/2006/relationships/image" Target="../media/image1093.png"/><Relationship Id="rId501" Type="http://schemas.openxmlformats.org/officeDocument/2006/relationships/image" Target="../media/image1175.png"/><Relationship Id="rId543" Type="http://schemas.openxmlformats.org/officeDocument/2006/relationships/image" Target="../media/image1196.png"/><Relationship Id="rId75" Type="http://schemas.openxmlformats.org/officeDocument/2006/relationships/customXml" Target="../ink/ink1354.xml"/><Relationship Id="rId140" Type="http://schemas.openxmlformats.org/officeDocument/2006/relationships/customXml" Target="../ink/ink1387.xml"/><Relationship Id="rId182" Type="http://schemas.openxmlformats.org/officeDocument/2006/relationships/customXml" Target="../ink/ink1408.xml"/><Relationship Id="rId378" Type="http://schemas.openxmlformats.org/officeDocument/2006/relationships/image" Target="../media/image1114.png"/><Relationship Id="rId403" Type="http://schemas.openxmlformats.org/officeDocument/2006/relationships/customXml" Target="../ink/ink1519.xml"/><Relationship Id="rId585" Type="http://schemas.openxmlformats.org/officeDocument/2006/relationships/customXml" Target="../ink/ink1611.xml"/><Relationship Id="rId750" Type="http://schemas.openxmlformats.org/officeDocument/2006/relationships/image" Target="../media/image1298.png"/><Relationship Id="rId6" Type="http://schemas.openxmlformats.org/officeDocument/2006/relationships/image" Target="../media/image929.png"/><Relationship Id="rId238" Type="http://schemas.openxmlformats.org/officeDocument/2006/relationships/customXml" Target="../ink/ink1436.xml"/><Relationship Id="rId445" Type="http://schemas.openxmlformats.org/officeDocument/2006/relationships/image" Target="../media/image1147.png"/><Relationship Id="rId487" Type="http://schemas.openxmlformats.org/officeDocument/2006/relationships/image" Target="../media/image1168.png"/><Relationship Id="rId610" Type="http://schemas.openxmlformats.org/officeDocument/2006/relationships/image" Target="../media/image1229.png"/><Relationship Id="rId652" Type="http://schemas.openxmlformats.org/officeDocument/2006/relationships/image" Target="../media/image1250.png"/><Relationship Id="rId694" Type="http://schemas.openxmlformats.org/officeDocument/2006/relationships/image" Target="../media/image1271.png"/><Relationship Id="rId708" Type="http://schemas.openxmlformats.org/officeDocument/2006/relationships/image" Target="../media/image1278.png"/><Relationship Id="rId291" Type="http://schemas.openxmlformats.org/officeDocument/2006/relationships/customXml" Target="../ink/ink1463.xml"/><Relationship Id="rId305" Type="http://schemas.openxmlformats.org/officeDocument/2006/relationships/customXml" Target="../ink/ink1470.xml"/><Relationship Id="rId347" Type="http://schemas.openxmlformats.org/officeDocument/2006/relationships/customXml" Target="../ink/ink1491.xml"/><Relationship Id="rId512" Type="http://schemas.openxmlformats.org/officeDocument/2006/relationships/customXml" Target="../ink/ink1574.xml"/><Relationship Id="rId44" Type="http://schemas.openxmlformats.org/officeDocument/2006/relationships/image" Target="../media/image948.png"/><Relationship Id="rId86" Type="http://schemas.openxmlformats.org/officeDocument/2006/relationships/customXml" Target="../ink/ink1360.xml"/><Relationship Id="rId151" Type="http://schemas.openxmlformats.org/officeDocument/2006/relationships/image" Target="../media/image1001.png"/><Relationship Id="rId389" Type="http://schemas.openxmlformats.org/officeDocument/2006/relationships/customXml" Target="../ink/ink1512.xml"/><Relationship Id="rId554" Type="http://schemas.openxmlformats.org/officeDocument/2006/relationships/customXml" Target="../ink/ink1595.xml"/><Relationship Id="rId596" Type="http://schemas.openxmlformats.org/officeDocument/2006/relationships/image" Target="../media/image1222.png"/><Relationship Id="rId761" Type="http://schemas.openxmlformats.org/officeDocument/2006/relationships/customXml" Target="../ink/ink1695.xml"/><Relationship Id="rId193" Type="http://schemas.openxmlformats.org/officeDocument/2006/relationships/image" Target="../media/image1022.png"/><Relationship Id="rId207" Type="http://schemas.openxmlformats.org/officeDocument/2006/relationships/image" Target="../media/image1029.png"/><Relationship Id="rId249" Type="http://schemas.openxmlformats.org/officeDocument/2006/relationships/image" Target="../media/image1050.png"/><Relationship Id="rId414" Type="http://schemas.openxmlformats.org/officeDocument/2006/relationships/image" Target="../media/image1132.png"/><Relationship Id="rId456" Type="http://schemas.openxmlformats.org/officeDocument/2006/relationships/customXml" Target="../ink/ink1546.xml"/><Relationship Id="rId498" Type="http://schemas.openxmlformats.org/officeDocument/2006/relationships/customXml" Target="../ink/ink1567.xml"/><Relationship Id="rId621" Type="http://schemas.openxmlformats.org/officeDocument/2006/relationships/customXml" Target="../ink/ink1629.xml"/><Relationship Id="rId663" Type="http://schemas.openxmlformats.org/officeDocument/2006/relationships/customXml" Target="../ink/ink1650.xml"/><Relationship Id="rId13" Type="http://schemas.openxmlformats.org/officeDocument/2006/relationships/customXml" Target="../ink/ink1323.xml"/><Relationship Id="rId109" Type="http://schemas.openxmlformats.org/officeDocument/2006/relationships/image" Target="../media/image980.png"/><Relationship Id="rId260" Type="http://schemas.openxmlformats.org/officeDocument/2006/relationships/customXml" Target="../ink/ink1447.xml"/><Relationship Id="rId316" Type="http://schemas.openxmlformats.org/officeDocument/2006/relationships/image" Target="../media/image1083.png"/><Relationship Id="rId523" Type="http://schemas.openxmlformats.org/officeDocument/2006/relationships/image" Target="../media/image1186.png"/><Relationship Id="rId719" Type="http://schemas.openxmlformats.org/officeDocument/2006/relationships/customXml" Target="../ink/ink1674.xml"/><Relationship Id="rId55" Type="http://schemas.openxmlformats.org/officeDocument/2006/relationships/customXml" Target="../ink/ink1344.xml"/><Relationship Id="rId97" Type="http://schemas.openxmlformats.org/officeDocument/2006/relationships/image" Target="../media/image974.png"/><Relationship Id="rId120" Type="http://schemas.openxmlformats.org/officeDocument/2006/relationships/customXml" Target="../ink/ink1377.xml"/><Relationship Id="rId358" Type="http://schemas.openxmlformats.org/officeDocument/2006/relationships/image" Target="../media/image1104.png"/><Relationship Id="rId565" Type="http://schemas.openxmlformats.org/officeDocument/2006/relationships/image" Target="../media/image1207.png"/><Relationship Id="rId730" Type="http://schemas.openxmlformats.org/officeDocument/2006/relationships/image" Target="../media/image1288.png"/><Relationship Id="rId772" Type="http://schemas.openxmlformats.org/officeDocument/2006/relationships/image" Target="../media/image1309.png"/><Relationship Id="rId162" Type="http://schemas.openxmlformats.org/officeDocument/2006/relationships/customXml" Target="../ink/ink1398.xml"/><Relationship Id="rId218" Type="http://schemas.openxmlformats.org/officeDocument/2006/relationships/customXml" Target="../ink/ink1426.xml"/><Relationship Id="rId425" Type="http://schemas.openxmlformats.org/officeDocument/2006/relationships/customXml" Target="../ink/ink1530.xml"/><Relationship Id="rId467" Type="http://schemas.openxmlformats.org/officeDocument/2006/relationships/image" Target="../media/image1158.png"/><Relationship Id="rId632" Type="http://schemas.openxmlformats.org/officeDocument/2006/relationships/image" Target="../media/image1240.png"/><Relationship Id="rId271" Type="http://schemas.openxmlformats.org/officeDocument/2006/relationships/customXml" Target="../ink/ink1453.xml"/><Relationship Id="rId674" Type="http://schemas.openxmlformats.org/officeDocument/2006/relationships/image" Target="../media/image1261.png"/><Relationship Id="rId24" Type="http://schemas.openxmlformats.org/officeDocument/2006/relationships/image" Target="../media/image938.png"/><Relationship Id="rId66" Type="http://schemas.openxmlformats.org/officeDocument/2006/relationships/image" Target="../media/image960.png"/><Relationship Id="rId131" Type="http://schemas.openxmlformats.org/officeDocument/2006/relationships/image" Target="../media/image9910.png"/><Relationship Id="rId327" Type="http://schemas.openxmlformats.org/officeDocument/2006/relationships/customXml" Target="../ink/ink1481.xml"/><Relationship Id="rId369" Type="http://schemas.openxmlformats.org/officeDocument/2006/relationships/customXml" Target="../ink/ink1502.xml"/><Relationship Id="rId534" Type="http://schemas.openxmlformats.org/officeDocument/2006/relationships/customXml" Target="../ink/ink1585.xml"/><Relationship Id="rId576" Type="http://schemas.openxmlformats.org/officeDocument/2006/relationships/customXml" Target="../ink/ink1606.xml"/><Relationship Id="rId741" Type="http://schemas.openxmlformats.org/officeDocument/2006/relationships/customXml" Target="../ink/ink1685.xml"/><Relationship Id="rId783" Type="http://schemas.openxmlformats.org/officeDocument/2006/relationships/customXml" Target="../ink/ink1706.xml"/><Relationship Id="rId173" Type="http://schemas.openxmlformats.org/officeDocument/2006/relationships/image" Target="../media/image1012.png"/><Relationship Id="rId229" Type="http://schemas.openxmlformats.org/officeDocument/2006/relationships/image" Target="../media/image1040.png"/><Relationship Id="rId380" Type="http://schemas.openxmlformats.org/officeDocument/2006/relationships/image" Target="../media/image1115.png"/><Relationship Id="rId436" Type="http://schemas.openxmlformats.org/officeDocument/2006/relationships/image" Target="../media/image1143.png"/><Relationship Id="rId601" Type="http://schemas.openxmlformats.org/officeDocument/2006/relationships/customXml" Target="../ink/ink1619.xml"/><Relationship Id="rId643" Type="http://schemas.openxmlformats.org/officeDocument/2006/relationships/customXml" Target="../ink/ink1640.xml"/><Relationship Id="rId240" Type="http://schemas.openxmlformats.org/officeDocument/2006/relationships/customXml" Target="../ink/ink1437.xml"/><Relationship Id="rId478" Type="http://schemas.openxmlformats.org/officeDocument/2006/relationships/customXml" Target="../ink/ink1557.xml"/><Relationship Id="rId685" Type="http://schemas.openxmlformats.org/officeDocument/2006/relationships/customXml" Target="../ink/ink1657.xml"/><Relationship Id="rId35" Type="http://schemas.openxmlformats.org/officeDocument/2006/relationships/customXml" Target="../ink/ink1334.xml"/><Relationship Id="rId77" Type="http://schemas.openxmlformats.org/officeDocument/2006/relationships/customXml" Target="../ink/ink1355.xml"/><Relationship Id="rId100" Type="http://schemas.openxmlformats.org/officeDocument/2006/relationships/customXml" Target="../ink/ink1367.xml"/><Relationship Id="rId282" Type="http://schemas.openxmlformats.org/officeDocument/2006/relationships/image" Target="../media/image1066.png"/><Relationship Id="rId338" Type="http://schemas.openxmlformats.org/officeDocument/2006/relationships/image" Target="../media/image1094.png"/><Relationship Id="rId503" Type="http://schemas.openxmlformats.org/officeDocument/2006/relationships/image" Target="../media/image1176.png"/><Relationship Id="rId545" Type="http://schemas.openxmlformats.org/officeDocument/2006/relationships/image" Target="../media/image1197.png"/><Relationship Id="rId587" Type="http://schemas.openxmlformats.org/officeDocument/2006/relationships/customXml" Target="../ink/ink1612.xml"/><Relationship Id="rId710" Type="http://schemas.openxmlformats.org/officeDocument/2006/relationships/image" Target="../media/image1279.png"/><Relationship Id="rId752" Type="http://schemas.openxmlformats.org/officeDocument/2006/relationships/image" Target="../media/image1299.png"/><Relationship Id="rId8" Type="http://schemas.openxmlformats.org/officeDocument/2006/relationships/image" Target="../media/image930.png"/><Relationship Id="rId142" Type="http://schemas.openxmlformats.org/officeDocument/2006/relationships/customXml" Target="../ink/ink1388.xml"/><Relationship Id="rId184" Type="http://schemas.openxmlformats.org/officeDocument/2006/relationships/customXml" Target="../ink/ink1409.xml"/><Relationship Id="rId391" Type="http://schemas.openxmlformats.org/officeDocument/2006/relationships/customXml" Target="../ink/ink1513.xml"/><Relationship Id="rId405" Type="http://schemas.openxmlformats.org/officeDocument/2006/relationships/customXml" Target="../ink/ink1520.xml"/><Relationship Id="rId447" Type="http://schemas.openxmlformats.org/officeDocument/2006/relationships/image" Target="../media/image1148.png"/><Relationship Id="rId612" Type="http://schemas.openxmlformats.org/officeDocument/2006/relationships/image" Target="../media/image1230.png"/><Relationship Id="rId251" Type="http://schemas.openxmlformats.org/officeDocument/2006/relationships/image" Target="../media/image1051.png"/><Relationship Id="rId489" Type="http://schemas.openxmlformats.org/officeDocument/2006/relationships/image" Target="../media/image1169.png"/><Relationship Id="rId654" Type="http://schemas.openxmlformats.org/officeDocument/2006/relationships/image" Target="../media/image1251.png"/><Relationship Id="rId696" Type="http://schemas.openxmlformats.org/officeDocument/2006/relationships/image" Target="../media/image1272.png"/><Relationship Id="rId46" Type="http://schemas.openxmlformats.org/officeDocument/2006/relationships/image" Target="../media/image949.png"/><Relationship Id="rId293" Type="http://schemas.openxmlformats.org/officeDocument/2006/relationships/customXml" Target="../ink/ink1464.xml"/><Relationship Id="rId307" Type="http://schemas.openxmlformats.org/officeDocument/2006/relationships/customXml" Target="../ink/ink1471.xml"/><Relationship Id="rId349" Type="http://schemas.openxmlformats.org/officeDocument/2006/relationships/customXml" Target="../ink/ink1492.xml"/><Relationship Id="rId514" Type="http://schemas.openxmlformats.org/officeDocument/2006/relationships/customXml" Target="../ink/ink1575.xml"/><Relationship Id="rId556" Type="http://schemas.openxmlformats.org/officeDocument/2006/relationships/customXml" Target="../ink/ink1596.xml"/><Relationship Id="rId721" Type="http://schemas.openxmlformats.org/officeDocument/2006/relationships/customXml" Target="../ink/ink1675.xml"/><Relationship Id="rId763" Type="http://schemas.openxmlformats.org/officeDocument/2006/relationships/customXml" Target="../ink/ink1696.xml"/><Relationship Id="rId88" Type="http://schemas.openxmlformats.org/officeDocument/2006/relationships/customXml" Target="../ink/ink1361.xml"/><Relationship Id="rId111" Type="http://schemas.openxmlformats.org/officeDocument/2006/relationships/image" Target="../media/image981.png"/><Relationship Id="rId153" Type="http://schemas.openxmlformats.org/officeDocument/2006/relationships/image" Target="../media/image1002.png"/><Relationship Id="rId195" Type="http://schemas.openxmlformats.org/officeDocument/2006/relationships/image" Target="../media/image1023.png"/><Relationship Id="rId209" Type="http://schemas.openxmlformats.org/officeDocument/2006/relationships/image" Target="../media/image1030.png"/><Relationship Id="rId360" Type="http://schemas.openxmlformats.org/officeDocument/2006/relationships/image" Target="../media/image1105.png"/><Relationship Id="rId416" Type="http://schemas.openxmlformats.org/officeDocument/2006/relationships/image" Target="../media/image1133.png"/><Relationship Id="rId598" Type="http://schemas.openxmlformats.org/officeDocument/2006/relationships/image" Target="../media/image1223.png"/><Relationship Id="rId220" Type="http://schemas.openxmlformats.org/officeDocument/2006/relationships/customXml" Target="../ink/ink1427.xml"/><Relationship Id="rId458" Type="http://schemas.openxmlformats.org/officeDocument/2006/relationships/customXml" Target="../ink/ink1547.xml"/><Relationship Id="rId623" Type="http://schemas.openxmlformats.org/officeDocument/2006/relationships/customXml" Target="../ink/ink1630.xml"/><Relationship Id="rId665" Type="http://schemas.openxmlformats.org/officeDocument/2006/relationships/customXml" Target="../ink/ink1651.xml"/><Relationship Id="rId15" Type="http://schemas.openxmlformats.org/officeDocument/2006/relationships/customXml" Target="../ink/ink1324.xml"/><Relationship Id="rId57" Type="http://schemas.openxmlformats.org/officeDocument/2006/relationships/customXml" Target="../ink/ink1345.xml"/><Relationship Id="rId262" Type="http://schemas.openxmlformats.org/officeDocument/2006/relationships/customXml" Target="../ink/ink1448.xml"/><Relationship Id="rId318" Type="http://schemas.openxmlformats.org/officeDocument/2006/relationships/image" Target="../media/image1084.png"/><Relationship Id="rId525" Type="http://schemas.openxmlformats.org/officeDocument/2006/relationships/image" Target="../media/image1187.png"/><Relationship Id="rId567" Type="http://schemas.openxmlformats.org/officeDocument/2006/relationships/image" Target="../media/image1208.png"/><Relationship Id="rId732" Type="http://schemas.openxmlformats.org/officeDocument/2006/relationships/image" Target="../media/image1289.png"/><Relationship Id="rId99" Type="http://schemas.openxmlformats.org/officeDocument/2006/relationships/image" Target="../media/image975.png"/><Relationship Id="rId122" Type="http://schemas.openxmlformats.org/officeDocument/2006/relationships/customXml" Target="../ink/ink1378.xml"/><Relationship Id="rId164" Type="http://schemas.openxmlformats.org/officeDocument/2006/relationships/customXml" Target="../ink/ink1399.xml"/><Relationship Id="rId371" Type="http://schemas.openxmlformats.org/officeDocument/2006/relationships/customXml" Target="../ink/ink1503.xml"/><Relationship Id="rId774" Type="http://schemas.openxmlformats.org/officeDocument/2006/relationships/image" Target="../media/image1310.png"/><Relationship Id="rId427" Type="http://schemas.openxmlformats.org/officeDocument/2006/relationships/customXml" Target="../ink/ink1531.xml"/><Relationship Id="rId469" Type="http://schemas.openxmlformats.org/officeDocument/2006/relationships/image" Target="../media/image1159.png"/><Relationship Id="rId634" Type="http://schemas.openxmlformats.org/officeDocument/2006/relationships/image" Target="../media/image1241.png"/><Relationship Id="rId26" Type="http://schemas.openxmlformats.org/officeDocument/2006/relationships/image" Target="../media/image939.png"/><Relationship Id="rId231" Type="http://schemas.openxmlformats.org/officeDocument/2006/relationships/image" Target="../media/image1041.png"/><Relationship Id="rId273" Type="http://schemas.openxmlformats.org/officeDocument/2006/relationships/customXml" Target="../ink/ink1454.xml"/><Relationship Id="rId329" Type="http://schemas.openxmlformats.org/officeDocument/2006/relationships/customXml" Target="../ink/ink1482.xml"/><Relationship Id="rId480" Type="http://schemas.openxmlformats.org/officeDocument/2006/relationships/customXml" Target="../ink/ink1558.xml"/><Relationship Id="rId536" Type="http://schemas.openxmlformats.org/officeDocument/2006/relationships/customXml" Target="../ink/ink1586.xml"/><Relationship Id="rId701" Type="http://schemas.openxmlformats.org/officeDocument/2006/relationships/customXml" Target="../ink/ink1665.xml"/><Relationship Id="rId68" Type="http://schemas.openxmlformats.org/officeDocument/2006/relationships/image" Target="../media/image961.png"/><Relationship Id="rId133" Type="http://schemas.openxmlformats.org/officeDocument/2006/relationships/image" Target="../media/image992.png"/><Relationship Id="rId175" Type="http://schemas.openxmlformats.org/officeDocument/2006/relationships/image" Target="../media/image1013.png"/><Relationship Id="rId340" Type="http://schemas.openxmlformats.org/officeDocument/2006/relationships/image" Target="../media/image1095.png"/><Relationship Id="rId578" Type="http://schemas.openxmlformats.org/officeDocument/2006/relationships/image" Target="../media/image1213.png"/><Relationship Id="rId743" Type="http://schemas.openxmlformats.org/officeDocument/2006/relationships/customXml" Target="../ink/ink1686.xml"/><Relationship Id="rId785" Type="http://schemas.openxmlformats.org/officeDocument/2006/relationships/image" Target="../media/image1315.png"/><Relationship Id="rId200" Type="http://schemas.openxmlformats.org/officeDocument/2006/relationships/customXml" Target="../ink/ink1417.xml"/><Relationship Id="rId382" Type="http://schemas.openxmlformats.org/officeDocument/2006/relationships/image" Target="../media/image1116.png"/><Relationship Id="rId438" Type="http://schemas.openxmlformats.org/officeDocument/2006/relationships/image" Target="../media/image1144.png"/><Relationship Id="rId603" Type="http://schemas.openxmlformats.org/officeDocument/2006/relationships/customXml" Target="../ink/ink1620.xml"/><Relationship Id="rId645" Type="http://schemas.openxmlformats.org/officeDocument/2006/relationships/customXml" Target="../ink/ink1641.xml"/><Relationship Id="rId687" Type="http://schemas.openxmlformats.org/officeDocument/2006/relationships/customXml" Target="../ink/ink1658.xml"/><Relationship Id="rId242" Type="http://schemas.openxmlformats.org/officeDocument/2006/relationships/customXml" Target="../ink/ink1438.xml"/><Relationship Id="rId284" Type="http://schemas.openxmlformats.org/officeDocument/2006/relationships/image" Target="../media/image1067.png"/><Relationship Id="rId491" Type="http://schemas.openxmlformats.org/officeDocument/2006/relationships/image" Target="../media/image1170.png"/><Relationship Id="rId505" Type="http://schemas.openxmlformats.org/officeDocument/2006/relationships/image" Target="../media/image1177.png"/><Relationship Id="rId712" Type="http://schemas.openxmlformats.org/officeDocument/2006/relationships/image" Target="../media/image1280.png"/><Relationship Id="rId37" Type="http://schemas.openxmlformats.org/officeDocument/2006/relationships/customXml" Target="../ink/ink1335.xml"/><Relationship Id="rId79" Type="http://schemas.openxmlformats.org/officeDocument/2006/relationships/customXml" Target="../ink/ink1356.xml"/><Relationship Id="rId102" Type="http://schemas.openxmlformats.org/officeDocument/2006/relationships/customXml" Target="../ink/ink1368.xml"/><Relationship Id="rId144" Type="http://schemas.openxmlformats.org/officeDocument/2006/relationships/customXml" Target="../ink/ink1389.xml"/><Relationship Id="rId547" Type="http://schemas.openxmlformats.org/officeDocument/2006/relationships/image" Target="../media/image1198.png"/><Relationship Id="rId589" Type="http://schemas.openxmlformats.org/officeDocument/2006/relationships/customXml" Target="../ink/ink1613.xml"/><Relationship Id="rId754" Type="http://schemas.openxmlformats.org/officeDocument/2006/relationships/image" Target="../media/image1300.png"/><Relationship Id="rId90" Type="http://schemas.openxmlformats.org/officeDocument/2006/relationships/customXml" Target="../ink/ink1362.xml"/><Relationship Id="rId186" Type="http://schemas.openxmlformats.org/officeDocument/2006/relationships/customXml" Target="../ink/ink1410.xml"/><Relationship Id="rId351" Type="http://schemas.openxmlformats.org/officeDocument/2006/relationships/customXml" Target="../ink/ink1493.xml"/><Relationship Id="rId393" Type="http://schemas.openxmlformats.org/officeDocument/2006/relationships/customXml" Target="../ink/ink1514.xml"/><Relationship Id="rId407" Type="http://schemas.openxmlformats.org/officeDocument/2006/relationships/customXml" Target="../ink/ink1521.xml"/><Relationship Id="rId449" Type="http://schemas.openxmlformats.org/officeDocument/2006/relationships/image" Target="../media/image1149.png"/><Relationship Id="rId614" Type="http://schemas.openxmlformats.org/officeDocument/2006/relationships/image" Target="../media/image1231.png"/><Relationship Id="rId656" Type="http://schemas.openxmlformats.org/officeDocument/2006/relationships/image" Target="../media/image1252.png"/><Relationship Id="rId211" Type="http://schemas.openxmlformats.org/officeDocument/2006/relationships/image" Target="../media/image1031.png"/><Relationship Id="rId253" Type="http://schemas.openxmlformats.org/officeDocument/2006/relationships/image" Target="../media/image1052.png"/><Relationship Id="rId295" Type="http://schemas.openxmlformats.org/officeDocument/2006/relationships/customXml" Target="../ink/ink1465.xml"/><Relationship Id="rId309" Type="http://schemas.openxmlformats.org/officeDocument/2006/relationships/customXml" Target="../ink/ink1472.xml"/><Relationship Id="rId460" Type="http://schemas.openxmlformats.org/officeDocument/2006/relationships/customXml" Target="../ink/ink1548.xml"/><Relationship Id="rId516" Type="http://schemas.openxmlformats.org/officeDocument/2006/relationships/customXml" Target="../ink/ink1576.xml"/><Relationship Id="rId698" Type="http://schemas.openxmlformats.org/officeDocument/2006/relationships/image" Target="../media/image1273.png"/><Relationship Id="rId48" Type="http://schemas.openxmlformats.org/officeDocument/2006/relationships/image" Target="../media/image950.png"/><Relationship Id="rId113" Type="http://schemas.openxmlformats.org/officeDocument/2006/relationships/image" Target="../media/image982.png"/><Relationship Id="rId320" Type="http://schemas.openxmlformats.org/officeDocument/2006/relationships/image" Target="../media/image1085.png"/><Relationship Id="rId558" Type="http://schemas.openxmlformats.org/officeDocument/2006/relationships/customXml" Target="../ink/ink1597.xml"/><Relationship Id="rId723" Type="http://schemas.openxmlformats.org/officeDocument/2006/relationships/customXml" Target="../ink/ink1676.xml"/><Relationship Id="rId765" Type="http://schemas.openxmlformats.org/officeDocument/2006/relationships/customXml" Target="../ink/ink1697.xml"/><Relationship Id="rId155" Type="http://schemas.openxmlformats.org/officeDocument/2006/relationships/image" Target="../media/image1003.png"/><Relationship Id="rId197" Type="http://schemas.openxmlformats.org/officeDocument/2006/relationships/image" Target="../media/image1024.png"/><Relationship Id="rId362" Type="http://schemas.openxmlformats.org/officeDocument/2006/relationships/image" Target="../media/image1106.png"/><Relationship Id="rId418" Type="http://schemas.openxmlformats.org/officeDocument/2006/relationships/image" Target="../media/image1134.png"/><Relationship Id="rId625" Type="http://schemas.openxmlformats.org/officeDocument/2006/relationships/customXml" Target="../ink/ink1631.xml"/><Relationship Id="rId222" Type="http://schemas.openxmlformats.org/officeDocument/2006/relationships/customXml" Target="../ink/ink1428.xml"/><Relationship Id="rId264" Type="http://schemas.openxmlformats.org/officeDocument/2006/relationships/customXml" Target="../ink/ink1449.xml"/><Relationship Id="rId471" Type="http://schemas.openxmlformats.org/officeDocument/2006/relationships/image" Target="../media/image1160.png"/><Relationship Id="rId667" Type="http://schemas.openxmlformats.org/officeDocument/2006/relationships/customXml" Target="../ink/ink1652.xml"/><Relationship Id="rId17" Type="http://schemas.openxmlformats.org/officeDocument/2006/relationships/customXml" Target="../ink/ink1325.xml"/><Relationship Id="rId59" Type="http://schemas.openxmlformats.org/officeDocument/2006/relationships/customXml" Target="../ink/ink1346.xml"/><Relationship Id="rId124" Type="http://schemas.openxmlformats.org/officeDocument/2006/relationships/customXml" Target="../ink/ink1379.xml"/><Relationship Id="rId527" Type="http://schemas.openxmlformats.org/officeDocument/2006/relationships/image" Target="../media/image1188.png"/><Relationship Id="rId569" Type="http://schemas.openxmlformats.org/officeDocument/2006/relationships/image" Target="../media/image1209.png"/><Relationship Id="rId734" Type="http://schemas.openxmlformats.org/officeDocument/2006/relationships/image" Target="../media/image1290.png"/><Relationship Id="rId776" Type="http://schemas.openxmlformats.org/officeDocument/2006/relationships/image" Target="../media/image1311.png"/><Relationship Id="rId70" Type="http://schemas.openxmlformats.org/officeDocument/2006/relationships/image" Target="../media/image962.png"/><Relationship Id="rId166" Type="http://schemas.openxmlformats.org/officeDocument/2006/relationships/customXml" Target="../ink/ink1400.xml"/><Relationship Id="rId331" Type="http://schemas.openxmlformats.org/officeDocument/2006/relationships/customXml" Target="../ink/ink1483.xml"/><Relationship Id="rId373" Type="http://schemas.openxmlformats.org/officeDocument/2006/relationships/customXml" Target="../ink/ink1504.xml"/><Relationship Id="rId429" Type="http://schemas.openxmlformats.org/officeDocument/2006/relationships/customXml" Target="../ink/ink1532.xml"/><Relationship Id="rId580" Type="http://schemas.openxmlformats.org/officeDocument/2006/relationships/image" Target="../media/image1214.png"/><Relationship Id="rId636" Type="http://schemas.openxmlformats.org/officeDocument/2006/relationships/image" Target="../media/image1242.png"/><Relationship Id="rId1" Type="http://schemas.openxmlformats.org/officeDocument/2006/relationships/slideLayout" Target="../slideLayouts/slideLayout6.xml"/><Relationship Id="rId233" Type="http://schemas.openxmlformats.org/officeDocument/2006/relationships/image" Target="../media/image1042.png"/><Relationship Id="rId440" Type="http://schemas.openxmlformats.org/officeDocument/2006/relationships/image" Target="../media/image1145.png"/><Relationship Id="rId28" Type="http://schemas.openxmlformats.org/officeDocument/2006/relationships/image" Target="../media/image940.png"/><Relationship Id="rId275" Type="http://schemas.openxmlformats.org/officeDocument/2006/relationships/customXml" Target="../ink/ink1455.xml"/><Relationship Id="rId300" Type="http://schemas.openxmlformats.org/officeDocument/2006/relationships/image" Target="../media/image1075.png"/><Relationship Id="rId482" Type="http://schemas.openxmlformats.org/officeDocument/2006/relationships/customXml" Target="../ink/ink1559.xml"/><Relationship Id="rId538" Type="http://schemas.openxmlformats.org/officeDocument/2006/relationships/customXml" Target="../ink/ink1587.xml"/><Relationship Id="rId703" Type="http://schemas.openxmlformats.org/officeDocument/2006/relationships/customXml" Target="../ink/ink1666.xml"/><Relationship Id="rId745" Type="http://schemas.openxmlformats.org/officeDocument/2006/relationships/customXml" Target="../ink/ink1687.xml"/><Relationship Id="rId81" Type="http://schemas.openxmlformats.org/officeDocument/2006/relationships/customXml" Target="../ink/ink1357.xml"/><Relationship Id="rId135" Type="http://schemas.openxmlformats.org/officeDocument/2006/relationships/image" Target="../media/image993.png"/><Relationship Id="rId177" Type="http://schemas.openxmlformats.org/officeDocument/2006/relationships/image" Target="../media/image1014.png"/><Relationship Id="rId342" Type="http://schemas.openxmlformats.org/officeDocument/2006/relationships/image" Target="../media/image1096.png"/><Relationship Id="rId384" Type="http://schemas.openxmlformats.org/officeDocument/2006/relationships/image" Target="../media/image1117.png"/><Relationship Id="rId591" Type="http://schemas.openxmlformats.org/officeDocument/2006/relationships/customXml" Target="../ink/ink1614.xml"/><Relationship Id="rId605" Type="http://schemas.openxmlformats.org/officeDocument/2006/relationships/customXml" Target="../ink/ink1621.xml"/><Relationship Id="rId787" Type="http://schemas.openxmlformats.org/officeDocument/2006/relationships/image" Target="../media/image5130.png"/><Relationship Id="rId202" Type="http://schemas.openxmlformats.org/officeDocument/2006/relationships/customXml" Target="../ink/ink1418.xml"/><Relationship Id="rId244" Type="http://schemas.openxmlformats.org/officeDocument/2006/relationships/customXml" Target="../ink/ink1439.xml"/><Relationship Id="rId647" Type="http://schemas.openxmlformats.org/officeDocument/2006/relationships/customXml" Target="../ink/ink1642.xml"/><Relationship Id="rId689" Type="http://schemas.openxmlformats.org/officeDocument/2006/relationships/customXml" Target="../ink/ink1659.xml"/><Relationship Id="rId39" Type="http://schemas.openxmlformats.org/officeDocument/2006/relationships/customXml" Target="../ink/ink1336.xml"/><Relationship Id="rId286" Type="http://schemas.openxmlformats.org/officeDocument/2006/relationships/image" Target="../media/image1068.png"/><Relationship Id="rId451" Type="http://schemas.openxmlformats.org/officeDocument/2006/relationships/image" Target="../media/image1150.png"/><Relationship Id="rId493" Type="http://schemas.openxmlformats.org/officeDocument/2006/relationships/image" Target="../media/image1171.png"/><Relationship Id="rId507" Type="http://schemas.openxmlformats.org/officeDocument/2006/relationships/image" Target="../media/image1178.png"/><Relationship Id="rId549" Type="http://schemas.openxmlformats.org/officeDocument/2006/relationships/image" Target="../media/image1199.png"/><Relationship Id="rId714" Type="http://schemas.openxmlformats.org/officeDocument/2006/relationships/image" Target="../media/image1281.png"/><Relationship Id="rId756" Type="http://schemas.openxmlformats.org/officeDocument/2006/relationships/image" Target="../media/image1301.png"/><Relationship Id="rId50" Type="http://schemas.openxmlformats.org/officeDocument/2006/relationships/image" Target="../media/image951.png"/><Relationship Id="rId104" Type="http://schemas.openxmlformats.org/officeDocument/2006/relationships/customXml" Target="../ink/ink1369.xml"/><Relationship Id="rId146" Type="http://schemas.openxmlformats.org/officeDocument/2006/relationships/customXml" Target="../ink/ink1390.xml"/><Relationship Id="rId188" Type="http://schemas.openxmlformats.org/officeDocument/2006/relationships/customXml" Target="../ink/ink1411.xml"/><Relationship Id="rId311" Type="http://schemas.openxmlformats.org/officeDocument/2006/relationships/customXml" Target="../ink/ink1473.xml"/><Relationship Id="rId353" Type="http://schemas.openxmlformats.org/officeDocument/2006/relationships/customXml" Target="../ink/ink1494.xml"/><Relationship Id="rId395" Type="http://schemas.openxmlformats.org/officeDocument/2006/relationships/customXml" Target="../ink/ink1515.xml"/><Relationship Id="rId409" Type="http://schemas.openxmlformats.org/officeDocument/2006/relationships/customXml" Target="../ink/ink1522.xml"/><Relationship Id="rId560" Type="http://schemas.openxmlformats.org/officeDocument/2006/relationships/customXml" Target="../ink/ink1598.xml"/><Relationship Id="rId92" Type="http://schemas.openxmlformats.org/officeDocument/2006/relationships/customXml" Target="../ink/ink1363.xml"/><Relationship Id="rId213" Type="http://schemas.openxmlformats.org/officeDocument/2006/relationships/image" Target="../media/image1032.png"/><Relationship Id="rId420" Type="http://schemas.openxmlformats.org/officeDocument/2006/relationships/image" Target="../media/image1135.png"/><Relationship Id="rId616" Type="http://schemas.openxmlformats.org/officeDocument/2006/relationships/image" Target="../media/image1232.png"/><Relationship Id="rId658" Type="http://schemas.openxmlformats.org/officeDocument/2006/relationships/image" Target="../media/image1253.png"/><Relationship Id="rId255" Type="http://schemas.openxmlformats.org/officeDocument/2006/relationships/image" Target="../media/image1053.png"/><Relationship Id="rId297" Type="http://schemas.openxmlformats.org/officeDocument/2006/relationships/customXml" Target="../ink/ink1466.xml"/><Relationship Id="rId462" Type="http://schemas.openxmlformats.org/officeDocument/2006/relationships/customXml" Target="../ink/ink1549.xml"/><Relationship Id="rId518" Type="http://schemas.openxmlformats.org/officeDocument/2006/relationships/customXml" Target="../ink/ink1577.xml"/><Relationship Id="rId725" Type="http://schemas.openxmlformats.org/officeDocument/2006/relationships/customXml" Target="../ink/ink1677.xml"/><Relationship Id="rId115" Type="http://schemas.openxmlformats.org/officeDocument/2006/relationships/image" Target="../media/image983.png"/><Relationship Id="rId157" Type="http://schemas.openxmlformats.org/officeDocument/2006/relationships/image" Target="../media/image1004.png"/><Relationship Id="rId322" Type="http://schemas.openxmlformats.org/officeDocument/2006/relationships/image" Target="../media/image1086.png"/><Relationship Id="rId364" Type="http://schemas.openxmlformats.org/officeDocument/2006/relationships/image" Target="../media/image1107.png"/><Relationship Id="rId767" Type="http://schemas.openxmlformats.org/officeDocument/2006/relationships/customXml" Target="../ink/ink1698.xml"/><Relationship Id="rId61" Type="http://schemas.openxmlformats.org/officeDocument/2006/relationships/customXml" Target="../ink/ink1347.xml"/><Relationship Id="rId199" Type="http://schemas.openxmlformats.org/officeDocument/2006/relationships/image" Target="../media/image1025.png"/><Relationship Id="rId571" Type="http://schemas.openxmlformats.org/officeDocument/2006/relationships/image" Target="../media/image1210.png"/><Relationship Id="rId627" Type="http://schemas.openxmlformats.org/officeDocument/2006/relationships/customXml" Target="../ink/ink1632.xml"/><Relationship Id="rId669" Type="http://schemas.openxmlformats.org/officeDocument/2006/relationships/customXml" Target="../ink/ink1653.xml"/><Relationship Id="rId19" Type="http://schemas.openxmlformats.org/officeDocument/2006/relationships/customXml" Target="../ink/ink1326.xml"/><Relationship Id="rId224" Type="http://schemas.openxmlformats.org/officeDocument/2006/relationships/customXml" Target="../ink/ink1429.xml"/><Relationship Id="rId266" Type="http://schemas.openxmlformats.org/officeDocument/2006/relationships/customXml" Target="../ink/ink1450.xml"/><Relationship Id="rId431" Type="http://schemas.openxmlformats.org/officeDocument/2006/relationships/customXml" Target="../ink/ink1533.xml"/><Relationship Id="rId473" Type="http://schemas.openxmlformats.org/officeDocument/2006/relationships/image" Target="../media/image1161.png"/><Relationship Id="rId529" Type="http://schemas.openxmlformats.org/officeDocument/2006/relationships/image" Target="../media/image1189.png"/><Relationship Id="rId680" Type="http://schemas.openxmlformats.org/officeDocument/2006/relationships/image" Target="../media/image1264.png"/><Relationship Id="rId736" Type="http://schemas.openxmlformats.org/officeDocument/2006/relationships/image" Target="../media/image1291.png"/><Relationship Id="rId30" Type="http://schemas.openxmlformats.org/officeDocument/2006/relationships/image" Target="../media/image941.png"/><Relationship Id="rId126" Type="http://schemas.openxmlformats.org/officeDocument/2006/relationships/customXml" Target="../ink/ink1380.xml"/><Relationship Id="rId168" Type="http://schemas.openxmlformats.org/officeDocument/2006/relationships/customXml" Target="../ink/ink1401.xml"/><Relationship Id="rId333" Type="http://schemas.openxmlformats.org/officeDocument/2006/relationships/customXml" Target="../ink/ink1484.xml"/><Relationship Id="rId540" Type="http://schemas.openxmlformats.org/officeDocument/2006/relationships/customXml" Target="../ink/ink1588.xml"/><Relationship Id="rId778" Type="http://schemas.openxmlformats.org/officeDocument/2006/relationships/image" Target="../media/image1312.png"/><Relationship Id="rId72" Type="http://schemas.openxmlformats.org/officeDocument/2006/relationships/image" Target="../media/image483.png"/><Relationship Id="rId375" Type="http://schemas.openxmlformats.org/officeDocument/2006/relationships/customXml" Target="../ink/ink1505.xml"/><Relationship Id="rId582" Type="http://schemas.openxmlformats.org/officeDocument/2006/relationships/image" Target="../media/image1215.png"/><Relationship Id="rId638" Type="http://schemas.openxmlformats.org/officeDocument/2006/relationships/image" Target="../media/image1243.png"/><Relationship Id="rId3" Type="http://schemas.openxmlformats.org/officeDocument/2006/relationships/customXml" Target="../ink/ink1318.xml"/><Relationship Id="rId235" Type="http://schemas.openxmlformats.org/officeDocument/2006/relationships/image" Target="../media/image1043.png"/><Relationship Id="rId277" Type="http://schemas.openxmlformats.org/officeDocument/2006/relationships/customXml" Target="../ink/ink1456.xml"/><Relationship Id="rId400" Type="http://schemas.openxmlformats.org/officeDocument/2006/relationships/image" Target="../media/image1125.png"/><Relationship Id="rId442" Type="http://schemas.openxmlformats.org/officeDocument/2006/relationships/customXml" Target="../ink/ink1539.xml"/><Relationship Id="rId484" Type="http://schemas.openxmlformats.org/officeDocument/2006/relationships/customXml" Target="../ink/ink1560.xml"/><Relationship Id="rId705" Type="http://schemas.openxmlformats.org/officeDocument/2006/relationships/customXml" Target="../ink/ink1667.xml"/><Relationship Id="rId137" Type="http://schemas.openxmlformats.org/officeDocument/2006/relationships/image" Target="../media/image994.png"/><Relationship Id="rId302" Type="http://schemas.openxmlformats.org/officeDocument/2006/relationships/image" Target="../media/image1076.png"/><Relationship Id="rId344" Type="http://schemas.openxmlformats.org/officeDocument/2006/relationships/image" Target="../media/image1097.png"/><Relationship Id="rId691" Type="http://schemas.openxmlformats.org/officeDocument/2006/relationships/customXml" Target="../ink/ink1660.xml"/><Relationship Id="rId747" Type="http://schemas.openxmlformats.org/officeDocument/2006/relationships/customXml" Target="../ink/ink1688.xml"/><Relationship Id="rId789" Type="http://schemas.openxmlformats.org/officeDocument/2006/relationships/image" Target="../media/image5140.png"/><Relationship Id="rId41" Type="http://schemas.openxmlformats.org/officeDocument/2006/relationships/customXml" Target="../ink/ink1337.xml"/><Relationship Id="rId83" Type="http://schemas.openxmlformats.org/officeDocument/2006/relationships/customXml" Target="../ink/ink1358.xml"/><Relationship Id="rId179" Type="http://schemas.openxmlformats.org/officeDocument/2006/relationships/image" Target="../media/image1015.png"/><Relationship Id="rId386" Type="http://schemas.openxmlformats.org/officeDocument/2006/relationships/image" Target="../media/image1118.png"/><Relationship Id="rId551" Type="http://schemas.openxmlformats.org/officeDocument/2006/relationships/image" Target="../media/image1200.png"/><Relationship Id="rId593" Type="http://schemas.openxmlformats.org/officeDocument/2006/relationships/customXml" Target="../ink/ink1615.xml"/><Relationship Id="rId607" Type="http://schemas.openxmlformats.org/officeDocument/2006/relationships/customXml" Target="../ink/ink1622.xml"/><Relationship Id="rId649" Type="http://schemas.openxmlformats.org/officeDocument/2006/relationships/customXml" Target="../ink/ink1643.xml"/><Relationship Id="rId190" Type="http://schemas.openxmlformats.org/officeDocument/2006/relationships/customXml" Target="../ink/ink1412.xml"/><Relationship Id="rId204" Type="http://schemas.openxmlformats.org/officeDocument/2006/relationships/customXml" Target="../ink/ink1419.xml"/><Relationship Id="rId246" Type="http://schemas.openxmlformats.org/officeDocument/2006/relationships/customXml" Target="../ink/ink1440.xml"/><Relationship Id="rId288" Type="http://schemas.openxmlformats.org/officeDocument/2006/relationships/image" Target="../media/image1069.png"/><Relationship Id="rId411" Type="http://schemas.openxmlformats.org/officeDocument/2006/relationships/customXml" Target="../ink/ink1523.xml"/><Relationship Id="rId453" Type="http://schemas.openxmlformats.org/officeDocument/2006/relationships/image" Target="../media/image1151.png"/><Relationship Id="rId509" Type="http://schemas.openxmlformats.org/officeDocument/2006/relationships/image" Target="../media/image1179.png"/><Relationship Id="rId660" Type="http://schemas.openxmlformats.org/officeDocument/2006/relationships/image" Target="../media/image1254.png"/><Relationship Id="rId106" Type="http://schemas.openxmlformats.org/officeDocument/2006/relationships/customXml" Target="../ink/ink1370.xml"/><Relationship Id="rId313" Type="http://schemas.openxmlformats.org/officeDocument/2006/relationships/customXml" Target="../ink/ink1474.xml"/><Relationship Id="rId495" Type="http://schemas.openxmlformats.org/officeDocument/2006/relationships/image" Target="../media/image1172.png"/><Relationship Id="rId716" Type="http://schemas.openxmlformats.org/officeDocument/2006/relationships/image" Target="../media/image1282.png"/><Relationship Id="rId758" Type="http://schemas.openxmlformats.org/officeDocument/2006/relationships/image" Target="../media/image13020.png"/><Relationship Id="rId10" Type="http://schemas.openxmlformats.org/officeDocument/2006/relationships/image" Target="../media/image931.png"/><Relationship Id="rId52" Type="http://schemas.openxmlformats.org/officeDocument/2006/relationships/image" Target="../media/image953.png"/><Relationship Id="rId94" Type="http://schemas.openxmlformats.org/officeDocument/2006/relationships/customXml" Target="../ink/ink1364.xml"/><Relationship Id="rId148" Type="http://schemas.openxmlformats.org/officeDocument/2006/relationships/customXml" Target="../ink/ink1391.xml"/><Relationship Id="rId355" Type="http://schemas.openxmlformats.org/officeDocument/2006/relationships/customXml" Target="../ink/ink1495.xml"/><Relationship Id="rId397" Type="http://schemas.openxmlformats.org/officeDocument/2006/relationships/customXml" Target="../ink/ink1516.xml"/><Relationship Id="rId520" Type="http://schemas.openxmlformats.org/officeDocument/2006/relationships/customXml" Target="../ink/ink1578.xml"/><Relationship Id="rId562" Type="http://schemas.openxmlformats.org/officeDocument/2006/relationships/customXml" Target="../ink/ink1599.xml"/><Relationship Id="rId618" Type="http://schemas.openxmlformats.org/officeDocument/2006/relationships/image" Target="../media/image1233.png"/><Relationship Id="rId215" Type="http://schemas.openxmlformats.org/officeDocument/2006/relationships/image" Target="../media/image1033.png"/><Relationship Id="rId257" Type="http://schemas.openxmlformats.org/officeDocument/2006/relationships/image" Target="../media/image1054.png"/><Relationship Id="rId422" Type="http://schemas.openxmlformats.org/officeDocument/2006/relationships/image" Target="../media/image1136.png"/><Relationship Id="rId464" Type="http://schemas.openxmlformats.org/officeDocument/2006/relationships/customXml" Target="../ink/ink1550.xml"/><Relationship Id="rId299" Type="http://schemas.openxmlformats.org/officeDocument/2006/relationships/customXml" Target="../ink/ink1467.xml"/><Relationship Id="rId727" Type="http://schemas.openxmlformats.org/officeDocument/2006/relationships/customXml" Target="../ink/ink1678.xml"/><Relationship Id="rId63" Type="http://schemas.openxmlformats.org/officeDocument/2006/relationships/customXml" Target="../ink/ink1348.xml"/><Relationship Id="rId159" Type="http://schemas.openxmlformats.org/officeDocument/2006/relationships/image" Target="../media/image1005.png"/><Relationship Id="rId366" Type="http://schemas.openxmlformats.org/officeDocument/2006/relationships/image" Target="../media/image1108.png"/><Relationship Id="rId573" Type="http://schemas.openxmlformats.org/officeDocument/2006/relationships/image" Target="../media/image1211.png"/><Relationship Id="rId780" Type="http://schemas.openxmlformats.org/officeDocument/2006/relationships/image" Target="../media/image1313.png"/><Relationship Id="rId226" Type="http://schemas.openxmlformats.org/officeDocument/2006/relationships/customXml" Target="../ink/ink1430.xml"/><Relationship Id="rId433" Type="http://schemas.openxmlformats.org/officeDocument/2006/relationships/customXml" Target="../ink/ink1534.xml"/><Relationship Id="rId640" Type="http://schemas.openxmlformats.org/officeDocument/2006/relationships/image" Target="../media/image1244.png"/><Relationship Id="rId738" Type="http://schemas.openxmlformats.org/officeDocument/2006/relationships/image" Target="../media/image1292.png"/><Relationship Id="rId74" Type="http://schemas.openxmlformats.org/officeDocument/2006/relationships/image" Target="../media/image963.png"/><Relationship Id="rId377" Type="http://schemas.openxmlformats.org/officeDocument/2006/relationships/customXml" Target="../ink/ink1506.xml"/><Relationship Id="rId500" Type="http://schemas.openxmlformats.org/officeDocument/2006/relationships/customXml" Target="../ink/ink1568.xml"/><Relationship Id="rId584" Type="http://schemas.openxmlformats.org/officeDocument/2006/relationships/image" Target="../media/image1216.png"/><Relationship Id="rId5" Type="http://schemas.openxmlformats.org/officeDocument/2006/relationships/customXml" Target="../ink/ink1319.xml"/><Relationship Id="rId237" Type="http://schemas.openxmlformats.org/officeDocument/2006/relationships/image" Target="../media/image1044.png"/><Relationship Id="rId444" Type="http://schemas.openxmlformats.org/officeDocument/2006/relationships/customXml" Target="../ink/ink1540.xml"/><Relationship Id="rId651" Type="http://schemas.openxmlformats.org/officeDocument/2006/relationships/customXml" Target="../ink/ink1644.xml"/><Relationship Id="rId749" Type="http://schemas.openxmlformats.org/officeDocument/2006/relationships/customXml" Target="../ink/ink1689.xml"/><Relationship Id="rId290" Type="http://schemas.openxmlformats.org/officeDocument/2006/relationships/image" Target="../media/image1070.png"/><Relationship Id="rId304" Type="http://schemas.openxmlformats.org/officeDocument/2006/relationships/image" Target="../media/image1077.png"/><Relationship Id="rId388" Type="http://schemas.openxmlformats.org/officeDocument/2006/relationships/image" Target="../media/image1119.png"/><Relationship Id="rId511" Type="http://schemas.openxmlformats.org/officeDocument/2006/relationships/image" Target="../media/image1180.png"/><Relationship Id="rId609" Type="http://schemas.openxmlformats.org/officeDocument/2006/relationships/customXml" Target="../ink/ink1623.xml"/><Relationship Id="rId85" Type="http://schemas.openxmlformats.org/officeDocument/2006/relationships/image" Target="../media/image968.png"/><Relationship Id="rId150" Type="http://schemas.openxmlformats.org/officeDocument/2006/relationships/customXml" Target="../ink/ink1392.xml"/><Relationship Id="rId595" Type="http://schemas.openxmlformats.org/officeDocument/2006/relationships/customXml" Target="../ink/ink1616.xml"/><Relationship Id="rId248" Type="http://schemas.openxmlformats.org/officeDocument/2006/relationships/customXml" Target="../ink/ink1441.xml"/><Relationship Id="rId455" Type="http://schemas.openxmlformats.org/officeDocument/2006/relationships/image" Target="../media/image1152.png"/><Relationship Id="rId662" Type="http://schemas.openxmlformats.org/officeDocument/2006/relationships/image" Target="../media/image1255.png"/><Relationship Id="rId12" Type="http://schemas.openxmlformats.org/officeDocument/2006/relationships/image" Target="../media/image932.png"/><Relationship Id="rId108" Type="http://schemas.openxmlformats.org/officeDocument/2006/relationships/customXml" Target="../ink/ink1371.xml"/><Relationship Id="rId315" Type="http://schemas.openxmlformats.org/officeDocument/2006/relationships/customXml" Target="../ink/ink1475.xml"/><Relationship Id="rId522" Type="http://schemas.openxmlformats.org/officeDocument/2006/relationships/customXml" Target="../ink/ink1579.xml"/><Relationship Id="rId96" Type="http://schemas.openxmlformats.org/officeDocument/2006/relationships/customXml" Target="../ink/ink1365.xml"/><Relationship Id="rId161" Type="http://schemas.openxmlformats.org/officeDocument/2006/relationships/image" Target="../media/image1006.png"/><Relationship Id="rId399" Type="http://schemas.openxmlformats.org/officeDocument/2006/relationships/customXml" Target="../ink/ink1517.xml"/><Relationship Id="rId259" Type="http://schemas.openxmlformats.org/officeDocument/2006/relationships/image" Target="../media/image1055.png"/><Relationship Id="rId466" Type="http://schemas.openxmlformats.org/officeDocument/2006/relationships/customXml" Target="../ink/ink1551.xml"/><Relationship Id="rId23" Type="http://schemas.openxmlformats.org/officeDocument/2006/relationships/customXml" Target="../ink/ink1328.xml"/><Relationship Id="rId119" Type="http://schemas.openxmlformats.org/officeDocument/2006/relationships/image" Target="../media/image9850.png"/><Relationship Id="rId326" Type="http://schemas.openxmlformats.org/officeDocument/2006/relationships/image" Target="../media/image1088.png"/><Relationship Id="rId533" Type="http://schemas.openxmlformats.org/officeDocument/2006/relationships/image" Target="../media/image1191.png"/><Relationship Id="rId740" Type="http://schemas.openxmlformats.org/officeDocument/2006/relationships/image" Target="../media/image1293.png"/><Relationship Id="rId172" Type="http://schemas.openxmlformats.org/officeDocument/2006/relationships/customXml" Target="../ink/ink1403.xml"/><Relationship Id="rId477" Type="http://schemas.openxmlformats.org/officeDocument/2006/relationships/image" Target="../media/image1163.png"/><Relationship Id="rId600" Type="http://schemas.openxmlformats.org/officeDocument/2006/relationships/image" Target="../media/image1224.png"/><Relationship Id="rId684" Type="http://schemas.openxmlformats.org/officeDocument/2006/relationships/image" Target="../media/image1266.png"/><Relationship Id="rId337" Type="http://schemas.openxmlformats.org/officeDocument/2006/relationships/customXml" Target="../ink/ink1486.xml"/><Relationship Id="rId34" Type="http://schemas.openxmlformats.org/officeDocument/2006/relationships/image" Target="../media/image943.png"/><Relationship Id="rId544" Type="http://schemas.openxmlformats.org/officeDocument/2006/relationships/customXml" Target="../ink/ink1590.xml"/><Relationship Id="rId751" Type="http://schemas.openxmlformats.org/officeDocument/2006/relationships/customXml" Target="../ink/ink1690.xml"/><Relationship Id="rId183" Type="http://schemas.openxmlformats.org/officeDocument/2006/relationships/image" Target="../media/image1017.png"/><Relationship Id="rId390" Type="http://schemas.openxmlformats.org/officeDocument/2006/relationships/image" Target="../media/image1120.png"/><Relationship Id="rId404" Type="http://schemas.openxmlformats.org/officeDocument/2006/relationships/image" Target="../media/image1127.png"/><Relationship Id="rId611" Type="http://schemas.openxmlformats.org/officeDocument/2006/relationships/customXml" Target="../ink/ink1624.xml"/><Relationship Id="rId250" Type="http://schemas.openxmlformats.org/officeDocument/2006/relationships/customXml" Target="../ink/ink1442.xml"/><Relationship Id="rId488" Type="http://schemas.openxmlformats.org/officeDocument/2006/relationships/customXml" Target="../ink/ink1562.xml"/><Relationship Id="rId695" Type="http://schemas.openxmlformats.org/officeDocument/2006/relationships/customXml" Target="../ink/ink1662.xml"/><Relationship Id="rId709" Type="http://schemas.openxmlformats.org/officeDocument/2006/relationships/customXml" Target="../ink/ink1669.xml"/><Relationship Id="rId45" Type="http://schemas.openxmlformats.org/officeDocument/2006/relationships/customXml" Target="../ink/ink1339.xml"/><Relationship Id="rId110" Type="http://schemas.openxmlformats.org/officeDocument/2006/relationships/customXml" Target="../ink/ink1372.xml"/><Relationship Id="rId348" Type="http://schemas.openxmlformats.org/officeDocument/2006/relationships/image" Target="../media/image1099.png"/><Relationship Id="rId555" Type="http://schemas.openxmlformats.org/officeDocument/2006/relationships/image" Target="../media/image1202.png"/><Relationship Id="rId762" Type="http://schemas.openxmlformats.org/officeDocument/2006/relationships/image" Target="../media/image1304.png"/><Relationship Id="rId194" Type="http://schemas.openxmlformats.org/officeDocument/2006/relationships/customXml" Target="../ink/ink1414.xml"/><Relationship Id="rId208" Type="http://schemas.openxmlformats.org/officeDocument/2006/relationships/customXml" Target="../ink/ink1421.xml"/><Relationship Id="rId415" Type="http://schemas.openxmlformats.org/officeDocument/2006/relationships/customXml" Target="../ink/ink1525.xml"/><Relationship Id="rId622" Type="http://schemas.openxmlformats.org/officeDocument/2006/relationships/image" Target="../media/image1235.png"/><Relationship Id="rId261" Type="http://schemas.openxmlformats.org/officeDocument/2006/relationships/image" Target="../media/image1056.png"/><Relationship Id="rId499" Type="http://schemas.openxmlformats.org/officeDocument/2006/relationships/image" Target="../media/image1174.png"/><Relationship Id="rId56" Type="http://schemas.openxmlformats.org/officeDocument/2006/relationships/image" Target="../media/image955.png"/><Relationship Id="rId359" Type="http://schemas.openxmlformats.org/officeDocument/2006/relationships/customXml" Target="../ink/ink1497.xml"/><Relationship Id="rId566" Type="http://schemas.openxmlformats.org/officeDocument/2006/relationships/customXml" Target="../ink/ink1601.xml"/><Relationship Id="rId773" Type="http://schemas.openxmlformats.org/officeDocument/2006/relationships/customXml" Target="../ink/ink1701.xml"/><Relationship Id="rId121" Type="http://schemas.openxmlformats.org/officeDocument/2006/relationships/image" Target="../media/image9860.png"/><Relationship Id="rId219" Type="http://schemas.openxmlformats.org/officeDocument/2006/relationships/image" Target="../media/image1035.png"/><Relationship Id="rId426" Type="http://schemas.openxmlformats.org/officeDocument/2006/relationships/image" Target="../media/image1138.png"/><Relationship Id="rId633" Type="http://schemas.openxmlformats.org/officeDocument/2006/relationships/customXml" Target="../ink/ink1635.xml"/><Relationship Id="rId67" Type="http://schemas.openxmlformats.org/officeDocument/2006/relationships/customXml" Target="../ink/ink1350.xml"/><Relationship Id="rId272" Type="http://schemas.openxmlformats.org/officeDocument/2006/relationships/image" Target="../media/image1061.png"/><Relationship Id="rId577" Type="http://schemas.openxmlformats.org/officeDocument/2006/relationships/customXml" Target="../ink/ink1607.xml"/><Relationship Id="rId700" Type="http://schemas.openxmlformats.org/officeDocument/2006/relationships/image" Target="../media/image1274.png"/><Relationship Id="rId132" Type="http://schemas.openxmlformats.org/officeDocument/2006/relationships/customXml" Target="../ink/ink1383.xml"/><Relationship Id="rId784" Type="http://schemas.openxmlformats.org/officeDocument/2006/relationships/customXml" Target="../ink/ink1707.xml"/><Relationship Id="rId437" Type="http://schemas.openxmlformats.org/officeDocument/2006/relationships/customXml" Target="../ink/ink1536.xml"/><Relationship Id="rId644" Type="http://schemas.openxmlformats.org/officeDocument/2006/relationships/image" Target="../media/image1246.png"/><Relationship Id="rId283" Type="http://schemas.openxmlformats.org/officeDocument/2006/relationships/customXml" Target="../ink/ink1459.xml"/><Relationship Id="rId490" Type="http://schemas.openxmlformats.org/officeDocument/2006/relationships/customXml" Target="../ink/ink1563.xml"/><Relationship Id="rId504" Type="http://schemas.openxmlformats.org/officeDocument/2006/relationships/customXml" Target="../ink/ink1570.xml"/><Relationship Id="rId711" Type="http://schemas.openxmlformats.org/officeDocument/2006/relationships/customXml" Target="../ink/ink1670.xml"/><Relationship Id="rId78" Type="http://schemas.openxmlformats.org/officeDocument/2006/relationships/image" Target="../media/image965.png"/><Relationship Id="rId143" Type="http://schemas.openxmlformats.org/officeDocument/2006/relationships/image" Target="../media/image997.png"/><Relationship Id="rId350" Type="http://schemas.openxmlformats.org/officeDocument/2006/relationships/image" Target="../media/image1100.png"/><Relationship Id="rId588" Type="http://schemas.openxmlformats.org/officeDocument/2006/relationships/image" Target="../media/image1218.png"/><Relationship Id="rId9" Type="http://schemas.openxmlformats.org/officeDocument/2006/relationships/customXml" Target="../ink/ink1321.xml"/><Relationship Id="rId210" Type="http://schemas.openxmlformats.org/officeDocument/2006/relationships/customXml" Target="../ink/ink1422.xml"/><Relationship Id="rId448" Type="http://schemas.openxmlformats.org/officeDocument/2006/relationships/customXml" Target="../ink/ink1542.xml"/><Relationship Id="rId655" Type="http://schemas.openxmlformats.org/officeDocument/2006/relationships/customXml" Target="../ink/ink1646.xml"/><Relationship Id="rId294" Type="http://schemas.openxmlformats.org/officeDocument/2006/relationships/image" Target="../media/image1072.png"/><Relationship Id="rId308" Type="http://schemas.openxmlformats.org/officeDocument/2006/relationships/image" Target="../media/image1079.png"/><Relationship Id="rId515" Type="http://schemas.openxmlformats.org/officeDocument/2006/relationships/image" Target="../media/image1182.png"/><Relationship Id="rId722" Type="http://schemas.openxmlformats.org/officeDocument/2006/relationships/image" Target="../media/image1285.png"/><Relationship Id="rId89" Type="http://schemas.openxmlformats.org/officeDocument/2006/relationships/image" Target="../media/image970.png"/><Relationship Id="rId154" Type="http://schemas.openxmlformats.org/officeDocument/2006/relationships/customXml" Target="../ink/ink1394.xml"/><Relationship Id="rId361" Type="http://schemas.openxmlformats.org/officeDocument/2006/relationships/customXml" Target="../ink/ink1498.xml"/><Relationship Id="rId599" Type="http://schemas.openxmlformats.org/officeDocument/2006/relationships/customXml" Target="../ink/ink1618.xml"/><Relationship Id="rId459" Type="http://schemas.openxmlformats.org/officeDocument/2006/relationships/image" Target="../media/image1154.png"/><Relationship Id="rId666" Type="http://schemas.openxmlformats.org/officeDocument/2006/relationships/image" Target="../media/image1257.png"/><Relationship Id="rId16" Type="http://schemas.openxmlformats.org/officeDocument/2006/relationships/image" Target="../media/image934.png"/><Relationship Id="rId221" Type="http://schemas.openxmlformats.org/officeDocument/2006/relationships/image" Target="../media/image1036.png"/><Relationship Id="rId319" Type="http://schemas.openxmlformats.org/officeDocument/2006/relationships/customXml" Target="../ink/ink1477.xml"/><Relationship Id="rId526" Type="http://schemas.openxmlformats.org/officeDocument/2006/relationships/customXml" Target="../ink/ink1581.xml"/><Relationship Id="rId733" Type="http://schemas.openxmlformats.org/officeDocument/2006/relationships/customXml" Target="../ink/ink1681.xml"/><Relationship Id="rId165" Type="http://schemas.openxmlformats.org/officeDocument/2006/relationships/image" Target="../media/image1008.png"/><Relationship Id="rId372" Type="http://schemas.openxmlformats.org/officeDocument/2006/relationships/image" Target="../media/image1111.png"/><Relationship Id="rId232" Type="http://schemas.openxmlformats.org/officeDocument/2006/relationships/customXml" Target="../ink/ink1433.xml"/><Relationship Id="rId27" Type="http://schemas.openxmlformats.org/officeDocument/2006/relationships/customXml" Target="../ink/ink1330.xml"/><Relationship Id="rId537" Type="http://schemas.openxmlformats.org/officeDocument/2006/relationships/image" Target="../media/image1193.png"/><Relationship Id="rId744" Type="http://schemas.openxmlformats.org/officeDocument/2006/relationships/image" Target="../media/image1295.png"/><Relationship Id="rId80" Type="http://schemas.openxmlformats.org/officeDocument/2006/relationships/image" Target="../media/image966.png"/><Relationship Id="rId176" Type="http://schemas.openxmlformats.org/officeDocument/2006/relationships/customXml" Target="../ink/ink1405.xml"/><Relationship Id="rId383" Type="http://schemas.openxmlformats.org/officeDocument/2006/relationships/customXml" Target="../ink/ink1509.xml"/><Relationship Id="rId590" Type="http://schemas.openxmlformats.org/officeDocument/2006/relationships/image" Target="../media/image1219.png"/><Relationship Id="rId604" Type="http://schemas.openxmlformats.org/officeDocument/2006/relationships/image" Target="../media/image1226.png"/><Relationship Id="rId243" Type="http://schemas.openxmlformats.org/officeDocument/2006/relationships/image" Target="../media/image1047.png"/><Relationship Id="rId450" Type="http://schemas.openxmlformats.org/officeDocument/2006/relationships/customXml" Target="../ink/ink1543.xml"/><Relationship Id="rId688" Type="http://schemas.openxmlformats.org/officeDocument/2006/relationships/image" Target="../media/image1268.png"/><Relationship Id="rId38" Type="http://schemas.openxmlformats.org/officeDocument/2006/relationships/image" Target="../media/image945.png"/><Relationship Id="rId103" Type="http://schemas.openxmlformats.org/officeDocument/2006/relationships/image" Target="../media/image977.png"/><Relationship Id="rId310" Type="http://schemas.openxmlformats.org/officeDocument/2006/relationships/image" Target="../media/image1080.png"/><Relationship Id="rId548" Type="http://schemas.openxmlformats.org/officeDocument/2006/relationships/customXml" Target="../ink/ink1592.xml"/><Relationship Id="rId755" Type="http://schemas.openxmlformats.org/officeDocument/2006/relationships/customXml" Target="../ink/ink1692.xml"/><Relationship Id="rId91" Type="http://schemas.openxmlformats.org/officeDocument/2006/relationships/image" Target="../media/image971.png"/><Relationship Id="rId187" Type="http://schemas.openxmlformats.org/officeDocument/2006/relationships/image" Target="../media/image1019.png"/><Relationship Id="rId394" Type="http://schemas.openxmlformats.org/officeDocument/2006/relationships/image" Target="../media/image1122.png"/><Relationship Id="rId408" Type="http://schemas.openxmlformats.org/officeDocument/2006/relationships/image" Target="../media/image1129.png"/><Relationship Id="rId615" Type="http://schemas.openxmlformats.org/officeDocument/2006/relationships/customXml" Target="../ink/ink1626.xml"/><Relationship Id="rId254" Type="http://schemas.openxmlformats.org/officeDocument/2006/relationships/customXml" Target="../ink/ink1444.xml"/><Relationship Id="rId699" Type="http://schemas.openxmlformats.org/officeDocument/2006/relationships/customXml" Target="../ink/ink1664.xml"/><Relationship Id="rId49" Type="http://schemas.openxmlformats.org/officeDocument/2006/relationships/customXml" Target="../ink/ink1341.xml"/><Relationship Id="rId114" Type="http://schemas.openxmlformats.org/officeDocument/2006/relationships/customXml" Target="../ink/ink1374.xml"/><Relationship Id="rId461" Type="http://schemas.openxmlformats.org/officeDocument/2006/relationships/image" Target="../media/image1155.png"/><Relationship Id="rId559" Type="http://schemas.openxmlformats.org/officeDocument/2006/relationships/image" Target="../media/image1204.png"/><Relationship Id="rId766" Type="http://schemas.openxmlformats.org/officeDocument/2006/relationships/image" Target="../media/image1306.png"/><Relationship Id="rId198" Type="http://schemas.openxmlformats.org/officeDocument/2006/relationships/customXml" Target="../ink/ink1416.xml"/><Relationship Id="rId321" Type="http://schemas.openxmlformats.org/officeDocument/2006/relationships/customXml" Target="../ink/ink1478.xml"/><Relationship Id="rId419" Type="http://schemas.openxmlformats.org/officeDocument/2006/relationships/customXml" Target="../ink/ink1527.xml"/><Relationship Id="rId626" Type="http://schemas.openxmlformats.org/officeDocument/2006/relationships/image" Target="../media/image1237.png"/><Relationship Id="rId265" Type="http://schemas.openxmlformats.org/officeDocument/2006/relationships/image" Target="../media/image1058.png"/><Relationship Id="rId472" Type="http://schemas.openxmlformats.org/officeDocument/2006/relationships/customXml" Target="../ink/ink1554.xml"/><Relationship Id="rId125" Type="http://schemas.openxmlformats.org/officeDocument/2006/relationships/image" Target="../media/image9880.png"/><Relationship Id="rId332" Type="http://schemas.openxmlformats.org/officeDocument/2006/relationships/image" Target="../media/image1091.png"/><Relationship Id="rId777" Type="http://schemas.openxmlformats.org/officeDocument/2006/relationships/customXml" Target="../ink/ink1703.xml"/><Relationship Id="rId637" Type="http://schemas.openxmlformats.org/officeDocument/2006/relationships/customXml" Target="../ink/ink1637.xml"/><Relationship Id="rId276" Type="http://schemas.openxmlformats.org/officeDocument/2006/relationships/image" Target="../media/image1063.png"/><Relationship Id="rId483" Type="http://schemas.openxmlformats.org/officeDocument/2006/relationships/image" Target="../media/image1166.png"/><Relationship Id="rId690" Type="http://schemas.openxmlformats.org/officeDocument/2006/relationships/image" Target="../media/image1269.png"/><Relationship Id="rId704" Type="http://schemas.openxmlformats.org/officeDocument/2006/relationships/image" Target="../media/image1276.png"/><Relationship Id="rId40" Type="http://schemas.openxmlformats.org/officeDocument/2006/relationships/image" Target="../media/image946.png"/><Relationship Id="rId136" Type="http://schemas.openxmlformats.org/officeDocument/2006/relationships/customXml" Target="../ink/ink1385.xml"/><Relationship Id="rId343" Type="http://schemas.openxmlformats.org/officeDocument/2006/relationships/customXml" Target="../ink/ink1489.xml"/><Relationship Id="rId550" Type="http://schemas.openxmlformats.org/officeDocument/2006/relationships/customXml" Target="../ink/ink1593.xml"/><Relationship Id="rId788" Type="http://schemas.openxmlformats.org/officeDocument/2006/relationships/customXml" Target="../ink/ink1709.xml"/><Relationship Id="rId203" Type="http://schemas.openxmlformats.org/officeDocument/2006/relationships/image" Target="../media/image1027.png"/><Relationship Id="rId648" Type="http://schemas.openxmlformats.org/officeDocument/2006/relationships/image" Target="../media/image1248.png"/><Relationship Id="rId287" Type="http://schemas.openxmlformats.org/officeDocument/2006/relationships/customXml" Target="../ink/ink1461.xml"/><Relationship Id="rId410" Type="http://schemas.openxmlformats.org/officeDocument/2006/relationships/image" Target="../media/image1130.png"/><Relationship Id="rId494" Type="http://schemas.openxmlformats.org/officeDocument/2006/relationships/customXml" Target="../ink/ink1565.xml"/><Relationship Id="rId508" Type="http://schemas.openxmlformats.org/officeDocument/2006/relationships/customXml" Target="../ink/ink1572.xml"/><Relationship Id="rId715" Type="http://schemas.openxmlformats.org/officeDocument/2006/relationships/customXml" Target="../ink/ink1672.xml"/><Relationship Id="rId147" Type="http://schemas.openxmlformats.org/officeDocument/2006/relationships/image" Target="../media/image999.png"/><Relationship Id="rId354" Type="http://schemas.openxmlformats.org/officeDocument/2006/relationships/image" Target="../media/image1102.png"/><Relationship Id="rId51" Type="http://schemas.openxmlformats.org/officeDocument/2006/relationships/customXml" Target="../ink/ink1342.xml"/><Relationship Id="rId561" Type="http://schemas.openxmlformats.org/officeDocument/2006/relationships/image" Target="../media/image1205.png"/><Relationship Id="rId659" Type="http://schemas.openxmlformats.org/officeDocument/2006/relationships/customXml" Target="../ink/ink1648.xml"/><Relationship Id="rId214" Type="http://schemas.openxmlformats.org/officeDocument/2006/relationships/customXml" Target="../ink/ink1424.xml"/><Relationship Id="rId298" Type="http://schemas.openxmlformats.org/officeDocument/2006/relationships/image" Target="../media/image1074.png"/><Relationship Id="rId421" Type="http://schemas.openxmlformats.org/officeDocument/2006/relationships/customXml" Target="../ink/ink1528.xml"/><Relationship Id="rId519" Type="http://schemas.openxmlformats.org/officeDocument/2006/relationships/image" Target="../media/image1184.png"/><Relationship Id="rId158" Type="http://schemas.openxmlformats.org/officeDocument/2006/relationships/customXml" Target="../ink/ink1396.xml"/><Relationship Id="rId726" Type="http://schemas.openxmlformats.org/officeDocument/2006/relationships/image" Target="../media/image1286.png"/><Relationship Id="rId62" Type="http://schemas.openxmlformats.org/officeDocument/2006/relationships/image" Target="../media/image958.png"/><Relationship Id="rId365" Type="http://schemas.openxmlformats.org/officeDocument/2006/relationships/customXml" Target="../ink/ink1500.xml"/><Relationship Id="rId572" Type="http://schemas.openxmlformats.org/officeDocument/2006/relationships/customXml" Target="../ink/ink1604.xml"/><Relationship Id="rId225" Type="http://schemas.openxmlformats.org/officeDocument/2006/relationships/image" Target="../media/image1038.png"/><Relationship Id="rId432" Type="http://schemas.openxmlformats.org/officeDocument/2006/relationships/image" Target="../media/image1141.png"/><Relationship Id="rId737" Type="http://schemas.openxmlformats.org/officeDocument/2006/relationships/customXml" Target="../ink/ink1683.xml"/><Relationship Id="rId73" Type="http://schemas.openxmlformats.org/officeDocument/2006/relationships/customXml" Target="../ink/ink1353.xml"/><Relationship Id="rId169" Type="http://schemas.openxmlformats.org/officeDocument/2006/relationships/image" Target="../media/image1010.png"/><Relationship Id="rId376" Type="http://schemas.openxmlformats.org/officeDocument/2006/relationships/image" Target="../media/image1113.png"/><Relationship Id="rId583" Type="http://schemas.openxmlformats.org/officeDocument/2006/relationships/customXml" Target="../ink/ink1610.xml"/><Relationship Id="rId4" Type="http://schemas.openxmlformats.org/officeDocument/2006/relationships/image" Target="../media/image5913.png"/><Relationship Id="rId236" Type="http://schemas.openxmlformats.org/officeDocument/2006/relationships/customXml" Target="../ink/ink1435.xml"/><Relationship Id="rId443" Type="http://schemas.openxmlformats.org/officeDocument/2006/relationships/image" Target="../media/image1146.png"/><Relationship Id="rId650" Type="http://schemas.openxmlformats.org/officeDocument/2006/relationships/image" Target="../media/image1249.png"/><Relationship Id="rId303" Type="http://schemas.openxmlformats.org/officeDocument/2006/relationships/customXml" Target="../ink/ink1469.xml"/><Relationship Id="rId748" Type="http://schemas.openxmlformats.org/officeDocument/2006/relationships/image" Target="../media/image1297.png"/><Relationship Id="rId84" Type="http://schemas.openxmlformats.org/officeDocument/2006/relationships/customXml" Target="../ink/ink1359.xml"/><Relationship Id="rId387" Type="http://schemas.openxmlformats.org/officeDocument/2006/relationships/customXml" Target="../ink/ink1511.xml"/><Relationship Id="rId510" Type="http://schemas.openxmlformats.org/officeDocument/2006/relationships/customXml" Target="../ink/ink1573.xml"/><Relationship Id="rId594" Type="http://schemas.openxmlformats.org/officeDocument/2006/relationships/image" Target="../media/image1221.png"/><Relationship Id="rId608" Type="http://schemas.openxmlformats.org/officeDocument/2006/relationships/image" Target="../media/image1228.png"/><Relationship Id="rId247" Type="http://schemas.openxmlformats.org/officeDocument/2006/relationships/image" Target="../media/image1049.png"/><Relationship Id="rId107" Type="http://schemas.openxmlformats.org/officeDocument/2006/relationships/image" Target="../media/image979.png"/><Relationship Id="rId454" Type="http://schemas.openxmlformats.org/officeDocument/2006/relationships/customXml" Target="../ink/ink1545.xml"/><Relationship Id="rId661" Type="http://schemas.openxmlformats.org/officeDocument/2006/relationships/customXml" Target="../ink/ink1649.xml"/><Relationship Id="rId759" Type="http://schemas.openxmlformats.org/officeDocument/2006/relationships/customXml" Target="../ink/ink1694.xml"/></Relationships>
</file>

<file path=ppt/slides/_rels/slide70.xml.rels><?xml version="1.0" encoding="UTF-8" standalone="yes"?>
<Relationships xmlns="http://schemas.openxmlformats.org/package/2006/relationships"><Relationship Id="rId3" Type="http://schemas.openxmlformats.org/officeDocument/2006/relationships/image" Target="../media/image166.jpeg"/><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8" Type="http://schemas.openxmlformats.org/officeDocument/2006/relationships/image" Target="../media/image1770.png"/><Relationship Id="rId13" Type="http://schemas.openxmlformats.org/officeDocument/2006/relationships/image" Target="../media/image2110.png"/><Relationship Id="rId3" Type="http://schemas.openxmlformats.org/officeDocument/2006/relationships/image" Target="../media/image1730.png"/><Relationship Id="rId7" Type="http://schemas.openxmlformats.org/officeDocument/2006/relationships/image" Target="../media/image1760.png"/><Relationship Id="rId12" Type="http://schemas.openxmlformats.org/officeDocument/2006/relationships/image" Target="../media/image2090.png"/><Relationship Id="rId2" Type="http://schemas.openxmlformats.org/officeDocument/2006/relationships/notesSlide" Target="../notesSlides/notesSlide39.xml"/><Relationship Id="rId1" Type="http://schemas.openxmlformats.org/officeDocument/2006/relationships/slideLayout" Target="../slideLayouts/slideLayout6.xml"/><Relationship Id="rId6" Type="http://schemas.openxmlformats.org/officeDocument/2006/relationships/image" Target="../media/image166.jpeg"/><Relationship Id="rId11" Type="http://schemas.openxmlformats.org/officeDocument/2006/relationships/image" Target="../media/image2080.png"/><Relationship Id="rId5" Type="http://schemas.openxmlformats.org/officeDocument/2006/relationships/image" Target="../media/image1750.png"/><Relationship Id="rId10" Type="http://schemas.openxmlformats.org/officeDocument/2006/relationships/image" Target="../media/image2060.png"/><Relationship Id="rId4" Type="http://schemas.openxmlformats.org/officeDocument/2006/relationships/image" Target="../media/image1740.png"/><Relationship Id="rId9" Type="http://schemas.openxmlformats.org/officeDocument/2006/relationships/image" Target="../media/image2050.png"/><Relationship Id="rId14" Type="http://schemas.openxmlformats.org/officeDocument/2006/relationships/image" Target="../media/image2120.png"/></Relationships>
</file>

<file path=ppt/slides/_rels/slide72.xml.rels><?xml version="1.0" encoding="UTF-8" standalone="yes"?>
<Relationships xmlns="http://schemas.openxmlformats.org/package/2006/relationships"><Relationship Id="rId8" Type="http://schemas.openxmlformats.org/officeDocument/2006/relationships/image" Target="../media/image2160.png"/><Relationship Id="rId3" Type="http://schemas.openxmlformats.org/officeDocument/2006/relationships/image" Target="../media/image2280.png"/><Relationship Id="rId7" Type="http://schemas.openxmlformats.org/officeDocument/2006/relationships/image" Target="../media/image2150.png"/><Relationship Id="rId12" Type="http://schemas.openxmlformats.org/officeDocument/2006/relationships/image" Target="../media/image5190.png"/><Relationship Id="rId2" Type="http://schemas.openxmlformats.org/officeDocument/2006/relationships/notesSlide" Target="../notesSlides/notesSlide40.xml"/><Relationship Id="rId1" Type="http://schemas.openxmlformats.org/officeDocument/2006/relationships/slideLayout" Target="../slideLayouts/slideLayout6.xml"/><Relationship Id="rId6" Type="http://schemas.openxmlformats.org/officeDocument/2006/relationships/image" Target="../media/image2140.png"/><Relationship Id="rId11" Type="http://schemas.openxmlformats.org/officeDocument/2006/relationships/image" Target="../media/image5180.png"/><Relationship Id="rId5" Type="http://schemas.openxmlformats.org/officeDocument/2006/relationships/image" Target="../media/image2130.png"/><Relationship Id="rId10" Type="http://schemas.openxmlformats.org/officeDocument/2006/relationships/image" Target="../media/image2260.png"/><Relationship Id="rId4" Type="http://schemas.openxmlformats.org/officeDocument/2006/relationships/image" Target="../media/image3390.png"/><Relationship Id="rId9" Type="http://schemas.openxmlformats.org/officeDocument/2006/relationships/image" Target="../media/image2240.png"/></Relationships>
</file>

<file path=ppt/slides/_rels/slide73.xml.rels><?xml version="1.0" encoding="UTF-8" standalone="yes"?>
<Relationships xmlns="http://schemas.openxmlformats.org/package/2006/relationships"><Relationship Id="rId117" Type="http://schemas.openxmlformats.org/officeDocument/2006/relationships/image" Target="../media/image6450.png"/><Relationship Id="rId299" Type="http://schemas.openxmlformats.org/officeDocument/2006/relationships/image" Target="../media/image7460.png"/><Relationship Id="rId21" Type="http://schemas.openxmlformats.org/officeDocument/2006/relationships/image" Target="../media/image5930.png"/><Relationship Id="rId63" Type="http://schemas.openxmlformats.org/officeDocument/2006/relationships/image" Target="../media/image6150.png"/><Relationship Id="rId159" Type="http://schemas.openxmlformats.org/officeDocument/2006/relationships/image" Target="../media/image6680.png"/><Relationship Id="rId324" Type="http://schemas.openxmlformats.org/officeDocument/2006/relationships/customXml" Target="../ink/ink1867.xml"/><Relationship Id="rId366" Type="http://schemas.openxmlformats.org/officeDocument/2006/relationships/customXml" Target="../ink/ink1888.xml"/><Relationship Id="rId170" Type="http://schemas.openxmlformats.org/officeDocument/2006/relationships/customXml" Target="../ink/ink1792.xml"/><Relationship Id="rId226" Type="http://schemas.openxmlformats.org/officeDocument/2006/relationships/customXml" Target="../ink/ink1819.xml"/><Relationship Id="rId268" Type="http://schemas.openxmlformats.org/officeDocument/2006/relationships/customXml" Target="../ink/ink1839.xml"/><Relationship Id="rId32" Type="http://schemas.openxmlformats.org/officeDocument/2006/relationships/customXml" Target="../ink/ink1723.xml"/><Relationship Id="rId74" Type="http://schemas.openxmlformats.org/officeDocument/2006/relationships/customXml" Target="../ink/ink1744.xml"/><Relationship Id="rId128" Type="http://schemas.openxmlformats.org/officeDocument/2006/relationships/customXml" Target="../ink/ink1771.xml"/><Relationship Id="rId335" Type="http://schemas.openxmlformats.org/officeDocument/2006/relationships/image" Target="../media/image7650.png"/><Relationship Id="rId377" Type="http://schemas.openxmlformats.org/officeDocument/2006/relationships/image" Target="../media/image7880.png"/><Relationship Id="rId181" Type="http://schemas.openxmlformats.org/officeDocument/2006/relationships/image" Target="../media/image6810.png"/><Relationship Id="rId237" Type="http://schemas.openxmlformats.org/officeDocument/2006/relationships/image" Target="../media/image7120.png"/><Relationship Id="rId402" Type="http://schemas.openxmlformats.org/officeDocument/2006/relationships/image" Target="../media/image167.png"/><Relationship Id="rId279" Type="http://schemas.openxmlformats.org/officeDocument/2006/relationships/image" Target="../media/image7350.png"/><Relationship Id="rId43" Type="http://schemas.openxmlformats.org/officeDocument/2006/relationships/image" Target="../media/image6050.png"/><Relationship Id="rId139" Type="http://schemas.openxmlformats.org/officeDocument/2006/relationships/image" Target="../media/image6571.png"/><Relationship Id="rId290" Type="http://schemas.openxmlformats.org/officeDocument/2006/relationships/customXml" Target="../ink/ink1850.xml"/><Relationship Id="rId304" Type="http://schemas.openxmlformats.org/officeDocument/2006/relationships/customXml" Target="../ink/ink1857.xml"/><Relationship Id="rId346" Type="http://schemas.openxmlformats.org/officeDocument/2006/relationships/customXml" Target="../ink/ink1878.xml"/><Relationship Id="rId388" Type="http://schemas.openxmlformats.org/officeDocument/2006/relationships/customXml" Target="../ink/ink1899.xml"/><Relationship Id="rId85" Type="http://schemas.openxmlformats.org/officeDocument/2006/relationships/image" Target="../media/image6270.png"/><Relationship Id="rId150" Type="http://schemas.openxmlformats.org/officeDocument/2006/relationships/customXml" Target="../ink/ink1782.xml"/><Relationship Id="rId192" Type="http://schemas.openxmlformats.org/officeDocument/2006/relationships/customXml" Target="../ink/ink1803.xml"/><Relationship Id="rId206" Type="http://schemas.openxmlformats.org/officeDocument/2006/relationships/customXml" Target="../ink/ink1810.xml"/><Relationship Id="rId248" Type="http://schemas.openxmlformats.org/officeDocument/2006/relationships/customXml" Target="../ink/ink1829.xml"/><Relationship Id="rId12" Type="http://schemas.openxmlformats.org/officeDocument/2006/relationships/customXml" Target="../ink/ink1713.xml"/><Relationship Id="rId108" Type="http://schemas.openxmlformats.org/officeDocument/2006/relationships/customXml" Target="../ink/ink1761.xml"/><Relationship Id="rId315" Type="http://schemas.openxmlformats.org/officeDocument/2006/relationships/image" Target="../media/image7550.png"/><Relationship Id="rId357" Type="http://schemas.openxmlformats.org/officeDocument/2006/relationships/image" Target="../media/image7770.png"/><Relationship Id="rId54" Type="http://schemas.openxmlformats.org/officeDocument/2006/relationships/customXml" Target="../ink/ink1734.xml"/><Relationship Id="rId96" Type="http://schemas.openxmlformats.org/officeDocument/2006/relationships/customXml" Target="../ink/ink1755.xml"/><Relationship Id="rId161" Type="http://schemas.openxmlformats.org/officeDocument/2006/relationships/image" Target="../media/image6690.png"/><Relationship Id="rId217" Type="http://schemas.openxmlformats.org/officeDocument/2006/relationships/image" Target="../media/image7010.png"/><Relationship Id="rId399" Type="http://schemas.openxmlformats.org/officeDocument/2006/relationships/image" Target="../media/image7990.png"/><Relationship Id="rId259" Type="http://schemas.openxmlformats.org/officeDocument/2006/relationships/image" Target="../media/image7240.png"/><Relationship Id="rId23" Type="http://schemas.openxmlformats.org/officeDocument/2006/relationships/image" Target="../media/image5940.png"/><Relationship Id="rId119" Type="http://schemas.openxmlformats.org/officeDocument/2006/relationships/image" Target="../media/image6460.png"/><Relationship Id="rId270" Type="http://schemas.openxmlformats.org/officeDocument/2006/relationships/customXml" Target="../ink/ink1840.xml"/><Relationship Id="rId326" Type="http://schemas.openxmlformats.org/officeDocument/2006/relationships/customXml" Target="../ink/ink1868.xml"/><Relationship Id="rId65" Type="http://schemas.openxmlformats.org/officeDocument/2006/relationships/image" Target="../media/image6160.png"/><Relationship Id="rId130" Type="http://schemas.openxmlformats.org/officeDocument/2006/relationships/customXml" Target="../ink/ink1772.xml"/><Relationship Id="rId368" Type="http://schemas.openxmlformats.org/officeDocument/2006/relationships/customXml" Target="../ink/ink1889.xml"/><Relationship Id="rId172" Type="http://schemas.openxmlformats.org/officeDocument/2006/relationships/customXml" Target="../ink/ink1793.xml"/><Relationship Id="rId228" Type="http://schemas.openxmlformats.org/officeDocument/2006/relationships/customXml" Target="../ink/ink1820.xml"/><Relationship Id="rId281" Type="http://schemas.openxmlformats.org/officeDocument/2006/relationships/image" Target="../media/image7360.png"/><Relationship Id="rId337" Type="http://schemas.openxmlformats.org/officeDocument/2006/relationships/image" Target="../media/image7660.png"/><Relationship Id="rId34" Type="http://schemas.openxmlformats.org/officeDocument/2006/relationships/customXml" Target="../ink/ink1724.xml"/><Relationship Id="rId76" Type="http://schemas.openxmlformats.org/officeDocument/2006/relationships/customXml" Target="../ink/ink1745.xml"/><Relationship Id="rId141" Type="http://schemas.openxmlformats.org/officeDocument/2006/relationships/image" Target="../media/image6581.png"/><Relationship Id="rId379" Type="http://schemas.openxmlformats.org/officeDocument/2006/relationships/image" Target="../media/image7890.png"/><Relationship Id="rId7" Type="http://schemas.openxmlformats.org/officeDocument/2006/relationships/image" Target="../media/image58600.png"/><Relationship Id="rId183" Type="http://schemas.openxmlformats.org/officeDocument/2006/relationships/image" Target="../media/image6820.png"/><Relationship Id="rId239" Type="http://schemas.openxmlformats.org/officeDocument/2006/relationships/image" Target="../media/image7130.png"/><Relationship Id="rId390" Type="http://schemas.openxmlformats.org/officeDocument/2006/relationships/customXml" Target="../ink/ink1900.xml"/><Relationship Id="rId404" Type="http://schemas.openxmlformats.org/officeDocument/2006/relationships/image" Target="../media/image1322.png"/><Relationship Id="rId250" Type="http://schemas.openxmlformats.org/officeDocument/2006/relationships/customXml" Target="../ink/ink1830.xml"/><Relationship Id="rId292" Type="http://schemas.openxmlformats.org/officeDocument/2006/relationships/customXml" Target="../ink/ink1851.xml"/><Relationship Id="rId306" Type="http://schemas.openxmlformats.org/officeDocument/2006/relationships/customXml" Target="../ink/ink1858.xml"/><Relationship Id="rId45" Type="http://schemas.openxmlformats.org/officeDocument/2006/relationships/image" Target="../media/image6060.png"/><Relationship Id="rId87" Type="http://schemas.openxmlformats.org/officeDocument/2006/relationships/image" Target="../media/image6280.png"/><Relationship Id="rId110" Type="http://schemas.openxmlformats.org/officeDocument/2006/relationships/customXml" Target="../ink/ink1762.xml"/><Relationship Id="rId348" Type="http://schemas.openxmlformats.org/officeDocument/2006/relationships/customXml" Target="../ink/ink1879.xml"/><Relationship Id="rId152" Type="http://schemas.openxmlformats.org/officeDocument/2006/relationships/customXml" Target="../ink/ink1783.xml"/><Relationship Id="rId194" Type="http://schemas.openxmlformats.org/officeDocument/2006/relationships/customXml" Target="../ink/ink1804.xml"/><Relationship Id="rId208" Type="http://schemas.openxmlformats.org/officeDocument/2006/relationships/customXml" Target="../ink/ink1811.xml"/><Relationship Id="rId261" Type="http://schemas.openxmlformats.org/officeDocument/2006/relationships/image" Target="../media/image7250.png"/><Relationship Id="rId14" Type="http://schemas.openxmlformats.org/officeDocument/2006/relationships/customXml" Target="../ink/ink1714.xml"/><Relationship Id="rId56" Type="http://schemas.openxmlformats.org/officeDocument/2006/relationships/customXml" Target="../ink/ink1735.xml"/><Relationship Id="rId317" Type="http://schemas.openxmlformats.org/officeDocument/2006/relationships/image" Target="../media/image7560.png"/><Relationship Id="rId359" Type="http://schemas.openxmlformats.org/officeDocument/2006/relationships/image" Target="../media/image7780.png"/><Relationship Id="rId98" Type="http://schemas.openxmlformats.org/officeDocument/2006/relationships/customXml" Target="../ink/ink1756.xml"/><Relationship Id="rId121" Type="http://schemas.openxmlformats.org/officeDocument/2006/relationships/image" Target="../media/image6471.png"/><Relationship Id="rId163" Type="http://schemas.openxmlformats.org/officeDocument/2006/relationships/image" Target="../media/image6710.png"/><Relationship Id="rId219" Type="http://schemas.openxmlformats.org/officeDocument/2006/relationships/image" Target="../media/image7020.png"/><Relationship Id="rId370" Type="http://schemas.openxmlformats.org/officeDocument/2006/relationships/customXml" Target="../ink/ink1890.xml"/><Relationship Id="rId230" Type="http://schemas.openxmlformats.org/officeDocument/2006/relationships/customXml" Target="../ink/ink1821.xml"/><Relationship Id="rId25" Type="http://schemas.openxmlformats.org/officeDocument/2006/relationships/image" Target="../media/image5950.png"/><Relationship Id="rId67" Type="http://schemas.openxmlformats.org/officeDocument/2006/relationships/image" Target="../media/image6170.png"/><Relationship Id="rId272" Type="http://schemas.openxmlformats.org/officeDocument/2006/relationships/customXml" Target="../ink/ink1841.xml"/><Relationship Id="rId328" Type="http://schemas.openxmlformats.org/officeDocument/2006/relationships/customXml" Target="../ink/ink1869.xml"/><Relationship Id="rId132" Type="http://schemas.openxmlformats.org/officeDocument/2006/relationships/customXml" Target="../ink/ink1773.xml"/><Relationship Id="rId174" Type="http://schemas.openxmlformats.org/officeDocument/2006/relationships/customXml" Target="../ink/ink1794.xml"/><Relationship Id="rId381" Type="http://schemas.openxmlformats.org/officeDocument/2006/relationships/image" Target="../media/image7900.png"/><Relationship Id="rId241" Type="http://schemas.openxmlformats.org/officeDocument/2006/relationships/image" Target="../media/image7140.png"/><Relationship Id="rId36" Type="http://schemas.openxmlformats.org/officeDocument/2006/relationships/customXml" Target="../ink/ink1725.xml"/><Relationship Id="rId283" Type="http://schemas.openxmlformats.org/officeDocument/2006/relationships/image" Target="../media/image7370.png"/><Relationship Id="rId339" Type="http://schemas.openxmlformats.org/officeDocument/2006/relationships/image" Target="../media/image7670.png"/><Relationship Id="rId78" Type="http://schemas.openxmlformats.org/officeDocument/2006/relationships/customXml" Target="../ink/ink1746.xml"/><Relationship Id="rId101" Type="http://schemas.openxmlformats.org/officeDocument/2006/relationships/image" Target="../media/image6360.png"/><Relationship Id="rId143" Type="http://schemas.openxmlformats.org/officeDocument/2006/relationships/image" Target="../media/image6591.png"/><Relationship Id="rId185" Type="http://schemas.openxmlformats.org/officeDocument/2006/relationships/image" Target="../media/image6830.png"/><Relationship Id="rId350" Type="http://schemas.openxmlformats.org/officeDocument/2006/relationships/customXml" Target="../ink/ink1880.xml"/><Relationship Id="rId406" Type="http://schemas.openxmlformats.org/officeDocument/2006/relationships/image" Target="../media/image1323.png"/><Relationship Id="rId9" Type="http://schemas.openxmlformats.org/officeDocument/2006/relationships/image" Target="../media/image58700.png"/><Relationship Id="rId210" Type="http://schemas.openxmlformats.org/officeDocument/2006/relationships/customXml" Target="../ink/ink1812.xml"/><Relationship Id="rId392" Type="http://schemas.openxmlformats.org/officeDocument/2006/relationships/customXml" Target="../ink/ink1901.xml"/><Relationship Id="rId252" Type="http://schemas.openxmlformats.org/officeDocument/2006/relationships/customXml" Target="../ink/ink1831.xml"/><Relationship Id="rId294" Type="http://schemas.openxmlformats.org/officeDocument/2006/relationships/customXml" Target="../ink/ink1852.xml"/><Relationship Id="rId308" Type="http://schemas.openxmlformats.org/officeDocument/2006/relationships/customXml" Target="../ink/ink1859.xml"/><Relationship Id="rId47" Type="http://schemas.openxmlformats.org/officeDocument/2006/relationships/image" Target="../media/image6070.png"/><Relationship Id="rId89" Type="http://schemas.openxmlformats.org/officeDocument/2006/relationships/image" Target="../media/image6290.png"/><Relationship Id="rId112" Type="http://schemas.openxmlformats.org/officeDocument/2006/relationships/customXml" Target="../ink/ink1763.xml"/><Relationship Id="rId154" Type="http://schemas.openxmlformats.org/officeDocument/2006/relationships/customXml" Target="../ink/ink1784.xml"/><Relationship Id="rId361" Type="http://schemas.openxmlformats.org/officeDocument/2006/relationships/image" Target="../media/image7790.png"/><Relationship Id="rId196" Type="http://schemas.openxmlformats.org/officeDocument/2006/relationships/customXml" Target="../ink/ink1805.xml"/><Relationship Id="rId16" Type="http://schemas.openxmlformats.org/officeDocument/2006/relationships/customXml" Target="../ink/ink1715.xml"/><Relationship Id="rId221" Type="http://schemas.openxmlformats.org/officeDocument/2006/relationships/image" Target="../media/image1320.png"/><Relationship Id="rId263" Type="http://schemas.openxmlformats.org/officeDocument/2006/relationships/image" Target="../media/image7260.png"/><Relationship Id="rId319" Type="http://schemas.openxmlformats.org/officeDocument/2006/relationships/image" Target="../media/image7570.png"/><Relationship Id="rId37" Type="http://schemas.openxmlformats.org/officeDocument/2006/relationships/image" Target="../media/image6020.png"/><Relationship Id="rId58" Type="http://schemas.openxmlformats.org/officeDocument/2006/relationships/customXml" Target="../ink/ink1736.xml"/><Relationship Id="rId79" Type="http://schemas.openxmlformats.org/officeDocument/2006/relationships/image" Target="../media/image6240.png"/><Relationship Id="rId102" Type="http://schemas.openxmlformats.org/officeDocument/2006/relationships/customXml" Target="../ink/ink1758.xml"/><Relationship Id="rId123" Type="http://schemas.openxmlformats.org/officeDocument/2006/relationships/image" Target="../media/image6481.png"/><Relationship Id="rId144" Type="http://schemas.openxmlformats.org/officeDocument/2006/relationships/customXml" Target="../ink/ink1779.xml"/><Relationship Id="rId330" Type="http://schemas.openxmlformats.org/officeDocument/2006/relationships/customXml" Target="../ink/ink1870.xml"/><Relationship Id="rId90" Type="http://schemas.openxmlformats.org/officeDocument/2006/relationships/customXml" Target="../ink/ink1752.xml"/><Relationship Id="rId165" Type="http://schemas.openxmlformats.org/officeDocument/2006/relationships/image" Target="../media/image6720.png"/><Relationship Id="rId186" Type="http://schemas.openxmlformats.org/officeDocument/2006/relationships/customXml" Target="../ink/ink1800.xml"/><Relationship Id="rId351" Type="http://schemas.openxmlformats.org/officeDocument/2006/relationships/image" Target="../media/image7740.png"/><Relationship Id="rId372" Type="http://schemas.openxmlformats.org/officeDocument/2006/relationships/customXml" Target="../ink/ink1891.xml"/><Relationship Id="rId393" Type="http://schemas.openxmlformats.org/officeDocument/2006/relationships/image" Target="../media/image7960.png"/><Relationship Id="rId211" Type="http://schemas.openxmlformats.org/officeDocument/2006/relationships/image" Target="../media/image6970.png"/><Relationship Id="rId232" Type="http://schemas.openxmlformats.org/officeDocument/2006/relationships/customXml" Target="../ink/ink1822.xml"/><Relationship Id="rId253" Type="http://schemas.openxmlformats.org/officeDocument/2006/relationships/image" Target="../media/image7210.png"/><Relationship Id="rId274" Type="http://schemas.openxmlformats.org/officeDocument/2006/relationships/customXml" Target="../ink/ink1842.xml"/><Relationship Id="rId295" Type="http://schemas.openxmlformats.org/officeDocument/2006/relationships/image" Target="../media/image7440.png"/><Relationship Id="rId309" Type="http://schemas.openxmlformats.org/officeDocument/2006/relationships/image" Target="../media/image7520.png"/><Relationship Id="rId27" Type="http://schemas.openxmlformats.org/officeDocument/2006/relationships/image" Target="../media/image5960.png"/><Relationship Id="rId48" Type="http://schemas.openxmlformats.org/officeDocument/2006/relationships/customXml" Target="../ink/ink1731.xml"/><Relationship Id="rId69" Type="http://schemas.openxmlformats.org/officeDocument/2006/relationships/image" Target="../media/image6180.png"/><Relationship Id="rId113" Type="http://schemas.openxmlformats.org/officeDocument/2006/relationships/image" Target="../media/image6430.png"/><Relationship Id="rId134" Type="http://schemas.openxmlformats.org/officeDocument/2006/relationships/customXml" Target="../ink/ink1774.xml"/><Relationship Id="rId320" Type="http://schemas.openxmlformats.org/officeDocument/2006/relationships/customXml" Target="../ink/ink1865.xml"/><Relationship Id="rId80" Type="http://schemas.openxmlformats.org/officeDocument/2006/relationships/customXml" Target="../ink/ink1747.xml"/><Relationship Id="rId155" Type="http://schemas.openxmlformats.org/officeDocument/2006/relationships/image" Target="../media/image6660.png"/><Relationship Id="rId176" Type="http://schemas.openxmlformats.org/officeDocument/2006/relationships/customXml" Target="../ink/ink1795.xml"/><Relationship Id="rId197" Type="http://schemas.openxmlformats.org/officeDocument/2006/relationships/image" Target="../media/image6890.png"/><Relationship Id="rId341" Type="http://schemas.openxmlformats.org/officeDocument/2006/relationships/image" Target="../media/image7680.png"/><Relationship Id="rId362" Type="http://schemas.openxmlformats.org/officeDocument/2006/relationships/customXml" Target="../ink/ink1886.xml"/><Relationship Id="rId383" Type="http://schemas.openxmlformats.org/officeDocument/2006/relationships/image" Target="../media/image7910.png"/><Relationship Id="rId201" Type="http://schemas.openxmlformats.org/officeDocument/2006/relationships/image" Target="../media/image6920.png"/><Relationship Id="rId222" Type="http://schemas.openxmlformats.org/officeDocument/2006/relationships/customXml" Target="../ink/ink1818.xml"/><Relationship Id="rId264" Type="http://schemas.openxmlformats.org/officeDocument/2006/relationships/customXml" Target="../ink/ink1837.xml"/><Relationship Id="rId285" Type="http://schemas.openxmlformats.org/officeDocument/2006/relationships/image" Target="../media/image7380.png"/><Relationship Id="rId17" Type="http://schemas.openxmlformats.org/officeDocument/2006/relationships/image" Target="../media/image5910.png"/><Relationship Id="rId38" Type="http://schemas.openxmlformats.org/officeDocument/2006/relationships/customXml" Target="../ink/ink1726.xml"/><Relationship Id="rId59" Type="http://schemas.openxmlformats.org/officeDocument/2006/relationships/image" Target="../media/image6130.png"/><Relationship Id="rId103" Type="http://schemas.openxmlformats.org/officeDocument/2006/relationships/image" Target="../media/image6370.png"/><Relationship Id="rId124" Type="http://schemas.openxmlformats.org/officeDocument/2006/relationships/customXml" Target="../ink/ink1769.xml"/><Relationship Id="rId310" Type="http://schemas.openxmlformats.org/officeDocument/2006/relationships/customXml" Target="../ink/ink1860.xml"/><Relationship Id="rId70" Type="http://schemas.openxmlformats.org/officeDocument/2006/relationships/customXml" Target="../ink/ink1742.xml"/><Relationship Id="rId91" Type="http://schemas.openxmlformats.org/officeDocument/2006/relationships/image" Target="../media/image6310.png"/><Relationship Id="rId145" Type="http://schemas.openxmlformats.org/officeDocument/2006/relationships/image" Target="../media/image6610.png"/><Relationship Id="rId166" Type="http://schemas.openxmlformats.org/officeDocument/2006/relationships/customXml" Target="../ink/ink1790.xml"/><Relationship Id="rId187" Type="http://schemas.openxmlformats.org/officeDocument/2006/relationships/image" Target="../media/image6840.png"/><Relationship Id="rId331" Type="http://schemas.openxmlformats.org/officeDocument/2006/relationships/image" Target="../media/image7630.png"/><Relationship Id="rId352" Type="http://schemas.openxmlformats.org/officeDocument/2006/relationships/customXml" Target="../ink/ink1881.xml"/><Relationship Id="rId373" Type="http://schemas.openxmlformats.org/officeDocument/2006/relationships/image" Target="../media/image7860.png"/><Relationship Id="rId394" Type="http://schemas.openxmlformats.org/officeDocument/2006/relationships/customXml" Target="../ink/ink1902.xml"/><Relationship Id="rId1" Type="http://schemas.openxmlformats.org/officeDocument/2006/relationships/slideLayout" Target="../slideLayouts/slideLayout6.xml"/><Relationship Id="rId212" Type="http://schemas.openxmlformats.org/officeDocument/2006/relationships/customXml" Target="../ink/ink1813.xml"/><Relationship Id="rId233" Type="http://schemas.openxmlformats.org/officeDocument/2006/relationships/image" Target="../media/image7090.png"/><Relationship Id="rId254" Type="http://schemas.openxmlformats.org/officeDocument/2006/relationships/customXml" Target="../ink/ink1832.xml"/><Relationship Id="rId28" Type="http://schemas.openxmlformats.org/officeDocument/2006/relationships/customXml" Target="../ink/ink1721.xml"/><Relationship Id="rId49" Type="http://schemas.openxmlformats.org/officeDocument/2006/relationships/image" Target="../media/image6080.png"/><Relationship Id="rId114" Type="http://schemas.openxmlformats.org/officeDocument/2006/relationships/customXml" Target="../ink/ink1764.xml"/><Relationship Id="rId275" Type="http://schemas.openxmlformats.org/officeDocument/2006/relationships/image" Target="../media/image7330.png"/><Relationship Id="rId296" Type="http://schemas.openxmlformats.org/officeDocument/2006/relationships/customXml" Target="../ink/ink1853.xml"/><Relationship Id="rId300" Type="http://schemas.openxmlformats.org/officeDocument/2006/relationships/customXml" Target="../ink/ink1855.xml"/><Relationship Id="rId60" Type="http://schemas.openxmlformats.org/officeDocument/2006/relationships/customXml" Target="../ink/ink1737.xml"/><Relationship Id="rId81" Type="http://schemas.openxmlformats.org/officeDocument/2006/relationships/image" Target="../media/image6250.png"/><Relationship Id="rId135" Type="http://schemas.openxmlformats.org/officeDocument/2006/relationships/image" Target="../media/image6551.png"/><Relationship Id="rId156" Type="http://schemas.openxmlformats.org/officeDocument/2006/relationships/customXml" Target="../ink/ink1785.xml"/><Relationship Id="rId177" Type="http://schemas.openxmlformats.org/officeDocument/2006/relationships/image" Target="../media/image6780.png"/><Relationship Id="rId198" Type="http://schemas.openxmlformats.org/officeDocument/2006/relationships/customXml" Target="../ink/ink1806.xml"/><Relationship Id="rId321" Type="http://schemas.openxmlformats.org/officeDocument/2006/relationships/image" Target="../media/image7580.png"/><Relationship Id="rId342" Type="http://schemas.openxmlformats.org/officeDocument/2006/relationships/customXml" Target="../ink/ink1876.xml"/><Relationship Id="rId363" Type="http://schemas.openxmlformats.org/officeDocument/2006/relationships/image" Target="../media/image7810.png"/><Relationship Id="rId384" Type="http://schemas.openxmlformats.org/officeDocument/2006/relationships/customXml" Target="../ink/ink1897.xml"/><Relationship Id="rId202" Type="http://schemas.openxmlformats.org/officeDocument/2006/relationships/customXml" Target="../ink/ink1808.xml"/><Relationship Id="rId18" Type="http://schemas.openxmlformats.org/officeDocument/2006/relationships/customXml" Target="../ink/ink1716.xml"/><Relationship Id="rId39" Type="http://schemas.openxmlformats.org/officeDocument/2006/relationships/image" Target="../media/image6030.png"/><Relationship Id="rId265" Type="http://schemas.openxmlformats.org/officeDocument/2006/relationships/image" Target="../media/image7270.png"/><Relationship Id="rId286" Type="http://schemas.openxmlformats.org/officeDocument/2006/relationships/customXml" Target="../ink/ink1848.xml"/><Relationship Id="rId50" Type="http://schemas.openxmlformats.org/officeDocument/2006/relationships/customXml" Target="../ink/ink1732.xml"/><Relationship Id="rId104" Type="http://schemas.openxmlformats.org/officeDocument/2006/relationships/customXml" Target="../ink/ink1759.xml"/><Relationship Id="rId125" Type="http://schemas.openxmlformats.org/officeDocument/2006/relationships/image" Target="../media/image6491.png"/><Relationship Id="rId146" Type="http://schemas.openxmlformats.org/officeDocument/2006/relationships/customXml" Target="../ink/ink1780.xml"/><Relationship Id="rId167" Type="http://schemas.openxmlformats.org/officeDocument/2006/relationships/image" Target="../media/image6730.png"/><Relationship Id="rId188" Type="http://schemas.openxmlformats.org/officeDocument/2006/relationships/customXml" Target="../ink/ink1801.xml"/><Relationship Id="rId311" Type="http://schemas.openxmlformats.org/officeDocument/2006/relationships/image" Target="../media/image7530.png"/><Relationship Id="rId332" Type="http://schemas.openxmlformats.org/officeDocument/2006/relationships/customXml" Target="../ink/ink1871.xml"/><Relationship Id="rId353" Type="http://schemas.openxmlformats.org/officeDocument/2006/relationships/image" Target="../media/image7750.png"/><Relationship Id="rId374" Type="http://schemas.openxmlformats.org/officeDocument/2006/relationships/customXml" Target="../ink/ink1892.xml"/><Relationship Id="rId395" Type="http://schemas.openxmlformats.org/officeDocument/2006/relationships/image" Target="../media/image7970.png"/><Relationship Id="rId71" Type="http://schemas.openxmlformats.org/officeDocument/2006/relationships/image" Target="../media/image6190.png"/><Relationship Id="rId92" Type="http://schemas.openxmlformats.org/officeDocument/2006/relationships/customXml" Target="../ink/ink1753.xml"/><Relationship Id="rId213" Type="http://schemas.openxmlformats.org/officeDocument/2006/relationships/image" Target="../media/image6980.png"/><Relationship Id="rId234" Type="http://schemas.openxmlformats.org/officeDocument/2006/relationships/customXml" Target="../ink/ink1823.xml"/><Relationship Id="rId2" Type="http://schemas.openxmlformats.org/officeDocument/2006/relationships/notesSlide" Target="../notesSlides/notesSlide41.xml"/><Relationship Id="rId29" Type="http://schemas.openxmlformats.org/officeDocument/2006/relationships/image" Target="../media/image5970.png"/><Relationship Id="rId255" Type="http://schemas.openxmlformats.org/officeDocument/2006/relationships/image" Target="../media/image7220.png"/><Relationship Id="rId276" Type="http://schemas.openxmlformats.org/officeDocument/2006/relationships/customXml" Target="../ink/ink1843.xml"/><Relationship Id="rId297" Type="http://schemas.openxmlformats.org/officeDocument/2006/relationships/image" Target="../media/image7450.png"/><Relationship Id="rId40" Type="http://schemas.openxmlformats.org/officeDocument/2006/relationships/customXml" Target="../ink/ink1727.xml"/><Relationship Id="rId115" Type="http://schemas.openxmlformats.org/officeDocument/2006/relationships/image" Target="../media/image6440.png"/><Relationship Id="rId136" Type="http://schemas.openxmlformats.org/officeDocument/2006/relationships/customXml" Target="../ink/ink1775.xml"/><Relationship Id="rId157" Type="http://schemas.openxmlformats.org/officeDocument/2006/relationships/image" Target="../media/image6670.png"/><Relationship Id="rId178" Type="http://schemas.openxmlformats.org/officeDocument/2006/relationships/customXml" Target="../ink/ink1796.xml"/><Relationship Id="rId301" Type="http://schemas.openxmlformats.org/officeDocument/2006/relationships/image" Target="../media/image7470.png"/><Relationship Id="rId322" Type="http://schemas.openxmlformats.org/officeDocument/2006/relationships/customXml" Target="../ink/ink1866.xml"/><Relationship Id="rId343" Type="http://schemas.openxmlformats.org/officeDocument/2006/relationships/image" Target="../media/image7690.png"/><Relationship Id="rId364" Type="http://schemas.openxmlformats.org/officeDocument/2006/relationships/customXml" Target="../ink/ink1887.xml"/><Relationship Id="rId61" Type="http://schemas.openxmlformats.org/officeDocument/2006/relationships/image" Target="../media/image6140.png"/><Relationship Id="rId82" Type="http://schemas.openxmlformats.org/officeDocument/2006/relationships/customXml" Target="../ink/ink1748.xml"/><Relationship Id="rId199" Type="http://schemas.openxmlformats.org/officeDocument/2006/relationships/image" Target="../media/image6910.png"/><Relationship Id="rId203" Type="http://schemas.openxmlformats.org/officeDocument/2006/relationships/image" Target="../media/image6930.png"/><Relationship Id="rId385" Type="http://schemas.openxmlformats.org/officeDocument/2006/relationships/image" Target="../media/image7920.png"/><Relationship Id="rId19" Type="http://schemas.openxmlformats.org/officeDocument/2006/relationships/image" Target="../media/image5920.png"/><Relationship Id="rId245" Type="http://schemas.openxmlformats.org/officeDocument/2006/relationships/image" Target="../media/image7160.png"/><Relationship Id="rId266" Type="http://schemas.openxmlformats.org/officeDocument/2006/relationships/customXml" Target="../ink/ink1838.xml"/><Relationship Id="rId287" Type="http://schemas.openxmlformats.org/officeDocument/2006/relationships/image" Target="../media/image7390.png"/><Relationship Id="rId30" Type="http://schemas.openxmlformats.org/officeDocument/2006/relationships/customXml" Target="../ink/ink1722.xml"/><Relationship Id="rId105" Type="http://schemas.openxmlformats.org/officeDocument/2006/relationships/image" Target="../media/image6380.png"/><Relationship Id="rId126" Type="http://schemas.openxmlformats.org/officeDocument/2006/relationships/customXml" Target="../ink/ink1770.xml"/><Relationship Id="rId147" Type="http://schemas.openxmlformats.org/officeDocument/2006/relationships/image" Target="../media/image6621.png"/><Relationship Id="rId168" Type="http://schemas.openxmlformats.org/officeDocument/2006/relationships/customXml" Target="../ink/ink1791.xml"/><Relationship Id="rId312" Type="http://schemas.openxmlformats.org/officeDocument/2006/relationships/customXml" Target="../ink/ink1861.xml"/><Relationship Id="rId333" Type="http://schemas.openxmlformats.org/officeDocument/2006/relationships/image" Target="../media/image7640.png"/><Relationship Id="rId354" Type="http://schemas.openxmlformats.org/officeDocument/2006/relationships/customXml" Target="../ink/ink1882.xml"/><Relationship Id="rId51" Type="http://schemas.openxmlformats.org/officeDocument/2006/relationships/image" Target="../media/image6090.png"/><Relationship Id="rId72" Type="http://schemas.openxmlformats.org/officeDocument/2006/relationships/customXml" Target="../ink/ink1743.xml"/><Relationship Id="rId93" Type="http://schemas.openxmlformats.org/officeDocument/2006/relationships/image" Target="../media/image6320.png"/><Relationship Id="rId189" Type="http://schemas.openxmlformats.org/officeDocument/2006/relationships/image" Target="../media/image6850.png"/><Relationship Id="rId375" Type="http://schemas.openxmlformats.org/officeDocument/2006/relationships/image" Target="../media/image7870.png"/><Relationship Id="rId396" Type="http://schemas.openxmlformats.org/officeDocument/2006/relationships/customXml" Target="../ink/ink1903.xml"/><Relationship Id="rId3" Type="http://schemas.openxmlformats.org/officeDocument/2006/relationships/customXml" Target="../ink/ink1710.xml"/><Relationship Id="rId214" Type="http://schemas.openxmlformats.org/officeDocument/2006/relationships/customXml" Target="../ink/ink1814.xml"/><Relationship Id="rId235" Type="http://schemas.openxmlformats.org/officeDocument/2006/relationships/image" Target="../media/image7110.png"/><Relationship Id="rId256" Type="http://schemas.openxmlformats.org/officeDocument/2006/relationships/customXml" Target="../ink/ink1833.xml"/><Relationship Id="rId277" Type="http://schemas.openxmlformats.org/officeDocument/2006/relationships/image" Target="../media/image7340.png"/><Relationship Id="rId298" Type="http://schemas.openxmlformats.org/officeDocument/2006/relationships/customXml" Target="../ink/ink1854.xml"/><Relationship Id="rId400" Type="http://schemas.openxmlformats.org/officeDocument/2006/relationships/customXml" Target="../ink/ink1905.xml"/><Relationship Id="rId116" Type="http://schemas.openxmlformats.org/officeDocument/2006/relationships/customXml" Target="../ink/ink1765.xml"/><Relationship Id="rId137" Type="http://schemas.openxmlformats.org/officeDocument/2006/relationships/image" Target="../media/image6561.png"/><Relationship Id="rId158" Type="http://schemas.openxmlformats.org/officeDocument/2006/relationships/customXml" Target="../ink/ink1786.xml"/><Relationship Id="rId302" Type="http://schemas.openxmlformats.org/officeDocument/2006/relationships/customXml" Target="../ink/ink1856.xml"/><Relationship Id="rId323" Type="http://schemas.openxmlformats.org/officeDocument/2006/relationships/image" Target="../media/image7590.png"/><Relationship Id="rId344" Type="http://schemas.openxmlformats.org/officeDocument/2006/relationships/customXml" Target="../ink/ink1877.xml"/><Relationship Id="rId20" Type="http://schemas.openxmlformats.org/officeDocument/2006/relationships/customXml" Target="../ink/ink1717.xml"/><Relationship Id="rId41" Type="http://schemas.openxmlformats.org/officeDocument/2006/relationships/image" Target="../media/image6040.png"/><Relationship Id="rId62" Type="http://schemas.openxmlformats.org/officeDocument/2006/relationships/customXml" Target="../ink/ink1738.xml"/><Relationship Id="rId83" Type="http://schemas.openxmlformats.org/officeDocument/2006/relationships/image" Target="../media/image6260.png"/><Relationship Id="rId179" Type="http://schemas.openxmlformats.org/officeDocument/2006/relationships/image" Target="../media/image6790.png"/><Relationship Id="rId365" Type="http://schemas.openxmlformats.org/officeDocument/2006/relationships/image" Target="../media/image7820.png"/><Relationship Id="rId386" Type="http://schemas.openxmlformats.org/officeDocument/2006/relationships/customXml" Target="../ink/ink1898.xml"/><Relationship Id="rId190" Type="http://schemas.openxmlformats.org/officeDocument/2006/relationships/customXml" Target="../ink/ink1802.xml"/><Relationship Id="rId204" Type="http://schemas.openxmlformats.org/officeDocument/2006/relationships/customXml" Target="../ink/ink1809.xml"/><Relationship Id="rId225" Type="http://schemas.openxmlformats.org/officeDocument/2006/relationships/image" Target="../media/image7050.png"/><Relationship Id="rId246" Type="http://schemas.openxmlformats.org/officeDocument/2006/relationships/customXml" Target="../ink/ink1828.xml"/><Relationship Id="rId267" Type="http://schemas.openxmlformats.org/officeDocument/2006/relationships/image" Target="../media/image7280.png"/><Relationship Id="rId288" Type="http://schemas.openxmlformats.org/officeDocument/2006/relationships/customXml" Target="../ink/ink1849.xml"/><Relationship Id="rId106" Type="http://schemas.openxmlformats.org/officeDocument/2006/relationships/customXml" Target="../ink/ink1760.xml"/><Relationship Id="rId127" Type="http://schemas.openxmlformats.org/officeDocument/2006/relationships/image" Target="../media/image6510.png"/><Relationship Id="rId313" Type="http://schemas.openxmlformats.org/officeDocument/2006/relationships/image" Target="../media/image7540.png"/><Relationship Id="rId10" Type="http://schemas.openxmlformats.org/officeDocument/2006/relationships/customXml" Target="../ink/ink1712.xml"/><Relationship Id="rId31" Type="http://schemas.openxmlformats.org/officeDocument/2006/relationships/image" Target="../media/image5980.png"/><Relationship Id="rId52" Type="http://schemas.openxmlformats.org/officeDocument/2006/relationships/customXml" Target="../ink/ink1733.xml"/><Relationship Id="rId73" Type="http://schemas.openxmlformats.org/officeDocument/2006/relationships/image" Target="../media/image6210.png"/><Relationship Id="rId94" Type="http://schemas.openxmlformats.org/officeDocument/2006/relationships/customXml" Target="../ink/ink1754.xml"/><Relationship Id="rId148" Type="http://schemas.openxmlformats.org/officeDocument/2006/relationships/customXml" Target="../ink/ink1781.xml"/><Relationship Id="rId169" Type="http://schemas.openxmlformats.org/officeDocument/2006/relationships/image" Target="../media/image6740.png"/><Relationship Id="rId334" Type="http://schemas.openxmlformats.org/officeDocument/2006/relationships/customXml" Target="../ink/ink1872.xml"/><Relationship Id="rId355" Type="http://schemas.openxmlformats.org/officeDocument/2006/relationships/image" Target="../media/image7760.png"/><Relationship Id="rId376" Type="http://schemas.openxmlformats.org/officeDocument/2006/relationships/customXml" Target="../ink/ink1893.xml"/><Relationship Id="rId397" Type="http://schemas.openxmlformats.org/officeDocument/2006/relationships/image" Target="../media/image7980.png"/><Relationship Id="rId180" Type="http://schemas.openxmlformats.org/officeDocument/2006/relationships/customXml" Target="../ink/ink1797.xml"/><Relationship Id="rId215" Type="http://schemas.openxmlformats.org/officeDocument/2006/relationships/image" Target="../media/image6990.png"/><Relationship Id="rId236" Type="http://schemas.openxmlformats.org/officeDocument/2006/relationships/customXml" Target="../ink/ink1824.xml"/><Relationship Id="rId257" Type="http://schemas.openxmlformats.org/officeDocument/2006/relationships/image" Target="../media/image7230.png"/><Relationship Id="rId278" Type="http://schemas.openxmlformats.org/officeDocument/2006/relationships/customXml" Target="../ink/ink1844.xml"/><Relationship Id="rId401" Type="http://schemas.openxmlformats.org/officeDocument/2006/relationships/image" Target="../media/image8020.png"/><Relationship Id="rId303" Type="http://schemas.openxmlformats.org/officeDocument/2006/relationships/image" Target="../media/image7480.png"/><Relationship Id="rId42" Type="http://schemas.openxmlformats.org/officeDocument/2006/relationships/customXml" Target="../ink/ink1728.xml"/><Relationship Id="rId84" Type="http://schemas.openxmlformats.org/officeDocument/2006/relationships/customXml" Target="../ink/ink1749.xml"/><Relationship Id="rId138" Type="http://schemas.openxmlformats.org/officeDocument/2006/relationships/customXml" Target="../ink/ink1776.xml"/><Relationship Id="rId345" Type="http://schemas.openxmlformats.org/officeDocument/2006/relationships/image" Target="../media/image7710.png"/><Relationship Id="rId387" Type="http://schemas.openxmlformats.org/officeDocument/2006/relationships/image" Target="../media/image7930.png"/><Relationship Id="rId191" Type="http://schemas.openxmlformats.org/officeDocument/2006/relationships/image" Target="../media/image6860.png"/><Relationship Id="rId205" Type="http://schemas.openxmlformats.org/officeDocument/2006/relationships/image" Target="../media/image6940.png"/><Relationship Id="rId247" Type="http://schemas.openxmlformats.org/officeDocument/2006/relationships/image" Target="../media/image7170.png"/><Relationship Id="rId107" Type="http://schemas.openxmlformats.org/officeDocument/2006/relationships/image" Target="../media/image6390.png"/><Relationship Id="rId289" Type="http://schemas.openxmlformats.org/officeDocument/2006/relationships/image" Target="../media/image7410.png"/><Relationship Id="rId11" Type="http://schemas.openxmlformats.org/officeDocument/2006/relationships/image" Target="../media/image58800.png"/><Relationship Id="rId53" Type="http://schemas.openxmlformats.org/officeDocument/2006/relationships/image" Target="../media/image927.png"/><Relationship Id="rId149" Type="http://schemas.openxmlformats.org/officeDocument/2006/relationships/image" Target="../media/image6631.png"/><Relationship Id="rId314" Type="http://schemas.openxmlformats.org/officeDocument/2006/relationships/customXml" Target="../ink/ink1862.xml"/><Relationship Id="rId356" Type="http://schemas.openxmlformats.org/officeDocument/2006/relationships/customXml" Target="../ink/ink1883.xml"/><Relationship Id="rId398" Type="http://schemas.openxmlformats.org/officeDocument/2006/relationships/customXml" Target="../ink/ink1904.xml"/><Relationship Id="rId95" Type="http://schemas.openxmlformats.org/officeDocument/2006/relationships/image" Target="../media/image6330.png"/><Relationship Id="rId160" Type="http://schemas.openxmlformats.org/officeDocument/2006/relationships/customXml" Target="../ink/ink1787.xml"/><Relationship Id="rId216" Type="http://schemas.openxmlformats.org/officeDocument/2006/relationships/customXml" Target="../ink/ink1815.xml"/><Relationship Id="rId258" Type="http://schemas.openxmlformats.org/officeDocument/2006/relationships/customXml" Target="../ink/ink1834.xml"/><Relationship Id="rId22" Type="http://schemas.openxmlformats.org/officeDocument/2006/relationships/customXml" Target="../ink/ink1718.xml"/><Relationship Id="rId64" Type="http://schemas.openxmlformats.org/officeDocument/2006/relationships/customXml" Target="../ink/ink1739.xml"/><Relationship Id="rId118" Type="http://schemas.openxmlformats.org/officeDocument/2006/relationships/customXml" Target="../ink/ink1766.xml"/><Relationship Id="rId325" Type="http://schemas.openxmlformats.org/officeDocument/2006/relationships/image" Target="../media/image7600.png"/><Relationship Id="rId367" Type="http://schemas.openxmlformats.org/officeDocument/2006/relationships/image" Target="../media/image7830.png"/><Relationship Id="rId171" Type="http://schemas.openxmlformats.org/officeDocument/2006/relationships/image" Target="../media/image6750.png"/><Relationship Id="rId227" Type="http://schemas.openxmlformats.org/officeDocument/2006/relationships/image" Target="../media/image7060.png"/><Relationship Id="rId269" Type="http://schemas.openxmlformats.org/officeDocument/2006/relationships/image" Target="../media/image7290.png"/><Relationship Id="rId33" Type="http://schemas.openxmlformats.org/officeDocument/2006/relationships/image" Target="../media/image5990.png"/><Relationship Id="rId129" Type="http://schemas.openxmlformats.org/officeDocument/2006/relationships/image" Target="../media/image6521.png"/><Relationship Id="rId280" Type="http://schemas.openxmlformats.org/officeDocument/2006/relationships/customXml" Target="../ink/ink1845.xml"/><Relationship Id="rId336" Type="http://schemas.openxmlformats.org/officeDocument/2006/relationships/customXml" Target="../ink/ink1873.xml"/><Relationship Id="rId75" Type="http://schemas.openxmlformats.org/officeDocument/2006/relationships/image" Target="../media/image6220.png"/><Relationship Id="rId140" Type="http://schemas.openxmlformats.org/officeDocument/2006/relationships/customXml" Target="../ink/ink1777.xml"/><Relationship Id="rId182" Type="http://schemas.openxmlformats.org/officeDocument/2006/relationships/customXml" Target="../ink/ink1798.xml"/><Relationship Id="rId378" Type="http://schemas.openxmlformats.org/officeDocument/2006/relationships/customXml" Target="../ink/ink1894.xml"/><Relationship Id="rId403" Type="http://schemas.openxmlformats.org/officeDocument/2006/relationships/customXml" Target="../ink/ink1906.xml"/><Relationship Id="rId238" Type="http://schemas.openxmlformats.org/officeDocument/2006/relationships/customXml" Target="../ink/ink1825.xml"/><Relationship Id="rId291" Type="http://schemas.openxmlformats.org/officeDocument/2006/relationships/image" Target="../media/image7420.png"/><Relationship Id="rId305" Type="http://schemas.openxmlformats.org/officeDocument/2006/relationships/image" Target="../media/image7490.png"/><Relationship Id="rId347" Type="http://schemas.openxmlformats.org/officeDocument/2006/relationships/image" Target="../media/image7720.png"/><Relationship Id="rId44" Type="http://schemas.openxmlformats.org/officeDocument/2006/relationships/customXml" Target="../ink/ink1729.xml"/><Relationship Id="rId86" Type="http://schemas.openxmlformats.org/officeDocument/2006/relationships/customXml" Target="../ink/ink1750.xml"/><Relationship Id="rId151" Type="http://schemas.openxmlformats.org/officeDocument/2006/relationships/image" Target="../media/image6640.png"/><Relationship Id="rId389" Type="http://schemas.openxmlformats.org/officeDocument/2006/relationships/image" Target="../media/image7940.png"/><Relationship Id="rId193" Type="http://schemas.openxmlformats.org/officeDocument/2006/relationships/image" Target="../media/image6870.png"/><Relationship Id="rId207" Type="http://schemas.openxmlformats.org/officeDocument/2006/relationships/image" Target="../media/image6950.png"/><Relationship Id="rId249" Type="http://schemas.openxmlformats.org/officeDocument/2006/relationships/image" Target="../media/image7180.png"/><Relationship Id="rId13" Type="http://schemas.openxmlformats.org/officeDocument/2006/relationships/image" Target="../media/image5890.png"/><Relationship Id="rId109" Type="http://schemas.openxmlformats.org/officeDocument/2006/relationships/image" Target="../media/image6410.png"/><Relationship Id="rId260" Type="http://schemas.openxmlformats.org/officeDocument/2006/relationships/customXml" Target="../ink/ink1835.xml"/><Relationship Id="rId316" Type="http://schemas.openxmlformats.org/officeDocument/2006/relationships/customXml" Target="../ink/ink1863.xml"/><Relationship Id="rId55" Type="http://schemas.openxmlformats.org/officeDocument/2006/relationships/image" Target="../media/image6110.png"/><Relationship Id="rId97" Type="http://schemas.openxmlformats.org/officeDocument/2006/relationships/image" Target="../media/image6340.png"/><Relationship Id="rId120" Type="http://schemas.openxmlformats.org/officeDocument/2006/relationships/customXml" Target="../ink/ink1767.xml"/><Relationship Id="rId358" Type="http://schemas.openxmlformats.org/officeDocument/2006/relationships/customXml" Target="../ink/ink1884.xml"/><Relationship Id="rId162" Type="http://schemas.openxmlformats.org/officeDocument/2006/relationships/customXml" Target="../ink/ink1788.xml"/><Relationship Id="rId218" Type="http://schemas.openxmlformats.org/officeDocument/2006/relationships/customXml" Target="../ink/ink1816.xml"/><Relationship Id="rId271" Type="http://schemas.openxmlformats.org/officeDocument/2006/relationships/image" Target="../media/image7310.png"/><Relationship Id="rId24" Type="http://schemas.openxmlformats.org/officeDocument/2006/relationships/customXml" Target="../ink/ink1719.xml"/><Relationship Id="rId66" Type="http://schemas.openxmlformats.org/officeDocument/2006/relationships/customXml" Target="../ink/ink1740.xml"/><Relationship Id="rId131" Type="http://schemas.openxmlformats.org/officeDocument/2006/relationships/image" Target="../media/image6530.png"/><Relationship Id="rId327" Type="http://schemas.openxmlformats.org/officeDocument/2006/relationships/image" Target="../media/image7610.png"/><Relationship Id="rId369" Type="http://schemas.openxmlformats.org/officeDocument/2006/relationships/image" Target="../media/image7840.png"/><Relationship Id="rId173" Type="http://schemas.openxmlformats.org/officeDocument/2006/relationships/image" Target="../media/image6760.png"/><Relationship Id="rId229" Type="http://schemas.openxmlformats.org/officeDocument/2006/relationships/image" Target="../media/image7070.png"/><Relationship Id="rId380" Type="http://schemas.openxmlformats.org/officeDocument/2006/relationships/customXml" Target="../ink/ink1895.xml"/><Relationship Id="rId240" Type="http://schemas.openxmlformats.org/officeDocument/2006/relationships/customXml" Target="../ink/ink1826.xml"/><Relationship Id="rId35" Type="http://schemas.openxmlformats.org/officeDocument/2006/relationships/image" Target="../media/image6010.png"/><Relationship Id="rId77" Type="http://schemas.openxmlformats.org/officeDocument/2006/relationships/image" Target="../media/image6230.png"/><Relationship Id="rId100" Type="http://schemas.openxmlformats.org/officeDocument/2006/relationships/customXml" Target="../ink/ink1757.xml"/><Relationship Id="rId282" Type="http://schemas.openxmlformats.org/officeDocument/2006/relationships/customXml" Target="../ink/ink1846.xml"/><Relationship Id="rId338" Type="http://schemas.openxmlformats.org/officeDocument/2006/relationships/customXml" Target="../ink/ink1874.xml"/><Relationship Id="rId8" Type="http://schemas.openxmlformats.org/officeDocument/2006/relationships/customXml" Target="../ink/ink1711.xml"/><Relationship Id="rId142" Type="http://schemas.openxmlformats.org/officeDocument/2006/relationships/customXml" Target="../ink/ink1778.xml"/><Relationship Id="rId184" Type="http://schemas.openxmlformats.org/officeDocument/2006/relationships/customXml" Target="../ink/ink1799.xml"/><Relationship Id="rId391" Type="http://schemas.openxmlformats.org/officeDocument/2006/relationships/image" Target="../media/image7950.png"/><Relationship Id="rId405" Type="http://schemas.openxmlformats.org/officeDocument/2006/relationships/customXml" Target="../ink/ink1907.xml"/><Relationship Id="rId251" Type="http://schemas.openxmlformats.org/officeDocument/2006/relationships/image" Target="../media/image7190.png"/><Relationship Id="rId46" Type="http://schemas.openxmlformats.org/officeDocument/2006/relationships/customXml" Target="../ink/ink1730.xml"/><Relationship Id="rId293" Type="http://schemas.openxmlformats.org/officeDocument/2006/relationships/image" Target="../media/image7430.png"/><Relationship Id="rId307" Type="http://schemas.openxmlformats.org/officeDocument/2006/relationships/image" Target="../media/image7510.png"/><Relationship Id="rId349" Type="http://schemas.openxmlformats.org/officeDocument/2006/relationships/image" Target="../media/image7730.png"/><Relationship Id="rId88" Type="http://schemas.openxmlformats.org/officeDocument/2006/relationships/customXml" Target="../ink/ink1751.xml"/><Relationship Id="rId111" Type="http://schemas.openxmlformats.org/officeDocument/2006/relationships/image" Target="../media/image6420.png"/><Relationship Id="rId153" Type="http://schemas.openxmlformats.org/officeDocument/2006/relationships/image" Target="../media/image6650.png"/><Relationship Id="rId195" Type="http://schemas.openxmlformats.org/officeDocument/2006/relationships/image" Target="../media/image6880.png"/><Relationship Id="rId209" Type="http://schemas.openxmlformats.org/officeDocument/2006/relationships/image" Target="../media/image6960.png"/><Relationship Id="rId360" Type="http://schemas.openxmlformats.org/officeDocument/2006/relationships/customXml" Target="../ink/ink1885.xml"/><Relationship Id="rId220" Type="http://schemas.openxmlformats.org/officeDocument/2006/relationships/customXml" Target="../ink/ink1817.xml"/><Relationship Id="rId15" Type="http://schemas.openxmlformats.org/officeDocument/2006/relationships/image" Target="../media/image5900.png"/><Relationship Id="rId57" Type="http://schemas.openxmlformats.org/officeDocument/2006/relationships/image" Target="../media/image6120.png"/><Relationship Id="rId262" Type="http://schemas.openxmlformats.org/officeDocument/2006/relationships/customXml" Target="../ink/ink1836.xml"/><Relationship Id="rId318" Type="http://schemas.openxmlformats.org/officeDocument/2006/relationships/customXml" Target="../ink/ink1864.xml"/><Relationship Id="rId99" Type="http://schemas.openxmlformats.org/officeDocument/2006/relationships/image" Target="../media/image6350.png"/><Relationship Id="rId122" Type="http://schemas.openxmlformats.org/officeDocument/2006/relationships/customXml" Target="../ink/ink1768.xml"/><Relationship Id="rId164" Type="http://schemas.openxmlformats.org/officeDocument/2006/relationships/customXml" Target="../ink/ink1789.xml"/><Relationship Id="rId371" Type="http://schemas.openxmlformats.org/officeDocument/2006/relationships/image" Target="../media/image7850.png"/><Relationship Id="rId26" Type="http://schemas.openxmlformats.org/officeDocument/2006/relationships/customXml" Target="../ink/ink1720.xml"/><Relationship Id="rId231" Type="http://schemas.openxmlformats.org/officeDocument/2006/relationships/image" Target="../media/image7080.png"/><Relationship Id="rId273" Type="http://schemas.openxmlformats.org/officeDocument/2006/relationships/image" Target="../media/image7320.png"/><Relationship Id="rId329" Type="http://schemas.openxmlformats.org/officeDocument/2006/relationships/image" Target="../media/image7620.png"/><Relationship Id="rId68" Type="http://schemas.openxmlformats.org/officeDocument/2006/relationships/customXml" Target="../ink/ink1741.xml"/><Relationship Id="rId133" Type="http://schemas.openxmlformats.org/officeDocument/2006/relationships/image" Target="../media/image6541.png"/><Relationship Id="rId175" Type="http://schemas.openxmlformats.org/officeDocument/2006/relationships/image" Target="../media/image6770.png"/><Relationship Id="rId340" Type="http://schemas.openxmlformats.org/officeDocument/2006/relationships/customXml" Target="../ink/ink1875.xml"/><Relationship Id="rId200" Type="http://schemas.openxmlformats.org/officeDocument/2006/relationships/customXml" Target="../ink/ink1807.xml"/><Relationship Id="rId382" Type="http://schemas.openxmlformats.org/officeDocument/2006/relationships/customXml" Target="../ink/ink1896.xml"/><Relationship Id="rId242" Type="http://schemas.openxmlformats.org/officeDocument/2006/relationships/customXml" Target="../ink/ink1827.xml"/><Relationship Id="rId284" Type="http://schemas.openxmlformats.org/officeDocument/2006/relationships/customXml" Target="../ink/ink1847.xml"/></Relationships>
</file>

<file path=ppt/slides/_rels/slide74.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image" Target="../media/image168.jpeg"/><Relationship Id="rId1" Type="http://schemas.openxmlformats.org/officeDocument/2006/relationships/slideLayout" Target="../slideLayouts/slideLayout4.xml"/><Relationship Id="rId4" Type="http://schemas.openxmlformats.org/officeDocument/2006/relationships/image" Target="../media/image169.png"/></Relationships>
</file>

<file path=ppt/slides/_rels/slide75.xml.rels><?xml version="1.0" encoding="UTF-8" standalone="yes"?>
<Relationships xmlns="http://schemas.openxmlformats.org/package/2006/relationships"><Relationship Id="rId13" Type="http://schemas.openxmlformats.org/officeDocument/2006/relationships/customXml" Target="../ink/ink1911.xml"/><Relationship Id="rId18" Type="http://schemas.openxmlformats.org/officeDocument/2006/relationships/image" Target="../media/image1830.png"/><Relationship Id="rId26" Type="http://schemas.openxmlformats.org/officeDocument/2006/relationships/image" Target="../media/image1870.png"/><Relationship Id="rId39" Type="http://schemas.openxmlformats.org/officeDocument/2006/relationships/customXml" Target="../ink/ink1924.xml"/><Relationship Id="rId21" Type="http://schemas.openxmlformats.org/officeDocument/2006/relationships/customXml" Target="../ink/ink1915.xml"/><Relationship Id="rId34" Type="http://schemas.openxmlformats.org/officeDocument/2006/relationships/image" Target="../media/image1910.png"/><Relationship Id="rId42" Type="http://schemas.openxmlformats.org/officeDocument/2006/relationships/image" Target="../media/image1950.png"/><Relationship Id="rId47" Type="http://schemas.openxmlformats.org/officeDocument/2006/relationships/customXml" Target="../ink/ink1928.xml"/><Relationship Id="rId50" Type="http://schemas.openxmlformats.org/officeDocument/2006/relationships/image" Target="../media/image1990.png"/><Relationship Id="rId55" Type="http://schemas.openxmlformats.org/officeDocument/2006/relationships/customXml" Target="../ink/ink1932.xml"/><Relationship Id="rId7" Type="http://schemas.openxmlformats.org/officeDocument/2006/relationships/customXml" Target="../ink/ink1908.xml"/><Relationship Id="rId2" Type="http://schemas.openxmlformats.org/officeDocument/2006/relationships/notesSlide" Target="../notesSlides/notesSlide42.xml"/><Relationship Id="rId16" Type="http://schemas.openxmlformats.org/officeDocument/2006/relationships/image" Target="../media/image1820.png"/><Relationship Id="rId29" Type="http://schemas.openxmlformats.org/officeDocument/2006/relationships/customXml" Target="../ink/ink1919.xml"/><Relationship Id="rId11" Type="http://schemas.openxmlformats.org/officeDocument/2006/relationships/customXml" Target="../ink/ink1910.xml"/><Relationship Id="rId24" Type="http://schemas.openxmlformats.org/officeDocument/2006/relationships/image" Target="../media/image1860.png"/><Relationship Id="rId32" Type="http://schemas.openxmlformats.org/officeDocument/2006/relationships/image" Target="../media/image1900.png"/><Relationship Id="rId37" Type="http://schemas.openxmlformats.org/officeDocument/2006/relationships/customXml" Target="../ink/ink1923.xml"/><Relationship Id="rId40" Type="http://schemas.openxmlformats.org/officeDocument/2006/relationships/image" Target="../media/image1940.png"/><Relationship Id="rId45" Type="http://schemas.openxmlformats.org/officeDocument/2006/relationships/customXml" Target="../ink/ink1927.xml"/><Relationship Id="rId53" Type="http://schemas.openxmlformats.org/officeDocument/2006/relationships/customXml" Target="../ink/ink1931.xml"/><Relationship Id="rId58" Type="http://schemas.openxmlformats.org/officeDocument/2006/relationships/image" Target="../media/image2030.png"/><Relationship Id="rId5" Type="http://schemas.openxmlformats.org/officeDocument/2006/relationships/image" Target="../media/image1580.png"/><Relationship Id="rId19" Type="http://schemas.openxmlformats.org/officeDocument/2006/relationships/customXml" Target="../ink/ink1914.xml"/><Relationship Id="rId4" Type="http://schemas.openxmlformats.org/officeDocument/2006/relationships/image" Target="../media/image157.png"/><Relationship Id="rId9" Type="http://schemas.openxmlformats.org/officeDocument/2006/relationships/customXml" Target="../ink/ink1909.xml"/><Relationship Id="rId14" Type="http://schemas.openxmlformats.org/officeDocument/2006/relationships/image" Target="../media/image1810.png"/><Relationship Id="rId22" Type="http://schemas.openxmlformats.org/officeDocument/2006/relationships/image" Target="../media/image1850.png"/><Relationship Id="rId27" Type="http://schemas.openxmlformats.org/officeDocument/2006/relationships/customXml" Target="../ink/ink1918.xml"/><Relationship Id="rId30" Type="http://schemas.openxmlformats.org/officeDocument/2006/relationships/image" Target="../media/image1890.png"/><Relationship Id="rId35" Type="http://schemas.openxmlformats.org/officeDocument/2006/relationships/customXml" Target="../ink/ink1922.xml"/><Relationship Id="rId43" Type="http://schemas.openxmlformats.org/officeDocument/2006/relationships/customXml" Target="../ink/ink1926.xml"/><Relationship Id="rId48" Type="http://schemas.openxmlformats.org/officeDocument/2006/relationships/image" Target="../media/image1980.png"/><Relationship Id="rId56" Type="http://schemas.openxmlformats.org/officeDocument/2006/relationships/image" Target="../media/image2020.png"/><Relationship Id="rId8" Type="http://schemas.openxmlformats.org/officeDocument/2006/relationships/image" Target="../media/image1780.png"/><Relationship Id="rId51" Type="http://schemas.openxmlformats.org/officeDocument/2006/relationships/customXml" Target="../ink/ink1930.xml"/><Relationship Id="rId3" Type="http://schemas.openxmlformats.org/officeDocument/2006/relationships/image" Target="../media/image170.jpeg"/><Relationship Id="rId12" Type="http://schemas.openxmlformats.org/officeDocument/2006/relationships/image" Target="../media/image1800.png"/><Relationship Id="rId17" Type="http://schemas.openxmlformats.org/officeDocument/2006/relationships/customXml" Target="../ink/ink1913.xml"/><Relationship Id="rId25" Type="http://schemas.openxmlformats.org/officeDocument/2006/relationships/customXml" Target="../ink/ink1917.xml"/><Relationship Id="rId33" Type="http://schemas.openxmlformats.org/officeDocument/2006/relationships/customXml" Target="../ink/ink1921.xml"/><Relationship Id="rId38" Type="http://schemas.openxmlformats.org/officeDocument/2006/relationships/image" Target="../media/image1930.png"/><Relationship Id="rId46" Type="http://schemas.openxmlformats.org/officeDocument/2006/relationships/image" Target="../media/image1970.png"/><Relationship Id="rId59" Type="http://schemas.openxmlformats.org/officeDocument/2006/relationships/customXml" Target="../ink/ink1934.xml"/><Relationship Id="rId20" Type="http://schemas.openxmlformats.org/officeDocument/2006/relationships/image" Target="../media/image1840.png"/><Relationship Id="rId41" Type="http://schemas.openxmlformats.org/officeDocument/2006/relationships/customXml" Target="../ink/ink1925.xml"/><Relationship Id="rId54" Type="http://schemas.openxmlformats.org/officeDocument/2006/relationships/image" Target="../media/image2010.png"/><Relationship Id="rId1" Type="http://schemas.openxmlformats.org/officeDocument/2006/relationships/slideLayout" Target="../slideLayouts/slideLayout4.xml"/><Relationship Id="rId6" Type="http://schemas.openxmlformats.org/officeDocument/2006/relationships/image" Target="../media/image1591.png"/><Relationship Id="rId15" Type="http://schemas.openxmlformats.org/officeDocument/2006/relationships/customXml" Target="../ink/ink1912.xml"/><Relationship Id="rId23" Type="http://schemas.openxmlformats.org/officeDocument/2006/relationships/customXml" Target="../ink/ink1916.xml"/><Relationship Id="rId28" Type="http://schemas.openxmlformats.org/officeDocument/2006/relationships/image" Target="../media/image1880.png"/><Relationship Id="rId36" Type="http://schemas.openxmlformats.org/officeDocument/2006/relationships/image" Target="../media/image1920.png"/><Relationship Id="rId49" Type="http://schemas.openxmlformats.org/officeDocument/2006/relationships/customXml" Target="../ink/ink1929.xml"/><Relationship Id="rId57" Type="http://schemas.openxmlformats.org/officeDocument/2006/relationships/customXml" Target="../ink/ink1933.xml"/><Relationship Id="rId10" Type="http://schemas.openxmlformats.org/officeDocument/2006/relationships/image" Target="../media/image1790.png"/><Relationship Id="rId31" Type="http://schemas.openxmlformats.org/officeDocument/2006/relationships/customXml" Target="../ink/ink1920.xml"/><Relationship Id="rId44" Type="http://schemas.openxmlformats.org/officeDocument/2006/relationships/image" Target="../media/image1960.png"/><Relationship Id="rId52" Type="http://schemas.openxmlformats.org/officeDocument/2006/relationships/image" Target="../media/image2000.png"/><Relationship Id="rId60" Type="http://schemas.openxmlformats.org/officeDocument/2006/relationships/image" Target="../media/image2040.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5">
            <a:extLst>
              <a:ext uri="{FF2B5EF4-FFF2-40B4-BE49-F238E27FC236}">
                <a16:creationId xmlns:a16="http://schemas.microsoft.com/office/drawing/2014/main" id="{0966838B-4C92-5D94-ED41-7791B980B200}"/>
              </a:ext>
            </a:extLst>
          </p:cNvPr>
          <p:cNvSpPr txBox="1">
            <a:spLocks/>
          </p:cNvSpPr>
          <p:nvPr/>
        </p:nvSpPr>
        <p:spPr>
          <a:xfrm>
            <a:off x="1895168" y="1363178"/>
            <a:ext cx="7772400" cy="150298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b="1" kern="1200">
                <a:solidFill>
                  <a:schemeClr val="tx1"/>
                </a:solidFill>
                <a:latin typeface="Times New Roman" panose="02020603050405020304" pitchFamily="18" charset="0"/>
                <a:ea typeface="+mj-ea"/>
                <a:cs typeface="Times New Roman" panose="02020603050405020304" pitchFamily="18" charset="0"/>
              </a:defRPr>
            </a:lvl1pPr>
          </a:lstStyle>
          <a:p>
            <a:pPr>
              <a:spcAft>
                <a:spcPts val="600"/>
              </a:spcAft>
            </a:pPr>
            <a:r>
              <a:rPr lang="en-US" dirty="0"/>
              <a:t>Chapter 5:</a:t>
            </a:r>
          </a:p>
          <a:p>
            <a:pPr>
              <a:spcAft>
                <a:spcPts val="600"/>
              </a:spcAft>
            </a:pPr>
            <a:r>
              <a:rPr lang="en-US" dirty="0">
                <a:solidFill>
                  <a:srgbClr val="0000FF"/>
                </a:solidFill>
              </a:rPr>
              <a:t>Newton’s Laws of Motion</a:t>
            </a:r>
            <a:endParaRPr lang="en-US" dirty="0"/>
          </a:p>
        </p:txBody>
      </p:sp>
      <p:sp>
        <p:nvSpPr>
          <p:cNvPr id="3" name="Rectangle 2">
            <a:extLst>
              <a:ext uri="{FF2B5EF4-FFF2-40B4-BE49-F238E27FC236}">
                <a16:creationId xmlns:a16="http://schemas.microsoft.com/office/drawing/2014/main" id="{C3BE9EED-9D89-A03D-BCE0-AD562449A00B}"/>
              </a:ext>
            </a:extLst>
          </p:cNvPr>
          <p:cNvSpPr/>
          <p:nvPr/>
        </p:nvSpPr>
        <p:spPr>
          <a:xfrm>
            <a:off x="1895168" y="3422947"/>
            <a:ext cx="7772400" cy="1569660"/>
          </a:xfrm>
          <a:prstGeom prst="rect">
            <a:avLst/>
          </a:prstGeom>
        </p:spPr>
        <p:txBody>
          <a:bodyPr wrap="square">
            <a:spAutoFit/>
          </a:bodyPr>
          <a:lstStyle/>
          <a:p>
            <a:pPr algn="ctr"/>
            <a:r>
              <a:rPr lang="en-US" sz="3200" dirty="0">
                <a:latin typeface="Times New Roman" panose="02020603050405020304" pitchFamily="18" charset="0"/>
                <a:cs typeface="Times New Roman" panose="02020603050405020304" pitchFamily="18" charset="0"/>
              </a:rPr>
              <a:t>From </a:t>
            </a:r>
            <a:r>
              <a:rPr lang="en-US" sz="3200" b="1" dirty="0">
                <a:latin typeface="Times New Roman" panose="02020603050405020304" pitchFamily="18" charset="0"/>
                <a:cs typeface="Times New Roman" panose="02020603050405020304" pitchFamily="18" charset="0"/>
              </a:rPr>
              <a:t>kinematics</a:t>
            </a:r>
            <a:r>
              <a:rPr lang="en-US" sz="3200" dirty="0">
                <a:latin typeface="Times New Roman" panose="02020603050405020304" pitchFamily="18" charset="0"/>
                <a:cs typeface="Times New Roman" panose="02020603050405020304" pitchFamily="18" charset="0"/>
              </a:rPr>
              <a:t>, the description of motion, to </a:t>
            </a:r>
            <a:r>
              <a:rPr lang="en-US" sz="3200" b="1" dirty="0">
                <a:solidFill>
                  <a:srgbClr val="C00000"/>
                </a:solidFill>
                <a:latin typeface="Times New Roman" panose="02020603050405020304" pitchFamily="18" charset="0"/>
                <a:cs typeface="Times New Roman" panose="02020603050405020304" pitchFamily="18" charset="0"/>
              </a:rPr>
              <a:t>dynamics</a:t>
            </a:r>
            <a:r>
              <a:rPr lang="en-US" sz="3200" dirty="0">
                <a:latin typeface="Times New Roman" panose="02020603050405020304" pitchFamily="18" charset="0"/>
                <a:cs typeface="Times New Roman" panose="02020603050405020304" pitchFamily="18" charset="0"/>
              </a:rPr>
              <a:t>, the study of causes of changes in motion.</a:t>
            </a:r>
          </a:p>
        </p:txBody>
      </p:sp>
    </p:spTree>
    <p:extLst>
      <p:ext uri="{BB962C8B-B14F-4D97-AF65-F5344CB8AC3E}">
        <p14:creationId xmlns:p14="http://schemas.microsoft.com/office/powerpoint/2010/main" val="192149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ED70AC1E-6AFA-7FFF-6F43-496396852A0C}"/>
              </a:ext>
            </a:extLst>
          </p:cNvPr>
          <p:cNvSpPr txBox="1">
            <a:spLocks/>
          </p:cNvSpPr>
          <p:nvPr/>
        </p:nvSpPr>
        <p:spPr>
          <a:xfrm>
            <a:off x="0" y="-2580"/>
            <a:ext cx="12192000" cy="646331"/>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ea typeface="STKaiti" panose="020B0503020204020204" pitchFamily="2" charset="-122"/>
                <a:cs typeface="Times New Roman" panose="02020603050405020304" pitchFamily="18" charset="0"/>
              </a:rPr>
              <a:t> </a:t>
            </a:r>
            <a:r>
              <a:rPr lang="en-US" sz="4000" b="1" dirty="0">
                <a:solidFill>
                  <a:srgbClr val="0000FF"/>
                </a:solidFill>
                <a:latin typeface="Times New Roman" panose="02020603050405020304" pitchFamily="18" charset="0"/>
                <a:cs typeface="Times New Roman" panose="02020603050405020304" pitchFamily="18" charset="0"/>
              </a:rPr>
              <a:t>Newton’s Laws of Motion</a:t>
            </a:r>
            <a:endParaRPr lang="en-US" sz="4000" b="1" dirty="0">
              <a:latin typeface="Times New Roman" panose="02020603050405020304" pitchFamily="18" charset="0"/>
              <a:cs typeface="Times New Roman" panose="02020603050405020304" pitchFamily="18" charset="0"/>
            </a:endParaRPr>
          </a:p>
        </p:txBody>
      </p:sp>
      <p:pic>
        <p:nvPicPr>
          <p:cNvPr id="3" name="Online Media 2" title="Newton's Laws: Physics Concept Trailer ™">
            <a:hlinkClick r:id="" action="ppaction://media"/>
            <a:extLst>
              <a:ext uri="{FF2B5EF4-FFF2-40B4-BE49-F238E27FC236}">
                <a16:creationId xmlns:a16="http://schemas.microsoft.com/office/drawing/2014/main" id="{E908E957-0EB5-230C-1482-801CCEAACCEF}"/>
              </a:ext>
            </a:extLst>
          </p:cNvPr>
          <p:cNvPicPr>
            <a:picLocks noRot="1" noChangeAspect="1"/>
          </p:cNvPicPr>
          <p:nvPr>
            <a:videoFile r:link="rId1"/>
          </p:nvPr>
        </p:nvPicPr>
        <p:blipFill>
          <a:blip r:embed="rId3"/>
          <a:stretch>
            <a:fillRect/>
          </a:stretch>
        </p:blipFill>
        <p:spPr>
          <a:xfrm>
            <a:off x="1423175" y="904569"/>
            <a:ext cx="9878026" cy="5581086"/>
          </a:xfrm>
          <a:prstGeom prst="rect">
            <a:avLst/>
          </a:prstGeom>
        </p:spPr>
      </p:pic>
    </p:spTree>
    <p:extLst>
      <p:ext uri="{BB962C8B-B14F-4D97-AF65-F5344CB8AC3E}">
        <p14:creationId xmlns:p14="http://schemas.microsoft.com/office/powerpoint/2010/main" val="2651413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3"/>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3"/>
                                        </p:tgtEl>
                                      </p:cBhvr>
                                    </p:cmd>
                                  </p:childTnLst>
                                </p:cTn>
                              </p:par>
                            </p:childTnLst>
                          </p:cTn>
                        </p:par>
                      </p:childTnLst>
                    </p:cTn>
                  </p:par>
                </p:childTnLst>
              </p:cTn>
              <p:nextCondLst>
                <p:cond evt="onClick" delay="0">
                  <p:tgtEl>
                    <p:spTgt spid="3"/>
                  </p:tgtEl>
                </p:cond>
              </p:nextCondLst>
            </p:seq>
            <p:video>
              <p:cMediaNode vol="80000">
                <p:cTn id="12" fill="hold" display="0">
                  <p:stCondLst>
                    <p:cond delay="indefinite"/>
                  </p:stCondLst>
                </p:cTn>
                <p:tgtEl>
                  <p:spTgt spid="3"/>
                </p:tgtEl>
              </p:cMediaNode>
            </p:vide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8433F2F-AE42-C0F6-AC3B-C80F424C127D}"/>
              </a:ext>
            </a:extLst>
          </p:cNvPr>
          <p:cNvSpPr/>
          <p:nvPr/>
        </p:nvSpPr>
        <p:spPr>
          <a:xfrm>
            <a:off x="2266463" y="972503"/>
            <a:ext cx="9325770" cy="5459559"/>
          </a:xfrm>
          <a:prstGeom prst="rect">
            <a:avLst/>
          </a:prstGeom>
        </p:spPr>
        <p:txBody>
          <a:bodyPr wrap="square">
            <a:spAutoFit/>
          </a:bodyPr>
          <a:lstStyle/>
          <a:p>
            <a:pPr marL="558800" indent="-457200">
              <a:spcAft>
                <a:spcPts val="600"/>
              </a:spcAft>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Newton's Laws – Physics Concept Trailer: </a:t>
            </a:r>
            <a:r>
              <a:rPr lang="en-US" sz="2200" dirty="0">
                <a:solidFill>
                  <a:srgbClr val="0070C0"/>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https://www.youtube.com/watch?v=lCxxH8nQtZQ</a:t>
            </a:r>
            <a:endParaRPr lang="en-US" sz="2200" dirty="0">
              <a:solidFill>
                <a:srgbClr val="0070C0"/>
              </a:solidFill>
              <a:latin typeface="Times New Roman" panose="02020603050405020304" pitchFamily="18" charset="0"/>
              <a:cs typeface="Times New Roman" panose="02020603050405020304" pitchFamily="18" charset="0"/>
            </a:endParaRPr>
          </a:p>
          <a:p>
            <a:pPr marL="558800" indent="-457200">
              <a:spcAft>
                <a:spcPts val="600"/>
              </a:spcAft>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Dynamics: What are Forces? </a:t>
            </a:r>
            <a:r>
              <a:rPr lang="en-US" sz="2200" dirty="0">
                <a:solidFill>
                  <a:srgbClr val="0070C0"/>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https://www.youtube.com/watch?v=iAMxWvyykRU</a:t>
            </a:r>
            <a:endParaRPr lang="en-US" sz="2200" dirty="0">
              <a:solidFill>
                <a:srgbClr val="0070C0"/>
              </a:solidFill>
              <a:latin typeface="Times New Roman" panose="02020603050405020304" pitchFamily="18" charset="0"/>
              <a:cs typeface="Times New Roman" panose="02020603050405020304" pitchFamily="18" charset="0"/>
            </a:endParaRPr>
          </a:p>
          <a:p>
            <a:pPr marL="558800" indent="-457200">
              <a:spcAft>
                <a:spcPts val="600"/>
              </a:spcAft>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Newton's First Law of Motion: Mass and Inertia </a:t>
            </a:r>
            <a:r>
              <a:rPr lang="en-US" sz="2200" dirty="0">
                <a:solidFill>
                  <a:srgbClr val="0070C0"/>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https://www.youtube.com/watch?v=1XSyyjcEHo0</a:t>
            </a:r>
            <a:endParaRPr lang="en-US" sz="2200" dirty="0">
              <a:solidFill>
                <a:srgbClr val="0070C0"/>
              </a:solidFill>
              <a:latin typeface="Times New Roman" panose="02020603050405020304" pitchFamily="18" charset="0"/>
              <a:cs typeface="Times New Roman" panose="02020603050405020304" pitchFamily="18" charset="0"/>
            </a:endParaRPr>
          </a:p>
          <a:p>
            <a:pPr marL="558800" indent="-457200">
              <a:spcAft>
                <a:spcPts val="600"/>
              </a:spcAft>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Newton's Second Law of Motion: </a:t>
            </a:r>
            <a:r>
              <a:rPr lang="en-US" sz="2200" i="1" dirty="0">
                <a:latin typeface="Times New Roman" panose="02020603050405020304" pitchFamily="18" charset="0"/>
                <a:cs typeface="Times New Roman" panose="02020603050405020304" pitchFamily="18" charset="0"/>
              </a:rPr>
              <a:t>F</a:t>
            </a:r>
            <a:r>
              <a:rPr lang="en-US" sz="2200" dirty="0">
                <a:latin typeface="Times New Roman" panose="02020603050405020304" pitchFamily="18" charset="0"/>
                <a:cs typeface="Times New Roman" panose="02020603050405020304" pitchFamily="18" charset="0"/>
              </a:rPr>
              <a:t> = </a:t>
            </a:r>
            <a:r>
              <a:rPr lang="en-US" sz="2200" i="1" dirty="0">
                <a:latin typeface="Times New Roman" panose="02020603050405020304" pitchFamily="18" charset="0"/>
                <a:cs typeface="Times New Roman" panose="02020603050405020304" pitchFamily="18" charset="0"/>
              </a:rPr>
              <a:t>ma</a:t>
            </a:r>
            <a:r>
              <a:rPr lang="en-US" sz="2200" dirty="0">
                <a:latin typeface="Times New Roman" panose="02020603050405020304" pitchFamily="18" charset="0"/>
                <a:cs typeface="Times New Roman" panose="02020603050405020304" pitchFamily="18" charset="0"/>
              </a:rPr>
              <a:t> </a:t>
            </a:r>
            <a:r>
              <a:rPr lang="en-US" sz="2200" dirty="0">
                <a:solidFill>
                  <a:srgbClr val="0070C0"/>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https://www.youtube.com/watch?v=xzA6IBWUEDE</a:t>
            </a:r>
            <a:endParaRPr lang="en-US" sz="2200" dirty="0">
              <a:solidFill>
                <a:srgbClr val="0070C0"/>
              </a:solidFill>
              <a:latin typeface="Times New Roman" panose="02020603050405020304" pitchFamily="18" charset="0"/>
              <a:cs typeface="Times New Roman" panose="02020603050405020304" pitchFamily="18" charset="0"/>
            </a:endParaRPr>
          </a:p>
          <a:p>
            <a:pPr marL="558800" indent="-457200">
              <a:spcAft>
                <a:spcPts val="600"/>
              </a:spcAft>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Newton's Third Law of Motion: Action and Reaction </a:t>
            </a:r>
            <a:r>
              <a:rPr lang="en-US" sz="2200" dirty="0">
                <a:solidFill>
                  <a:srgbClr val="0070C0"/>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https://www.youtube.com/watch?v=y61_VPKH2B4&amp;vl=sr</a:t>
            </a:r>
            <a:endParaRPr lang="en-US" sz="2200" dirty="0">
              <a:solidFill>
                <a:srgbClr val="0070C0"/>
              </a:solidFill>
              <a:latin typeface="Times New Roman" panose="02020603050405020304" pitchFamily="18" charset="0"/>
              <a:cs typeface="Times New Roman" panose="02020603050405020304" pitchFamily="18" charset="0"/>
            </a:endParaRPr>
          </a:p>
          <a:p>
            <a:pPr marL="558800" indent="-457200">
              <a:spcAft>
                <a:spcPts val="600"/>
              </a:spcAft>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Mass vs. Weight and the Normal Force </a:t>
            </a:r>
            <a:r>
              <a:rPr lang="en-US" sz="2200" dirty="0">
                <a:solidFill>
                  <a:srgbClr val="0070C0"/>
                </a:solidFill>
                <a:latin typeface="Times New Roman" panose="02020603050405020304" pitchFamily="18" charset="0"/>
                <a:cs typeface="Times New Roman" panose="02020603050405020304" pitchFamily="18" charset="0"/>
                <a:hlinkClick r:id="rId7">
                  <a:extLst>
                    <a:ext uri="{A12FA001-AC4F-418D-AE19-62706E023703}">
                      <ahyp:hlinkClr xmlns:ahyp="http://schemas.microsoft.com/office/drawing/2018/hyperlinkcolor" val="tx"/>
                    </a:ext>
                  </a:extLst>
                </a:hlinkClick>
              </a:rPr>
              <a:t>https://www.youtube.com/watch?v=57gKnA94Doc</a:t>
            </a:r>
            <a:endParaRPr lang="en-US" sz="2200" dirty="0">
              <a:solidFill>
                <a:srgbClr val="0070C0"/>
              </a:solidFill>
              <a:latin typeface="Times New Roman" panose="02020603050405020304" pitchFamily="18" charset="0"/>
              <a:cs typeface="Times New Roman" panose="02020603050405020304" pitchFamily="18" charset="0"/>
            </a:endParaRPr>
          </a:p>
          <a:p>
            <a:pPr marL="558800" indent="-457200">
              <a:spcAft>
                <a:spcPts val="600"/>
              </a:spcAft>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Frictional Forces: Static and Kinetic </a:t>
            </a:r>
            <a:r>
              <a:rPr lang="en-US" sz="2200" dirty="0">
                <a:solidFill>
                  <a:srgbClr val="0070C0"/>
                </a:solidFill>
                <a:latin typeface="Times New Roman" panose="02020603050405020304" pitchFamily="18" charset="0"/>
                <a:cs typeface="Times New Roman" panose="02020603050405020304" pitchFamily="18" charset="0"/>
                <a:hlinkClick r:id="rId8">
                  <a:extLst>
                    <a:ext uri="{A12FA001-AC4F-418D-AE19-62706E023703}">
                      <ahyp:hlinkClr xmlns:ahyp="http://schemas.microsoft.com/office/drawing/2018/hyperlinkcolor" val="tx"/>
                    </a:ext>
                  </a:extLst>
                </a:hlinkClick>
              </a:rPr>
              <a:t>https://www.youtube.com/watch?v=3EbUa5ZDybg</a:t>
            </a:r>
            <a:endParaRPr lang="en-US" sz="2200" dirty="0">
              <a:solidFill>
                <a:srgbClr val="0070C0"/>
              </a:solidFill>
              <a:latin typeface="Times New Roman" panose="02020603050405020304" pitchFamily="18" charset="0"/>
              <a:cs typeface="Times New Roman" panose="02020603050405020304" pitchFamily="18" charset="0"/>
            </a:endParaRPr>
          </a:p>
        </p:txBody>
      </p:sp>
      <p:sp>
        <p:nvSpPr>
          <p:cNvPr id="3" name="Title 3">
            <a:extLst>
              <a:ext uri="{FF2B5EF4-FFF2-40B4-BE49-F238E27FC236}">
                <a16:creationId xmlns:a16="http://schemas.microsoft.com/office/drawing/2014/main" id="{39C90F62-F86B-0CB2-920B-A6D4917C178A}"/>
              </a:ext>
            </a:extLst>
          </p:cNvPr>
          <p:cNvSpPr txBox="1">
            <a:spLocks/>
          </p:cNvSpPr>
          <p:nvPr/>
        </p:nvSpPr>
        <p:spPr>
          <a:xfrm>
            <a:off x="0" y="-3836"/>
            <a:ext cx="12192000" cy="646331"/>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ea typeface="STKaiti" panose="020B0503020204020204" pitchFamily="2" charset="-122"/>
                <a:cs typeface="Times New Roman" panose="02020603050405020304" pitchFamily="18" charset="0"/>
              </a:rPr>
              <a:t> Helpful Videos </a:t>
            </a:r>
            <a:r>
              <a:rPr lang="en-US" sz="3200" b="1" dirty="0">
                <a:latin typeface="Times New Roman" panose="02020603050405020304" pitchFamily="18" charset="0"/>
                <a:ea typeface="STKaiti" panose="020B0503020204020204" pitchFamily="2" charset="-122"/>
                <a:cs typeface="Times New Roman" panose="02020603050405020304" pitchFamily="18" charset="0"/>
              </a:rPr>
              <a:t> </a:t>
            </a:r>
          </a:p>
        </p:txBody>
      </p:sp>
    </p:spTree>
    <p:extLst>
      <p:ext uri="{BB962C8B-B14F-4D97-AF65-F5344CB8AC3E}">
        <p14:creationId xmlns:p14="http://schemas.microsoft.com/office/powerpoint/2010/main" val="20286787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A0D971-D85A-44F5-9B18-6CF77F08E370}"/>
              </a:ext>
            </a:extLst>
          </p:cNvPr>
          <p:cNvSpPr/>
          <p:nvPr/>
        </p:nvSpPr>
        <p:spPr>
          <a:xfrm>
            <a:off x="2349909" y="1629067"/>
            <a:ext cx="7463783" cy="4462760"/>
          </a:xfrm>
          <a:prstGeom prst="rect">
            <a:avLst/>
          </a:prstGeom>
        </p:spPr>
        <p:txBody>
          <a:bodyPr wrap="square">
            <a:spAutoFit/>
          </a:bodyPr>
          <a:lstStyle/>
          <a:p>
            <a:pPr>
              <a:spcAft>
                <a:spcPts val="1200"/>
              </a:spcAft>
            </a:pPr>
            <a:r>
              <a:rPr lang="en-US" sz="3200" b="1" dirty="0">
                <a:latin typeface="Times New Roman" panose="02020603050405020304" pitchFamily="18" charset="0"/>
                <a:cs typeface="Times New Roman" panose="02020603050405020304" pitchFamily="18" charset="0"/>
              </a:rPr>
              <a:t>5.1  </a:t>
            </a:r>
            <a:r>
              <a:rPr lang="en-US" sz="3200" dirty="0">
                <a:latin typeface="Times New Roman" panose="02020603050405020304" pitchFamily="18" charset="0"/>
                <a:cs typeface="Times New Roman" panose="02020603050405020304" pitchFamily="18" charset="0"/>
              </a:rPr>
              <a:t>Force and Mass</a:t>
            </a:r>
          </a:p>
          <a:p>
            <a:pPr>
              <a:spcAft>
                <a:spcPts val="1200"/>
              </a:spcAft>
            </a:pPr>
            <a:r>
              <a:rPr lang="en-US" sz="3200" b="1" dirty="0">
                <a:latin typeface="Times New Roman" panose="02020603050405020304" pitchFamily="18" charset="0"/>
                <a:cs typeface="Times New Roman" panose="02020603050405020304" pitchFamily="18" charset="0"/>
              </a:rPr>
              <a:t>5.2  </a:t>
            </a:r>
            <a:r>
              <a:rPr lang="en-US" sz="3200" dirty="0">
                <a:latin typeface="Times New Roman" panose="02020603050405020304" pitchFamily="18" charset="0"/>
                <a:cs typeface="Times New Roman" panose="02020603050405020304" pitchFamily="18" charset="0"/>
              </a:rPr>
              <a:t>Newton’s First Law</a:t>
            </a:r>
          </a:p>
          <a:p>
            <a:pPr>
              <a:spcAft>
                <a:spcPts val="1200"/>
              </a:spcAft>
            </a:pPr>
            <a:r>
              <a:rPr lang="en-US" sz="3200" b="1" dirty="0">
                <a:latin typeface="Times New Roman" panose="02020603050405020304" pitchFamily="18" charset="0"/>
                <a:cs typeface="Times New Roman" panose="02020603050405020304" pitchFamily="18" charset="0"/>
              </a:rPr>
              <a:t>5.3  </a:t>
            </a:r>
            <a:r>
              <a:rPr lang="en-US" sz="3200" dirty="0">
                <a:latin typeface="Times New Roman" panose="02020603050405020304" pitchFamily="18" charset="0"/>
                <a:cs typeface="Times New Roman" panose="02020603050405020304" pitchFamily="18" charset="0"/>
              </a:rPr>
              <a:t>Newton’s Second Law</a:t>
            </a:r>
          </a:p>
          <a:p>
            <a:pPr>
              <a:spcAft>
                <a:spcPts val="1200"/>
              </a:spcAft>
            </a:pPr>
            <a:r>
              <a:rPr lang="en-US" sz="3200" b="1" dirty="0">
                <a:latin typeface="Times New Roman" panose="02020603050405020304" pitchFamily="18" charset="0"/>
                <a:cs typeface="Times New Roman" panose="02020603050405020304" pitchFamily="18" charset="0"/>
              </a:rPr>
              <a:t>5.4  </a:t>
            </a:r>
            <a:r>
              <a:rPr lang="en-US" sz="3200" dirty="0">
                <a:latin typeface="Times New Roman" panose="02020603050405020304" pitchFamily="18" charset="0"/>
                <a:cs typeface="Times New Roman" panose="02020603050405020304" pitchFamily="18" charset="0"/>
              </a:rPr>
              <a:t>Newton’s Third Law</a:t>
            </a:r>
          </a:p>
          <a:p>
            <a:pPr>
              <a:spcAft>
                <a:spcPts val="1200"/>
              </a:spcAft>
            </a:pPr>
            <a:r>
              <a:rPr lang="en-US" sz="3200" b="1" dirty="0">
                <a:latin typeface="Times New Roman" panose="02020603050405020304" pitchFamily="18" charset="0"/>
                <a:cs typeface="Times New Roman" panose="02020603050405020304" pitchFamily="18" charset="0"/>
              </a:rPr>
              <a:t>5.5  </a:t>
            </a:r>
            <a:r>
              <a:rPr lang="en-US" sz="3200" dirty="0">
                <a:latin typeface="Times New Roman" panose="02020603050405020304" pitchFamily="18" charset="0"/>
                <a:cs typeface="Times New Roman" panose="02020603050405020304" pitchFamily="18" charset="0"/>
              </a:rPr>
              <a:t>Common Forces</a:t>
            </a:r>
          </a:p>
          <a:p>
            <a:pPr>
              <a:spcAft>
                <a:spcPts val="1200"/>
              </a:spcAft>
            </a:pPr>
            <a:r>
              <a:rPr lang="en-US" sz="3200" b="1" dirty="0">
                <a:latin typeface="Times New Roman" panose="02020603050405020304" pitchFamily="18" charset="0"/>
                <a:cs typeface="Times New Roman" panose="02020603050405020304" pitchFamily="18" charset="0"/>
              </a:rPr>
              <a:t>5.6</a:t>
            </a:r>
            <a:r>
              <a:rPr lang="en-US" sz="3200" dirty="0">
                <a:latin typeface="Times New Roman" panose="02020603050405020304" pitchFamily="18" charset="0"/>
                <a:cs typeface="Times New Roman" panose="02020603050405020304" pitchFamily="18" charset="0"/>
              </a:rPr>
              <a:t>  Drawing Free-Body Diagrams</a:t>
            </a:r>
          </a:p>
          <a:p>
            <a:pPr>
              <a:spcAft>
                <a:spcPts val="1200"/>
              </a:spcAft>
            </a:pPr>
            <a:r>
              <a:rPr lang="en-US" sz="3200" b="1" dirty="0">
                <a:latin typeface="Times New Roman" panose="02020603050405020304" pitchFamily="18" charset="0"/>
                <a:cs typeface="Times New Roman" panose="02020603050405020304" pitchFamily="18" charset="0"/>
              </a:rPr>
              <a:t>5.7</a:t>
            </a:r>
            <a:r>
              <a:rPr lang="en-US" sz="3200" dirty="0">
                <a:latin typeface="Times New Roman" panose="02020603050405020304" pitchFamily="18" charset="0"/>
                <a:cs typeface="Times New Roman" panose="02020603050405020304" pitchFamily="18" charset="0"/>
              </a:rPr>
              <a:t>  Solving Problems with Newton’s Laws</a:t>
            </a:r>
            <a:endParaRPr lang="en-US" sz="3000" dirty="0">
              <a:latin typeface="Times New Roman" panose="02020603050405020304" pitchFamily="18" charset="0"/>
              <a:cs typeface="Times New Roman" panose="02020603050405020304" pitchFamily="18" charset="0"/>
            </a:endParaRPr>
          </a:p>
        </p:txBody>
      </p:sp>
      <p:grpSp>
        <p:nvGrpSpPr>
          <p:cNvPr id="4" name="Group 3">
            <a:extLst>
              <a:ext uri="{FF2B5EF4-FFF2-40B4-BE49-F238E27FC236}">
                <a16:creationId xmlns:a16="http://schemas.microsoft.com/office/drawing/2014/main" id="{CDF8D8F7-5EF8-4580-9955-5E402BB35D5A}"/>
              </a:ext>
            </a:extLst>
          </p:cNvPr>
          <p:cNvGrpSpPr/>
          <p:nvPr/>
        </p:nvGrpSpPr>
        <p:grpSpPr>
          <a:xfrm>
            <a:off x="2048970" y="1412755"/>
            <a:ext cx="8094059" cy="769441"/>
            <a:chOff x="524969" y="1463053"/>
            <a:chExt cx="8094059" cy="769441"/>
          </a:xfrm>
        </p:grpSpPr>
        <p:sp>
          <p:nvSpPr>
            <p:cNvPr id="5" name="Rectangle 4">
              <a:extLst>
                <a:ext uri="{FF2B5EF4-FFF2-40B4-BE49-F238E27FC236}">
                  <a16:creationId xmlns:a16="http://schemas.microsoft.com/office/drawing/2014/main" id="{991DA91B-87B1-4818-B74E-90465409D6A3}"/>
                </a:ext>
              </a:extLst>
            </p:cNvPr>
            <p:cNvSpPr/>
            <p:nvPr/>
          </p:nvSpPr>
          <p:spPr>
            <a:xfrm>
              <a:off x="524969" y="1463053"/>
              <a:ext cx="8094059" cy="769441"/>
            </a:xfrm>
            <a:prstGeom prst="rect">
              <a:avLst/>
            </a:prstGeom>
            <a:noFill/>
            <a:ln w="38100">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9044C241-EE64-413D-92CC-201D67E5729E}"/>
                </a:ext>
              </a:extLst>
            </p:cNvPr>
            <p:cNvSpPr txBox="1"/>
            <p:nvPr/>
          </p:nvSpPr>
          <p:spPr>
            <a:xfrm>
              <a:off x="6861397" y="1729810"/>
              <a:ext cx="1722268" cy="430887"/>
            </a:xfrm>
            <a:prstGeom prst="rect">
              <a:avLst/>
            </a:prstGeom>
            <a:noFill/>
          </p:spPr>
          <p:txBody>
            <a:bodyPr wrap="square">
              <a:spAutoFit/>
            </a:bodyPr>
            <a:lstStyle/>
            <a:p>
              <a:pPr algn="r"/>
              <a:r>
                <a:rPr lang="en-US" sz="2200" b="1" dirty="0">
                  <a:solidFill>
                    <a:schemeClr val="accent6">
                      <a:lumMod val="60000"/>
                      <a:lumOff val="40000"/>
                    </a:schemeClr>
                  </a:solidFill>
                  <a:latin typeface="Times New Roman" panose="02020603050405020304" pitchFamily="18" charset="0"/>
                  <a:cs typeface="Times New Roman" panose="02020603050405020304" pitchFamily="18" charset="0"/>
                </a:rPr>
                <a:t>Concepts</a:t>
              </a:r>
              <a:endParaRPr lang="en-US" sz="2200" dirty="0">
                <a:solidFill>
                  <a:schemeClr val="accent6">
                    <a:lumMod val="60000"/>
                    <a:lumOff val="40000"/>
                  </a:schemeClr>
                </a:solidFill>
              </a:endParaRPr>
            </a:p>
          </p:txBody>
        </p:sp>
      </p:grpSp>
      <p:grpSp>
        <p:nvGrpSpPr>
          <p:cNvPr id="12" name="Group 11">
            <a:extLst>
              <a:ext uri="{FF2B5EF4-FFF2-40B4-BE49-F238E27FC236}">
                <a16:creationId xmlns:a16="http://schemas.microsoft.com/office/drawing/2014/main" id="{38587299-9DD4-4F95-A662-57368FBD08C0}"/>
              </a:ext>
            </a:extLst>
          </p:cNvPr>
          <p:cNvGrpSpPr/>
          <p:nvPr/>
        </p:nvGrpSpPr>
        <p:grpSpPr>
          <a:xfrm>
            <a:off x="2048970" y="2182196"/>
            <a:ext cx="8094059" cy="1955475"/>
            <a:chOff x="524969" y="2182195"/>
            <a:chExt cx="8094059" cy="1955475"/>
          </a:xfrm>
        </p:grpSpPr>
        <p:sp>
          <p:nvSpPr>
            <p:cNvPr id="8" name="TextBox 7">
              <a:extLst>
                <a:ext uri="{FF2B5EF4-FFF2-40B4-BE49-F238E27FC236}">
                  <a16:creationId xmlns:a16="http://schemas.microsoft.com/office/drawing/2014/main" id="{2D091707-2543-4205-868E-0C3F4AA856C1}"/>
                </a:ext>
              </a:extLst>
            </p:cNvPr>
            <p:cNvSpPr txBox="1"/>
            <p:nvPr/>
          </p:nvSpPr>
          <p:spPr>
            <a:xfrm>
              <a:off x="6754867" y="3306601"/>
              <a:ext cx="1828798" cy="769441"/>
            </a:xfrm>
            <a:prstGeom prst="rect">
              <a:avLst/>
            </a:prstGeom>
            <a:noFill/>
          </p:spPr>
          <p:txBody>
            <a:bodyPr wrap="square">
              <a:spAutoFit/>
            </a:bodyPr>
            <a:lstStyle/>
            <a:p>
              <a:pPr algn="r"/>
              <a:r>
                <a:rPr lang="en-US" sz="2200" b="1" dirty="0">
                  <a:solidFill>
                    <a:schemeClr val="accent4">
                      <a:lumMod val="50000"/>
                      <a:lumOff val="50000"/>
                    </a:schemeClr>
                  </a:solidFill>
                  <a:latin typeface="Times New Roman" panose="02020603050405020304" pitchFamily="18" charset="0"/>
                  <a:cs typeface="Times New Roman" panose="02020603050405020304" pitchFamily="18" charset="0"/>
                </a:rPr>
                <a:t>Physics Laws &amp; Formulas</a:t>
              </a:r>
              <a:endParaRPr lang="en-US" sz="2200" dirty="0">
                <a:solidFill>
                  <a:schemeClr val="accent4">
                    <a:lumMod val="50000"/>
                    <a:lumOff val="50000"/>
                  </a:schemeClr>
                </a:solidFill>
              </a:endParaRPr>
            </a:p>
          </p:txBody>
        </p:sp>
        <p:sp>
          <p:nvSpPr>
            <p:cNvPr id="9" name="Rectangle 8">
              <a:extLst>
                <a:ext uri="{FF2B5EF4-FFF2-40B4-BE49-F238E27FC236}">
                  <a16:creationId xmlns:a16="http://schemas.microsoft.com/office/drawing/2014/main" id="{8E6DD7D7-0946-45B7-B78B-497E4624BC6A}"/>
                </a:ext>
              </a:extLst>
            </p:cNvPr>
            <p:cNvSpPr/>
            <p:nvPr/>
          </p:nvSpPr>
          <p:spPr>
            <a:xfrm>
              <a:off x="524969" y="2182195"/>
              <a:ext cx="8094059" cy="1955475"/>
            </a:xfrm>
            <a:prstGeom prst="rect">
              <a:avLst/>
            </a:prstGeom>
            <a:noFill/>
            <a:ln w="38100">
              <a:solidFill>
                <a:schemeClr val="accent4">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lumMod val="60000"/>
                    <a:lumOff val="40000"/>
                  </a:schemeClr>
                </a:solidFill>
              </a:endParaRPr>
            </a:p>
          </p:txBody>
        </p:sp>
      </p:grpSp>
      <p:grpSp>
        <p:nvGrpSpPr>
          <p:cNvPr id="3" name="Group 2">
            <a:extLst>
              <a:ext uri="{FF2B5EF4-FFF2-40B4-BE49-F238E27FC236}">
                <a16:creationId xmlns:a16="http://schemas.microsoft.com/office/drawing/2014/main" id="{536A2456-9237-45C1-A3DC-F2751B98B3B4}"/>
              </a:ext>
            </a:extLst>
          </p:cNvPr>
          <p:cNvGrpSpPr/>
          <p:nvPr/>
        </p:nvGrpSpPr>
        <p:grpSpPr>
          <a:xfrm>
            <a:off x="2048970" y="4137671"/>
            <a:ext cx="8094059" cy="2327785"/>
            <a:chOff x="524969" y="4137670"/>
            <a:chExt cx="8094059" cy="2327785"/>
          </a:xfrm>
        </p:grpSpPr>
        <p:sp>
          <p:nvSpPr>
            <p:cNvPr id="10" name="TextBox 9">
              <a:extLst>
                <a:ext uri="{FF2B5EF4-FFF2-40B4-BE49-F238E27FC236}">
                  <a16:creationId xmlns:a16="http://schemas.microsoft.com/office/drawing/2014/main" id="{98C6A080-412E-4D4B-BDDE-A4FCD1AAC5EC}"/>
                </a:ext>
              </a:extLst>
            </p:cNvPr>
            <p:cNvSpPr txBox="1"/>
            <p:nvPr/>
          </p:nvSpPr>
          <p:spPr>
            <a:xfrm>
              <a:off x="6419273" y="5953269"/>
              <a:ext cx="2170376" cy="430887"/>
            </a:xfrm>
            <a:prstGeom prst="rect">
              <a:avLst/>
            </a:prstGeom>
            <a:noFill/>
          </p:spPr>
          <p:txBody>
            <a:bodyPr wrap="square">
              <a:spAutoFit/>
            </a:bodyPr>
            <a:lstStyle/>
            <a:p>
              <a:pPr algn="r"/>
              <a:r>
                <a:rPr lang="en-US" sz="2200" b="1" dirty="0">
                  <a:solidFill>
                    <a:schemeClr val="tx2">
                      <a:lumMod val="60000"/>
                      <a:lumOff val="40000"/>
                    </a:schemeClr>
                  </a:solidFill>
                  <a:latin typeface="Times New Roman" panose="02020603050405020304" pitchFamily="18" charset="0"/>
                  <a:cs typeface="Times New Roman" panose="02020603050405020304" pitchFamily="18" charset="0"/>
                </a:rPr>
                <a:t>Problem Solving</a:t>
              </a:r>
            </a:p>
          </p:txBody>
        </p:sp>
        <p:sp>
          <p:nvSpPr>
            <p:cNvPr id="11" name="Rectangle 10">
              <a:extLst>
                <a:ext uri="{FF2B5EF4-FFF2-40B4-BE49-F238E27FC236}">
                  <a16:creationId xmlns:a16="http://schemas.microsoft.com/office/drawing/2014/main" id="{34B73775-31A5-41B2-9ED5-4AD7672B44EF}"/>
                </a:ext>
              </a:extLst>
            </p:cNvPr>
            <p:cNvSpPr/>
            <p:nvPr/>
          </p:nvSpPr>
          <p:spPr>
            <a:xfrm>
              <a:off x="524969" y="4137670"/>
              <a:ext cx="8094059" cy="2327785"/>
            </a:xfrm>
            <a:prstGeom prst="rect">
              <a:avLst/>
            </a:prstGeom>
            <a:noFill/>
            <a:ln w="3810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lumMod val="60000"/>
                    <a:lumOff val="40000"/>
                  </a:schemeClr>
                </a:solidFill>
              </a:endParaRPr>
            </a:p>
          </p:txBody>
        </p:sp>
      </p:grpSp>
      <p:sp>
        <p:nvSpPr>
          <p:cNvPr id="13" name="Title 3">
            <a:extLst>
              <a:ext uri="{FF2B5EF4-FFF2-40B4-BE49-F238E27FC236}">
                <a16:creationId xmlns:a16="http://schemas.microsoft.com/office/drawing/2014/main" id="{FE90AAB8-84F3-5832-C718-2DE6A44E38D8}"/>
              </a:ext>
            </a:extLst>
          </p:cNvPr>
          <p:cNvSpPr txBox="1">
            <a:spLocks/>
          </p:cNvSpPr>
          <p:nvPr/>
        </p:nvSpPr>
        <p:spPr>
          <a:xfrm>
            <a:off x="0" y="-38379"/>
            <a:ext cx="12192000" cy="701731"/>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latin typeface="Times New Roman" panose="02020603050405020304" pitchFamily="18" charset="0"/>
                <a:ea typeface="STKaiti" panose="020B0503020204020204" pitchFamily="2" charset="-122"/>
                <a:cs typeface="Times New Roman" panose="02020603050405020304" pitchFamily="18" charset="0"/>
              </a:rPr>
              <a:t> Chapter 5: </a:t>
            </a:r>
            <a:r>
              <a:rPr lang="en-US" b="1" dirty="0">
                <a:solidFill>
                  <a:srgbClr val="0000FF"/>
                </a:solidFill>
                <a:latin typeface="Times New Roman" panose="02020603050405020304" pitchFamily="18" charset="0"/>
                <a:cs typeface="Times New Roman" panose="02020603050405020304" pitchFamily="18" charset="0"/>
              </a:rPr>
              <a:t>Outline</a:t>
            </a:r>
            <a:r>
              <a:rPr lang="en-US" b="1" dirty="0">
                <a:latin typeface="Times New Roman" panose="02020603050405020304" pitchFamily="18" charset="0"/>
                <a:ea typeface="STKaiti" panose="020B0503020204020204" pitchFamily="2" charset="-122"/>
                <a:cs typeface="Times New Roman" panose="02020603050405020304" pitchFamily="18" charset="0"/>
              </a:rPr>
              <a:t>  </a:t>
            </a:r>
          </a:p>
        </p:txBody>
      </p:sp>
    </p:spTree>
    <p:extLst>
      <p:ext uri="{BB962C8B-B14F-4D97-AF65-F5344CB8AC3E}">
        <p14:creationId xmlns:p14="http://schemas.microsoft.com/office/powerpoint/2010/main" val="2495484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553D85-54C5-4F2F-A702-254BAE5A62E5}"/>
              </a:ext>
            </a:extLst>
          </p:cNvPr>
          <p:cNvSpPr>
            <a:spLocks noGrp="1"/>
          </p:cNvSpPr>
          <p:nvPr>
            <p:ph sz="half" idx="1"/>
          </p:nvPr>
        </p:nvSpPr>
        <p:spPr>
          <a:xfrm>
            <a:off x="1922601" y="1373819"/>
            <a:ext cx="8346798" cy="2066278"/>
          </a:xfrm>
        </p:spPr>
        <p:txBody>
          <a:bodyPr>
            <a:normAutofit lnSpcReduction="10000"/>
          </a:bodyPr>
          <a:lstStyle/>
          <a:p>
            <a:pPr>
              <a:spcBef>
                <a:spcPts val="0"/>
              </a:spcBef>
              <a:spcAft>
                <a:spcPts val="1200"/>
              </a:spcAft>
              <a:buFont typeface="Wingdings" panose="05000000000000000000" pitchFamily="2" charset="2"/>
              <a:buChar char="§"/>
            </a:pPr>
            <a:r>
              <a:rPr lang="en-US" b="1" dirty="0"/>
              <a:t>Kinematics</a:t>
            </a:r>
            <a:r>
              <a:rPr lang="en-US" dirty="0"/>
              <a:t> only describes the way objects move — their position, velocity, and acceleration (Chapter 3-4).</a:t>
            </a:r>
          </a:p>
          <a:p>
            <a:pPr>
              <a:spcBef>
                <a:spcPts val="0"/>
              </a:spcBef>
              <a:spcAft>
                <a:spcPts val="1200"/>
              </a:spcAft>
              <a:buFont typeface="Wingdings" panose="05000000000000000000" pitchFamily="2" charset="2"/>
              <a:buChar char="§"/>
            </a:pPr>
            <a:r>
              <a:rPr lang="en-US" b="1" dirty="0"/>
              <a:t>Dynamics</a:t>
            </a:r>
            <a:r>
              <a:rPr lang="en-US" dirty="0"/>
              <a:t> is the study of how forces affect the motion of objects and systems.</a:t>
            </a:r>
          </a:p>
        </p:txBody>
      </p:sp>
      <p:pic>
        <p:nvPicPr>
          <p:cNvPr id="5" name="Picture Placeholder 1" descr="A portrait of Isaac Newton.">
            <a:extLst>
              <a:ext uri="{FF2B5EF4-FFF2-40B4-BE49-F238E27FC236}">
                <a16:creationId xmlns:a16="http://schemas.microsoft.com/office/drawing/2014/main" id="{85FDD6A5-0F4F-488A-AB02-2E355CC3AB05}"/>
              </a:ext>
            </a:extLst>
          </p:cNvPr>
          <p:cNvPicPr>
            <a:picLocks noChangeAspect="1"/>
          </p:cNvPicPr>
          <p:nvPr/>
        </p:nvPicPr>
        <p:blipFill>
          <a:blip r:embed="rId2">
            <a:extLst>
              <a:ext uri="{28A0092B-C50C-407E-A947-70E740481C1C}">
                <a14:useLocalDpi xmlns:a14="http://schemas.microsoft.com/office/drawing/2010/main" val="0"/>
              </a:ext>
            </a:extLst>
          </a:blip>
          <a:srcRect t="-3327" b="-3327"/>
          <a:stretch>
            <a:fillRect/>
          </a:stretch>
        </p:blipFill>
        <p:spPr>
          <a:xfrm>
            <a:off x="7405678" y="3027285"/>
            <a:ext cx="2805122" cy="3656599"/>
          </a:xfrm>
          <a:prstGeom prst="rect">
            <a:avLst/>
          </a:prstGeom>
        </p:spPr>
      </p:pic>
      <p:sp>
        <p:nvSpPr>
          <p:cNvPr id="7" name="TextBox 6">
            <a:extLst>
              <a:ext uri="{FF2B5EF4-FFF2-40B4-BE49-F238E27FC236}">
                <a16:creationId xmlns:a16="http://schemas.microsoft.com/office/drawing/2014/main" id="{4801EC60-DC45-4BF8-B2A4-A2F91152253B}"/>
              </a:ext>
            </a:extLst>
          </p:cNvPr>
          <p:cNvSpPr txBox="1"/>
          <p:nvPr/>
        </p:nvSpPr>
        <p:spPr>
          <a:xfrm>
            <a:off x="1922602" y="3470589"/>
            <a:ext cx="4940017" cy="1384995"/>
          </a:xfrm>
          <a:prstGeom prst="rect">
            <a:avLst/>
          </a:prstGeom>
          <a:noFill/>
        </p:spPr>
        <p:txBody>
          <a:bodyPr wrap="square">
            <a:spAutoFit/>
          </a:bodyPr>
          <a:lstStyle/>
          <a:p>
            <a:pPr marL="347472" indent="-347472">
              <a:spcAft>
                <a:spcPts val="1200"/>
              </a:spcAft>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The foundation of dynamics are the laws of motion stated by Isaac Newton (1642–1727).</a:t>
            </a:r>
          </a:p>
        </p:txBody>
      </p:sp>
      <p:sp>
        <p:nvSpPr>
          <p:cNvPr id="8" name="Title 3">
            <a:extLst>
              <a:ext uri="{FF2B5EF4-FFF2-40B4-BE49-F238E27FC236}">
                <a16:creationId xmlns:a16="http://schemas.microsoft.com/office/drawing/2014/main" id="{8CE3DFF5-9E34-319E-0F6C-604BBEA1F3D5}"/>
              </a:ext>
            </a:extLst>
          </p:cNvPr>
          <p:cNvSpPr txBox="1">
            <a:spLocks/>
          </p:cNvSpPr>
          <p:nvPr/>
        </p:nvSpPr>
        <p:spPr>
          <a:xfrm>
            <a:off x="0" y="9995"/>
            <a:ext cx="12192000" cy="646331"/>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ea typeface="STKaiti" panose="020B0503020204020204" pitchFamily="2" charset="-122"/>
                <a:cs typeface="Times New Roman" panose="02020603050405020304" pitchFamily="18" charset="0"/>
              </a:rPr>
              <a:t>Kinematics vs</a:t>
            </a:r>
            <a:r>
              <a:rPr lang="en-US" sz="4000" b="1" dirty="0">
                <a:solidFill>
                  <a:srgbClr val="0000FF"/>
                </a:solidFill>
                <a:latin typeface="Times New Roman" panose="02020603050405020304" pitchFamily="18" charset="0"/>
                <a:cs typeface="Times New Roman" panose="02020603050405020304" pitchFamily="18" charset="0"/>
              </a:rPr>
              <a:t> Dynamics</a:t>
            </a:r>
            <a:r>
              <a:rPr lang="en-US" sz="4000" b="1" dirty="0">
                <a:latin typeface="Times New Roman" panose="02020603050405020304" pitchFamily="18" charset="0"/>
                <a:ea typeface="STKaiti" panose="020B0503020204020204" pitchFamily="2" charset="-122"/>
                <a:cs typeface="Times New Roman" panose="02020603050405020304" pitchFamily="18" charset="0"/>
              </a:rPr>
              <a:t> </a:t>
            </a:r>
            <a:r>
              <a:rPr lang="en-US" sz="3200" b="1" dirty="0">
                <a:latin typeface="Times New Roman" panose="02020603050405020304" pitchFamily="18" charset="0"/>
                <a:ea typeface="STKaiti" panose="020B0503020204020204" pitchFamily="2" charset="-122"/>
                <a:cs typeface="Times New Roman" panose="02020603050405020304" pitchFamily="18" charset="0"/>
              </a:rPr>
              <a:t> </a:t>
            </a:r>
          </a:p>
        </p:txBody>
      </p:sp>
    </p:spTree>
    <p:extLst>
      <p:ext uri="{BB962C8B-B14F-4D97-AF65-F5344CB8AC3E}">
        <p14:creationId xmlns:p14="http://schemas.microsoft.com/office/powerpoint/2010/main" val="17384926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268614" y="899438"/>
            <a:ext cx="7654772" cy="3893374"/>
          </a:xfrm>
          <a:prstGeom prst="rect">
            <a:avLst/>
          </a:prstGeom>
        </p:spPr>
        <p:txBody>
          <a:bodyPr wrap="square">
            <a:spAutoFit/>
          </a:bodyPr>
          <a:lstStyle/>
          <a:p>
            <a:pPr>
              <a:spcAft>
                <a:spcPts val="1800"/>
              </a:spcAft>
            </a:pPr>
            <a:endParaRPr lang="en-US" sz="3200" b="1" dirty="0">
              <a:latin typeface="Times New Roman" panose="02020603050405020304" pitchFamily="18" charset="0"/>
              <a:cs typeface="Times New Roman" panose="02020603050405020304" pitchFamily="18" charset="0"/>
            </a:endParaRPr>
          </a:p>
          <a:p>
            <a:pPr marL="457200" indent="-457200">
              <a:spcAft>
                <a:spcPts val="1800"/>
              </a:spcAft>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What is force? Scalar or vector?</a:t>
            </a:r>
          </a:p>
          <a:p>
            <a:pPr marL="457200" indent="-457200">
              <a:spcAft>
                <a:spcPts val="1800"/>
              </a:spcAft>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Does force always involve physical contact?</a:t>
            </a:r>
          </a:p>
          <a:p>
            <a:pPr marL="457200" indent="-457200">
              <a:spcAft>
                <a:spcPts val="1800"/>
              </a:spcAft>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How do you draw forces acting on an object?</a:t>
            </a:r>
          </a:p>
          <a:p>
            <a:pPr marL="457200" indent="-457200">
              <a:spcAft>
                <a:spcPts val="1800"/>
              </a:spcAft>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What is mass? Scalar or vector?</a:t>
            </a:r>
          </a:p>
          <a:p>
            <a:pPr marL="457200" indent="-457200">
              <a:spcAft>
                <a:spcPts val="1800"/>
              </a:spcAft>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Are mass and weight the same?</a:t>
            </a:r>
          </a:p>
        </p:txBody>
      </p:sp>
      <p:sp>
        <p:nvSpPr>
          <p:cNvPr id="3" name="Title 3">
            <a:extLst>
              <a:ext uri="{FF2B5EF4-FFF2-40B4-BE49-F238E27FC236}">
                <a16:creationId xmlns:a16="http://schemas.microsoft.com/office/drawing/2014/main" id="{DD8DE89B-F3B6-27DE-1AA5-C6A981123DE6}"/>
              </a:ext>
            </a:extLst>
          </p:cNvPr>
          <p:cNvSpPr txBox="1">
            <a:spLocks/>
          </p:cNvSpPr>
          <p:nvPr/>
        </p:nvSpPr>
        <p:spPr>
          <a:xfrm>
            <a:off x="0" y="165"/>
            <a:ext cx="12192000" cy="701731"/>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latin typeface="Times New Roman" panose="02020603050405020304" pitchFamily="18" charset="0"/>
                <a:ea typeface="STKaiti" panose="020B0503020204020204" pitchFamily="2" charset="-122"/>
                <a:cs typeface="Times New Roman" panose="02020603050405020304" pitchFamily="18" charset="0"/>
              </a:rPr>
              <a:t>5.1 </a:t>
            </a:r>
            <a:r>
              <a:rPr lang="en-US"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F</a:t>
            </a:r>
            <a:r>
              <a:rPr lang="en-US" b="1" dirty="0">
                <a:solidFill>
                  <a:srgbClr val="0000FF"/>
                </a:solidFill>
                <a:latin typeface="Times New Roman" panose="02020603050405020304" pitchFamily="18" charset="0"/>
                <a:cs typeface="Times New Roman" panose="02020603050405020304" pitchFamily="18" charset="0"/>
              </a:rPr>
              <a:t>orce</a:t>
            </a:r>
            <a:r>
              <a:rPr lang="en-US" b="1" dirty="0">
                <a:latin typeface="Times New Roman" panose="02020603050405020304" pitchFamily="18" charset="0"/>
                <a:ea typeface="STKaiti" panose="020B0503020204020204" pitchFamily="2" charset="-122"/>
                <a:cs typeface="Times New Roman" panose="02020603050405020304" pitchFamily="18" charset="0"/>
              </a:rPr>
              <a:t> and Mass  </a:t>
            </a:r>
          </a:p>
        </p:txBody>
      </p:sp>
    </p:spTree>
    <p:extLst>
      <p:ext uri="{BB962C8B-B14F-4D97-AF65-F5344CB8AC3E}">
        <p14:creationId xmlns:p14="http://schemas.microsoft.com/office/powerpoint/2010/main" val="40483621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et of six illustrations show examples of forces applied. Illustration a shows a horizontal spring attached to the wall on the left. A hand is pulling the spring from the right end toward the right side. An arrow is shown above the hand and is moving to the right. Illustration b shows a woman pulling a wagon pull cart, with a child sitting in the cart. An arrow points diagonally upward from the wagon to the handle. Illustration c shows a rugby player kicking a ball upward at an angle. An arrow is shown to move at an angle upward from the ball. These three illustrations are marked contact forces. Illustration d shows a small ball of mass lowercase m moving toward the right toward a large ball of mass uppercase M. An arrow is shown to move from the small ball to the bigger ball. Illustration e shows a small ball of charge lowercase negative q moving toward the right toward a large ball of charge uppercase Q. An arrow is shown to move from the small ball to the bigger ball. Illustration f shows a small rectangle marked iron moving toward the right toward a large rectangle marked N and S. An arrow is shown to move from the small rectangle to the bigger rectangle. The lower three illustration are marked field forces.">
            <a:extLst>
              <a:ext uri="{FF2B5EF4-FFF2-40B4-BE49-F238E27FC236}">
                <a16:creationId xmlns:a16="http://schemas.microsoft.com/office/drawing/2014/main" id="{DC9C4D36-E65A-4003-8D07-8ECB7A9E5E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69920" y="3892345"/>
            <a:ext cx="5852160" cy="2722854"/>
          </a:xfrm>
          <a:prstGeom prst="rect">
            <a:avLst/>
          </a:prstGeom>
        </p:spPr>
      </p:pic>
      <p:sp>
        <p:nvSpPr>
          <p:cNvPr id="5" name="Rectangle 4"/>
          <p:cNvSpPr/>
          <p:nvPr/>
        </p:nvSpPr>
        <p:spPr>
          <a:xfrm>
            <a:off x="1886857" y="1307431"/>
            <a:ext cx="8418286" cy="2462213"/>
          </a:xfrm>
          <a:prstGeom prst="rect">
            <a:avLst/>
          </a:prstGeom>
        </p:spPr>
        <p:txBody>
          <a:bodyPr wrap="square">
            <a:spAutoFit/>
          </a:bodyPr>
          <a:lstStyle/>
          <a:p>
            <a:pPr marL="457200" indent="-457200">
              <a:spcAft>
                <a:spcPts val="600"/>
              </a:spcAft>
              <a:buFont typeface="Wingdings" panose="05000000000000000000" pitchFamily="2" charset="2"/>
              <a:buChar char="§"/>
            </a:pPr>
            <a:r>
              <a:rPr lang="en-US" sz="2400" b="1" dirty="0">
                <a:latin typeface="Times New Roman" panose="02020603050405020304" pitchFamily="18" charset="0"/>
                <a:cs typeface="Times New Roman" panose="02020603050405020304" pitchFamily="18" charset="0"/>
              </a:rPr>
              <a:t>Force </a:t>
            </a:r>
            <a:r>
              <a:rPr lang="en-US" sz="2400" dirty="0">
                <a:latin typeface="Times New Roman" panose="02020603050405020304" pitchFamily="18" charset="0"/>
                <a:cs typeface="Times New Roman" panose="02020603050405020304" pitchFamily="18" charset="0"/>
              </a:rPr>
              <a:t>refers to interaction with object to change its velocity. We can define force as the </a:t>
            </a:r>
            <a:r>
              <a:rPr lang="en-US" sz="2400" i="1" dirty="0">
                <a:latin typeface="Times New Roman" panose="02020603050405020304" pitchFamily="18" charset="0"/>
                <a:cs typeface="Times New Roman" panose="02020603050405020304" pitchFamily="18" charset="0"/>
              </a:rPr>
              <a:t>push or pull on an object </a:t>
            </a:r>
            <a:r>
              <a:rPr lang="en-US" sz="2400" dirty="0">
                <a:latin typeface="Times New Roman" panose="02020603050405020304" pitchFamily="18" charset="0"/>
                <a:cs typeface="Times New Roman" panose="02020603050405020304" pitchFamily="18" charset="0"/>
              </a:rPr>
              <a:t>with a specific magnitude and direction.</a:t>
            </a:r>
          </a:p>
          <a:p>
            <a:pPr marL="457200" indent="-457200">
              <a:spcAft>
                <a:spcPts val="600"/>
              </a:spcAft>
              <a:buFont typeface="Wingdings" panose="05000000000000000000" pitchFamily="2" charset="2"/>
              <a:buChar char="§"/>
            </a:pPr>
            <a:r>
              <a:rPr lang="en-US" sz="2400" b="1" dirty="0">
                <a:latin typeface="Times New Roman" panose="02020603050405020304" pitchFamily="18" charset="0"/>
                <a:cs typeface="Times New Roman" panose="02020603050405020304" pitchFamily="18" charset="0"/>
              </a:rPr>
              <a:t>Contact Forces: </a:t>
            </a:r>
            <a:r>
              <a:rPr lang="en-US" sz="2400" dirty="0">
                <a:latin typeface="Times New Roman" panose="02020603050405020304" pitchFamily="18" charset="0"/>
                <a:cs typeface="Times New Roman" panose="02020603050405020304" pitchFamily="18" charset="0"/>
              </a:rPr>
              <a:t>involve physical contact between two objects. </a:t>
            </a:r>
          </a:p>
          <a:p>
            <a:pPr marL="457200" indent="-457200">
              <a:spcAft>
                <a:spcPts val="600"/>
              </a:spcAft>
              <a:buFont typeface="Wingdings" panose="05000000000000000000" pitchFamily="2" charset="2"/>
              <a:buChar char="§"/>
            </a:pPr>
            <a:r>
              <a:rPr lang="en-US" sz="2400" b="1" dirty="0">
                <a:latin typeface="Times New Roman" panose="02020603050405020304" pitchFamily="18" charset="0"/>
                <a:cs typeface="Times New Roman" panose="02020603050405020304" pitchFamily="18" charset="0"/>
              </a:rPr>
              <a:t>Field Forces: </a:t>
            </a:r>
            <a:r>
              <a:rPr lang="en-US" sz="2400" dirty="0">
                <a:latin typeface="Times New Roman" panose="02020603050405020304" pitchFamily="18" charset="0"/>
                <a:cs typeface="Times New Roman" panose="02020603050405020304" pitchFamily="18" charset="0"/>
              </a:rPr>
              <a:t>no physical contact between two objects </a:t>
            </a:r>
            <a:r>
              <a:rPr lang="en-US" sz="2400" dirty="0">
                <a:latin typeface="Times New Roman" panose="02020603050405020304" pitchFamily="18" charset="0"/>
                <a:cs typeface="Times New Roman" panose="02020603050405020304" pitchFamily="18" charset="0"/>
                <a:sym typeface="Symbol" panose="05050102010706020507" pitchFamily="18" charset="2"/>
              </a:rPr>
              <a:t> </a:t>
            </a:r>
            <a:r>
              <a:rPr lang="en-US" sz="2400" dirty="0">
                <a:latin typeface="Times New Roman" panose="02020603050405020304" pitchFamily="18" charset="0"/>
                <a:cs typeface="Times New Roman" panose="02020603050405020304" pitchFamily="18" charset="0"/>
              </a:rPr>
              <a:t>act through empty space (such as electric and magnetic fields).</a:t>
            </a:r>
          </a:p>
        </p:txBody>
      </p:sp>
      <p:sp>
        <p:nvSpPr>
          <p:cNvPr id="7" name="Title 3">
            <a:extLst>
              <a:ext uri="{FF2B5EF4-FFF2-40B4-BE49-F238E27FC236}">
                <a16:creationId xmlns:a16="http://schemas.microsoft.com/office/drawing/2014/main" id="{CDF40C13-13D4-7172-5EC5-20E27E2E54CF}"/>
              </a:ext>
            </a:extLst>
          </p:cNvPr>
          <p:cNvSpPr txBox="1">
            <a:spLocks/>
          </p:cNvSpPr>
          <p:nvPr/>
        </p:nvSpPr>
        <p:spPr>
          <a:xfrm>
            <a:off x="0" y="165"/>
            <a:ext cx="12192000" cy="757130"/>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dirty="0">
                <a:latin typeface="Times New Roman" panose="02020603050405020304" pitchFamily="18" charset="0"/>
                <a:ea typeface="STKaiti" panose="020B0503020204020204" pitchFamily="2" charset="-122"/>
                <a:cs typeface="Times New Roman" panose="02020603050405020304" pitchFamily="18" charset="0"/>
              </a:rPr>
              <a:t>Fundamental </a:t>
            </a:r>
            <a:r>
              <a:rPr lang="en-US" sz="48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F</a:t>
            </a:r>
            <a:r>
              <a:rPr lang="en-US" sz="4800" b="1" dirty="0">
                <a:solidFill>
                  <a:srgbClr val="0000FF"/>
                </a:solidFill>
                <a:latin typeface="Times New Roman" panose="02020603050405020304" pitchFamily="18" charset="0"/>
                <a:cs typeface="Times New Roman" panose="02020603050405020304" pitchFamily="18" charset="0"/>
              </a:rPr>
              <a:t>orces</a:t>
            </a:r>
            <a:r>
              <a:rPr lang="en-US" sz="4800" b="1" dirty="0">
                <a:latin typeface="Times New Roman" panose="02020603050405020304" pitchFamily="18" charset="0"/>
                <a:ea typeface="STKaiti" panose="020B0503020204020204" pitchFamily="2" charset="-122"/>
                <a:cs typeface="Times New Roman" panose="02020603050405020304" pitchFamily="18" charset="0"/>
              </a:rPr>
              <a:t>  </a:t>
            </a:r>
          </a:p>
        </p:txBody>
      </p:sp>
    </p:spTree>
    <p:extLst>
      <p:ext uri="{BB962C8B-B14F-4D97-AF65-F5344CB8AC3E}">
        <p14:creationId xmlns:p14="http://schemas.microsoft.com/office/powerpoint/2010/main" val="3788496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886857" y="1320356"/>
            <a:ext cx="8418286" cy="3924151"/>
          </a:xfrm>
          <a:prstGeom prst="rect">
            <a:avLst/>
          </a:prstGeom>
        </p:spPr>
        <p:txBody>
          <a:bodyPr wrap="square">
            <a:spAutoFit/>
          </a:bodyPr>
          <a:lstStyle/>
          <a:p>
            <a:pPr marL="457200" indent="-457200">
              <a:spcAft>
                <a:spcPts val="900"/>
              </a:spcAft>
              <a:buFont typeface="Wingdings" panose="05000000000000000000" pitchFamily="2" charset="2"/>
              <a:buChar char="§"/>
            </a:pPr>
            <a:r>
              <a:rPr lang="en-US" sz="2600" b="1" dirty="0">
                <a:latin typeface="Times New Roman" panose="02020603050405020304" pitchFamily="18" charset="0"/>
                <a:cs typeface="Times New Roman" panose="02020603050405020304" pitchFamily="18" charset="0"/>
              </a:rPr>
              <a:t>Fundamental forces in nature:</a:t>
            </a:r>
          </a:p>
          <a:p>
            <a:pPr marL="457200" indent="-457200">
              <a:spcAft>
                <a:spcPts val="900"/>
              </a:spcAft>
              <a:buFont typeface="+mj-lt"/>
              <a:buAutoNum type="arabicPeriod"/>
            </a:pPr>
            <a:r>
              <a:rPr lang="en-US" sz="2400" i="1" dirty="0">
                <a:latin typeface="Times New Roman" panose="02020603050405020304" pitchFamily="18" charset="0"/>
                <a:cs typeface="Times New Roman" panose="02020603050405020304" pitchFamily="18" charset="0"/>
              </a:rPr>
              <a:t>Gravitational forces </a:t>
            </a:r>
            <a:r>
              <a:rPr lang="en-US" sz="2400" dirty="0">
                <a:latin typeface="Times New Roman" panose="02020603050405020304" pitchFamily="18" charset="0"/>
                <a:cs typeface="Times New Roman" panose="02020603050405020304" pitchFamily="18" charset="0"/>
              </a:rPr>
              <a:t>between objects</a:t>
            </a:r>
          </a:p>
          <a:p>
            <a:pPr marL="457200" indent="-457200">
              <a:spcAft>
                <a:spcPts val="900"/>
              </a:spcAft>
              <a:buFont typeface="+mj-lt"/>
              <a:buAutoNum type="arabicPeriod"/>
            </a:pPr>
            <a:r>
              <a:rPr lang="en-US" sz="2400" i="1" dirty="0">
                <a:latin typeface="Times New Roman" panose="02020603050405020304" pitchFamily="18" charset="0"/>
                <a:cs typeface="Times New Roman" panose="02020603050405020304" pitchFamily="18" charset="0"/>
              </a:rPr>
              <a:t>Electromagnetic forces </a:t>
            </a:r>
            <a:r>
              <a:rPr lang="en-US" sz="2400" dirty="0">
                <a:latin typeface="Times New Roman" panose="02020603050405020304" pitchFamily="18" charset="0"/>
                <a:cs typeface="Times New Roman" panose="02020603050405020304" pitchFamily="18" charset="0"/>
              </a:rPr>
              <a:t>between electric charges</a:t>
            </a:r>
          </a:p>
          <a:p>
            <a:pPr marL="457200" indent="-457200">
              <a:spcAft>
                <a:spcPts val="900"/>
              </a:spcAft>
              <a:buFont typeface="+mj-lt"/>
              <a:buAutoNum type="arabicPeriod"/>
            </a:pPr>
            <a:r>
              <a:rPr lang="en-US" sz="2400" i="1" dirty="0">
                <a:latin typeface="Times New Roman" panose="02020603050405020304" pitchFamily="18" charset="0"/>
                <a:cs typeface="Times New Roman" panose="02020603050405020304" pitchFamily="18" charset="0"/>
              </a:rPr>
              <a:t>Strong forces </a:t>
            </a:r>
            <a:r>
              <a:rPr lang="en-US" sz="2400" dirty="0">
                <a:latin typeface="Times New Roman" panose="02020603050405020304" pitchFamily="18" charset="0"/>
                <a:cs typeface="Times New Roman" panose="02020603050405020304" pitchFamily="18" charset="0"/>
              </a:rPr>
              <a:t>between subatomic particles</a:t>
            </a:r>
          </a:p>
          <a:p>
            <a:pPr marL="457200" indent="-457200">
              <a:spcAft>
                <a:spcPts val="900"/>
              </a:spcAft>
              <a:buFont typeface="+mj-lt"/>
              <a:buAutoNum type="arabicPeriod"/>
            </a:pPr>
            <a:r>
              <a:rPr lang="en-US" sz="2400" i="1" dirty="0">
                <a:latin typeface="Times New Roman" panose="02020603050405020304" pitchFamily="18" charset="0"/>
                <a:cs typeface="Times New Roman" panose="02020603050405020304" pitchFamily="18" charset="0"/>
              </a:rPr>
              <a:t>Weak forces </a:t>
            </a:r>
            <a:r>
              <a:rPr lang="en-US" sz="2400" dirty="0">
                <a:latin typeface="Times New Roman" panose="02020603050405020304" pitchFamily="18" charset="0"/>
                <a:cs typeface="Times New Roman" panose="02020603050405020304" pitchFamily="18" charset="0"/>
              </a:rPr>
              <a:t>that arise in certain radioactive decay processes</a:t>
            </a:r>
          </a:p>
          <a:p>
            <a:pPr>
              <a:spcAft>
                <a:spcPts val="900"/>
              </a:spcAft>
            </a:pPr>
            <a:r>
              <a:rPr lang="en-US" sz="2400" dirty="0">
                <a:latin typeface="Times New Roman" panose="02020603050405020304" pitchFamily="18" charset="0"/>
                <a:cs typeface="Times New Roman" panose="02020603050405020304" pitchFamily="18" charset="0"/>
              </a:rPr>
              <a:t> </a:t>
            </a:r>
          </a:p>
          <a:p>
            <a:pPr marL="457200" indent="-457200">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Classical physics </a:t>
            </a:r>
            <a:r>
              <a:rPr lang="en-US" sz="2600" dirty="0">
                <a:latin typeface="Times New Roman" panose="02020603050405020304" pitchFamily="18" charset="0"/>
                <a:cs typeface="Times New Roman" panose="02020603050405020304" pitchFamily="18" charset="0"/>
                <a:sym typeface="Symbol" panose="05050102010706020507" pitchFamily="18" charset="2"/>
              </a:rPr>
              <a:t> only concerned </a:t>
            </a:r>
            <a:r>
              <a:rPr lang="en-US" sz="2600" dirty="0">
                <a:latin typeface="Times New Roman" panose="02020603050405020304" pitchFamily="18" charset="0"/>
                <a:cs typeface="Times New Roman" panose="02020603050405020304" pitchFamily="18" charset="0"/>
              </a:rPr>
              <a:t>with gravitational and electromagnetic forces</a:t>
            </a:r>
          </a:p>
        </p:txBody>
      </p:sp>
      <p:pic>
        <p:nvPicPr>
          <p:cNvPr id="3" name="Picture 2">
            <a:extLst>
              <a:ext uri="{FF2B5EF4-FFF2-40B4-BE49-F238E27FC236}">
                <a16:creationId xmlns:a16="http://schemas.microsoft.com/office/drawing/2014/main" id="{BFEB20F1-D8EB-C37E-9BF9-B8866AF570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68574" y="1320356"/>
            <a:ext cx="1796076" cy="179607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a:extLst>
              <a:ext uri="{FF2B5EF4-FFF2-40B4-BE49-F238E27FC236}">
                <a16:creationId xmlns:a16="http://schemas.microsoft.com/office/drawing/2014/main" id="{249A8C1C-92CF-2416-B8FB-DF7CD034F0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25891" y="4894129"/>
            <a:ext cx="1738759" cy="1738759"/>
          </a:xfrm>
          <a:prstGeom prst="rect">
            <a:avLst/>
          </a:prstGeom>
          <a:noFill/>
          <a:extLst>
            <a:ext uri="{909E8E84-426E-40DD-AFC4-6F175D3DCCD1}">
              <a14:hiddenFill xmlns:a14="http://schemas.microsoft.com/office/drawing/2010/main">
                <a:solidFill>
                  <a:srgbClr val="FFFFFF"/>
                </a:solidFill>
              </a14:hiddenFill>
            </a:ext>
          </a:extLst>
        </p:spPr>
      </p:pic>
      <p:sp>
        <p:nvSpPr>
          <p:cNvPr id="8" name="Title 3">
            <a:extLst>
              <a:ext uri="{FF2B5EF4-FFF2-40B4-BE49-F238E27FC236}">
                <a16:creationId xmlns:a16="http://schemas.microsoft.com/office/drawing/2014/main" id="{873195DF-6B17-BB61-B725-1B7C944C16CE}"/>
              </a:ext>
            </a:extLst>
          </p:cNvPr>
          <p:cNvSpPr txBox="1">
            <a:spLocks/>
          </p:cNvSpPr>
          <p:nvPr/>
        </p:nvSpPr>
        <p:spPr>
          <a:xfrm>
            <a:off x="0" y="-23282"/>
            <a:ext cx="12192000" cy="757130"/>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dirty="0">
                <a:latin typeface="Times New Roman" panose="02020603050405020304" pitchFamily="18" charset="0"/>
                <a:ea typeface="STKaiti" panose="020B0503020204020204" pitchFamily="2" charset="-122"/>
                <a:cs typeface="Times New Roman" panose="02020603050405020304" pitchFamily="18" charset="0"/>
              </a:rPr>
              <a:t>Fundamental </a:t>
            </a:r>
            <a:r>
              <a:rPr lang="en-US" sz="48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F</a:t>
            </a:r>
            <a:r>
              <a:rPr lang="en-US" sz="4800" b="1" dirty="0">
                <a:solidFill>
                  <a:srgbClr val="0000FF"/>
                </a:solidFill>
                <a:latin typeface="Times New Roman" panose="02020603050405020304" pitchFamily="18" charset="0"/>
                <a:cs typeface="Times New Roman" panose="02020603050405020304" pitchFamily="18" charset="0"/>
              </a:rPr>
              <a:t>orces</a:t>
            </a:r>
            <a:r>
              <a:rPr lang="en-US" sz="4800" b="1" dirty="0">
                <a:latin typeface="Times New Roman" panose="02020603050405020304" pitchFamily="18" charset="0"/>
                <a:ea typeface="STKaiti" panose="020B0503020204020204" pitchFamily="2" charset="-122"/>
                <a:cs typeface="Times New Roman" panose="02020603050405020304" pitchFamily="18" charset="0"/>
              </a:rPr>
              <a:t>  </a:t>
            </a:r>
          </a:p>
        </p:txBody>
      </p:sp>
    </p:spTree>
    <p:extLst>
      <p:ext uri="{BB962C8B-B14F-4D97-AF65-F5344CB8AC3E}">
        <p14:creationId xmlns:p14="http://schemas.microsoft.com/office/powerpoint/2010/main" val="26544379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33AAE6-EF52-4AB8-B59B-5C3D6E0053F3}"/>
              </a:ext>
            </a:extLst>
          </p:cNvPr>
          <p:cNvSpPr>
            <a:spLocks noGrp="1"/>
          </p:cNvSpPr>
          <p:nvPr>
            <p:ph sz="half" idx="1"/>
          </p:nvPr>
        </p:nvSpPr>
        <p:spPr>
          <a:xfrm>
            <a:off x="1954980" y="1102439"/>
            <a:ext cx="8282041" cy="1995055"/>
          </a:xfrm>
        </p:spPr>
        <p:txBody>
          <a:bodyPr>
            <a:normAutofit/>
          </a:bodyPr>
          <a:lstStyle/>
          <a:p>
            <a:pPr>
              <a:buFont typeface="Wingdings" panose="05000000000000000000" pitchFamily="2" charset="2"/>
              <a:buChar char="§"/>
            </a:pPr>
            <a:r>
              <a:rPr lang="en-US" sz="2400" dirty="0"/>
              <a:t>Free-body diagram: a sketch showing all external forces acting on an object or system.</a:t>
            </a:r>
          </a:p>
          <a:p>
            <a:pPr>
              <a:buFont typeface="Wingdings" panose="05000000000000000000" pitchFamily="2" charset="2"/>
              <a:buChar char="§"/>
            </a:pPr>
            <a:r>
              <a:rPr lang="en-US" sz="2400" dirty="0"/>
              <a:t>Free-body diagrams are useful in analyzing forces acting on an object or system and are employed extensively in the study and application of Newton’s laws of motion.</a:t>
            </a:r>
          </a:p>
        </p:txBody>
      </p:sp>
      <p:grpSp>
        <p:nvGrpSpPr>
          <p:cNvPr id="11" name="Group 10">
            <a:extLst>
              <a:ext uri="{FF2B5EF4-FFF2-40B4-BE49-F238E27FC236}">
                <a16:creationId xmlns:a16="http://schemas.microsoft.com/office/drawing/2014/main" id="{00AAB214-0931-42FA-AB4B-90303854DE28}"/>
              </a:ext>
            </a:extLst>
          </p:cNvPr>
          <p:cNvGrpSpPr/>
          <p:nvPr/>
        </p:nvGrpSpPr>
        <p:grpSpPr>
          <a:xfrm>
            <a:off x="1837321" y="3303639"/>
            <a:ext cx="8282040" cy="3120743"/>
            <a:chOff x="457200" y="3597580"/>
            <a:chExt cx="8138159" cy="2826802"/>
          </a:xfrm>
        </p:grpSpPr>
        <mc:AlternateContent xmlns:mc="http://schemas.openxmlformats.org/markup-compatibility/2006" xmlns:a14="http://schemas.microsoft.com/office/drawing/2010/main">
          <mc:Choice Requires="a14">
            <p:sp>
              <p:nvSpPr>
                <p:cNvPr id="6" name="Text Placeholder 6">
                  <a:extLst>
                    <a:ext uri="{FF2B5EF4-FFF2-40B4-BE49-F238E27FC236}">
                      <a16:creationId xmlns:a16="http://schemas.microsoft.com/office/drawing/2014/main" id="{1C7083E3-40B4-4017-A7DF-BAEB22A0A50C}"/>
                    </a:ext>
                  </a:extLst>
                </p:cNvPr>
                <p:cNvSpPr txBox="1">
                  <a:spLocks/>
                </p:cNvSpPr>
                <p:nvPr/>
              </p:nvSpPr>
              <p:spPr>
                <a:xfrm>
                  <a:off x="457200" y="5634182"/>
                  <a:ext cx="8062912" cy="790200"/>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Times New Roman" panose="02020603050405020304" pitchFamily="18" charset="0"/>
                      <a:ea typeface="+mn-ea"/>
                      <a:cs typeface="Times New Roman" panose="02020603050405020304" pitchFamily="18"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000" dirty="0"/>
                    <a:t>In these free-body diagrams, </a:t>
                  </a:r>
                  <a14:m>
                    <m:oMath xmlns:m="http://schemas.openxmlformats.org/officeDocument/2006/math">
                      <m:acc>
                        <m:accPr>
                          <m:chr m:val="⃗"/>
                          <m:ctrlPr>
                            <a:rPr lang="en-US" sz="2000" b="1">
                              <a:latin typeface="Cambria Math"/>
                            </a:rPr>
                          </m:ctrlPr>
                        </m:accPr>
                        <m:e>
                          <m:r>
                            <a:rPr lang="en-US" sz="2000" b="1">
                              <a:latin typeface="Cambria Math"/>
                            </a:rPr>
                            <m:t>𝐍</m:t>
                          </m:r>
                        </m:e>
                      </m:acc>
                      <m:r>
                        <a:rPr lang="en-US" sz="2000" i="1">
                          <a:latin typeface="Cambria Math"/>
                        </a:rPr>
                        <m:t>  </m:t>
                      </m:r>
                    </m:oMath>
                  </a14:m>
                  <a:r>
                    <a:rPr lang="en-US" sz="2000" dirty="0"/>
                    <a:t>is the normal force, </a:t>
                  </a:r>
                  <a14:m>
                    <m:oMath xmlns:m="http://schemas.openxmlformats.org/officeDocument/2006/math">
                      <m:acc>
                        <m:accPr>
                          <m:chr m:val="⃗"/>
                          <m:ctrlPr>
                            <a:rPr lang="en-US" sz="2000" b="1">
                              <a:latin typeface="Cambria Math"/>
                            </a:rPr>
                          </m:ctrlPr>
                        </m:accPr>
                        <m:e>
                          <m:r>
                            <a:rPr lang="en-US" sz="2000" b="1">
                              <a:latin typeface="Cambria Math"/>
                            </a:rPr>
                            <m:t>𝐰</m:t>
                          </m:r>
                        </m:e>
                      </m:acc>
                      <m:r>
                        <a:rPr lang="en-US" sz="2000" b="1" i="1">
                          <a:latin typeface="Cambria Math"/>
                        </a:rPr>
                        <m:t> </m:t>
                      </m:r>
                    </m:oMath>
                  </a14:m>
                  <a:r>
                    <a:rPr lang="en-US" sz="2000" dirty="0"/>
                    <a:t> is the weight of the object, and </a:t>
                  </a:r>
                  <a14:m>
                    <m:oMath xmlns:m="http://schemas.openxmlformats.org/officeDocument/2006/math">
                      <m:acc>
                        <m:accPr>
                          <m:chr m:val="⃗"/>
                          <m:ctrlPr>
                            <a:rPr lang="en-US" sz="2000" b="1">
                              <a:latin typeface="Cambria Math"/>
                            </a:rPr>
                          </m:ctrlPr>
                        </m:accPr>
                        <m:e>
                          <m:r>
                            <a:rPr lang="en-US" sz="2000" b="1">
                              <a:latin typeface="Cambria Math"/>
                            </a:rPr>
                            <m:t>𝐟</m:t>
                          </m:r>
                        </m:e>
                      </m:acc>
                    </m:oMath>
                  </a14:m>
                  <a:r>
                    <a:rPr lang="en-US" sz="2000" dirty="0"/>
                    <a:t> is the friction.</a:t>
                  </a:r>
                </a:p>
              </p:txBody>
            </p:sp>
          </mc:Choice>
          <mc:Fallback xmlns="">
            <p:sp>
              <p:nvSpPr>
                <p:cNvPr id="6" name="Text Placeholder 6">
                  <a:extLst>
                    <a:ext uri="{FF2B5EF4-FFF2-40B4-BE49-F238E27FC236}">
                      <a16:creationId xmlns:a16="http://schemas.microsoft.com/office/drawing/2014/main" id="{1C7083E3-40B4-4017-A7DF-BAEB22A0A50C}"/>
                    </a:ext>
                  </a:extLst>
                </p:cNvPr>
                <p:cNvSpPr txBox="1">
                  <a:spLocks noRot="1" noChangeAspect="1" noMove="1" noResize="1" noEditPoints="1" noAdjustHandles="1" noChangeArrowheads="1" noChangeShapeType="1" noTextEdit="1"/>
                </p:cNvSpPr>
                <p:nvPr/>
              </p:nvSpPr>
              <p:spPr>
                <a:xfrm>
                  <a:off x="457200" y="5634182"/>
                  <a:ext cx="8062912" cy="790200"/>
                </a:xfrm>
                <a:prstGeom prst="rect">
                  <a:avLst/>
                </a:prstGeom>
                <a:blipFill>
                  <a:blip r:embed="rId2"/>
                  <a:stretch>
                    <a:fillRect b="-13077"/>
                  </a:stretch>
                </a:blipFill>
              </p:spPr>
              <p:txBody>
                <a:bodyPr/>
                <a:lstStyle/>
                <a:p>
                  <a:r>
                    <a:rPr lang="en-US">
                      <a:noFill/>
                    </a:rPr>
                    <a:t> </a:t>
                  </a:r>
                </a:p>
              </p:txBody>
            </p:sp>
          </mc:Fallback>
        </mc:AlternateContent>
        <p:pic>
          <p:nvPicPr>
            <p:cNvPr id="10" name="Picture 9">
              <a:extLst>
                <a:ext uri="{FF2B5EF4-FFF2-40B4-BE49-F238E27FC236}">
                  <a16:creationId xmlns:a16="http://schemas.microsoft.com/office/drawing/2014/main" id="{97F3D615-C327-4B04-9052-38436329FA85}"/>
                </a:ext>
              </a:extLst>
            </p:cNvPr>
            <p:cNvPicPr>
              <a:picLocks noChangeAspect="1"/>
            </p:cNvPicPr>
            <p:nvPr/>
          </p:nvPicPr>
          <p:blipFill>
            <a:blip r:embed="rId3"/>
            <a:stretch>
              <a:fillRect/>
            </a:stretch>
          </p:blipFill>
          <p:spPr>
            <a:xfrm>
              <a:off x="548639" y="3597580"/>
              <a:ext cx="8046720" cy="1970625"/>
            </a:xfrm>
            <a:prstGeom prst="rect">
              <a:avLst/>
            </a:prstGeom>
          </p:spPr>
        </p:pic>
      </p:grpSp>
      <p:sp>
        <p:nvSpPr>
          <p:cNvPr id="9" name="Title 3">
            <a:extLst>
              <a:ext uri="{FF2B5EF4-FFF2-40B4-BE49-F238E27FC236}">
                <a16:creationId xmlns:a16="http://schemas.microsoft.com/office/drawing/2014/main" id="{23290F7D-C65C-C27B-D036-4AC62E810C50}"/>
              </a:ext>
            </a:extLst>
          </p:cNvPr>
          <p:cNvSpPr txBox="1">
            <a:spLocks/>
          </p:cNvSpPr>
          <p:nvPr/>
        </p:nvSpPr>
        <p:spPr>
          <a:xfrm>
            <a:off x="0" y="7980"/>
            <a:ext cx="12192000" cy="757130"/>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dirty="0">
                <a:latin typeface="Times New Roman" panose="02020603050405020304" pitchFamily="18" charset="0"/>
                <a:ea typeface="STKaiti" panose="020B0503020204020204" pitchFamily="2" charset="-122"/>
                <a:cs typeface="Times New Roman" panose="02020603050405020304" pitchFamily="18" charset="0"/>
              </a:rPr>
              <a:t>Free Body Diagram (</a:t>
            </a:r>
            <a:r>
              <a:rPr lang="en-US" sz="48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FBD</a:t>
            </a:r>
            <a:r>
              <a:rPr lang="en-US" sz="4800" b="1" dirty="0">
                <a:latin typeface="Times New Roman" panose="02020603050405020304" pitchFamily="18" charset="0"/>
                <a:ea typeface="STKaiti" panose="020B0503020204020204" pitchFamily="2" charset="-122"/>
                <a:cs typeface="Times New Roman" panose="02020603050405020304" pitchFamily="18" charset="0"/>
              </a:rPr>
              <a:t>)  </a:t>
            </a:r>
          </a:p>
        </p:txBody>
      </p:sp>
    </p:spTree>
    <p:extLst>
      <p:ext uri="{BB962C8B-B14F-4D97-AF65-F5344CB8AC3E}">
        <p14:creationId xmlns:p14="http://schemas.microsoft.com/office/powerpoint/2010/main" val="1904502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9BF8079-743C-4191-A51D-5CFED55958B0}"/>
              </a:ext>
            </a:extLst>
          </p:cNvPr>
          <p:cNvPicPr>
            <a:picLocks noChangeAspect="1"/>
          </p:cNvPicPr>
          <p:nvPr/>
        </p:nvPicPr>
        <p:blipFill>
          <a:blip r:embed="rId3"/>
          <a:stretch>
            <a:fillRect/>
          </a:stretch>
        </p:blipFill>
        <p:spPr>
          <a:xfrm>
            <a:off x="2723872" y="1356024"/>
            <a:ext cx="6744256" cy="2926080"/>
          </a:xfrm>
          <a:prstGeom prst="rect">
            <a:avLst/>
          </a:prstGeom>
        </p:spPr>
      </p:pic>
      <mc:AlternateContent xmlns:mc="http://schemas.openxmlformats.org/markup-compatibility/2006" xmlns:a14="http://schemas.microsoft.com/office/drawing/2010/main">
        <mc:Choice Requires="a14">
          <p:sp>
            <p:nvSpPr>
              <p:cNvPr id="6" name="Text Placeholder 6">
                <a:extLst>
                  <a:ext uri="{FF2B5EF4-FFF2-40B4-BE49-F238E27FC236}">
                    <a16:creationId xmlns:a16="http://schemas.microsoft.com/office/drawing/2014/main" id="{9E44BEB0-477D-4C9B-BBF3-33D439E282BE}"/>
                  </a:ext>
                </a:extLst>
              </p:cNvPr>
              <p:cNvSpPr txBox="1">
                <a:spLocks/>
              </p:cNvSpPr>
              <p:nvPr/>
            </p:nvSpPr>
            <p:spPr>
              <a:xfrm>
                <a:off x="1947718" y="4372893"/>
                <a:ext cx="8296564" cy="2258166"/>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Times New Roman" panose="02020603050405020304" pitchFamily="18" charset="0"/>
                    <a:ea typeface="+mn-ea"/>
                    <a:cs typeface="Times New Roman" panose="02020603050405020304" pitchFamily="18"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spcAft>
                    <a:spcPts val="400"/>
                  </a:spcAft>
                  <a:buNone/>
                </a:pPr>
                <a:r>
                  <a:rPr lang="en-US" sz="1800" b="1" dirty="0"/>
                  <a:t>The force exerted by a stretched spring can be used as a standard unit of force.</a:t>
                </a:r>
              </a:p>
              <a:p>
                <a:pPr marL="228600" indent="-228600">
                  <a:spcBef>
                    <a:spcPts val="0"/>
                  </a:spcBef>
                  <a:spcAft>
                    <a:spcPts val="400"/>
                  </a:spcAft>
                  <a:buFont typeface="Arial" pitchFamily="34" charset="0"/>
                  <a:buAutoNum type="alphaLcParenBoth"/>
                </a:pPr>
                <a:r>
                  <a:rPr lang="en-US" sz="1800" dirty="0"/>
                  <a:t> This spring has a length </a:t>
                </a:r>
                <a:r>
                  <a:rPr lang="en-US" sz="1800" i="1" dirty="0"/>
                  <a:t>x</a:t>
                </a:r>
                <a:r>
                  <a:rPr lang="en-US" sz="1800" dirty="0"/>
                  <a:t> when undistorted.</a:t>
                </a:r>
              </a:p>
              <a:p>
                <a:pPr marL="228600" indent="-228600">
                  <a:spcBef>
                    <a:spcPts val="0"/>
                  </a:spcBef>
                  <a:spcAft>
                    <a:spcPts val="400"/>
                  </a:spcAft>
                  <a:buFont typeface="Arial" pitchFamily="34" charset="0"/>
                  <a:buAutoNum type="alphaLcParenBoth"/>
                </a:pPr>
                <a:r>
                  <a:rPr lang="en-US" sz="1800" dirty="0"/>
                  <a:t>When stretched a distance </a:t>
                </a:r>
                <a14:m>
                  <m:oMath xmlns:m="http://schemas.openxmlformats.org/officeDocument/2006/math">
                    <m:r>
                      <a:rPr lang="en-US" sz="1800" i="1">
                        <a:latin typeface="Cambria Math"/>
                        <a:ea typeface="Cambria Math"/>
                      </a:rPr>
                      <m:t>∆</m:t>
                    </m:r>
                    <m:r>
                      <a:rPr lang="en-US" sz="1800" i="1">
                        <a:latin typeface="Cambria Math"/>
                        <a:ea typeface="Cambria Math"/>
                      </a:rPr>
                      <m:t>𝑥</m:t>
                    </m:r>
                  </m:oMath>
                </a14:m>
                <a:r>
                  <a:rPr lang="en-US" sz="1800" dirty="0"/>
                  <a:t>, the spring exerts a restoring force </a:t>
                </a:r>
                <a14:m>
                  <m:oMath xmlns:m="http://schemas.openxmlformats.org/officeDocument/2006/math">
                    <m:sSub>
                      <m:sSubPr>
                        <m:ctrlPr>
                          <a:rPr lang="en-US" sz="1800" b="1" i="1">
                            <a:latin typeface="Cambria Math" panose="02040503050406030204" pitchFamily="18" charset="0"/>
                          </a:rPr>
                        </m:ctrlPr>
                      </m:sSubPr>
                      <m:e>
                        <m:acc>
                          <m:accPr>
                            <m:chr m:val="⃗"/>
                            <m:ctrlPr>
                              <a:rPr lang="en-US" sz="1800" b="1">
                                <a:latin typeface="Cambria Math"/>
                              </a:rPr>
                            </m:ctrlPr>
                          </m:accPr>
                          <m:e>
                            <m:r>
                              <a:rPr lang="en-US" sz="1800" b="1">
                                <a:latin typeface="Cambria Math"/>
                              </a:rPr>
                              <m:t>𝐅</m:t>
                            </m:r>
                          </m:e>
                        </m:acc>
                      </m:e>
                      <m:sub>
                        <m:r>
                          <m:rPr>
                            <m:sty m:val="p"/>
                          </m:rPr>
                          <a:rPr lang="en-US" sz="1800">
                            <a:latin typeface="Cambria Math"/>
                          </a:rPr>
                          <m:t>restore</m:t>
                        </m:r>
                      </m:sub>
                    </m:sSub>
                  </m:oMath>
                </a14:m>
                <a:r>
                  <a:rPr lang="en-US" sz="1800" dirty="0"/>
                  <a:t>,</a:t>
                </a:r>
                <a:r>
                  <a:rPr lang="en-US" sz="1800" b="1" dirty="0"/>
                  <a:t> </a:t>
                </a:r>
                <a:r>
                  <a:rPr lang="en-US" sz="1800" dirty="0"/>
                  <a:t>which is reproducible.</a:t>
                </a:r>
              </a:p>
              <a:p>
                <a:pPr marL="228600" indent="-228600">
                  <a:spcBef>
                    <a:spcPts val="0"/>
                  </a:spcBef>
                  <a:spcAft>
                    <a:spcPts val="400"/>
                  </a:spcAft>
                  <a:buFont typeface="Arial" pitchFamily="34" charset="0"/>
                  <a:buAutoNum type="alphaLcParenBoth"/>
                </a:pPr>
                <a:r>
                  <a:rPr lang="en-US" sz="1800" dirty="0"/>
                  <a:t> A spring scale is one device that uses a spring to measure force. The force </a:t>
                </a:r>
                <a14:m>
                  <m:oMath xmlns:m="http://schemas.openxmlformats.org/officeDocument/2006/math">
                    <m:sSub>
                      <m:sSubPr>
                        <m:ctrlPr>
                          <a:rPr lang="en-US" sz="1800" b="1" i="1">
                            <a:latin typeface="Cambria Math" panose="02040503050406030204" pitchFamily="18" charset="0"/>
                          </a:rPr>
                        </m:ctrlPr>
                      </m:sSubPr>
                      <m:e>
                        <m:acc>
                          <m:accPr>
                            <m:chr m:val="⃗"/>
                            <m:ctrlPr>
                              <a:rPr lang="en-US" sz="1800" b="1">
                                <a:latin typeface="Cambria Math"/>
                              </a:rPr>
                            </m:ctrlPr>
                          </m:accPr>
                          <m:e>
                            <m:r>
                              <a:rPr lang="en-US" sz="1800" b="1">
                                <a:latin typeface="Cambria Math"/>
                              </a:rPr>
                              <m:t>𝐅</m:t>
                            </m:r>
                          </m:e>
                        </m:acc>
                      </m:e>
                      <m:sub>
                        <m:r>
                          <m:rPr>
                            <m:sty m:val="p"/>
                          </m:rPr>
                          <a:rPr lang="en-US" sz="1800">
                            <a:latin typeface="Cambria Math"/>
                          </a:rPr>
                          <m:t>restore</m:t>
                        </m:r>
                      </m:sub>
                    </m:sSub>
                  </m:oMath>
                </a14:m>
                <a:r>
                  <a:rPr lang="en-US" sz="1800" dirty="0"/>
                  <a:t> is exerted on whatever is attached to the hook.</a:t>
                </a:r>
              </a:p>
            </p:txBody>
          </p:sp>
        </mc:Choice>
        <mc:Fallback xmlns="">
          <p:sp>
            <p:nvSpPr>
              <p:cNvPr id="6" name="Text Placeholder 6">
                <a:extLst>
                  <a:ext uri="{FF2B5EF4-FFF2-40B4-BE49-F238E27FC236}">
                    <a16:creationId xmlns:a16="http://schemas.microsoft.com/office/drawing/2014/main" id="{9E44BEB0-477D-4C9B-BBF3-33D439E282BE}"/>
                  </a:ext>
                </a:extLst>
              </p:cNvPr>
              <p:cNvSpPr txBox="1">
                <a:spLocks noRot="1" noChangeAspect="1" noMove="1" noResize="1" noEditPoints="1" noAdjustHandles="1" noChangeArrowheads="1" noChangeShapeType="1" noTextEdit="1"/>
              </p:cNvSpPr>
              <p:nvPr/>
            </p:nvSpPr>
            <p:spPr>
              <a:xfrm>
                <a:off x="1947718" y="4372893"/>
                <a:ext cx="8296564" cy="2258166"/>
              </a:xfrm>
              <a:prstGeom prst="rect">
                <a:avLst/>
              </a:prstGeom>
              <a:blipFill>
                <a:blip r:embed="rId4"/>
                <a:stretch>
                  <a:fillRect l="-662" t="-1348" r="-368"/>
                </a:stretch>
              </a:blipFill>
            </p:spPr>
            <p:txBody>
              <a:bodyPr/>
              <a:lstStyle/>
              <a:p>
                <a:r>
                  <a:rPr lang="en-US">
                    <a:noFill/>
                  </a:rPr>
                  <a:t> </a:t>
                </a:r>
              </a:p>
            </p:txBody>
          </p:sp>
        </mc:Fallback>
      </mc:AlternateContent>
      <p:sp>
        <p:nvSpPr>
          <p:cNvPr id="3" name="Title 3">
            <a:extLst>
              <a:ext uri="{FF2B5EF4-FFF2-40B4-BE49-F238E27FC236}">
                <a16:creationId xmlns:a16="http://schemas.microsoft.com/office/drawing/2014/main" id="{B1FA4D5C-1383-711C-1054-4C46A184CB1A}"/>
              </a:ext>
            </a:extLst>
          </p:cNvPr>
          <p:cNvSpPr txBox="1">
            <a:spLocks/>
          </p:cNvSpPr>
          <p:nvPr/>
        </p:nvSpPr>
        <p:spPr>
          <a:xfrm>
            <a:off x="0" y="165"/>
            <a:ext cx="12192000" cy="757130"/>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dirty="0">
                <a:latin typeface="Times New Roman" panose="02020603050405020304" pitchFamily="18" charset="0"/>
                <a:ea typeface="STKaiti" panose="020B0503020204020204" pitchFamily="2" charset="-122"/>
                <a:cs typeface="Times New Roman" panose="02020603050405020304" pitchFamily="18" charset="0"/>
              </a:rPr>
              <a:t>How to measure </a:t>
            </a:r>
            <a:r>
              <a:rPr lang="en-US" sz="48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F</a:t>
            </a:r>
            <a:r>
              <a:rPr lang="en-US" sz="4800" b="1" dirty="0">
                <a:solidFill>
                  <a:srgbClr val="0000FF"/>
                </a:solidFill>
                <a:latin typeface="Times New Roman" panose="02020603050405020304" pitchFamily="18" charset="0"/>
                <a:cs typeface="Times New Roman" panose="02020603050405020304" pitchFamily="18" charset="0"/>
              </a:rPr>
              <a:t>orce</a:t>
            </a:r>
            <a:r>
              <a:rPr lang="en-US" sz="4800" b="1" dirty="0">
                <a:latin typeface="Times New Roman" panose="02020603050405020304" pitchFamily="18" charset="0"/>
                <a:ea typeface="STKaiti" panose="020B0503020204020204" pitchFamily="2" charset="-122"/>
                <a:cs typeface="Times New Roman" panose="02020603050405020304" pitchFamily="18" charset="0"/>
              </a:rPr>
              <a:t>   </a:t>
            </a:r>
          </a:p>
        </p:txBody>
      </p:sp>
    </p:spTree>
    <p:extLst>
      <p:ext uri="{BB962C8B-B14F-4D97-AF65-F5344CB8AC3E}">
        <p14:creationId xmlns:p14="http://schemas.microsoft.com/office/powerpoint/2010/main" val="34625207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6">
            <a:extLst>
              <a:ext uri="{FF2B5EF4-FFF2-40B4-BE49-F238E27FC236}">
                <a16:creationId xmlns:a16="http://schemas.microsoft.com/office/drawing/2014/main" id="{B33D0246-CCD5-428F-8E51-4095FA40287D}"/>
              </a:ext>
            </a:extLst>
          </p:cNvPr>
          <p:cNvSpPr txBox="1">
            <a:spLocks/>
          </p:cNvSpPr>
          <p:nvPr/>
        </p:nvSpPr>
        <p:spPr>
          <a:xfrm>
            <a:off x="1750142" y="4859884"/>
            <a:ext cx="9295424" cy="1843662"/>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Times New Roman" panose="02020603050405020304" pitchFamily="18" charset="0"/>
                <a:ea typeface="+mn-ea"/>
                <a:cs typeface="Times New Roman" panose="02020603050405020304" pitchFamily="18"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Tx/>
              <a:buAutoNum type="alphaLcParenBoth"/>
            </a:pPr>
            <a:r>
              <a:rPr lang="en-US" sz="2400" dirty="0"/>
              <a:t>An overhead view of two ice skaters pushing on a third skater. Forces are vectors and add like other vectors, so the total force on the third skater is in the direction shown. </a:t>
            </a:r>
          </a:p>
          <a:p>
            <a:pPr>
              <a:buFontTx/>
              <a:buAutoNum type="alphaLcParenBoth"/>
            </a:pPr>
            <a:r>
              <a:rPr lang="en-US" sz="2400" dirty="0"/>
              <a:t>A </a:t>
            </a:r>
            <a:r>
              <a:rPr lang="en-US" sz="2400" b="1" dirty="0"/>
              <a:t>free-body diagram </a:t>
            </a:r>
            <a:r>
              <a:rPr lang="en-US" sz="2400" dirty="0"/>
              <a:t>representing the forces acting on the third skater.</a:t>
            </a:r>
          </a:p>
        </p:txBody>
      </p:sp>
      <p:pic>
        <p:nvPicPr>
          <p:cNvPr id="10" name="Picture 9">
            <a:extLst>
              <a:ext uri="{FF2B5EF4-FFF2-40B4-BE49-F238E27FC236}">
                <a16:creationId xmlns:a16="http://schemas.microsoft.com/office/drawing/2014/main" id="{91EA291B-6523-4F49-88AA-4E3F330A4AE0}"/>
              </a:ext>
            </a:extLst>
          </p:cNvPr>
          <p:cNvPicPr>
            <a:picLocks noChangeAspect="1"/>
          </p:cNvPicPr>
          <p:nvPr/>
        </p:nvPicPr>
        <p:blipFill>
          <a:blip r:embed="rId2"/>
          <a:stretch>
            <a:fillRect/>
          </a:stretch>
        </p:blipFill>
        <p:spPr>
          <a:xfrm>
            <a:off x="2524757" y="875071"/>
            <a:ext cx="6599578" cy="3974981"/>
          </a:xfrm>
          <a:prstGeom prst="rect">
            <a:avLst/>
          </a:prstGeom>
        </p:spPr>
      </p:pic>
      <p:sp>
        <p:nvSpPr>
          <p:cNvPr id="3" name="Title 3">
            <a:extLst>
              <a:ext uri="{FF2B5EF4-FFF2-40B4-BE49-F238E27FC236}">
                <a16:creationId xmlns:a16="http://schemas.microsoft.com/office/drawing/2014/main" id="{FB959EE3-E978-545B-D7A1-DD08C30BF8CF}"/>
              </a:ext>
            </a:extLst>
          </p:cNvPr>
          <p:cNvSpPr txBox="1">
            <a:spLocks/>
          </p:cNvSpPr>
          <p:nvPr/>
        </p:nvSpPr>
        <p:spPr>
          <a:xfrm>
            <a:off x="0" y="-23282"/>
            <a:ext cx="12192000" cy="701731"/>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F</a:t>
            </a:r>
            <a:r>
              <a:rPr lang="en-US" b="1" dirty="0">
                <a:solidFill>
                  <a:srgbClr val="0000FF"/>
                </a:solidFill>
                <a:latin typeface="Times New Roman" panose="02020603050405020304" pitchFamily="18" charset="0"/>
                <a:cs typeface="Times New Roman" panose="02020603050405020304" pitchFamily="18" charset="0"/>
              </a:rPr>
              <a:t>orces</a:t>
            </a:r>
            <a:r>
              <a:rPr lang="en-US" b="1" dirty="0">
                <a:latin typeface="Times New Roman" panose="02020603050405020304" pitchFamily="18" charset="0"/>
                <a:ea typeface="STKaiti" panose="020B0503020204020204" pitchFamily="2" charset="-122"/>
                <a:cs typeface="Times New Roman" panose="02020603050405020304" pitchFamily="18" charset="0"/>
              </a:rPr>
              <a:t> as Vectors  </a:t>
            </a:r>
          </a:p>
        </p:txBody>
      </p:sp>
    </p:spTree>
    <p:extLst>
      <p:ext uri="{BB962C8B-B14F-4D97-AF65-F5344CB8AC3E}">
        <p14:creationId xmlns:p14="http://schemas.microsoft.com/office/powerpoint/2010/main" val="33063164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our illustrations show the effect of two downward forces on a spring Illustration a shows a spring hung vertically from a hook on a bar. A downward moving arrow from the lower hook of the spring represents the force vector F subscript 1 that is applied downward. The pointer on the scale of the spring points to 1. The text mentions that a downward force, F subscript 1, elongates the spring 1.00 cm. Illustration b shows a spring hung vertically from a hook on a bar. A downward moving arrow from the lower hook of the spring represents the force vector F subscript 2 that is applied downward. The pointer on the scale of the spring points to 2.The text mentions that a downward force, F subscript 2, elongates the spring 2.00 cm. Illustration c shows a spring hung vertically from a hook on a bar. Two downward moving arrows from the lower hook of the spring represents two force vectors F subscript 1 and F subscript 2 that are simultaneously applied downward. The pointer on the scale of the spring points to 3. The text mentions that When F subscript 1 and F subscript 2 are applied together in the same direction, the spring elongates by 3.00 cm. Illustration d shows a spring hung at an angle downward from a hook on a bar. A downward moving arrow from the lower hook of the spring represents the force vectors F subscript 1 and another horizontally moving arrow from the hook of the spring represents the force F subscript 2 that is simultaneously applied in the perpendicular direction. A third arrow is shown in the middle of these two arrows, it is labeled vector F and it makes an angle theta with the arrow F subscript 2. The pointer on the scale of the spring points close to 2.5. The text mentions that When F subscript 1 is downward and F subscript 2 is horizontal, the combination of the two forces elongates the spring by 2.24 cm.">
            <a:extLst>
              <a:ext uri="{FF2B5EF4-FFF2-40B4-BE49-F238E27FC236}">
                <a16:creationId xmlns:a16="http://schemas.microsoft.com/office/drawing/2014/main" id="{D1CC1BBB-F43E-42EC-98C0-ECF7741D2EA6}"/>
              </a:ext>
            </a:extLst>
          </p:cNvPr>
          <p:cNvPicPr>
            <a:picLocks noChangeAspect="1"/>
          </p:cNvPicPr>
          <p:nvPr/>
        </p:nvPicPr>
        <p:blipFill>
          <a:blip r:embed="rId3"/>
          <a:stretch>
            <a:fillRect/>
          </a:stretch>
        </p:blipFill>
        <p:spPr>
          <a:xfrm>
            <a:off x="6859532" y="1655397"/>
            <a:ext cx="4309914" cy="4517307"/>
          </a:xfrm>
          <a:prstGeom prst="rect">
            <a:avLst/>
          </a:prstGeom>
        </p:spPr>
      </p:pic>
      <p:sp>
        <p:nvSpPr>
          <p:cNvPr id="3" name="Rectangle 2">
            <a:extLst>
              <a:ext uri="{FF2B5EF4-FFF2-40B4-BE49-F238E27FC236}">
                <a16:creationId xmlns:a16="http://schemas.microsoft.com/office/drawing/2014/main" id="{6844AFC9-51D0-4BAE-9779-DF906B493D8C}"/>
              </a:ext>
            </a:extLst>
          </p:cNvPr>
          <p:cNvSpPr/>
          <p:nvPr/>
        </p:nvSpPr>
        <p:spPr>
          <a:xfrm>
            <a:off x="1434410" y="1092434"/>
            <a:ext cx="6136427" cy="954107"/>
          </a:xfrm>
          <a:prstGeom prst="rect">
            <a:avLst/>
          </a:prstGeom>
        </p:spPr>
        <p:txBody>
          <a:bodyPr wrap="square">
            <a:spAutoFit/>
          </a:bodyPr>
          <a:lstStyle/>
          <a:p>
            <a:pPr marL="171450" indent="-171450" defTabSz="457200">
              <a:buFont typeface="Arial" panose="020B0604020202020204" pitchFamily="34" charset="0"/>
              <a:buChar char="•"/>
              <a:defRPr/>
            </a:pPr>
            <a:r>
              <a:rPr lang="en-US" sz="2800" b="1" dirty="0">
                <a:latin typeface="Times New Roman" panose="02020603050405020304" pitchFamily="18" charset="0"/>
                <a:cs typeface="Times New Roman" panose="02020603050405020304" pitchFamily="18" charset="0"/>
              </a:rPr>
              <a:t>Must</a:t>
            </a:r>
            <a:r>
              <a:rPr lang="en-US" sz="2800" i="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use rules of vector addition to obtain the net force on an object. </a:t>
            </a:r>
          </a:p>
        </p:txBody>
      </p:sp>
      <p:sp>
        <p:nvSpPr>
          <p:cNvPr id="5" name="Title 3">
            <a:extLst>
              <a:ext uri="{FF2B5EF4-FFF2-40B4-BE49-F238E27FC236}">
                <a16:creationId xmlns:a16="http://schemas.microsoft.com/office/drawing/2014/main" id="{A156E837-71E9-A4CF-863D-33F19CB4C9FC}"/>
              </a:ext>
            </a:extLst>
          </p:cNvPr>
          <p:cNvSpPr txBox="1">
            <a:spLocks/>
          </p:cNvSpPr>
          <p:nvPr/>
        </p:nvSpPr>
        <p:spPr>
          <a:xfrm>
            <a:off x="0" y="7980"/>
            <a:ext cx="12192000" cy="701731"/>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F</a:t>
            </a:r>
            <a:r>
              <a:rPr lang="en-US" b="1" dirty="0">
                <a:solidFill>
                  <a:srgbClr val="0000FF"/>
                </a:solidFill>
                <a:latin typeface="Times New Roman" panose="02020603050405020304" pitchFamily="18" charset="0"/>
                <a:cs typeface="Times New Roman" panose="02020603050405020304" pitchFamily="18" charset="0"/>
              </a:rPr>
              <a:t>orce</a:t>
            </a:r>
            <a:r>
              <a:rPr lang="en-US" b="1" dirty="0">
                <a:latin typeface="Times New Roman" panose="02020603050405020304" pitchFamily="18" charset="0"/>
                <a:ea typeface="STKaiti" panose="020B0503020204020204" pitchFamily="2" charset="-122"/>
                <a:cs typeface="Times New Roman" panose="02020603050405020304" pitchFamily="18" charset="0"/>
              </a:rPr>
              <a:t>: A Vector Quantity  </a:t>
            </a:r>
          </a:p>
        </p:txBody>
      </p:sp>
      <mc:AlternateContent xmlns:mc="http://schemas.openxmlformats.org/markup-compatibility/2006" xmlns:a14="http://schemas.microsoft.com/office/drawing/2010/main">
        <mc:Choice Requires="a14">
          <p:sp>
            <p:nvSpPr>
              <p:cNvPr id="2" name="Object 6">
                <a:extLst>
                  <a:ext uri="{FF2B5EF4-FFF2-40B4-BE49-F238E27FC236}">
                    <a16:creationId xmlns:a16="http://schemas.microsoft.com/office/drawing/2014/main" id="{87B5DED0-1A29-6A16-2A70-8B6796684A23}"/>
                  </a:ext>
                </a:extLst>
              </p:cNvPr>
              <p:cNvSpPr txBox="1"/>
              <p:nvPr/>
            </p:nvSpPr>
            <p:spPr bwMode="auto">
              <a:xfrm>
                <a:off x="2520947" y="2286394"/>
                <a:ext cx="2470150" cy="1195387"/>
              </a:xfrm>
              <a:prstGeom prst="rect">
                <a:avLst/>
              </a:prstGeom>
              <a:noFill/>
            </p:spPr>
            <p:txBody>
              <a:bodyPr>
                <a:noAutofit/>
              </a:bodyPr>
              <a:lstStyle/>
              <a:p>
                <a:pPr/>
                <a14:m>
                  <m:oMathPara xmlns:m="http://schemas.openxmlformats.org/officeDocument/2006/math">
                    <m:oMathParaPr>
                      <m:jc m:val="left"/>
                    </m:oMathParaPr>
                    <m:oMath>
                      <m:d>
                        <m:dPr>
                          <m:begChr m:val="|"/>
                          <m:endChr m:val="|"/>
                          <m:ctrlPr>
                            <a:rPr lang="en-US" sz="2400" b="0" i="1" smtClean="0">
                              <a:solidFill>
                                <a:srgbClr val="000000"/>
                              </a:solidFill>
                              <a:latin typeface="Cambria Math" panose="02040503050406030204" pitchFamily="18" charset="0"/>
                            </a:rPr>
                          </m:ctrlPr>
                        </m:dPr>
                        <m:e>
                          <m:acc>
                            <m:accPr>
                              <m:chr m:val="⃗"/>
                              <m:ctrlPr>
                                <a:rPr lang="en-US" sz="2400" b="0" i="0" smtClean="0">
                                  <a:solidFill>
                                    <a:srgbClr val="000000"/>
                                  </a:solidFill>
                                  <a:latin typeface="Cambria Math" panose="02040503050406030204" pitchFamily="18" charset="0"/>
                                </a:rPr>
                              </m:ctrlPr>
                            </m:accPr>
                            <m:e>
                              <m:r>
                                <m:rPr>
                                  <m:sty m:val="p"/>
                                </m:rPr>
                                <a:rPr lang="en-US" sz="2400" b="0" i="0" smtClean="0">
                                  <a:solidFill>
                                    <a:srgbClr val="000000"/>
                                  </a:solidFill>
                                  <a:latin typeface="Cambria Math" panose="02040503050406030204" pitchFamily="18" charset="0"/>
                                </a:rPr>
                                <m:t>F</m:t>
                              </m:r>
                            </m:e>
                          </m:acc>
                        </m:e>
                      </m:d>
                      <m:r>
                        <m:rPr>
                          <m:aln/>
                        </m:rPr>
                        <a:rPr lang="en-US" sz="2400" i="1">
                          <a:solidFill>
                            <a:srgbClr val="000000"/>
                          </a:solidFill>
                          <a:latin typeface="Cambria Math" panose="02040503050406030204" pitchFamily="18" charset="0"/>
                        </a:rPr>
                        <m:t>=</m:t>
                      </m:r>
                      <m:rad>
                        <m:radPr>
                          <m:degHide m:val="on"/>
                          <m:ctrlPr>
                            <a:rPr lang="en-US" sz="2400" i="1">
                              <a:solidFill>
                                <a:srgbClr val="000000"/>
                              </a:solidFill>
                              <a:latin typeface="Cambria Math" panose="02040503050406030204" pitchFamily="18" charset="0"/>
                            </a:rPr>
                          </m:ctrlPr>
                        </m:radPr>
                        <m:deg/>
                        <m:e>
                          <m:sSup>
                            <m:sSupPr>
                              <m:ctrlPr>
                                <a:rPr lang="en-US" sz="2400" i="1">
                                  <a:solidFill>
                                    <a:srgbClr val="000000"/>
                                  </a:solidFill>
                                  <a:latin typeface="Cambria Math" panose="02040503050406030204" pitchFamily="18" charset="0"/>
                                </a:rPr>
                              </m:ctrlPr>
                            </m:sSupPr>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𝐹</m:t>
                                  </m:r>
                                </m:e>
                                <m:sub>
                                  <m:r>
                                    <a:rPr lang="en-US" sz="2400" i="1">
                                      <a:solidFill>
                                        <a:srgbClr val="000000"/>
                                      </a:solidFill>
                                      <a:latin typeface="Cambria Math" panose="02040503050406030204" pitchFamily="18" charset="0"/>
                                    </a:rPr>
                                    <m:t>1</m:t>
                                  </m:r>
                                </m:sub>
                              </m:sSub>
                            </m:e>
                            <m:sup>
                              <m:r>
                                <a:rPr lang="en-US" sz="2400" i="1">
                                  <a:solidFill>
                                    <a:srgbClr val="000000"/>
                                  </a:solidFill>
                                  <a:latin typeface="Cambria Math" panose="02040503050406030204" pitchFamily="18" charset="0"/>
                                </a:rPr>
                                <m:t>2</m:t>
                              </m:r>
                            </m:sup>
                          </m:sSup>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𝐹</m:t>
                                  </m:r>
                                </m:e>
                                <m:sub>
                                  <m:r>
                                    <a:rPr lang="en-US" sz="2400" i="1">
                                      <a:solidFill>
                                        <a:srgbClr val="000000"/>
                                      </a:solidFill>
                                      <a:latin typeface="Cambria Math" panose="02040503050406030204" pitchFamily="18" charset="0"/>
                                    </a:rPr>
                                    <m:t>2</m:t>
                                  </m:r>
                                </m:sub>
                              </m:sSub>
                            </m:e>
                            <m:sup>
                              <m:r>
                                <a:rPr lang="en-US" sz="2400" i="1">
                                  <a:solidFill>
                                    <a:srgbClr val="000000"/>
                                  </a:solidFill>
                                  <a:latin typeface="Cambria Math" panose="02040503050406030204" pitchFamily="18" charset="0"/>
                                </a:rPr>
                                <m:t>2</m:t>
                              </m:r>
                            </m:sup>
                          </m:sSup>
                        </m:e>
                      </m:rad>
                    </m:oMath>
                  </m:oMathPara>
                </a14:m>
                <a:br>
                  <a:rPr lang="en-US" sz="2400" i="1" dirty="0">
                    <a:solidFill>
                      <a:srgbClr val="000000"/>
                    </a:solidFill>
                    <a:latin typeface="Cambria Math" panose="02040503050406030204" pitchFamily="18" charset="0"/>
                  </a:rPr>
                </a:br>
                <a:endParaRPr lang="en-US" sz="2400" i="1" dirty="0">
                  <a:solidFill>
                    <a:srgbClr val="000000"/>
                  </a:solidFill>
                  <a:latin typeface="Cambria Math" panose="02040503050406030204" pitchFamily="18" charset="0"/>
                </a:endParaRPr>
              </a:p>
              <a:p>
                <a:endParaRPr lang="en-US" sz="2400" i="1" dirty="0">
                  <a:solidFill>
                    <a:srgbClr val="000000"/>
                  </a:solidFill>
                  <a:latin typeface="Cambria Math" panose="02040503050406030204" pitchFamily="18" charset="0"/>
                </a:endParaRPr>
              </a:p>
              <a:p>
                <a:r>
                  <a:rPr lang="en-US" sz="2400" i="1" dirty="0">
                    <a:solidFill>
                      <a:srgbClr val="000000"/>
                    </a:solidFill>
                    <a:latin typeface="Cambria Math" panose="02040503050406030204" pitchFamily="18" charset="0"/>
                  </a:rPr>
                  <a:t>       </a:t>
                </a:r>
                <a14:m>
                  <m:oMath xmlns:m="http://schemas.openxmlformats.org/officeDocument/2006/math">
                    <m:r>
                      <m:rPr>
                        <m:aln/>
                      </m:rP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2.24</m:t>
                    </m:r>
                    <m:r>
                      <m:rPr>
                        <m:nor/>
                      </m:rPr>
                      <a:rPr lang="en-US" sz="2400" i="0">
                        <a:solidFill>
                          <a:srgbClr val="000000"/>
                        </a:solidFill>
                        <a:latin typeface="Cambria Math" panose="02040503050406030204" pitchFamily="18" charset="0"/>
                      </a:rPr>
                      <m:t> units</m:t>
                    </m:r>
                  </m:oMath>
                </a14:m>
                <a:endParaRPr lang="en-US" sz="2400" dirty="0"/>
              </a:p>
            </p:txBody>
          </p:sp>
        </mc:Choice>
        <mc:Fallback xmlns="">
          <p:sp>
            <p:nvSpPr>
              <p:cNvPr id="2" name="Object 6">
                <a:extLst>
                  <a:ext uri="{FF2B5EF4-FFF2-40B4-BE49-F238E27FC236}">
                    <a16:creationId xmlns:a16="http://schemas.microsoft.com/office/drawing/2014/main" id="{87B5DED0-1A29-6A16-2A70-8B6796684A23}"/>
                  </a:ext>
                </a:extLst>
              </p:cNvPr>
              <p:cNvSpPr txBox="1">
                <a:spLocks noRot="1" noChangeAspect="1" noMove="1" noResize="1" noEditPoints="1" noAdjustHandles="1" noChangeArrowheads="1" noChangeShapeType="1" noTextEdit="1"/>
              </p:cNvSpPr>
              <p:nvPr/>
            </p:nvSpPr>
            <p:spPr bwMode="auto">
              <a:xfrm>
                <a:off x="2520947" y="2286394"/>
                <a:ext cx="2470150" cy="1195387"/>
              </a:xfrm>
              <a:prstGeom prst="rect">
                <a:avLst/>
              </a:prstGeom>
              <a:blipFill>
                <a:blip r:embed="rId4"/>
                <a:stretch>
                  <a:fillRect b="-295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bject 7">
                <a:extLst>
                  <a:ext uri="{FF2B5EF4-FFF2-40B4-BE49-F238E27FC236}">
                    <a16:creationId xmlns:a16="http://schemas.microsoft.com/office/drawing/2014/main" id="{3AA3B2FA-0539-9A93-996A-509FBC78506A}"/>
                  </a:ext>
                </a:extLst>
              </p:cNvPr>
              <p:cNvSpPr txBox="1"/>
              <p:nvPr/>
            </p:nvSpPr>
            <p:spPr bwMode="auto">
              <a:xfrm>
                <a:off x="2438967" y="4245806"/>
                <a:ext cx="3254794" cy="2285743"/>
              </a:xfrm>
              <a:prstGeom prst="rect">
                <a:avLst/>
              </a:prstGeom>
              <a:noFill/>
            </p:spPr>
            <p:txBody>
              <a:bodyPr>
                <a:normAutofit lnSpcReduction="10000"/>
              </a:bodyPr>
              <a:lstStyle/>
              <a:p>
                <a:pPr/>
                <a14:m>
                  <m:oMathPara xmlns:m="http://schemas.openxmlformats.org/officeDocument/2006/math">
                    <m:oMathParaPr>
                      <m:jc m:val="left"/>
                    </m:oMathParaPr>
                    <m:oMath>
                      <m:r>
                        <a:rPr lang="en-US" sz="2400" i="1" smtClean="0">
                          <a:solidFill>
                            <a:srgbClr val="000000"/>
                          </a:solidFill>
                          <a:latin typeface="Cambria Math" panose="02040503050406030204" pitchFamily="18" charset="0"/>
                        </a:rPr>
                        <m:t>𝜃</m:t>
                      </m:r>
                      <m:r>
                        <m:rPr>
                          <m:aln/>
                        </m:rPr>
                        <a:rPr lang="en-US" sz="2400" i="1">
                          <a:solidFill>
                            <a:srgbClr val="000000"/>
                          </a:solidFill>
                          <a:latin typeface="Cambria Math" panose="02040503050406030204" pitchFamily="18" charset="0"/>
                        </a:rPr>
                        <m:t>=</m:t>
                      </m:r>
                      <m:func>
                        <m:funcPr>
                          <m:ctrlPr>
                            <a:rPr lang="en-US" sz="2400" i="1">
                              <a:solidFill>
                                <a:srgbClr val="000000"/>
                              </a:solidFill>
                              <a:latin typeface="Cambria Math" panose="02040503050406030204" pitchFamily="18" charset="0"/>
                            </a:rPr>
                          </m:ctrlPr>
                        </m:funcPr>
                        <m:fName>
                          <m:sSup>
                            <m:sSupPr>
                              <m:ctrlPr>
                                <a:rPr lang="en-US" sz="2400" i="0">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tan</m:t>
                              </m:r>
                            </m:e>
                            <m:sup>
                              <m:r>
                                <a:rPr lang="en-US" sz="2400" i="1">
                                  <a:solidFill>
                                    <a:srgbClr val="000000"/>
                                  </a:solidFill>
                                  <a:latin typeface="Cambria Math" panose="02040503050406030204" pitchFamily="18" charset="0"/>
                                </a:rPr>
                                <m:t>−1</m:t>
                              </m:r>
                            </m:sup>
                          </m:sSup>
                        </m:fName>
                        <m:e>
                          <m:d>
                            <m:dPr>
                              <m:ctrlPr>
                                <a:rPr lang="en-US" sz="2400" i="1">
                                  <a:solidFill>
                                    <a:srgbClr val="000000"/>
                                  </a:solidFill>
                                  <a:latin typeface="Cambria Math" panose="02040503050406030204" pitchFamily="18" charset="0"/>
                                </a:rPr>
                              </m:ctrlPr>
                            </m:dPr>
                            <m:e>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1.00</m:t>
                                  </m:r>
                                  <m:r>
                                    <m:rPr>
                                      <m:nor/>
                                    </m:rPr>
                                    <a:rPr lang="en-US" sz="2400" i="0">
                                      <a:solidFill>
                                        <a:srgbClr val="000000"/>
                                      </a:solidFill>
                                      <a:latin typeface="Cambria Math" panose="02040503050406030204" pitchFamily="18" charset="0"/>
                                    </a:rPr>
                                    <m:t> unit</m:t>
                                  </m:r>
                                </m:num>
                                <m:den>
                                  <m:r>
                                    <a:rPr lang="en-US" sz="2400" i="1">
                                      <a:solidFill>
                                        <a:srgbClr val="000000"/>
                                      </a:solidFill>
                                      <a:latin typeface="Cambria Math" panose="02040503050406030204" pitchFamily="18" charset="0"/>
                                    </a:rPr>
                                    <m:t>2.00</m:t>
                                  </m:r>
                                  <m:r>
                                    <m:rPr>
                                      <m:nor/>
                                    </m:rPr>
                                    <a:rPr lang="en-US" sz="2400" i="0">
                                      <a:solidFill>
                                        <a:srgbClr val="000000"/>
                                      </a:solidFill>
                                      <a:latin typeface="Cambria Math" panose="02040503050406030204" pitchFamily="18" charset="0"/>
                                    </a:rPr>
                                    <m:t> unit</m:t>
                                  </m:r>
                                </m:den>
                              </m:f>
                            </m:e>
                          </m:d>
                        </m:e>
                      </m:func>
                    </m:oMath>
                  </m:oMathPara>
                </a14:m>
                <a:br>
                  <a:rPr lang="en-US" sz="2400" i="0" dirty="0">
                    <a:solidFill>
                      <a:srgbClr val="000000"/>
                    </a:solidFill>
                    <a:latin typeface="Cambria Math" panose="02040503050406030204" pitchFamily="18" charset="0"/>
                  </a:rPr>
                </a:br>
                <a:endParaRPr lang="en-US" sz="2400" i="1" dirty="0">
                  <a:solidFill>
                    <a:srgbClr val="000000"/>
                  </a:solidFill>
                  <a:latin typeface="Cambria Math" panose="02040503050406030204" pitchFamily="18" charset="0"/>
                </a:endParaRPr>
              </a:p>
              <a:p>
                <a:endParaRPr lang="en-US" sz="2400" i="1" dirty="0">
                  <a:solidFill>
                    <a:srgbClr val="000000"/>
                  </a:solidFill>
                  <a:latin typeface="Cambria Math" panose="02040503050406030204" pitchFamily="18" charset="0"/>
                </a:endParaRPr>
              </a:p>
              <a:p>
                <a:r>
                  <a:rPr lang="en-US" sz="2400" i="1" dirty="0">
                    <a:solidFill>
                      <a:srgbClr val="000000"/>
                    </a:solidFill>
                    <a:latin typeface="Cambria Math" panose="02040503050406030204" pitchFamily="18" charset="0"/>
                  </a:rPr>
                  <a:t>    </a:t>
                </a:r>
                <a14:m>
                  <m:oMath xmlns:m="http://schemas.openxmlformats.org/officeDocument/2006/math">
                    <m:r>
                      <m:rPr>
                        <m:aln/>
                      </m:rPr>
                      <a:rPr lang="en-US" sz="2400" i="1">
                        <a:solidFill>
                          <a:srgbClr val="000000"/>
                        </a:solidFill>
                        <a:latin typeface="Cambria Math" panose="02040503050406030204" pitchFamily="18" charset="0"/>
                      </a:rPr>
                      <m:t>=</m:t>
                    </m:r>
                    <m:func>
                      <m:funcPr>
                        <m:ctrlPr>
                          <a:rPr lang="en-US" sz="2400" i="1">
                            <a:solidFill>
                              <a:srgbClr val="000000"/>
                            </a:solidFill>
                            <a:latin typeface="Cambria Math" panose="02040503050406030204" pitchFamily="18" charset="0"/>
                          </a:rPr>
                        </m:ctrlPr>
                      </m:funcPr>
                      <m:fName>
                        <m:sSup>
                          <m:sSupPr>
                            <m:ctrlPr>
                              <a:rPr lang="en-US" sz="2400" i="0">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tan</m:t>
                            </m:r>
                          </m:e>
                          <m:sup>
                            <m:r>
                              <a:rPr lang="en-US" sz="2400" i="1">
                                <a:solidFill>
                                  <a:srgbClr val="000000"/>
                                </a:solidFill>
                                <a:latin typeface="Cambria Math" panose="02040503050406030204" pitchFamily="18" charset="0"/>
                              </a:rPr>
                              <m:t>−1</m:t>
                            </m:r>
                          </m:sup>
                        </m:sSup>
                      </m:fName>
                      <m:e>
                        <m:d>
                          <m:dPr>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0.500</m:t>
                            </m:r>
                          </m:e>
                        </m:d>
                      </m:e>
                    </m:func>
                  </m:oMath>
                </a14:m>
                <a:br>
                  <a:rPr lang="en-US" sz="2400" i="1" dirty="0">
                    <a:solidFill>
                      <a:srgbClr val="000000"/>
                    </a:solidFill>
                    <a:latin typeface="Cambria Math" panose="02040503050406030204" pitchFamily="18" charset="0"/>
                  </a:rPr>
                </a:br>
                <a:endParaRPr lang="en-US" sz="2400" i="1" dirty="0">
                  <a:solidFill>
                    <a:srgbClr val="000000"/>
                  </a:solidFill>
                  <a:latin typeface="Cambria Math" panose="02040503050406030204" pitchFamily="18" charset="0"/>
                </a:endParaRPr>
              </a:p>
              <a:p>
                <a:r>
                  <a:rPr lang="en-US" sz="2400" dirty="0">
                    <a:solidFill>
                      <a:srgbClr val="000000"/>
                    </a:solidFill>
                  </a:rPr>
                  <a:t>   </a:t>
                </a:r>
                <a14:m>
                  <m:oMath xmlns:m="http://schemas.openxmlformats.org/officeDocument/2006/math">
                    <m:r>
                      <m:rPr>
                        <m:aln/>
                      </m:rP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26.6°</m:t>
                    </m:r>
                  </m:oMath>
                </a14:m>
                <a:endParaRPr lang="en-US" sz="2400" dirty="0"/>
              </a:p>
            </p:txBody>
          </p:sp>
        </mc:Choice>
        <mc:Fallback xmlns="">
          <p:sp>
            <p:nvSpPr>
              <p:cNvPr id="6" name="Object 7">
                <a:extLst>
                  <a:ext uri="{FF2B5EF4-FFF2-40B4-BE49-F238E27FC236}">
                    <a16:creationId xmlns:a16="http://schemas.microsoft.com/office/drawing/2014/main" id="{3AA3B2FA-0539-9A93-996A-509FBC78506A}"/>
                  </a:ext>
                </a:extLst>
              </p:cNvPr>
              <p:cNvSpPr txBox="1">
                <a:spLocks noRot="1" noChangeAspect="1" noMove="1" noResize="1" noEditPoints="1" noAdjustHandles="1" noChangeArrowheads="1" noChangeShapeType="1" noTextEdit="1"/>
              </p:cNvSpPr>
              <p:nvPr/>
            </p:nvSpPr>
            <p:spPr bwMode="auto">
              <a:xfrm>
                <a:off x="2438967" y="4245806"/>
                <a:ext cx="3254794" cy="2285743"/>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4632519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p:cNvGraphicFramePr>
            <a:graphicFrameLocks noChangeAspect="1"/>
          </p:cNvGraphicFramePr>
          <p:nvPr/>
        </p:nvGraphicFramePr>
        <p:xfrm>
          <a:off x="4764087" y="2480052"/>
          <a:ext cx="2663825" cy="635000"/>
        </p:xfrm>
        <a:graphic>
          <a:graphicData uri="http://schemas.openxmlformats.org/presentationml/2006/ole">
            <mc:AlternateContent xmlns:mc="http://schemas.openxmlformats.org/markup-compatibility/2006">
              <mc:Choice xmlns:v="urn:schemas-microsoft-com:vml" Requires="v">
                <p:oleObj name="Equation" r:id="rId3" imgW="850680" imgH="203040" progId="Equation.DSMT4">
                  <p:embed/>
                </p:oleObj>
              </mc:Choice>
              <mc:Fallback>
                <p:oleObj name="Equation" r:id="rId3" imgW="850680" imgH="203040" progId="Equation.DSMT4">
                  <p:embed/>
                  <p:pic>
                    <p:nvPicPr>
                      <p:cNvPr id="6" name="Object 5"/>
                      <p:cNvPicPr>
                        <a:picLocks noChangeAspect="1" noChangeArrowheads="1"/>
                      </p:cNvPicPr>
                      <p:nvPr/>
                    </p:nvPicPr>
                    <p:blipFill>
                      <a:blip r:embed="rId4"/>
                      <a:srcRect/>
                      <a:stretch>
                        <a:fillRect/>
                      </a:stretch>
                    </p:blipFill>
                    <p:spPr bwMode="auto">
                      <a:xfrm>
                        <a:off x="4764087" y="2480052"/>
                        <a:ext cx="2663825" cy="635000"/>
                      </a:xfrm>
                      <a:prstGeom prst="rect">
                        <a:avLst/>
                      </a:prstGeom>
                      <a:noFill/>
                    </p:spPr>
                  </p:pic>
                </p:oleObj>
              </mc:Fallback>
            </mc:AlternateContent>
          </a:graphicData>
        </a:graphic>
      </p:graphicFrame>
      <p:graphicFrame>
        <p:nvGraphicFramePr>
          <p:cNvPr id="7" name="Object 6"/>
          <p:cNvGraphicFramePr>
            <a:graphicFrameLocks noChangeAspect="1"/>
          </p:cNvGraphicFramePr>
          <p:nvPr/>
        </p:nvGraphicFramePr>
        <p:xfrm>
          <a:off x="4664073" y="3365183"/>
          <a:ext cx="2863850" cy="635000"/>
        </p:xfrm>
        <a:graphic>
          <a:graphicData uri="http://schemas.openxmlformats.org/presentationml/2006/ole">
            <mc:AlternateContent xmlns:mc="http://schemas.openxmlformats.org/markup-compatibility/2006">
              <mc:Choice xmlns:v="urn:schemas-microsoft-com:vml" Requires="v">
                <p:oleObj name="Equation" r:id="rId5" imgW="914400" imgH="203040" progId="Equation.DSMT4">
                  <p:embed/>
                </p:oleObj>
              </mc:Choice>
              <mc:Fallback>
                <p:oleObj name="Equation" r:id="rId5" imgW="914400" imgH="203040" progId="Equation.DSMT4">
                  <p:embed/>
                  <p:pic>
                    <p:nvPicPr>
                      <p:cNvPr id="7" name="Object 6"/>
                      <p:cNvPicPr>
                        <a:picLocks noChangeAspect="1" noChangeArrowheads="1"/>
                      </p:cNvPicPr>
                      <p:nvPr/>
                    </p:nvPicPr>
                    <p:blipFill>
                      <a:blip r:embed="rId6"/>
                      <a:srcRect/>
                      <a:stretch>
                        <a:fillRect/>
                      </a:stretch>
                    </p:blipFill>
                    <p:spPr bwMode="auto">
                      <a:xfrm>
                        <a:off x="4664073" y="3365183"/>
                        <a:ext cx="2863850" cy="635000"/>
                      </a:xfrm>
                      <a:prstGeom prst="rect">
                        <a:avLst/>
                      </a:prstGeom>
                      <a:noFill/>
                    </p:spPr>
                  </p:pic>
                </p:oleObj>
              </mc:Fallback>
            </mc:AlternateContent>
          </a:graphicData>
        </a:graphic>
      </p:graphicFrame>
      <p:graphicFrame>
        <p:nvGraphicFramePr>
          <p:cNvPr id="8" name="Object 7"/>
          <p:cNvGraphicFramePr>
            <a:graphicFrameLocks noChangeAspect="1"/>
          </p:cNvGraphicFramePr>
          <p:nvPr/>
        </p:nvGraphicFramePr>
        <p:xfrm>
          <a:off x="5180804" y="4305332"/>
          <a:ext cx="1830388" cy="1071563"/>
        </p:xfrm>
        <a:graphic>
          <a:graphicData uri="http://schemas.openxmlformats.org/presentationml/2006/ole">
            <mc:AlternateContent xmlns:mc="http://schemas.openxmlformats.org/markup-compatibility/2006">
              <mc:Choice xmlns:v="urn:schemas-microsoft-com:vml" Requires="v">
                <p:oleObj name="Equation" r:id="rId7" imgW="583920" imgH="342720" progId="Equation.DSMT4">
                  <p:embed/>
                </p:oleObj>
              </mc:Choice>
              <mc:Fallback>
                <p:oleObj name="Equation" r:id="rId7" imgW="583920" imgH="342720" progId="Equation.DSMT4">
                  <p:embed/>
                  <p:pic>
                    <p:nvPicPr>
                      <p:cNvPr id="8" name="Object 7"/>
                      <p:cNvPicPr>
                        <a:picLocks noChangeAspect="1" noChangeArrowheads="1"/>
                      </p:cNvPicPr>
                      <p:nvPr/>
                    </p:nvPicPr>
                    <p:blipFill>
                      <a:blip r:embed="rId8"/>
                      <a:srcRect/>
                      <a:stretch>
                        <a:fillRect/>
                      </a:stretch>
                    </p:blipFill>
                    <p:spPr bwMode="auto">
                      <a:xfrm>
                        <a:off x="5180804" y="4305332"/>
                        <a:ext cx="1830388" cy="1071563"/>
                      </a:xfrm>
                      <a:prstGeom prst="rect">
                        <a:avLst/>
                      </a:prstGeom>
                      <a:noFill/>
                    </p:spPr>
                  </p:pic>
                </p:oleObj>
              </mc:Fallback>
            </mc:AlternateContent>
          </a:graphicData>
        </a:graphic>
      </p:graphicFrame>
      <p:sp>
        <p:nvSpPr>
          <p:cNvPr id="3" name="Rectangle 2">
            <a:extLst>
              <a:ext uri="{FF2B5EF4-FFF2-40B4-BE49-F238E27FC236}">
                <a16:creationId xmlns:a16="http://schemas.microsoft.com/office/drawing/2014/main" id="{C5143427-D239-45DD-B6E3-B46DB8195096}"/>
              </a:ext>
            </a:extLst>
          </p:cNvPr>
          <p:cNvSpPr/>
          <p:nvPr/>
        </p:nvSpPr>
        <p:spPr>
          <a:xfrm>
            <a:off x="3962243" y="1514991"/>
            <a:ext cx="4842992" cy="584775"/>
          </a:xfrm>
          <a:prstGeom prst="rect">
            <a:avLst/>
          </a:prstGeom>
        </p:spPr>
        <p:txBody>
          <a:bodyPr wrap="none">
            <a:spAutoFit/>
          </a:bodyPr>
          <a:lstStyle/>
          <a:p>
            <a:pPr defTabSz="457200">
              <a:defRPr/>
            </a:pPr>
            <a:r>
              <a:rPr lang="en-US" sz="3200" dirty="0">
                <a:latin typeface="Times New Roman" panose="02020603050405020304" pitchFamily="18" charset="0"/>
                <a:cs typeface="Times New Roman" panose="02020603050405020304" pitchFamily="18" charset="0"/>
              </a:rPr>
              <a:t>SI unit of force: </a:t>
            </a:r>
            <a:r>
              <a:rPr lang="en-US" sz="3200" b="1" dirty="0">
                <a:solidFill>
                  <a:srgbClr val="FF0000"/>
                </a:solidFill>
                <a:latin typeface="Times New Roman" panose="02020603050405020304" pitchFamily="18" charset="0"/>
                <a:cs typeface="Times New Roman" panose="02020603050405020304" pitchFamily="18" charset="0"/>
              </a:rPr>
              <a:t>newton</a:t>
            </a:r>
            <a:r>
              <a:rPr lang="en-US" sz="3200" b="1" dirty="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(N)</a:t>
            </a:r>
          </a:p>
        </p:txBody>
      </p:sp>
      <p:sp>
        <p:nvSpPr>
          <p:cNvPr id="4" name="Title 3">
            <a:extLst>
              <a:ext uri="{FF2B5EF4-FFF2-40B4-BE49-F238E27FC236}">
                <a16:creationId xmlns:a16="http://schemas.microsoft.com/office/drawing/2014/main" id="{472A46E2-88F0-B5A1-1E5E-5FBA61423BF0}"/>
              </a:ext>
            </a:extLst>
          </p:cNvPr>
          <p:cNvSpPr txBox="1">
            <a:spLocks/>
          </p:cNvSpPr>
          <p:nvPr/>
        </p:nvSpPr>
        <p:spPr>
          <a:xfrm>
            <a:off x="0" y="-23282"/>
            <a:ext cx="12192000" cy="757130"/>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dirty="0">
                <a:latin typeface="Times New Roman" panose="02020603050405020304" pitchFamily="18" charset="0"/>
                <a:ea typeface="STKaiti" panose="020B0503020204020204" pitchFamily="2" charset="-122"/>
                <a:cs typeface="Times New Roman" panose="02020603050405020304" pitchFamily="18" charset="0"/>
              </a:rPr>
              <a:t>Units of </a:t>
            </a:r>
            <a:r>
              <a:rPr lang="en-US" sz="48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F</a:t>
            </a:r>
            <a:r>
              <a:rPr lang="en-US" sz="4800" b="1" dirty="0">
                <a:solidFill>
                  <a:srgbClr val="0000FF"/>
                </a:solidFill>
                <a:latin typeface="Times New Roman" panose="02020603050405020304" pitchFamily="18" charset="0"/>
                <a:cs typeface="Times New Roman" panose="02020603050405020304" pitchFamily="18" charset="0"/>
              </a:rPr>
              <a:t>orces</a:t>
            </a:r>
            <a:r>
              <a:rPr lang="en-US" sz="4800" b="1" dirty="0">
                <a:latin typeface="Times New Roman" panose="02020603050405020304" pitchFamily="18" charset="0"/>
                <a:ea typeface="STKaiti" panose="020B0503020204020204" pitchFamily="2" charset="-122"/>
                <a:cs typeface="Times New Roman" panose="02020603050405020304" pitchFamily="18" charset="0"/>
              </a:rPr>
              <a:t>   </a:t>
            </a:r>
          </a:p>
        </p:txBody>
      </p:sp>
    </p:spTree>
    <p:extLst>
      <p:ext uri="{BB962C8B-B14F-4D97-AF65-F5344CB8AC3E}">
        <p14:creationId xmlns:p14="http://schemas.microsoft.com/office/powerpoint/2010/main" val="1194385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p:cNvGraphicFramePr>
            <a:graphicFrameLocks noChangeAspect="1"/>
          </p:cNvGraphicFramePr>
          <p:nvPr/>
        </p:nvGraphicFramePr>
        <p:xfrm>
          <a:off x="5376907" y="3875307"/>
          <a:ext cx="1438184" cy="1133024"/>
        </p:xfrm>
        <a:graphic>
          <a:graphicData uri="http://schemas.openxmlformats.org/presentationml/2006/ole">
            <mc:AlternateContent xmlns:mc="http://schemas.openxmlformats.org/markup-compatibility/2006">
              <mc:Choice xmlns:v="urn:schemas-microsoft-com:vml" Requires="v">
                <p:oleObj name="Equation" r:id="rId3" imgW="482400" imgH="380880" progId="Equation.DSMT4">
                  <p:embed/>
                </p:oleObj>
              </mc:Choice>
              <mc:Fallback>
                <p:oleObj name="Equation" r:id="rId3" imgW="482400" imgH="380880" progId="Equation.DSMT4">
                  <p:embed/>
                  <p:pic>
                    <p:nvPicPr>
                      <p:cNvPr id="6" name="Object 5"/>
                      <p:cNvPicPr>
                        <a:picLocks noChangeAspect="1" noChangeArrowheads="1"/>
                      </p:cNvPicPr>
                      <p:nvPr/>
                    </p:nvPicPr>
                    <p:blipFill>
                      <a:blip r:embed="rId4"/>
                      <a:srcRect/>
                      <a:stretch>
                        <a:fillRect/>
                      </a:stretch>
                    </p:blipFill>
                    <p:spPr bwMode="auto">
                      <a:xfrm>
                        <a:off x="5376907" y="3875307"/>
                        <a:ext cx="1438184" cy="1133024"/>
                      </a:xfrm>
                      <a:prstGeom prst="rect">
                        <a:avLst/>
                      </a:prstGeom>
                      <a:noFill/>
                    </p:spPr>
                  </p:pic>
                </p:oleObj>
              </mc:Fallback>
            </mc:AlternateContent>
          </a:graphicData>
        </a:graphic>
      </p:graphicFrame>
      <p:sp>
        <p:nvSpPr>
          <p:cNvPr id="3" name="Rectangle 2">
            <a:extLst>
              <a:ext uri="{FF2B5EF4-FFF2-40B4-BE49-F238E27FC236}">
                <a16:creationId xmlns:a16="http://schemas.microsoft.com/office/drawing/2014/main" id="{074E9054-D16F-4C1C-B7EA-267508F97EAD}"/>
              </a:ext>
            </a:extLst>
          </p:cNvPr>
          <p:cNvSpPr/>
          <p:nvPr/>
        </p:nvSpPr>
        <p:spPr>
          <a:xfrm>
            <a:off x="1838319" y="1213756"/>
            <a:ext cx="8515361" cy="4955203"/>
          </a:xfrm>
          <a:prstGeom prst="rect">
            <a:avLst/>
          </a:prstGeom>
        </p:spPr>
        <p:txBody>
          <a:bodyPr wrap="square">
            <a:spAutoFit/>
          </a:bodyPr>
          <a:lstStyle/>
          <a:p>
            <a:pPr marL="457200" indent="-457200" defTabSz="457200">
              <a:spcAft>
                <a:spcPts val="600"/>
              </a:spcAft>
              <a:buFont typeface="Wingdings" panose="05000000000000000000" pitchFamily="2" charset="2"/>
              <a:buChar char="§"/>
              <a:defRPr/>
            </a:pPr>
            <a:r>
              <a:rPr lang="en-US" sz="2600" b="1" dirty="0">
                <a:latin typeface="Times New Roman" panose="02020603050405020304" pitchFamily="18" charset="0"/>
                <a:cs typeface="Times New Roman" panose="02020603050405020304" pitchFamily="18" charset="0"/>
              </a:rPr>
              <a:t>Mass </a:t>
            </a:r>
            <a:r>
              <a:rPr lang="en-US" sz="2600" dirty="0">
                <a:latin typeface="Times New Roman" panose="02020603050405020304" pitchFamily="18" charset="0"/>
                <a:cs typeface="Times New Roman" panose="02020603050405020304" pitchFamily="18" charset="0"/>
              </a:rPr>
              <a:t>is a property that specifies how much resistance an object exhibits to changes in its velocity.</a:t>
            </a:r>
          </a:p>
          <a:p>
            <a:pPr marL="457200" indent="-457200" defTabSz="457200">
              <a:spcAft>
                <a:spcPts val="600"/>
              </a:spcAft>
              <a:buFont typeface="Wingdings" panose="05000000000000000000" pitchFamily="2" charset="2"/>
              <a:buChar char="§"/>
              <a:defRPr/>
            </a:pPr>
            <a:r>
              <a:rPr lang="en-US" sz="2600" dirty="0">
                <a:latin typeface="Times New Roman" panose="02020603050405020304" pitchFamily="18" charset="0"/>
                <a:cs typeface="Times New Roman" panose="02020603050405020304" pitchFamily="18" charset="0"/>
              </a:rPr>
              <a:t>Experiments show: greater the mass of an object </a:t>
            </a:r>
            <a:r>
              <a:rPr lang="en-US" sz="2600" dirty="0">
                <a:latin typeface="Times New Roman" panose="02020603050405020304" pitchFamily="18" charset="0"/>
                <a:cs typeface="Times New Roman" panose="02020603050405020304" pitchFamily="18" charset="0"/>
                <a:sym typeface="Symbol" panose="05050102010706020507" pitchFamily="18" charset="2"/>
              </a:rPr>
              <a:t></a:t>
            </a:r>
            <a:r>
              <a:rPr lang="en-US" sz="2600" dirty="0">
                <a:latin typeface="Times New Roman" panose="02020603050405020304" pitchFamily="18" charset="0"/>
                <a:cs typeface="Times New Roman" panose="02020603050405020304" pitchFamily="18" charset="0"/>
              </a:rPr>
              <a:t> less that object accelerates under action of given applied force.</a:t>
            </a:r>
          </a:p>
          <a:p>
            <a:pPr marL="457200" indent="-457200" defTabSz="457200">
              <a:spcAft>
                <a:spcPts val="600"/>
              </a:spcAft>
              <a:buFont typeface="Wingdings" panose="05000000000000000000" pitchFamily="2" charset="2"/>
              <a:buChar char="§"/>
              <a:defRPr/>
            </a:pPr>
            <a:r>
              <a:rPr lang="en-US" sz="2600" dirty="0">
                <a:latin typeface="Times New Roman" panose="02020603050405020304" pitchFamily="18" charset="0"/>
                <a:cs typeface="Times New Roman" panose="02020603050405020304" pitchFamily="18" charset="0"/>
              </a:rPr>
              <a:t>Magnitude of acceleration of object inversely proportional to its mass when acted on by </a:t>
            </a:r>
            <a:r>
              <a:rPr lang="en-US" sz="2600" i="1" dirty="0">
                <a:latin typeface="Times New Roman" panose="02020603050405020304" pitchFamily="18" charset="0"/>
                <a:cs typeface="Times New Roman" panose="02020603050405020304" pitchFamily="18" charset="0"/>
              </a:rPr>
              <a:t>a given force</a:t>
            </a:r>
            <a:r>
              <a:rPr lang="en-US" sz="2600" dirty="0">
                <a:latin typeface="Times New Roman" panose="02020603050405020304" pitchFamily="18" charset="0"/>
                <a:cs typeface="Times New Roman" panose="02020603050405020304" pitchFamily="18" charset="0"/>
              </a:rPr>
              <a:t>.</a:t>
            </a:r>
          </a:p>
          <a:p>
            <a:pPr marL="457200" indent="-457200" defTabSz="457200">
              <a:spcAft>
                <a:spcPts val="600"/>
              </a:spcAft>
              <a:buFont typeface="Wingdings" panose="05000000000000000000" pitchFamily="2" charset="2"/>
              <a:buChar char="§"/>
              <a:defRPr/>
            </a:pPr>
            <a:endParaRPr lang="en-US" sz="2600" dirty="0">
              <a:latin typeface="Times New Roman" panose="02020603050405020304" pitchFamily="18" charset="0"/>
              <a:cs typeface="Times New Roman" panose="02020603050405020304" pitchFamily="18" charset="0"/>
            </a:endParaRPr>
          </a:p>
          <a:p>
            <a:pPr marL="457200" indent="-457200" defTabSz="457200">
              <a:spcAft>
                <a:spcPts val="1200"/>
              </a:spcAft>
              <a:buFont typeface="Wingdings" panose="05000000000000000000" pitchFamily="2" charset="2"/>
              <a:buChar char="§"/>
              <a:defRPr/>
            </a:pPr>
            <a:endParaRPr lang="en-US" sz="2600" dirty="0">
              <a:latin typeface="Times New Roman" panose="02020603050405020304" pitchFamily="18" charset="0"/>
              <a:cs typeface="Times New Roman" panose="02020603050405020304" pitchFamily="18" charset="0"/>
            </a:endParaRPr>
          </a:p>
          <a:p>
            <a:pPr marL="457200" indent="-457200" defTabSz="457200">
              <a:spcAft>
                <a:spcPts val="600"/>
              </a:spcAft>
              <a:buFont typeface="Wingdings" panose="05000000000000000000" pitchFamily="2" charset="2"/>
              <a:buChar char="§"/>
              <a:defRPr/>
            </a:pPr>
            <a:r>
              <a:rPr lang="en-US" sz="2600" dirty="0">
                <a:latin typeface="Times New Roman" panose="02020603050405020304" pitchFamily="18" charset="0"/>
                <a:cs typeface="Times New Roman" panose="02020603050405020304" pitchFamily="18" charset="0"/>
              </a:rPr>
              <a:t>Mass is a scalar quantity (SI unit: kg) and inherent property of an object, independent of the object’s surroundings and of method used to measure it.</a:t>
            </a:r>
          </a:p>
        </p:txBody>
      </p:sp>
      <p:sp>
        <p:nvSpPr>
          <p:cNvPr id="4" name="Title 3">
            <a:extLst>
              <a:ext uri="{FF2B5EF4-FFF2-40B4-BE49-F238E27FC236}">
                <a16:creationId xmlns:a16="http://schemas.microsoft.com/office/drawing/2014/main" id="{1067DCC6-A1B0-B9D9-D572-1A53DF186023}"/>
              </a:ext>
            </a:extLst>
          </p:cNvPr>
          <p:cNvSpPr txBox="1">
            <a:spLocks/>
          </p:cNvSpPr>
          <p:nvPr/>
        </p:nvSpPr>
        <p:spPr>
          <a:xfrm>
            <a:off x="0" y="165"/>
            <a:ext cx="12192000" cy="757130"/>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dirty="0">
                <a:latin typeface="Times New Roman" panose="02020603050405020304" pitchFamily="18" charset="0"/>
                <a:ea typeface="STKaiti" panose="020B0503020204020204" pitchFamily="2" charset="-122"/>
                <a:cs typeface="Times New Roman" panose="02020603050405020304" pitchFamily="18" charset="0"/>
              </a:rPr>
              <a:t>Mass   </a:t>
            </a:r>
          </a:p>
        </p:txBody>
      </p:sp>
    </p:spTree>
    <p:extLst>
      <p:ext uri="{BB962C8B-B14F-4D97-AF65-F5344CB8AC3E}">
        <p14:creationId xmlns:p14="http://schemas.microsoft.com/office/powerpoint/2010/main" val="924216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9C50E874-DB4B-483F-B0D9-3C871E082A1A}"/>
              </a:ext>
            </a:extLst>
          </p:cNvPr>
          <p:cNvSpPr/>
          <p:nvPr/>
        </p:nvSpPr>
        <p:spPr>
          <a:xfrm>
            <a:off x="1981200" y="1309235"/>
            <a:ext cx="8229600" cy="1627239"/>
          </a:xfrm>
          <a:prstGeom prst="roundRect">
            <a:avLst/>
          </a:prstGeom>
          <a:solidFill>
            <a:srgbClr val="E2F4F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2390954" y="1439113"/>
            <a:ext cx="7410092" cy="1384995"/>
          </a:xfrm>
          <a:prstGeom prst="rect">
            <a:avLst/>
          </a:prstGeom>
        </p:spPr>
        <p:txBody>
          <a:bodyPr wrap="square">
            <a:spAutoFit/>
          </a:bodyPr>
          <a:lstStyle/>
          <a:p>
            <a:pPr algn="ctr"/>
            <a:r>
              <a:rPr lang="en-US" sz="2800" dirty="0">
                <a:latin typeface="Times New Roman" panose="02020603050405020304" pitchFamily="18" charset="0"/>
                <a:cs typeface="Times New Roman" panose="02020603050405020304" pitchFamily="18" charset="0"/>
              </a:rPr>
              <a:t>If an object does not interact with other objects, it is possible to identify a reference frame in which the object has zero acceleration.</a:t>
            </a:r>
          </a:p>
        </p:txBody>
      </p:sp>
      <p:sp>
        <p:nvSpPr>
          <p:cNvPr id="4" name="Rectangle 3">
            <a:extLst>
              <a:ext uri="{FF2B5EF4-FFF2-40B4-BE49-F238E27FC236}">
                <a16:creationId xmlns:a16="http://schemas.microsoft.com/office/drawing/2014/main" id="{6AF44116-4830-40B8-977F-1D15B4138E7B}"/>
              </a:ext>
            </a:extLst>
          </p:cNvPr>
          <p:cNvSpPr/>
          <p:nvPr/>
        </p:nvSpPr>
        <p:spPr>
          <a:xfrm>
            <a:off x="3702779" y="3536092"/>
            <a:ext cx="4786439" cy="584775"/>
          </a:xfrm>
          <a:prstGeom prst="rect">
            <a:avLst/>
          </a:prstGeom>
        </p:spPr>
        <p:txBody>
          <a:bodyPr wrap="none">
            <a:spAutoFit/>
          </a:bodyPr>
          <a:lstStyle/>
          <a:p>
            <a:r>
              <a:rPr lang="en-US" sz="3200" b="1" dirty="0">
                <a:latin typeface="Times New Roman" panose="02020603050405020304" pitchFamily="18" charset="0"/>
                <a:cs typeface="Times New Roman" panose="02020603050405020304" pitchFamily="18" charset="0"/>
              </a:rPr>
              <a:t>Inertial frame of reference</a:t>
            </a:r>
            <a:endParaRPr lang="en-US" sz="3200" dirty="0"/>
          </a:p>
        </p:txBody>
      </p:sp>
      <p:sp>
        <p:nvSpPr>
          <p:cNvPr id="5" name="TextBox 4">
            <a:extLst>
              <a:ext uri="{FF2B5EF4-FFF2-40B4-BE49-F238E27FC236}">
                <a16:creationId xmlns:a16="http://schemas.microsoft.com/office/drawing/2014/main" id="{13A3E101-099F-47BD-8D41-0581215AF463}"/>
              </a:ext>
            </a:extLst>
          </p:cNvPr>
          <p:cNvSpPr txBox="1"/>
          <p:nvPr/>
        </p:nvSpPr>
        <p:spPr>
          <a:xfrm>
            <a:off x="1894642" y="4455013"/>
            <a:ext cx="8402715" cy="1723549"/>
          </a:xfrm>
          <a:prstGeom prst="rect">
            <a:avLst/>
          </a:prstGeom>
          <a:noFill/>
        </p:spPr>
        <p:txBody>
          <a:bodyPr wrap="square" rtlCol="0">
            <a:spAutoFit/>
          </a:bodyPr>
          <a:lstStyle/>
          <a:p>
            <a:pPr marL="342900" indent="-342900">
              <a:spcAft>
                <a:spcPts val="600"/>
              </a:spcAf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We model Earth as inertial frame, along with any other frame attached to it in our course.</a:t>
            </a:r>
          </a:p>
          <a:p>
            <a:pPr marL="342900" indent="-342900">
              <a:spcAft>
                <a:spcPts val="600"/>
              </a:spcAf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Video 1: </a:t>
            </a:r>
            <a:r>
              <a:rPr lang="en-US" sz="2400" dirty="0">
                <a:latin typeface="Times New Roman" panose="02020603050405020304" pitchFamily="18" charset="0"/>
                <a:cs typeface="Times New Roman" panose="02020603050405020304" pitchFamily="18" charset="0"/>
                <a:hlinkClick r:id="rId3"/>
              </a:rPr>
              <a:t>https://www.youtube.com/watch?v=wD7C4V9smG4</a:t>
            </a:r>
            <a:endParaRPr lang="en-US" sz="2400" dirty="0">
              <a:latin typeface="Times New Roman" panose="02020603050405020304" pitchFamily="18" charset="0"/>
              <a:cs typeface="Times New Roman" panose="02020603050405020304" pitchFamily="18" charset="0"/>
            </a:endParaRPr>
          </a:p>
          <a:p>
            <a:pPr marL="342900" indent="-342900">
              <a:spcAft>
                <a:spcPts val="600"/>
              </a:spcAf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Video 2: </a:t>
            </a:r>
            <a:r>
              <a:rPr lang="en-US" sz="2400" dirty="0">
                <a:latin typeface="Times New Roman" panose="02020603050405020304" pitchFamily="18" charset="0"/>
                <a:cs typeface="Times New Roman" panose="02020603050405020304" pitchFamily="18" charset="0"/>
                <a:hlinkClick r:id="rId4"/>
              </a:rPr>
              <a:t>https://www.youtube.com/watch?v=8xiIP2B6L3M</a:t>
            </a:r>
            <a:endParaRPr lang="en-US" sz="2400" dirty="0">
              <a:latin typeface="Times New Roman" panose="02020603050405020304" pitchFamily="18" charset="0"/>
              <a:cs typeface="Times New Roman" panose="02020603050405020304" pitchFamily="18" charset="0"/>
            </a:endParaRPr>
          </a:p>
        </p:txBody>
      </p:sp>
      <p:sp>
        <p:nvSpPr>
          <p:cNvPr id="7" name="Title 3">
            <a:extLst>
              <a:ext uri="{FF2B5EF4-FFF2-40B4-BE49-F238E27FC236}">
                <a16:creationId xmlns:a16="http://schemas.microsoft.com/office/drawing/2014/main" id="{FB54CB4E-1748-603D-5CF1-0B9D8A646E15}"/>
              </a:ext>
            </a:extLst>
          </p:cNvPr>
          <p:cNvSpPr txBox="1">
            <a:spLocks/>
          </p:cNvSpPr>
          <p:nvPr/>
        </p:nvSpPr>
        <p:spPr>
          <a:xfrm>
            <a:off x="0" y="-15467"/>
            <a:ext cx="12192000" cy="701731"/>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latin typeface="Times New Roman" panose="02020603050405020304" pitchFamily="18" charset="0"/>
                <a:ea typeface="STKaiti" panose="020B0503020204020204" pitchFamily="2" charset="-122"/>
                <a:cs typeface="Times New Roman" panose="02020603050405020304" pitchFamily="18" charset="0"/>
              </a:rPr>
              <a:t>Inertial Frame of Reference   </a:t>
            </a:r>
          </a:p>
        </p:txBody>
      </p:sp>
    </p:spTree>
    <p:extLst>
      <p:ext uri="{BB962C8B-B14F-4D97-AF65-F5344CB8AC3E}">
        <p14:creationId xmlns:p14="http://schemas.microsoft.com/office/powerpoint/2010/main" val="3969486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198148" y="1497702"/>
            <a:ext cx="7795704" cy="3862596"/>
          </a:xfrm>
          <a:prstGeom prst="rect">
            <a:avLst/>
          </a:prstGeom>
        </p:spPr>
        <p:txBody>
          <a:bodyPr wrap="square">
            <a:spAutoFit/>
          </a:bodyPr>
          <a:lstStyle/>
          <a:p>
            <a:pPr>
              <a:spcAft>
                <a:spcPts val="1800"/>
              </a:spcAft>
            </a:pPr>
            <a:r>
              <a:rPr lang="en-US" sz="3200" b="1" dirty="0">
                <a:latin typeface="Times New Roman" panose="02020603050405020304" pitchFamily="18" charset="0"/>
                <a:cs typeface="Times New Roman" panose="02020603050405020304" pitchFamily="18" charset="0"/>
              </a:rPr>
              <a:t>Group Discussion:</a:t>
            </a:r>
          </a:p>
          <a:p>
            <a:pPr marL="457200" indent="-457200">
              <a:spcAft>
                <a:spcPts val="1800"/>
              </a:spcAft>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What are the Newton’s Laws of Motion?</a:t>
            </a:r>
          </a:p>
          <a:p>
            <a:pPr marL="457200" indent="-457200">
              <a:spcAft>
                <a:spcPts val="1800"/>
              </a:spcAft>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What is the equation for Newton’s Second Law? What are the quantities in the equation? Is it a vector or scalar equation?</a:t>
            </a:r>
          </a:p>
          <a:p>
            <a:pPr marL="457200" indent="-457200">
              <a:spcAft>
                <a:spcPts val="1800"/>
              </a:spcAft>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Are Newton’s Laws of Motion consistent with or contradicting our daily life experience?</a:t>
            </a:r>
          </a:p>
        </p:txBody>
      </p:sp>
      <p:sp>
        <p:nvSpPr>
          <p:cNvPr id="2" name="Title 3">
            <a:extLst>
              <a:ext uri="{FF2B5EF4-FFF2-40B4-BE49-F238E27FC236}">
                <a16:creationId xmlns:a16="http://schemas.microsoft.com/office/drawing/2014/main" id="{0FCDB7FD-64FE-6407-4060-0613530BA665}"/>
              </a:ext>
            </a:extLst>
          </p:cNvPr>
          <p:cNvSpPr txBox="1">
            <a:spLocks/>
          </p:cNvSpPr>
          <p:nvPr/>
        </p:nvSpPr>
        <p:spPr>
          <a:xfrm>
            <a:off x="0" y="7982"/>
            <a:ext cx="12192000" cy="757130"/>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dirty="0">
                <a:latin typeface="Times New Roman" panose="02020603050405020304" pitchFamily="18" charset="0"/>
                <a:ea typeface="STKaiti" panose="020B0503020204020204" pitchFamily="2" charset="-122"/>
                <a:cs typeface="Times New Roman" panose="02020603050405020304" pitchFamily="18" charset="0"/>
              </a:rPr>
              <a:t>5.2 Newton’s </a:t>
            </a:r>
            <a:r>
              <a:rPr lang="en-US" sz="48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First</a:t>
            </a:r>
            <a:r>
              <a:rPr lang="en-US" sz="4800" b="1" dirty="0">
                <a:latin typeface="Times New Roman" panose="02020603050405020304" pitchFamily="18" charset="0"/>
                <a:ea typeface="STKaiti" panose="020B0503020204020204" pitchFamily="2" charset="-122"/>
                <a:cs typeface="Times New Roman" panose="02020603050405020304" pitchFamily="18" charset="0"/>
              </a:rPr>
              <a:t> Law   </a:t>
            </a:r>
          </a:p>
        </p:txBody>
      </p:sp>
    </p:spTree>
    <p:extLst>
      <p:ext uri="{BB962C8B-B14F-4D97-AF65-F5344CB8AC3E}">
        <p14:creationId xmlns:p14="http://schemas.microsoft.com/office/powerpoint/2010/main" val="31903645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67FCFC02-C7A9-4DE3-B538-C71CCEBCDFF6}"/>
              </a:ext>
            </a:extLst>
          </p:cNvPr>
          <p:cNvGrpSpPr/>
          <p:nvPr/>
        </p:nvGrpSpPr>
        <p:grpSpPr>
          <a:xfrm>
            <a:off x="1981200" y="1500499"/>
            <a:ext cx="8229600" cy="1969770"/>
            <a:chOff x="457200" y="1526262"/>
            <a:chExt cx="8229600" cy="1969770"/>
          </a:xfrm>
        </p:grpSpPr>
        <p:sp>
          <p:nvSpPr>
            <p:cNvPr id="7" name="Rectangle: Rounded Corners 6">
              <a:extLst>
                <a:ext uri="{FF2B5EF4-FFF2-40B4-BE49-F238E27FC236}">
                  <a16:creationId xmlns:a16="http://schemas.microsoft.com/office/drawing/2014/main" id="{38525E13-D2D9-4CEB-BAF4-9D9285304083}"/>
                </a:ext>
              </a:extLst>
            </p:cNvPr>
            <p:cNvSpPr/>
            <p:nvPr/>
          </p:nvSpPr>
          <p:spPr>
            <a:xfrm>
              <a:off x="457200" y="1526262"/>
              <a:ext cx="8229600" cy="1969770"/>
            </a:xfrm>
            <a:prstGeom prst="roundRect">
              <a:avLst/>
            </a:prstGeom>
            <a:solidFill>
              <a:srgbClr val="E2F4F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732885" y="1700158"/>
              <a:ext cx="7678230" cy="1569660"/>
            </a:xfrm>
            <a:prstGeom prst="rect">
              <a:avLst/>
            </a:prstGeom>
          </p:spPr>
          <p:txBody>
            <a:bodyPr wrap="square">
              <a:spAutoFit/>
            </a:bodyPr>
            <a:lstStyle/>
            <a:p>
              <a:pPr algn="ctr"/>
              <a:r>
                <a:rPr lang="en-US" sz="3200" dirty="0">
                  <a:latin typeface="Times New Roman" panose="02020603050405020304" pitchFamily="18" charset="0"/>
                  <a:cs typeface="Times New Roman" panose="02020603050405020304" pitchFamily="18" charset="0"/>
                </a:rPr>
                <a:t>A body at rest </a:t>
              </a:r>
              <a:r>
                <a:rPr lang="en-US" sz="3200" b="1" dirty="0">
                  <a:latin typeface="Times New Roman" panose="02020603050405020304" pitchFamily="18" charset="0"/>
                  <a:cs typeface="Times New Roman" panose="02020603050405020304" pitchFamily="18" charset="0"/>
                </a:rPr>
                <a:t>remains</a:t>
              </a:r>
              <a:r>
                <a:rPr lang="en-US" sz="3200" dirty="0">
                  <a:latin typeface="Times New Roman" panose="02020603050405020304" pitchFamily="18" charset="0"/>
                  <a:cs typeface="Times New Roman" panose="02020603050405020304" pitchFamily="18" charset="0"/>
                </a:rPr>
                <a:t> at rest or, if in motion, remains in motion at constant velocity unless acted on by a net external force.</a:t>
              </a:r>
            </a:p>
          </p:txBody>
        </p:sp>
      </p:grpSp>
      <p:sp>
        <p:nvSpPr>
          <p:cNvPr id="3" name="Rectangle 2">
            <a:extLst>
              <a:ext uri="{FF2B5EF4-FFF2-40B4-BE49-F238E27FC236}">
                <a16:creationId xmlns:a16="http://schemas.microsoft.com/office/drawing/2014/main" id="{43898D5D-4B72-4E53-B387-D96AC8342D07}"/>
              </a:ext>
            </a:extLst>
          </p:cNvPr>
          <p:cNvSpPr/>
          <p:nvPr/>
        </p:nvSpPr>
        <p:spPr>
          <a:xfrm>
            <a:off x="1937541" y="3753943"/>
            <a:ext cx="8316919" cy="2608406"/>
          </a:xfrm>
          <a:prstGeom prst="rect">
            <a:avLst/>
          </a:prstGeom>
        </p:spPr>
        <p:txBody>
          <a:bodyPr wrap="square">
            <a:spAutoFit/>
          </a:bodyPr>
          <a:lstStyle/>
          <a:p>
            <a:pPr marL="457200" indent="-457200">
              <a:spcAft>
                <a:spcPts val="300"/>
              </a:spcAft>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When no net force acts on an object, the acceleration of the object is zero (rest or constant velocity).</a:t>
            </a:r>
          </a:p>
          <a:p>
            <a:pPr marL="457200" indent="-457200">
              <a:spcAft>
                <a:spcPts val="300"/>
              </a:spcAft>
              <a:buFont typeface="Wingdings" panose="05000000000000000000" pitchFamily="2" charset="2"/>
              <a:buChar char="§"/>
            </a:pPr>
            <a:endParaRPr lang="en-US" sz="2600" dirty="0">
              <a:latin typeface="Times New Roman" panose="02020603050405020304" pitchFamily="18" charset="0"/>
              <a:cs typeface="Times New Roman" panose="02020603050405020304" pitchFamily="18" charset="0"/>
            </a:endParaRPr>
          </a:p>
          <a:p>
            <a:pPr marL="457200" indent="-457200">
              <a:spcAft>
                <a:spcPts val="300"/>
              </a:spcAft>
              <a:buFont typeface="Wingdings" panose="05000000000000000000" pitchFamily="2" charset="2"/>
              <a:buChar char="§"/>
            </a:pPr>
            <a:endParaRPr lang="en-US" sz="2600" dirty="0">
              <a:latin typeface="Times New Roman" panose="02020603050405020304" pitchFamily="18" charset="0"/>
              <a:cs typeface="Times New Roman" panose="02020603050405020304" pitchFamily="18" charset="0"/>
            </a:endParaRPr>
          </a:p>
          <a:p>
            <a:pPr marL="457200" indent="-457200">
              <a:spcAft>
                <a:spcPts val="300"/>
              </a:spcAft>
              <a:buFont typeface="Wingdings" panose="05000000000000000000" pitchFamily="2" charset="2"/>
              <a:buChar char="§"/>
            </a:pPr>
            <a:r>
              <a:rPr lang="en-US" sz="2600" b="1" dirty="0">
                <a:latin typeface="Times New Roman" panose="02020603050405020304" pitchFamily="18" charset="0"/>
                <a:cs typeface="Times New Roman" panose="02020603050405020304" pitchFamily="18" charset="0"/>
              </a:rPr>
              <a:t>Inertia</a:t>
            </a:r>
            <a:r>
              <a:rPr lang="en-US" sz="2600" dirty="0">
                <a:latin typeface="Times New Roman" panose="02020603050405020304" pitchFamily="18" charset="0"/>
                <a:cs typeface="Times New Roman" panose="02020603050405020304" pitchFamily="18" charset="0"/>
              </a:rPr>
              <a:t>:</a:t>
            </a:r>
            <a:r>
              <a:rPr lang="en-US" sz="2600" b="1"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the tendency of an object to resist any attempt to change its velocity.</a:t>
            </a:r>
            <a:endParaRPr lang="en-US" sz="2600" b="1"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3F1D3114-570D-46A1-9B6D-E2A8234DD971}"/>
              </a:ext>
            </a:extLst>
          </p:cNvPr>
          <p:cNvPicPr>
            <a:picLocks noChangeAspect="1"/>
          </p:cNvPicPr>
          <p:nvPr/>
        </p:nvPicPr>
        <p:blipFill>
          <a:blip r:embed="rId3"/>
          <a:stretch>
            <a:fillRect/>
          </a:stretch>
        </p:blipFill>
        <p:spPr>
          <a:xfrm>
            <a:off x="3992879" y="4758602"/>
            <a:ext cx="4206240" cy="574128"/>
          </a:xfrm>
          <a:prstGeom prst="rect">
            <a:avLst/>
          </a:prstGeom>
        </p:spPr>
      </p:pic>
      <p:sp>
        <p:nvSpPr>
          <p:cNvPr id="5" name="Title 3">
            <a:extLst>
              <a:ext uri="{FF2B5EF4-FFF2-40B4-BE49-F238E27FC236}">
                <a16:creationId xmlns:a16="http://schemas.microsoft.com/office/drawing/2014/main" id="{9306BDCB-2FFE-85AB-C470-3AF4A67CE9DF}"/>
              </a:ext>
            </a:extLst>
          </p:cNvPr>
          <p:cNvSpPr txBox="1">
            <a:spLocks/>
          </p:cNvSpPr>
          <p:nvPr/>
        </p:nvSpPr>
        <p:spPr>
          <a:xfrm>
            <a:off x="0" y="7982"/>
            <a:ext cx="12192000" cy="757130"/>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dirty="0">
                <a:latin typeface="Times New Roman" panose="02020603050405020304" pitchFamily="18" charset="0"/>
                <a:ea typeface="STKaiti" panose="020B0503020204020204" pitchFamily="2" charset="-122"/>
                <a:cs typeface="Times New Roman" panose="02020603050405020304" pitchFamily="18" charset="0"/>
              </a:rPr>
              <a:t>5.2 Newton’s </a:t>
            </a:r>
            <a:r>
              <a:rPr lang="en-US" sz="48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First</a:t>
            </a:r>
            <a:r>
              <a:rPr lang="en-US" sz="4800" b="1" dirty="0">
                <a:latin typeface="Times New Roman" panose="02020603050405020304" pitchFamily="18" charset="0"/>
                <a:ea typeface="STKaiti" panose="020B0503020204020204" pitchFamily="2" charset="-122"/>
                <a:cs typeface="Times New Roman" panose="02020603050405020304" pitchFamily="18" charset="0"/>
              </a:rPr>
              <a:t> Law   </a:t>
            </a:r>
          </a:p>
        </p:txBody>
      </p:sp>
    </p:spTree>
    <p:extLst>
      <p:ext uri="{BB962C8B-B14F-4D97-AF65-F5344CB8AC3E}">
        <p14:creationId xmlns:p14="http://schemas.microsoft.com/office/powerpoint/2010/main" val="3975095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3477" name="Group 5">
            <a:extLst>
              <a:ext uri="{FF2B5EF4-FFF2-40B4-BE49-F238E27FC236}">
                <a16:creationId xmlns:a16="http://schemas.microsoft.com/office/drawing/2014/main" id="{5454C0E9-983B-51CE-2613-54705FC9CF38}"/>
              </a:ext>
            </a:extLst>
          </p:cNvPr>
          <p:cNvGrpSpPr>
            <a:grpSpLocks/>
          </p:cNvGrpSpPr>
          <p:nvPr/>
        </p:nvGrpSpPr>
        <p:grpSpPr bwMode="auto">
          <a:xfrm>
            <a:off x="1714500" y="1457908"/>
            <a:ext cx="8763000" cy="5086124"/>
            <a:chOff x="144" y="1536"/>
            <a:chExt cx="5520" cy="3155"/>
          </a:xfrm>
        </p:grpSpPr>
        <p:sp>
          <p:nvSpPr>
            <p:cNvPr id="7174" name="Rectangle 6">
              <a:extLst>
                <a:ext uri="{FF2B5EF4-FFF2-40B4-BE49-F238E27FC236}">
                  <a16:creationId xmlns:a16="http://schemas.microsoft.com/office/drawing/2014/main" id="{27B759D7-A0BB-5169-DB2F-29969C6082AC}"/>
                </a:ext>
              </a:extLst>
            </p:cNvPr>
            <p:cNvSpPr>
              <a:spLocks noChangeArrowheads="1"/>
            </p:cNvSpPr>
            <p:nvPr/>
          </p:nvSpPr>
          <p:spPr bwMode="auto">
            <a:xfrm>
              <a:off x="192" y="1536"/>
              <a:ext cx="5472" cy="1793"/>
            </a:xfrm>
            <a:prstGeom prst="rect">
              <a:avLst/>
            </a:prstGeom>
            <a:solidFill>
              <a:srgbClr val="FFFF99"/>
            </a:solidFill>
            <a:ln>
              <a:noFill/>
            </a:ln>
            <a:effectLst>
              <a:prstShdw prst="shdw17" dist="17961" dir="2700000">
                <a:srgbClr val="99995C">
                  <a:alpha val="74997"/>
                </a:srgb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endParaRPr lang="en-US" altLang="en-US" sz="1800" dirty="0"/>
            </a:p>
          </p:txBody>
        </p:sp>
        <p:sp>
          <p:nvSpPr>
            <p:cNvPr id="233480" name="Text Box 8">
              <a:extLst>
                <a:ext uri="{FF2B5EF4-FFF2-40B4-BE49-F238E27FC236}">
                  <a16:creationId xmlns:a16="http://schemas.microsoft.com/office/drawing/2014/main" id="{89E7976F-D45C-C3F3-471E-50A5EEE464A5}"/>
                </a:ext>
              </a:extLst>
            </p:cNvPr>
            <p:cNvSpPr txBox="1">
              <a:spLocks noChangeArrowheads="1"/>
            </p:cNvSpPr>
            <p:nvPr/>
          </p:nvSpPr>
          <p:spPr bwMode="auto">
            <a:xfrm>
              <a:off x="432" y="1889"/>
              <a:ext cx="2160" cy="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buFontTx/>
                <a:buChar char="•"/>
                <a:defRPr/>
              </a:pPr>
              <a:r>
                <a:rPr lang="en-US" dirty="0">
                  <a:latin typeface="Arial" charset="0"/>
                  <a:ea typeface="ＭＳ Ｐゴシック" charset="0"/>
                </a:rPr>
                <a:t> and the body is a rest</a:t>
              </a:r>
            </a:p>
            <a:p>
              <a:pPr>
                <a:spcBef>
                  <a:spcPct val="50000"/>
                </a:spcBef>
                <a:defRPr/>
              </a:pPr>
              <a:endParaRPr lang="en-US" dirty="0">
                <a:latin typeface="Arial" charset="0"/>
                <a:ea typeface="ＭＳ Ｐゴシック" charset="0"/>
              </a:endParaRPr>
            </a:p>
            <a:p>
              <a:pPr>
                <a:spcBef>
                  <a:spcPct val="50000"/>
                </a:spcBef>
                <a:buFontTx/>
                <a:buChar char="•"/>
                <a:defRPr/>
              </a:pPr>
              <a:r>
                <a:rPr lang="en-US" dirty="0">
                  <a:latin typeface="Arial" charset="0"/>
                  <a:ea typeface="ＭＳ Ｐゴシック" charset="0"/>
                </a:rPr>
                <a:t> and the body is moving with constant velocity</a:t>
              </a:r>
            </a:p>
          </p:txBody>
        </p:sp>
        <p:sp>
          <p:nvSpPr>
            <p:cNvPr id="233481" name="Text Box 9">
              <a:extLst>
                <a:ext uri="{FF2B5EF4-FFF2-40B4-BE49-F238E27FC236}">
                  <a16:creationId xmlns:a16="http://schemas.microsoft.com/office/drawing/2014/main" id="{21FEF94C-9715-969E-0D19-6E2574743FB6}"/>
                </a:ext>
              </a:extLst>
            </p:cNvPr>
            <p:cNvSpPr txBox="1">
              <a:spLocks noRot="1" noChangeAspect="1" noMove="1" noResize="1" noEditPoints="1" noAdjustHandles="1" noChangeArrowheads="1" noChangeShapeType="1" noTextEdit="1"/>
            </p:cNvSpPr>
            <p:nvPr/>
          </p:nvSpPr>
          <p:spPr bwMode="auto">
            <a:xfrm>
              <a:off x="2880" y="1872"/>
              <a:ext cx="2784" cy="1192"/>
            </a:xfrm>
            <a:prstGeom prst="rect">
              <a:avLst/>
            </a:prstGeom>
            <a:blipFill rotWithShape="1">
              <a:blip r:embed="rId3"/>
              <a:stretch>
                <a:fillRect l="-1103" t="-1613" b="-4194"/>
              </a:stretch>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r>
                <a:rPr lang="en-US">
                  <a:noFill/>
                  <a:latin typeface="Arial" charset="0"/>
                </a:rPr>
                <a:t> </a:t>
              </a:r>
            </a:p>
          </p:txBody>
        </p:sp>
        <p:sp>
          <p:nvSpPr>
            <p:cNvPr id="233482" name="Oval 10">
              <a:extLst>
                <a:ext uri="{FF2B5EF4-FFF2-40B4-BE49-F238E27FC236}">
                  <a16:creationId xmlns:a16="http://schemas.microsoft.com/office/drawing/2014/main" id="{DD35BB9D-D945-22C1-6521-67BFDFE4C882}"/>
                </a:ext>
              </a:extLst>
            </p:cNvPr>
            <p:cNvSpPr>
              <a:spLocks noChangeArrowheads="1"/>
            </p:cNvSpPr>
            <p:nvPr/>
          </p:nvSpPr>
          <p:spPr bwMode="auto">
            <a:xfrm>
              <a:off x="2112" y="1968"/>
              <a:ext cx="240" cy="240"/>
            </a:xfrm>
            <a:prstGeom prst="ellipse">
              <a:avLst/>
            </a:prstGeom>
            <a:gradFill rotWithShape="1">
              <a:gsLst>
                <a:gs pos="0">
                  <a:schemeClr val="accent1"/>
                </a:gs>
                <a:gs pos="100000">
                  <a:schemeClr val="accent1">
                    <a:gamma/>
                    <a:shade val="46275"/>
                    <a:invGamma/>
                  </a:schemeClr>
                </a:gs>
              </a:gsLst>
              <a:path path="rect">
                <a:fillToRect l="100000" b="10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spcBef>
                  <a:spcPct val="50000"/>
                </a:spcBef>
                <a:defRPr/>
              </a:pPr>
              <a:endParaRPr lang="en-US">
                <a:latin typeface="Arial" charset="0"/>
                <a:ea typeface="ＭＳ Ｐゴシック" charset="0"/>
              </a:endParaRPr>
            </a:p>
          </p:txBody>
        </p:sp>
        <p:sp>
          <p:nvSpPr>
            <p:cNvPr id="233483" name="Rectangle 11">
              <a:extLst>
                <a:ext uri="{FF2B5EF4-FFF2-40B4-BE49-F238E27FC236}">
                  <a16:creationId xmlns:a16="http://schemas.microsoft.com/office/drawing/2014/main" id="{04CD73CF-3CD9-3766-1D38-4E7EA74DE7AC}"/>
                </a:ext>
              </a:extLst>
            </p:cNvPr>
            <p:cNvSpPr>
              <a:spLocks noChangeArrowheads="1"/>
            </p:cNvSpPr>
            <p:nvPr/>
          </p:nvSpPr>
          <p:spPr bwMode="auto">
            <a:xfrm>
              <a:off x="1968" y="2208"/>
              <a:ext cx="720" cy="48"/>
            </a:xfrm>
            <a:prstGeom prst="rect">
              <a:avLst/>
            </a:prstGeom>
            <a:gradFill rotWithShape="1">
              <a:gsLst>
                <a:gs pos="0">
                  <a:srgbClr val="996633"/>
                </a:gs>
                <a:gs pos="100000">
                  <a:srgbClr val="996633">
                    <a:gamma/>
                    <a:tint val="0"/>
                    <a:invGamma/>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spcBef>
                  <a:spcPct val="50000"/>
                </a:spcBef>
                <a:defRPr/>
              </a:pPr>
              <a:endParaRPr lang="en-US">
                <a:latin typeface="Arial" charset="0"/>
                <a:ea typeface="ＭＳ Ｐゴシック" charset="0"/>
              </a:endParaRPr>
            </a:p>
          </p:txBody>
        </p:sp>
        <p:sp>
          <p:nvSpPr>
            <p:cNvPr id="233484" name="Rectangle 12">
              <a:extLst>
                <a:ext uri="{FF2B5EF4-FFF2-40B4-BE49-F238E27FC236}">
                  <a16:creationId xmlns:a16="http://schemas.microsoft.com/office/drawing/2014/main" id="{4E5A4D70-028D-99DC-083D-E51884A80709}"/>
                </a:ext>
              </a:extLst>
            </p:cNvPr>
            <p:cNvSpPr>
              <a:spLocks noChangeArrowheads="1"/>
            </p:cNvSpPr>
            <p:nvPr/>
          </p:nvSpPr>
          <p:spPr bwMode="auto">
            <a:xfrm>
              <a:off x="1872" y="2976"/>
              <a:ext cx="1440" cy="48"/>
            </a:xfrm>
            <a:prstGeom prst="rect">
              <a:avLst/>
            </a:prstGeom>
            <a:gradFill rotWithShape="1">
              <a:gsLst>
                <a:gs pos="0">
                  <a:srgbClr val="996633"/>
                </a:gs>
                <a:gs pos="100000">
                  <a:srgbClr val="996633">
                    <a:gamma/>
                    <a:tint val="0"/>
                    <a:invGamma/>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spcBef>
                  <a:spcPct val="50000"/>
                </a:spcBef>
                <a:defRPr/>
              </a:pPr>
              <a:endParaRPr lang="en-US">
                <a:latin typeface="Arial" charset="0"/>
                <a:ea typeface="ＭＳ Ｐゴシック" charset="0"/>
              </a:endParaRPr>
            </a:p>
          </p:txBody>
        </p:sp>
        <p:grpSp>
          <p:nvGrpSpPr>
            <p:cNvPr id="7181" name="Group 13">
              <a:extLst>
                <a:ext uri="{FF2B5EF4-FFF2-40B4-BE49-F238E27FC236}">
                  <a16:creationId xmlns:a16="http://schemas.microsoft.com/office/drawing/2014/main" id="{1F043522-EF12-0D92-7931-BFE3D62D478A}"/>
                </a:ext>
              </a:extLst>
            </p:cNvPr>
            <p:cNvGrpSpPr>
              <a:grpSpLocks/>
            </p:cNvGrpSpPr>
            <p:nvPr/>
          </p:nvGrpSpPr>
          <p:grpSpPr bwMode="auto">
            <a:xfrm>
              <a:off x="1776" y="2640"/>
              <a:ext cx="672" cy="336"/>
              <a:chOff x="1776" y="2640"/>
              <a:chExt cx="672" cy="336"/>
            </a:xfrm>
          </p:grpSpPr>
          <p:sp>
            <p:nvSpPr>
              <p:cNvPr id="233486" name="Oval 14">
                <a:extLst>
                  <a:ext uri="{FF2B5EF4-FFF2-40B4-BE49-F238E27FC236}">
                    <a16:creationId xmlns:a16="http://schemas.microsoft.com/office/drawing/2014/main" id="{04B75327-ACB8-B4C6-DFAA-012C0EBA2ED9}"/>
                  </a:ext>
                </a:extLst>
              </p:cNvPr>
              <p:cNvSpPr>
                <a:spLocks noChangeArrowheads="1"/>
              </p:cNvSpPr>
              <p:nvPr/>
            </p:nvSpPr>
            <p:spPr bwMode="auto">
              <a:xfrm>
                <a:off x="1920" y="2736"/>
                <a:ext cx="240" cy="240"/>
              </a:xfrm>
              <a:prstGeom prst="ellipse">
                <a:avLst/>
              </a:prstGeom>
              <a:gradFill rotWithShape="1">
                <a:gsLst>
                  <a:gs pos="0">
                    <a:schemeClr val="accent1"/>
                  </a:gs>
                  <a:gs pos="100000">
                    <a:schemeClr val="accent1">
                      <a:gamma/>
                      <a:shade val="46275"/>
                      <a:invGamma/>
                    </a:schemeClr>
                  </a:gs>
                </a:gsLst>
                <a:path path="rect">
                  <a:fillToRect l="100000" b="10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a:latin typeface="Arial" charset="0"/>
                  <a:ea typeface="ＭＳ Ｐゴシック" charset="0"/>
                </a:endParaRPr>
              </a:p>
            </p:txBody>
          </p:sp>
          <p:sp>
            <p:nvSpPr>
              <p:cNvPr id="233487" name="Line 15">
                <a:extLst>
                  <a:ext uri="{FF2B5EF4-FFF2-40B4-BE49-F238E27FC236}">
                    <a16:creationId xmlns:a16="http://schemas.microsoft.com/office/drawing/2014/main" id="{ACF49310-057F-54AB-6F8F-3EED91F99C83}"/>
                  </a:ext>
                </a:extLst>
              </p:cNvPr>
              <p:cNvSpPr>
                <a:spLocks noChangeShapeType="1"/>
              </p:cNvSpPr>
              <p:nvPr/>
            </p:nvSpPr>
            <p:spPr bwMode="auto">
              <a:xfrm flipH="1">
                <a:off x="1776" y="2832"/>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spcBef>
                    <a:spcPct val="50000"/>
                  </a:spcBef>
                  <a:defRPr/>
                </a:pPr>
                <a:endParaRPr lang="en-US">
                  <a:latin typeface="Arial" charset="0"/>
                  <a:ea typeface="ＭＳ Ｐゴシック" charset="0"/>
                </a:endParaRPr>
              </a:p>
            </p:txBody>
          </p:sp>
          <p:sp>
            <p:nvSpPr>
              <p:cNvPr id="233488" name="Line 16">
                <a:extLst>
                  <a:ext uri="{FF2B5EF4-FFF2-40B4-BE49-F238E27FC236}">
                    <a16:creationId xmlns:a16="http://schemas.microsoft.com/office/drawing/2014/main" id="{81BC8F52-8080-5546-C89B-A8306157BBB2}"/>
                  </a:ext>
                </a:extLst>
              </p:cNvPr>
              <p:cNvSpPr>
                <a:spLocks noChangeShapeType="1"/>
              </p:cNvSpPr>
              <p:nvPr/>
            </p:nvSpPr>
            <p:spPr bwMode="auto">
              <a:xfrm flipH="1">
                <a:off x="1824" y="2928"/>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spcBef>
                    <a:spcPct val="50000"/>
                  </a:spcBef>
                  <a:defRPr/>
                </a:pPr>
                <a:endParaRPr lang="en-US">
                  <a:latin typeface="Arial" charset="0"/>
                  <a:ea typeface="ＭＳ Ｐゴシック" charset="0"/>
                </a:endParaRPr>
              </a:p>
            </p:txBody>
          </p:sp>
          <p:sp>
            <p:nvSpPr>
              <p:cNvPr id="233489" name="Line 17">
                <a:extLst>
                  <a:ext uri="{FF2B5EF4-FFF2-40B4-BE49-F238E27FC236}">
                    <a16:creationId xmlns:a16="http://schemas.microsoft.com/office/drawing/2014/main" id="{1C3D77EA-D2FE-D079-2B95-5B4BD25B28CD}"/>
                  </a:ext>
                </a:extLst>
              </p:cNvPr>
              <p:cNvSpPr>
                <a:spLocks noChangeShapeType="1"/>
              </p:cNvSpPr>
              <p:nvPr/>
            </p:nvSpPr>
            <p:spPr bwMode="auto">
              <a:xfrm flipH="1">
                <a:off x="1776" y="2880"/>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spcBef>
                    <a:spcPct val="50000"/>
                  </a:spcBef>
                  <a:defRPr/>
                </a:pPr>
                <a:endParaRPr lang="en-US">
                  <a:latin typeface="Arial" charset="0"/>
                  <a:ea typeface="ＭＳ Ｐゴシック" charset="0"/>
                </a:endParaRPr>
              </a:p>
            </p:txBody>
          </p:sp>
          <p:sp>
            <p:nvSpPr>
              <p:cNvPr id="233490" name="Line 18">
                <a:extLst>
                  <a:ext uri="{FF2B5EF4-FFF2-40B4-BE49-F238E27FC236}">
                    <a16:creationId xmlns:a16="http://schemas.microsoft.com/office/drawing/2014/main" id="{503546AA-8A97-77D1-C604-EE79A7DF1254}"/>
                  </a:ext>
                </a:extLst>
              </p:cNvPr>
              <p:cNvSpPr>
                <a:spLocks noChangeShapeType="1"/>
              </p:cNvSpPr>
              <p:nvPr/>
            </p:nvSpPr>
            <p:spPr bwMode="auto">
              <a:xfrm flipH="1">
                <a:off x="1824" y="2784"/>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spcBef>
                    <a:spcPct val="50000"/>
                  </a:spcBef>
                  <a:defRPr/>
                </a:pPr>
                <a:endParaRPr lang="en-US">
                  <a:latin typeface="Arial" charset="0"/>
                  <a:ea typeface="ＭＳ Ｐゴシック" charset="0"/>
                </a:endParaRPr>
              </a:p>
            </p:txBody>
          </p:sp>
          <p:sp>
            <p:nvSpPr>
              <p:cNvPr id="233491" name="Line 19">
                <a:extLst>
                  <a:ext uri="{FF2B5EF4-FFF2-40B4-BE49-F238E27FC236}">
                    <a16:creationId xmlns:a16="http://schemas.microsoft.com/office/drawing/2014/main" id="{41007010-AD74-A165-258D-3F92C881E79C}"/>
                  </a:ext>
                </a:extLst>
              </p:cNvPr>
              <p:cNvSpPr>
                <a:spLocks noChangeShapeType="1"/>
              </p:cNvSpPr>
              <p:nvPr/>
            </p:nvSpPr>
            <p:spPr bwMode="auto">
              <a:xfrm>
                <a:off x="2160" y="2832"/>
                <a:ext cx="288" cy="0"/>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spcBef>
                    <a:spcPct val="50000"/>
                  </a:spcBef>
                  <a:defRPr/>
                </a:pPr>
                <a:endParaRPr lang="en-US">
                  <a:latin typeface="Arial" charset="0"/>
                  <a:ea typeface="ＭＳ Ｐゴシック" charset="0"/>
                </a:endParaRPr>
              </a:p>
            </p:txBody>
          </p:sp>
          <p:sp>
            <p:nvSpPr>
              <p:cNvPr id="233492" name="Text Box 20">
                <a:extLst>
                  <a:ext uri="{FF2B5EF4-FFF2-40B4-BE49-F238E27FC236}">
                    <a16:creationId xmlns:a16="http://schemas.microsoft.com/office/drawing/2014/main" id="{394F6711-8372-4487-8A41-C2C370C792C9}"/>
                  </a:ext>
                </a:extLst>
              </p:cNvPr>
              <p:cNvSpPr txBox="1">
                <a:spLocks noChangeArrowheads="1"/>
              </p:cNvSpPr>
              <p:nvPr/>
            </p:nvSpPr>
            <p:spPr bwMode="auto">
              <a:xfrm>
                <a:off x="2208" y="2640"/>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b="1" i="1">
                    <a:latin typeface="Times New Roman" charset="0"/>
                    <a:ea typeface="ＭＳ Ｐゴシック" charset="0"/>
                  </a:rPr>
                  <a:t>v</a:t>
                </a:r>
              </a:p>
            </p:txBody>
          </p:sp>
        </p:grpSp>
        <p:sp>
          <p:nvSpPr>
            <p:cNvPr id="233493" name="Oval 21">
              <a:extLst>
                <a:ext uri="{FF2B5EF4-FFF2-40B4-BE49-F238E27FC236}">
                  <a16:creationId xmlns:a16="http://schemas.microsoft.com/office/drawing/2014/main" id="{3E61384F-3288-3C03-83CA-45416C2C9F64}"/>
                </a:ext>
              </a:extLst>
            </p:cNvPr>
            <p:cNvSpPr>
              <a:spLocks noChangeArrowheads="1"/>
            </p:cNvSpPr>
            <p:nvPr/>
          </p:nvSpPr>
          <p:spPr bwMode="auto">
            <a:xfrm>
              <a:off x="2784" y="2736"/>
              <a:ext cx="240" cy="240"/>
            </a:xfrm>
            <a:prstGeom prst="ellipse">
              <a:avLst/>
            </a:prstGeom>
            <a:gradFill rotWithShape="1">
              <a:gsLst>
                <a:gs pos="0">
                  <a:schemeClr val="accent1"/>
                </a:gs>
                <a:gs pos="100000">
                  <a:schemeClr val="accent1">
                    <a:gamma/>
                    <a:shade val="69804"/>
                    <a:invGamma/>
                  </a:schemeClr>
                </a:gs>
              </a:gsLst>
              <a:path path="rect">
                <a:fillToRect l="100000" b="100000"/>
              </a:path>
            </a:gradFill>
            <a:ln w="9525">
              <a:solidFill>
                <a:schemeClr val="tx1"/>
              </a:solidFill>
              <a:prstDash val="dash"/>
              <a:round/>
              <a:headEnd/>
              <a:tailEnd/>
            </a:ln>
            <a:effectLst/>
            <a:extLst>
              <a:ext uri="{AF507438-7753-43E0-B8FC-AC1667EBCBE1}">
                <a14:hiddenEffects xmlns:a14="http://schemas.microsoft.com/office/drawing/2010/main">
                  <a:effectLst>
                    <a:outerShdw blurRad="63500" dist="17961" dir="2700000" algn="ctr" rotWithShape="0">
                      <a:schemeClr val="tx1">
                        <a:gamma/>
                        <a:shade val="60000"/>
                        <a:invGamma/>
                        <a:alpha val="74998"/>
                      </a:schemeClr>
                    </a:outerShdw>
                  </a:effectLst>
                </a14:hiddenEffects>
              </a:ext>
            </a:extLst>
          </p:spPr>
          <p:txBody>
            <a:bodyPr wrap="none" anchor="ctr"/>
            <a:lstStyle/>
            <a:p>
              <a:pPr algn="ctr">
                <a:defRPr/>
              </a:pPr>
              <a:endParaRPr lang="en-US">
                <a:latin typeface="Arial" charset="0"/>
                <a:ea typeface="ＭＳ Ｐゴシック" charset="0"/>
              </a:endParaRPr>
            </a:p>
          </p:txBody>
        </p:sp>
        <p:sp>
          <p:nvSpPr>
            <p:cNvPr id="233494" name="Line 22">
              <a:extLst>
                <a:ext uri="{FF2B5EF4-FFF2-40B4-BE49-F238E27FC236}">
                  <a16:creationId xmlns:a16="http://schemas.microsoft.com/office/drawing/2014/main" id="{F2D1C5AD-8188-013A-ABCF-F7E407740406}"/>
                </a:ext>
              </a:extLst>
            </p:cNvPr>
            <p:cNvSpPr>
              <a:spLocks noChangeShapeType="1"/>
            </p:cNvSpPr>
            <p:nvPr/>
          </p:nvSpPr>
          <p:spPr bwMode="auto">
            <a:xfrm flipH="1">
              <a:off x="2640" y="2832"/>
              <a:ext cx="144" cy="0"/>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spcBef>
                  <a:spcPct val="50000"/>
                </a:spcBef>
                <a:defRPr/>
              </a:pPr>
              <a:endParaRPr lang="en-US">
                <a:latin typeface="Arial" charset="0"/>
                <a:ea typeface="ＭＳ Ｐゴシック" charset="0"/>
              </a:endParaRPr>
            </a:p>
          </p:txBody>
        </p:sp>
        <p:sp>
          <p:nvSpPr>
            <p:cNvPr id="233495" name="Line 23">
              <a:extLst>
                <a:ext uri="{FF2B5EF4-FFF2-40B4-BE49-F238E27FC236}">
                  <a16:creationId xmlns:a16="http://schemas.microsoft.com/office/drawing/2014/main" id="{D807254D-413E-F472-6E1D-2E889EFC7D08}"/>
                </a:ext>
              </a:extLst>
            </p:cNvPr>
            <p:cNvSpPr>
              <a:spLocks noChangeShapeType="1"/>
            </p:cNvSpPr>
            <p:nvPr/>
          </p:nvSpPr>
          <p:spPr bwMode="auto">
            <a:xfrm flipH="1">
              <a:off x="2688" y="2928"/>
              <a:ext cx="144" cy="0"/>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spcBef>
                  <a:spcPct val="50000"/>
                </a:spcBef>
                <a:defRPr/>
              </a:pPr>
              <a:endParaRPr lang="en-US">
                <a:latin typeface="Arial" charset="0"/>
                <a:ea typeface="ＭＳ Ｐゴシック" charset="0"/>
              </a:endParaRPr>
            </a:p>
          </p:txBody>
        </p:sp>
        <p:sp>
          <p:nvSpPr>
            <p:cNvPr id="233496" name="Line 24">
              <a:extLst>
                <a:ext uri="{FF2B5EF4-FFF2-40B4-BE49-F238E27FC236}">
                  <a16:creationId xmlns:a16="http://schemas.microsoft.com/office/drawing/2014/main" id="{CDBD1E4D-654D-FEB5-BA38-3FE642B4BDC1}"/>
                </a:ext>
              </a:extLst>
            </p:cNvPr>
            <p:cNvSpPr>
              <a:spLocks noChangeShapeType="1"/>
            </p:cNvSpPr>
            <p:nvPr/>
          </p:nvSpPr>
          <p:spPr bwMode="auto">
            <a:xfrm flipH="1">
              <a:off x="2640" y="2880"/>
              <a:ext cx="144" cy="0"/>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spcBef>
                  <a:spcPct val="50000"/>
                </a:spcBef>
                <a:defRPr/>
              </a:pPr>
              <a:endParaRPr lang="en-US">
                <a:latin typeface="Arial" charset="0"/>
                <a:ea typeface="ＭＳ Ｐゴシック" charset="0"/>
              </a:endParaRPr>
            </a:p>
          </p:txBody>
        </p:sp>
        <p:sp>
          <p:nvSpPr>
            <p:cNvPr id="233497" name="Line 25">
              <a:extLst>
                <a:ext uri="{FF2B5EF4-FFF2-40B4-BE49-F238E27FC236}">
                  <a16:creationId xmlns:a16="http://schemas.microsoft.com/office/drawing/2014/main" id="{B3BFFF99-46BC-36B5-2D53-135C59E529CA}"/>
                </a:ext>
              </a:extLst>
            </p:cNvPr>
            <p:cNvSpPr>
              <a:spLocks noChangeShapeType="1"/>
            </p:cNvSpPr>
            <p:nvPr/>
          </p:nvSpPr>
          <p:spPr bwMode="auto">
            <a:xfrm flipH="1">
              <a:off x="2688" y="2784"/>
              <a:ext cx="144" cy="0"/>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spcBef>
                  <a:spcPct val="50000"/>
                </a:spcBef>
                <a:defRPr/>
              </a:pPr>
              <a:endParaRPr lang="en-US">
                <a:latin typeface="Arial" charset="0"/>
                <a:ea typeface="ＭＳ Ｐゴシック" charset="0"/>
              </a:endParaRPr>
            </a:p>
          </p:txBody>
        </p:sp>
        <p:sp>
          <p:nvSpPr>
            <p:cNvPr id="233498" name="Line 26">
              <a:extLst>
                <a:ext uri="{FF2B5EF4-FFF2-40B4-BE49-F238E27FC236}">
                  <a16:creationId xmlns:a16="http://schemas.microsoft.com/office/drawing/2014/main" id="{332F4B84-DA72-6077-6A73-5ADF55B22646}"/>
                </a:ext>
              </a:extLst>
            </p:cNvPr>
            <p:cNvSpPr>
              <a:spLocks noChangeShapeType="1"/>
            </p:cNvSpPr>
            <p:nvPr/>
          </p:nvSpPr>
          <p:spPr bwMode="auto">
            <a:xfrm>
              <a:off x="3024" y="2832"/>
              <a:ext cx="288" cy="0"/>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spcBef>
                  <a:spcPct val="50000"/>
                </a:spcBef>
                <a:defRPr/>
              </a:pPr>
              <a:endParaRPr lang="en-US">
                <a:latin typeface="Arial" charset="0"/>
                <a:ea typeface="ＭＳ Ｐゴシック" charset="0"/>
              </a:endParaRPr>
            </a:p>
          </p:txBody>
        </p:sp>
        <p:sp>
          <p:nvSpPr>
            <p:cNvPr id="233499" name="Text Box 27">
              <a:extLst>
                <a:ext uri="{FF2B5EF4-FFF2-40B4-BE49-F238E27FC236}">
                  <a16:creationId xmlns:a16="http://schemas.microsoft.com/office/drawing/2014/main" id="{366E6770-E19B-33E6-F808-FFDD97BF8F7F}"/>
                </a:ext>
              </a:extLst>
            </p:cNvPr>
            <p:cNvSpPr txBox="1">
              <a:spLocks noChangeArrowheads="1"/>
            </p:cNvSpPr>
            <p:nvPr/>
          </p:nvSpPr>
          <p:spPr bwMode="auto">
            <a:xfrm>
              <a:off x="3072" y="2640"/>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b="1" i="1">
                  <a:latin typeface="Times New Roman" charset="0"/>
                  <a:ea typeface="ＭＳ Ｐゴシック" charset="0"/>
                </a:rPr>
                <a:t>v</a:t>
              </a:r>
            </a:p>
          </p:txBody>
        </p:sp>
        <p:pic>
          <p:nvPicPr>
            <p:cNvPr id="7189" name="Picture 28" descr="thinking_1">
              <a:extLst>
                <a:ext uri="{FF2B5EF4-FFF2-40B4-BE49-F238E27FC236}">
                  <a16:creationId xmlns:a16="http://schemas.microsoft.com/office/drawing/2014/main" id="{230040B4-E94F-4425-FDA1-EC26163B1CB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4" y="3483"/>
              <a:ext cx="2064" cy="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90" name="Picture 29" descr="MCj04298070000[1]">
              <a:extLst>
                <a:ext uri="{FF2B5EF4-FFF2-40B4-BE49-F238E27FC236}">
                  <a16:creationId xmlns:a16="http://schemas.microsoft.com/office/drawing/2014/main" id="{0D1FB491-B63B-8CF6-6F00-3FF0538D1DA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4" y="4029"/>
              <a:ext cx="734" cy="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3502" name="AutoShape 30">
              <a:extLst>
                <a:ext uri="{FF2B5EF4-FFF2-40B4-BE49-F238E27FC236}">
                  <a16:creationId xmlns:a16="http://schemas.microsoft.com/office/drawing/2014/main" id="{C6AE360C-F307-897F-AD02-5F6DE3111906}"/>
                </a:ext>
              </a:extLst>
            </p:cNvPr>
            <p:cNvSpPr>
              <a:spLocks noChangeArrowheads="1"/>
            </p:cNvSpPr>
            <p:nvPr/>
          </p:nvSpPr>
          <p:spPr bwMode="auto">
            <a:xfrm>
              <a:off x="1056" y="3779"/>
              <a:ext cx="1728" cy="912"/>
            </a:xfrm>
            <a:prstGeom prst="cloudCallout">
              <a:avLst>
                <a:gd name="adj1" fmla="val -60764"/>
                <a:gd name="adj2" fmla="val -13157"/>
              </a:avLst>
            </a:prstGeom>
            <a:solidFill>
              <a:schemeClr val="bg1">
                <a:lumMod val="85000"/>
              </a:schemeClr>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lgn="ctr">
                <a:defRPr/>
              </a:pPr>
              <a:r>
                <a:rPr lang="en-US" sz="1400" b="1" dirty="0">
                  <a:latin typeface="Arial" charset="0"/>
                  <a:ea typeface="ＭＳ Ｐゴシック" charset="0"/>
                </a:rPr>
                <a:t>Even today people still believe that a force is required to keep an object moving.</a:t>
              </a:r>
            </a:p>
          </p:txBody>
        </p:sp>
      </p:grpSp>
      <mc:AlternateContent xmlns:mc="http://schemas.openxmlformats.org/markup-compatibility/2006" xmlns:a14="http://schemas.microsoft.com/office/drawing/2010/main">
        <mc:Choice Requires="a14">
          <p:sp>
            <p:nvSpPr>
              <p:cNvPr id="5" name="Text Box 7">
                <a:extLst>
                  <a:ext uri="{FF2B5EF4-FFF2-40B4-BE49-F238E27FC236}">
                    <a16:creationId xmlns:a16="http://schemas.microsoft.com/office/drawing/2014/main" id="{4BD3859A-83CD-AC12-A0AD-92132194D3FE}"/>
                  </a:ext>
                </a:extLst>
              </p:cNvPr>
              <p:cNvSpPr txBox="1">
                <a:spLocks noChangeArrowheads="1"/>
              </p:cNvSpPr>
              <p:nvPr/>
            </p:nvSpPr>
            <p:spPr bwMode="auto">
              <a:xfrm>
                <a:off x="2286000" y="1496004"/>
                <a:ext cx="5029200" cy="402931"/>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blurRad="63500" dist="38099" dir="2700000" algn="ctr" rotWithShape="0">
                        <a:schemeClr val="bg2">
                          <a:alpha val="74998"/>
                        </a:schemeClr>
                      </a:outerShdw>
                    </a:effectLst>
                  </a14:hiddenEffects>
                </a:ext>
              </a:extLst>
            </p:spPr>
            <p:txBody>
              <a:bodyPr wrap="square">
                <a:spAutoFit/>
              </a:bodyPr>
              <a:lstStyle/>
              <a:p>
                <a:pPr fontAlgn="base">
                  <a:spcBef>
                    <a:spcPct val="50000"/>
                  </a:spcBef>
                  <a:spcAft>
                    <a:spcPct val="0"/>
                  </a:spcAft>
                  <a:defRPr/>
                </a:pPr>
                <a:r>
                  <a:rPr lang="en-US" b="1" dirty="0">
                    <a:solidFill>
                      <a:srgbClr val="000000"/>
                    </a:solidFill>
                    <a:latin typeface="Times New Roman" panose="02020603050405020304" pitchFamily="18" charset="0"/>
                    <a:cs typeface="Times New Roman" panose="02020603050405020304" pitchFamily="18" charset="0"/>
                  </a:rPr>
                  <a:t>If</a:t>
                </a:r>
                <a14:m>
                  <m:oMath xmlns:m="http://schemas.openxmlformats.org/officeDocument/2006/math">
                    <m:r>
                      <a:rPr lang="en-US" b="1">
                        <a:solidFill>
                          <a:srgbClr val="000000"/>
                        </a:solidFill>
                        <a:latin typeface="Cambria Math" panose="02040503050406030204" pitchFamily="18" charset="0"/>
                      </a:rPr>
                      <m:t> </m:t>
                    </m:r>
                    <m:sSub>
                      <m:sSubPr>
                        <m:ctrlPr>
                          <a:rPr lang="en-US" b="1" i="1">
                            <a:solidFill>
                              <a:srgbClr val="000000"/>
                            </a:solidFill>
                            <a:latin typeface="Cambria Math" panose="02040503050406030204" pitchFamily="18" charset="0"/>
                          </a:rPr>
                        </m:ctrlPr>
                      </m:sSubPr>
                      <m:e>
                        <m:acc>
                          <m:accPr>
                            <m:chr m:val="⃗"/>
                            <m:ctrlPr>
                              <a:rPr lang="en-US" b="1" i="1">
                                <a:solidFill>
                                  <a:srgbClr val="000000"/>
                                </a:solidFill>
                                <a:latin typeface="Cambria Math" panose="02040503050406030204" pitchFamily="18" charset="0"/>
                              </a:rPr>
                            </m:ctrlPr>
                          </m:accPr>
                          <m:e>
                            <m:r>
                              <a:rPr lang="en-US" b="1" i="1">
                                <a:solidFill>
                                  <a:srgbClr val="000000"/>
                                </a:solidFill>
                                <a:latin typeface="Cambria Math" panose="02040503050406030204" pitchFamily="18" charset="0"/>
                              </a:rPr>
                              <m:t>𝑭</m:t>
                            </m:r>
                          </m:e>
                        </m:acc>
                      </m:e>
                      <m:sub>
                        <m:r>
                          <a:rPr lang="en-US" b="1" i="1">
                            <a:solidFill>
                              <a:srgbClr val="000000"/>
                            </a:solidFill>
                            <a:latin typeface="Cambria Math" panose="02040503050406030204" pitchFamily="18" charset="0"/>
                          </a:rPr>
                          <m:t>𝒏𝒆𝒕</m:t>
                        </m:r>
                      </m:sub>
                    </m:sSub>
                  </m:oMath>
                </a14:m>
                <a:r>
                  <a:rPr lang="en-US" b="1" dirty="0">
                    <a:solidFill>
                      <a:srgbClr val="000000"/>
                    </a:solidFill>
                    <a:latin typeface="Times New Roman" panose="02020603050405020304" pitchFamily="18" charset="0"/>
                    <a:cs typeface="Times New Roman" panose="02020603050405020304" pitchFamily="18" charset="0"/>
                  </a:rPr>
                  <a:t>= 0 (no net force acting on the body) </a:t>
                </a:r>
              </a:p>
            </p:txBody>
          </p:sp>
        </mc:Choice>
        <mc:Fallback xmlns="">
          <p:sp>
            <p:nvSpPr>
              <p:cNvPr id="5" name="Text Box 7">
                <a:extLst>
                  <a:ext uri="{FF2B5EF4-FFF2-40B4-BE49-F238E27FC236}">
                    <a16:creationId xmlns:a16="http://schemas.microsoft.com/office/drawing/2014/main" id="{4BD3859A-83CD-AC12-A0AD-92132194D3FE}"/>
                  </a:ext>
                </a:extLst>
              </p:cNvPr>
              <p:cNvSpPr txBox="1">
                <a:spLocks noRot="1" noChangeAspect="1" noMove="1" noResize="1" noEditPoints="1" noAdjustHandles="1" noChangeArrowheads="1" noChangeShapeType="1" noTextEdit="1"/>
              </p:cNvSpPr>
              <p:nvPr/>
            </p:nvSpPr>
            <p:spPr bwMode="auto">
              <a:xfrm>
                <a:off x="2286000" y="1496004"/>
                <a:ext cx="5029200" cy="402931"/>
              </a:xfrm>
              <a:prstGeom prst="rect">
                <a:avLst/>
              </a:prstGeom>
              <a:blipFill>
                <a:blip r:embed="rId6"/>
                <a:stretch>
                  <a:fillRect l="-970" b="-2238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r>
                  <a:rPr lang="en-US">
                    <a:noFill/>
                  </a:rPr>
                  <a:t> </a:t>
                </a:r>
              </a:p>
            </p:txBody>
          </p:sp>
        </mc:Fallback>
      </mc:AlternateContent>
      <p:sp>
        <p:nvSpPr>
          <p:cNvPr id="2" name="Title 1">
            <a:extLst>
              <a:ext uri="{FF2B5EF4-FFF2-40B4-BE49-F238E27FC236}">
                <a16:creationId xmlns:a16="http://schemas.microsoft.com/office/drawing/2014/main" id="{C8BEB764-4D25-4C99-CA66-A3BCA5D708FA}"/>
              </a:ext>
            </a:extLst>
          </p:cNvPr>
          <p:cNvSpPr txBox="1">
            <a:spLocks/>
          </p:cNvSpPr>
          <p:nvPr/>
        </p:nvSpPr>
        <p:spPr>
          <a:xfrm>
            <a:off x="1981200" y="10869"/>
            <a:ext cx="8229600" cy="1121740"/>
          </a:xfrm>
          <a:prstGeom prst="rect">
            <a:avLst/>
          </a:prstGeom>
        </p:spPr>
        <p:txBody>
          <a:bodyPr>
            <a:normAutofit/>
          </a:bodyPr>
          <a:lstStyle>
            <a:lvl1pPr algn="ctr" defTabSz="914400" rtl="0" eaLnBrk="1" latinLnBrk="0" hangingPunct="1">
              <a:spcBef>
                <a:spcPct val="0"/>
              </a:spcBef>
              <a:buNone/>
              <a:defRPr sz="4400" b="1" kern="1200">
                <a:solidFill>
                  <a:schemeClr val="bg1"/>
                </a:solidFill>
                <a:latin typeface="Times New Roman" panose="02020603050405020304" pitchFamily="18" charset="0"/>
                <a:ea typeface="+mj-ea"/>
                <a:cs typeface="Times New Roman" panose="02020603050405020304" pitchFamily="18" charset="0"/>
              </a:defRPr>
            </a:lvl1pPr>
          </a:lstStyle>
          <a:p>
            <a:r>
              <a:rPr lang="en-US" dirty="0"/>
              <a:t> Newton’s First Law</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car_crash">
            <a:extLst>
              <a:ext uri="{FF2B5EF4-FFF2-40B4-BE49-F238E27FC236}">
                <a16:creationId xmlns:a16="http://schemas.microsoft.com/office/drawing/2014/main" id="{F3B36DDF-80BE-6B3C-C7D1-456C543CC768}"/>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267200" y="1295401"/>
            <a:ext cx="3867150" cy="124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7" name="Picture 3" descr="truck_ladder">
            <a:extLst>
              <a:ext uri="{FF2B5EF4-FFF2-40B4-BE49-F238E27FC236}">
                <a16:creationId xmlns:a16="http://schemas.microsoft.com/office/drawing/2014/main" id="{5E06DC15-781E-633E-0711-92DE671CBE83}"/>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4419600" y="5523729"/>
            <a:ext cx="3581400" cy="101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8" name="Picture 4" descr="moto_crash">
            <a:extLst>
              <a:ext uri="{FF2B5EF4-FFF2-40B4-BE49-F238E27FC236}">
                <a16:creationId xmlns:a16="http://schemas.microsoft.com/office/drawing/2014/main" id="{5FA6CA72-49B5-CE6C-B13C-C2FEDE6EA8BD}"/>
              </a:ext>
            </a:extLst>
          </p:cNvPr>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3810000" y="2819400"/>
            <a:ext cx="47625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7575" name="Text Box 7">
            <a:extLst>
              <a:ext uri="{FF2B5EF4-FFF2-40B4-BE49-F238E27FC236}">
                <a16:creationId xmlns:a16="http://schemas.microsoft.com/office/drawing/2014/main" id="{9FEF6C2B-F752-8F7A-BC81-ACD7D56CB493}"/>
              </a:ext>
            </a:extLst>
          </p:cNvPr>
          <p:cNvSpPr txBox="1">
            <a:spLocks noChangeArrowheads="1"/>
          </p:cNvSpPr>
          <p:nvPr/>
        </p:nvSpPr>
        <p:spPr bwMode="auto">
          <a:xfrm>
            <a:off x="1524000" y="4114802"/>
            <a:ext cx="8929396" cy="1323439"/>
          </a:xfrm>
          <a:prstGeom prst="rect">
            <a:avLst/>
          </a:prstGeom>
          <a:solidFill>
            <a:schemeClr val="bg1">
              <a:lumMod val="85000"/>
            </a:schemeClr>
          </a:solidFill>
          <a:ln>
            <a:noFill/>
          </a:ln>
          <a:effectLst/>
        </p:spPr>
        <p:txBody>
          <a:bodyPr wrap="square">
            <a:spAutoFit/>
          </a:bodyPr>
          <a:lstStyle/>
          <a:p>
            <a:pPr algn="ctr">
              <a:spcBef>
                <a:spcPct val="50000"/>
              </a:spcBef>
              <a:defRPr/>
            </a:pPr>
            <a:r>
              <a:rPr lang="en-US" sz="2000" dirty="0">
                <a:latin typeface="Times New Roman" panose="02020603050405020304" pitchFamily="18" charset="0"/>
                <a:ea typeface="ＭＳ Ｐゴシック" charset="0"/>
                <a:cs typeface="Times New Roman" panose="02020603050405020304" pitchFamily="18" charset="0"/>
              </a:rPr>
              <a:t>Inertia is tendency of an object to change its velocity.</a:t>
            </a:r>
          </a:p>
          <a:p>
            <a:pPr algn="ctr">
              <a:spcBef>
                <a:spcPct val="50000"/>
              </a:spcBef>
              <a:defRPr/>
            </a:pPr>
            <a:r>
              <a:rPr lang="en-US" sz="2000" dirty="0">
                <a:latin typeface="Times New Roman" panose="02020603050405020304" pitchFamily="18" charset="0"/>
                <a:ea typeface="ＭＳ Ｐゴシック" charset="0"/>
                <a:cs typeface="Times New Roman" panose="02020603050405020304" pitchFamily="18" charset="0"/>
              </a:rPr>
              <a:t>It is related to mass. </a:t>
            </a:r>
          </a:p>
          <a:p>
            <a:pPr algn="ctr">
              <a:spcBef>
                <a:spcPct val="50000"/>
              </a:spcBef>
              <a:defRPr/>
            </a:pPr>
            <a:r>
              <a:rPr lang="en-US" sz="2000" dirty="0">
                <a:latin typeface="Times New Roman" panose="02020603050405020304" pitchFamily="18" charset="0"/>
                <a:ea typeface="ＭＳ Ｐゴシック" charset="0"/>
                <a:cs typeface="Times New Roman" panose="02020603050405020304" pitchFamily="18" charset="0"/>
              </a:rPr>
              <a:t>The bigger the mass, more resistance to changes in the motion.</a:t>
            </a:r>
          </a:p>
        </p:txBody>
      </p:sp>
      <p:sp>
        <p:nvSpPr>
          <p:cNvPr id="3" name="WordArt 5">
            <a:extLst>
              <a:ext uri="{FF2B5EF4-FFF2-40B4-BE49-F238E27FC236}">
                <a16:creationId xmlns:a16="http://schemas.microsoft.com/office/drawing/2014/main" id="{AD4EB9F1-AAF1-6FC7-D5E0-170FC4A6D67C}"/>
              </a:ext>
            </a:extLst>
          </p:cNvPr>
          <p:cNvSpPr>
            <a:spLocks noChangeArrowheads="1" noChangeShapeType="1" noTextEdit="1"/>
          </p:cNvSpPr>
          <p:nvPr/>
        </p:nvSpPr>
        <p:spPr bwMode="auto">
          <a:xfrm>
            <a:off x="4038601" y="228600"/>
            <a:ext cx="4219575" cy="685800"/>
          </a:xfrm>
          <a:prstGeom prst="rect">
            <a:avLst/>
          </a:prstGeom>
          <a:noFill/>
        </p:spPr>
        <p:txBody>
          <a:bodyPr wrap="none" fromWordArt="1">
            <a:prstTxWarp prst="textDoubleWave1">
              <a:avLst>
                <a:gd name="adj1" fmla="val 6500"/>
                <a:gd name="adj2" fmla="val 0"/>
              </a:avLst>
            </a:prstTxWarp>
          </a:bodyPr>
          <a:lstStyle/>
          <a:p>
            <a:pPr algn="ctr"/>
            <a:r>
              <a:rPr lang="en-US" sz="3600" kern="10" spc="-360" dirty="0">
                <a:ln w="12700">
                  <a:solidFill>
                    <a:srgbClr val="000099"/>
                  </a:solidFill>
                  <a:round/>
                  <a:headEnd/>
                  <a:tailEnd/>
                </a:ln>
                <a:solidFill>
                  <a:srgbClr val="FF0000"/>
                </a:solidFill>
                <a:effectLst>
                  <a:outerShdw blurRad="63500" dist="125724" dir="18900000" algn="ctr" rotWithShape="0">
                    <a:srgbClr val="000099">
                      <a:alpha val="74997"/>
                    </a:srgbClr>
                  </a:outerShdw>
                </a:effectLst>
                <a:latin typeface="Impact" panose="020B0806030902050204" pitchFamily="34" charset="0"/>
              </a:rPr>
              <a:t>Accidents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75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757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6">
            <a:extLst>
              <a:ext uri="{FF2B5EF4-FFF2-40B4-BE49-F238E27FC236}">
                <a16:creationId xmlns:a16="http://schemas.microsoft.com/office/drawing/2014/main" id="{98D09B8F-4A8E-4036-B565-22F3ED2D16E3}"/>
              </a:ext>
            </a:extLst>
          </p:cNvPr>
          <p:cNvSpPr txBox="1">
            <a:spLocks/>
          </p:cNvSpPr>
          <p:nvPr/>
        </p:nvSpPr>
        <p:spPr>
          <a:xfrm>
            <a:off x="482758" y="4674872"/>
            <a:ext cx="11709242" cy="1603000"/>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Times New Roman" panose="02020603050405020304" pitchFamily="18" charset="0"/>
                <a:ea typeface="+mn-ea"/>
                <a:cs typeface="Times New Roman" panose="02020603050405020304" pitchFamily="18"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Arial" pitchFamily="34" charset="0"/>
              <a:buAutoNum type="alphaLcParenBoth"/>
            </a:pPr>
            <a:r>
              <a:rPr lang="en-US" sz="2400" dirty="0"/>
              <a:t>A hockey puck is shown at rest; it remains at rest until an outside force such as a hockey stick changes its state of rest;</a:t>
            </a:r>
          </a:p>
          <a:p>
            <a:pPr>
              <a:buFont typeface="Arial" pitchFamily="34" charset="0"/>
              <a:buAutoNum type="alphaLcParenBoth"/>
            </a:pPr>
            <a:r>
              <a:rPr lang="en-US" sz="2400" dirty="0"/>
              <a:t>A hockey puck is shown in motion; it continues in motion in a straight line </a:t>
            </a:r>
            <a:r>
              <a:rPr lang="en-US" sz="2200" dirty="0"/>
              <a:t>until</a:t>
            </a:r>
            <a:r>
              <a:rPr lang="en-US" sz="2400" dirty="0"/>
              <a:t> an outside force causes it to change its state of motion. Although it is slick, an ice surface provides </a:t>
            </a:r>
            <a:r>
              <a:rPr lang="en-US" sz="2400" b="1" dirty="0"/>
              <a:t>some friction </a:t>
            </a:r>
            <a:r>
              <a:rPr lang="en-US" sz="2400" dirty="0"/>
              <a:t>that slows the puck.</a:t>
            </a:r>
          </a:p>
        </p:txBody>
      </p:sp>
      <p:pic>
        <p:nvPicPr>
          <p:cNvPr id="8" name="Picture 7">
            <a:extLst>
              <a:ext uri="{FF2B5EF4-FFF2-40B4-BE49-F238E27FC236}">
                <a16:creationId xmlns:a16="http://schemas.microsoft.com/office/drawing/2014/main" id="{35F43E36-FC7B-4CAA-98C1-892CD7BB17BC}"/>
              </a:ext>
            </a:extLst>
          </p:cNvPr>
          <p:cNvPicPr>
            <a:picLocks noChangeAspect="1"/>
          </p:cNvPicPr>
          <p:nvPr/>
        </p:nvPicPr>
        <p:blipFill>
          <a:blip r:embed="rId2"/>
          <a:stretch>
            <a:fillRect/>
          </a:stretch>
        </p:blipFill>
        <p:spPr>
          <a:xfrm>
            <a:off x="1981200" y="1154610"/>
            <a:ext cx="6247870" cy="3383280"/>
          </a:xfrm>
          <a:prstGeom prst="rect">
            <a:avLst/>
          </a:prstGeom>
        </p:spPr>
      </p:pic>
      <p:sp>
        <p:nvSpPr>
          <p:cNvPr id="9" name="TextBox 8">
            <a:extLst>
              <a:ext uri="{FF2B5EF4-FFF2-40B4-BE49-F238E27FC236}">
                <a16:creationId xmlns:a16="http://schemas.microsoft.com/office/drawing/2014/main" id="{9A5BADDC-B22C-447C-B08F-96717E22AF2D}"/>
              </a:ext>
            </a:extLst>
          </p:cNvPr>
          <p:cNvSpPr txBox="1"/>
          <p:nvPr/>
        </p:nvSpPr>
        <p:spPr>
          <a:xfrm>
            <a:off x="8229071" y="2429057"/>
            <a:ext cx="2346037" cy="1384995"/>
          </a:xfrm>
          <a:prstGeom prst="rect">
            <a:avLst/>
          </a:prstGeom>
          <a:noFill/>
        </p:spPr>
        <p:txBody>
          <a:bodyPr wrap="square" rtlCol="0">
            <a:spAutoFit/>
          </a:bodyPr>
          <a:lstStyle/>
          <a:p>
            <a:pPr algn="ctr"/>
            <a:r>
              <a:rPr lang="en-US" sz="2800" b="1" dirty="0">
                <a:solidFill>
                  <a:srgbClr val="C00000"/>
                </a:solidFill>
                <a:latin typeface="Times New Roman" panose="02020603050405020304" pitchFamily="18" charset="0"/>
                <a:cs typeface="Times New Roman" panose="02020603050405020304" pitchFamily="18" charset="0"/>
              </a:rPr>
              <a:t>Friction or resistance everywhere!</a:t>
            </a:r>
          </a:p>
        </p:txBody>
      </p:sp>
      <p:sp>
        <p:nvSpPr>
          <p:cNvPr id="4" name="Title 3">
            <a:extLst>
              <a:ext uri="{FF2B5EF4-FFF2-40B4-BE49-F238E27FC236}">
                <a16:creationId xmlns:a16="http://schemas.microsoft.com/office/drawing/2014/main" id="{5D3A5A5C-6967-9517-4D17-196377CCF679}"/>
              </a:ext>
            </a:extLst>
          </p:cNvPr>
          <p:cNvSpPr txBox="1">
            <a:spLocks/>
          </p:cNvSpPr>
          <p:nvPr/>
        </p:nvSpPr>
        <p:spPr>
          <a:xfrm>
            <a:off x="0" y="15796"/>
            <a:ext cx="12192000" cy="646331"/>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ea typeface="STKaiti" panose="020B0503020204020204" pitchFamily="2" charset="-122"/>
                <a:cs typeface="Times New Roman" panose="02020603050405020304" pitchFamily="18" charset="0"/>
              </a:rPr>
              <a:t> NOT contradicting our experience  </a:t>
            </a:r>
            <a:r>
              <a:rPr lang="en-US" sz="3200" b="1" dirty="0">
                <a:latin typeface="Times New Roman" panose="02020603050405020304" pitchFamily="18" charset="0"/>
                <a:ea typeface="STKaiti" panose="020B0503020204020204" pitchFamily="2" charset="-122"/>
                <a:cs typeface="Times New Roman" panose="02020603050405020304" pitchFamily="18" charset="0"/>
              </a:rPr>
              <a:t> </a:t>
            </a:r>
          </a:p>
        </p:txBody>
      </p:sp>
    </p:spTree>
    <p:extLst>
      <p:ext uri="{BB962C8B-B14F-4D97-AF65-F5344CB8AC3E}">
        <p14:creationId xmlns:p14="http://schemas.microsoft.com/office/powerpoint/2010/main" val="2737356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34BABA-67E7-BF6F-5229-0FF72734890A}"/>
              </a:ext>
            </a:extLst>
          </p:cNvPr>
          <p:cNvSpPr txBox="1">
            <a:spLocks/>
          </p:cNvSpPr>
          <p:nvPr/>
        </p:nvSpPr>
        <p:spPr>
          <a:xfrm>
            <a:off x="838200" y="1518554"/>
            <a:ext cx="10515600"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000" dirty="0">
                <a:latin typeface="Times New Roman" panose="02020603050405020304" pitchFamily="18" charset="0"/>
                <a:cs typeface="Times New Roman" panose="02020603050405020304" pitchFamily="18" charset="0"/>
              </a:rPr>
              <a:t>If you fire a bullet in space, </a:t>
            </a:r>
            <a:r>
              <a:rPr lang="en-US" sz="4000" b="1" dirty="0">
                <a:latin typeface="Times New Roman" panose="02020603050405020304" pitchFamily="18" charset="0"/>
                <a:cs typeface="Times New Roman" panose="02020603050405020304" pitchFamily="18" charset="0"/>
              </a:rPr>
              <a:t>what will eventually happen to</a:t>
            </a:r>
            <a:r>
              <a:rPr lang="en-US" sz="4000" dirty="0">
                <a:latin typeface="Times New Roman" panose="02020603050405020304" pitchFamily="18" charset="0"/>
                <a:cs typeface="Times New Roman" panose="02020603050405020304" pitchFamily="18" charset="0"/>
              </a:rPr>
              <a:t> the bullet?</a:t>
            </a:r>
          </a:p>
          <a:p>
            <a:pPr marL="0" indent="0">
              <a:buFont typeface="Arial" panose="020B0604020202020204" pitchFamily="34" charset="0"/>
              <a:buNone/>
            </a:pPr>
            <a:endParaRPr lang="en-US" sz="4000" dirty="0">
              <a:latin typeface="Times New Roman" panose="02020603050405020304" pitchFamily="18" charset="0"/>
              <a:cs typeface="Times New Roman" panose="02020603050405020304" pitchFamily="18" charset="0"/>
            </a:endParaRPr>
          </a:p>
          <a:p>
            <a:pPr marL="514350" indent="-514350">
              <a:buFont typeface="Arial" panose="020B0604020202020204" pitchFamily="34" charset="0"/>
              <a:buAutoNum type="alphaLcPeriod"/>
            </a:pPr>
            <a:r>
              <a:rPr lang="en-US" sz="4000" dirty="0">
                <a:latin typeface="Times New Roman" panose="02020603050405020304" pitchFamily="18" charset="0"/>
                <a:cs typeface="Times New Roman" panose="02020603050405020304" pitchFamily="18" charset="0"/>
              </a:rPr>
              <a:t>It will slow down and come to a stop</a:t>
            </a:r>
          </a:p>
          <a:p>
            <a:pPr marL="514350" indent="-514350">
              <a:buFont typeface="Arial" panose="020B0604020202020204" pitchFamily="34" charset="0"/>
              <a:buAutoNum type="alphaLcPeriod"/>
            </a:pPr>
            <a:r>
              <a:rPr lang="en-US" sz="4000" dirty="0">
                <a:latin typeface="Times New Roman" panose="02020603050405020304" pitchFamily="18" charset="0"/>
                <a:cs typeface="Times New Roman" panose="02020603050405020304" pitchFamily="18" charset="0"/>
              </a:rPr>
              <a:t>It will get faster and faster</a:t>
            </a:r>
          </a:p>
          <a:p>
            <a:pPr marL="514350" indent="-514350">
              <a:buFont typeface="Arial" panose="020B0604020202020204" pitchFamily="34" charset="0"/>
              <a:buAutoNum type="alphaLcPeriod"/>
            </a:pPr>
            <a:r>
              <a:rPr lang="en-US" sz="4000" dirty="0">
                <a:latin typeface="Times New Roman" panose="02020603050405020304" pitchFamily="18" charset="0"/>
                <a:cs typeface="Times New Roman" panose="02020603050405020304" pitchFamily="18" charset="0"/>
              </a:rPr>
              <a:t>It will keep travelling until it hits something</a:t>
            </a:r>
          </a:p>
        </p:txBody>
      </p:sp>
      <p:sp>
        <p:nvSpPr>
          <p:cNvPr id="4" name="Title 3">
            <a:extLst>
              <a:ext uri="{FF2B5EF4-FFF2-40B4-BE49-F238E27FC236}">
                <a16:creationId xmlns:a16="http://schemas.microsoft.com/office/drawing/2014/main" id="{219F891E-794C-A867-5FF4-051F342B07FD}"/>
              </a:ext>
            </a:extLst>
          </p:cNvPr>
          <p:cNvSpPr txBox="1">
            <a:spLocks/>
          </p:cNvSpPr>
          <p:nvPr/>
        </p:nvSpPr>
        <p:spPr>
          <a:xfrm>
            <a:off x="0" y="-1"/>
            <a:ext cx="12192000" cy="840230"/>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5400" b="1" dirty="0">
                <a:latin typeface="Times New Roman" panose="02020603050405020304" pitchFamily="18" charset="0"/>
                <a:ea typeface="STKaiti" panose="020B0503020204020204" pitchFamily="2" charset="-122"/>
                <a:cs typeface="Times New Roman" panose="02020603050405020304" pitchFamily="18" charset="0"/>
              </a:rPr>
              <a:t>  CQ#1 </a:t>
            </a:r>
          </a:p>
        </p:txBody>
      </p:sp>
    </p:spTree>
    <p:extLst>
      <p:ext uri="{BB962C8B-B14F-4D97-AF65-F5344CB8AC3E}">
        <p14:creationId xmlns:p14="http://schemas.microsoft.com/office/powerpoint/2010/main" val="42858350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nline Media 3" title="Science of NHL Hockey Newtons Three Laws Of Motion - Law 1">
            <a:hlinkClick r:id="" action="ppaction://media"/>
            <a:extLst>
              <a:ext uri="{FF2B5EF4-FFF2-40B4-BE49-F238E27FC236}">
                <a16:creationId xmlns:a16="http://schemas.microsoft.com/office/drawing/2014/main" id="{3EDC70C5-DA94-B9FD-8372-537CE8A15454}"/>
              </a:ext>
            </a:extLst>
          </p:cNvPr>
          <p:cNvPicPr>
            <a:picLocks noRot="1" noChangeAspect="1"/>
          </p:cNvPicPr>
          <p:nvPr>
            <a:videoFile r:link="rId1"/>
          </p:nvPr>
        </p:nvPicPr>
        <p:blipFill>
          <a:blip r:embed="rId3"/>
          <a:stretch>
            <a:fillRect/>
          </a:stretch>
        </p:blipFill>
        <p:spPr>
          <a:xfrm>
            <a:off x="2216012" y="859777"/>
            <a:ext cx="7749965" cy="5812474"/>
          </a:xfrm>
          <a:prstGeom prst="rect">
            <a:avLst/>
          </a:prstGeom>
        </p:spPr>
      </p:pic>
      <p:sp>
        <p:nvSpPr>
          <p:cNvPr id="3" name="Title 3">
            <a:extLst>
              <a:ext uri="{FF2B5EF4-FFF2-40B4-BE49-F238E27FC236}">
                <a16:creationId xmlns:a16="http://schemas.microsoft.com/office/drawing/2014/main" id="{F780146B-9E22-17E5-3862-6C98188F5D92}"/>
              </a:ext>
            </a:extLst>
          </p:cNvPr>
          <p:cNvSpPr txBox="1">
            <a:spLocks/>
          </p:cNvSpPr>
          <p:nvPr/>
        </p:nvSpPr>
        <p:spPr>
          <a:xfrm>
            <a:off x="0" y="-7650"/>
            <a:ext cx="12192000" cy="646331"/>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ea typeface="STKaiti" panose="020B0503020204020204" pitchFamily="2" charset="-122"/>
                <a:cs typeface="Times New Roman" panose="02020603050405020304" pitchFamily="18" charset="0"/>
              </a:rPr>
              <a:t> Newton’s </a:t>
            </a:r>
            <a:r>
              <a:rPr lang="en-US" sz="40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First</a:t>
            </a:r>
            <a:r>
              <a:rPr lang="en-US" sz="4000" b="1" dirty="0">
                <a:latin typeface="Times New Roman" panose="02020603050405020304" pitchFamily="18" charset="0"/>
                <a:ea typeface="STKaiti" panose="020B0503020204020204" pitchFamily="2" charset="-122"/>
                <a:cs typeface="Times New Roman" panose="02020603050405020304" pitchFamily="18" charset="0"/>
              </a:rPr>
              <a:t> Law: Hockey Puck  </a:t>
            </a:r>
            <a:r>
              <a:rPr lang="en-US" sz="3200" b="1" dirty="0">
                <a:latin typeface="Times New Roman" panose="02020603050405020304" pitchFamily="18" charset="0"/>
                <a:ea typeface="STKaiti" panose="020B0503020204020204" pitchFamily="2" charset="-122"/>
                <a:cs typeface="Times New Roman" panose="02020603050405020304" pitchFamily="18" charset="0"/>
              </a:rPr>
              <a:t> </a:t>
            </a:r>
          </a:p>
        </p:txBody>
      </p:sp>
    </p:spTree>
    <p:extLst>
      <p:ext uri="{BB962C8B-B14F-4D97-AF65-F5344CB8AC3E}">
        <p14:creationId xmlns:p14="http://schemas.microsoft.com/office/powerpoint/2010/main" val="733341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nline Media 1" title="STEMonstrations: Newton's First Law of Motion">
            <a:hlinkClick r:id="" action="ppaction://media"/>
            <a:extLst>
              <a:ext uri="{FF2B5EF4-FFF2-40B4-BE49-F238E27FC236}">
                <a16:creationId xmlns:a16="http://schemas.microsoft.com/office/drawing/2014/main" id="{1C1ECCFC-F490-821E-BC06-6EFA47ADB5B1}"/>
              </a:ext>
            </a:extLst>
          </p:cNvPr>
          <p:cNvPicPr>
            <a:picLocks noRot="1" noChangeAspect="1"/>
          </p:cNvPicPr>
          <p:nvPr>
            <a:videoFile r:link="rId1"/>
          </p:nvPr>
        </p:nvPicPr>
        <p:blipFill>
          <a:blip r:embed="rId3"/>
          <a:stretch>
            <a:fillRect/>
          </a:stretch>
        </p:blipFill>
        <p:spPr>
          <a:xfrm>
            <a:off x="1524000" y="1027478"/>
            <a:ext cx="9144000" cy="5162550"/>
          </a:xfrm>
          <a:prstGeom prst="rect">
            <a:avLst/>
          </a:prstGeom>
        </p:spPr>
      </p:pic>
      <p:sp>
        <p:nvSpPr>
          <p:cNvPr id="3" name="Title 1">
            <a:extLst>
              <a:ext uri="{FF2B5EF4-FFF2-40B4-BE49-F238E27FC236}">
                <a16:creationId xmlns:a16="http://schemas.microsoft.com/office/drawing/2014/main" id="{E3CFCF4E-3968-70B3-FDBA-5D0E561E03FD}"/>
              </a:ext>
            </a:extLst>
          </p:cNvPr>
          <p:cNvSpPr txBox="1">
            <a:spLocks/>
          </p:cNvSpPr>
          <p:nvPr/>
        </p:nvSpPr>
        <p:spPr>
          <a:xfrm>
            <a:off x="1981200" y="10869"/>
            <a:ext cx="8229600" cy="1121740"/>
          </a:xfrm>
          <a:prstGeom prst="rect">
            <a:avLst/>
          </a:prstGeom>
        </p:spPr>
        <p:txBody>
          <a:bodyPr>
            <a:noAutofit/>
          </a:bodyPr>
          <a:lstStyle>
            <a:lvl1pPr algn="ctr" defTabSz="914400" rtl="0" eaLnBrk="1" latinLnBrk="0" hangingPunct="1">
              <a:spcBef>
                <a:spcPct val="0"/>
              </a:spcBef>
              <a:buNone/>
              <a:defRPr sz="4400" b="1" kern="1200">
                <a:solidFill>
                  <a:schemeClr val="bg1"/>
                </a:solidFill>
                <a:latin typeface="Times New Roman" panose="02020603050405020304" pitchFamily="18" charset="0"/>
                <a:ea typeface="+mj-ea"/>
                <a:cs typeface="Times New Roman" panose="02020603050405020304" pitchFamily="18" charset="0"/>
              </a:defRPr>
            </a:lvl1pPr>
          </a:lstStyle>
          <a:p>
            <a:r>
              <a:rPr lang="en-US" sz="3600"/>
              <a:t>Newton’s First Law: Space Station</a:t>
            </a:r>
            <a:endParaRPr lang="en-US" sz="3600" dirty="0"/>
          </a:p>
        </p:txBody>
      </p:sp>
      <p:sp>
        <p:nvSpPr>
          <p:cNvPr id="4" name="Title 3">
            <a:extLst>
              <a:ext uri="{FF2B5EF4-FFF2-40B4-BE49-F238E27FC236}">
                <a16:creationId xmlns:a16="http://schemas.microsoft.com/office/drawing/2014/main" id="{F4A7F7EC-7860-E686-8D59-3EBF56589D85}"/>
              </a:ext>
            </a:extLst>
          </p:cNvPr>
          <p:cNvSpPr txBox="1">
            <a:spLocks/>
          </p:cNvSpPr>
          <p:nvPr/>
        </p:nvSpPr>
        <p:spPr>
          <a:xfrm>
            <a:off x="0" y="15796"/>
            <a:ext cx="12192000" cy="757130"/>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dirty="0">
                <a:latin typeface="Times New Roman" panose="02020603050405020304" pitchFamily="18" charset="0"/>
                <a:ea typeface="STKaiti" panose="020B0503020204020204" pitchFamily="2" charset="-122"/>
                <a:cs typeface="Times New Roman" panose="02020603050405020304" pitchFamily="18" charset="0"/>
              </a:rPr>
              <a:t> Newton’s </a:t>
            </a:r>
            <a:r>
              <a:rPr lang="en-US" sz="48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First</a:t>
            </a:r>
            <a:r>
              <a:rPr lang="en-US" sz="4800" b="1" dirty="0">
                <a:latin typeface="Times New Roman" panose="02020603050405020304" pitchFamily="18" charset="0"/>
                <a:ea typeface="STKaiti" panose="020B0503020204020204" pitchFamily="2" charset="-122"/>
                <a:cs typeface="Times New Roman" panose="02020603050405020304" pitchFamily="18" charset="0"/>
              </a:rPr>
              <a:t> Law   </a:t>
            </a:r>
          </a:p>
        </p:txBody>
      </p:sp>
    </p:spTree>
    <p:extLst>
      <p:ext uri="{BB962C8B-B14F-4D97-AF65-F5344CB8AC3E}">
        <p14:creationId xmlns:p14="http://schemas.microsoft.com/office/powerpoint/2010/main" val="1909649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195" name="Text Box 4">
                <a:extLst>
                  <a:ext uri="{FF2B5EF4-FFF2-40B4-BE49-F238E27FC236}">
                    <a16:creationId xmlns:a16="http://schemas.microsoft.com/office/drawing/2014/main" id="{AC57F3D7-7029-18CD-BEE8-A48DDE1B492E}"/>
                  </a:ext>
                </a:extLst>
              </p:cNvPr>
              <p:cNvSpPr txBox="1">
                <a:spLocks noChangeArrowheads="1"/>
              </p:cNvSpPr>
              <p:nvPr/>
            </p:nvSpPr>
            <p:spPr bwMode="auto">
              <a:xfrm>
                <a:off x="3544073" y="5439746"/>
                <a:ext cx="5181600" cy="506421"/>
              </a:xfrm>
              <a:prstGeom prst="rect">
                <a:avLst/>
              </a:prstGeom>
              <a:solidFill>
                <a:schemeClr val="bg1">
                  <a:lumMod val="85000"/>
                </a:schemeClr>
              </a:solidFill>
              <a:ln>
                <a:noFill/>
              </a:ln>
              <a:effectLst>
                <a:prstShdw prst="shdw17" dist="17961" dir="2700000">
                  <a:srgbClr val="999900">
                    <a:alpha val="74997"/>
                  </a:srgbClr>
                </a:prstShdw>
              </a:effectLst>
            </p:spPr>
            <p:txBody>
              <a:bodyPr wrap="square">
                <a:spAutoFit/>
              </a:bodyPr>
              <a:lstStyle>
                <a:lvl1pPr eaLnBrk="0" hangingPunct="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en-US" altLang="en-US" sz="2400" b="1" dirty="0">
                    <a:latin typeface="Times New Roman" panose="02020603050405020304" pitchFamily="18" charset="0"/>
                    <a:cs typeface="Times New Roman" panose="02020603050405020304" pitchFamily="18" charset="0"/>
                  </a:rPr>
                  <a:t>What does </a:t>
                </a:r>
                <a:r>
                  <a:rPr lang="ja-JP" altLang="en-US" sz="2400" b="1"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en-US" sz="2400" b="1" i="1">
                            <a:solidFill>
                              <a:srgbClr val="000000"/>
                            </a:solidFill>
                            <a:latin typeface="Cambria Math" panose="02040503050406030204" pitchFamily="18" charset="0"/>
                          </a:rPr>
                        </m:ctrlPr>
                      </m:sSubPr>
                      <m:e>
                        <m:acc>
                          <m:accPr>
                            <m:chr m:val="⃗"/>
                            <m:ctrlPr>
                              <a:rPr lang="en-US" sz="2400" b="1" i="1">
                                <a:solidFill>
                                  <a:srgbClr val="000000"/>
                                </a:solidFill>
                                <a:latin typeface="Cambria Math" panose="02040503050406030204" pitchFamily="18" charset="0"/>
                              </a:rPr>
                            </m:ctrlPr>
                          </m:accPr>
                          <m:e>
                            <m:r>
                              <a:rPr lang="en-US" sz="2400" b="1" i="1">
                                <a:solidFill>
                                  <a:srgbClr val="000000"/>
                                </a:solidFill>
                                <a:latin typeface="Cambria Math" panose="02040503050406030204" pitchFamily="18" charset="0"/>
                              </a:rPr>
                              <m:t>𝑭</m:t>
                            </m:r>
                          </m:e>
                        </m:acc>
                      </m:e>
                      <m:sub>
                        <m:r>
                          <a:rPr lang="en-US" sz="2400" b="1" i="1">
                            <a:solidFill>
                              <a:srgbClr val="000000"/>
                            </a:solidFill>
                            <a:latin typeface="Cambria Math" panose="02040503050406030204" pitchFamily="18" charset="0"/>
                          </a:rPr>
                          <m:t>𝒏𝒆𝒕</m:t>
                        </m:r>
                      </m:sub>
                    </m:sSub>
                  </m:oMath>
                </a14:m>
                <a:r>
                  <a:rPr lang="en-US" sz="2400" b="1" dirty="0">
                    <a:solidFill>
                      <a:srgbClr val="000000"/>
                    </a:solidFill>
                    <a:latin typeface="Times New Roman" panose="02020603050405020304" pitchFamily="18" charset="0"/>
                    <a:cs typeface="Times New Roman" panose="02020603050405020304" pitchFamily="18" charset="0"/>
                  </a:rPr>
                  <a:t>= 0 </a:t>
                </a:r>
                <a:r>
                  <a:rPr lang="ja-JP" altLang="en-US" sz="2400" b="1" dirty="0">
                    <a:latin typeface="Times New Roman" panose="02020603050405020304" pitchFamily="18" charset="0"/>
                    <a:cs typeface="Times New Roman" panose="02020603050405020304" pitchFamily="18" charset="0"/>
                  </a:rPr>
                  <a:t>”</a:t>
                </a:r>
                <a:r>
                  <a:rPr lang="en-US" altLang="ja-JP" sz="2400" b="1" dirty="0">
                    <a:latin typeface="Times New Roman" panose="02020603050405020304" pitchFamily="18" charset="0"/>
                    <a:cs typeface="Times New Roman" panose="02020603050405020304" pitchFamily="18" charset="0"/>
                  </a:rPr>
                  <a:t> mean?? </a:t>
                </a:r>
                <a:endParaRPr lang="en-US" altLang="en-US" sz="2400" b="1" dirty="0">
                  <a:latin typeface="Times New Roman" panose="02020603050405020304" pitchFamily="18" charset="0"/>
                  <a:cs typeface="Times New Roman" panose="02020603050405020304" pitchFamily="18" charset="0"/>
                </a:endParaRPr>
              </a:p>
            </p:txBody>
          </p:sp>
        </mc:Choice>
        <mc:Fallback xmlns="">
          <p:sp>
            <p:nvSpPr>
              <p:cNvPr id="8195" name="Text Box 4">
                <a:extLst>
                  <a:ext uri="{FF2B5EF4-FFF2-40B4-BE49-F238E27FC236}">
                    <a16:creationId xmlns:a16="http://schemas.microsoft.com/office/drawing/2014/main" id="{AC57F3D7-7029-18CD-BEE8-A48DDE1B492E}"/>
                  </a:ext>
                </a:extLst>
              </p:cNvPr>
              <p:cNvSpPr txBox="1">
                <a:spLocks noRot="1" noChangeAspect="1" noMove="1" noResize="1" noEditPoints="1" noAdjustHandles="1" noChangeArrowheads="1" noChangeShapeType="1" noTextEdit="1"/>
              </p:cNvSpPr>
              <p:nvPr/>
            </p:nvSpPr>
            <p:spPr bwMode="auto">
              <a:xfrm>
                <a:off x="3544073" y="5439746"/>
                <a:ext cx="5181600" cy="506421"/>
              </a:xfrm>
              <a:prstGeom prst="rect">
                <a:avLst/>
              </a:prstGeom>
              <a:blipFill>
                <a:blip r:embed="rId3"/>
                <a:stretch>
                  <a:fillRect t="-1124" b="-22472"/>
                </a:stretch>
              </a:blipFill>
              <a:ln>
                <a:noFill/>
              </a:ln>
              <a:effectLst>
                <a:prstShdw prst="shdw17" dist="17961" dir="2700000">
                  <a:srgbClr val="999900">
                    <a:alpha val="74997"/>
                  </a:srgbClr>
                </a:prstShdw>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96" name="Object 5">
                <a:extLst>
                  <a:ext uri="{FF2B5EF4-FFF2-40B4-BE49-F238E27FC236}">
                    <a16:creationId xmlns:a16="http://schemas.microsoft.com/office/drawing/2014/main" id="{3E01BD2D-831F-79FA-65F3-8484BC590866}"/>
                  </a:ext>
                </a:extLst>
              </p:cNvPr>
              <p:cNvSpPr txBox="1"/>
              <p:nvPr/>
            </p:nvSpPr>
            <p:spPr bwMode="auto">
              <a:xfrm>
                <a:off x="3811556" y="6021389"/>
                <a:ext cx="4494245" cy="506421"/>
              </a:xfrm>
              <a:prstGeom prst="rect">
                <a:avLst/>
              </a:prstGeom>
              <a:solidFill>
                <a:schemeClr val="bg1">
                  <a:lumMod val="85000"/>
                </a:schemeClr>
              </a:solidFill>
              <a:ln>
                <a:noFill/>
              </a:ln>
              <a:effectLst>
                <a:outerShdw blurRad="63500" dist="17961" dir="2700000" algn="ctr" rotWithShape="0">
                  <a:srgbClr val="99993D">
                    <a:alpha val="74997"/>
                  </a:srgbClr>
                </a:outerShdw>
              </a:effectLst>
            </p:spPr>
            <p:txBody>
              <a:bodyPr>
                <a:normAutofit/>
              </a:bodyPr>
              <a:lstStyle/>
              <a:p>
                <a:pPr algn="ctr"/>
                <a:r>
                  <a:rPr lang="en-US" sz="2400" b="1" dirty="0">
                    <a:solidFill>
                      <a:srgbClr val="000000"/>
                    </a:solidFill>
                    <a:latin typeface="Times New Roman" panose="02020603050405020304" pitchFamily="18" charset="0"/>
                    <a:cs typeface="Times New Roman" panose="02020603050405020304" pitchFamily="18" charset="0"/>
                  </a:rPr>
                  <a:t>acceleration = 0 if </a:t>
                </a:r>
                <a14:m>
                  <m:oMath xmlns:m="http://schemas.openxmlformats.org/officeDocument/2006/math">
                    <m:sSub>
                      <m:sSubPr>
                        <m:ctrlPr>
                          <a:rPr lang="en-US" sz="2400" b="1" i="1">
                            <a:solidFill>
                              <a:srgbClr val="000000"/>
                            </a:solidFill>
                            <a:latin typeface="Cambria Math" panose="02040503050406030204" pitchFamily="18" charset="0"/>
                          </a:rPr>
                        </m:ctrlPr>
                      </m:sSubPr>
                      <m:e>
                        <m:acc>
                          <m:accPr>
                            <m:chr m:val="⃗"/>
                            <m:ctrlPr>
                              <a:rPr lang="en-US" sz="2400" b="1" i="1">
                                <a:solidFill>
                                  <a:srgbClr val="000000"/>
                                </a:solidFill>
                                <a:latin typeface="Cambria Math" panose="02040503050406030204" pitchFamily="18" charset="0"/>
                              </a:rPr>
                            </m:ctrlPr>
                          </m:accPr>
                          <m:e>
                            <m:r>
                              <a:rPr lang="en-US" sz="2400" b="1" i="1">
                                <a:solidFill>
                                  <a:srgbClr val="000000"/>
                                </a:solidFill>
                                <a:latin typeface="Cambria Math" panose="02040503050406030204" pitchFamily="18" charset="0"/>
                              </a:rPr>
                              <m:t>𝑭</m:t>
                            </m:r>
                          </m:e>
                        </m:acc>
                      </m:e>
                      <m:sub>
                        <m:r>
                          <a:rPr lang="en-US" sz="2400" b="1" i="1">
                            <a:solidFill>
                              <a:srgbClr val="000000"/>
                            </a:solidFill>
                            <a:latin typeface="Cambria Math" panose="02040503050406030204" pitchFamily="18" charset="0"/>
                          </a:rPr>
                          <m:t>𝒏𝒆𝒕</m:t>
                        </m:r>
                      </m:sub>
                    </m:sSub>
                  </m:oMath>
                </a14:m>
                <a:r>
                  <a:rPr lang="en-US" sz="2400" b="1" dirty="0">
                    <a:solidFill>
                      <a:srgbClr val="000000"/>
                    </a:solidFill>
                    <a:latin typeface="Times New Roman" panose="02020603050405020304" pitchFamily="18" charset="0"/>
                    <a:cs typeface="Times New Roman" panose="02020603050405020304" pitchFamily="18" charset="0"/>
                  </a:rPr>
                  <a:t>= 0</a:t>
                </a:r>
                <a:endParaRPr lang="en-US" sz="2400" b="1" dirty="0">
                  <a:latin typeface="Times New Roman" panose="02020603050405020304" pitchFamily="18" charset="0"/>
                  <a:cs typeface="Times New Roman" panose="02020603050405020304" pitchFamily="18" charset="0"/>
                </a:endParaRPr>
              </a:p>
            </p:txBody>
          </p:sp>
        </mc:Choice>
        <mc:Fallback xmlns="">
          <p:sp>
            <p:nvSpPr>
              <p:cNvPr id="8196" name="Object 5">
                <a:extLst>
                  <a:ext uri="{FF2B5EF4-FFF2-40B4-BE49-F238E27FC236}">
                    <a16:creationId xmlns:a16="http://schemas.microsoft.com/office/drawing/2014/main" id="{3E01BD2D-831F-79FA-65F3-8484BC590866}"/>
                  </a:ext>
                </a:extLst>
              </p:cNvPr>
              <p:cNvSpPr txBox="1">
                <a:spLocks noRot="1" noChangeAspect="1" noMove="1" noResize="1" noEditPoints="1" noAdjustHandles="1" noChangeArrowheads="1" noChangeShapeType="1" noTextEdit="1"/>
              </p:cNvSpPr>
              <p:nvPr/>
            </p:nvSpPr>
            <p:spPr bwMode="auto">
              <a:xfrm>
                <a:off x="3811556" y="6021389"/>
                <a:ext cx="4494245" cy="506421"/>
              </a:xfrm>
              <a:prstGeom prst="rect">
                <a:avLst/>
              </a:prstGeom>
              <a:blipFill>
                <a:blip r:embed="rId4"/>
                <a:stretch>
                  <a:fillRect/>
                </a:stretch>
              </a:blipFill>
              <a:ln>
                <a:noFill/>
              </a:ln>
              <a:effectLst>
                <a:outerShdw blurRad="63500" dist="17961" dir="2700000" algn="ctr" rotWithShape="0">
                  <a:srgbClr val="99993D">
                    <a:alpha val="74997"/>
                  </a:srgbClr>
                </a:outerShdw>
              </a:effectLst>
            </p:spPr>
            <p:txBody>
              <a:bodyPr/>
              <a:lstStyle/>
              <a:p>
                <a:r>
                  <a:rPr lang="en-US">
                    <a:noFill/>
                  </a:rPr>
                  <a:t> </a:t>
                </a:r>
              </a:p>
            </p:txBody>
          </p:sp>
        </mc:Fallback>
      </mc:AlternateContent>
      <p:grpSp>
        <p:nvGrpSpPr>
          <p:cNvPr id="3" name="Group 2">
            <a:extLst>
              <a:ext uri="{FF2B5EF4-FFF2-40B4-BE49-F238E27FC236}">
                <a16:creationId xmlns:a16="http://schemas.microsoft.com/office/drawing/2014/main" id="{2113EB9D-9F01-DCC5-35CE-1A74380BCBCB}"/>
              </a:ext>
            </a:extLst>
          </p:cNvPr>
          <p:cNvGrpSpPr/>
          <p:nvPr/>
        </p:nvGrpSpPr>
        <p:grpSpPr>
          <a:xfrm>
            <a:off x="2590800" y="879488"/>
            <a:ext cx="7086600" cy="4318047"/>
            <a:chOff x="1066800" y="879488"/>
            <a:chExt cx="7086600" cy="4318047"/>
          </a:xfrm>
        </p:grpSpPr>
        <p:grpSp>
          <p:nvGrpSpPr>
            <p:cNvPr id="8197" name="Group 2">
              <a:extLst>
                <a:ext uri="{FF2B5EF4-FFF2-40B4-BE49-F238E27FC236}">
                  <a16:creationId xmlns:a16="http://schemas.microsoft.com/office/drawing/2014/main" id="{3505527B-26E3-EABF-ADBD-4A3498BB824C}"/>
                </a:ext>
              </a:extLst>
            </p:cNvPr>
            <p:cNvGrpSpPr>
              <a:grpSpLocks/>
            </p:cNvGrpSpPr>
            <p:nvPr/>
          </p:nvGrpSpPr>
          <p:grpSpPr bwMode="auto">
            <a:xfrm>
              <a:off x="1066800" y="879488"/>
              <a:ext cx="7086600" cy="3940164"/>
              <a:chOff x="609600" y="879486"/>
              <a:chExt cx="7086600" cy="3940224"/>
            </a:xfrm>
          </p:grpSpPr>
          <mc:AlternateContent xmlns:mc="http://schemas.openxmlformats.org/markup-compatibility/2006" xmlns:a14="http://schemas.microsoft.com/office/drawing/2010/main">
            <mc:Choice Requires="a14">
              <p:sp>
                <p:nvSpPr>
                  <p:cNvPr id="8199" name="TextBox 5">
                    <a:extLst>
                      <a:ext uri="{FF2B5EF4-FFF2-40B4-BE49-F238E27FC236}">
                        <a16:creationId xmlns:a16="http://schemas.microsoft.com/office/drawing/2014/main" id="{4AF6E68A-36C0-4A17-50D0-D69742591D23}"/>
                      </a:ext>
                    </a:extLst>
                  </p:cNvPr>
                  <p:cNvSpPr txBox="1">
                    <a:spLocks noChangeArrowheads="1"/>
                  </p:cNvSpPr>
                  <p:nvPr/>
                </p:nvSpPr>
                <p:spPr bwMode="auto">
                  <a:xfrm>
                    <a:off x="3419180" y="879486"/>
                    <a:ext cx="1697280" cy="50642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14:m>
                      <m:oMath xmlns:m="http://schemas.openxmlformats.org/officeDocument/2006/math">
                        <m:sSub>
                          <m:sSubPr>
                            <m:ctrlPr>
                              <a:rPr lang="en-US" sz="2400" b="1" i="1">
                                <a:solidFill>
                                  <a:srgbClr val="000000"/>
                                </a:solidFill>
                                <a:latin typeface="Cambria Math" panose="02040503050406030204" pitchFamily="18" charset="0"/>
                              </a:rPr>
                            </m:ctrlPr>
                          </m:sSubPr>
                          <m:e>
                            <m:acc>
                              <m:accPr>
                                <m:chr m:val="⃗"/>
                                <m:ctrlPr>
                                  <a:rPr lang="en-US" sz="2400" b="1" i="1">
                                    <a:solidFill>
                                      <a:srgbClr val="000000"/>
                                    </a:solidFill>
                                    <a:latin typeface="Cambria Math" panose="02040503050406030204" pitchFamily="18" charset="0"/>
                                  </a:rPr>
                                </m:ctrlPr>
                              </m:accPr>
                              <m:e>
                                <m:r>
                                  <a:rPr lang="en-US" sz="2400" b="1" i="1">
                                    <a:solidFill>
                                      <a:srgbClr val="000000"/>
                                    </a:solidFill>
                                    <a:latin typeface="Cambria Math" panose="02040503050406030204" pitchFamily="18" charset="0"/>
                                  </a:rPr>
                                  <m:t>𝑭</m:t>
                                </m:r>
                              </m:e>
                            </m:acc>
                          </m:e>
                          <m:sub>
                            <m:r>
                              <a:rPr lang="en-US" sz="2400" b="1" i="1">
                                <a:solidFill>
                                  <a:srgbClr val="000000"/>
                                </a:solidFill>
                                <a:latin typeface="Cambria Math" panose="02040503050406030204" pitchFamily="18" charset="0"/>
                              </a:rPr>
                              <m:t>𝒏𝒆𝒕</m:t>
                            </m:r>
                          </m:sub>
                        </m:sSub>
                      </m:oMath>
                    </a14:m>
                    <a:r>
                      <a:rPr lang="en-US" sz="2400" b="1" dirty="0">
                        <a:solidFill>
                          <a:srgbClr val="000000"/>
                        </a:solidFill>
                        <a:latin typeface="Times New Roman" panose="02020603050405020304" pitchFamily="18" charset="0"/>
                        <a:cs typeface="Times New Roman" panose="02020603050405020304" pitchFamily="18" charset="0"/>
                      </a:rPr>
                      <a:t>= 0</a:t>
                    </a:r>
                    <a:endParaRPr lang="en-US" altLang="en-US" sz="2400" dirty="0">
                      <a:latin typeface="Times New Roman" panose="02020603050405020304" pitchFamily="18" charset="0"/>
                      <a:cs typeface="Times New Roman" panose="02020603050405020304" pitchFamily="18" charset="0"/>
                    </a:endParaRPr>
                  </a:p>
                </p:txBody>
              </p:sp>
            </mc:Choice>
            <mc:Fallback xmlns="">
              <p:sp>
                <p:nvSpPr>
                  <p:cNvPr id="8199" name="TextBox 5">
                    <a:extLst>
                      <a:ext uri="{FF2B5EF4-FFF2-40B4-BE49-F238E27FC236}">
                        <a16:creationId xmlns:a16="http://schemas.microsoft.com/office/drawing/2014/main" id="{4AF6E68A-36C0-4A17-50D0-D69742591D23}"/>
                      </a:ext>
                    </a:extLst>
                  </p:cNvPr>
                  <p:cNvSpPr txBox="1">
                    <a:spLocks noRot="1" noChangeAspect="1" noMove="1" noResize="1" noEditPoints="1" noAdjustHandles="1" noChangeArrowheads="1" noChangeShapeType="1" noTextEdit="1"/>
                  </p:cNvSpPr>
                  <p:nvPr/>
                </p:nvSpPr>
                <p:spPr bwMode="auto">
                  <a:xfrm>
                    <a:off x="3419180" y="879486"/>
                    <a:ext cx="1697280" cy="506429"/>
                  </a:xfrm>
                  <a:prstGeom prst="rect">
                    <a:avLst/>
                  </a:prstGeom>
                  <a:blipFill>
                    <a:blip r:embed="rId5"/>
                    <a:stretch>
                      <a:fillRect b="-2771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7" name="Left-Up Arrow 6">
                <a:extLst>
                  <a:ext uri="{FF2B5EF4-FFF2-40B4-BE49-F238E27FC236}">
                    <a16:creationId xmlns:a16="http://schemas.microsoft.com/office/drawing/2014/main" id="{59BD5F58-DFF0-39AE-80EB-AD7F9DEFB653}"/>
                  </a:ext>
                </a:extLst>
              </p:cNvPr>
              <p:cNvSpPr/>
              <p:nvPr/>
            </p:nvSpPr>
            <p:spPr bwMode="auto">
              <a:xfrm rot="13474942">
                <a:off x="3295758" y="1556529"/>
                <a:ext cx="1507977" cy="1555011"/>
              </a:xfrm>
              <a:prstGeom prst="leftUpArrow">
                <a:avLst>
                  <a:gd name="adj1" fmla="val 7506"/>
                  <a:gd name="adj2" fmla="val 9972"/>
                  <a:gd name="adj3" fmla="val 19951"/>
                </a:avLst>
              </a:prstGeom>
              <a:solidFill>
                <a:schemeClr val="accent1"/>
              </a:solidFill>
              <a:ln w="9525" cap="flat" cmpd="sng" algn="ctr">
                <a:solidFill>
                  <a:schemeClr val="tx1"/>
                </a:solidFill>
                <a:prstDash val="solid"/>
                <a:round/>
                <a:headEnd type="none" w="med" len="med"/>
                <a:tailEnd type="none" w="med" len="med"/>
              </a:ln>
              <a:effectLst/>
            </p:spPr>
            <p:txBody>
              <a:bodyPr wrap="square">
                <a:spAutoFit/>
              </a:bodyPr>
              <a:lstStyle/>
              <a:p>
                <a:pPr>
                  <a:spcBef>
                    <a:spcPct val="50000"/>
                  </a:spcBef>
                  <a:defRPr/>
                </a:pPr>
                <a:endParaRPr lang="en-US" dirty="0">
                  <a:latin typeface="Times New Roman" panose="02020603050405020304" pitchFamily="18" charset="0"/>
                  <a:ea typeface="ＭＳ Ｐゴシック" charset="0"/>
                  <a:cs typeface="Times New Roman" panose="02020603050405020304" pitchFamily="18" charset="0"/>
                </a:endParaRPr>
              </a:p>
            </p:txBody>
          </p:sp>
          <p:sp>
            <p:nvSpPr>
              <p:cNvPr id="8" name="TextBox 7">
                <a:extLst>
                  <a:ext uri="{FF2B5EF4-FFF2-40B4-BE49-F238E27FC236}">
                    <a16:creationId xmlns:a16="http://schemas.microsoft.com/office/drawing/2014/main" id="{3DF8E182-C100-B3E2-2118-73CD88F1D6C7}"/>
                  </a:ext>
                </a:extLst>
              </p:cNvPr>
              <p:cNvSpPr txBox="1">
                <a:spLocks noRot="1" noChangeAspect="1" noMove="1" noResize="1" noEditPoints="1" noAdjustHandles="1" noChangeArrowheads="1" noChangeShapeType="1" noTextEdit="1"/>
              </p:cNvSpPr>
              <p:nvPr/>
            </p:nvSpPr>
            <p:spPr>
              <a:xfrm>
                <a:off x="1371600" y="2419290"/>
                <a:ext cx="2165543" cy="707886"/>
              </a:xfrm>
              <a:prstGeom prst="rect">
                <a:avLst/>
              </a:prstGeom>
              <a:blipFill rotWithShape="1">
                <a:blip r:embed="rId6"/>
                <a:stretch>
                  <a:fillRect l="-2817" t="-21552" b="-102586"/>
                </a:stretch>
              </a:blipFill>
            </p:spPr>
            <p:txBody>
              <a:bodyPr/>
              <a:lstStyle/>
              <a:p>
                <a:pPr>
                  <a:defRPr/>
                </a:pPr>
                <a:r>
                  <a:rPr lang="en-US">
                    <a:latin typeface="Arial" charset="0"/>
                  </a:rPr>
                  <a:t> </a:t>
                </a:r>
              </a:p>
            </p:txBody>
          </p:sp>
          <p:sp>
            <p:nvSpPr>
              <p:cNvPr id="9" name="TextBox 8">
                <a:extLst>
                  <a:ext uri="{FF2B5EF4-FFF2-40B4-BE49-F238E27FC236}">
                    <a16:creationId xmlns:a16="http://schemas.microsoft.com/office/drawing/2014/main" id="{D93BA98C-A51D-FC6A-A438-D86E3A7C00E3}"/>
                  </a:ext>
                </a:extLst>
              </p:cNvPr>
              <p:cNvSpPr txBox="1">
                <a:spLocks noRot="1" noChangeAspect="1" noMove="1" noResize="1" noEditPoints="1" noAdjustHandles="1" noChangeArrowheads="1" noChangeShapeType="1" noTextEdit="1"/>
              </p:cNvSpPr>
              <p:nvPr/>
            </p:nvSpPr>
            <p:spPr>
              <a:xfrm>
                <a:off x="4692457" y="2416314"/>
                <a:ext cx="3003743" cy="707886"/>
              </a:xfrm>
              <a:prstGeom prst="rect">
                <a:avLst/>
              </a:prstGeom>
              <a:blipFill rotWithShape="1">
                <a:blip r:embed="rId7"/>
                <a:stretch>
                  <a:fillRect l="-2231" t="-21368" b="-100855"/>
                </a:stretch>
              </a:blipFill>
            </p:spPr>
            <p:txBody>
              <a:bodyPr/>
              <a:lstStyle/>
              <a:p>
                <a:pPr>
                  <a:defRPr/>
                </a:pPr>
                <a:r>
                  <a:rPr lang="en-US">
                    <a:noFill/>
                    <a:latin typeface="Arial" charset="0"/>
                  </a:rPr>
                  <a:t> </a:t>
                </a:r>
              </a:p>
            </p:txBody>
          </p:sp>
          <p:sp>
            <p:nvSpPr>
              <p:cNvPr id="8205" name="Down Arrow 10">
                <a:extLst>
                  <a:ext uri="{FF2B5EF4-FFF2-40B4-BE49-F238E27FC236}">
                    <a16:creationId xmlns:a16="http://schemas.microsoft.com/office/drawing/2014/main" id="{CDD42D9A-F366-6A12-7FDC-E749310991A1}"/>
                  </a:ext>
                </a:extLst>
              </p:cNvPr>
              <p:cNvSpPr>
                <a:spLocks noChangeArrowheads="1"/>
              </p:cNvSpPr>
              <p:nvPr/>
            </p:nvSpPr>
            <p:spPr bwMode="auto">
              <a:xfrm>
                <a:off x="5372100" y="3124200"/>
                <a:ext cx="281210" cy="437205"/>
              </a:xfrm>
              <a:prstGeom prst="downArrow">
                <a:avLst>
                  <a:gd name="adj1" fmla="val 50000"/>
                  <a:gd name="adj2" fmla="val 49999"/>
                </a:avLst>
              </a:prstGeom>
              <a:solidFill>
                <a:schemeClr val="accent1"/>
              </a:solidFill>
              <a:ln w="9525" algn="ctr">
                <a:solidFill>
                  <a:schemeClr val="tx1"/>
                </a:solidFill>
                <a:round/>
                <a:headEnd/>
                <a:tailEnd/>
              </a:ln>
            </p:spPr>
            <p:txBody>
              <a:bodyPr>
                <a:spAutoFit/>
              </a:bodyPr>
              <a:lstStyle>
                <a:lvl1pPr eaLnBrk="0" hangingPunct="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endParaRPr lang="en-US" altLang="en-US" sz="1800">
                  <a:latin typeface="Times New Roman" panose="02020603050405020304" pitchFamily="18" charset="0"/>
                  <a:cs typeface="Times New Roman" panose="02020603050405020304" pitchFamily="18" charset="0"/>
                </a:endParaRPr>
              </a:p>
            </p:txBody>
          </p:sp>
          <p:sp>
            <p:nvSpPr>
              <p:cNvPr id="8206" name="TextBox 11">
                <a:extLst>
                  <a:ext uri="{FF2B5EF4-FFF2-40B4-BE49-F238E27FC236}">
                    <a16:creationId xmlns:a16="http://schemas.microsoft.com/office/drawing/2014/main" id="{A7769225-4E5C-94FA-023F-A204C873343F}"/>
                  </a:ext>
                </a:extLst>
              </p:cNvPr>
              <p:cNvSpPr txBox="1">
                <a:spLocks noChangeArrowheads="1"/>
              </p:cNvSpPr>
              <p:nvPr/>
            </p:nvSpPr>
            <p:spPr bwMode="auto">
              <a:xfrm>
                <a:off x="1676400" y="4419600"/>
                <a:ext cx="1644457" cy="400110"/>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2000" b="1">
                    <a:latin typeface="Times New Roman" panose="02020603050405020304" pitchFamily="18" charset="0"/>
                    <a:cs typeface="Times New Roman" panose="02020603050405020304" pitchFamily="18" charset="0"/>
                  </a:rPr>
                  <a:t>Stay at Rest</a:t>
                </a:r>
              </a:p>
            </p:txBody>
          </p:sp>
          <p:sp>
            <p:nvSpPr>
              <p:cNvPr id="8207" name="TextBox 12">
                <a:extLst>
                  <a:ext uri="{FF2B5EF4-FFF2-40B4-BE49-F238E27FC236}">
                    <a16:creationId xmlns:a16="http://schemas.microsoft.com/office/drawing/2014/main" id="{D210C27B-A452-37F1-BE1C-40829B40D84C}"/>
                  </a:ext>
                </a:extLst>
              </p:cNvPr>
              <p:cNvSpPr txBox="1">
                <a:spLocks noChangeArrowheads="1"/>
              </p:cNvSpPr>
              <p:nvPr/>
            </p:nvSpPr>
            <p:spPr bwMode="auto">
              <a:xfrm>
                <a:off x="4879891" y="4400490"/>
                <a:ext cx="1978109" cy="400110"/>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2000" b="1">
                    <a:latin typeface="Times New Roman" panose="02020603050405020304" pitchFamily="18" charset="0"/>
                    <a:cs typeface="Times New Roman" panose="02020603050405020304" pitchFamily="18" charset="0"/>
                  </a:rPr>
                  <a:t>Stay in Motion</a:t>
                </a:r>
              </a:p>
            </p:txBody>
          </p:sp>
          <p:sp>
            <p:nvSpPr>
              <p:cNvPr id="2" name="Rectangle 1">
                <a:extLst>
                  <a:ext uri="{FF2B5EF4-FFF2-40B4-BE49-F238E27FC236}">
                    <a16:creationId xmlns:a16="http://schemas.microsoft.com/office/drawing/2014/main" id="{32DBC4C6-22DA-9940-8A78-450A0EFF8C4B}"/>
                  </a:ext>
                </a:extLst>
              </p:cNvPr>
              <p:cNvSpPr>
                <a:spLocks noRot="1" noChangeAspect="1" noMove="1" noResize="1" noEditPoints="1" noAdjustHandles="1" noChangeArrowheads="1" noChangeShapeType="1" noTextEdit="1"/>
              </p:cNvSpPr>
              <p:nvPr/>
            </p:nvSpPr>
            <p:spPr>
              <a:xfrm>
                <a:off x="609600" y="3593068"/>
                <a:ext cx="1784143" cy="407099"/>
              </a:xfrm>
              <a:prstGeom prst="rect">
                <a:avLst/>
              </a:prstGeom>
              <a:blipFill rotWithShape="1">
                <a:blip r:embed="rId8"/>
                <a:stretch>
                  <a:fillRect l="-3413" t="-110448" r="-17065" b="-177612"/>
                </a:stretch>
              </a:blipFill>
            </p:spPr>
            <p:txBody>
              <a:bodyPr/>
              <a:lstStyle/>
              <a:p>
                <a:pPr>
                  <a:defRPr/>
                </a:pPr>
                <a:r>
                  <a:rPr lang="en-US" dirty="0">
                    <a:noFill/>
                    <a:latin typeface="Arial" charset="0"/>
                  </a:rPr>
                  <a:t> </a:t>
                </a:r>
              </a:p>
            </p:txBody>
          </p:sp>
          <p:sp>
            <p:nvSpPr>
              <p:cNvPr id="15" name="Rectangle 14">
                <a:extLst>
                  <a:ext uri="{FF2B5EF4-FFF2-40B4-BE49-F238E27FC236}">
                    <a16:creationId xmlns:a16="http://schemas.microsoft.com/office/drawing/2014/main" id="{3B3412E1-3067-747B-A87E-3D6A6680D403}"/>
                  </a:ext>
                </a:extLst>
              </p:cNvPr>
              <p:cNvSpPr>
                <a:spLocks noRot="1" noChangeAspect="1" noMove="1" noResize="1" noEditPoints="1" noAdjustHandles="1" noChangeArrowheads="1" noChangeShapeType="1" noTextEdit="1"/>
              </p:cNvSpPr>
              <p:nvPr/>
            </p:nvSpPr>
            <p:spPr>
              <a:xfrm>
                <a:off x="5729510" y="3593068"/>
                <a:ext cx="1784143" cy="407099"/>
              </a:xfrm>
              <a:prstGeom prst="rect">
                <a:avLst/>
              </a:prstGeom>
              <a:blipFill rotWithShape="1">
                <a:blip r:embed="rId9"/>
                <a:stretch>
                  <a:fillRect l="-3754" t="-110448" r="-17065" b="-177612"/>
                </a:stretch>
              </a:blipFill>
            </p:spPr>
            <p:txBody>
              <a:bodyPr/>
              <a:lstStyle/>
              <a:p>
                <a:pPr>
                  <a:defRPr/>
                </a:pPr>
                <a:r>
                  <a:rPr lang="en-US">
                    <a:noFill/>
                    <a:latin typeface="Arial" charset="0"/>
                  </a:rPr>
                  <a:t> </a:t>
                </a:r>
              </a:p>
            </p:txBody>
          </p:sp>
          <p:sp>
            <p:nvSpPr>
              <p:cNvPr id="8210" name="Down Arrow 15">
                <a:extLst>
                  <a:ext uri="{FF2B5EF4-FFF2-40B4-BE49-F238E27FC236}">
                    <a16:creationId xmlns:a16="http://schemas.microsoft.com/office/drawing/2014/main" id="{83A419A7-7FB9-B82F-1050-3C611B045308}"/>
                  </a:ext>
                </a:extLst>
              </p:cNvPr>
              <p:cNvSpPr>
                <a:spLocks noChangeArrowheads="1"/>
              </p:cNvSpPr>
              <p:nvPr/>
            </p:nvSpPr>
            <p:spPr bwMode="auto">
              <a:xfrm>
                <a:off x="2362200" y="3124200"/>
                <a:ext cx="281210" cy="437205"/>
              </a:xfrm>
              <a:prstGeom prst="downArrow">
                <a:avLst>
                  <a:gd name="adj1" fmla="val 50000"/>
                  <a:gd name="adj2" fmla="val 49999"/>
                </a:avLst>
              </a:prstGeom>
              <a:solidFill>
                <a:schemeClr val="accent1"/>
              </a:solidFill>
              <a:ln w="9525" algn="ctr">
                <a:solidFill>
                  <a:schemeClr val="tx1"/>
                </a:solidFill>
                <a:round/>
                <a:headEnd/>
                <a:tailEnd/>
              </a:ln>
            </p:spPr>
            <p:txBody>
              <a:bodyPr>
                <a:spAutoFit/>
              </a:bodyPr>
              <a:lstStyle>
                <a:lvl1pPr eaLnBrk="0" hangingPunct="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endParaRPr lang="en-US" altLang="en-US" sz="1800">
                  <a:latin typeface="Times New Roman" panose="02020603050405020304" pitchFamily="18" charset="0"/>
                  <a:cs typeface="Times New Roman" panose="02020603050405020304" pitchFamily="18" charset="0"/>
                </a:endParaRPr>
              </a:p>
            </p:txBody>
          </p:sp>
        </p:grpSp>
        <p:sp>
          <p:nvSpPr>
            <p:cNvPr id="8198" name="TextBox 3">
              <a:extLst>
                <a:ext uri="{FF2B5EF4-FFF2-40B4-BE49-F238E27FC236}">
                  <a16:creationId xmlns:a16="http://schemas.microsoft.com/office/drawing/2014/main" id="{642942ED-9028-C4E7-CA1C-9BA393380E0A}"/>
                </a:ext>
              </a:extLst>
            </p:cNvPr>
            <p:cNvSpPr txBox="1">
              <a:spLocks noChangeArrowheads="1"/>
            </p:cNvSpPr>
            <p:nvPr/>
          </p:nvSpPr>
          <p:spPr bwMode="auto">
            <a:xfrm>
              <a:off x="5181600" y="4797425"/>
              <a:ext cx="293541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2000" dirty="0">
                  <a:latin typeface="Times New Roman" panose="02020603050405020304" pitchFamily="18" charset="0"/>
                  <a:cs typeface="Times New Roman" panose="02020603050405020304" pitchFamily="18" charset="0"/>
                </a:rPr>
                <a:t>(same speed and direction)</a:t>
              </a:r>
            </a:p>
          </p:txBody>
        </p:sp>
      </p:gr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8FAA28D-397C-D9D0-4A32-BF0AD51FFF2C}"/>
                  </a:ext>
                </a:extLst>
              </p:cNvPr>
              <p:cNvSpPr txBox="1"/>
              <p:nvPr/>
            </p:nvSpPr>
            <p:spPr>
              <a:xfrm>
                <a:off x="2074506" y="26732"/>
                <a:ext cx="7847045" cy="1006366"/>
              </a:xfrm>
              <a:prstGeom prst="rect">
                <a:avLst/>
              </a:prstGeom>
              <a:noFill/>
            </p:spPr>
            <p:txBody>
              <a:bodyPr wrap="square">
                <a:spAutoFit/>
              </a:bodyPr>
              <a:lstStyle/>
              <a:p>
                <a:pPr algn="ctr" eaLnBrk="1" hangingPunct="1">
                  <a:spcBef>
                    <a:spcPct val="50000"/>
                  </a:spcBef>
                  <a:buFontTx/>
                  <a:buNone/>
                </a:pPr>
                <a:r>
                  <a:rPr lang="en-US" altLang="en-US" sz="2800" b="1" dirty="0">
                    <a:solidFill>
                      <a:schemeClr val="bg1"/>
                    </a:solidFill>
                    <a:latin typeface="Times New Roman" panose="02020603050405020304" pitchFamily="18" charset="0"/>
                    <a:cs typeface="Times New Roman" panose="02020603050405020304" pitchFamily="18" charset="0"/>
                  </a:rPr>
                  <a:t>Net force ZERO (</a:t>
                </a:r>
                <a14:m>
                  <m:oMath xmlns:m="http://schemas.openxmlformats.org/officeDocument/2006/math">
                    <m:sSub>
                      <m:sSubPr>
                        <m:ctrlPr>
                          <a:rPr lang="en-US" sz="2800" b="1" i="1">
                            <a:solidFill>
                              <a:schemeClr val="bg1"/>
                            </a:solidFill>
                            <a:latin typeface="Cambria Math" panose="02040503050406030204" pitchFamily="18" charset="0"/>
                          </a:rPr>
                        </m:ctrlPr>
                      </m:sSubPr>
                      <m:e>
                        <m:acc>
                          <m:accPr>
                            <m:chr m:val="⃗"/>
                            <m:ctrlPr>
                              <a:rPr lang="en-US" sz="2800" b="1" i="1">
                                <a:solidFill>
                                  <a:schemeClr val="bg1"/>
                                </a:solidFill>
                                <a:latin typeface="Cambria Math" panose="02040503050406030204" pitchFamily="18" charset="0"/>
                              </a:rPr>
                            </m:ctrlPr>
                          </m:accPr>
                          <m:e>
                            <m:r>
                              <a:rPr lang="en-US" sz="2800" b="1" i="1">
                                <a:solidFill>
                                  <a:schemeClr val="bg1"/>
                                </a:solidFill>
                                <a:latin typeface="Cambria Math" panose="02040503050406030204" pitchFamily="18" charset="0"/>
                              </a:rPr>
                              <m:t>𝑭</m:t>
                            </m:r>
                          </m:e>
                        </m:acc>
                      </m:e>
                      <m:sub>
                        <m:r>
                          <a:rPr lang="en-US" sz="2800" b="1" i="1">
                            <a:solidFill>
                              <a:schemeClr val="bg1"/>
                            </a:solidFill>
                            <a:latin typeface="Cambria Math" panose="02040503050406030204" pitchFamily="18" charset="0"/>
                          </a:rPr>
                          <m:t>𝒏𝒆𝒕</m:t>
                        </m:r>
                      </m:sub>
                    </m:sSub>
                  </m:oMath>
                </a14:m>
                <a:r>
                  <a:rPr lang="en-US" sz="2800" b="1" dirty="0">
                    <a:solidFill>
                      <a:schemeClr val="bg1"/>
                    </a:solidFill>
                    <a:latin typeface="Times New Roman" panose="02020603050405020304" pitchFamily="18" charset="0"/>
                    <a:cs typeface="Times New Roman" panose="02020603050405020304" pitchFamily="18" charset="0"/>
                  </a:rPr>
                  <a:t>= 0 </a:t>
                </a:r>
                <a:r>
                  <a:rPr lang="en-US" altLang="en-US" sz="2800" b="1" dirty="0">
                    <a:solidFill>
                      <a:schemeClr val="bg1"/>
                    </a:solidFill>
                    <a:latin typeface="Times New Roman" panose="02020603050405020304" pitchFamily="18" charset="0"/>
                    <a:cs typeface="Times New Roman" panose="02020603050405020304" pitchFamily="18" charset="0"/>
                  </a:rPr>
                  <a:t>) described by the 1</a:t>
                </a:r>
                <a:r>
                  <a:rPr lang="en-US" altLang="en-US" sz="2800" b="1" baseline="30000" dirty="0">
                    <a:solidFill>
                      <a:schemeClr val="bg1"/>
                    </a:solidFill>
                    <a:latin typeface="Times New Roman" panose="02020603050405020304" pitchFamily="18" charset="0"/>
                    <a:cs typeface="Times New Roman" panose="02020603050405020304" pitchFamily="18" charset="0"/>
                  </a:rPr>
                  <a:t>st</a:t>
                </a:r>
                <a:r>
                  <a:rPr lang="en-US" altLang="en-US" sz="2800" b="1" dirty="0">
                    <a:solidFill>
                      <a:schemeClr val="bg1"/>
                    </a:solidFill>
                    <a:latin typeface="Times New Roman" panose="02020603050405020304" pitchFamily="18" charset="0"/>
                    <a:cs typeface="Times New Roman" panose="02020603050405020304" pitchFamily="18" charset="0"/>
                  </a:rPr>
                  <a:t> Law of Newton.</a:t>
                </a:r>
              </a:p>
            </p:txBody>
          </p:sp>
        </mc:Choice>
        <mc:Fallback xmlns="">
          <p:sp>
            <p:nvSpPr>
              <p:cNvPr id="5" name="TextBox 4">
                <a:extLst>
                  <a:ext uri="{FF2B5EF4-FFF2-40B4-BE49-F238E27FC236}">
                    <a16:creationId xmlns:a16="http://schemas.microsoft.com/office/drawing/2014/main" id="{88FAA28D-397C-D9D0-4A32-BF0AD51FFF2C}"/>
                  </a:ext>
                </a:extLst>
              </p:cNvPr>
              <p:cNvSpPr txBox="1">
                <a:spLocks noRot="1" noChangeAspect="1" noMove="1" noResize="1" noEditPoints="1" noAdjustHandles="1" noChangeArrowheads="1" noChangeShapeType="1" noTextEdit="1"/>
              </p:cNvSpPr>
              <p:nvPr/>
            </p:nvSpPr>
            <p:spPr>
              <a:xfrm>
                <a:off x="2074506" y="26732"/>
                <a:ext cx="7847045" cy="1006366"/>
              </a:xfrm>
              <a:prstGeom prst="rect">
                <a:avLst/>
              </a:prstGeom>
              <a:blipFill>
                <a:blip r:embed="rId10"/>
                <a:stretch>
                  <a:fillRect t="-606" b="-16364"/>
                </a:stretch>
              </a:blipFill>
            </p:spPr>
            <p:txBody>
              <a:bodyPr/>
              <a:lstStyle/>
              <a:p>
                <a:r>
                  <a:rPr lang="en-US">
                    <a:noFill/>
                  </a:rPr>
                  <a:t> </a:t>
                </a:r>
              </a:p>
            </p:txBody>
          </p:sp>
        </mc:Fallback>
      </mc:AlternateContent>
      <p:sp>
        <p:nvSpPr>
          <p:cNvPr id="10" name="Title 3">
            <a:extLst>
              <a:ext uri="{FF2B5EF4-FFF2-40B4-BE49-F238E27FC236}">
                <a16:creationId xmlns:a16="http://schemas.microsoft.com/office/drawing/2014/main" id="{5ECF2C88-F90D-1D61-E3B8-9072644DA597}"/>
              </a:ext>
            </a:extLst>
          </p:cNvPr>
          <p:cNvSpPr txBox="1">
            <a:spLocks/>
          </p:cNvSpPr>
          <p:nvPr/>
        </p:nvSpPr>
        <p:spPr>
          <a:xfrm>
            <a:off x="0" y="15796"/>
            <a:ext cx="12192000" cy="646331"/>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ea typeface="STKaiti" panose="020B0503020204020204" pitchFamily="2" charset="-122"/>
                <a:cs typeface="Times New Roman" panose="02020603050405020304" pitchFamily="18" charset="0"/>
              </a:rPr>
              <a:t> Newton’s </a:t>
            </a:r>
            <a:r>
              <a:rPr lang="en-US" sz="40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First</a:t>
            </a:r>
            <a:r>
              <a:rPr lang="en-US" sz="4000" b="1" dirty="0">
                <a:latin typeface="Times New Roman" panose="02020603050405020304" pitchFamily="18" charset="0"/>
                <a:ea typeface="STKaiti" panose="020B0503020204020204" pitchFamily="2" charset="-122"/>
                <a:cs typeface="Times New Roman" panose="02020603050405020304" pitchFamily="18" charset="0"/>
              </a:rPr>
              <a:t> Law  </a:t>
            </a:r>
            <a:r>
              <a:rPr lang="en-US" sz="3200" b="1" dirty="0">
                <a:latin typeface="Times New Roman" panose="02020603050405020304" pitchFamily="18" charset="0"/>
                <a:ea typeface="STKaiti" panose="020B0503020204020204" pitchFamily="2" charset="-122"/>
                <a:cs typeface="Times New Roman" panose="02020603050405020304"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9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1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animBg="1"/>
      <p:bldP spid="819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9" name="Picture 3" descr="forces_balanced_2">
            <a:extLst>
              <a:ext uri="{FF2B5EF4-FFF2-40B4-BE49-F238E27FC236}">
                <a16:creationId xmlns:a16="http://schemas.microsoft.com/office/drawing/2014/main" id="{0C0E537B-11CC-D7D9-BCD8-DBFCF24193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2057401"/>
            <a:ext cx="5169108" cy="2869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9622" name="Rectangle 6">
            <a:extLst>
              <a:ext uri="{FF2B5EF4-FFF2-40B4-BE49-F238E27FC236}">
                <a16:creationId xmlns:a16="http://schemas.microsoft.com/office/drawing/2014/main" id="{4512AF61-7C75-B166-E17F-FBE755C185C0}"/>
              </a:ext>
            </a:extLst>
          </p:cNvPr>
          <p:cNvSpPr>
            <a:spLocks noChangeArrowheads="1"/>
          </p:cNvSpPr>
          <p:nvPr/>
        </p:nvSpPr>
        <p:spPr bwMode="auto">
          <a:xfrm>
            <a:off x="3733800" y="2133600"/>
            <a:ext cx="3048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spcBef>
                <a:spcPct val="50000"/>
              </a:spcBef>
              <a:defRPr/>
            </a:pPr>
            <a:endParaRPr lang="en-US" dirty="0">
              <a:latin typeface="Arial" charset="0"/>
              <a:ea typeface="ＭＳ Ｐゴシック" charset="0"/>
            </a:endParaRPr>
          </a:p>
        </p:txBody>
      </p:sp>
      <p:sp>
        <p:nvSpPr>
          <p:cNvPr id="239624" name="Text Box 8">
            <a:extLst>
              <a:ext uri="{FF2B5EF4-FFF2-40B4-BE49-F238E27FC236}">
                <a16:creationId xmlns:a16="http://schemas.microsoft.com/office/drawing/2014/main" id="{55ECA735-5053-E670-A2AA-C03F7747783B}"/>
              </a:ext>
            </a:extLst>
          </p:cNvPr>
          <p:cNvSpPr txBox="1">
            <a:spLocks noChangeArrowheads="1"/>
          </p:cNvSpPr>
          <p:nvPr/>
        </p:nvSpPr>
        <p:spPr bwMode="auto">
          <a:xfrm>
            <a:off x="5715001" y="2117726"/>
            <a:ext cx="4652199" cy="430887"/>
          </a:xfrm>
          <a:prstGeom prst="rect">
            <a:avLst/>
          </a:prstGeom>
          <a:solidFill>
            <a:schemeClr val="bg1">
              <a:lumMod val="85000"/>
            </a:schemeClr>
          </a:solidFill>
          <a:ln>
            <a:noFill/>
          </a:ln>
          <a:effectLst/>
        </p:spPr>
        <p:txBody>
          <a:bodyPr wrap="square">
            <a:spAutoFit/>
          </a:bodyPr>
          <a:lstStyle/>
          <a:p>
            <a:pPr>
              <a:spcBef>
                <a:spcPct val="50000"/>
              </a:spcBef>
              <a:defRPr/>
            </a:pPr>
            <a:r>
              <a:rPr lang="en-US" sz="2200" b="1" dirty="0">
                <a:latin typeface="Times New Roman" panose="02020603050405020304" pitchFamily="18" charset="0"/>
                <a:ea typeface="ＭＳ Ｐゴシック" charset="0"/>
                <a:cs typeface="Times New Roman" panose="02020603050405020304" pitchFamily="18" charset="0"/>
              </a:rPr>
              <a:t>The forces on the book are balanced.</a:t>
            </a:r>
          </a:p>
        </p:txBody>
      </p:sp>
      <p:sp>
        <p:nvSpPr>
          <p:cNvPr id="239625" name="Text Box 9">
            <a:extLst>
              <a:ext uri="{FF2B5EF4-FFF2-40B4-BE49-F238E27FC236}">
                <a16:creationId xmlns:a16="http://schemas.microsoft.com/office/drawing/2014/main" id="{F8C5BC3B-8FAC-896F-7299-AA06965ECD90}"/>
              </a:ext>
            </a:extLst>
          </p:cNvPr>
          <p:cNvSpPr txBox="1">
            <a:spLocks noChangeArrowheads="1"/>
          </p:cNvSpPr>
          <p:nvPr/>
        </p:nvSpPr>
        <p:spPr bwMode="auto">
          <a:xfrm>
            <a:off x="7848600" y="4191000"/>
            <a:ext cx="2743200" cy="6413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spcBef>
                <a:spcPct val="50000"/>
              </a:spcBef>
              <a:defRPr/>
            </a:pPr>
            <a:r>
              <a:rPr lang="en-US" dirty="0">
                <a:latin typeface="Times New Roman" panose="02020603050405020304" pitchFamily="18" charset="0"/>
                <a:ea typeface="ＭＳ Ｐゴシック" charset="0"/>
                <a:cs typeface="Times New Roman" panose="02020603050405020304" pitchFamily="18" charset="0"/>
              </a:rPr>
              <a:t>Gravity pulls downward on the book</a:t>
            </a:r>
          </a:p>
        </p:txBody>
      </p:sp>
      <p:sp>
        <p:nvSpPr>
          <p:cNvPr id="239626" name="Text Box 10">
            <a:extLst>
              <a:ext uri="{FF2B5EF4-FFF2-40B4-BE49-F238E27FC236}">
                <a16:creationId xmlns:a16="http://schemas.microsoft.com/office/drawing/2014/main" id="{065EE45F-7A0D-98F4-8042-E180ADF78E09}"/>
              </a:ext>
            </a:extLst>
          </p:cNvPr>
          <p:cNvSpPr txBox="1">
            <a:spLocks noChangeArrowheads="1"/>
          </p:cNvSpPr>
          <p:nvPr/>
        </p:nvSpPr>
        <p:spPr bwMode="auto">
          <a:xfrm>
            <a:off x="7772400" y="2819401"/>
            <a:ext cx="2732244" cy="64633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gn="ctr">
              <a:spcBef>
                <a:spcPct val="50000"/>
              </a:spcBef>
              <a:defRPr/>
            </a:pPr>
            <a:r>
              <a:rPr lang="en-US" dirty="0">
                <a:latin typeface="Times New Roman" panose="02020603050405020304" pitchFamily="18" charset="0"/>
                <a:ea typeface="ＭＳ Ｐゴシック" charset="0"/>
                <a:cs typeface="Times New Roman" panose="02020603050405020304" pitchFamily="18" charset="0"/>
              </a:rPr>
              <a:t>The table pushes upward on the book</a:t>
            </a:r>
          </a:p>
        </p:txBody>
      </p:sp>
      <p:pic>
        <p:nvPicPr>
          <p:cNvPr id="4" name="Picture 3">
            <a:extLst>
              <a:ext uri="{FF2B5EF4-FFF2-40B4-BE49-F238E27FC236}">
                <a16:creationId xmlns:a16="http://schemas.microsoft.com/office/drawing/2014/main" id="{C70B058D-ECAE-9870-E9D7-BC925124C686}"/>
              </a:ext>
            </a:extLst>
          </p:cNvPr>
          <p:cNvPicPr>
            <a:picLocks noChangeAspect="1"/>
          </p:cNvPicPr>
          <p:nvPr/>
        </p:nvPicPr>
        <p:blipFill>
          <a:blip r:embed="rId4"/>
          <a:stretch>
            <a:fillRect/>
          </a:stretch>
        </p:blipFill>
        <p:spPr>
          <a:xfrm>
            <a:off x="1990532" y="1199887"/>
            <a:ext cx="3498977" cy="5614030"/>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1A60A0B-F8CD-4281-14A8-1978A5208E98}"/>
                  </a:ext>
                </a:extLst>
              </p:cNvPr>
              <p:cNvSpPr txBox="1"/>
              <p:nvPr/>
            </p:nvSpPr>
            <p:spPr>
              <a:xfrm>
                <a:off x="2074506" y="26732"/>
                <a:ext cx="7847045" cy="1006366"/>
              </a:xfrm>
              <a:prstGeom prst="rect">
                <a:avLst/>
              </a:prstGeom>
              <a:noFill/>
            </p:spPr>
            <p:txBody>
              <a:bodyPr wrap="square">
                <a:spAutoFit/>
              </a:bodyPr>
              <a:lstStyle/>
              <a:p>
                <a:pPr algn="ctr" eaLnBrk="1" hangingPunct="1">
                  <a:spcBef>
                    <a:spcPct val="50000"/>
                  </a:spcBef>
                  <a:buFontTx/>
                  <a:buNone/>
                </a:pPr>
                <a:r>
                  <a:rPr lang="en-US" altLang="en-US" sz="2800" b="1" dirty="0">
                    <a:solidFill>
                      <a:schemeClr val="bg1"/>
                    </a:solidFill>
                    <a:latin typeface="Times New Roman" panose="02020603050405020304" pitchFamily="18" charset="0"/>
                    <a:cs typeface="Times New Roman" panose="02020603050405020304" pitchFamily="18" charset="0"/>
                  </a:rPr>
                  <a:t>Net force ZERO (</a:t>
                </a:r>
                <a14:m>
                  <m:oMath xmlns:m="http://schemas.openxmlformats.org/officeDocument/2006/math">
                    <m:sSub>
                      <m:sSubPr>
                        <m:ctrlPr>
                          <a:rPr lang="en-US" sz="2800" b="1" i="1">
                            <a:solidFill>
                              <a:schemeClr val="bg1"/>
                            </a:solidFill>
                            <a:latin typeface="Cambria Math" panose="02040503050406030204" pitchFamily="18" charset="0"/>
                          </a:rPr>
                        </m:ctrlPr>
                      </m:sSubPr>
                      <m:e>
                        <m:acc>
                          <m:accPr>
                            <m:chr m:val="⃗"/>
                            <m:ctrlPr>
                              <a:rPr lang="en-US" sz="2800" b="1" i="1">
                                <a:solidFill>
                                  <a:schemeClr val="bg1"/>
                                </a:solidFill>
                                <a:latin typeface="Cambria Math" panose="02040503050406030204" pitchFamily="18" charset="0"/>
                              </a:rPr>
                            </m:ctrlPr>
                          </m:accPr>
                          <m:e>
                            <m:r>
                              <a:rPr lang="en-US" sz="2800" b="1" i="1">
                                <a:solidFill>
                                  <a:schemeClr val="bg1"/>
                                </a:solidFill>
                                <a:latin typeface="Cambria Math" panose="02040503050406030204" pitchFamily="18" charset="0"/>
                              </a:rPr>
                              <m:t>𝑭</m:t>
                            </m:r>
                          </m:e>
                        </m:acc>
                      </m:e>
                      <m:sub>
                        <m:r>
                          <a:rPr lang="en-US" sz="2800" b="1" i="1">
                            <a:solidFill>
                              <a:schemeClr val="bg1"/>
                            </a:solidFill>
                            <a:latin typeface="Cambria Math" panose="02040503050406030204" pitchFamily="18" charset="0"/>
                          </a:rPr>
                          <m:t>𝒏𝒆𝒕</m:t>
                        </m:r>
                      </m:sub>
                    </m:sSub>
                  </m:oMath>
                </a14:m>
                <a:r>
                  <a:rPr lang="en-US" sz="2800" b="1" dirty="0">
                    <a:solidFill>
                      <a:schemeClr val="bg1"/>
                    </a:solidFill>
                    <a:latin typeface="Times New Roman" panose="02020603050405020304" pitchFamily="18" charset="0"/>
                    <a:cs typeface="Times New Roman" panose="02020603050405020304" pitchFamily="18" charset="0"/>
                  </a:rPr>
                  <a:t>= 0 </a:t>
                </a:r>
                <a:r>
                  <a:rPr lang="en-US" altLang="en-US" sz="2800" b="1" dirty="0">
                    <a:solidFill>
                      <a:schemeClr val="bg1"/>
                    </a:solidFill>
                    <a:latin typeface="Times New Roman" panose="02020603050405020304" pitchFamily="18" charset="0"/>
                    <a:cs typeface="Times New Roman" panose="02020603050405020304" pitchFamily="18" charset="0"/>
                  </a:rPr>
                  <a:t>) described by the 1</a:t>
                </a:r>
                <a:r>
                  <a:rPr lang="en-US" altLang="en-US" sz="2800" b="1" baseline="30000" dirty="0">
                    <a:solidFill>
                      <a:schemeClr val="bg1"/>
                    </a:solidFill>
                    <a:latin typeface="Times New Roman" panose="02020603050405020304" pitchFamily="18" charset="0"/>
                    <a:cs typeface="Times New Roman" panose="02020603050405020304" pitchFamily="18" charset="0"/>
                  </a:rPr>
                  <a:t>st</a:t>
                </a:r>
                <a:r>
                  <a:rPr lang="en-US" altLang="en-US" sz="2800" b="1" dirty="0">
                    <a:solidFill>
                      <a:schemeClr val="bg1"/>
                    </a:solidFill>
                    <a:latin typeface="Times New Roman" panose="02020603050405020304" pitchFamily="18" charset="0"/>
                    <a:cs typeface="Times New Roman" panose="02020603050405020304" pitchFamily="18" charset="0"/>
                  </a:rPr>
                  <a:t> Law of Newton.</a:t>
                </a:r>
              </a:p>
            </p:txBody>
          </p:sp>
        </mc:Choice>
        <mc:Fallback xmlns="">
          <p:sp>
            <p:nvSpPr>
              <p:cNvPr id="5" name="TextBox 4">
                <a:extLst>
                  <a:ext uri="{FF2B5EF4-FFF2-40B4-BE49-F238E27FC236}">
                    <a16:creationId xmlns:a16="http://schemas.microsoft.com/office/drawing/2014/main" id="{F1A60A0B-F8CD-4281-14A8-1978A5208E98}"/>
                  </a:ext>
                </a:extLst>
              </p:cNvPr>
              <p:cNvSpPr txBox="1">
                <a:spLocks noRot="1" noChangeAspect="1" noMove="1" noResize="1" noEditPoints="1" noAdjustHandles="1" noChangeArrowheads="1" noChangeShapeType="1" noTextEdit="1"/>
              </p:cNvSpPr>
              <p:nvPr/>
            </p:nvSpPr>
            <p:spPr>
              <a:xfrm>
                <a:off x="2074506" y="26732"/>
                <a:ext cx="7847045" cy="1006366"/>
              </a:xfrm>
              <a:prstGeom prst="rect">
                <a:avLst/>
              </a:prstGeom>
              <a:blipFill>
                <a:blip r:embed="rId5"/>
                <a:stretch>
                  <a:fillRect t="-606" b="-16364"/>
                </a:stretch>
              </a:blipFill>
            </p:spPr>
            <p:txBody>
              <a:bodyPr/>
              <a:lstStyle/>
              <a:p>
                <a:r>
                  <a:rPr lang="en-US">
                    <a:noFill/>
                  </a:rPr>
                  <a:t> </a:t>
                </a:r>
              </a:p>
            </p:txBody>
          </p:sp>
        </mc:Fallback>
      </mc:AlternateContent>
      <p:grpSp>
        <p:nvGrpSpPr>
          <p:cNvPr id="6" name="Group 5">
            <a:extLst>
              <a:ext uri="{FF2B5EF4-FFF2-40B4-BE49-F238E27FC236}">
                <a16:creationId xmlns:a16="http://schemas.microsoft.com/office/drawing/2014/main" id="{4C45395A-25F4-77E8-F48C-FDEBA82CE3B4}"/>
              </a:ext>
            </a:extLst>
          </p:cNvPr>
          <p:cNvGrpSpPr/>
          <p:nvPr/>
        </p:nvGrpSpPr>
        <p:grpSpPr>
          <a:xfrm>
            <a:off x="5845476" y="3543880"/>
            <a:ext cx="4355989" cy="2237003"/>
            <a:chOff x="4321480" y="3551699"/>
            <a:chExt cx="4355989" cy="2237003"/>
          </a:xfrm>
        </p:grpSpPr>
        <p:sp>
          <p:nvSpPr>
            <p:cNvPr id="7" name="TextBox 6">
              <a:extLst>
                <a:ext uri="{FF2B5EF4-FFF2-40B4-BE49-F238E27FC236}">
                  <a16:creationId xmlns:a16="http://schemas.microsoft.com/office/drawing/2014/main" id="{237A101F-9E57-AA06-C09E-E77FBE27F325}"/>
                </a:ext>
              </a:extLst>
            </p:cNvPr>
            <p:cNvSpPr txBox="1"/>
            <p:nvPr/>
          </p:nvSpPr>
          <p:spPr>
            <a:xfrm>
              <a:off x="4321480" y="5080816"/>
              <a:ext cx="4355989" cy="707886"/>
            </a:xfrm>
            <a:prstGeom prst="rect">
              <a:avLst/>
            </a:prstGeom>
            <a:noFill/>
          </p:spPr>
          <p:txBody>
            <a:bodyPr wrap="square" rtlCol="0">
              <a:spAutoFit/>
            </a:bodyPr>
            <a:lstStyle/>
            <a:p>
              <a:r>
                <a:rPr lang="en-US" sz="2000" b="1" dirty="0">
                  <a:solidFill>
                    <a:srgbClr val="FF0000"/>
                  </a:solidFill>
                  <a:latin typeface="Times New Roman" panose="02020603050405020304" pitchFamily="18" charset="0"/>
                  <a:cs typeface="Times New Roman" panose="02020603050405020304" pitchFamily="18" charset="0"/>
                </a:rPr>
                <a:t>What if a Force (F) is applied at an angle?</a:t>
              </a:r>
            </a:p>
          </p:txBody>
        </p:sp>
        <p:cxnSp>
          <p:nvCxnSpPr>
            <p:cNvPr id="8" name="Straight Arrow Connector 7">
              <a:extLst>
                <a:ext uri="{FF2B5EF4-FFF2-40B4-BE49-F238E27FC236}">
                  <a16:creationId xmlns:a16="http://schemas.microsoft.com/office/drawing/2014/main" id="{AF123410-72BB-84A5-6653-7BD719B037B1}"/>
                </a:ext>
              </a:extLst>
            </p:cNvPr>
            <p:cNvCxnSpPr>
              <a:cxnSpLocks/>
            </p:cNvCxnSpPr>
            <p:nvPr/>
          </p:nvCxnSpPr>
          <p:spPr>
            <a:xfrm flipV="1">
              <a:off x="6013653" y="3551699"/>
              <a:ext cx="1817741" cy="416407"/>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Arc 8">
              <a:extLst>
                <a:ext uri="{FF2B5EF4-FFF2-40B4-BE49-F238E27FC236}">
                  <a16:creationId xmlns:a16="http://schemas.microsoft.com/office/drawing/2014/main" id="{658DA2C3-C113-36C5-25CD-4B58826FA670}"/>
                </a:ext>
              </a:extLst>
            </p:cNvPr>
            <p:cNvSpPr/>
            <p:nvPr/>
          </p:nvSpPr>
          <p:spPr>
            <a:xfrm rot="1522732">
              <a:off x="6937096" y="3731414"/>
              <a:ext cx="285636" cy="381814"/>
            </a:xfrm>
            <a:prstGeom prst="arc">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5F8E5696-EF08-C201-7F00-C959721971E7}"/>
                </a:ext>
              </a:extLst>
            </p:cNvPr>
            <p:cNvSpPr txBox="1"/>
            <p:nvPr/>
          </p:nvSpPr>
          <p:spPr>
            <a:xfrm>
              <a:off x="7323330" y="3660004"/>
              <a:ext cx="72957" cy="369332"/>
            </a:xfrm>
            <a:prstGeom prst="rect">
              <a:avLst/>
            </a:prstGeom>
            <a:noFill/>
          </p:spPr>
          <p:txBody>
            <a:bodyPr wrap="square" rtlCol="0">
              <a:spAutoFit/>
            </a:bodyPr>
            <a:lstStyle/>
            <a:p>
              <a:r>
                <a:rPr lang="en-US" dirty="0">
                  <a:solidFill>
                    <a:srgbClr val="FF0000"/>
                  </a:solidFill>
                  <a:latin typeface="Times New Roman" panose="02020603050405020304" pitchFamily="18" charset="0"/>
                  <a:cs typeface="Times New Roman" panose="02020603050405020304" pitchFamily="18" charset="0"/>
                </a:rPr>
                <a:t>Ɵ</a:t>
              </a:r>
            </a:p>
          </p:txBody>
        </p:sp>
      </p:grpSp>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F3E9CE19-8360-EDCD-8958-8607AD2EBD8B}"/>
                  </a:ext>
                </a:extLst>
              </p14:cNvPr>
              <p14:cNvContentPartPr/>
              <p14:nvPr/>
            </p14:nvContentPartPr>
            <p14:xfrm>
              <a:off x="7567086" y="3971603"/>
              <a:ext cx="39240" cy="25920"/>
            </p14:xfrm>
          </p:contentPart>
        </mc:Choice>
        <mc:Fallback xmlns="">
          <p:pic>
            <p:nvPicPr>
              <p:cNvPr id="3" name="Ink 2">
                <a:extLst>
                  <a:ext uri="{FF2B5EF4-FFF2-40B4-BE49-F238E27FC236}">
                    <a16:creationId xmlns:a16="http://schemas.microsoft.com/office/drawing/2014/main" id="{F3E9CE19-8360-EDCD-8958-8607AD2EBD8B}"/>
                  </a:ext>
                </a:extLst>
              </p:cNvPr>
              <p:cNvPicPr/>
              <p:nvPr/>
            </p:nvPicPr>
            <p:blipFill>
              <a:blip r:embed="rId7"/>
              <a:stretch>
                <a:fillRect/>
              </a:stretch>
            </p:blipFill>
            <p:spPr>
              <a:xfrm>
                <a:off x="7549446" y="3953603"/>
                <a:ext cx="7488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6" name="Ink 15">
                <a:extLst>
                  <a:ext uri="{FF2B5EF4-FFF2-40B4-BE49-F238E27FC236}">
                    <a16:creationId xmlns:a16="http://schemas.microsoft.com/office/drawing/2014/main" id="{FDF7588A-E9D6-15F1-9E88-4B3F4DE7A8C7}"/>
                  </a:ext>
                </a:extLst>
              </p14:cNvPr>
              <p14:cNvContentPartPr/>
              <p14:nvPr/>
            </p14:nvContentPartPr>
            <p14:xfrm>
              <a:off x="7569246" y="3956843"/>
              <a:ext cx="165600" cy="5040"/>
            </p14:xfrm>
          </p:contentPart>
        </mc:Choice>
        <mc:Fallback xmlns="">
          <p:pic>
            <p:nvPicPr>
              <p:cNvPr id="16" name="Ink 15">
                <a:extLst>
                  <a:ext uri="{FF2B5EF4-FFF2-40B4-BE49-F238E27FC236}">
                    <a16:creationId xmlns:a16="http://schemas.microsoft.com/office/drawing/2014/main" id="{FDF7588A-E9D6-15F1-9E88-4B3F4DE7A8C7}"/>
                  </a:ext>
                </a:extLst>
              </p:cNvPr>
              <p:cNvPicPr/>
              <p:nvPr/>
            </p:nvPicPr>
            <p:blipFill>
              <a:blip r:embed="rId17"/>
              <a:stretch>
                <a:fillRect/>
              </a:stretch>
            </p:blipFill>
            <p:spPr>
              <a:xfrm>
                <a:off x="7551606" y="3938843"/>
                <a:ext cx="201240" cy="406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7" name="Ink 16">
                <a:extLst>
                  <a:ext uri="{FF2B5EF4-FFF2-40B4-BE49-F238E27FC236}">
                    <a16:creationId xmlns:a16="http://schemas.microsoft.com/office/drawing/2014/main" id="{90AFD5F8-A7B7-48C7-044A-57E97B3242E3}"/>
                  </a:ext>
                </a:extLst>
              </p14:cNvPr>
              <p14:cNvContentPartPr/>
              <p14:nvPr/>
            </p14:nvContentPartPr>
            <p14:xfrm>
              <a:off x="7914486" y="3946043"/>
              <a:ext cx="158760" cy="5760"/>
            </p14:xfrm>
          </p:contentPart>
        </mc:Choice>
        <mc:Fallback xmlns="">
          <p:pic>
            <p:nvPicPr>
              <p:cNvPr id="17" name="Ink 16">
                <a:extLst>
                  <a:ext uri="{FF2B5EF4-FFF2-40B4-BE49-F238E27FC236}">
                    <a16:creationId xmlns:a16="http://schemas.microsoft.com/office/drawing/2014/main" id="{90AFD5F8-A7B7-48C7-044A-57E97B3242E3}"/>
                  </a:ext>
                </a:extLst>
              </p:cNvPr>
              <p:cNvPicPr/>
              <p:nvPr/>
            </p:nvPicPr>
            <p:blipFill>
              <a:blip r:embed="rId19"/>
              <a:stretch>
                <a:fillRect/>
              </a:stretch>
            </p:blipFill>
            <p:spPr>
              <a:xfrm>
                <a:off x="7896486" y="3928043"/>
                <a:ext cx="19440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8" name="Ink 17">
                <a:extLst>
                  <a:ext uri="{FF2B5EF4-FFF2-40B4-BE49-F238E27FC236}">
                    <a16:creationId xmlns:a16="http://schemas.microsoft.com/office/drawing/2014/main" id="{BCBFC571-2978-F33E-4B7D-5E1DD0EA72E7}"/>
                  </a:ext>
                </a:extLst>
              </p14:cNvPr>
              <p14:cNvContentPartPr/>
              <p14:nvPr/>
            </p14:nvContentPartPr>
            <p14:xfrm>
              <a:off x="8230926" y="3950003"/>
              <a:ext cx="186120" cy="10080"/>
            </p14:xfrm>
          </p:contentPart>
        </mc:Choice>
        <mc:Fallback xmlns="">
          <p:pic>
            <p:nvPicPr>
              <p:cNvPr id="18" name="Ink 17">
                <a:extLst>
                  <a:ext uri="{FF2B5EF4-FFF2-40B4-BE49-F238E27FC236}">
                    <a16:creationId xmlns:a16="http://schemas.microsoft.com/office/drawing/2014/main" id="{BCBFC571-2978-F33E-4B7D-5E1DD0EA72E7}"/>
                  </a:ext>
                </a:extLst>
              </p:cNvPr>
              <p:cNvPicPr/>
              <p:nvPr/>
            </p:nvPicPr>
            <p:blipFill>
              <a:blip r:embed="rId21"/>
              <a:stretch>
                <a:fillRect/>
              </a:stretch>
            </p:blipFill>
            <p:spPr>
              <a:xfrm>
                <a:off x="8212926" y="3932363"/>
                <a:ext cx="221760" cy="457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9" name="Ink 18">
                <a:extLst>
                  <a:ext uri="{FF2B5EF4-FFF2-40B4-BE49-F238E27FC236}">
                    <a16:creationId xmlns:a16="http://schemas.microsoft.com/office/drawing/2014/main" id="{7D956E13-4F2C-555F-72C1-3C7C5846BF69}"/>
                  </a:ext>
                </a:extLst>
              </p14:cNvPr>
              <p14:cNvContentPartPr/>
              <p14:nvPr/>
            </p14:nvContentPartPr>
            <p14:xfrm>
              <a:off x="8599566" y="3946403"/>
              <a:ext cx="199800" cy="12240"/>
            </p14:xfrm>
          </p:contentPart>
        </mc:Choice>
        <mc:Fallback xmlns="">
          <p:pic>
            <p:nvPicPr>
              <p:cNvPr id="19" name="Ink 18">
                <a:extLst>
                  <a:ext uri="{FF2B5EF4-FFF2-40B4-BE49-F238E27FC236}">
                    <a16:creationId xmlns:a16="http://schemas.microsoft.com/office/drawing/2014/main" id="{7D956E13-4F2C-555F-72C1-3C7C5846BF69}"/>
                  </a:ext>
                </a:extLst>
              </p:cNvPr>
              <p:cNvPicPr/>
              <p:nvPr/>
            </p:nvPicPr>
            <p:blipFill>
              <a:blip r:embed="rId23"/>
              <a:stretch>
                <a:fillRect/>
              </a:stretch>
            </p:blipFill>
            <p:spPr>
              <a:xfrm>
                <a:off x="8581566" y="3928763"/>
                <a:ext cx="235440" cy="47880"/>
              </a:xfrm>
              <a:prstGeom prst="rect">
                <a:avLst/>
              </a:prstGeom>
            </p:spPr>
          </p:pic>
        </mc:Fallback>
      </mc:AlternateContent>
      <p:grpSp>
        <p:nvGrpSpPr>
          <p:cNvPr id="30" name="Group 29">
            <a:extLst>
              <a:ext uri="{FF2B5EF4-FFF2-40B4-BE49-F238E27FC236}">
                <a16:creationId xmlns:a16="http://schemas.microsoft.com/office/drawing/2014/main" id="{8BBB27E5-843F-31E8-4623-C704FF855E8F}"/>
              </a:ext>
            </a:extLst>
          </p:cNvPr>
          <p:cNvGrpSpPr/>
          <p:nvPr/>
        </p:nvGrpSpPr>
        <p:grpSpPr>
          <a:xfrm>
            <a:off x="8341806" y="4068443"/>
            <a:ext cx="688320" cy="171720"/>
            <a:chOff x="8341806" y="4068443"/>
            <a:chExt cx="688320" cy="171720"/>
          </a:xfrm>
        </p:grpSpPr>
        <mc:AlternateContent xmlns:mc="http://schemas.openxmlformats.org/markup-compatibility/2006" xmlns:p14="http://schemas.microsoft.com/office/powerpoint/2010/main">
          <mc:Choice Requires="p14">
            <p:contentPart p14:bwMode="auto" r:id="rId24">
              <p14:nvContentPartPr>
                <p14:cNvPr id="24" name="Ink 23">
                  <a:extLst>
                    <a:ext uri="{FF2B5EF4-FFF2-40B4-BE49-F238E27FC236}">
                      <a16:creationId xmlns:a16="http://schemas.microsoft.com/office/drawing/2014/main" id="{5D4DC8DD-1A15-A5A5-FB84-0C5F8E0C2398}"/>
                    </a:ext>
                  </a:extLst>
                </p14:cNvPr>
                <p14:cNvContentPartPr/>
                <p14:nvPr/>
              </p14:nvContentPartPr>
              <p14:xfrm>
                <a:off x="8341806" y="4068443"/>
                <a:ext cx="169200" cy="135720"/>
              </p14:xfrm>
            </p:contentPart>
          </mc:Choice>
          <mc:Fallback xmlns="">
            <p:pic>
              <p:nvPicPr>
                <p:cNvPr id="24" name="Ink 23">
                  <a:extLst>
                    <a:ext uri="{FF2B5EF4-FFF2-40B4-BE49-F238E27FC236}">
                      <a16:creationId xmlns:a16="http://schemas.microsoft.com/office/drawing/2014/main" id="{5D4DC8DD-1A15-A5A5-FB84-0C5F8E0C2398}"/>
                    </a:ext>
                  </a:extLst>
                </p:cNvPr>
                <p:cNvPicPr/>
                <p:nvPr/>
              </p:nvPicPr>
              <p:blipFill>
                <a:blip r:embed="rId25"/>
                <a:stretch>
                  <a:fillRect/>
                </a:stretch>
              </p:blipFill>
              <p:spPr>
                <a:xfrm>
                  <a:off x="8324166" y="4050803"/>
                  <a:ext cx="204840" cy="1713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5" name="Ink 24">
                  <a:extLst>
                    <a:ext uri="{FF2B5EF4-FFF2-40B4-BE49-F238E27FC236}">
                      <a16:creationId xmlns:a16="http://schemas.microsoft.com/office/drawing/2014/main" id="{5ED61065-5BDE-7D5D-41C0-6DF846A7001C}"/>
                    </a:ext>
                  </a:extLst>
                </p14:cNvPr>
                <p14:cNvContentPartPr/>
                <p14:nvPr/>
              </p14:nvContentPartPr>
              <p14:xfrm>
                <a:off x="8367006" y="4148003"/>
                <a:ext cx="120600" cy="7200"/>
              </p14:xfrm>
            </p:contentPart>
          </mc:Choice>
          <mc:Fallback xmlns="">
            <p:pic>
              <p:nvPicPr>
                <p:cNvPr id="25" name="Ink 24">
                  <a:extLst>
                    <a:ext uri="{FF2B5EF4-FFF2-40B4-BE49-F238E27FC236}">
                      <a16:creationId xmlns:a16="http://schemas.microsoft.com/office/drawing/2014/main" id="{5ED61065-5BDE-7D5D-41C0-6DF846A7001C}"/>
                    </a:ext>
                  </a:extLst>
                </p:cNvPr>
                <p:cNvPicPr/>
                <p:nvPr/>
              </p:nvPicPr>
              <p:blipFill>
                <a:blip r:embed="rId27"/>
                <a:stretch>
                  <a:fillRect/>
                </a:stretch>
              </p:blipFill>
              <p:spPr>
                <a:xfrm>
                  <a:off x="8349366" y="4130363"/>
                  <a:ext cx="156240" cy="428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6" name="Ink 25">
                  <a:extLst>
                    <a:ext uri="{FF2B5EF4-FFF2-40B4-BE49-F238E27FC236}">
                      <a16:creationId xmlns:a16="http://schemas.microsoft.com/office/drawing/2014/main" id="{57596D75-3ED9-D31A-AEDD-19A43485189E}"/>
                    </a:ext>
                  </a:extLst>
                </p14:cNvPr>
                <p14:cNvContentPartPr/>
                <p14:nvPr/>
              </p14:nvContentPartPr>
              <p14:xfrm>
                <a:off x="8590926" y="4087883"/>
                <a:ext cx="84600" cy="112320"/>
              </p14:xfrm>
            </p:contentPart>
          </mc:Choice>
          <mc:Fallback xmlns="">
            <p:pic>
              <p:nvPicPr>
                <p:cNvPr id="26" name="Ink 25">
                  <a:extLst>
                    <a:ext uri="{FF2B5EF4-FFF2-40B4-BE49-F238E27FC236}">
                      <a16:creationId xmlns:a16="http://schemas.microsoft.com/office/drawing/2014/main" id="{57596D75-3ED9-D31A-AEDD-19A43485189E}"/>
                    </a:ext>
                  </a:extLst>
                </p:cNvPr>
                <p:cNvPicPr/>
                <p:nvPr/>
              </p:nvPicPr>
              <p:blipFill>
                <a:blip r:embed="rId29"/>
                <a:stretch>
                  <a:fillRect/>
                </a:stretch>
              </p:blipFill>
              <p:spPr>
                <a:xfrm>
                  <a:off x="8572926" y="4070243"/>
                  <a:ext cx="120240" cy="1479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7" name="Ink 26">
                  <a:extLst>
                    <a:ext uri="{FF2B5EF4-FFF2-40B4-BE49-F238E27FC236}">
                      <a16:creationId xmlns:a16="http://schemas.microsoft.com/office/drawing/2014/main" id="{1F5BF78A-41FD-D8D7-C4C6-0F99C703A113}"/>
                    </a:ext>
                  </a:extLst>
                </p14:cNvPr>
                <p14:cNvContentPartPr/>
                <p14:nvPr/>
              </p14:nvContentPartPr>
              <p14:xfrm>
                <a:off x="8675526" y="4134323"/>
                <a:ext cx="91440" cy="65520"/>
              </p14:xfrm>
            </p:contentPart>
          </mc:Choice>
          <mc:Fallback xmlns="">
            <p:pic>
              <p:nvPicPr>
                <p:cNvPr id="27" name="Ink 26">
                  <a:extLst>
                    <a:ext uri="{FF2B5EF4-FFF2-40B4-BE49-F238E27FC236}">
                      <a16:creationId xmlns:a16="http://schemas.microsoft.com/office/drawing/2014/main" id="{1F5BF78A-41FD-D8D7-C4C6-0F99C703A113}"/>
                    </a:ext>
                  </a:extLst>
                </p:cNvPr>
                <p:cNvPicPr/>
                <p:nvPr/>
              </p:nvPicPr>
              <p:blipFill>
                <a:blip r:embed="rId31"/>
                <a:stretch>
                  <a:fillRect/>
                </a:stretch>
              </p:blipFill>
              <p:spPr>
                <a:xfrm>
                  <a:off x="8657526" y="4116323"/>
                  <a:ext cx="127080" cy="1011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8" name="Ink 27">
                  <a:extLst>
                    <a:ext uri="{FF2B5EF4-FFF2-40B4-BE49-F238E27FC236}">
                      <a16:creationId xmlns:a16="http://schemas.microsoft.com/office/drawing/2014/main" id="{D277FA1A-5B62-FD05-FC9A-C8CEABF28B80}"/>
                    </a:ext>
                  </a:extLst>
                </p14:cNvPr>
                <p14:cNvContentPartPr/>
                <p14:nvPr/>
              </p14:nvContentPartPr>
              <p14:xfrm>
                <a:off x="8779206" y="4113083"/>
                <a:ext cx="63360" cy="101880"/>
              </p14:xfrm>
            </p:contentPart>
          </mc:Choice>
          <mc:Fallback xmlns="">
            <p:pic>
              <p:nvPicPr>
                <p:cNvPr id="28" name="Ink 27">
                  <a:extLst>
                    <a:ext uri="{FF2B5EF4-FFF2-40B4-BE49-F238E27FC236}">
                      <a16:creationId xmlns:a16="http://schemas.microsoft.com/office/drawing/2014/main" id="{D277FA1A-5B62-FD05-FC9A-C8CEABF28B80}"/>
                    </a:ext>
                  </a:extLst>
                </p:cNvPr>
                <p:cNvPicPr/>
                <p:nvPr/>
              </p:nvPicPr>
              <p:blipFill>
                <a:blip r:embed="rId33"/>
                <a:stretch>
                  <a:fillRect/>
                </a:stretch>
              </p:blipFill>
              <p:spPr>
                <a:xfrm>
                  <a:off x="8761566" y="4095443"/>
                  <a:ext cx="9900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9" name="Ink 28">
                  <a:extLst>
                    <a:ext uri="{FF2B5EF4-FFF2-40B4-BE49-F238E27FC236}">
                      <a16:creationId xmlns:a16="http://schemas.microsoft.com/office/drawing/2014/main" id="{0496DBDC-E339-EF5D-8A4A-10B8E66BBD3A}"/>
                    </a:ext>
                  </a:extLst>
                </p14:cNvPr>
                <p14:cNvContentPartPr/>
                <p14:nvPr/>
              </p14:nvContentPartPr>
              <p14:xfrm>
                <a:off x="8896206" y="4143683"/>
                <a:ext cx="133920" cy="96480"/>
              </p14:xfrm>
            </p:contentPart>
          </mc:Choice>
          <mc:Fallback xmlns="">
            <p:pic>
              <p:nvPicPr>
                <p:cNvPr id="29" name="Ink 28">
                  <a:extLst>
                    <a:ext uri="{FF2B5EF4-FFF2-40B4-BE49-F238E27FC236}">
                      <a16:creationId xmlns:a16="http://schemas.microsoft.com/office/drawing/2014/main" id="{0496DBDC-E339-EF5D-8A4A-10B8E66BBD3A}"/>
                    </a:ext>
                  </a:extLst>
                </p:cNvPr>
                <p:cNvPicPr/>
                <p:nvPr/>
              </p:nvPicPr>
              <p:blipFill>
                <a:blip r:embed="rId35"/>
                <a:stretch>
                  <a:fillRect/>
                </a:stretch>
              </p:blipFill>
              <p:spPr>
                <a:xfrm>
                  <a:off x="8878206" y="4126043"/>
                  <a:ext cx="169560" cy="132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6">
            <p14:nvContentPartPr>
              <p14:cNvPr id="31" name="Ink 30">
                <a:extLst>
                  <a:ext uri="{FF2B5EF4-FFF2-40B4-BE49-F238E27FC236}">
                    <a16:creationId xmlns:a16="http://schemas.microsoft.com/office/drawing/2014/main" id="{3DE1626E-D120-7D42-6A76-9D0CDFB45CBD}"/>
                  </a:ext>
                </a:extLst>
              </p14:cNvPr>
              <p14:cNvContentPartPr/>
              <p14:nvPr/>
            </p14:nvContentPartPr>
            <p14:xfrm>
              <a:off x="9288966" y="3649043"/>
              <a:ext cx="12240" cy="360"/>
            </p14:xfrm>
          </p:contentPart>
        </mc:Choice>
        <mc:Fallback xmlns="">
          <p:pic>
            <p:nvPicPr>
              <p:cNvPr id="31" name="Ink 30">
                <a:extLst>
                  <a:ext uri="{FF2B5EF4-FFF2-40B4-BE49-F238E27FC236}">
                    <a16:creationId xmlns:a16="http://schemas.microsoft.com/office/drawing/2014/main" id="{3DE1626E-D120-7D42-6A76-9D0CDFB45CBD}"/>
                  </a:ext>
                </a:extLst>
              </p:cNvPr>
              <p:cNvPicPr/>
              <p:nvPr/>
            </p:nvPicPr>
            <p:blipFill>
              <a:blip r:embed="rId37"/>
              <a:stretch>
                <a:fillRect/>
              </a:stretch>
            </p:blipFill>
            <p:spPr>
              <a:xfrm>
                <a:off x="9270966" y="3631043"/>
                <a:ext cx="47880" cy="36000"/>
              </a:xfrm>
              <a:prstGeom prst="rect">
                <a:avLst/>
              </a:prstGeom>
            </p:spPr>
          </p:pic>
        </mc:Fallback>
      </mc:AlternateContent>
      <p:grpSp>
        <p:nvGrpSpPr>
          <p:cNvPr id="42" name="Group 41">
            <a:extLst>
              <a:ext uri="{FF2B5EF4-FFF2-40B4-BE49-F238E27FC236}">
                <a16:creationId xmlns:a16="http://schemas.microsoft.com/office/drawing/2014/main" id="{070124DC-68B0-2967-C14E-7B8331F5FB02}"/>
              </a:ext>
            </a:extLst>
          </p:cNvPr>
          <p:cNvGrpSpPr/>
          <p:nvPr/>
        </p:nvGrpSpPr>
        <p:grpSpPr>
          <a:xfrm>
            <a:off x="9264846" y="3618803"/>
            <a:ext cx="977400" cy="371880"/>
            <a:chOff x="9264846" y="3618803"/>
            <a:chExt cx="977400" cy="371880"/>
          </a:xfrm>
        </p:grpSpPr>
        <mc:AlternateContent xmlns:mc="http://schemas.openxmlformats.org/markup-compatibility/2006" xmlns:p14="http://schemas.microsoft.com/office/powerpoint/2010/main">
          <mc:Choice Requires="p14">
            <p:contentPart p14:bwMode="auto" r:id="rId38">
              <p14:nvContentPartPr>
                <p14:cNvPr id="32" name="Ink 31">
                  <a:extLst>
                    <a:ext uri="{FF2B5EF4-FFF2-40B4-BE49-F238E27FC236}">
                      <a16:creationId xmlns:a16="http://schemas.microsoft.com/office/drawing/2014/main" id="{6D3BC23A-EC19-A71D-886A-8A2D3A8610EC}"/>
                    </a:ext>
                  </a:extLst>
                </p14:cNvPr>
                <p14:cNvContentPartPr/>
                <p14:nvPr/>
              </p14:nvContentPartPr>
              <p14:xfrm>
                <a:off x="9285006" y="3639683"/>
                <a:ext cx="25920" cy="109440"/>
              </p14:xfrm>
            </p:contentPart>
          </mc:Choice>
          <mc:Fallback xmlns="">
            <p:pic>
              <p:nvPicPr>
                <p:cNvPr id="32" name="Ink 31">
                  <a:extLst>
                    <a:ext uri="{FF2B5EF4-FFF2-40B4-BE49-F238E27FC236}">
                      <a16:creationId xmlns:a16="http://schemas.microsoft.com/office/drawing/2014/main" id="{6D3BC23A-EC19-A71D-886A-8A2D3A8610EC}"/>
                    </a:ext>
                  </a:extLst>
                </p:cNvPr>
                <p:cNvPicPr/>
                <p:nvPr/>
              </p:nvPicPr>
              <p:blipFill>
                <a:blip r:embed="rId39"/>
                <a:stretch>
                  <a:fillRect/>
                </a:stretch>
              </p:blipFill>
              <p:spPr>
                <a:xfrm>
                  <a:off x="9267006" y="3622043"/>
                  <a:ext cx="6156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3" name="Ink 32">
                  <a:extLst>
                    <a:ext uri="{FF2B5EF4-FFF2-40B4-BE49-F238E27FC236}">
                      <a16:creationId xmlns:a16="http://schemas.microsoft.com/office/drawing/2014/main" id="{ED08CA6E-2F18-4D33-E53C-6DBE9D66B44B}"/>
                    </a:ext>
                  </a:extLst>
                </p14:cNvPr>
                <p14:cNvContentPartPr/>
                <p14:nvPr/>
              </p14:nvContentPartPr>
              <p14:xfrm>
                <a:off x="9292566" y="3802763"/>
                <a:ext cx="10080" cy="83880"/>
              </p14:xfrm>
            </p:contentPart>
          </mc:Choice>
          <mc:Fallback xmlns="">
            <p:pic>
              <p:nvPicPr>
                <p:cNvPr id="33" name="Ink 32">
                  <a:extLst>
                    <a:ext uri="{FF2B5EF4-FFF2-40B4-BE49-F238E27FC236}">
                      <a16:creationId xmlns:a16="http://schemas.microsoft.com/office/drawing/2014/main" id="{ED08CA6E-2F18-4D33-E53C-6DBE9D66B44B}"/>
                    </a:ext>
                  </a:extLst>
                </p:cNvPr>
                <p:cNvPicPr/>
                <p:nvPr/>
              </p:nvPicPr>
              <p:blipFill>
                <a:blip r:embed="rId41"/>
                <a:stretch>
                  <a:fillRect/>
                </a:stretch>
              </p:blipFill>
              <p:spPr>
                <a:xfrm>
                  <a:off x="9274926" y="3784763"/>
                  <a:ext cx="45720" cy="1195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4" name="Ink 33">
                  <a:extLst>
                    <a:ext uri="{FF2B5EF4-FFF2-40B4-BE49-F238E27FC236}">
                      <a16:creationId xmlns:a16="http://schemas.microsoft.com/office/drawing/2014/main" id="{2A9EBDCE-5E67-2A6A-655E-194E475CC7DA}"/>
                    </a:ext>
                  </a:extLst>
                </p14:cNvPr>
                <p14:cNvContentPartPr/>
                <p14:nvPr/>
              </p14:nvContentPartPr>
              <p14:xfrm>
                <a:off x="9310566" y="3962963"/>
                <a:ext cx="5400" cy="27720"/>
              </p14:xfrm>
            </p:contentPart>
          </mc:Choice>
          <mc:Fallback xmlns="">
            <p:pic>
              <p:nvPicPr>
                <p:cNvPr id="34" name="Ink 33">
                  <a:extLst>
                    <a:ext uri="{FF2B5EF4-FFF2-40B4-BE49-F238E27FC236}">
                      <a16:creationId xmlns:a16="http://schemas.microsoft.com/office/drawing/2014/main" id="{2A9EBDCE-5E67-2A6A-655E-194E475CC7DA}"/>
                    </a:ext>
                  </a:extLst>
                </p:cNvPr>
                <p:cNvPicPr/>
                <p:nvPr/>
              </p:nvPicPr>
              <p:blipFill>
                <a:blip r:embed="rId43"/>
                <a:stretch>
                  <a:fillRect/>
                </a:stretch>
              </p:blipFill>
              <p:spPr>
                <a:xfrm>
                  <a:off x="9292926" y="3944963"/>
                  <a:ext cx="4104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5" name="Ink 34">
                  <a:extLst>
                    <a:ext uri="{FF2B5EF4-FFF2-40B4-BE49-F238E27FC236}">
                      <a16:creationId xmlns:a16="http://schemas.microsoft.com/office/drawing/2014/main" id="{FEEE3A82-B0C3-24D8-F73D-BB3705985212}"/>
                    </a:ext>
                  </a:extLst>
                </p14:cNvPr>
                <p14:cNvContentPartPr/>
                <p14:nvPr/>
              </p14:nvContentPartPr>
              <p14:xfrm>
                <a:off x="9264846" y="3618803"/>
                <a:ext cx="90000" cy="97560"/>
              </p14:xfrm>
            </p:contentPart>
          </mc:Choice>
          <mc:Fallback xmlns="">
            <p:pic>
              <p:nvPicPr>
                <p:cNvPr id="35" name="Ink 34">
                  <a:extLst>
                    <a:ext uri="{FF2B5EF4-FFF2-40B4-BE49-F238E27FC236}">
                      <a16:creationId xmlns:a16="http://schemas.microsoft.com/office/drawing/2014/main" id="{FEEE3A82-B0C3-24D8-F73D-BB3705985212}"/>
                    </a:ext>
                  </a:extLst>
                </p:cNvPr>
                <p:cNvPicPr/>
                <p:nvPr/>
              </p:nvPicPr>
              <p:blipFill>
                <a:blip r:embed="rId45"/>
                <a:stretch>
                  <a:fillRect/>
                </a:stretch>
              </p:blipFill>
              <p:spPr>
                <a:xfrm>
                  <a:off x="9246846" y="3601163"/>
                  <a:ext cx="12564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6" name="Ink 35">
                  <a:extLst>
                    <a:ext uri="{FF2B5EF4-FFF2-40B4-BE49-F238E27FC236}">
                      <a16:creationId xmlns:a16="http://schemas.microsoft.com/office/drawing/2014/main" id="{9AE50037-F2C1-21B9-74B7-23FD5027EE00}"/>
                    </a:ext>
                  </a:extLst>
                </p14:cNvPr>
                <p14:cNvContentPartPr/>
                <p14:nvPr/>
              </p14:nvContentPartPr>
              <p14:xfrm>
                <a:off x="9440166" y="3719963"/>
                <a:ext cx="141840" cy="174600"/>
              </p14:xfrm>
            </p:contentPart>
          </mc:Choice>
          <mc:Fallback xmlns="">
            <p:pic>
              <p:nvPicPr>
                <p:cNvPr id="36" name="Ink 35">
                  <a:extLst>
                    <a:ext uri="{FF2B5EF4-FFF2-40B4-BE49-F238E27FC236}">
                      <a16:creationId xmlns:a16="http://schemas.microsoft.com/office/drawing/2014/main" id="{9AE50037-F2C1-21B9-74B7-23FD5027EE00}"/>
                    </a:ext>
                  </a:extLst>
                </p:cNvPr>
                <p:cNvPicPr/>
                <p:nvPr/>
              </p:nvPicPr>
              <p:blipFill>
                <a:blip r:embed="rId47"/>
                <a:stretch>
                  <a:fillRect/>
                </a:stretch>
              </p:blipFill>
              <p:spPr>
                <a:xfrm>
                  <a:off x="9422526" y="3702323"/>
                  <a:ext cx="177480" cy="2102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7" name="Ink 36">
                  <a:extLst>
                    <a:ext uri="{FF2B5EF4-FFF2-40B4-BE49-F238E27FC236}">
                      <a16:creationId xmlns:a16="http://schemas.microsoft.com/office/drawing/2014/main" id="{A82085B0-DC00-8F66-2FF6-0963F76B4076}"/>
                    </a:ext>
                  </a:extLst>
                </p14:cNvPr>
                <p14:cNvContentPartPr/>
                <p14:nvPr/>
              </p14:nvContentPartPr>
              <p14:xfrm>
                <a:off x="9455646" y="3824723"/>
                <a:ext cx="104760" cy="4680"/>
              </p14:xfrm>
            </p:contentPart>
          </mc:Choice>
          <mc:Fallback xmlns="">
            <p:pic>
              <p:nvPicPr>
                <p:cNvPr id="37" name="Ink 36">
                  <a:extLst>
                    <a:ext uri="{FF2B5EF4-FFF2-40B4-BE49-F238E27FC236}">
                      <a16:creationId xmlns:a16="http://schemas.microsoft.com/office/drawing/2014/main" id="{A82085B0-DC00-8F66-2FF6-0963F76B4076}"/>
                    </a:ext>
                  </a:extLst>
                </p:cNvPr>
                <p:cNvPicPr/>
                <p:nvPr/>
              </p:nvPicPr>
              <p:blipFill>
                <a:blip r:embed="rId49"/>
                <a:stretch>
                  <a:fillRect/>
                </a:stretch>
              </p:blipFill>
              <p:spPr>
                <a:xfrm>
                  <a:off x="9437646" y="3806723"/>
                  <a:ext cx="14040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8" name="Ink 37">
                  <a:extLst>
                    <a:ext uri="{FF2B5EF4-FFF2-40B4-BE49-F238E27FC236}">
                      <a16:creationId xmlns:a16="http://schemas.microsoft.com/office/drawing/2014/main" id="{15315004-C2BE-0C63-7D34-14C668003A40}"/>
                    </a:ext>
                  </a:extLst>
                </p14:cNvPr>
                <p14:cNvContentPartPr/>
                <p14:nvPr/>
              </p14:nvContentPartPr>
              <p14:xfrm>
                <a:off x="9655086" y="3733643"/>
                <a:ext cx="188280" cy="172440"/>
              </p14:xfrm>
            </p:contentPart>
          </mc:Choice>
          <mc:Fallback xmlns="">
            <p:pic>
              <p:nvPicPr>
                <p:cNvPr id="38" name="Ink 37">
                  <a:extLst>
                    <a:ext uri="{FF2B5EF4-FFF2-40B4-BE49-F238E27FC236}">
                      <a16:creationId xmlns:a16="http://schemas.microsoft.com/office/drawing/2014/main" id="{15315004-C2BE-0C63-7D34-14C668003A40}"/>
                    </a:ext>
                  </a:extLst>
                </p:cNvPr>
                <p:cNvPicPr/>
                <p:nvPr/>
              </p:nvPicPr>
              <p:blipFill>
                <a:blip r:embed="rId51"/>
                <a:stretch>
                  <a:fillRect/>
                </a:stretch>
              </p:blipFill>
              <p:spPr>
                <a:xfrm>
                  <a:off x="9637446" y="3716003"/>
                  <a:ext cx="223920" cy="2080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9" name="Ink 38">
                  <a:extLst>
                    <a:ext uri="{FF2B5EF4-FFF2-40B4-BE49-F238E27FC236}">
                      <a16:creationId xmlns:a16="http://schemas.microsoft.com/office/drawing/2014/main" id="{5798E3C2-8095-96BF-2FBE-C6E6CAD15339}"/>
                    </a:ext>
                  </a:extLst>
                </p14:cNvPr>
                <p14:cNvContentPartPr/>
                <p14:nvPr/>
              </p14:nvContentPartPr>
              <p14:xfrm>
                <a:off x="9770286" y="3755603"/>
                <a:ext cx="360" cy="360"/>
              </p14:xfrm>
            </p:contentPart>
          </mc:Choice>
          <mc:Fallback xmlns="">
            <p:pic>
              <p:nvPicPr>
                <p:cNvPr id="39" name="Ink 38">
                  <a:extLst>
                    <a:ext uri="{FF2B5EF4-FFF2-40B4-BE49-F238E27FC236}">
                      <a16:creationId xmlns:a16="http://schemas.microsoft.com/office/drawing/2014/main" id="{5798E3C2-8095-96BF-2FBE-C6E6CAD15339}"/>
                    </a:ext>
                  </a:extLst>
                </p:cNvPr>
                <p:cNvPicPr/>
                <p:nvPr/>
              </p:nvPicPr>
              <p:blipFill>
                <a:blip r:embed="rId53"/>
                <a:stretch>
                  <a:fillRect/>
                </a:stretch>
              </p:blipFill>
              <p:spPr>
                <a:xfrm>
                  <a:off x="9752646" y="3737963"/>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40" name="Ink 39">
                  <a:extLst>
                    <a:ext uri="{FF2B5EF4-FFF2-40B4-BE49-F238E27FC236}">
                      <a16:creationId xmlns:a16="http://schemas.microsoft.com/office/drawing/2014/main" id="{572943C9-ABED-EF4B-14A5-283C293E79F4}"/>
                    </a:ext>
                  </a:extLst>
                </p14:cNvPr>
                <p14:cNvContentPartPr/>
                <p14:nvPr/>
              </p14:nvContentPartPr>
              <p14:xfrm>
                <a:off x="9858126" y="3788003"/>
                <a:ext cx="158400" cy="137880"/>
              </p14:xfrm>
            </p:contentPart>
          </mc:Choice>
          <mc:Fallback xmlns="">
            <p:pic>
              <p:nvPicPr>
                <p:cNvPr id="40" name="Ink 39">
                  <a:extLst>
                    <a:ext uri="{FF2B5EF4-FFF2-40B4-BE49-F238E27FC236}">
                      <a16:creationId xmlns:a16="http://schemas.microsoft.com/office/drawing/2014/main" id="{572943C9-ABED-EF4B-14A5-283C293E79F4}"/>
                    </a:ext>
                  </a:extLst>
                </p:cNvPr>
                <p:cNvPicPr/>
                <p:nvPr/>
              </p:nvPicPr>
              <p:blipFill>
                <a:blip r:embed="rId55"/>
                <a:stretch>
                  <a:fillRect/>
                </a:stretch>
              </p:blipFill>
              <p:spPr>
                <a:xfrm>
                  <a:off x="9840486" y="3770363"/>
                  <a:ext cx="194040"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41" name="Ink 40">
                  <a:extLst>
                    <a:ext uri="{FF2B5EF4-FFF2-40B4-BE49-F238E27FC236}">
                      <a16:creationId xmlns:a16="http://schemas.microsoft.com/office/drawing/2014/main" id="{977BD4FA-2C30-0674-AD71-B5CE3144FA25}"/>
                    </a:ext>
                  </a:extLst>
                </p14:cNvPr>
                <p14:cNvContentPartPr/>
                <p14:nvPr/>
              </p14:nvContentPartPr>
              <p14:xfrm>
                <a:off x="10059006" y="3724643"/>
                <a:ext cx="183240" cy="219600"/>
              </p14:xfrm>
            </p:contentPart>
          </mc:Choice>
          <mc:Fallback xmlns="">
            <p:pic>
              <p:nvPicPr>
                <p:cNvPr id="41" name="Ink 40">
                  <a:extLst>
                    <a:ext uri="{FF2B5EF4-FFF2-40B4-BE49-F238E27FC236}">
                      <a16:creationId xmlns:a16="http://schemas.microsoft.com/office/drawing/2014/main" id="{977BD4FA-2C30-0674-AD71-B5CE3144FA25}"/>
                    </a:ext>
                  </a:extLst>
                </p:cNvPr>
                <p:cNvPicPr/>
                <p:nvPr/>
              </p:nvPicPr>
              <p:blipFill>
                <a:blip r:embed="rId57"/>
                <a:stretch>
                  <a:fillRect/>
                </a:stretch>
              </p:blipFill>
              <p:spPr>
                <a:xfrm>
                  <a:off x="10041366" y="3706643"/>
                  <a:ext cx="218880" cy="255240"/>
                </a:xfrm>
                <a:prstGeom prst="rect">
                  <a:avLst/>
                </a:prstGeom>
              </p:spPr>
            </p:pic>
          </mc:Fallback>
        </mc:AlternateContent>
      </p:grpSp>
      <p:grpSp>
        <p:nvGrpSpPr>
          <p:cNvPr id="44" name="Group 43">
            <a:extLst>
              <a:ext uri="{FF2B5EF4-FFF2-40B4-BE49-F238E27FC236}">
                <a16:creationId xmlns:a16="http://schemas.microsoft.com/office/drawing/2014/main" id="{32DFEB64-9FB4-74FC-C269-80EAC8B08EF4}"/>
              </a:ext>
            </a:extLst>
          </p:cNvPr>
          <p:cNvGrpSpPr/>
          <p:nvPr/>
        </p:nvGrpSpPr>
        <p:grpSpPr>
          <a:xfrm>
            <a:off x="8991966" y="3860723"/>
            <a:ext cx="343440" cy="159480"/>
            <a:chOff x="8991966" y="3860723"/>
            <a:chExt cx="343440" cy="159480"/>
          </a:xfrm>
        </p:grpSpPr>
        <mc:AlternateContent xmlns:mc="http://schemas.openxmlformats.org/markup-compatibility/2006" xmlns:p14="http://schemas.microsoft.com/office/powerpoint/2010/main">
          <mc:Choice Requires="p14">
            <p:contentPart p14:bwMode="auto" r:id="rId58">
              <p14:nvContentPartPr>
                <p14:cNvPr id="20" name="Ink 19">
                  <a:extLst>
                    <a:ext uri="{FF2B5EF4-FFF2-40B4-BE49-F238E27FC236}">
                      <a16:creationId xmlns:a16="http://schemas.microsoft.com/office/drawing/2014/main" id="{80A7B437-0A35-8F96-98CD-EABA0E70CB16}"/>
                    </a:ext>
                  </a:extLst>
                </p14:cNvPr>
                <p14:cNvContentPartPr/>
                <p14:nvPr/>
              </p14:nvContentPartPr>
              <p14:xfrm>
                <a:off x="8991966" y="3937763"/>
                <a:ext cx="151200" cy="10080"/>
              </p14:xfrm>
            </p:contentPart>
          </mc:Choice>
          <mc:Fallback xmlns="">
            <p:pic>
              <p:nvPicPr>
                <p:cNvPr id="20" name="Ink 19">
                  <a:extLst>
                    <a:ext uri="{FF2B5EF4-FFF2-40B4-BE49-F238E27FC236}">
                      <a16:creationId xmlns:a16="http://schemas.microsoft.com/office/drawing/2014/main" id="{80A7B437-0A35-8F96-98CD-EABA0E70CB16}"/>
                    </a:ext>
                  </a:extLst>
                </p:cNvPr>
                <p:cNvPicPr/>
                <p:nvPr/>
              </p:nvPicPr>
              <p:blipFill>
                <a:blip r:embed="rId59"/>
                <a:stretch>
                  <a:fillRect/>
                </a:stretch>
              </p:blipFill>
              <p:spPr>
                <a:xfrm>
                  <a:off x="8973966" y="3919763"/>
                  <a:ext cx="186840" cy="457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22" name="Ink 21">
                  <a:extLst>
                    <a:ext uri="{FF2B5EF4-FFF2-40B4-BE49-F238E27FC236}">
                      <a16:creationId xmlns:a16="http://schemas.microsoft.com/office/drawing/2014/main" id="{B58378F0-DA4E-7823-C6D0-0E4E1F589F1D}"/>
                    </a:ext>
                  </a:extLst>
                </p14:cNvPr>
                <p14:cNvContentPartPr/>
                <p14:nvPr/>
              </p14:nvContentPartPr>
              <p14:xfrm>
                <a:off x="9091326" y="3860723"/>
                <a:ext cx="77760" cy="142920"/>
              </p14:xfrm>
            </p:contentPart>
          </mc:Choice>
          <mc:Fallback xmlns="">
            <p:pic>
              <p:nvPicPr>
                <p:cNvPr id="22" name="Ink 21">
                  <a:extLst>
                    <a:ext uri="{FF2B5EF4-FFF2-40B4-BE49-F238E27FC236}">
                      <a16:creationId xmlns:a16="http://schemas.microsoft.com/office/drawing/2014/main" id="{B58378F0-DA4E-7823-C6D0-0E4E1F589F1D}"/>
                    </a:ext>
                  </a:extLst>
                </p:cNvPr>
                <p:cNvPicPr/>
                <p:nvPr/>
              </p:nvPicPr>
              <p:blipFill>
                <a:blip r:embed="rId61"/>
                <a:stretch>
                  <a:fillRect/>
                </a:stretch>
              </p:blipFill>
              <p:spPr>
                <a:xfrm>
                  <a:off x="9073686" y="3842723"/>
                  <a:ext cx="113400" cy="17856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3" name="Ink 42">
                  <a:extLst>
                    <a:ext uri="{FF2B5EF4-FFF2-40B4-BE49-F238E27FC236}">
                      <a16:creationId xmlns:a16="http://schemas.microsoft.com/office/drawing/2014/main" id="{179F037B-7F6C-A061-E0F1-2BEAC87749A8}"/>
                    </a:ext>
                  </a:extLst>
                </p14:cNvPr>
                <p14:cNvContentPartPr/>
                <p14:nvPr/>
              </p14:nvContentPartPr>
              <p14:xfrm>
                <a:off x="9112566" y="3888083"/>
                <a:ext cx="222840" cy="132120"/>
              </p14:xfrm>
            </p:contentPart>
          </mc:Choice>
          <mc:Fallback xmlns="">
            <p:pic>
              <p:nvPicPr>
                <p:cNvPr id="43" name="Ink 42">
                  <a:extLst>
                    <a:ext uri="{FF2B5EF4-FFF2-40B4-BE49-F238E27FC236}">
                      <a16:creationId xmlns:a16="http://schemas.microsoft.com/office/drawing/2014/main" id="{179F037B-7F6C-A061-E0F1-2BEAC87749A8}"/>
                    </a:ext>
                  </a:extLst>
                </p:cNvPr>
                <p:cNvPicPr/>
                <p:nvPr/>
              </p:nvPicPr>
              <p:blipFill>
                <a:blip r:embed="rId63"/>
                <a:stretch>
                  <a:fillRect/>
                </a:stretch>
              </p:blipFill>
              <p:spPr>
                <a:xfrm>
                  <a:off x="9094926" y="3870083"/>
                  <a:ext cx="258480" cy="1677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4">
            <p14:nvContentPartPr>
              <p14:cNvPr id="45" name="Ink 44">
                <a:extLst>
                  <a:ext uri="{FF2B5EF4-FFF2-40B4-BE49-F238E27FC236}">
                    <a16:creationId xmlns:a16="http://schemas.microsoft.com/office/drawing/2014/main" id="{7916AF96-1651-715F-AD50-25A1F3F08E20}"/>
                  </a:ext>
                </a:extLst>
              </p14:cNvPr>
              <p14:cNvContentPartPr/>
              <p14:nvPr/>
            </p14:nvContentPartPr>
            <p14:xfrm>
              <a:off x="10811406" y="5795363"/>
              <a:ext cx="4320" cy="360"/>
            </p14:xfrm>
          </p:contentPart>
        </mc:Choice>
        <mc:Fallback xmlns="">
          <p:pic>
            <p:nvPicPr>
              <p:cNvPr id="45" name="Ink 44">
                <a:extLst>
                  <a:ext uri="{FF2B5EF4-FFF2-40B4-BE49-F238E27FC236}">
                    <a16:creationId xmlns:a16="http://schemas.microsoft.com/office/drawing/2014/main" id="{7916AF96-1651-715F-AD50-25A1F3F08E20}"/>
                  </a:ext>
                </a:extLst>
              </p:cNvPr>
              <p:cNvPicPr/>
              <p:nvPr/>
            </p:nvPicPr>
            <p:blipFill>
              <a:blip r:embed="rId65"/>
              <a:stretch>
                <a:fillRect/>
              </a:stretch>
            </p:blipFill>
            <p:spPr>
              <a:xfrm>
                <a:off x="10793406" y="5777363"/>
                <a:ext cx="3996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6" name="Ink 45">
                <a:extLst>
                  <a:ext uri="{FF2B5EF4-FFF2-40B4-BE49-F238E27FC236}">
                    <a16:creationId xmlns:a16="http://schemas.microsoft.com/office/drawing/2014/main" id="{706B914D-DEEB-2B31-8823-507AF27D6B4F}"/>
                  </a:ext>
                </a:extLst>
              </p14:cNvPr>
              <p14:cNvContentPartPr/>
              <p14:nvPr/>
            </p14:nvContentPartPr>
            <p14:xfrm>
              <a:off x="10865766" y="5370203"/>
              <a:ext cx="87120" cy="115920"/>
            </p14:xfrm>
          </p:contentPart>
        </mc:Choice>
        <mc:Fallback xmlns="">
          <p:pic>
            <p:nvPicPr>
              <p:cNvPr id="46" name="Ink 45">
                <a:extLst>
                  <a:ext uri="{FF2B5EF4-FFF2-40B4-BE49-F238E27FC236}">
                    <a16:creationId xmlns:a16="http://schemas.microsoft.com/office/drawing/2014/main" id="{706B914D-DEEB-2B31-8823-507AF27D6B4F}"/>
                  </a:ext>
                </a:extLst>
              </p:cNvPr>
              <p:cNvPicPr/>
              <p:nvPr/>
            </p:nvPicPr>
            <p:blipFill>
              <a:blip r:embed="rId67"/>
              <a:stretch>
                <a:fillRect/>
              </a:stretch>
            </p:blipFill>
            <p:spPr>
              <a:xfrm>
                <a:off x="10847766" y="5352203"/>
                <a:ext cx="122760" cy="151560"/>
              </a:xfrm>
              <a:prstGeom prst="rect">
                <a:avLst/>
              </a:prstGeom>
            </p:spPr>
          </p:pic>
        </mc:Fallback>
      </mc:AlternateContent>
      <p:grpSp>
        <p:nvGrpSpPr>
          <p:cNvPr id="51" name="Group 50">
            <a:extLst>
              <a:ext uri="{FF2B5EF4-FFF2-40B4-BE49-F238E27FC236}">
                <a16:creationId xmlns:a16="http://schemas.microsoft.com/office/drawing/2014/main" id="{42F3048A-D609-1C05-FB21-F1C9B1031292}"/>
              </a:ext>
            </a:extLst>
          </p:cNvPr>
          <p:cNvGrpSpPr/>
          <p:nvPr/>
        </p:nvGrpSpPr>
        <p:grpSpPr>
          <a:xfrm>
            <a:off x="10807446" y="4477043"/>
            <a:ext cx="121680" cy="859320"/>
            <a:chOff x="10807446" y="4477043"/>
            <a:chExt cx="121680" cy="859320"/>
          </a:xfrm>
        </p:grpSpPr>
        <mc:AlternateContent xmlns:mc="http://schemas.openxmlformats.org/markup-compatibility/2006" xmlns:p14="http://schemas.microsoft.com/office/powerpoint/2010/main">
          <mc:Choice Requires="p14">
            <p:contentPart p14:bwMode="auto" r:id="rId68">
              <p14:nvContentPartPr>
                <p14:cNvPr id="49" name="Ink 48">
                  <a:extLst>
                    <a:ext uri="{FF2B5EF4-FFF2-40B4-BE49-F238E27FC236}">
                      <a16:creationId xmlns:a16="http://schemas.microsoft.com/office/drawing/2014/main" id="{D552AFD0-D46C-CCCA-FD1F-1EC6285E8D03}"/>
                    </a:ext>
                  </a:extLst>
                </p14:cNvPr>
                <p14:cNvContentPartPr/>
                <p14:nvPr/>
              </p14:nvContentPartPr>
              <p14:xfrm>
                <a:off x="10862886" y="4514483"/>
                <a:ext cx="22680" cy="821880"/>
              </p14:xfrm>
            </p:contentPart>
          </mc:Choice>
          <mc:Fallback xmlns="">
            <p:pic>
              <p:nvPicPr>
                <p:cNvPr id="49" name="Ink 48">
                  <a:extLst>
                    <a:ext uri="{FF2B5EF4-FFF2-40B4-BE49-F238E27FC236}">
                      <a16:creationId xmlns:a16="http://schemas.microsoft.com/office/drawing/2014/main" id="{D552AFD0-D46C-CCCA-FD1F-1EC6285E8D03}"/>
                    </a:ext>
                  </a:extLst>
                </p:cNvPr>
                <p:cNvPicPr/>
                <p:nvPr/>
              </p:nvPicPr>
              <p:blipFill>
                <a:blip r:embed="rId69"/>
                <a:stretch>
                  <a:fillRect/>
                </a:stretch>
              </p:blipFill>
              <p:spPr>
                <a:xfrm>
                  <a:off x="10844886" y="4496483"/>
                  <a:ext cx="58320" cy="85752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50" name="Ink 49">
                  <a:extLst>
                    <a:ext uri="{FF2B5EF4-FFF2-40B4-BE49-F238E27FC236}">
                      <a16:creationId xmlns:a16="http://schemas.microsoft.com/office/drawing/2014/main" id="{CAA2DDF3-5337-F11B-2A5D-FEB3F39BB57E}"/>
                    </a:ext>
                  </a:extLst>
                </p14:cNvPr>
                <p14:cNvContentPartPr/>
                <p14:nvPr/>
              </p14:nvContentPartPr>
              <p14:xfrm>
                <a:off x="10807446" y="4477043"/>
                <a:ext cx="121680" cy="191160"/>
              </p14:xfrm>
            </p:contentPart>
          </mc:Choice>
          <mc:Fallback xmlns="">
            <p:pic>
              <p:nvPicPr>
                <p:cNvPr id="50" name="Ink 49">
                  <a:extLst>
                    <a:ext uri="{FF2B5EF4-FFF2-40B4-BE49-F238E27FC236}">
                      <a16:creationId xmlns:a16="http://schemas.microsoft.com/office/drawing/2014/main" id="{CAA2DDF3-5337-F11B-2A5D-FEB3F39BB57E}"/>
                    </a:ext>
                  </a:extLst>
                </p:cNvPr>
                <p:cNvPicPr/>
                <p:nvPr/>
              </p:nvPicPr>
              <p:blipFill>
                <a:blip r:embed="rId71"/>
                <a:stretch>
                  <a:fillRect/>
                </a:stretch>
              </p:blipFill>
              <p:spPr>
                <a:xfrm>
                  <a:off x="10789806" y="4459403"/>
                  <a:ext cx="157320" cy="226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2">
            <p14:nvContentPartPr>
              <p14:cNvPr id="52" name="Ink 51">
                <a:extLst>
                  <a:ext uri="{FF2B5EF4-FFF2-40B4-BE49-F238E27FC236}">
                    <a16:creationId xmlns:a16="http://schemas.microsoft.com/office/drawing/2014/main" id="{928B7F27-ECEB-FB14-6AED-520ED1AECE85}"/>
                  </a:ext>
                </a:extLst>
              </p14:cNvPr>
              <p14:cNvContentPartPr/>
              <p14:nvPr/>
            </p14:nvContentPartPr>
            <p14:xfrm>
              <a:off x="10782246" y="4026683"/>
              <a:ext cx="122760" cy="191520"/>
            </p14:xfrm>
          </p:contentPart>
        </mc:Choice>
        <mc:Fallback xmlns="">
          <p:pic>
            <p:nvPicPr>
              <p:cNvPr id="52" name="Ink 51">
                <a:extLst>
                  <a:ext uri="{FF2B5EF4-FFF2-40B4-BE49-F238E27FC236}">
                    <a16:creationId xmlns:a16="http://schemas.microsoft.com/office/drawing/2014/main" id="{928B7F27-ECEB-FB14-6AED-520ED1AECE85}"/>
                  </a:ext>
                </a:extLst>
              </p:cNvPr>
              <p:cNvPicPr/>
              <p:nvPr/>
            </p:nvPicPr>
            <p:blipFill>
              <a:blip r:embed="rId73"/>
              <a:stretch>
                <a:fillRect/>
              </a:stretch>
            </p:blipFill>
            <p:spPr>
              <a:xfrm>
                <a:off x="10764606" y="4009043"/>
                <a:ext cx="158400" cy="227160"/>
              </a:xfrm>
              <a:prstGeom prst="rect">
                <a:avLst/>
              </a:prstGeom>
            </p:spPr>
          </p:pic>
        </mc:Fallback>
      </mc:AlternateContent>
      <p:grpSp>
        <p:nvGrpSpPr>
          <p:cNvPr id="55" name="Group 54">
            <a:extLst>
              <a:ext uri="{FF2B5EF4-FFF2-40B4-BE49-F238E27FC236}">
                <a16:creationId xmlns:a16="http://schemas.microsoft.com/office/drawing/2014/main" id="{8E015771-3B07-9DFA-1A63-0471D747911A}"/>
              </a:ext>
            </a:extLst>
          </p:cNvPr>
          <p:cNvGrpSpPr/>
          <p:nvPr/>
        </p:nvGrpSpPr>
        <p:grpSpPr>
          <a:xfrm>
            <a:off x="10785846" y="3839123"/>
            <a:ext cx="181800" cy="99360"/>
            <a:chOff x="10785846" y="3839123"/>
            <a:chExt cx="181800" cy="99360"/>
          </a:xfrm>
        </p:grpSpPr>
        <mc:AlternateContent xmlns:mc="http://schemas.openxmlformats.org/markup-compatibility/2006" xmlns:p14="http://schemas.microsoft.com/office/powerpoint/2010/main">
          <mc:Choice Requires="p14">
            <p:contentPart p14:bwMode="auto" r:id="rId74">
              <p14:nvContentPartPr>
                <p14:cNvPr id="53" name="Ink 52">
                  <a:extLst>
                    <a:ext uri="{FF2B5EF4-FFF2-40B4-BE49-F238E27FC236}">
                      <a16:creationId xmlns:a16="http://schemas.microsoft.com/office/drawing/2014/main" id="{EB34B446-CEC3-AFE1-D2DB-01EC0CE448A0}"/>
                    </a:ext>
                  </a:extLst>
                </p14:cNvPr>
                <p14:cNvContentPartPr/>
                <p14:nvPr/>
              </p14:nvContentPartPr>
              <p14:xfrm>
                <a:off x="10785846" y="3881243"/>
                <a:ext cx="181800" cy="5760"/>
              </p14:xfrm>
            </p:contentPart>
          </mc:Choice>
          <mc:Fallback xmlns="">
            <p:pic>
              <p:nvPicPr>
                <p:cNvPr id="53" name="Ink 52">
                  <a:extLst>
                    <a:ext uri="{FF2B5EF4-FFF2-40B4-BE49-F238E27FC236}">
                      <a16:creationId xmlns:a16="http://schemas.microsoft.com/office/drawing/2014/main" id="{EB34B446-CEC3-AFE1-D2DB-01EC0CE448A0}"/>
                    </a:ext>
                  </a:extLst>
                </p:cNvPr>
                <p:cNvPicPr/>
                <p:nvPr/>
              </p:nvPicPr>
              <p:blipFill>
                <a:blip r:embed="rId75"/>
                <a:stretch>
                  <a:fillRect/>
                </a:stretch>
              </p:blipFill>
              <p:spPr>
                <a:xfrm>
                  <a:off x="10767846" y="3863603"/>
                  <a:ext cx="21744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54" name="Ink 53">
                  <a:extLst>
                    <a:ext uri="{FF2B5EF4-FFF2-40B4-BE49-F238E27FC236}">
                      <a16:creationId xmlns:a16="http://schemas.microsoft.com/office/drawing/2014/main" id="{81F1B181-E614-C32F-8AE0-5AB224827E60}"/>
                    </a:ext>
                  </a:extLst>
                </p14:cNvPr>
                <p14:cNvContentPartPr/>
                <p14:nvPr/>
              </p14:nvContentPartPr>
              <p14:xfrm>
                <a:off x="10938126" y="3839123"/>
                <a:ext cx="18000" cy="99360"/>
              </p14:xfrm>
            </p:contentPart>
          </mc:Choice>
          <mc:Fallback xmlns="">
            <p:pic>
              <p:nvPicPr>
                <p:cNvPr id="54" name="Ink 53">
                  <a:extLst>
                    <a:ext uri="{FF2B5EF4-FFF2-40B4-BE49-F238E27FC236}">
                      <a16:creationId xmlns:a16="http://schemas.microsoft.com/office/drawing/2014/main" id="{81F1B181-E614-C32F-8AE0-5AB224827E60}"/>
                    </a:ext>
                  </a:extLst>
                </p:cNvPr>
                <p:cNvPicPr/>
                <p:nvPr/>
              </p:nvPicPr>
              <p:blipFill>
                <a:blip r:embed="rId77"/>
                <a:stretch>
                  <a:fillRect/>
                </a:stretch>
              </p:blipFill>
              <p:spPr>
                <a:xfrm>
                  <a:off x="10920486" y="3821483"/>
                  <a:ext cx="53640" cy="135000"/>
                </a:xfrm>
                <a:prstGeom prst="rect">
                  <a:avLst/>
                </a:prstGeom>
              </p:spPr>
            </p:pic>
          </mc:Fallback>
        </mc:AlternateContent>
      </p:grpSp>
      <p:grpSp>
        <p:nvGrpSpPr>
          <p:cNvPr id="9217" name="Group 9216">
            <a:extLst>
              <a:ext uri="{FF2B5EF4-FFF2-40B4-BE49-F238E27FC236}">
                <a16:creationId xmlns:a16="http://schemas.microsoft.com/office/drawing/2014/main" id="{010E5405-96EA-A65A-BDC8-387F1F94EE26}"/>
              </a:ext>
            </a:extLst>
          </p:cNvPr>
          <p:cNvGrpSpPr/>
          <p:nvPr/>
        </p:nvGrpSpPr>
        <p:grpSpPr>
          <a:xfrm>
            <a:off x="10919766" y="4748123"/>
            <a:ext cx="916200" cy="624600"/>
            <a:chOff x="10919766" y="4748123"/>
            <a:chExt cx="916200" cy="624600"/>
          </a:xfrm>
        </p:grpSpPr>
        <mc:AlternateContent xmlns:mc="http://schemas.openxmlformats.org/markup-compatibility/2006" xmlns:p14="http://schemas.microsoft.com/office/powerpoint/2010/main">
          <mc:Choice Requires="p14">
            <p:contentPart p14:bwMode="auto" r:id="rId78">
              <p14:nvContentPartPr>
                <p14:cNvPr id="56" name="Ink 55">
                  <a:extLst>
                    <a:ext uri="{FF2B5EF4-FFF2-40B4-BE49-F238E27FC236}">
                      <a16:creationId xmlns:a16="http://schemas.microsoft.com/office/drawing/2014/main" id="{0F927F59-4ACD-32E7-1988-7B6254D6554E}"/>
                    </a:ext>
                  </a:extLst>
                </p14:cNvPr>
                <p14:cNvContentPartPr/>
                <p14:nvPr/>
              </p14:nvContentPartPr>
              <p14:xfrm>
                <a:off x="10919766" y="4847843"/>
                <a:ext cx="91440" cy="524880"/>
              </p14:xfrm>
            </p:contentPart>
          </mc:Choice>
          <mc:Fallback xmlns="">
            <p:pic>
              <p:nvPicPr>
                <p:cNvPr id="56" name="Ink 55">
                  <a:extLst>
                    <a:ext uri="{FF2B5EF4-FFF2-40B4-BE49-F238E27FC236}">
                      <a16:creationId xmlns:a16="http://schemas.microsoft.com/office/drawing/2014/main" id="{0F927F59-4ACD-32E7-1988-7B6254D6554E}"/>
                    </a:ext>
                  </a:extLst>
                </p:cNvPr>
                <p:cNvPicPr/>
                <p:nvPr/>
              </p:nvPicPr>
              <p:blipFill>
                <a:blip r:embed="rId79"/>
                <a:stretch>
                  <a:fillRect/>
                </a:stretch>
              </p:blipFill>
              <p:spPr>
                <a:xfrm>
                  <a:off x="10901766" y="4829843"/>
                  <a:ext cx="127080" cy="5605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7" name="Ink 56">
                  <a:extLst>
                    <a:ext uri="{FF2B5EF4-FFF2-40B4-BE49-F238E27FC236}">
                      <a16:creationId xmlns:a16="http://schemas.microsoft.com/office/drawing/2014/main" id="{DFEE23A9-F42A-7914-D54A-01A609900626}"/>
                    </a:ext>
                  </a:extLst>
                </p14:cNvPr>
                <p14:cNvContentPartPr/>
                <p14:nvPr/>
              </p14:nvContentPartPr>
              <p14:xfrm>
                <a:off x="11104806" y="4784123"/>
                <a:ext cx="122760" cy="207360"/>
              </p14:xfrm>
            </p:contentPart>
          </mc:Choice>
          <mc:Fallback xmlns="">
            <p:pic>
              <p:nvPicPr>
                <p:cNvPr id="57" name="Ink 56">
                  <a:extLst>
                    <a:ext uri="{FF2B5EF4-FFF2-40B4-BE49-F238E27FC236}">
                      <a16:creationId xmlns:a16="http://schemas.microsoft.com/office/drawing/2014/main" id="{DFEE23A9-F42A-7914-D54A-01A609900626}"/>
                    </a:ext>
                  </a:extLst>
                </p:cNvPr>
                <p:cNvPicPr/>
                <p:nvPr/>
              </p:nvPicPr>
              <p:blipFill>
                <a:blip r:embed="rId81"/>
                <a:stretch>
                  <a:fillRect/>
                </a:stretch>
              </p:blipFill>
              <p:spPr>
                <a:xfrm>
                  <a:off x="11087166" y="4766123"/>
                  <a:ext cx="158400"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9" name="Ink 58">
                  <a:extLst>
                    <a:ext uri="{FF2B5EF4-FFF2-40B4-BE49-F238E27FC236}">
                      <a16:creationId xmlns:a16="http://schemas.microsoft.com/office/drawing/2014/main" id="{A118A34C-5A59-B3DD-C0CB-7EF69BD872AE}"/>
                    </a:ext>
                  </a:extLst>
                </p14:cNvPr>
                <p14:cNvContentPartPr/>
                <p14:nvPr/>
              </p14:nvContentPartPr>
              <p14:xfrm>
                <a:off x="11133246" y="4905803"/>
                <a:ext cx="62640" cy="15840"/>
              </p14:xfrm>
            </p:contentPart>
          </mc:Choice>
          <mc:Fallback xmlns="">
            <p:pic>
              <p:nvPicPr>
                <p:cNvPr id="59" name="Ink 58">
                  <a:extLst>
                    <a:ext uri="{FF2B5EF4-FFF2-40B4-BE49-F238E27FC236}">
                      <a16:creationId xmlns:a16="http://schemas.microsoft.com/office/drawing/2014/main" id="{A118A34C-5A59-B3DD-C0CB-7EF69BD872AE}"/>
                    </a:ext>
                  </a:extLst>
                </p:cNvPr>
                <p:cNvPicPr/>
                <p:nvPr/>
              </p:nvPicPr>
              <p:blipFill>
                <a:blip r:embed="rId83"/>
                <a:stretch>
                  <a:fillRect/>
                </a:stretch>
              </p:blipFill>
              <p:spPr>
                <a:xfrm>
                  <a:off x="11115606" y="4888163"/>
                  <a:ext cx="98280" cy="5148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60" name="Ink 59">
                  <a:extLst>
                    <a:ext uri="{FF2B5EF4-FFF2-40B4-BE49-F238E27FC236}">
                      <a16:creationId xmlns:a16="http://schemas.microsoft.com/office/drawing/2014/main" id="{03E0BB51-6B87-E927-066C-44CC4BB10A9F}"/>
                    </a:ext>
                  </a:extLst>
                </p14:cNvPr>
                <p14:cNvContentPartPr/>
                <p14:nvPr/>
              </p14:nvContentPartPr>
              <p14:xfrm>
                <a:off x="11291646" y="4809683"/>
                <a:ext cx="66240" cy="177480"/>
              </p14:xfrm>
            </p:contentPart>
          </mc:Choice>
          <mc:Fallback xmlns="">
            <p:pic>
              <p:nvPicPr>
                <p:cNvPr id="60" name="Ink 59">
                  <a:extLst>
                    <a:ext uri="{FF2B5EF4-FFF2-40B4-BE49-F238E27FC236}">
                      <a16:creationId xmlns:a16="http://schemas.microsoft.com/office/drawing/2014/main" id="{03E0BB51-6B87-E927-066C-44CC4BB10A9F}"/>
                    </a:ext>
                  </a:extLst>
                </p:cNvPr>
                <p:cNvPicPr/>
                <p:nvPr/>
              </p:nvPicPr>
              <p:blipFill>
                <a:blip r:embed="rId85"/>
                <a:stretch>
                  <a:fillRect/>
                </a:stretch>
              </p:blipFill>
              <p:spPr>
                <a:xfrm>
                  <a:off x="11273646" y="4792043"/>
                  <a:ext cx="101880" cy="21312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61" name="Ink 60">
                  <a:extLst>
                    <a:ext uri="{FF2B5EF4-FFF2-40B4-BE49-F238E27FC236}">
                      <a16:creationId xmlns:a16="http://schemas.microsoft.com/office/drawing/2014/main" id="{AEB10E9E-E06B-5DBA-43A0-C3E07A7B673F}"/>
                    </a:ext>
                  </a:extLst>
                </p14:cNvPr>
                <p14:cNvContentPartPr/>
                <p14:nvPr/>
              </p14:nvContentPartPr>
              <p14:xfrm>
                <a:off x="11496486" y="4844243"/>
                <a:ext cx="11880" cy="108000"/>
              </p14:xfrm>
            </p:contentPart>
          </mc:Choice>
          <mc:Fallback xmlns="">
            <p:pic>
              <p:nvPicPr>
                <p:cNvPr id="61" name="Ink 60">
                  <a:extLst>
                    <a:ext uri="{FF2B5EF4-FFF2-40B4-BE49-F238E27FC236}">
                      <a16:creationId xmlns:a16="http://schemas.microsoft.com/office/drawing/2014/main" id="{AEB10E9E-E06B-5DBA-43A0-C3E07A7B673F}"/>
                    </a:ext>
                  </a:extLst>
                </p:cNvPr>
                <p:cNvPicPr/>
                <p:nvPr/>
              </p:nvPicPr>
              <p:blipFill>
                <a:blip r:embed="rId87"/>
                <a:stretch>
                  <a:fillRect/>
                </a:stretch>
              </p:blipFill>
              <p:spPr>
                <a:xfrm>
                  <a:off x="11478486" y="4826243"/>
                  <a:ext cx="4752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62" name="Ink 61">
                  <a:extLst>
                    <a:ext uri="{FF2B5EF4-FFF2-40B4-BE49-F238E27FC236}">
                      <a16:creationId xmlns:a16="http://schemas.microsoft.com/office/drawing/2014/main" id="{CABB4561-E762-FDBE-AE5F-27478E8265E0}"/>
                    </a:ext>
                  </a:extLst>
                </p14:cNvPr>
                <p14:cNvContentPartPr/>
                <p14:nvPr/>
              </p14:nvContentPartPr>
              <p14:xfrm>
                <a:off x="11475246" y="4771883"/>
                <a:ext cx="36360" cy="25920"/>
              </p14:xfrm>
            </p:contentPart>
          </mc:Choice>
          <mc:Fallback xmlns="">
            <p:pic>
              <p:nvPicPr>
                <p:cNvPr id="62" name="Ink 61">
                  <a:extLst>
                    <a:ext uri="{FF2B5EF4-FFF2-40B4-BE49-F238E27FC236}">
                      <a16:creationId xmlns:a16="http://schemas.microsoft.com/office/drawing/2014/main" id="{CABB4561-E762-FDBE-AE5F-27478E8265E0}"/>
                    </a:ext>
                  </a:extLst>
                </p:cNvPr>
                <p:cNvPicPr/>
                <p:nvPr/>
              </p:nvPicPr>
              <p:blipFill>
                <a:blip r:embed="rId89"/>
                <a:stretch>
                  <a:fillRect/>
                </a:stretch>
              </p:blipFill>
              <p:spPr>
                <a:xfrm>
                  <a:off x="11457246" y="4754243"/>
                  <a:ext cx="7200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63" name="Ink 62">
                  <a:extLst>
                    <a:ext uri="{FF2B5EF4-FFF2-40B4-BE49-F238E27FC236}">
                      <a16:creationId xmlns:a16="http://schemas.microsoft.com/office/drawing/2014/main" id="{07589A25-5EAF-AD36-99E6-AFB8E1DD9305}"/>
                    </a:ext>
                  </a:extLst>
                </p14:cNvPr>
                <p14:cNvContentPartPr/>
                <p14:nvPr/>
              </p14:nvContentPartPr>
              <p14:xfrm>
                <a:off x="11540766" y="4829843"/>
                <a:ext cx="110160" cy="141480"/>
              </p14:xfrm>
            </p:contentPart>
          </mc:Choice>
          <mc:Fallback xmlns="">
            <p:pic>
              <p:nvPicPr>
                <p:cNvPr id="63" name="Ink 62">
                  <a:extLst>
                    <a:ext uri="{FF2B5EF4-FFF2-40B4-BE49-F238E27FC236}">
                      <a16:creationId xmlns:a16="http://schemas.microsoft.com/office/drawing/2014/main" id="{07589A25-5EAF-AD36-99E6-AFB8E1DD9305}"/>
                    </a:ext>
                  </a:extLst>
                </p:cNvPr>
                <p:cNvPicPr/>
                <p:nvPr/>
              </p:nvPicPr>
              <p:blipFill>
                <a:blip r:embed="rId91"/>
                <a:stretch>
                  <a:fillRect/>
                </a:stretch>
              </p:blipFill>
              <p:spPr>
                <a:xfrm>
                  <a:off x="11522766" y="4812203"/>
                  <a:ext cx="145800" cy="17712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9216" name="Ink 9215">
                  <a:extLst>
                    <a:ext uri="{FF2B5EF4-FFF2-40B4-BE49-F238E27FC236}">
                      <a16:creationId xmlns:a16="http://schemas.microsoft.com/office/drawing/2014/main" id="{E1899794-0B61-B6D8-73A5-B60F1E67318D}"/>
                    </a:ext>
                  </a:extLst>
                </p14:cNvPr>
                <p14:cNvContentPartPr/>
                <p14:nvPr/>
              </p14:nvContentPartPr>
              <p14:xfrm>
                <a:off x="11744166" y="4748123"/>
                <a:ext cx="91800" cy="213840"/>
              </p14:xfrm>
            </p:contentPart>
          </mc:Choice>
          <mc:Fallback xmlns="">
            <p:pic>
              <p:nvPicPr>
                <p:cNvPr id="9216" name="Ink 9215">
                  <a:extLst>
                    <a:ext uri="{FF2B5EF4-FFF2-40B4-BE49-F238E27FC236}">
                      <a16:creationId xmlns:a16="http://schemas.microsoft.com/office/drawing/2014/main" id="{E1899794-0B61-B6D8-73A5-B60F1E67318D}"/>
                    </a:ext>
                  </a:extLst>
                </p:cNvPr>
                <p:cNvPicPr/>
                <p:nvPr/>
              </p:nvPicPr>
              <p:blipFill>
                <a:blip r:embed="rId93"/>
                <a:stretch>
                  <a:fillRect/>
                </a:stretch>
              </p:blipFill>
              <p:spPr>
                <a:xfrm>
                  <a:off x="11726166" y="4730483"/>
                  <a:ext cx="127440" cy="249480"/>
                </a:xfrm>
                <a:prstGeom prst="rect">
                  <a:avLst/>
                </a:prstGeom>
              </p:spPr>
            </p:pic>
          </mc:Fallback>
        </mc:AlternateContent>
      </p:grpSp>
      <p:grpSp>
        <p:nvGrpSpPr>
          <p:cNvPr id="9227" name="Group 9226">
            <a:extLst>
              <a:ext uri="{FF2B5EF4-FFF2-40B4-BE49-F238E27FC236}">
                <a16:creationId xmlns:a16="http://schemas.microsoft.com/office/drawing/2014/main" id="{D5044549-5F65-9D51-7A82-A0BEC0409485}"/>
              </a:ext>
            </a:extLst>
          </p:cNvPr>
          <p:cNvGrpSpPr/>
          <p:nvPr/>
        </p:nvGrpSpPr>
        <p:grpSpPr>
          <a:xfrm>
            <a:off x="10839126" y="5480003"/>
            <a:ext cx="1127520" cy="1135800"/>
            <a:chOff x="10839126" y="5480003"/>
            <a:chExt cx="1127520" cy="1135800"/>
          </a:xfrm>
        </p:grpSpPr>
        <mc:AlternateContent xmlns:mc="http://schemas.openxmlformats.org/markup-compatibility/2006" xmlns:p14="http://schemas.microsoft.com/office/powerpoint/2010/main">
          <mc:Choice Requires="p14">
            <p:contentPart p14:bwMode="auto" r:id="rId94">
              <p14:nvContentPartPr>
                <p14:cNvPr id="9218" name="Ink 9217">
                  <a:extLst>
                    <a:ext uri="{FF2B5EF4-FFF2-40B4-BE49-F238E27FC236}">
                      <a16:creationId xmlns:a16="http://schemas.microsoft.com/office/drawing/2014/main" id="{2054AFED-EB15-39B5-1216-E826A9F6AF58}"/>
                    </a:ext>
                  </a:extLst>
                </p14:cNvPr>
                <p14:cNvContentPartPr/>
                <p14:nvPr/>
              </p14:nvContentPartPr>
              <p14:xfrm>
                <a:off x="10903566" y="5480003"/>
                <a:ext cx="19080" cy="955800"/>
              </p14:xfrm>
            </p:contentPart>
          </mc:Choice>
          <mc:Fallback xmlns="">
            <p:pic>
              <p:nvPicPr>
                <p:cNvPr id="9218" name="Ink 9217">
                  <a:extLst>
                    <a:ext uri="{FF2B5EF4-FFF2-40B4-BE49-F238E27FC236}">
                      <a16:creationId xmlns:a16="http://schemas.microsoft.com/office/drawing/2014/main" id="{2054AFED-EB15-39B5-1216-E826A9F6AF58}"/>
                    </a:ext>
                  </a:extLst>
                </p:cNvPr>
                <p:cNvPicPr/>
                <p:nvPr/>
              </p:nvPicPr>
              <p:blipFill>
                <a:blip r:embed="rId95"/>
                <a:stretch>
                  <a:fillRect/>
                </a:stretch>
              </p:blipFill>
              <p:spPr>
                <a:xfrm>
                  <a:off x="10885926" y="5462363"/>
                  <a:ext cx="54720" cy="99144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9220" name="Ink 9219">
                  <a:extLst>
                    <a:ext uri="{FF2B5EF4-FFF2-40B4-BE49-F238E27FC236}">
                      <a16:creationId xmlns:a16="http://schemas.microsoft.com/office/drawing/2014/main" id="{73487775-69E0-7A12-CC6A-E98DB6B670FE}"/>
                    </a:ext>
                  </a:extLst>
                </p14:cNvPr>
                <p14:cNvContentPartPr/>
                <p14:nvPr/>
              </p14:nvContentPartPr>
              <p14:xfrm>
                <a:off x="10839126" y="6234203"/>
                <a:ext cx="183960" cy="207720"/>
              </p14:xfrm>
            </p:contentPart>
          </mc:Choice>
          <mc:Fallback xmlns="">
            <p:pic>
              <p:nvPicPr>
                <p:cNvPr id="9220" name="Ink 9219">
                  <a:extLst>
                    <a:ext uri="{FF2B5EF4-FFF2-40B4-BE49-F238E27FC236}">
                      <a16:creationId xmlns:a16="http://schemas.microsoft.com/office/drawing/2014/main" id="{73487775-69E0-7A12-CC6A-E98DB6B670FE}"/>
                    </a:ext>
                  </a:extLst>
                </p:cNvPr>
                <p:cNvPicPr/>
                <p:nvPr/>
              </p:nvPicPr>
              <p:blipFill>
                <a:blip r:embed="rId97"/>
                <a:stretch>
                  <a:fillRect/>
                </a:stretch>
              </p:blipFill>
              <p:spPr>
                <a:xfrm>
                  <a:off x="10821486" y="6216563"/>
                  <a:ext cx="219600" cy="2433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9221" name="Ink 9220">
                  <a:extLst>
                    <a:ext uri="{FF2B5EF4-FFF2-40B4-BE49-F238E27FC236}">
                      <a16:creationId xmlns:a16="http://schemas.microsoft.com/office/drawing/2014/main" id="{24585537-C544-0410-7BE4-4EB44C39F086}"/>
                    </a:ext>
                  </a:extLst>
                </p14:cNvPr>
                <p14:cNvContentPartPr/>
                <p14:nvPr/>
              </p14:nvContentPartPr>
              <p14:xfrm>
                <a:off x="11185086" y="6264803"/>
                <a:ext cx="182880" cy="164160"/>
              </p14:xfrm>
            </p:contentPart>
          </mc:Choice>
          <mc:Fallback xmlns="">
            <p:pic>
              <p:nvPicPr>
                <p:cNvPr id="9221" name="Ink 9220">
                  <a:extLst>
                    <a:ext uri="{FF2B5EF4-FFF2-40B4-BE49-F238E27FC236}">
                      <a16:creationId xmlns:a16="http://schemas.microsoft.com/office/drawing/2014/main" id="{24585537-C544-0410-7BE4-4EB44C39F086}"/>
                    </a:ext>
                  </a:extLst>
                </p:cNvPr>
                <p:cNvPicPr/>
                <p:nvPr/>
              </p:nvPicPr>
              <p:blipFill>
                <a:blip r:embed="rId99"/>
                <a:stretch>
                  <a:fillRect/>
                </a:stretch>
              </p:blipFill>
              <p:spPr>
                <a:xfrm>
                  <a:off x="11167086" y="6247163"/>
                  <a:ext cx="218520" cy="19980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9222" name="Ink 9221">
                  <a:extLst>
                    <a:ext uri="{FF2B5EF4-FFF2-40B4-BE49-F238E27FC236}">
                      <a16:creationId xmlns:a16="http://schemas.microsoft.com/office/drawing/2014/main" id="{15818AB2-2729-6E27-D423-F787F2DCFC85}"/>
                    </a:ext>
                  </a:extLst>
                </p14:cNvPr>
                <p14:cNvContentPartPr/>
                <p14:nvPr/>
              </p14:nvContentPartPr>
              <p14:xfrm>
                <a:off x="11159526" y="6125843"/>
                <a:ext cx="206640" cy="57960"/>
              </p14:xfrm>
            </p:contentPart>
          </mc:Choice>
          <mc:Fallback xmlns="">
            <p:pic>
              <p:nvPicPr>
                <p:cNvPr id="9222" name="Ink 9221">
                  <a:extLst>
                    <a:ext uri="{FF2B5EF4-FFF2-40B4-BE49-F238E27FC236}">
                      <a16:creationId xmlns:a16="http://schemas.microsoft.com/office/drawing/2014/main" id="{15818AB2-2729-6E27-D423-F787F2DCFC85}"/>
                    </a:ext>
                  </a:extLst>
                </p:cNvPr>
                <p:cNvPicPr/>
                <p:nvPr/>
              </p:nvPicPr>
              <p:blipFill>
                <a:blip r:embed="rId101"/>
                <a:stretch>
                  <a:fillRect/>
                </a:stretch>
              </p:blipFill>
              <p:spPr>
                <a:xfrm>
                  <a:off x="11141526" y="6108203"/>
                  <a:ext cx="242280" cy="936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9223" name="Ink 9222">
                  <a:extLst>
                    <a:ext uri="{FF2B5EF4-FFF2-40B4-BE49-F238E27FC236}">
                      <a16:creationId xmlns:a16="http://schemas.microsoft.com/office/drawing/2014/main" id="{7A78E88F-C150-1451-96E4-73E00E8B61E9}"/>
                    </a:ext>
                  </a:extLst>
                </p14:cNvPr>
                <p14:cNvContentPartPr/>
                <p14:nvPr/>
              </p14:nvContentPartPr>
              <p14:xfrm>
                <a:off x="11497926" y="6312323"/>
                <a:ext cx="39240" cy="8640"/>
              </p14:xfrm>
            </p:contentPart>
          </mc:Choice>
          <mc:Fallback xmlns="">
            <p:pic>
              <p:nvPicPr>
                <p:cNvPr id="9223" name="Ink 9222">
                  <a:extLst>
                    <a:ext uri="{FF2B5EF4-FFF2-40B4-BE49-F238E27FC236}">
                      <a16:creationId xmlns:a16="http://schemas.microsoft.com/office/drawing/2014/main" id="{7A78E88F-C150-1451-96E4-73E00E8B61E9}"/>
                    </a:ext>
                  </a:extLst>
                </p:cNvPr>
                <p:cNvPicPr/>
                <p:nvPr/>
              </p:nvPicPr>
              <p:blipFill>
                <a:blip r:embed="rId103"/>
                <a:stretch>
                  <a:fillRect/>
                </a:stretch>
              </p:blipFill>
              <p:spPr>
                <a:xfrm>
                  <a:off x="11480286" y="6294683"/>
                  <a:ext cx="74880" cy="4428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9224" name="Ink 9223">
                  <a:extLst>
                    <a:ext uri="{FF2B5EF4-FFF2-40B4-BE49-F238E27FC236}">
                      <a16:creationId xmlns:a16="http://schemas.microsoft.com/office/drawing/2014/main" id="{3417A889-6E09-E239-D159-333AD7045DCF}"/>
                    </a:ext>
                  </a:extLst>
                </p14:cNvPr>
                <p14:cNvContentPartPr/>
                <p14:nvPr/>
              </p14:nvContentPartPr>
              <p14:xfrm>
                <a:off x="11475606" y="6365603"/>
                <a:ext cx="86760" cy="25920"/>
              </p14:xfrm>
            </p:contentPart>
          </mc:Choice>
          <mc:Fallback xmlns="">
            <p:pic>
              <p:nvPicPr>
                <p:cNvPr id="9224" name="Ink 9223">
                  <a:extLst>
                    <a:ext uri="{FF2B5EF4-FFF2-40B4-BE49-F238E27FC236}">
                      <a16:creationId xmlns:a16="http://schemas.microsoft.com/office/drawing/2014/main" id="{3417A889-6E09-E239-D159-333AD7045DCF}"/>
                    </a:ext>
                  </a:extLst>
                </p:cNvPr>
                <p:cNvPicPr/>
                <p:nvPr/>
              </p:nvPicPr>
              <p:blipFill>
                <a:blip r:embed="rId105"/>
                <a:stretch>
                  <a:fillRect/>
                </a:stretch>
              </p:blipFill>
              <p:spPr>
                <a:xfrm>
                  <a:off x="11457966" y="6347603"/>
                  <a:ext cx="12240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9225" name="Ink 9224">
                  <a:extLst>
                    <a:ext uri="{FF2B5EF4-FFF2-40B4-BE49-F238E27FC236}">
                      <a16:creationId xmlns:a16="http://schemas.microsoft.com/office/drawing/2014/main" id="{792E52E4-A170-5901-CDA6-1E1F2845FE2D}"/>
                    </a:ext>
                  </a:extLst>
                </p14:cNvPr>
                <p14:cNvContentPartPr/>
                <p14:nvPr/>
              </p14:nvContentPartPr>
              <p14:xfrm>
                <a:off x="11657046" y="6261203"/>
                <a:ext cx="145440" cy="114480"/>
              </p14:xfrm>
            </p:contentPart>
          </mc:Choice>
          <mc:Fallback xmlns="">
            <p:pic>
              <p:nvPicPr>
                <p:cNvPr id="9225" name="Ink 9224">
                  <a:extLst>
                    <a:ext uri="{FF2B5EF4-FFF2-40B4-BE49-F238E27FC236}">
                      <a16:creationId xmlns:a16="http://schemas.microsoft.com/office/drawing/2014/main" id="{792E52E4-A170-5901-CDA6-1E1F2845FE2D}"/>
                    </a:ext>
                  </a:extLst>
                </p:cNvPr>
                <p:cNvPicPr/>
                <p:nvPr/>
              </p:nvPicPr>
              <p:blipFill>
                <a:blip r:embed="rId107"/>
                <a:stretch>
                  <a:fillRect/>
                </a:stretch>
              </p:blipFill>
              <p:spPr>
                <a:xfrm>
                  <a:off x="11639046" y="6243203"/>
                  <a:ext cx="18108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9226" name="Ink 9225">
                  <a:extLst>
                    <a:ext uri="{FF2B5EF4-FFF2-40B4-BE49-F238E27FC236}">
                      <a16:creationId xmlns:a16="http://schemas.microsoft.com/office/drawing/2014/main" id="{D3BACF0C-309C-00B7-7260-249F8B0C4C61}"/>
                    </a:ext>
                  </a:extLst>
                </p14:cNvPr>
                <p14:cNvContentPartPr/>
                <p14:nvPr/>
              </p14:nvContentPartPr>
              <p14:xfrm>
                <a:off x="11837046" y="6258323"/>
                <a:ext cx="129600" cy="357480"/>
              </p14:xfrm>
            </p:contentPart>
          </mc:Choice>
          <mc:Fallback xmlns="">
            <p:pic>
              <p:nvPicPr>
                <p:cNvPr id="9226" name="Ink 9225">
                  <a:extLst>
                    <a:ext uri="{FF2B5EF4-FFF2-40B4-BE49-F238E27FC236}">
                      <a16:creationId xmlns:a16="http://schemas.microsoft.com/office/drawing/2014/main" id="{D3BACF0C-309C-00B7-7260-249F8B0C4C61}"/>
                    </a:ext>
                  </a:extLst>
                </p:cNvPr>
                <p:cNvPicPr/>
                <p:nvPr/>
              </p:nvPicPr>
              <p:blipFill>
                <a:blip r:embed="rId109"/>
                <a:stretch>
                  <a:fillRect/>
                </a:stretch>
              </p:blipFill>
              <p:spPr>
                <a:xfrm>
                  <a:off x="11819046" y="6240683"/>
                  <a:ext cx="165240" cy="393120"/>
                </a:xfrm>
                <a:prstGeom prst="rect">
                  <a:avLst/>
                </a:prstGeom>
              </p:spPr>
            </p:pic>
          </mc:Fallback>
        </mc:AlternateContent>
      </p:grpSp>
      <p:grpSp>
        <p:nvGrpSpPr>
          <p:cNvPr id="9276" name="Group 9275">
            <a:extLst>
              <a:ext uri="{FF2B5EF4-FFF2-40B4-BE49-F238E27FC236}">
                <a16:creationId xmlns:a16="http://schemas.microsoft.com/office/drawing/2014/main" id="{24A13E19-9DFD-7126-BB3F-34424D9F2FA2}"/>
              </a:ext>
            </a:extLst>
          </p:cNvPr>
          <p:cNvGrpSpPr/>
          <p:nvPr/>
        </p:nvGrpSpPr>
        <p:grpSpPr>
          <a:xfrm>
            <a:off x="7073166" y="5496203"/>
            <a:ext cx="3189240" cy="1042920"/>
            <a:chOff x="7073166" y="5496203"/>
            <a:chExt cx="3189240" cy="1042920"/>
          </a:xfrm>
        </p:grpSpPr>
        <mc:AlternateContent xmlns:mc="http://schemas.openxmlformats.org/markup-compatibility/2006" xmlns:p14="http://schemas.microsoft.com/office/powerpoint/2010/main">
          <mc:Choice Requires="p14">
            <p:contentPart p14:bwMode="auto" r:id="rId110">
              <p14:nvContentPartPr>
                <p14:cNvPr id="9249" name="Ink 9248">
                  <a:extLst>
                    <a:ext uri="{FF2B5EF4-FFF2-40B4-BE49-F238E27FC236}">
                      <a16:creationId xmlns:a16="http://schemas.microsoft.com/office/drawing/2014/main" id="{AC5801C5-CA01-7E15-39EC-0CCFFACB82D6}"/>
                    </a:ext>
                  </a:extLst>
                </p14:cNvPr>
                <p14:cNvContentPartPr/>
                <p14:nvPr/>
              </p14:nvContentPartPr>
              <p14:xfrm>
                <a:off x="7886406" y="6113963"/>
                <a:ext cx="6840" cy="234720"/>
              </p14:xfrm>
            </p:contentPart>
          </mc:Choice>
          <mc:Fallback xmlns="">
            <p:pic>
              <p:nvPicPr>
                <p:cNvPr id="9249" name="Ink 9248">
                  <a:extLst>
                    <a:ext uri="{FF2B5EF4-FFF2-40B4-BE49-F238E27FC236}">
                      <a16:creationId xmlns:a16="http://schemas.microsoft.com/office/drawing/2014/main" id="{AC5801C5-CA01-7E15-39EC-0CCFFACB82D6}"/>
                    </a:ext>
                  </a:extLst>
                </p:cNvPr>
                <p:cNvPicPr/>
                <p:nvPr/>
              </p:nvPicPr>
              <p:blipFill>
                <a:blip r:embed="rId111"/>
                <a:stretch>
                  <a:fillRect/>
                </a:stretch>
              </p:blipFill>
              <p:spPr>
                <a:xfrm>
                  <a:off x="7868766" y="6096323"/>
                  <a:ext cx="42480" cy="2703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9250" name="Ink 9249">
                  <a:extLst>
                    <a:ext uri="{FF2B5EF4-FFF2-40B4-BE49-F238E27FC236}">
                      <a16:creationId xmlns:a16="http://schemas.microsoft.com/office/drawing/2014/main" id="{F3D691EC-CFC8-84C7-B997-F87A75B8B5A2}"/>
                    </a:ext>
                  </a:extLst>
                </p14:cNvPr>
                <p14:cNvContentPartPr/>
                <p14:nvPr/>
              </p14:nvContentPartPr>
              <p14:xfrm>
                <a:off x="7900806" y="6102083"/>
                <a:ext cx="231120" cy="272160"/>
              </p14:xfrm>
            </p:contentPart>
          </mc:Choice>
          <mc:Fallback xmlns="">
            <p:pic>
              <p:nvPicPr>
                <p:cNvPr id="9250" name="Ink 9249">
                  <a:extLst>
                    <a:ext uri="{FF2B5EF4-FFF2-40B4-BE49-F238E27FC236}">
                      <a16:creationId xmlns:a16="http://schemas.microsoft.com/office/drawing/2014/main" id="{F3D691EC-CFC8-84C7-B997-F87A75B8B5A2}"/>
                    </a:ext>
                  </a:extLst>
                </p:cNvPr>
                <p:cNvPicPr/>
                <p:nvPr/>
              </p:nvPicPr>
              <p:blipFill>
                <a:blip r:embed="rId113"/>
                <a:stretch>
                  <a:fillRect/>
                </a:stretch>
              </p:blipFill>
              <p:spPr>
                <a:xfrm>
                  <a:off x="7882806" y="6084083"/>
                  <a:ext cx="266760" cy="30780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9251" name="Ink 9250">
                  <a:extLst>
                    <a:ext uri="{FF2B5EF4-FFF2-40B4-BE49-F238E27FC236}">
                      <a16:creationId xmlns:a16="http://schemas.microsoft.com/office/drawing/2014/main" id="{BF9391A0-7153-A8C9-61ED-964B9493D193}"/>
                    </a:ext>
                  </a:extLst>
                </p14:cNvPr>
                <p14:cNvContentPartPr/>
                <p14:nvPr/>
              </p14:nvContentPartPr>
              <p14:xfrm>
                <a:off x="7893606" y="6028283"/>
                <a:ext cx="256320" cy="23400"/>
              </p14:xfrm>
            </p:contentPart>
          </mc:Choice>
          <mc:Fallback xmlns="">
            <p:pic>
              <p:nvPicPr>
                <p:cNvPr id="9251" name="Ink 9250">
                  <a:extLst>
                    <a:ext uri="{FF2B5EF4-FFF2-40B4-BE49-F238E27FC236}">
                      <a16:creationId xmlns:a16="http://schemas.microsoft.com/office/drawing/2014/main" id="{BF9391A0-7153-A8C9-61ED-964B9493D193}"/>
                    </a:ext>
                  </a:extLst>
                </p:cNvPr>
                <p:cNvPicPr/>
                <p:nvPr/>
              </p:nvPicPr>
              <p:blipFill>
                <a:blip r:embed="rId115"/>
                <a:stretch>
                  <a:fillRect/>
                </a:stretch>
              </p:blipFill>
              <p:spPr>
                <a:xfrm>
                  <a:off x="7875606" y="6010283"/>
                  <a:ext cx="29196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9252" name="Ink 9251">
                  <a:extLst>
                    <a:ext uri="{FF2B5EF4-FFF2-40B4-BE49-F238E27FC236}">
                      <a16:creationId xmlns:a16="http://schemas.microsoft.com/office/drawing/2014/main" id="{7A2D50C6-D66D-9E70-B6CB-81F891A47A33}"/>
                    </a:ext>
                  </a:extLst>
                </p14:cNvPr>
                <p14:cNvContentPartPr/>
                <p14:nvPr/>
              </p14:nvContentPartPr>
              <p14:xfrm>
                <a:off x="8130486" y="5990843"/>
                <a:ext cx="59400" cy="78120"/>
              </p14:xfrm>
            </p:contentPart>
          </mc:Choice>
          <mc:Fallback xmlns="">
            <p:pic>
              <p:nvPicPr>
                <p:cNvPr id="9252" name="Ink 9251">
                  <a:extLst>
                    <a:ext uri="{FF2B5EF4-FFF2-40B4-BE49-F238E27FC236}">
                      <a16:creationId xmlns:a16="http://schemas.microsoft.com/office/drawing/2014/main" id="{7A2D50C6-D66D-9E70-B6CB-81F891A47A33}"/>
                    </a:ext>
                  </a:extLst>
                </p:cNvPr>
                <p:cNvPicPr/>
                <p:nvPr/>
              </p:nvPicPr>
              <p:blipFill>
                <a:blip r:embed="rId117"/>
                <a:stretch>
                  <a:fillRect/>
                </a:stretch>
              </p:blipFill>
              <p:spPr>
                <a:xfrm>
                  <a:off x="8112486" y="5973203"/>
                  <a:ext cx="95040" cy="11376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9253" name="Ink 9252">
                  <a:extLst>
                    <a:ext uri="{FF2B5EF4-FFF2-40B4-BE49-F238E27FC236}">
                      <a16:creationId xmlns:a16="http://schemas.microsoft.com/office/drawing/2014/main" id="{91533558-C851-C3E1-5AC1-48A6DC24717A}"/>
                    </a:ext>
                  </a:extLst>
                </p14:cNvPr>
                <p14:cNvContentPartPr/>
                <p14:nvPr/>
              </p14:nvContentPartPr>
              <p14:xfrm>
                <a:off x="8317686" y="6244643"/>
                <a:ext cx="41760" cy="9000"/>
              </p14:xfrm>
            </p:contentPart>
          </mc:Choice>
          <mc:Fallback xmlns="">
            <p:pic>
              <p:nvPicPr>
                <p:cNvPr id="9253" name="Ink 9252">
                  <a:extLst>
                    <a:ext uri="{FF2B5EF4-FFF2-40B4-BE49-F238E27FC236}">
                      <a16:creationId xmlns:a16="http://schemas.microsoft.com/office/drawing/2014/main" id="{91533558-C851-C3E1-5AC1-48A6DC24717A}"/>
                    </a:ext>
                  </a:extLst>
                </p:cNvPr>
                <p:cNvPicPr/>
                <p:nvPr/>
              </p:nvPicPr>
              <p:blipFill>
                <a:blip r:embed="rId119"/>
                <a:stretch>
                  <a:fillRect/>
                </a:stretch>
              </p:blipFill>
              <p:spPr>
                <a:xfrm>
                  <a:off x="8300046" y="6227003"/>
                  <a:ext cx="7740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9254" name="Ink 9253">
                  <a:extLst>
                    <a:ext uri="{FF2B5EF4-FFF2-40B4-BE49-F238E27FC236}">
                      <a16:creationId xmlns:a16="http://schemas.microsoft.com/office/drawing/2014/main" id="{2105255B-7E45-B466-2D9D-D1D9E25169F5}"/>
                    </a:ext>
                  </a:extLst>
                </p14:cNvPr>
                <p14:cNvContentPartPr/>
                <p14:nvPr/>
              </p14:nvContentPartPr>
              <p14:xfrm>
                <a:off x="8313006" y="6305483"/>
                <a:ext cx="51840" cy="2520"/>
              </p14:xfrm>
            </p:contentPart>
          </mc:Choice>
          <mc:Fallback xmlns="">
            <p:pic>
              <p:nvPicPr>
                <p:cNvPr id="9254" name="Ink 9253">
                  <a:extLst>
                    <a:ext uri="{FF2B5EF4-FFF2-40B4-BE49-F238E27FC236}">
                      <a16:creationId xmlns:a16="http://schemas.microsoft.com/office/drawing/2014/main" id="{2105255B-7E45-B466-2D9D-D1D9E25169F5}"/>
                    </a:ext>
                  </a:extLst>
                </p:cNvPr>
                <p:cNvPicPr/>
                <p:nvPr/>
              </p:nvPicPr>
              <p:blipFill>
                <a:blip r:embed="rId121"/>
                <a:stretch>
                  <a:fillRect/>
                </a:stretch>
              </p:blipFill>
              <p:spPr>
                <a:xfrm>
                  <a:off x="8295006" y="6287483"/>
                  <a:ext cx="8748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9255" name="Ink 9254">
                  <a:extLst>
                    <a:ext uri="{FF2B5EF4-FFF2-40B4-BE49-F238E27FC236}">
                      <a16:creationId xmlns:a16="http://schemas.microsoft.com/office/drawing/2014/main" id="{FFB06DD8-412E-9444-E6AF-3F50D6776E61}"/>
                    </a:ext>
                  </a:extLst>
                </p14:cNvPr>
                <p14:cNvContentPartPr/>
                <p14:nvPr/>
              </p14:nvContentPartPr>
              <p14:xfrm>
                <a:off x="8568606" y="6108923"/>
                <a:ext cx="230760" cy="252360"/>
              </p14:xfrm>
            </p:contentPart>
          </mc:Choice>
          <mc:Fallback xmlns="">
            <p:pic>
              <p:nvPicPr>
                <p:cNvPr id="9255" name="Ink 9254">
                  <a:extLst>
                    <a:ext uri="{FF2B5EF4-FFF2-40B4-BE49-F238E27FC236}">
                      <a16:creationId xmlns:a16="http://schemas.microsoft.com/office/drawing/2014/main" id="{FFB06DD8-412E-9444-E6AF-3F50D6776E61}"/>
                    </a:ext>
                  </a:extLst>
                </p:cNvPr>
                <p:cNvPicPr/>
                <p:nvPr/>
              </p:nvPicPr>
              <p:blipFill>
                <a:blip r:embed="rId123"/>
                <a:stretch>
                  <a:fillRect/>
                </a:stretch>
              </p:blipFill>
              <p:spPr>
                <a:xfrm>
                  <a:off x="8550606" y="6091283"/>
                  <a:ext cx="266400" cy="28800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9256" name="Ink 9255">
                  <a:extLst>
                    <a:ext uri="{FF2B5EF4-FFF2-40B4-BE49-F238E27FC236}">
                      <a16:creationId xmlns:a16="http://schemas.microsoft.com/office/drawing/2014/main" id="{7824AC09-5224-F2F5-0238-F646C6DB8A20}"/>
                    </a:ext>
                  </a:extLst>
                </p14:cNvPr>
                <p14:cNvContentPartPr/>
                <p14:nvPr/>
              </p14:nvContentPartPr>
              <p14:xfrm>
                <a:off x="8570406" y="6032963"/>
                <a:ext cx="266040" cy="25920"/>
              </p14:xfrm>
            </p:contentPart>
          </mc:Choice>
          <mc:Fallback xmlns="">
            <p:pic>
              <p:nvPicPr>
                <p:cNvPr id="9256" name="Ink 9255">
                  <a:extLst>
                    <a:ext uri="{FF2B5EF4-FFF2-40B4-BE49-F238E27FC236}">
                      <a16:creationId xmlns:a16="http://schemas.microsoft.com/office/drawing/2014/main" id="{7824AC09-5224-F2F5-0238-F646C6DB8A20}"/>
                    </a:ext>
                  </a:extLst>
                </p:cNvPr>
                <p:cNvPicPr/>
                <p:nvPr/>
              </p:nvPicPr>
              <p:blipFill>
                <a:blip r:embed="rId125"/>
                <a:stretch>
                  <a:fillRect/>
                </a:stretch>
              </p:blipFill>
              <p:spPr>
                <a:xfrm>
                  <a:off x="8552766" y="6015323"/>
                  <a:ext cx="30168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9228" name="Ink 9227">
                  <a:extLst>
                    <a:ext uri="{FF2B5EF4-FFF2-40B4-BE49-F238E27FC236}">
                      <a16:creationId xmlns:a16="http://schemas.microsoft.com/office/drawing/2014/main" id="{21552D9E-8B33-B7E0-F1EB-5881A275D3EE}"/>
                    </a:ext>
                  </a:extLst>
                </p14:cNvPr>
                <p14:cNvContentPartPr/>
                <p14:nvPr/>
              </p14:nvContentPartPr>
              <p14:xfrm>
                <a:off x="7112766" y="5676203"/>
                <a:ext cx="39600" cy="173160"/>
              </p14:xfrm>
            </p:contentPart>
          </mc:Choice>
          <mc:Fallback xmlns="">
            <p:pic>
              <p:nvPicPr>
                <p:cNvPr id="9228" name="Ink 9227">
                  <a:extLst>
                    <a:ext uri="{FF2B5EF4-FFF2-40B4-BE49-F238E27FC236}">
                      <a16:creationId xmlns:a16="http://schemas.microsoft.com/office/drawing/2014/main" id="{21552D9E-8B33-B7E0-F1EB-5881A275D3EE}"/>
                    </a:ext>
                  </a:extLst>
                </p:cNvPr>
                <p:cNvPicPr/>
                <p:nvPr/>
              </p:nvPicPr>
              <p:blipFill>
                <a:blip r:embed="rId127"/>
                <a:stretch>
                  <a:fillRect/>
                </a:stretch>
              </p:blipFill>
              <p:spPr>
                <a:xfrm>
                  <a:off x="7095126" y="5658203"/>
                  <a:ext cx="75240" cy="20880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9229" name="Ink 9228">
                  <a:extLst>
                    <a:ext uri="{FF2B5EF4-FFF2-40B4-BE49-F238E27FC236}">
                      <a16:creationId xmlns:a16="http://schemas.microsoft.com/office/drawing/2014/main" id="{BED57DAE-8845-EEBD-F4A8-07B9513BE1F4}"/>
                    </a:ext>
                  </a:extLst>
                </p14:cNvPr>
                <p14:cNvContentPartPr/>
                <p14:nvPr/>
              </p14:nvContentPartPr>
              <p14:xfrm>
                <a:off x="7145886" y="5674763"/>
                <a:ext cx="118800" cy="160200"/>
              </p14:xfrm>
            </p:contentPart>
          </mc:Choice>
          <mc:Fallback xmlns="">
            <p:pic>
              <p:nvPicPr>
                <p:cNvPr id="9229" name="Ink 9228">
                  <a:extLst>
                    <a:ext uri="{FF2B5EF4-FFF2-40B4-BE49-F238E27FC236}">
                      <a16:creationId xmlns:a16="http://schemas.microsoft.com/office/drawing/2014/main" id="{BED57DAE-8845-EEBD-F4A8-07B9513BE1F4}"/>
                    </a:ext>
                  </a:extLst>
                </p:cNvPr>
                <p:cNvPicPr/>
                <p:nvPr/>
              </p:nvPicPr>
              <p:blipFill>
                <a:blip r:embed="rId129"/>
                <a:stretch>
                  <a:fillRect/>
                </a:stretch>
              </p:blipFill>
              <p:spPr>
                <a:xfrm>
                  <a:off x="7127886" y="5657123"/>
                  <a:ext cx="154440" cy="19584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9230" name="Ink 9229">
                  <a:extLst>
                    <a:ext uri="{FF2B5EF4-FFF2-40B4-BE49-F238E27FC236}">
                      <a16:creationId xmlns:a16="http://schemas.microsoft.com/office/drawing/2014/main" id="{18FF275B-2A9E-0959-C2A6-24C44F370145}"/>
                    </a:ext>
                  </a:extLst>
                </p14:cNvPr>
                <p14:cNvContentPartPr/>
                <p14:nvPr/>
              </p14:nvContentPartPr>
              <p14:xfrm>
                <a:off x="7073166" y="5576483"/>
                <a:ext cx="202320" cy="25200"/>
              </p14:xfrm>
            </p:contentPart>
          </mc:Choice>
          <mc:Fallback xmlns="">
            <p:pic>
              <p:nvPicPr>
                <p:cNvPr id="9230" name="Ink 9229">
                  <a:extLst>
                    <a:ext uri="{FF2B5EF4-FFF2-40B4-BE49-F238E27FC236}">
                      <a16:creationId xmlns:a16="http://schemas.microsoft.com/office/drawing/2014/main" id="{18FF275B-2A9E-0959-C2A6-24C44F370145}"/>
                    </a:ext>
                  </a:extLst>
                </p:cNvPr>
                <p:cNvPicPr/>
                <p:nvPr/>
              </p:nvPicPr>
              <p:blipFill>
                <a:blip r:embed="rId131"/>
                <a:stretch>
                  <a:fillRect/>
                </a:stretch>
              </p:blipFill>
              <p:spPr>
                <a:xfrm>
                  <a:off x="7055526" y="5558843"/>
                  <a:ext cx="23796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9231" name="Ink 9230">
                  <a:extLst>
                    <a:ext uri="{FF2B5EF4-FFF2-40B4-BE49-F238E27FC236}">
                      <a16:creationId xmlns:a16="http://schemas.microsoft.com/office/drawing/2014/main" id="{47E0486C-B11A-EE97-8868-8595821E970F}"/>
                    </a:ext>
                  </a:extLst>
                </p14:cNvPr>
                <p14:cNvContentPartPr/>
                <p14:nvPr/>
              </p14:nvContentPartPr>
              <p14:xfrm>
                <a:off x="7258206" y="5545523"/>
                <a:ext cx="49680" cy="74160"/>
              </p14:xfrm>
            </p:contentPart>
          </mc:Choice>
          <mc:Fallback xmlns="">
            <p:pic>
              <p:nvPicPr>
                <p:cNvPr id="9231" name="Ink 9230">
                  <a:extLst>
                    <a:ext uri="{FF2B5EF4-FFF2-40B4-BE49-F238E27FC236}">
                      <a16:creationId xmlns:a16="http://schemas.microsoft.com/office/drawing/2014/main" id="{47E0486C-B11A-EE97-8868-8595821E970F}"/>
                    </a:ext>
                  </a:extLst>
                </p:cNvPr>
                <p:cNvPicPr/>
                <p:nvPr/>
              </p:nvPicPr>
              <p:blipFill>
                <a:blip r:embed="rId133"/>
                <a:stretch>
                  <a:fillRect/>
                </a:stretch>
              </p:blipFill>
              <p:spPr>
                <a:xfrm>
                  <a:off x="7240566" y="5527523"/>
                  <a:ext cx="8532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9233" name="Ink 9232">
                  <a:extLst>
                    <a:ext uri="{FF2B5EF4-FFF2-40B4-BE49-F238E27FC236}">
                      <a16:creationId xmlns:a16="http://schemas.microsoft.com/office/drawing/2014/main" id="{CA5A1D7C-6683-BF2B-61F9-D6C8957FE573}"/>
                    </a:ext>
                  </a:extLst>
                </p14:cNvPr>
                <p14:cNvContentPartPr/>
                <p14:nvPr/>
              </p14:nvContentPartPr>
              <p14:xfrm>
                <a:off x="7388526" y="5737403"/>
                <a:ext cx="112320" cy="14040"/>
              </p14:xfrm>
            </p:contentPart>
          </mc:Choice>
          <mc:Fallback xmlns="">
            <p:pic>
              <p:nvPicPr>
                <p:cNvPr id="9233" name="Ink 9232">
                  <a:extLst>
                    <a:ext uri="{FF2B5EF4-FFF2-40B4-BE49-F238E27FC236}">
                      <a16:creationId xmlns:a16="http://schemas.microsoft.com/office/drawing/2014/main" id="{CA5A1D7C-6683-BF2B-61F9-D6C8957FE573}"/>
                    </a:ext>
                  </a:extLst>
                </p:cNvPr>
                <p:cNvPicPr/>
                <p:nvPr/>
              </p:nvPicPr>
              <p:blipFill>
                <a:blip r:embed="rId135"/>
                <a:stretch>
                  <a:fillRect/>
                </a:stretch>
              </p:blipFill>
              <p:spPr>
                <a:xfrm>
                  <a:off x="7370526" y="5719403"/>
                  <a:ext cx="14796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9234" name="Ink 9233">
                  <a:extLst>
                    <a:ext uri="{FF2B5EF4-FFF2-40B4-BE49-F238E27FC236}">
                      <a16:creationId xmlns:a16="http://schemas.microsoft.com/office/drawing/2014/main" id="{98921019-DB12-FBC3-BB95-B61A223CECF9}"/>
                    </a:ext>
                  </a:extLst>
                </p14:cNvPr>
                <p14:cNvContentPartPr/>
                <p14:nvPr/>
              </p14:nvContentPartPr>
              <p14:xfrm>
                <a:off x="7426326" y="5656763"/>
                <a:ext cx="38880" cy="159120"/>
              </p14:xfrm>
            </p:contentPart>
          </mc:Choice>
          <mc:Fallback xmlns="">
            <p:pic>
              <p:nvPicPr>
                <p:cNvPr id="9234" name="Ink 9233">
                  <a:extLst>
                    <a:ext uri="{FF2B5EF4-FFF2-40B4-BE49-F238E27FC236}">
                      <a16:creationId xmlns:a16="http://schemas.microsoft.com/office/drawing/2014/main" id="{98921019-DB12-FBC3-BB95-B61A223CECF9}"/>
                    </a:ext>
                  </a:extLst>
                </p:cNvPr>
                <p:cNvPicPr/>
                <p:nvPr/>
              </p:nvPicPr>
              <p:blipFill>
                <a:blip r:embed="rId137"/>
                <a:stretch>
                  <a:fillRect/>
                </a:stretch>
              </p:blipFill>
              <p:spPr>
                <a:xfrm>
                  <a:off x="7408686" y="5639123"/>
                  <a:ext cx="74520" cy="19476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9235" name="Ink 9234">
                  <a:extLst>
                    <a:ext uri="{FF2B5EF4-FFF2-40B4-BE49-F238E27FC236}">
                      <a16:creationId xmlns:a16="http://schemas.microsoft.com/office/drawing/2014/main" id="{662983A1-0ACD-63E4-7CB6-7BC7BFC1E46F}"/>
                    </a:ext>
                  </a:extLst>
                </p14:cNvPr>
                <p14:cNvContentPartPr/>
                <p14:nvPr/>
              </p14:nvContentPartPr>
              <p14:xfrm>
                <a:off x="7588326" y="5637323"/>
                <a:ext cx="23400" cy="203040"/>
              </p14:xfrm>
            </p:contentPart>
          </mc:Choice>
          <mc:Fallback xmlns="">
            <p:pic>
              <p:nvPicPr>
                <p:cNvPr id="9235" name="Ink 9234">
                  <a:extLst>
                    <a:ext uri="{FF2B5EF4-FFF2-40B4-BE49-F238E27FC236}">
                      <a16:creationId xmlns:a16="http://schemas.microsoft.com/office/drawing/2014/main" id="{662983A1-0ACD-63E4-7CB6-7BC7BFC1E46F}"/>
                    </a:ext>
                  </a:extLst>
                </p:cNvPr>
                <p:cNvPicPr/>
                <p:nvPr/>
              </p:nvPicPr>
              <p:blipFill>
                <a:blip r:embed="rId139"/>
                <a:stretch>
                  <a:fillRect/>
                </a:stretch>
              </p:blipFill>
              <p:spPr>
                <a:xfrm>
                  <a:off x="7570686" y="5619323"/>
                  <a:ext cx="59040" cy="23868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9236" name="Ink 9235">
                  <a:extLst>
                    <a:ext uri="{FF2B5EF4-FFF2-40B4-BE49-F238E27FC236}">
                      <a16:creationId xmlns:a16="http://schemas.microsoft.com/office/drawing/2014/main" id="{66EC0FBA-1999-13D4-E658-127166E8A0DC}"/>
                    </a:ext>
                  </a:extLst>
                </p14:cNvPr>
                <p14:cNvContentPartPr/>
                <p14:nvPr/>
              </p14:nvContentPartPr>
              <p14:xfrm>
                <a:off x="7589406" y="5629403"/>
                <a:ext cx="88200" cy="17280"/>
              </p14:xfrm>
            </p:contentPart>
          </mc:Choice>
          <mc:Fallback xmlns="">
            <p:pic>
              <p:nvPicPr>
                <p:cNvPr id="9236" name="Ink 9235">
                  <a:extLst>
                    <a:ext uri="{FF2B5EF4-FFF2-40B4-BE49-F238E27FC236}">
                      <a16:creationId xmlns:a16="http://schemas.microsoft.com/office/drawing/2014/main" id="{66EC0FBA-1999-13D4-E658-127166E8A0DC}"/>
                    </a:ext>
                  </a:extLst>
                </p:cNvPr>
                <p:cNvPicPr/>
                <p:nvPr/>
              </p:nvPicPr>
              <p:blipFill>
                <a:blip r:embed="rId141"/>
                <a:stretch>
                  <a:fillRect/>
                </a:stretch>
              </p:blipFill>
              <p:spPr>
                <a:xfrm>
                  <a:off x="7571766" y="5611763"/>
                  <a:ext cx="12384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9237" name="Ink 9236">
                  <a:extLst>
                    <a:ext uri="{FF2B5EF4-FFF2-40B4-BE49-F238E27FC236}">
                      <a16:creationId xmlns:a16="http://schemas.microsoft.com/office/drawing/2014/main" id="{3487A6EC-D796-D5F1-C22A-EFE04B8EF462}"/>
                    </a:ext>
                  </a:extLst>
                </p14:cNvPr>
                <p14:cNvContentPartPr/>
                <p14:nvPr/>
              </p14:nvContentPartPr>
              <p14:xfrm>
                <a:off x="7617126" y="5746043"/>
                <a:ext cx="52200" cy="4320"/>
              </p14:xfrm>
            </p:contentPart>
          </mc:Choice>
          <mc:Fallback xmlns="">
            <p:pic>
              <p:nvPicPr>
                <p:cNvPr id="9237" name="Ink 9236">
                  <a:extLst>
                    <a:ext uri="{FF2B5EF4-FFF2-40B4-BE49-F238E27FC236}">
                      <a16:creationId xmlns:a16="http://schemas.microsoft.com/office/drawing/2014/main" id="{3487A6EC-D796-D5F1-C22A-EFE04B8EF462}"/>
                    </a:ext>
                  </a:extLst>
                </p:cNvPr>
                <p:cNvPicPr/>
                <p:nvPr/>
              </p:nvPicPr>
              <p:blipFill>
                <a:blip r:embed="rId143"/>
                <a:stretch>
                  <a:fillRect/>
                </a:stretch>
              </p:blipFill>
              <p:spPr>
                <a:xfrm>
                  <a:off x="7599126" y="5728403"/>
                  <a:ext cx="8784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9238" name="Ink 9237">
                  <a:extLst>
                    <a:ext uri="{FF2B5EF4-FFF2-40B4-BE49-F238E27FC236}">
                      <a16:creationId xmlns:a16="http://schemas.microsoft.com/office/drawing/2014/main" id="{667CB260-F139-A627-8872-4202E42E7151}"/>
                    </a:ext>
                  </a:extLst>
                </p14:cNvPr>
                <p14:cNvContentPartPr/>
                <p14:nvPr/>
              </p14:nvContentPartPr>
              <p14:xfrm>
                <a:off x="7758966" y="5593043"/>
                <a:ext cx="187920" cy="242640"/>
              </p14:xfrm>
            </p:contentPart>
          </mc:Choice>
          <mc:Fallback xmlns="">
            <p:pic>
              <p:nvPicPr>
                <p:cNvPr id="9238" name="Ink 9237">
                  <a:extLst>
                    <a:ext uri="{FF2B5EF4-FFF2-40B4-BE49-F238E27FC236}">
                      <a16:creationId xmlns:a16="http://schemas.microsoft.com/office/drawing/2014/main" id="{667CB260-F139-A627-8872-4202E42E7151}"/>
                    </a:ext>
                  </a:extLst>
                </p:cNvPr>
                <p:cNvPicPr/>
                <p:nvPr/>
              </p:nvPicPr>
              <p:blipFill>
                <a:blip r:embed="rId145"/>
                <a:stretch>
                  <a:fillRect/>
                </a:stretch>
              </p:blipFill>
              <p:spPr>
                <a:xfrm>
                  <a:off x="7741326" y="5575043"/>
                  <a:ext cx="223560" cy="27828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9239" name="Ink 9238">
                  <a:extLst>
                    <a:ext uri="{FF2B5EF4-FFF2-40B4-BE49-F238E27FC236}">
                      <a16:creationId xmlns:a16="http://schemas.microsoft.com/office/drawing/2014/main" id="{2E9291EC-493E-E33E-47CD-95239A663C9E}"/>
                    </a:ext>
                  </a:extLst>
                </p14:cNvPr>
                <p14:cNvContentPartPr/>
                <p14:nvPr/>
              </p14:nvContentPartPr>
              <p14:xfrm>
                <a:off x="7940766" y="5674403"/>
                <a:ext cx="360" cy="360"/>
              </p14:xfrm>
            </p:contentPart>
          </mc:Choice>
          <mc:Fallback xmlns="">
            <p:pic>
              <p:nvPicPr>
                <p:cNvPr id="9239" name="Ink 9238">
                  <a:extLst>
                    <a:ext uri="{FF2B5EF4-FFF2-40B4-BE49-F238E27FC236}">
                      <a16:creationId xmlns:a16="http://schemas.microsoft.com/office/drawing/2014/main" id="{2E9291EC-493E-E33E-47CD-95239A663C9E}"/>
                    </a:ext>
                  </a:extLst>
                </p:cNvPr>
                <p:cNvPicPr/>
                <p:nvPr/>
              </p:nvPicPr>
              <p:blipFill>
                <a:blip r:embed="rId147"/>
                <a:stretch>
                  <a:fillRect/>
                </a:stretch>
              </p:blipFill>
              <p:spPr>
                <a:xfrm>
                  <a:off x="7922766" y="5656763"/>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9240" name="Ink 9239">
                  <a:extLst>
                    <a:ext uri="{FF2B5EF4-FFF2-40B4-BE49-F238E27FC236}">
                      <a16:creationId xmlns:a16="http://schemas.microsoft.com/office/drawing/2014/main" id="{C84DA455-C620-DE58-F2DC-38E16F7DD579}"/>
                    </a:ext>
                  </a:extLst>
                </p14:cNvPr>
                <p14:cNvContentPartPr/>
                <p14:nvPr/>
              </p14:nvContentPartPr>
              <p14:xfrm>
                <a:off x="8048766" y="5663963"/>
                <a:ext cx="104040" cy="172080"/>
              </p14:xfrm>
            </p:contentPart>
          </mc:Choice>
          <mc:Fallback xmlns="">
            <p:pic>
              <p:nvPicPr>
                <p:cNvPr id="9240" name="Ink 9239">
                  <a:extLst>
                    <a:ext uri="{FF2B5EF4-FFF2-40B4-BE49-F238E27FC236}">
                      <a16:creationId xmlns:a16="http://schemas.microsoft.com/office/drawing/2014/main" id="{C84DA455-C620-DE58-F2DC-38E16F7DD579}"/>
                    </a:ext>
                  </a:extLst>
                </p:cNvPr>
                <p:cNvPicPr/>
                <p:nvPr/>
              </p:nvPicPr>
              <p:blipFill>
                <a:blip r:embed="rId149"/>
                <a:stretch>
                  <a:fillRect/>
                </a:stretch>
              </p:blipFill>
              <p:spPr>
                <a:xfrm>
                  <a:off x="8030766" y="5646323"/>
                  <a:ext cx="139680" cy="20772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9241" name="Ink 9240">
                  <a:extLst>
                    <a:ext uri="{FF2B5EF4-FFF2-40B4-BE49-F238E27FC236}">
                      <a16:creationId xmlns:a16="http://schemas.microsoft.com/office/drawing/2014/main" id="{2C5E156C-9AD3-93AC-0B00-484379644EE6}"/>
                    </a:ext>
                  </a:extLst>
                </p14:cNvPr>
                <p14:cNvContentPartPr/>
                <p14:nvPr/>
              </p14:nvContentPartPr>
              <p14:xfrm>
                <a:off x="8241006" y="5595563"/>
                <a:ext cx="125640" cy="237960"/>
              </p14:xfrm>
            </p:contentPart>
          </mc:Choice>
          <mc:Fallback xmlns="">
            <p:pic>
              <p:nvPicPr>
                <p:cNvPr id="9241" name="Ink 9240">
                  <a:extLst>
                    <a:ext uri="{FF2B5EF4-FFF2-40B4-BE49-F238E27FC236}">
                      <a16:creationId xmlns:a16="http://schemas.microsoft.com/office/drawing/2014/main" id="{2C5E156C-9AD3-93AC-0B00-484379644EE6}"/>
                    </a:ext>
                  </a:extLst>
                </p:cNvPr>
                <p:cNvPicPr/>
                <p:nvPr/>
              </p:nvPicPr>
              <p:blipFill>
                <a:blip r:embed="rId151"/>
                <a:stretch>
                  <a:fillRect/>
                </a:stretch>
              </p:blipFill>
              <p:spPr>
                <a:xfrm>
                  <a:off x="8223366" y="5577923"/>
                  <a:ext cx="161280" cy="27360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242" name="Ink 9241">
                  <a:extLst>
                    <a:ext uri="{FF2B5EF4-FFF2-40B4-BE49-F238E27FC236}">
                      <a16:creationId xmlns:a16="http://schemas.microsoft.com/office/drawing/2014/main" id="{3241029E-0A12-AF62-F623-6C9D5D2C38B8}"/>
                    </a:ext>
                  </a:extLst>
                </p14:cNvPr>
                <p14:cNvContentPartPr/>
                <p14:nvPr/>
              </p14:nvContentPartPr>
              <p14:xfrm>
                <a:off x="8513166" y="5745683"/>
                <a:ext cx="113040" cy="19800"/>
              </p14:xfrm>
            </p:contentPart>
          </mc:Choice>
          <mc:Fallback xmlns="">
            <p:pic>
              <p:nvPicPr>
                <p:cNvPr id="9242" name="Ink 9241">
                  <a:extLst>
                    <a:ext uri="{FF2B5EF4-FFF2-40B4-BE49-F238E27FC236}">
                      <a16:creationId xmlns:a16="http://schemas.microsoft.com/office/drawing/2014/main" id="{3241029E-0A12-AF62-F623-6C9D5D2C38B8}"/>
                    </a:ext>
                  </a:extLst>
                </p:cNvPr>
                <p:cNvPicPr/>
                <p:nvPr/>
              </p:nvPicPr>
              <p:blipFill>
                <a:blip r:embed="rId153"/>
                <a:stretch>
                  <a:fillRect/>
                </a:stretch>
              </p:blipFill>
              <p:spPr>
                <a:xfrm>
                  <a:off x="8495166" y="5727683"/>
                  <a:ext cx="14868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243" name="Ink 9242">
                  <a:extLst>
                    <a:ext uri="{FF2B5EF4-FFF2-40B4-BE49-F238E27FC236}">
                      <a16:creationId xmlns:a16="http://schemas.microsoft.com/office/drawing/2014/main" id="{D1A505C4-8FA8-227A-A9D2-A5C42771519A}"/>
                    </a:ext>
                  </a:extLst>
                </p14:cNvPr>
                <p14:cNvContentPartPr/>
                <p14:nvPr/>
              </p14:nvContentPartPr>
              <p14:xfrm>
                <a:off x="8516046" y="5819483"/>
                <a:ext cx="72720" cy="15840"/>
              </p14:xfrm>
            </p:contentPart>
          </mc:Choice>
          <mc:Fallback xmlns="">
            <p:pic>
              <p:nvPicPr>
                <p:cNvPr id="9243" name="Ink 9242">
                  <a:extLst>
                    <a:ext uri="{FF2B5EF4-FFF2-40B4-BE49-F238E27FC236}">
                      <a16:creationId xmlns:a16="http://schemas.microsoft.com/office/drawing/2014/main" id="{D1A505C4-8FA8-227A-A9D2-A5C42771519A}"/>
                    </a:ext>
                  </a:extLst>
                </p:cNvPr>
                <p:cNvPicPr/>
                <p:nvPr/>
              </p:nvPicPr>
              <p:blipFill>
                <a:blip r:embed="rId155"/>
                <a:stretch>
                  <a:fillRect/>
                </a:stretch>
              </p:blipFill>
              <p:spPr>
                <a:xfrm>
                  <a:off x="8498406" y="5801483"/>
                  <a:ext cx="108360" cy="5148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9245" name="Ink 9244">
                  <a:extLst>
                    <a:ext uri="{FF2B5EF4-FFF2-40B4-BE49-F238E27FC236}">
                      <a16:creationId xmlns:a16="http://schemas.microsoft.com/office/drawing/2014/main" id="{E1848E7F-57FF-A33C-3287-6EF1E9AD1AE3}"/>
                    </a:ext>
                  </a:extLst>
                </p14:cNvPr>
                <p14:cNvContentPartPr/>
                <p14:nvPr/>
              </p14:nvContentPartPr>
              <p14:xfrm>
                <a:off x="8761206" y="5599523"/>
                <a:ext cx="185400" cy="215280"/>
              </p14:xfrm>
            </p:contentPart>
          </mc:Choice>
          <mc:Fallback xmlns="">
            <p:pic>
              <p:nvPicPr>
                <p:cNvPr id="9245" name="Ink 9244">
                  <a:extLst>
                    <a:ext uri="{FF2B5EF4-FFF2-40B4-BE49-F238E27FC236}">
                      <a16:creationId xmlns:a16="http://schemas.microsoft.com/office/drawing/2014/main" id="{E1848E7F-57FF-A33C-3287-6EF1E9AD1AE3}"/>
                    </a:ext>
                  </a:extLst>
                </p:cNvPr>
                <p:cNvPicPr/>
                <p:nvPr/>
              </p:nvPicPr>
              <p:blipFill>
                <a:blip r:embed="rId157"/>
                <a:stretch>
                  <a:fillRect/>
                </a:stretch>
              </p:blipFill>
              <p:spPr>
                <a:xfrm>
                  <a:off x="8743566" y="5581883"/>
                  <a:ext cx="221040" cy="25092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9246" name="Ink 9245">
                  <a:extLst>
                    <a:ext uri="{FF2B5EF4-FFF2-40B4-BE49-F238E27FC236}">
                      <a16:creationId xmlns:a16="http://schemas.microsoft.com/office/drawing/2014/main" id="{DDC560CC-6ED2-8F9B-FD59-028D738F8FC2}"/>
                    </a:ext>
                  </a:extLst>
                </p14:cNvPr>
                <p14:cNvContentPartPr/>
                <p14:nvPr/>
              </p14:nvContentPartPr>
              <p14:xfrm>
                <a:off x="8732766" y="5516723"/>
                <a:ext cx="221760" cy="13320"/>
              </p14:xfrm>
            </p:contentPart>
          </mc:Choice>
          <mc:Fallback xmlns="">
            <p:pic>
              <p:nvPicPr>
                <p:cNvPr id="9246" name="Ink 9245">
                  <a:extLst>
                    <a:ext uri="{FF2B5EF4-FFF2-40B4-BE49-F238E27FC236}">
                      <a16:creationId xmlns:a16="http://schemas.microsoft.com/office/drawing/2014/main" id="{DDC560CC-6ED2-8F9B-FD59-028D738F8FC2}"/>
                    </a:ext>
                  </a:extLst>
                </p:cNvPr>
                <p:cNvPicPr/>
                <p:nvPr/>
              </p:nvPicPr>
              <p:blipFill>
                <a:blip r:embed="rId159"/>
                <a:stretch>
                  <a:fillRect/>
                </a:stretch>
              </p:blipFill>
              <p:spPr>
                <a:xfrm>
                  <a:off x="8715126" y="5498723"/>
                  <a:ext cx="25740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9247" name="Ink 9246">
                  <a:extLst>
                    <a:ext uri="{FF2B5EF4-FFF2-40B4-BE49-F238E27FC236}">
                      <a16:creationId xmlns:a16="http://schemas.microsoft.com/office/drawing/2014/main" id="{C62720B2-F4BE-5E89-5010-152207E7538A}"/>
                    </a:ext>
                  </a:extLst>
                </p14:cNvPr>
                <p14:cNvContentPartPr/>
                <p14:nvPr/>
              </p14:nvContentPartPr>
              <p14:xfrm>
                <a:off x="8934006" y="5496203"/>
                <a:ext cx="59040" cy="76320"/>
              </p14:xfrm>
            </p:contentPart>
          </mc:Choice>
          <mc:Fallback xmlns="">
            <p:pic>
              <p:nvPicPr>
                <p:cNvPr id="9247" name="Ink 9246">
                  <a:extLst>
                    <a:ext uri="{FF2B5EF4-FFF2-40B4-BE49-F238E27FC236}">
                      <a16:creationId xmlns:a16="http://schemas.microsoft.com/office/drawing/2014/main" id="{C62720B2-F4BE-5E89-5010-152207E7538A}"/>
                    </a:ext>
                  </a:extLst>
                </p:cNvPr>
                <p:cNvPicPr/>
                <p:nvPr/>
              </p:nvPicPr>
              <p:blipFill>
                <a:blip r:embed="rId161"/>
                <a:stretch>
                  <a:fillRect/>
                </a:stretch>
              </p:blipFill>
              <p:spPr>
                <a:xfrm>
                  <a:off x="8916366" y="5478563"/>
                  <a:ext cx="94680" cy="11196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9257" name="Ink 9256">
                  <a:extLst>
                    <a:ext uri="{FF2B5EF4-FFF2-40B4-BE49-F238E27FC236}">
                      <a16:creationId xmlns:a16="http://schemas.microsoft.com/office/drawing/2014/main" id="{0A5C759D-0354-6556-5CF5-3267278C9C61}"/>
                    </a:ext>
                  </a:extLst>
                </p14:cNvPr>
                <p14:cNvContentPartPr/>
                <p14:nvPr/>
              </p14:nvContentPartPr>
              <p14:xfrm>
                <a:off x="9119046" y="5546603"/>
                <a:ext cx="77040" cy="232200"/>
              </p14:xfrm>
            </p:contentPart>
          </mc:Choice>
          <mc:Fallback xmlns="">
            <p:pic>
              <p:nvPicPr>
                <p:cNvPr id="9257" name="Ink 9256">
                  <a:extLst>
                    <a:ext uri="{FF2B5EF4-FFF2-40B4-BE49-F238E27FC236}">
                      <a16:creationId xmlns:a16="http://schemas.microsoft.com/office/drawing/2014/main" id="{0A5C759D-0354-6556-5CF5-3267278C9C61}"/>
                    </a:ext>
                  </a:extLst>
                </p:cNvPr>
                <p:cNvPicPr/>
                <p:nvPr/>
              </p:nvPicPr>
              <p:blipFill>
                <a:blip r:embed="rId163"/>
                <a:stretch>
                  <a:fillRect/>
                </a:stretch>
              </p:blipFill>
              <p:spPr>
                <a:xfrm>
                  <a:off x="9101406" y="5528603"/>
                  <a:ext cx="112680" cy="26784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9258" name="Ink 9257">
                  <a:extLst>
                    <a:ext uri="{FF2B5EF4-FFF2-40B4-BE49-F238E27FC236}">
                      <a16:creationId xmlns:a16="http://schemas.microsoft.com/office/drawing/2014/main" id="{9420F58D-C9D6-907A-E1FD-15E7221C469D}"/>
                    </a:ext>
                  </a:extLst>
                </p14:cNvPr>
                <p14:cNvContentPartPr/>
                <p14:nvPr/>
              </p14:nvContentPartPr>
              <p14:xfrm>
                <a:off x="9251166" y="5590163"/>
                <a:ext cx="200160" cy="144360"/>
              </p14:xfrm>
            </p:contentPart>
          </mc:Choice>
          <mc:Fallback xmlns="">
            <p:pic>
              <p:nvPicPr>
                <p:cNvPr id="9258" name="Ink 9257">
                  <a:extLst>
                    <a:ext uri="{FF2B5EF4-FFF2-40B4-BE49-F238E27FC236}">
                      <a16:creationId xmlns:a16="http://schemas.microsoft.com/office/drawing/2014/main" id="{9420F58D-C9D6-907A-E1FD-15E7221C469D}"/>
                    </a:ext>
                  </a:extLst>
                </p:cNvPr>
                <p:cNvPicPr/>
                <p:nvPr/>
              </p:nvPicPr>
              <p:blipFill>
                <a:blip r:embed="rId165"/>
                <a:stretch>
                  <a:fillRect/>
                </a:stretch>
              </p:blipFill>
              <p:spPr>
                <a:xfrm>
                  <a:off x="9233526" y="5572523"/>
                  <a:ext cx="23580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9259" name="Ink 9258">
                  <a:extLst>
                    <a:ext uri="{FF2B5EF4-FFF2-40B4-BE49-F238E27FC236}">
                      <a16:creationId xmlns:a16="http://schemas.microsoft.com/office/drawing/2014/main" id="{D5D27FC5-686F-6407-8B08-631FF16F4B05}"/>
                    </a:ext>
                  </a:extLst>
                </p14:cNvPr>
                <p14:cNvContentPartPr/>
                <p14:nvPr/>
              </p14:nvContentPartPr>
              <p14:xfrm>
                <a:off x="9483006" y="5589803"/>
                <a:ext cx="90000" cy="307800"/>
              </p14:xfrm>
            </p:contentPart>
          </mc:Choice>
          <mc:Fallback xmlns="">
            <p:pic>
              <p:nvPicPr>
                <p:cNvPr id="9259" name="Ink 9258">
                  <a:extLst>
                    <a:ext uri="{FF2B5EF4-FFF2-40B4-BE49-F238E27FC236}">
                      <a16:creationId xmlns:a16="http://schemas.microsoft.com/office/drawing/2014/main" id="{D5D27FC5-686F-6407-8B08-631FF16F4B05}"/>
                    </a:ext>
                  </a:extLst>
                </p:cNvPr>
                <p:cNvPicPr/>
                <p:nvPr/>
              </p:nvPicPr>
              <p:blipFill>
                <a:blip r:embed="rId167"/>
                <a:stretch>
                  <a:fillRect/>
                </a:stretch>
              </p:blipFill>
              <p:spPr>
                <a:xfrm>
                  <a:off x="9465366" y="5571803"/>
                  <a:ext cx="125640" cy="34344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9260" name="Ink 9259">
                  <a:extLst>
                    <a:ext uri="{FF2B5EF4-FFF2-40B4-BE49-F238E27FC236}">
                      <a16:creationId xmlns:a16="http://schemas.microsoft.com/office/drawing/2014/main" id="{C384ACFB-7829-250E-7483-AA82B4F342E2}"/>
                    </a:ext>
                  </a:extLst>
                </p14:cNvPr>
                <p14:cNvContentPartPr/>
                <p14:nvPr/>
              </p14:nvContentPartPr>
              <p14:xfrm>
                <a:off x="9691806" y="5527523"/>
                <a:ext cx="38520" cy="260640"/>
              </p14:xfrm>
            </p:contentPart>
          </mc:Choice>
          <mc:Fallback xmlns="">
            <p:pic>
              <p:nvPicPr>
                <p:cNvPr id="9260" name="Ink 9259">
                  <a:extLst>
                    <a:ext uri="{FF2B5EF4-FFF2-40B4-BE49-F238E27FC236}">
                      <a16:creationId xmlns:a16="http://schemas.microsoft.com/office/drawing/2014/main" id="{C384ACFB-7829-250E-7483-AA82B4F342E2}"/>
                    </a:ext>
                  </a:extLst>
                </p:cNvPr>
                <p:cNvPicPr/>
                <p:nvPr/>
              </p:nvPicPr>
              <p:blipFill>
                <a:blip r:embed="rId169"/>
                <a:stretch>
                  <a:fillRect/>
                </a:stretch>
              </p:blipFill>
              <p:spPr>
                <a:xfrm>
                  <a:off x="9674166" y="5509523"/>
                  <a:ext cx="74160" cy="29628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9265" name="Ink 9264">
                  <a:extLst>
                    <a:ext uri="{FF2B5EF4-FFF2-40B4-BE49-F238E27FC236}">
                      <a16:creationId xmlns:a16="http://schemas.microsoft.com/office/drawing/2014/main" id="{F8EF752D-2EEB-63B8-4137-A5D118DC56BB}"/>
                    </a:ext>
                  </a:extLst>
                </p14:cNvPr>
                <p14:cNvContentPartPr/>
                <p14:nvPr/>
              </p14:nvContentPartPr>
              <p14:xfrm>
                <a:off x="8782086" y="5958803"/>
                <a:ext cx="91800" cy="108000"/>
              </p14:xfrm>
            </p:contentPart>
          </mc:Choice>
          <mc:Fallback xmlns="">
            <p:pic>
              <p:nvPicPr>
                <p:cNvPr id="9265" name="Ink 9264">
                  <a:extLst>
                    <a:ext uri="{FF2B5EF4-FFF2-40B4-BE49-F238E27FC236}">
                      <a16:creationId xmlns:a16="http://schemas.microsoft.com/office/drawing/2014/main" id="{F8EF752D-2EEB-63B8-4137-A5D118DC56BB}"/>
                    </a:ext>
                  </a:extLst>
                </p:cNvPr>
                <p:cNvPicPr/>
                <p:nvPr/>
              </p:nvPicPr>
              <p:blipFill>
                <a:blip r:embed="rId171"/>
                <a:stretch>
                  <a:fillRect/>
                </a:stretch>
              </p:blipFill>
              <p:spPr>
                <a:xfrm>
                  <a:off x="8764086" y="5940803"/>
                  <a:ext cx="12744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9266" name="Ink 9265">
                  <a:extLst>
                    <a:ext uri="{FF2B5EF4-FFF2-40B4-BE49-F238E27FC236}">
                      <a16:creationId xmlns:a16="http://schemas.microsoft.com/office/drawing/2014/main" id="{C02349C2-14DE-49AD-BC73-BFA457BF0A5B}"/>
                    </a:ext>
                  </a:extLst>
                </p14:cNvPr>
                <p14:cNvContentPartPr/>
                <p14:nvPr/>
              </p14:nvContentPartPr>
              <p14:xfrm>
                <a:off x="8954886" y="6288563"/>
                <a:ext cx="140760" cy="11880"/>
              </p14:xfrm>
            </p:contentPart>
          </mc:Choice>
          <mc:Fallback xmlns="">
            <p:pic>
              <p:nvPicPr>
                <p:cNvPr id="9266" name="Ink 9265">
                  <a:extLst>
                    <a:ext uri="{FF2B5EF4-FFF2-40B4-BE49-F238E27FC236}">
                      <a16:creationId xmlns:a16="http://schemas.microsoft.com/office/drawing/2014/main" id="{C02349C2-14DE-49AD-BC73-BFA457BF0A5B}"/>
                    </a:ext>
                  </a:extLst>
                </p:cNvPr>
                <p:cNvPicPr/>
                <p:nvPr/>
              </p:nvPicPr>
              <p:blipFill>
                <a:blip r:embed="rId173"/>
                <a:stretch>
                  <a:fillRect/>
                </a:stretch>
              </p:blipFill>
              <p:spPr>
                <a:xfrm>
                  <a:off x="8937246" y="6270563"/>
                  <a:ext cx="17640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9267" name="Ink 9266">
                  <a:extLst>
                    <a:ext uri="{FF2B5EF4-FFF2-40B4-BE49-F238E27FC236}">
                      <a16:creationId xmlns:a16="http://schemas.microsoft.com/office/drawing/2014/main" id="{5C46FEC6-7A7C-7CF1-2C56-036809F71F56}"/>
                    </a:ext>
                  </a:extLst>
                </p14:cNvPr>
                <p14:cNvContentPartPr/>
                <p14:nvPr/>
              </p14:nvContentPartPr>
              <p14:xfrm>
                <a:off x="9241086" y="6088043"/>
                <a:ext cx="123480" cy="209160"/>
              </p14:xfrm>
            </p:contentPart>
          </mc:Choice>
          <mc:Fallback xmlns="">
            <p:pic>
              <p:nvPicPr>
                <p:cNvPr id="9267" name="Ink 9266">
                  <a:extLst>
                    <a:ext uri="{FF2B5EF4-FFF2-40B4-BE49-F238E27FC236}">
                      <a16:creationId xmlns:a16="http://schemas.microsoft.com/office/drawing/2014/main" id="{5C46FEC6-7A7C-7CF1-2C56-036809F71F56}"/>
                    </a:ext>
                  </a:extLst>
                </p:cNvPr>
                <p:cNvPicPr/>
                <p:nvPr/>
              </p:nvPicPr>
              <p:blipFill>
                <a:blip r:embed="rId175"/>
                <a:stretch>
                  <a:fillRect/>
                </a:stretch>
              </p:blipFill>
              <p:spPr>
                <a:xfrm>
                  <a:off x="9223446" y="6070403"/>
                  <a:ext cx="159120" cy="24480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9268" name="Ink 9267">
                  <a:extLst>
                    <a:ext uri="{FF2B5EF4-FFF2-40B4-BE49-F238E27FC236}">
                      <a16:creationId xmlns:a16="http://schemas.microsoft.com/office/drawing/2014/main" id="{A6A18F67-C63D-BC92-18E7-BCF101EB5D9B}"/>
                    </a:ext>
                  </a:extLst>
                </p14:cNvPr>
                <p14:cNvContentPartPr/>
                <p14:nvPr/>
              </p14:nvContentPartPr>
              <p14:xfrm>
                <a:off x="9292206" y="6186323"/>
                <a:ext cx="119520" cy="17280"/>
              </p14:xfrm>
            </p:contentPart>
          </mc:Choice>
          <mc:Fallback xmlns="">
            <p:pic>
              <p:nvPicPr>
                <p:cNvPr id="9268" name="Ink 9267">
                  <a:extLst>
                    <a:ext uri="{FF2B5EF4-FFF2-40B4-BE49-F238E27FC236}">
                      <a16:creationId xmlns:a16="http://schemas.microsoft.com/office/drawing/2014/main" id="{A6A18F67-C63D-BC92-18E7-BCF101EB5D9B}"/>
                    </a:ext>
                  </a:extLst>
                </p:cNvPr>
                <p:cNvPicPr/>
                <p:nvPr/>
              </p:nvPicPr>
              <p:blipFill>
                <a:blip r:embed="rId177"/>
                <a:stretch>
                  <a:fillRect/>
                </a:stretch>
              </p:blipFill>
              <p:spPr>
                <a:xfrm>
                  <a:off x="9274206" y="6168323"/>
                  <a:ext cx="15516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9269" name="Ink 9268">
                  <a:extLst>
                    <a:ext uri="{FF2B5EF4-FFF2-40B4-BE49-F238E27FC236}">
                      <a16:creationId xmlns:a16="http://schemas.microsoft.com/office/drawing/2014/main" id="{5408E772-F8D8-E970-D0A1-233314CB75A4}"/>
                    </a:ext>
                  </a:extLst>
                </p14:cNvPr>
                <p14:cNvContentPartPr/>
                <p14:nvPr/>
              </p14:nvContentPartPr>
              <p14:xfrm>
                <a:off x="9434046" y="6085523"/>
                <a:ext cx="122760" cy="225000"/>
              </p14:xfrm>
            </p:contentPart>
          </mc:Choice>
          <mc:Fallback xmlns="">
            <p:pic>
              <p:nvPicPr>
                <p:cNvPr id="9269" name="Ink 9268">
                  <a:extLst>
                    <a:ext uri="{FF2B5EF4-FFF2-40B4-BE49-F238E27FC236}">
                      <a16:creationId xmlns:a16="http://schemas.microsoft.com/office/drawing/2014/main" id="{5408E772-F8D8-E970-D0A1-233314CB75A4}"/>
                    </a:ext>
                  </a:extLst>
                </p:cNvPr>
                <p:cNvPicPr/>
                <p:nvPr/>
              </p:nvPicPr>
              <p:blipFill>
                <a:blip r:embed="rId179"/>
                <a:stretch>
                  <a:fillRect/>
                </a:stretch>
              </p:blipFill>
              <p:spPr>
                <a:xfrm>
                  <a:off x="9416406" y="6067523"/>
                  <a:ext cx="158400" cy="26064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9270" name="Ink 9269">
                  <a:extLst>
                    <a:ext uri="{FF2B5EF4-FFF2-40B4-BE49-F238E27FC236}">
                      <a16:creationId xmlns:a16="http://schemas.microsoft.com/office/drawing/2014/main" id="{9B67166C-DAE9-7185-1053-08FC5D9B9AC0}"/>
                    </a:ext>
                  </a:extLst>
                </p14:cNvPr>
                <p14:cNvContentPartPr/>
                <p14:nvPr/>
              </p14:nvContentPartPr>
              <p14:xfrm>
                <a:off x="9657246" y="6162203"/>
                <a:ext cx="8640" cy="106200"/>
              </p14:xfrm>
            </p:contentPart>
          </mc:Choice>
          <mc:Fallback xmlns="">
            <p:pic>
              <p:nvPicPr>
                <p:cNvPr id="9270" name="Ink 9269">
                  <a:extLst>
                    <a:ext uri="{FF2B5EF4-FFF2-40B4-BE49-F238E27FC236}">
                      <a16:creationId xmlns:a16="http://schemas.microsoft.com/office/drawing/2014/main" id="{9B67166C-DAE9-7185-1053-08FC5D9B9AC0}"/>
                    </a:ext>
                  </a:extLst>
                </p:cNvPr>
                <p:cNvPicPr/>
                <p:nvPr/>
              </p:nvPicPr>
              <p:blipFill>
                <a:blip r:embed="rId181"/>
                <a:stretch>
                  <a:fillRect/>
                </a:stretch>
              </p:blipFill>
              <p:spPr>
                <a:xfrm>
                  <a:off x="9639606" y="6144203"/>
                  <a:ext cx="44280" cy="14184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9271" name="Ink 9270">
                  <a:extLst>
                    <a:ext uri="{FF2B5EF4-FFF2-40B4-BE49-F238E27FC236}">
                      <a16:creationId xmlns:a16="http://schemas.microsoft.com/office/drawing/2014/main" id="{8045F901-2F6F-E584-0040-C68134C8D7EB}"/>
                    </a:ext>
                  </a:extLst>
                </p14:cNvPr>
                <p14:cNvContentPartPr/>
                <p14:nvPr/>
              </p14:nvContentPartPr>
              <p14:xfrm>
                <a:off x="9670566" y="6076883"/>
                <a:ext cx="3600" cy="2160"/>
              </p14:xfrm>
            </p:contentPart>
          </mc:Choice>
          <mc:Fallback xmlns="">
            <p:pic>
              <p:nvPicPr>
                <p:cNvPr id="9271" name="Ink 9270">
                  <a:extLst>
                    <a:ext uri="{FF2B5EF4-FFF2-40B4-BE49-F238E27FC236}">
                      <a16:creationId xmlns:a16="http://schemas.microsoft.com/office/drawing/2014/main" id="{8045F901-2F6F-E584-0040-C68134C8D7EB}"/>
                    </a:ext>
                  </a:extLst>
                </p:cNvPr>
                <p:cNvPicPr/>
                <p:nvPr/>
              </p:nvPicPr>
              <p:blipFill>
                <a:blip r:embed="rId183"/>
                <a:stretch>
                  <a:fillRect/>
                </a:stretch>
              </p:blipFill>
              <p:spPr>
                <a:xfrm>
                  <a:off x="9652566" y="6058883"/>
                  <a:ext cx="3924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9272" name="Ink 9271">
                  <a:extLst>
                    <a:ext uri="{FF2B5EF4-FFF2-40B4-BE49-F238E27FC236}">
                      <a16:creationId xmlns:a16="http://schemas.microsoft.com/office/drawing/2014/main" id="{31E6B5BA-C86C-F572-6C17-782E2FA412E5}"/>
                    </a:ext>
                  </a:extLst>
                </p14:cNvPr>
                <p14:cNvContentPartPr/>
                <p14:nvPr/>
              </p14:nvContentPartPr>
              <p14:xfrm>
                <a:off x="9753006" y="6117923"/>
                <a:ext cx="96840" cy="159480"/>
              </p14:xfrm>
            </p:contentPart>
          </mc:Choice>
          <mc:Fallback xmlns="">
            <p:pic>
              <p:nvPicPr>
                <p:cNvPr id="9272" name="Ink 9271">
                  <a:extLst>
                    <a:ext uri="{FF2B5EF4-FFF2-40B4-BE49-F238E27FC236}">
                      <a16:creationId xmlns:a16="http://schemas.microsoft.com/office/drawing/2014/main" id="{31E6B5BA-C86C-F572-6C17-782E2FA412E5}"/>
                    </a:ext>
                  </a:extLst>
                </p:cNvPr>
                <p:cNvPicPr/>
                <p:nvPr/>
              </p:nvPicPr>
              <p:blipFill>
                <a:blip r:embed="rId185"/>
                <a:stretch>
                  <a:fillRect/>
                </a:stretch>
              </p:blipFill>
              <p:spPr>
                <a:xfrm>
                  <a:off x="9735366" y="6099923"/>
                  <a:ext cx="132480" cy="19512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9274" name="Ink 9273">
                  <a:extLst>
                    <a:ext uri="{FF2B5EF4-FFF2-40B4-BE49-F238E27FC236}">
                      <a16:creationId xmlns:a16="http://schemas.microsoft.com/office/drawing/2014/main" id="{F18E9C21-DA72-28E4-E4A4-419655C9A80D}"/>
                    </a:ext>
                  </a:extLst>
                </p14:cNvPr>
                <p14:cNvContentPartPr/>
                <p14:nvPr/>
              </p14:nvContentPartPr>
              <p14:xfrm>
                <a:off x="9981606" y="6082283"/>
                <a:ext cx="100440" cy="220320"/>
              </p14:xfrm>
            </p:contentPart>
          </mc:Choice>
          <mc:Fallback xmlns="">
            <p:pic>
              <p:nvPicPr>
                <p:cNvPr id="9274" name="Ink 9273">
                  <a:extLst>
                    <a:ext uri="{FF2B5EF4-FFF2-40B4-BE49-F238E27FC236}">
                      <a16:creationId xmlns:a16="http://schemas.microsoft.com/office/drawing/2014/main" id="{F18E9C21-DA72-28E4-E4A4-419655C9A80D}"/>
                    </a:ext>
                  </a:extLst>
                </p:cNvPr>
                <p:cNvPicPr/>
                <p:nvPr/>
              </p:nvPicPr>
              <p:blipFill>
                <a:blip r:embed="rId187"/>
                <a:stretch>
                  <a:fillRect/>
                </a:stretch>
              </p:blipFill>
              <p:spPr>
                <a:xfrm>
                  <a:off x="9963606" y="6064643"/>
                  <a:ext cx="136080" cy="25596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9275" name="Ink 9274">
                  <a:extLst>
                    <a:ext uri="{FF2B5EF4-FFF2-40B4-BE49-F238E27FC236}">
                      <a16:creationId xmlns:a16="http://schemas.microsoft.com/office/drawing/2014/main" id="{01916E48-3FB0-B956-59D8-B238F2547FF5}"/>
                    </a:ext>
                  </a:extLst>
                </p14:cNvPr>
                <p14:cNvContentPartPr/>
                <p14:nvPr/>
              </p14:nvContentPartPr>
              <p14:xfrm>
                <a:off x="7751766" y="5846843"/>
                <a:ext cx="2510640" cy="692280"/>
              </p14:xfrm>
            </p:contentPart>
          </mc:Choice>
          <mc:Fallback xmlns="">
            <p:pic>
              <p:nvPicPr>
                <p:cNvPr id="9275" name="Ink 9274">
                  <a:extLst>
                    <a:ext uri="{FF2B5EF4-FFF2-40B4-BE49-F238E27FC236}">
                      <a16:creationId xmlns:a16="http://schemas.microsoft.com/office/drawing/2014/main" id="{01916E48-3FB0-B956-59D8-B238F2547FF5}"/>
                    </a:ext>
                  </a:extLst>
                </p:cNvPr>
                <p:cNvPicPr/>
                <p:nvPr/>
              </p:nvPicPr>
              <p:blipFill>
                <a:blip r:embed="rId189"/>
                <a:stretch>
                  <a:fillRect/>
                </a:stretch>
              </p:blipFill>
              <p:spPr>
                <a:xfrm>
                  <a:off x="7734126" y="5828843"/>
                  <a:ext cx="2546280" cy="727920"/>
                </a:xfrm>
                <a:prstGeom prst="rect">
                  <a:avLst/>
                </a:prstGeom>
              </p:spPr>
            </p:pic>
          </mc:Fallback>
        </mc:AlternateContent>
      </p:grpSp>
      <p:sp>
        <p:nvSpPr>
          <p:cNvPr id="12" name="Title 3">
            <a:extLst>
              <a:ext uri="{FF2B5EF4-FFF2-40B4-BE49-F238E27FC236}">
                <a16:creationId xmlns:a16="http://schemas.microsoft.com/office/drawing/2014/main" id="{44867DEC-22C5-3DBD-FA3F-338D4416BCAB}"/>
              </a:ext>
            </a:extLst>
          </p:cNvPr>
          <p:cNvSpPr txBox="1">
            <a:spLocks/>
          </p:cNvSpPr>
          <p:nvPr/>
        </p:nvSpPr>
        <p:spPr>
          <a:xfrm>
            <a:off x="0" y="15796"/>
            <a:ext cx="12192000" cy="646331"/>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ea typeface="STKaiti" panose="020B0503020204020204" pitchFamily="2" charset="-122"/>
                <a:cs typeface="Times New Roman" panose="02020603050405020304" pitchFamily="18" charset="0"/>
              </a:rPr>
              <a:t> Newton’s </a:t>
            </a:r>
            <a:r>
              <a:rPr lang="en-US" sz="40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First</a:t>
            </a:r>
            <a:r>
              <a:rPr lang="en-US" sz="4000" b="1" dirty="0">
                <a:latin typeface="Times New Roman" panose="02020603050405020304" pitchFamily="18" charset="0"/>
                <a:ea typeface="STKaiti" panose="020B0503020204020204" pitchFamily="2" charset="-122"/>
                <a:cs typeface="Times New Roman" panose="02020603050405020304" pitchFamily="18" charset="0"/>
              </a:rPr>
              <a:t> Law  </a:t>
            </a:r>
            <a:r>
              <a:rPr lang="en-US" sz="3200" b="1" dirty="0">
                <a:latin typeface="Times New Roman" panose="02020603050405020304" pitchFamily="18" charset="0"/>
                <a:ea typeface="STKaiti" panose="020B0503020204020204" pitchFamily="2" charset="-122"/>
                <a:cs typeface="Times New Roman" panose="02020603050405020304"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21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22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2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9861" name="Picture 5" descr="04_p075a">
            <a:extLst>
              <a:ext uri="{FF2B5EF4-FFF2-40B4-BE49-F238E27FC236}">
                <a16:creationId xmlns:a16="http://schemas.microsoft.com/office/drawing/2014/main" id="{E6BAC7B7-C8C3-1ED7-029A-4C2A2666636A}"/>
              </a:ext>
            </a:extLst>
          </p:cNvPr>
          <p:cNvPicPr>
            <a:picLocks noChangeAspect="1" noChangeArrowheads="1"/>
          </p:cNvPicPr>
          <p:nvPr/>
        </p:nvPicPr>
        <p:blipFill>
          <a:blip r:embed="rId3"/>
          <a:srcRect/>
          <a:stretch>
            <a:fillRect/>
          </a:stretch>
        </p:blipFill>
        <p:spPr bwMode="auto">
          <a:xfrm>
            <a:off x="1658938" y="3929904"/>
            <a:ext cx="8856662" cy="1973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3" name="TextBox 2">
            <a:extLst>
              <a:ext uri="{FF2B5EF4-FFF2-40B4-BE49-F238E27FC236}">
                <a16:creationId xmlns:a16="http://schemas.microsoft.com/office/drawing/2014/main" id="{2B6E9A14-4D53-DD03-7F24-265E689A0817}"/>
              </a:ext>
            </a:extLst>
          </p:cNvPr>
          <p:cNvSpPr txBox="1"/>
          <p:nvPr/>
        </p:nvSpPr>
        <p:spPr>
          <a:xfrm>
            <a:off x="2057400" y="1600486"/>
            <a:ext cx="4038600" cy="2092881"/>
          </a:xfrm>
          <a:prstGeom prst="rect">
            <a:avLst/>
          </a:prstGeom>
          <a:noFill/>
        </p:spPr>
        <p:txBody>
          <a:bodyPr wrap="square" rtlCol="0">
            <a:spAutoFit/>
          </a:bodyPr>
          <a:lstStyle/>
          <a:p>
            <a:pPr marL="342900" indent="-342900">
              <a:buFont typeface="+mj-lt"/>
              <a:buAutoNum type="alphaLcParenR"/>
            </a:pPr>
            <a:r>
              <a:rPr lang="en-US" sz="2600" dirty="0">
                <a:latin typeface="Times New Roman" panose="02020603050405020304" pitchFamily="18" charset="0"/>
                <a:cs typeface="Times New Roman" panose="02020603050405020304" pitchFamily="18" charset="0"/>
              </a:rPr>
              <a:t> Yes				</a:t>
            </a:r>
          </a:p>
          <a:p>
            <a:pPr marL="342900" indent="-342900">
              <a:buFont typeface="+mj-lt"/>
              <a:buAutoNum type="alphaLcParenR"/>
            </a:pPr>
            <a:r>
              <a:rPr lang="en-US" sz="2600" dirty="0">
                <a:latin typeface="Times New Roman" panose="02020603050405020304" pitchFamily="18" charset="0"/>
                <a:cs typeface="Times New Roman" panose="02020603050405020304" pitchFamily="18" charset="0"/>
              </a:rPr>
              <a:t> No				</a:t>
            </a:r>
          </a:p>
          <a:p>
            <a:pPr marL="342900" indent="-342900">
              <a:buFont typeface="+mj-lt"/>
              <a:buAutoNum type="alphaLcParenR"/>
            </a:pPr>
            <a:r>
              <a:rPr lang="en-US" sz="2600" dirty="0">
                <a:latin typeface="Times New Roman" panose="02020603050405020304" pitchFamily="18" charset="0"/>
                <a:cs typeface="Times New Roman" panose="02020603050405020304" pitchFamily="18" charset="0"/>
              </a:rPr>
              <a:t> You can’t tell from this diagram.</a:t>
            </a:r>
          </a:p>
          <a:p>
            <a:pPr marL="342900" indent="-342900">
              <a:buFont typeface="+mj-lt"/>
              <a:buAutoNum type="alphaLcParenR"/>
            </a:pPr>
            <a:endParaRPr lang="en-US" sz="2600" dirty="0">
              <a:latin typeface="Times New Roman" panose="02020603050405020304" pitchFamily="18" charset="0"/>
              <a:cs typeface="Times New Roman" panose="02020603050405020304" pitchFamily="18" charset="0"/>
            </a:endParaRPr>
          </a:p>
        </p:txBody>
      </p:sp>
      <p:sp>
        <p:nvSpPr>
          <p:cNvPr id="2" name="Title 3">
            <a:extLst>
              <a:ext uri="{FF2B5EF4-FFF2-40B4-BE49-F238E27FC236}">
                <a16:creationId xmlns:a16="http://schemas.microsoft.com/office/drawing/2014/main" id="{EFB197FA-9662-BA41-657A-6CFD591A510D}"/>
              </a:ext>
            </a:extLst>
          </p:cNvPr>
          <p:cNvSpPr txBox="1">
            <a:spLocks/>
          </p:cNvSpPr>
          <p:nvPr/>
        </p:nvSpPr>
        <p:spPr>
          <a:xfrm>
            <a:off x="0" y="-28830"/>
            <a:ext cx="12191999" cy="1089529"/>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dirty="0">
                <a:latin typeface="Times New Roman" panose="02020603050405020304" pitchFamily="18" charset="0"/>
                <a:ea typeface="STKaiti" panose="020B0503020204020204" pitchFamily="2" charset="-122"/>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Two equal-magnitude horizontal forces act on a box.  Is </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the object </a:t>
            </a:r>
            <a:r>
              <a:rPr lang="en-US" sz="36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accelerated</a:t>
            </a:r>
            <a:r>
              <a:rPr lang="en-US" sz="3600" dirty="0">
                <a:latin typeface="Times New Roman" panose="02020603050405020304" pitchFamily="18" charset="0"/>
                <a:cs typeface="Times New Roman" panose="02020603050405020304" pitchFamily="18" charset="0"/>
              </a:rPr>
              <a:t> horizontally?</a:t>
            </a:r>
            <a:endParaRPr lang="en-US" sz="3600" b="1" dirty="0">
              <a:latin typeface="Times New Roman" panose="02020603050405020304" pitchFamily="18" charset="0"/>
              <a:ea typeface="STKaiti" panose="020B0503020204020204" pitchFamily="2" charset="-122"/>
              <a:cs typeface="Times New Roman" panose="02020603050405020304" pitchFamily="18" charset="0"/>
            </a:endParaRPr>
          </a:p>
        </p:txBody>
      </p:sp>
    </p:spTree>
    <p:extLst>
      <p:ext uri="{BB962C8B-B14F-4D97-AF65-F5344CB8AC3E}">
        <p14:creationId xmlns:p14="http://schemas.microsoft.com/office/powerpoint/2010/main" val="30149176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9861" name="Picture 5" descr="04_p075a">
            <a:extLst>
              <a:ext uri="{FF2B5EF4-FFF2-40B4-BE49-F238E27FC236}">
                <a16:creationId xmlns:a16="http://schemas.microsoft.com/office/drawing/2014/main" id="{E6BAC7B7-C8C3-1ED7-029A-4C2A2666636A}"/>
              </a:ext>
            </a:extLst>
          </p:cNvPr>
          <p:cNvPicPr>
            <a:picLocks noChangeAspect="1" noChangeArrowheads="1"/>
          </p:cNvPicPr>
          <p:nvPr/>
        </p:nvPicPr>
        <p:blipFill>
          <a:blip r:embed="rId3"/>
          <a:srcRect/>
          <a:stretch>
            <a:fillRect/>
          </a:stretch>
        </p:blipFill>
        <p:spPr bwMode="auto">
          <a:xfrm>
            <a:off x="1658938" y="4732338"/>
            <a:ext cx="8856662" cy="1973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2" name="Text Box 4">
            <a:extLst>
              <a:ext uri="{FF2B5EF4-FFF2-40B4-BE49-F238E27FC236}">
                <a16:creationId xmlns:a16="http://schemas.microsoft.com/office/drawing/2014/main" id="{1142ADF4-B51C-BA07-9036-555652CE2C4C}"/>
              </a:ext>
            </a:extLst>
          </p:cNvPr>
          <p:cNvSpPr txBox="1">
            <a:spLocks noChangeArrowheads="1"/>
          </p:cNvSpPr>
          <p:nvPr/>
        </p:nvSpPr>
        <p:spPr bwMode="auto">
          <a:xfrm>
            <a:off x="5943600" y="2309813"/>
            <a:ext cx="4343400" cy="2092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defRPr/>
            </a:pPr>
            <a:r>
              <a:rPr lang="en-US" sz="2600" b="1" dirty="0">
                <a:latin typeface="Times New Roman" panose="02020603050405020304" pitchFamily="18" charset="0"/>
                <a:ea typeface="ＭＳ Ｐゴシック" charset="0"/>
                <a:cs typeface="Times New Roman" panose="02020603050405020304" pitchFamily="18" charset="0"/>
              </a:rPr>
              <a:t>Since the two forces are equal in size, and are in opposite directions, they cancel each other out and there is </a:t>
            </a:r>
            <a:r>
              <a:rPr lang="en-US" sz="2600" b="1" u="sng" dirty="0">
                <a:latin typeface="Times New Roman" panose="02020603050405020304" pitchFamily="18" charset="0"/>
                <a:ea typeface="ＭＳ Ｐゴシック" charset="0"/>
                <a:cs typeface="Times New Roman" panose="02020603050405020304" pitchFamily="18" charset="0"/>
              </a:rPr>
              <a:t>no acceleration</a:t>
            </a:r>
            <a:r>
              <a:rPr lang="en-US" sz="2600" b="1" dirty="0">
                <a:latin typeface="Times New Roman" panose="02020603050405020304" pitchFamily="18" charset="0"/>
                <a:ea typeface="ＭＳ Ｐゴシック" charset="0"/>
                <a:cs typeface="Times New Roman" panose="02020603050405020304" pitchFamily="18" charset="0"/>
              </a:rPr>
              <a:t>.</a:t>
            </a:r>
          </a:p>
        </p:txBody>
      </p:sp>
      <p:sp>
        <p:nvSpPr>
          <p:cNvPr id="3" name="TextBox 2">
            <a:extLst>
              <a:ext uri="{FF2B5EF4-FFF2-40B4-BE49-F238E27FC236}">
                <a16:creationId xmlns:a16="http://schemas.microsoft.com/office/drawing/2014/main" id="{2B6E9A14-4D53-DD03-7F24-265E689A0817}"/>
              </a:ext>
            </a:extLst>
          </p:cNvPr>
          <p:cNvSpPr txBox="1"/>
          <p:nvPr/>
        </p:nvSpPr>
        <p:spPr>
          <a:xfrm>
            <a:off x="2057400" y="2402920"/>
            <a:ext cx="4038600" cy="2092881"/>
          </a:xfrm>
          <a:prstGeom prst="rect">
            <a:avLst/>
          </a:prstGeom>
          <a:noFill/>
        </p:spPr>
        <p:txBody>
          <a:bodyPr wrap="square" rtlCol="0">
            <a:spAutoFit/>
          </a:bodyPr>
          <a:lstStyle/>
          <a:p>
            <a:pPr marL="342900" indent="-342900">
              <a:buFont typeface="+mj-lt"/>
              <a:buAutoNum type="alphaLcParenR"/>
            </a:pPr>
            <a:r>
              <a:rPr lang="en-US" sz="2600" dirty="0">
                <a:latin typeface="Times New Roman" panose="02020603050405020304" pitchFamily="18" charset="0"/>
                <a:cs typeface="Times New Roman" panose="02020603050405020304" pitchFamily="18" charset="0"/>
              </a:rPr>
              <a:t> </a:t>
            </a:r>
            <a:r>
              <a:rPr lang="en-US" sz="2600" dirty="0">
                <a:solidFill>
                  <a:schemeClr val="bg2">
                    <a:lumMod val="60000"/>
                    <a:lumOff val="40000"/>
                  </a:schemeClr>
                </a:solidFill>
                <a:latin typeface="Times New Roman" panose="02020603050405020304" pitchFamily="18" charset="0"/>
                <a:cs typeface="Times New Roman" panose="02020603050405020304" pitchFamily="18" charset="0"/>
              </a:rPr>
              <a:t>Yes	</a:t>
            </a:r>
            <a:r>
              <a:rPr lang="en-US" sz="2600" dirty="0">
                <a:latin typeface="Times New Roman" panose="02020603050405020304" pitchFamily="18" charset="0"/>
                <a:cs typeface="Times New Roman" panose="02020603050405020304" pitchFamily="18" charset="0"/>
              </a:rPr>
              <a:t>			</a:t>
            </a:r>
          </a:p>
          <a:p>
            <a:pPr marL="342900" indent="-342900">
              <a:buFont typeface="+mj-lt"/>
              <a:buAutoNum type="alphaLcParenR"/>
            </a:pPr>
            <a:r>
              <a:rPr lang="en-US" sz="2600" dirty="0">
                <a:latin typeface="Times New Roman" panose="02020603050405020304" pitchFamily="18" charset="0"/>
                <a:cs typeface="Times New Roman" panose="02020603050405020304" pitchFamily="18" charset="0"/>
              </a:rPr>
              <a:t> </a:t>
            </a:r>
            <a:r>
              <a:rPr lang="en-US" sz="2600" b="1" dirty="0">
                <a:latin typeface="Times New Roman" panose="02020603050405020304" pitchFamily="18" charset="0"/>
                <a:cs typeface="Times New Roman" panose="02020603050405020304" pitchFamily="18" charset="0"/>
              </a:rPr>
              <a:t>No</a:t>
            </a:r>
            <a:r>
              <a:rPr lang="en-US" sz="2600" dirty="0">
                <a:latin typeface="Times New Roman" panose="02020603050405020304" pitchFamily="18" charset="0"/>
                <a:cs typeface="Times New Roman" panose="02020603050405020304" pitchFamily="18" charset="0"/>
              </a:rPr>
              <a:t>				</a:t>
            </a:r>
          </a:p>
          <a:p>
            <a:pPr marL="342900" indent="-342900">
              <a:buFont typeface="+mj-lt"/>
              <a:buAutoNum type="alphaLcParenR"/>
            </a:pPr>
            <a:r>
              <a:rPr lang="en-US" sz="2600" dirty="0">
                <a:latin typeface="Times New Roman" panose="02020603050405020304" pitchFamily="18" charset="0"/>
                <a:cs typeface="Times New Roman" panose="02020603050405020304" pitchFamily="18" charset="0"/>
              </a:rPr>
              <a:t> </a:t>
            </a:r>
            <a:r>
              <a:rPr lang="en-US" sz="2600" dirty="0">
                <a:solidFill>
                  <a:schemeClr val="bg2">
                    <a:lumMod val="60000"/>
                    <a:lumOff val="40000"/>
                  </a:schemeClr>
                </a:solidFill>
                <a:latin typeface="Times New Roman" panose="02020603050405020304" pitchFamily="18" charset="0"/>
                <a:cs typeface="Times New Roman" panose="02020603050405020304" pitchFamily="18" charset="0"/>
              </a:rPr>
              <a:t>You can’t tell from this diagram.</a:t>
            </a:r>
          </a:p>
          <a:p>
            <a:pPr marL="342900" indent="-342900">
              <a:buFont typeface="+mj-lt"/>
              <a:buAutoNum type="alphaLcParenR"/>
            </a:pPr>
            <a:endParaRPr lang="en-US" sz="2600" dirty="0">
              <a:latin typeface="Times New Roman" panose="02020603050405020304" pitchFamily="18" charset="0"/>
              <a:cs typeface="Times New Roman" panose="02020603050405020304" pitchFamily="18" charset="0"/>
            </a:endParaRPr>
          </a:p>
        </p:txBody>
      </p:sp>
      <p:sp>
        <p:nvSpPr>
          <p:cNvPr id="6" name="Title 3">
            <a:extLst>
              <a:ext uri="{FF2B5EF4-FFF2-40B4-BE49-F238E27FC236}">
                <a16:creationId xmlns:a16="http://schemas.microsoft.com/office/drawing/2014/main" id="{B757B261-6FE5-993C-0489-47C263167FB4}"/>
              </a:ext>
            </a:extLst>
          </p:cNvPr>
          <p:cNvSpPr txBox="1">
            <a:spLocks/>
          </p:cNvSpPr>
          <p:nvPr/>
        </p:nvSpPr>
        <p:spPr>
          <a:xfrm>
            <a:off x="0" y="-13197"/>
            <a:ext cx="12191999" cy="1089529"/>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dirty="0">
                <a:latin typeface="Times New Roman" panose="02020603050405020304" pitchFamily="18" charset="0"/>
                <a:ea typeface="STKaiti" panose="020B0503020204020204" pitchFamily="2" charset="-122"/>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Two equal-magnitude horizontal forces act on a box.  Is </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the object </a:t>
            </a:r>
            <a:r>
              <a:rPr lang="en-US" sz="36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accelerated </a:t>
            </a:r>
            <a:r>
              <a:rPr lang="en-US" sz="3600" dirty="0">
                <a:latin typeface="Times New Roman" panose="02020603050405020304" pitchFamily="18" charset="0"/>
                <a:cs typeface="Times New Roman" panose="02020603050405020304" pitchFamily="18" charset="0"/>
              </a:rPr>
              <a:t>horizontally?</a:t>
            </a:r>
            <a:endParaRPr lang="en-US" sz="3600" b="1" dirty="0">
              <a:latin typeface="Times New Roman" panose="02020603050405020304" pitchFamily="18" charset="0"/>
              <a:ea typeface="STKaiti" panose="020B0503020204020204" pitchFamily="2" charset="-122"/>
              <a:cs typeface="Times New Roman" panose="02020603050405020304" pitchFamily="18" charset="0"/>
            </a:endParaRPr>
          </a:p>
        </p:txBody>
      </p:sp>
    </p:spTree>
    <p:extLst>
      <p:ext uri="{BB962C8B-B14F-4D97-AF65-F5344CB8AC3E}">
        <p14:creationId xmlns:p14="http://schemas.microsoft.com/office/powerpoint/2010/main" val="28785423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1909" name="Picture 5" descr="04_p075a">
            <a:extLst>
              <a:ext uri="{FF2B5EF4-FFF2-40B4-BE49-F238E27FC236}">
                <a16:creationId xmlns:a16="http://schemas.microsoft.com/office/drawing/2014/main" id="{CDBFE996-41D6-D260-239E-F169CFA38EB9}"/>
              </a:ext>
            </a:extLst>
          </p:cNvPr>
          <p:cNvPicPr>
            <a:picLocks noChangeAspect="1" noChangeArrowheads="1"/>
          </p:cNvPicPr>
          <p:nvPr/>
        </p:nvPicPr>
        <p:blipFill>
          <a:blip r:embed="rId3"/>
          <a:srcRect/>
          <a:stretch>
            <a:fillRect/>
          </a:stretch>
        </p:blipFill>
        <p:spPr bwMode="auto">
          <a:xfrm>
            <a:off x="2133600" y="4093466"/>
            <a:ext cx="7620000" cy="1697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3" name="TextBox 2">
            <a:extLst>
              <a:ext uri="{FF2B5EF4-FFF2-40B4-BE49-F238E27FC236}">
                <a16:creationId xmlns:a16="http://schemas.microsoft.com/office/drawing/2014/main" id="{DECC2295-0B51-3EB5-BC44-6EDE1C2F74C7}"/>
              </a:ext>
            </a:extLst>
          </p:cNvPr>
          <p:cNvSpPr txBox="1"/>
          <p:nvPr/>
        </p:nvSpPr>
        <p:spPr>
          <a:xfrm>
            <a:off x="1828800" y="1591154"/>
            <a:ext cx="4495800" cy="2092881"/>
          </a:xfrm>
          <a:prstGeom prst="rect">
            <a:avLst/>
          </a:prstGeom>
          <a:noFill/>
        </p:spPr>
        <p:txBody>
          <a:bodyPr wrap="square" rtlCol="0">
            <a:spAutoFit/>
          </a:bodyPr>
          <a:lstStyle/>
          <a:p>
            <a:pPr marL="342900" indent="-342900">
              <a:buFont typeface="+mj-lt"/>
              <a:buAutoNum type="alphaLcParenR"/>
            </a:pPr>
            <a:r>
              <a:rPr lang="en-US" sz="2600" dirty="0">
                <a:latin typeface="Times New Roman" panose="02020603050405020304" pitchFamily="18" charset="0"/>
                <a:cs typeface="Times New Roman" panose="02020603050405020304" pitchFamily="18" charset="0"/>
              </a:rPr>
              <a:t> Yes	, it is possible for</a:t>
            </a:r>
          </a:p>
          <a:p>
            <a:r>
              <a:rPr lang="en-US" sz="2600" dirty="0">
                <a:latin typeface="Times New Roman" panose="02020603050405020304" pitchFamily="18" charset="0"/>
                <a:cs typeface="Times New Roman" panose="02020603050405020304" pitchFamily="18" charset="0"/>
              </a:rPr>
              <a:t>     the object to be moving.</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b) No, it is impossible for</a:t>
            </a:r>
          </a:p>
          <a:p>
            <a:r>
              <a:rPr lang="en-US" sz="2600" dirty="0">
                <a:latin typeface="Times New Roman" panose="02020603050405020304" pitchFamily="18" charset="0"/>
                <a:cs typeface="Times New Roman" panose="02020603050405020304" pitchFamily="18" charset="0"/>
              </a:rPr>
              <a:t>    the object to be moving.	</a:t>
            </a:r>
          </a:p>
        </p:txBody>
      </p:sp>
      <p:sp>
        <p:nvSpPr>
          <p:cNvPr id="2" name="Title 3">
            <a:extLst>
              <a:ext uri="{FF2B5EF4-FFF2-40B4-BE49-F238E27FC236}">
                <a16:creationId xmlns:a16="http://schemas.microsoft.com/office/drawing/2014/main" id="{3E2F2679-D0C2-C686-0A0B-3A8DB04D022C}"/>
              </a:ext>
            </a:extLst>
          </p:cNvPr>
          <p:cNvSpPr txBox="1">
            <a:spLocks/>
          </p:cNvSpPr>
          <p:nvPr/>
        </p:nvSpPr>
        <p:spPr>
          <a:xfrm>
            <a:off x="0" y="-13198"/>
            <a:ext cx="12191999" cy="1089529"/>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dirty="0">
                <a:latin typeface="Times New Roman" panose="02020603050405020304" pitchFamily="18" charset="0"/>
                <a:ea typeface="STKaiti" panose="020B0503020204020204" pitchFamily="2" charset="-122"/>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Is it possible that the box is </a:t>
            </a:r>
            <a:r>
              <a:rPr lang="en-US" sz="36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moving</a:t>
            </a:r>
            <a:r>
              <a:rPr lang="en-US" sz="3600" dirty="0">
                <a:latin typeface="Times New Roman" panose="02020603050405020304" pitchFamily="18" charset="0"/>
                <a:cs typeface="Times New Roman" panose="02020603050405020304" pitchFamily="18" charset="0"/>
              </a:rPr>
              <a:t>, when two forces equal in size but opposite in direction are applied?</a:t>
            </a:r>
            <a:endParaRPr lang="en-US" sz="3600" b="1" dirty="0">
              <a:latin typeface="Times New Roman" panose="02020603050405020304" pitchFamily="18" charset="0"/>
              <a:ea typeface="STKaiti" panose="020B0503020204020204" pitchFamily="2" charset="-122"/>
              <a:cs typeface="Times New Roman" panose="02020603050405020304" pitchFamily="18" charset="0"/>
            </a:endParaRPr>
          </a:p>
        </p:txBody>
      </p:sp>
    </p:spTree>
    <p:extLst>
      <p:ext uri="{BB962C8B-B14F-4D97-AF65-F5344CB8AC3E}">
        <p14:creationId xmlns:p14="http://schemas.microsoft.com/office/powerpoint/2010/main" val="36886535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8" name="Text Box 4">
            <a:extLst>
              <a:ext uri="{FF2B5EF4-FFF2-40B4-BE49-F238E27FC236}">
                <a16:creationId xmlns:a16="http://schemas.microsoft.com/office/drawing/2014/main" id="{4D9CFEE2-790E-38F8-563F-A59EA0C47AB3}"/>
              </a:ext>
            </a:extLst>
          </p:cNvPr>
          <p:cNvSpPr txBox="1">
            <a:spLocks noChangeArrowheads="1"/>
          </p:cNvSpPr>
          <p:nvPr/>
        </p:nvSpPr>
        <p:spPr bwMode="auto">
          <a:xfrm>
            <a:off x="6400800" y="1783140"/>
            <a:ext cx="41910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defRPr/>
            </a:pPr>
            <a:r>
              <a:rPr lang="en-US" sz="2400" b="1" dirty="0">
                <a:latin typeface="Times New Roman" panose="02020603050405020304" pitchFamily="18" charset="0"/>
                <a:ea typeface="ＭＳ Ｐゴシック" charset="0"/>
                <a:cs typeface="Times New Roman" panose="02020603050405020304" pitchFamily="18" charset="0"/>
              </a:rPr>
              <a:t>Even though the forces cancel each other, it is possible that the object is moving at </a:t>
            </a:r>
            <a:r>
              <a:rPr lang="en-US" sz="2400" b="1" u="sng" dirty="0">
                <a:latin typeface="Times New Roman" panose="02020603050405020304" pitchFamily="18" charset="0"/>
                <a:ea typeface="ＭＳ Ｐゴシック" charset="0"/>
                <a:cs typeface="Times New Roman" panose="02020603050405020304" pitchFamily="18" charset="0"/>
              </a:rPr>
              <a:t>constant speed</a:t>
            </a:r>
            <a:r>
              <a:rPr lang="en-US" sz="2400" b="1" dirty="0">
                <a:latin typeface="Times New Roman" panose="02020603050405020304" pitchFamily="18" charset="0"/>
                <a:ea typeface="ＭＳ Ｐゴシック" charset="0"/>
                <a:cs typeface="Times New Roman" panose="02020603050405020304" pitchFamily="18" charset="0"/>
              </a:rPr>
              <a:t>.</a:t>
            </a:r>
          </a:p>
        </p:txBody>
      </p:sp>
      <p:pic>
        <p:nvPicPr>
          <p:cNvPr id="251909" name="Picture 5" descr="04_p075a">
            <a:extLst>
              <a:ext uri="{FF2B5EF4-FFF2-40B4-BE49-F238E27FC236}">
                <a16:creationId xmlns:a16="http://schemas.microsoft.com/office/drawing/2014/main" id="{CDBFE996-41D6-D260-239E-F169CFA38EB9}"/>
              </a:ext>
            </a:extLst>
          </p:cNvPr>
          <p:cNvPicPr>
            <a:picLocks noChangeAspect="1" noChangeArrowheads="1"/>
          </p:cNvPicPr>
          <p:nvPr/>
        </p:nvPicPr>
        <p:blipFill>
          <a:blip r:embed="rId3"/>
          <a:srcRect/>
          <a:stretch>
            <a:fillRect/>
          </a:stretch>
        </p:blipFill>
        <p:spPr bwMode="auto">
          <a:xfrm>
            <a:off x="2133600" y="3869266"/>
            <a:ext cx="7620000" cy="1697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grpSp>
        <p:nvGrpSpPr>
          <p:cNvPr id="2" name="Group 1">
            <a:extLst>
              <a:ext uri="{FF2B5EF4-FFF2-40B4-BE49-F238E27FC236}">
                <a16:creationId xmlns:a16="http://schemas.microsoft.com/office/drawing/2014/main" id="{B16CE424-7B8E-B5B2-12B6-FE2AACAAD117}"/>
              </a:ext>
            </a:extLst>
          </p:cNvPr>
          <p:cNvGrpSpPr/>
          <p:nvPr/>
        </p:nvGrpSpPr>
        <p:grpSpPr>
          <a:xfrm>
            <a:off x="6477000" y="5334000"/>
            <a:ext cx="4191000" cy="1447800"/>
            <a:chOff x="4953000" y="5334000"/>
            <a:chExt cx="4191000" cy="1447800"/>
          </a:xfrm>
          <a:solidFill>
            <a:schemeClr val="bg1">
              <a:lumMod val="85000"/>
            </a:schemeClr>
          </a:solidFill>
        </p:grpSpPr>
        <p:sp>
          <p:nvSpPr>
            <p:cNvPr id="7" name="AutoShape 30">
              <a:extLst>
                <a:ext uri="{FF2B5EF4-FFF2-40B4-BE49-F238E27FC236}">
                  <a16:creationId xmlns:a16="http://schemas.microsoft.com/office/drawing/2014/main" id="{4605F8FE-DDC0-4DFB-5937-5BA1557F1E72}"/>
                </a:ext>
              </a:extLst>
            </p:cNvPr>
            <p:cNvSpPr>
              <a:spLocks noChangeArrowheads="1"/>
            </p:cNvSpPr>
            <p:nvPr/>
          </p:nvSpPr>
          <p:spPr bwMode="auto">
            <a:xfrm>
              <a:off x="6400800" y="5334000"/>
              <a:ext cx="2743200" cy="1447800"/>
            </a:xfrm>
            <a:prstGeom prst="cloudCallout">
              <a:avLst>
                <a:gd name="adj1" fmla="val -60764"/>
                <a:gd name="adj2" fmla="val -13157"/>
              </a:avLst>
            </a:prstGeom>
            <a:grp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lgn="ctr">
                <a:defRPr/>
              </a:pPr>
              <a:r>
                <a:rPr lang="en-US" sz="1400" b="1" dirty="0">
                  <a:latin typeface="Arial" charset="0"/>
                  <a:ea typeface="ＭＳ Ｐゴシック" charset="0"/>
                </a:rPr>
                <a:t>Even today people still believe that a force is required to keep an object moving.</a:t>
              </a:r>
            </a:p>
          </p:txBody>
        </p:sp>
        <p:pic>
          <p:nvPicPr>
            <p:cNvPr id="8" name="Picture 29" descr="MCj04298070000[1]">
              <a:extLst>
                <a:ext uri="{FF2B5EF4-FFF2-40B4-BE49-F238E27FC236}">
                  <a16:creationId xmlns:a16="http://schemas.microsoft.com/office/drawing/2014/main" id="{AA8FFC6D-9C2E-C59E-1DE2-4B6BC274DD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3000" y="5654675"/>
              <a:ext cx="1165225" cy="10509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3" name="TextBox 2">
            <a:extLst>
              <a:ext uri="{FF2B5EF4-FFF2-40B4-BE49-F238E27FC236}">
                <a16:creationId xmlns:a16="http://schemas.microsoft.com/office/drawing/2014/main" id="{DECC2295-0B51-3EB5-BC44-6EDE1C2F74C7}"/>
              </a:ext>
            </a:extLst>
          </p:cNvPr>
          <p:cNvSpPr txBox="1"/>
          <p:nvPr/>
        </p:nvSpPr>
        <p:spPr>
          <a:xfrm>
            <a:off x="1828800" y="1793320"/>
            <a:ext cx="4495800" cy="2092881"/>
          </a:xfrm>
          <a:prstGeom prst="rect">
            <a:avLst/>
          </a:prstGeom>
          <a:noFill/>
        </p:spPr>
        <p:txBody>
          <a:bodyPr wrap="square" rtlCol="0">
            <a:spAutoFit/>
          </a:bodyPr>
          <a:lstStyle/>
          <a:p>
            <a:pPr marL="342900" indent="-342900">
              <a:buFont typeface="+mj-lt"/>
              <a:buAutoNum type="alphaLcParenR"/>
            </a:pPr>
            <a:r>
              <a:rPr lang="en-US" sz="2600" dirty="0">
                <a:latin typeface="Times New Roman" panose="02020603050405020304" pitchFamily="18" charset="0"/>
                <a:cs typeface="Times New Roman" panose="02020603050405020304" pitchFamily="18" charset="0"/>
              </a:rPr>
              <a:t> </a:t>
            </a:r>
            <a:r>
              <a:rPr lang="en-US" sz="2600" b="1" dirty="0">
                <a:latin typeface="Times New Roman" panose="02020603050405020304" pitchFamily="18" charset="0"/>
                <a:cs typeface="Times New Roman" panose="02020603050405020304" pitchFamily="18" charset="0"/>
              </a:rPr>
              <a:t>Yes	, it is possible for</a:t>
            </a:r>
          </a:p>
          <a:p>
            <a:r>
              <a:rPr lang="en-US" sz="2600" b="1" dirty="0">
                <a:latin typeface="Times New Roman" panose="02020603050405020304" pitchFamily="18" charset="0"/>
                <a:cs typeface="Times New Roman" panose="02020603050405020304" pitchFamily="18" charset="0"/>
              </a:rPr>
              <a:t>     the object to be moving.</a:t>
            </a:r>
          </a:p>
          <a:p>
            <a:endParaRPr lang="en-US" sz="2600" dirty="0">
              <a:latin typeface="Times New Roman" panose="02020603050405020304" pitchFamily="18" charset="0"/>
              <a:cs typeface="Times New Roman" panose="02020603050405020304" pitchFamily="18" charset="0"/>
            </a:endParaRPr>
          </a:p>
          <a:p>
            <a:r>
              <a:rPr lang="en-US" sz="2600" dirty="0">
                <a:solidFill>
                  <a:schemeClr val="bg2">
                    <a:lumMod val="60000"/>
                    <a:lumOff val="40000"/>
                  </a:schemeClr>
                </a:solidFill>
                <a:latin typeface="Times New Roman" panose="02020603050405020304" pitchFamily="18" charset="0"/>
                <a:cs typeface="Times New Roman" panose="02020603050405020304" pitchFamily="18" charset="0"/>
              </a:rPr>
              <a:t>b) No, it is impossible for</a:t>
            </a:r>
          </a:p>
          <a:p>
            <a:r>
              <a:rPr lang="en-US" sz="2600" dirty="0">
                <a:solidFill>
                  <a:schemeClr val="bg2">
                    <a:lumMod val="60000"/>
                    <a:lumOff val="40000"/>
                  </a:schemeClr>
                </a:solidFill>
                <a:latin typeface="Times New Roman" panose="02020603050405020304" pitchFamily="18" charset="0"/>
                <a:cs typeface="Times New Roman" panose="02020603050405020304" pitchFamily="18" charset="0"/>
              </a:rPr>
              <a:t>    the object to be moving.	</a:t>
            </a:r>
          </a:p>
        </p:txBody>
      </p:sp>
      <p:sp>
        <p:nvSpPr>
          <p:cNvPr id="9" name="Title 3">
            <a:extLst>
              <a:ext uri="{FF2B5EF4-FFF2-40B4-BE49-F238E27FC236}">
                <a16:creationId xmlns:a16="http://schemas.microsoft.com/office/drawing/2014/main" id="{190A5008-FAB1-29F0-464B-3B15F34B0B6B}"/>
              </a:ext>
            </a:extLst>
          </p:cNvPr>
          <p:cNvSpPr txBox="1">
            <a:spLocks/>
          </p:cNvSpPr>
          <p:nvPr/>
        </p:nvSpPr>
        <p:spPr>
          <a:xfrm>
            <a:off x="0" y="2434"/>
            <a:ext cx="12191999" cy="1089529"/>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dirty="0">
                <a:latin typeface="Times New Roman" panose="02020603050405020304" pitchFamily="18" charset="0"/>
                <a:ea typeface="STKaiti" panose="020B0503020204020204" pitchFamily="2" charset="-122"/>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Is it possible that the box is </a:t>
            </a:r>
            <a:r>
              <a:rPr lang="en-US" sz="36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moving</a:t>
            </a:r>
            <a:r>
              <a:rPr lang="en-US" sz="3600" dirty="0">
                <a:latin typeface="Times New Roman" panose="02020603050405020304" pitchFamily="18" charset="0"/>
                <a:cs typeface="Times New Roman" panose="02020603050405020304" pitchFamily="18" charset="0"/>
              </a:rPr>
              <a:t>, when two forces equal in size but opposite in direction are applied?</a:t>
            </a:r>
            <a:endParaRPr lang="en-US" sz="3600" b="1" dirty="0">
              <a:latin typeface="Times New Roman" panose="02020603050405020304" pitchFamily="18" charset="0"/>
              <a:ea typeface="STKaiti" panose="020B0503020204020204" pitchFamily="2" charset="-122"/>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B7EB1882-D143-4461-2EA0-652EEF55AB7B}"/>
              </a:ext>
            </a:extLst>
          </p:cNvPr>
          <p:cNvGrpSpPr/>
          <p:nvPr/>
        </p:nvGrpSpPr>
        <p:grpSpPr>
          <a:xfrm>
            <a:off x="2605166" y="1937655"/>
            <a:ext cx="6698731" cy="3380794"/>
            <a:chOff x="3949958" y="1090958"/>
            <a:chExt cx="7807819" cy="3486366"/>
          </a:xfrm>
        </p:grpSpPr>
        <p:sp>
          <p:nvSpPr>
            <p:cNvPr id="4" name="Rectangle 2">
              <a:extLst>
                <a:ext uri="{FF2B5EF4-FFF2-40B4-BE49-F238E27FC236}">
                  <a16:creationId xmlns:a16="http://schemas.microsoft.com/office/drawing/2014/main" id="{8DDFC87C-2BEB-9036-808A-D2AE4B01F384}"/>
                </a:ext>
              </a:extLst>
            </p:cNvPr>
            <p:cNvSpPr>
              <a:spLocks noChangeArrowheads="1"/>
            </p:cNvSpPr>
            <p:nvPr/>
          </p:nvSpPr>
          <p:spPr bwMode="auto">
            <a:xfrm>
              <a:off x="3949958" y="1090958"/>
              <a:ext cx="7807819" cy="3486366"/>
            </a:xfrm>
            <a:prstGeom prst="rect">
              <a:avLst/>
            </a:prstGeom>
            <a:solidFill>
              <a:schemeClr val="tx2">
                <a:lumMod val="10000"/>
                <a:lumOff val="90000"/>
              </a:schemeClr>
            </a:solidFill>
            <a:ln>
              <a:noFill/>
            </a:ln>
            <a:effectLst>
              <a:prstShdw prst="shdw17" dist="17961" dir="2700000">
                <a:srgbClr val="99993D">
                  <a:alpha val="74997"/>
                </a:srgb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fontAlgn="base">
                <a:spcBef>
                  <a:spcPct val="50000"/>
                </a:spcBef>
                <a:spcAft>
                  <a:spcPct val="0"/>
                </a:spcAft>
              </a:pPr>
              <a:endParaRPr lang="en-US">
                <a:solidFill>
                  <a:srgbClr val="000000"/>
                </a:solidFill>
                <a:latin typeface="Times New Roman" panose="02020603050405020304" pitchFamily="18" charset="0"/>
                <a:cs typeface="Times New Roman" panose="02020603050405020304" pitchFamily="18" charset="0"/>
              </a:endParaRPr>
            </a:p>
          </p:txBody>
        </p:sp>
        <p:grpSp>
          <p:nvGrpSpPr>
            <p:cNvPr id="5" name="Group 4">
              <a:extLst>
                <a:ext uri="{FF2B5EF4-FFF2-40B4-BE49-F238E27FC236}">
                  <a16:creationId xmlns:a16="http://schemas.microsoft.com/office/drawing/2014/main" id="{B1C51241-817C-B633-B50F-BFC03AAE8B75}"/>
                </a:ext>
              </a:extLst>
            </p:cNvPr>
            <p:cNvGrpSpPr/>
            <p:nvPr/>
          </p:nvGrpSpPr>
          <p:grpSpPr>
            <a:xfrm>
              <a:off x="4894910" y="1428817"/>
              <a:ext cx="6752956" cy="2590799"/>
              <a:chOff x="4894910" y="1428817"/>
              <a:chExt cx="6752956" cy="2590799"/>
            </a:xfrm>
          </p:grpSpPr>
          <p:grpSp>
            <p:nvGrpSpPr>
              <p:cNvPr id="6" name="Group 6">
                <a:extLst>
                  <a:ext uri="{FF2B5EF4-FFF2-40B4-BE49-F238E27FC236}">
                    <a16:creationId xmlns:a16="http://schemas.microsoft.com/office/drawing/2014/main" id="{649904A0-0C15-3368-057B-13AF7058A9E0}"/>
                  </a:ext>
                </a:extLst>
              </p:cNvPr>
              <p:cNvGrpSpPr>
                <a:grpSpLocks/>
              </p:cNvGrpSpPr>
              <p:nvPr/>
            </p:nvGrpSpPr>
            <p:grpSpPr bwMode="auto">
              <a:xfrm>
                <a:off x="4894910" y="1428817"/>
                <a:ext cx="3495675" cy="2590799"/>
                <a:chOff x="534" y="2409"/>
                <a:chExt cx="2202" cy="1632"/>
              </a:xfrm>
            </p:grpSpPr>
            <p:sp>
              <p:nvSpPr>
                <p:cNvPr id="8" name="Oval 7">
                  <a:extLst>
                    <a:ext uri="{FF2B5EF4-FFF2-40B4-BE49-F238E27FC236}">
                      <a16:creationId xmlns:a16="http://schemas.microsoft.com/office/drawing/2014/main" id="{891DC703-F3C7-7FAB-75AF-BF9BA2306513}"/>
                    </a:ext>
                  </a:extLst>
                </p:cNvPr>
                <p:cNvSpPr>
                  <a:spLocks noChangeArrowheads="1"/>
                </p:cNvSpPr>
                <p:nvPr/>
              </p:nvSpPr>
              <p:spPr bwMode="auto">
                <a:xfrm>
                  <a:off x="534" y="2649"/>
                  <a:ext cx="666" cy="629"/>
                </a:xfrm>
                <a:prstGeom prst="ellipse">
                  <a:avLst/>
                </a:prstGeom>
                <a:gradFill rotWithShape="1">
                  <a:gsLst>
                    <a:gs pos="0">
                      <a:srgbClr val="996633"/>
                    </a:gs>
                    <a:gs pos="100000">
                      <a:srgbClr val="996633">
                        <a:gamma/>
                        <a:shade val="46275"/>
                        <a:invGamma/>
                      </a:srgbClr>
                    </a:gs>
                  </a:gsLst>
                  <a:path path="rect">
                    <a:fillToRect l="100000" b="10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50000"/>
                    </a:spcBef>
                    <a:spcAft>
                      <a:spcPct val="0"/>
                    </a:spcAft>
                    <a:defRPr/>
                  </a:pPr>
                  <a:endParaRPr lang="en-US">
                    <a:solidFill>
                      <a:srgbClr val="000000"/>
                    </a:solidFill>
                    <a:latin typeface="Times New Roman" panose="02020603050405020304" pitchFamily="18" charset="0"/>
                    <a:cs typeface="Times New Roman" panose="02020603050405020304" pitchFamily="18" charset="0"/>
                  </a:endParaRPr>
                </a:p>
              </p:txBody>
            </p:sp>
            <p:sp>
              <p:nvSpPr>
                <p:cNvPr id="9" name="Oval 8">
                  <a:extLst>
                    <a:ext uri="{FF2B5EF4-FFF2-40B4-BE49-F238E27FC236}">
                      <a16:creationId xmlns:a16="http://schemas.microsoft.com/office/drawing/2014/main" id="{383F2216-AD9C-1051-B936-8B41254A7C38}"/>
                    </a:ext>
                  </a:extLst>
                </p:cNvPr>
                <p:cNvSpPr>
                  <a:spLocks noChangeArrowheads="1"/>
                </p:cNvSpPr>
                <p:nvPr/>
              </p:nvSpPr>
              <p:spPr bwMode="auto">
                <a:xfrm>
                  <a:off x="864" y="2745"/>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50000"/>
                    </a:spcBef>
                    <a:spcAft>
                      <a:spcPct val="0"/>
                    </a:spcAft>
                    <a:defRPr/>
                  </a:pPr>
                  <a:endParaRPr lang="en-US">
                    <a:solidFill>
                      <a:srgbClr val="000000"/>
                    </a:solidFill>
                    <a:latin typeface="Times New Roman" panose="02020603050405020304" pitchFamily="18" charset="0"/>
                    <a:cs typeface="Times New Roman" panose="02020603050405020304" pitchFamily="18" charset="0"/>
                  </a:endParaRPr>
                </a:p>
              </p:txBody>
            </p:sp>
            <p:sp>
              <p:nvSpPr>
                <p:cNvPr id="10" name="Oval 9">
                  <a:extLst>
                    <a:ext uri="{FF2B5EF4-FFF2-40B4-BE49-F238E27FC236}">
                      <a16:creationId xmlns:a16="http://schemas.microsoft.com/office/drawing/2014/main" id="{1653D60B-8C8A-096D-2337-C3A7BE98AA2E}"/>
                    </a:ext>
                  </a:extLst>
                </p:cNvPr>
                <p:cNvSpPr>
                  <a:spLocks noChangeArrowheads="1"/>
                </p:cNvSpPr>
                <p:nvPr/>
              </p:nvSpPr>
              <p:spPr bwMode="auto">
                <a:xfrm>
                  <a:off x="960" y="2841"/>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50000"/>
                    </a:spcBef>
                    <a:spcAft>
                      <a:spcPct val="0"/>
                    </a:spcAft>
                    <a:defRPr/>
                  </a:pPr>
                  <a:endParaRPr lang="en-US">
                    <a:solidFill>
                      <a:srgbClr val="000000"/>
                    </a:solidFill>
                    <a:latin typeface="Times New Roman" panose="02020603050405020304" pitchFamily="18" charset="0"/>
                    <a:cs typeface="Times New Roman" panose="02020603050405020304" pitchFamily="18" charset="0"/>
                  </a:endParaRPr>
                </a:p>
              </p:txBody>
            </p:sp>
            <p:sp>
              <p:nvSpPr>
                <p:cNvPr id="11" name="Oval 10">
                  <a:extLst>
                    <a:ext uri="{FF2B5EF4-FFF2-40B4-BE49-F238E27FC236}">
                      <a16:creationId xmlns:a16="http://schemas.microsoft.com/office/drawing/2014/main" id="{DF586120-8609-252D-6E92-07710C89E0AE}"/>
                    </a:ext>
                  </a:extLst>
                </p:cNvPr>
                <p:cNvSpPr>
                  <a:spLocks noChangeArrowheads="1"/>
                </p:cNvSpPr>
                <p:nvPr/>
              </p:nvSpPr>
              <p:spPr bwMode="auto">
                <a:xfrm>
                  <a:off x="816" y="2889"/>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50000"/>
                    </a:spcBef>
                    <a:spcAft>
                      <a:spcPct val="0"/>
                    </a:spcAft>
                    <a:defRPr/>
                  </a:pPr>
                  <a:endParaRPr lang="en-US">
                    <a:solidFill>
                      <a:srgbClr val="000000"/>
                    </a:solidFill>
                    <a:latin typeface="Times New Roman" panose="02020603050405020304" pitchFamily="18" charset="0"/>
                    <a:cs typeface="Times New Roman" panose="02020603050405020304" pitchFamily="18" charset="0"/>
                  </a:endParaRPr>
                </a:p>
              </p:txBody>
            </p:sp>
            <p:sp>
              <p:nvSpPr>
                <p:cNvPr id="12" name="Line 11">
                  <a:extLst>
                    <a:ext uri="{FF2B5EF4-FFF2-40B4-BE49-F238E27FC236}">
                      <a16:creationId xmlns:a16="http://schemas.microsoft.com/office/drawing/2014/main" id="{D1460849-97BA-239D-C429-8AC5E3057873}"/>
                    </a:ext>
                  </a:extLst>
                </p:cNvPr>
                <p:cNvSpPr>
                  <a:spLocks noChangeShapeType="1"/>
                </p:cNvSpPr>
                <p:nvPr/>
              </p:nvSpPr>
              <p:spPr bwMode="auto">
                <a:xfrm>
                  <a:off x="1200" y="3033"/>
                  <a:ext cx="288" cy="0"/>
                </a:xfrm>
                <a:prstGeom prst="line">
                  <a:avLst/>
                </a:prstGeom>
                <a:noFill/>
                <a:ln w="38100">
                  <a:solidFill>
                    <a:srgbClr val="92D05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50000"/>
                    </a:spcBef>
                    <a:spcAft>
                      <a:spcPct val="0"/>
                    </a:spcAft>
                    <a:defRPr/>
                  </a:pPr>
                  <a:endParaRPr lang="en-US">
                    <a:solidFill>
                      <a:srgbClr val="000000"/>
                    </a:solidFill>
                    <a:latin typeface="Times New Roman" panose="02020603050405020304" pitchFamily="18" charset="0"/>
                    <a:cs typeface="Times New Roman" panose="02020603050405020304" pitchFamily="18" charset="0"/>
                  </a:endParaRPr>
                </a:p>
              </p:txBody>
            </p:sp>
            <p:sp>
              <p:nvSpPr>
                <p:cNvPr id="13" name="Line 12">
                  <a:extLst>
                    <a:ext uri="{FF2B5EF4-FFF2-40B4-BE49-F238E27FC236}">
                      <a16:creationId xmlns:a16="http://schemas.microsoft.com/office/drawing/2014/main" id="{6ABEBFDE-B96D-20DB-D709-016D543F2AE2}"/>
                    </a:ext>
                  </a:extLst>
                </p:cNvPr>
                <p:cNvSpPr>
                  <a:spLocks noChangeShapeType="1"/>
                </p:cNvSpPr>
                <p:nvPr/>
              </p:nvSpPr>
              <p:spPr bwMode="auto">
                <a:xfrm>
                  <a:off x="1200" y="3753"/>
                  <a:ext cx="576"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50000"/>
                    </a:spcBef>
                    <a:spcAft>
                      <a:spcPct val="0"/>
                    </a:spcAft>
                    <a:defRPr/>
                  </a:pPr>
                  <a:endParaRPr lang="en-US">
                    <a:solidFill>
                      <a:srgbClr val="000000"/>
                    </a:solidFill>
                    <a:latin typeface="Times New Roman" panose="02020603050405020304" pitchFamily="18" charset="0"/>
                    <a:cs typeface="Times New Roman" panose="02020603050405020304" pitchFamily="18" charset="0"/>
                  </a:endParaRPr>
                </a:p>
              </p:txBody>
            </p:sp>
            <p:sp>
              <p:nvSpPr>
                <p:cNvPr id="14" name="Line 13">
                  <a:extLst>
                    <a:ext uri="{FF2B5EF4-FFF2-40B4-BE49-F238E27FC236}">
                      <a16:creationId xmlns:a16="http://schemas.microsoft.com/office/drawing/2014/main" id="{BCF99BCF-0971-AEC1-D596-F705B0B90712}"/>
                    </a:ext>
                  </a:extLst>
                </p:cNvPr>
                <p:cNvSpPr>
                  <a:spLocks noChangeShapeType="1"/>
                </p:cNvSpPr>
                <p:nvPr/>
              </p:nvSpPr>
              <p:spPr bwMode="auto">
                <a:xfrm>
                  <a:off x="1200" y="3801"/>
                  <a:ext cx="1248" cy="0"/>
                </a:xfrm>
                <a:prstGeom prst="line">
                  <a:avLst/>
                </a:prstGeom>
                <a:noFill/>
                <a:ln w="38100">
                  <a:solidFill>
                    <a:schemeClr val="accent6">
                      <a:lumMod val="60000"/>
                      <a:lumOff val="4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50000"/>
                    </a:spcBef>
                    <a:spcAft>
                      <a:spcPct val="0"/>
                    </a:spcAft>
                    <a:defRPr/>
                  </a:pPr>
                  <a:endParaRPr lang="en-US">
                    <a:solidFill>
                      <a:srgbClr val="000000"/>
                    </a:solidFill>
                    <a:latin typeface="Times New Roman" panose="02020603050405020304" pitchFamily="18" charset="0"/>
                    <a:cs typeface="Times New Roman" panose="02020603050405020304" pitchFamily="18" charset="0"/>
                  </a:endParaRPr>
                </a:p>
              </p:txBody>
            </p:sp>
            <p:sp>
              <p:nvSpPr>
                <p:cNvPr id="15" name="Line 14">
                  <a:extLst>
                    <a:ext uri="{FF2B5EF4-FFF2-40B4-BE49-F238E27FC236}">
                      <a16:creationId xmlns:a16="http://schemas.microsoft.com/office/drawing/2014/main" id="{2913F4C0-D750-D50F-7B99-57A4ED78C3C6}"/>
                    </a:ext>
                  </a:extLst>
                </p:cNvPr>
                <p:cNvSpPr>
                  <a:spLocks noChangeShapeType="1"/>
                </p:cNvSpPr>
                <p:nvPr/>
              </p:nvSpPr>
              <p:spPr bwMode="auto">
                <a:xfrm>
                  <a:off x="1200" y="2985"/>
                  <a:ext cx="576"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50000"/>
                    </a:spcBef>
                    <a:spcAft>
                      <a:spcPct val="0"/>
                    </a:spcAft>
                    <a:defRPr/>
                  </a:pPr>
                  <a:endParaRPr lang="en-US">
                    <a:solidFill>
                      <a:srgbClr val="000000"/>
                    </a:solidFill>
                    <a:latin typeface="Times New Roman" panose="02020603050405020304" pitchFamily="18" charset="0"/>
                    <a:cs typeface="Times New Roman" panose="02020603050405020304" pitchFamily="18" charset="0"/>
                  </a:endParaRPr>
                </a:p>
              </p:txBody>
            </p:sp>
            <p:sp>
              <p:nvSpPr>
                <p:cNvPr id="17" name="Text Box 15">
                  <a:extLst>
                    <a:ext uri="{FF2B5EF4-FFF2-40B4-BE49-F238E27FC236}">
                      <a16:creationId xmlns:a16="http://schemas.microsoft.com/office/drawing/2014/main" id="{31693AEE-3699-66A1-891D-2E338CEEAA9B}"/>
                    </a:ext>
                  </a:extLst>
                </p:cNvPr>
                <p:cNvSpPr txBox="1">
                  <a:spLocks noChangeArrowheads="1"/>
                </p:cNvSpPr>
                <p:nvPr/>
              </p:nvSpPr>
              <p:spPr bwMode="auto">
                <a:xfrm>
                  <a:off x="1584" y="2754"/>
                  <a:ext cx="52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fontAlgn="base">
                    <a:spcBef>
                      <a:spcPct val="50000"/>
                    </a:spcBef>
                    <a:spcAft>
                      <a:spcPct val="0"/>
                    </a:spcAft>
                    <a:defRPr/>
                  </a:pPr>
                  <a:r>
                    <a:rPr lang="en-US" b="1" dirty="0">
                      <a:solidFill>
                        <a:srgbClr val="000000"/>
                      </a:solidFill>
                      <a:latin typeface="Times New Roman" panose="02020603050405020304" pitchFamily="18" charset="0"/>
                      <a:cs typeface="Times New Roman" panose="02020603050405020304" pitchFamily="18" charset="0"/>
                    </a:rPr>
                    <a:t>F</a:t>
                  </a:r>
                </a:p>
              </p:txBody>
            </p:sp>
            <p:sp>
              <p:nvSpPr>
                <p:cNvPr id="18" name="Text Box 16">
                  <a:extLst>
                    <a:ext uri="{FF2B5EF4-FFF2-40B4-BE49-F238E27FC236}">
                      <a16:creationId xmlns:a16="http://schemas.microsoft.com/office/drawing/2014/main" id="{B963C925-1C07-4967-AFAD-4FB6C896A4F6}"/>
                    </a:ext>
                  </a:extLst>
                </p:cNvPr>
                <p:cNvSpPr txBox="1">
                  <a:spLocks noChangeArrowheads="1"/>
                </p:cNvSpPr>
                <p:nvPr/>
              </p:nvSpPr>
              <p:spPr bwMode="auto">
                <a:xfrm>
                  <a:off x="1584" y="3522"/>
                  <a:ext cx="52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fontAlgn="base">
                    <a:spcBef>
                      <a:spcPct val="50000"/>
                    </a:spcBef>
                    <a:spcAft>
                      <a:spcPct val="0"/>
                    </a:spcAft>
                    <a:defRPr/>
                  </a:pPr>
                  <a:r>
                    <a:rPr lang="en-US" b="1">
                      <a:solidFill>
                        <a:srgbClr val="000000"/>
                      </a:solidFill>
                      <a:latin typeface="Times New Roman" panose="02020603050405020304" pitchFamily="18" charset="0"/>
                      <a:cs typeface="Times New Roman" panose="02020603050405020304" pitchFamily="18" charset="0"/>
                    </a:rPr>
                    <a:t>F</a:t>
                  </a:r>
                </a:p>
              </p:txBody>
            </p:sp>
            <p:sp>
              <p:nvSpPr>
                <p:cNvPr id="19" name="Text Box 17">
                  <a:extLst>
                    <a:ext uri="{FF2B5EF4-FFF2-40B4-BE49-F238E27FC236}">
                      <a16:creationId xmlns:a16="http://schemas.microsoft.com/office/drawing/2014/main" id="{DA66EF7F-D064-6633-4D95-87A1E44C7C3D}"/>
                    </a:ext>
                  </a:extLst>
                </p:cNvPr>
                <p:cNvSpPr txBox="1">
                  <a:spLocks noChangeArrowheads="1"/>
                </p:cNvSpPr>
                <p:nvPr/>
              </p:nvSpPr>
              <p:spPr bwMode="auto">
                <a:xfrm>
                  <a:off x="2208" y="3801"/>
                  <a:ext cx="52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fontAlgn="base">
                    <a:spcBef>
                      <a:spcPct val="50000"/>
                    </a:spcBef>
                    <a:spcAft>
                      <a:spcPct val="0"/>
                    </a:spcAft>
                    <a:defRPr/>
                  </a:pPr>
                  <a:r>
                    <a:rPr lang="en-US" b="1">
                      <a:solidFill>
                        <a:srgbClr val="000000"/>
                      </a:solidFill>
                      <a:latin typeface="Times New Roman" panose="02020603050405020304" pitchFamily="18" charset="0"/>
                      <a:cs typeface="Times New Roman" panose="02020603050405020304" pitchFamily="18" charset="0"/>
                    </a:rPr>
                    <a:t>a</a:t>
                  </a:r>
                </a:p>
              </p:txBody>
            </p:sp>
            <p:sp>
              <p:nvSpPr>
                <p:cNvPr id="20" name="Text Box 18">
                  <a:extLst>
                    <a:ext uri="{FF2B5EF4-FFF2-40B4-BE49-F238E27FC236}">
                      <a16:creationId xmlns:a16="http://schemas.microsoft.com/office/drawing/2014/main" id="{371B8C43-E269-ED33-8172-CCA7759733D1}"/>
                    </a:ext>
                  </a:extLst>
                </p:cNvPr>
                <p:cNvSpPr txBox="1">
                  <a:spLocks noChangeArrowheads="1"/>
                </p:cNvSpPr>
                <p:nvPr/>
              </p:nvSpPr>
              <p:spPr bwMode="auto">
                <a:xfrm>
                  <a:off x="1296" y="3033"/>
                  <a:ext cx="52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fontAlgn="base">
                    <a:spcBef>
                      <a:spcPct val="50000"/>
                    </a:spcBef>
                    <a:spcAft>
                      <a:spcPct val="0"/>
                    </a:spcAft>
                    <a:defRPr/>
                  </a:pPr>
                  <a:r>
                    <a:rPr lang="en-US" b="1">
                      <a:solidFill>
                        <a:srgbClr val="000000"/>
                      </a:solidFill>
                      <a:latin typeface="Times New Roman" panose="02020603050405020304" pitchFamily="18" charset="0"/>
                      <a:cs typeface="Times New Roman" panose="02020603050405020304" pitchFamily="18" charset="0"/>
                    </a:rPr>
                    <a:t>a</a:t>
                  </a:r>
                </a:p>
              </p:txBody>
            </p:sp>
            <p:sp>
              <p:nvSpPr>
                <p:cNvPr id="21" name="Text Box 19">
                  <a:extLst>
                    <a:ext uri="{FF2B5EF4-FFF2-40B4-BE49-F238E27FC236}">
                      <a16:creationId xmlns:a16="http://schemas.microsoft.com/office/drawing/2014/main" id="{EEC991AB-6EE9-B36D-2C0D-6678C64F69B9}"/>
                    </a:ext>
                  </a:extLst>
                </p:cNvPr>
                <p:cNvSpPr txBox="1">
                  <a:spLocks noChangeArrowheads="1"/>
                </p:cNvSpPr>
                <p:nvPr/>
              </p:nvSpPr>
              <p:spPr bwMode="auto">
                <a:xfrm>
                  <a:off x="720" y="2409"/>
                  <a:ext cx="52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fontAlgn="base">
                    <a:spcBef>
                      <a:spcPct val="50000"/>
                    </a:spcBef>
                    <a:spcAft>
                      <a:spcPct val="0"/>
                    </a:spcAft>
                    <a:defRPr/>
                  </a:pPr>
                  <a:r>
                    <a:rPr lang="en-US" i="1">
                      <a:solidFill>
                        <a:srgbClr val="000000"/>
                      </a:solidFill>
                      <a:latin typeface="Times New Roman" panose="02020603050405020304" pitchFamily="18" charset="0"/>
                      <a:cs typeface="Times New Roman" panose="02020603050405020304" pitchFamily="18" charset="0"/>
                    </a:rPr>
                    <a:t>m</a:t>
                  </a:r>
                  <a:r>
                    <a:rPr lang="en-US" i="1" baseline="-25000">
                      <a:solidFill>
                        <a:srgbClr val="000000"/>
                      </a:solidFill>
                      <a:latin typeface="Times New Roman" panose="02020603050405020304" pitchFamily="18" charset="0"/>
                      <a:cs typeface="Times New Roman" panose="02020603050405020304" pitchFamily="18" charset="0"/>
                    </a:rPr>
                    <a:t>1</a:t>
                  </a:r>
                  <a:endParaRPr lang="en-US" i="1">
                    <a:solidFill>
                      <a:srgbClr val="000000"/>
                    </a:solidFill>
                    <a:latin typeface="Times New Roman" panose="02020603050405020304" pitchFamily="18" charset="0"/>
                    <a:cs typeface="Times New Roman" panose="02020603050405020304" pitchFamily="18" charset="0"/>
                  </a:endParaRPr>
                </a:p>
              </p:txBody>
            </p:sp>
            <p:sp>
              <p:nvSpPr>
                <p:cNvPr id="22" name="Text Box 20">
                  <a:extLst>
                    <a:ext uri="{FF2B5EF4-FFF2-40B4-BE49-F238E27FC236}">
                      <a16:creationId xmlns:a16="http://schemas.microsoft.com/office/drawing/2014/main" id="{EE11E057-FC96-8C81-0290-82879FC1D1FB}"/>
                    </a:ext>
                  </a:extLst>
                </p:cNvPr>
                <p:cNvSpPr txBox="1">
                  <a:spLocks noChangeArrowheads="1"/>
                </p:cNvSpPr>
                <p:nvPr/>
              </p:nvSpPr>
              <p:spPr bwMode="auto">
                <a:xfrm>
                  <a:off x="912" y="3417"/>
                  <a:ext cx="52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fontAlgn="base">
                    <a:spcBef>
                      <a:spcPct val="50000"/>
                    </a:spcBef>
                    <a:spcAft>
                      <a:spcPct val="0"/>
                    </a:spcAft>
                    <a:defRPr/>
                  </a:pPr>
                  <a:r>
                    <a:rPr lang="en-US" i="1">
                      <a:solidFill>
                        <a:srgbClr val="000000"/>
                      </a:solidFill>
                      <a:latin typeface="Times New Roman" panose="02020603050405020304" pitchFamily="18" charset="0"/>
                      <a:cs typeface="Times New Roman" panose="02020603050405020304" pitchFamily="18" charset="0"/>
                    </a:rPr>
                    <a:t>m</a:t>
                  </a:r>
                  <a:r>
                    <a:rPr lang="en-US" i="1" baseline="-25000">
                      <a:solidFill>
                        <a:srgbClr val="000000"/>
                      </a:solidFill>
                      <a:latin typeface="Times New Roman" panose="02020603050405020304" pitchFamily="18" charset="0"/>
                      <a:cs typeface="Times New Roman" panose="02020603050405020304" pitchFamily="18" charset="0"/>
                    </a:rPr>
                    <a:t>2</a:t>
                  </a:r>
                  <a:endParaRPr lang="en-US" i="1">
                    <a:solidFill>
                      <a:srgbClr val="000000"/>
                    </a:solidFill>
                    <a:latin typeface="Times New Roman" panose="02020603050405020304" pitchFamily="18" charset="0"/>
                    <a:cs typeface="Times New Roman" panose="02020603050405020304" pitchFamily="18" charset="0"/>
                  </a:endParaRPr>
                </a:p>
              </p:txBody>
            </p:sp>
            <p:sp>
              <p:nvSpPr>
                <p:cNvPr id="23" name="Line 21">
                  <a:extLst>
                    <a:ext uri="{FF2B5EF4-FFF2-40B4-BE49-F238E27FC236}">
                      <a16:creationId xmlns:a16="http://schemas.microsoft.com/office/drawing/2014/main" id="{8D86C2B6-7A03-2364-AD4C-BC9C318C2AA8}"/>
                    </a:ext>
                  </a:extLst>
                </p:cNvPr>
                <p:cNvSpPr>
                  <a:spLocks noChangeShapeType="1"/>
                </p:cNvSpPr>
                <p:nvPr/>
              </p:nvSpPr>
              <p:spPr bwMode="auto">
                <a:xfrm>
                  <a:off x="1632" y="3561"/>
                  <a:ext cx="96" cy="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50000"/>
                    </a:spcBef>
                    <a:spcAft>
                      <a:spcPct val="0"/>
                    </a:spcAft>
                    <a:defRPr/>
                  </a:pPr>
                  <a:endParaRPr lang="en-US">
                    <a:solidFill>
                      <a:srgbClr val="000000"/>
                    </a:solidFill>
                    <a:latin typeface="Times New Roman" panose="02020603050405020304" pitchFamily="18" charset="0"/>
                    <a:cs typeface="Times New Roman" panose="02020603050405020304" pitchFamily="18" charset="0"/>
                  </a:endParaRPr>
                </a:p>
              </p:txBody>
            </p:sp>
            <p:sp>
              <p:nvSpPr>
                <p:cNvPr id="24" name="Line 22">
                  <a:extLst>
                    <a:ext uri="{FF2B5EF4-FFF2-40B4-BE49-F238E27FC236}">
                      <a16:creationId xmlns:a16="http://schemas.microsoft.com/office/drawing/2014/main" id="{C9ECBC0A-3E4D-9144-DF46-DE83896D0690}"/>
                    </a:ext>
                  </a:extLst>
                </p:cNvPr>
                <p:cNvSpPr>
                  <a:spLocks noChangeShapeType="1"/>
                </p:cNvSpPr>
                <p:nvPr/>
              </p:nvSpPr>
              <p:spPr bwMode="auto">
                <a:xfrm>
                  <a:off x="1632" y="2793"/>
                  <a:ext cx="96" cy="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50000"/>
                    </a:spcBef>
                    <a:spcAft>
                      <a:spcPct val="0"/>
                    </a:spcAft>
                    <a:defRPr/>
                  </a:pPr>
                  <a:endParaRPr lang="en-US">
                    <a:solidFill>
                      <a:srgbClr val="000000"/>
                    </a:solidFill>
                    <a:latin typeface="Times New Roman" panose="02020603050405020304" pitchFamily="18" charset="0"/>
                    <a:cs typeface="Times New Roman" panose="02020603050405020304" pitchFamily="18" charset="0"/>
                  </a:endParaRPr>
                </a:p>
              </p:txBody>
            </p:sp>
            <p:sp>
              <p:nvSpPr>
                <p:cNvPr id="25" name="Line 23">
                  <a:extLst>
                    <a:ext uri="{FF2B5EF4-FFF2-40B4-BE49-F238E27FC236}">
                      <a16:creationId xmlns:a16="http://schemas.microsoft.com/office/drawing/2014/main" id="{B26DC5B0-AB00-C84F-81F1-0388033C9FE9}"/>
                    </a:ext>
                  </a:extLst>
                </p:cNvPr>
                <p:cNvSpPr>
                  <a:spLocks noChangeShapeType="1"/>
                </p:cNvSpPr>
                <p:nvPr/>
              </p:nvSpPr>
              <p:spPr bwMode="auto">
                <a:xfrm>
                  <a:off x="1344" y="3081"/>
                  <a:ext cx="96" cy="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50000"/>
                    </a:spcBef>
                    <a:spcAft>
                      <a:spcPct val="0"/>
                    </a:spcAft>
                    <a:defRPr/>
                  </a:pPr>
                  <a:endParaRPr lang="en-US">
                    <a:solidFill>
                      <a:srgbClr val="000000"/>
                    </a:solidFill>
                    <a:latin typeface="Times New Roman" panose="02020603050405020304" pitchFamily="18" charset="0"/>
                    <a:cs typeface="Times New Roman" panose="02020603050405020304" pitchFamily="18" charset="0"/>
                  </a:endParaRPr>
                </a:p>
              </p:txBody>
            </p:sp>
            <p:sp>
              <p:nvSpPr>
                <p:cNvPr id="26" name="Line 24">
                  <a:extLst>
                    <a:ext uri="{FF2B5EF4-FFF2-40B4-BE49-F238E27FC236}">
                      <a16:creationId xmlns:a16="http://schemas.microsoft.com/office/drawing/2014/main" id="{C9EB56BD-7C51-13B7-15A1-72EF92E05BFA}"/>
                    </a:ext>
                  </a:extLst>
                </p:cNvPr>
                <p:cNvSpPr>
                  <a:spLocks noChangeShapeType="1"/>
                </p:cNvSpPr>
                <p:nvPr/>
              </p:nvSpPr>
              <p:spPr bwMode="auto">
                <a:xfrm>
                  <a:off x="2256" y="3849"/>
                  <a:ext cx="96" cy="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50000"/>
                    </a:spcBef>
                    <a:spcAft>
                      <a:spcPct val="0"/>
                    </a:spcAft>
                    <a:defRPr/>
                  </a:pPr>
                  <a:endParaRPr lang="en-US">
                    <a:solidFill>
                      <a:srgbClr val="000000"/>
                    </a:solidFill>
                    <a:latin typeface="Times New Roman" panose="02020603050405020304" pitchFamily="18" charset="0"/>
                    <a:cs typeface="Times New Roman" panose="02020603050405020304" pitchFamily="18" charset="0"/>
                  </a:endParaRPr>
                </a:p>
              </p:txBody>
            </p:sp>
            <p:grpSp>
              <p:nvGrpSpPr>
                <p:cNvPr id="27" name="Group 25">
                  <a:extLst>
                    <a:ext uri="{FF2B5EF4-FFF2-40B4-BE49-F238E27FC236}">
                      <a16:creationId xmlns:a16="http://schemas.microsoft.com/office/drawing/2014/main" id="{911567B9-AE78-551F-2367-543AC105F47D}"/>
                    </a:ext>
                  </a:extLst>
                </p:cNvPr>
                <p:cNvGrpSpPr>
                  <a:grpSpLocks/>
                </p:cNvGrpSpPr>
                <p:nvPr/>
              </p:nvGrpSpPr>
              <p:grpSpPr bwMode="auto">
                <a:xfrm>
                  <a:off x="912" y="3648"/>
                  <a:ext cx="288" cy="288"/>
                  <a:chOff x="816" y="3696"/>
                  <a:chExt cx="288" cy="288"/>
                </a:xfrm>
              </p:grpSpPr>
              <p:sp>
                <p:nvSpPr>
                  <p:cNvPr id="28" name="Oval 26">
                    <a:extLst>
                      <a:ext uri="{FF2B5EF4-FFF2-40B4-BE49-F238E27FC236}">
                        <a16:creationId xmlns:a16="http://schemas.microsoft.com/office/drawing/2014/main" id="{B1F24024-7D53-9DA3-79DC-52A768D91C60}"/>
                      </a:ext>
                    </a:extLst>
                  </p:cNvPr>
                  <p:cNvSpPr>
                    <a:spLocks noChangeArrowheads="1"/>
                  </p:cNvSpPr>
                  <p:nvPr/>
                </p:nvSpPr>
                <p:spPr bwMode="auto">
                  <a:xfrm>
                    <a:off x="816" y="3696"/>
                    <a:ext cx="288" cy="28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50000"/>
                      </a:spcBef>
                      <a:spcAft>
                        <a:spcPct val="0"/>
                      </a:spcAft>
                      <a:defRPr/>
                    </a:pPr>
                    <a:endParaRPr lang="en-US">
                      <a:solidFill>
                        <a:srgbClr val="000000"/>
                      </a:solidFill>
                      <a:latin typeface="Times New Roman" panose="02020603050405020304" pitchFamily="18" charset="0"/>
                      <a:cs typeface="Times New Roman" panose="02020603050405020304" pitchFamily="18" charset="0"/>
                    </a:endParaRPr>
                  </a:p>
                </p:txBody>
              </p:sp>
              <p:sp>
                <p:nvSpPr>
                  <p:cNvPr id="29" name="Arc 27">
                    <a:extLst>
                      <a:ext uri="{FF2B5EF4-FFF2-40B4-BE49-F238E27FC236}">
                        <a16:creationId xmlns:a16="http://schemas.microsoft.com/office/drawing/2014/main" id="{650E9A37-5176-C1A4-E942-5F986904B4F9}"/>
                      </a:ext>
                    </a:extLst>
                  </p:cNvPr>
                  <p:cNvSpPr>
                    <a:spLocks/>
                  </p:cNvSpPr>
                  <p:nvPr/>
                </p:nvSpPr>
                <p:spPr bwMode="auto">
                  <a:xfrm flipV="1">
                    <a:off x="864" y="3696"/>
                    <a:ext cx="48" cy="2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50000"/>
                      </a:spcBef>
                      <a:spcAft>
                        <a:spcPct val="0"/>
                      </a:spcAft>
                      <a:defRPr/>
                    </a:pPr>
                    <a:endParaRPr lang="en-US">
                      <a:solidFill>
                        <a:srgbClr val="000000"/>
                      </a:solidFill>
                      <a:latin typeface="Times New Roman" panose="02020603050405020304" pitchFamily="18" charset="0"/>
                      <a:cs typeface="Times New Roman" panose="02020603050405020304" pitchFamily="18" charset="0"/>
                    </a:endParaRPr>
                  </a:p>
                </p:txBody>
              </p:sp>
              <p:sp>
                <p:nvSpPr>
                  <p:cNvPr id="30" name="Arc 28">
                    <a:extLst>
                      <a:ext uri="{FF2B5EF4-FFF2-40B4-BE49-F238E27FC236}">
                        <a16:creationId xmlns:a16="http://schemas.microsoft.com/office/drawing/2014/main" id="{896EC936-5E4A-9EE5-C30A-D165767899AC}"/>
                      </a:ext>
                    </a:extLst>
                  </p:cNvPr>
                  <p:cNvSpPr>
                    <a:spLocks/>
                  </p:cNvSpPr>
                  <p:nvPr/>
                </p:nvSpPr>
                <p:spPr bwMode="auto">
                  <a:xfrm flipH="1">
                    <a:off x="1008" y="3744"/>
                    <a:ext cx="48" cy="2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50000"/>
                      </a:spcBef>
                      <a:spcAft>
                        <a:spcPct val="0"/>
                      </a:spcAft>
                      <a:defRPr/>
                    </a:pPr>
                    <a:endParaRPr lang="en-US">
                      <a:solidFill>
                        <a:srgbClr val="000000"/>
                      </a:solidFill>
                      <a:latin typeface="Times New Roman" panose="02020603050405020304" pitchFamily="18" charset="0"/>
                      <a:cs typeface="Times New Roman" panose="02020603050405020304" pitchFamily="18" charset="0"/>
                    </a:endParaRPr>
                  </a:p>
                </p:txBody>
              </p:sp>
            </p:grpSp>
          </p:grpSp>
          <p:sp>
            <p:nvSpPr>
              <p:cNvPr id="7" name="Text Box 29">
                <a:extLst>
                  <a:ext uri="{FF2B5EF4-FFF2-40B4-BE49-F238E27FC236}">
                    <a16:creationId xmlns:a16="http://schemas.microsoft.com/office/drawing/2014/main" id="{D1D9726A-7D99-70D1-62F6-A7AEF13C4CF2}"/>
                  </a:ext>
                </a:extLst>
              </p:cNvPr>
              <p:cNvSpPr txBox="1">
                <a:spLocks noChangeArrowheads="1"/>
              </p:cNvSpPr>
              <p:nvPr/>
            </p:nvSpPr>
            <p:spPr bwMode="auto">
              <a:xfrm>
                <a:off x="7914065" y="1789012"/>
                <a:ext cx="3733801" cy="1999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fontAlgn="base">
                  <a:spcBef>
                    <a:spcPct val="50000"/>
                  </a:spcBef>
                  <a:spcAft>
                    <a:spcPct val="0"/>
                  </a:spcAft>
                  <a:defRPr/>
                </a:pPr>
                <a:r>
                  <a:rPr lang="en-US" sz="2000" dirty="0">
                    <a:solidFill>
                      <a:srgbClr val="000000"/>
                    </a:solidFill>
                    <a:latin typeface="Times New Roman" panose="02020603050405020304" pitchFamily="18" charset="0"/>
                    <a:cs typeface="Times New Roman" panose="02020603050405020304" pitchFamily="18" charset="0"/>
                  </a:rPr>
                  <a:t>The smaller-mass object experiences a larger acceleration than the larger-mass object when </a:t>
                </a:r>
                <a:r>
                  <a:rPr lang="en-US" sz="2000" u="sng" dirty="0">
                    <a:latin typeface="Times New Roman" panose="02020603050405020304" pitchFamily="18" charset="0"/>
                    <a:cs typeface="Times New Roman" panose="02020603050405020304" pitchFamily="18" charset="0"/>
                  </a:rPr>
                  <a:t>identical forces </a:t>
                </a:r>
                <a:r>
                  <a:rPr lang="en-US" sz="2000" dirty="0">
                    <a:solidFill>
                      <a:srgbClr val="000000"/>
                    </a:solidFill>
                    <a:latin typeface="Times New Roman" panose="02020603050405020304" pitchFamily="18" charset="0"/>
                    <a:cs typeface="Times New Roman" panose="02020603050405020304" pitchFamily="18" charset="0"/>
                  </a:rPr>
                  <a:t>are applied to the two objects.</a:t>
                </a:r>
              </a:p>
            </p:txBody>
          </p:sp>
        </p:grpSp>
      </p:grpSp>
      <p:sp>
        <p:nvSpPr>
          <p:cNvPr id="32" name="Title 3">
            <a:extLst>
              <a:ext uri="{FF2B5EF4-FFF2-40B4-BE49-F238E27FC236}">
                <a16:creationId xmlns:a16="http://schemas.microsoft.com/office/drawing/2014/main" id="{B187070B-81E9-F4D7-346E-E166BC83E40D}"/>
              </a:ext>
            </a:extLst>
          </p:cNvPr>
          <p:cNvSpPr txBox="1">
            <a:spLocks/>
          </p:cNvSpPr>
          <p:nvPr/>
        </p:nvSpPr>
        <p:spPr>
          <a:xfrm>
            <a:off x="0" y="15795"/>
            <a:ext cx="12192000" cy="646331"/>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ea typeface="STKaiti" panose="020B0503020204020204" pitchFamily="2" charset="-122"/>
                <a:cs typeface="Times New Roman" panose="02020603050405020304" pitchFamily="18" charset="0"/>
              </a:rPr>
              <a:t>5.3 Newton’s </a:t>
            </a:r>
            <a:r>
              <a:rPr lang="en-US" sz="40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Second</a:t>
            </a:r>
            <a:r>
              <a:rPr lang="en-US" sz="4000" b="1" dirty="0">
                <a:latin typeface="Times New Roman" panose="02020603050405020304" pitchFamily="18" charset="0"/>
                <a:ea typeface="STKaiti" panose="020B0503020204020204" pitchFamily="2" charset="-122"/>
                <a:cs typeface="Times New Roman" panose="02020603050405020304" pitchFamily="18" charset="0"/>
              </a:rPr>
              <a:t> Law  </a:t>
            </a:r>
            <a:r>
              <a:rPr lang="en-US" sz="3200" b="1" dirty="0">
                <a:latin typeface="Times New Roman" panose="02020603050405020304" pitchFamily="18" charset="0"/>
                <a:ea typeface="STKaiti" panose="020B0503020204020204" pitchFamily="2" charset="-122"/>
                <a:cs typeface="Times New Roman" panose="02020603050405020304" pitchFamily="18" charset="0"/>
              </a:rPr>
              <a:t> </a:t>
            </a:r>
          </a:p>
        </p:txBody>
      </p:sp>
    </p:spTree>
    <p:extLst>
      <p:ext uri="{BB962C8B-B14F-4D97-AF65-F5344CB8AC3E}">
        <p14:creationId xmlns:p14="http://schemas.microsoft.com/office/powerpoint/2010/main" val="1720308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A12ED727-EBE6-40D4-9A67-0FE1418C5851}"/>
              </a:ext>
            </a:extLst>
          </p:cNvPr>
          <p:cNvPicPr>
            <a:picLocks noChangeAspect="1"/>
          </p:cNvPicPr>
          <p:nvPr/>
        </p:nvPicPr>
        <p:blipFill>
          <a:blip r:embed="rId2"/>
          <a:stretch>
            <a:fillRect/>
          </a:stretch>
        </p:blipFill>
        <p:spPr>
          <a:xfrm>
            <a:off x="809954" y="1211461"/>
            <a:ext cx="11073311" cy="4864873"/>
          </a:xfrm>
          <a:prstGeom prst="rect">
            <a:avLst/>
          </a:prstGeom>
        </p:spPr>
      </p:pic>
      <p:sp>
        <p:nvSpPr>
          <p:cNvPr id="2" name="Title 1">
            <a:extLst>
              <a:ext uri="{FF2B5EF4-FFF2-40B4-BE49-F238E27FC236}">
                <a16:creationId xmlns:a16="http://schemas.microsoft.com/office/drawing/2014/main" id="{FE0CFB88-1F5A-0CCA-65E4-33301541DF5C}"/>
              </a:ext>
            </a:extLst>
          </p:cNvPr>
          <p:cNvSpPr txBox="1">
            <a:spLocks/>
          </p:cNvSpPr>
          <p:nvPr/>
        </p:nvSpPr>
        <p:spPr>
          <a:xfrm>
            <a:off x="1981200" y="10869"/>
            <a:ext cx="8229600" cy="1121740"/>
          </a:xfrm>
          <a:prstGeom prst="rect">
            <a:avLst/>
          </a:prstGeom>
        </p:spPr>
        <p:txBody>
          <a:bodyPr/>
          <a:lstStyle>
            <a:lvl1pPr algn="ctr" defTabSz="914400" rtl="0" eaLnBrk="1" latinLnBrk="0" hangingPunct="1">
              <a:spcBef>
                <a:spcPct val="0"/>
              </a:spcBef>
              <a:buNone/>
              <a:defRPr sz="4400" b="1" kern="1200">
                <a:solidFill>
                  <a:schemeClr val="bg1"/>
                </a:solidFill>
                <a:latin typeface="Times New Roman" panose="02020603050405020304" pitchFamily="18" charset="0"/>
                <a:ea typeface="+mj-ea"/>
                <a:cs typeface="Times New Roman" panose="02020603050405020304" pitchFamily="18" charset="0"/>
              </a:defRPr>
            </a:lvl1pPr>
          </a:lstStyle>
          <a:p>
            <a:r>
              <a:rPr lang="en-US"/>
              <a:t>5.3 Newton’s Second Law</a:t>
            </a:r>
            <a:endParaRPr lang="en-US" dirty="0"/>
          </a:p>
        </p:txBody>
      </p:sp>
      <p:sp>
        <p:nvSpPr>
          <p:cNvPr id="5" name="Title 3">
            <a:extLst>
              <a:ext uri="{FF2B5EF4-FFF2-40B4-BE49-F238E27FC236}">
                <a16:creationId xmlns:a16="http://schemas.microsoft.com/office/drawing/2014/main" id="{46BC5057-896E-B38B-ED2D-CA385AC7DC20}"/>
              </a:ext>
            </a:extLst>
          </p:cNvPr>
          <p:cNvSpPr txBox="1">
            <a:spLocks/>
          </p:cNvSpPr>
          <p:nvPr/>
        </p:nvSpPr>
        <p:spPr>
          <a:xfrm>
            <a:off x="0" y="7980"/>
            <a:ext cx="12192000" cy="646331"/>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ea typeface="STKaiti" panose="020B0503020204020204" pitchFamily="2" charset="-122"/>
                <a:cs typeface="Times New Roman" panose="02020603050405020304" pitchFamily="18" charset="0"/>
              </a:rPr>
              <a:t>5.3 Newton’s </a:t>
            </a:r>
            <a:r>
              <a:rPr lang="en-US" sz="40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Second</a:t>
            </a:r>
            <a:r>
              <a:rPr lang="en-US" sz="4000" b="1" dirty="0">
                <a:latin typeface="Times New Roman" panose="02020603050405020304" pitchFamily="18" charset="0"/>
                <a:ea typeface="STKaiti" panose="020B0503020204020204" pitchFamily="2" charset="-122"/>
                <a:cs typeface="Times New Roman" panose="02020603050405020304" pitchFamily="18" charset="0"/>
              </a:rPr>
              <a:t> Law  </a:t>
            </a:r>
            <a:r>
              <a:rPr lang="en-US" sz="3200" b="1" dirty="0">
                <a:latin typeface="Times New Roman" panose="02020603050405020304" pitchFamily="18" charset="0"/>
                <a:ea typeface="STKaiti" panose="020B0503020204020204" pitchFamily="2" charset="-122"/>
                <a:cs typeface="Times New Roman" panose="02020603050405020304" pitchFamily="18" charset="0"/>
              </a:rPr>
              <a:t> </a:t>
            </a:r>
          </a:p>
        </p:txBody>
      </p:sp>
    </p:spTree>
    <p:extLst>
      <p:ext uri="{BB962C8B-B14F-4D97-AF65-F5344CB8AC3E}">
        <p14:creationId xmlns:p14="http://schemas.microsoft.com/office/powerpoint/2010/main" val="36724062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267" name="Object 4">
                <a:extLst>
                  <a:ext uri="{FF2B5EF4-FFF2-40B4-BE49-F238E27FC236}">
                    <a16:creationId xmlns:a16="http://schemas.microsoft.com/office/drawing/2014/main" id="{AA24116C-31CC-AE17-2C26-5B7433433184}"/>
                  </a:ext>
                </a:extLst>
              </p:cNvPr>
              <p:cNvSpPr txBox="1"/>
              <p:nvPr/>
            </p:nvSpPr>
            <p:spPr bwMode="auto">
              <a:xfrm>
                <a:off x="5742994" y="6097588"/>
                <a:ext cx="1276738" cy="608012"/>
              </a:xfrm>
              <a:prstGeom prst="rect">
                <a:avLst/>
              </a:prstGeom>
              <a:solidFill>
                <a:schemeClr val="bg1">
                  <a:lumMod val="85000"/>
                </a:schemeClr>
              </a:solidFill>
              <a:ln>
                <a:noFill/>
              </a:ln>
              <a:effectLst>
                <a:outerShdw blurRad="63500" dist="17961" dir="2700000" algn="ctr" rotWithShape="0">
                  <a:srgbClr val="99993D">
                    <a:alpha val="74997"/>
                  </a:srgbClr>
                </a:outerShdw>
              </a:effectLst>
            </p:spPr>
            <p:txBody>
              <a:bodyPr>
                <a:normAutofit/>
              </a:bodyPr>
              <a:lstStyle/>
              <a:p>
                <a:pPr/>
                <a14:m>
                  <m:oMathPara xmlns:m="http://schemas.openxmlformats.org/officeDocument/2006/math">
                    <m:oMathParaPr>
                      <m:jc m:val="left"/>
                    </m:oMathParaPr>
                    <m:oMath>
                      <m:acc>
                        <m:accPr>
                          <m:chr m:val="⃗"/>
                          <m:ctrlPr>
                            <a:rPr lang="en-US" sz="2800" b="1" i="1" dirty="0">
                              <a:latin typeface="Cambria Math" panose="02040503050406030204" pitchFamily="18" charset="0"/>
                              <a:ea typeface="Cambria Math" panose="02040503050406030204" pitchFamily="18" charset="0"/>
                            </a:rPr>
                          </m:ctrlPr>
                        </m:accPr>
                        <m:e>
                          <m:r>
                            <a:rPr lang="en-US" sz="2800" b="1" i="1" dirty="0">
                              <a:latin typeface="Cambria Math" panose="02040503050406030204" pitchFamily="18" charset="0"/>
                              <a:ea typeface="Cambria Math" panose="02040503050406030204" pitchFamily="18" charset="0"/>
                            </a:rPr>
                            <m:t>𝒂</m:t>
                          </m:r>
                        </m:e>
                      </m:acc>
                      <m:r>
                        <a:rPr lang="en-US" sz="2800" b="1" i="1" dirty="0">
                          <a:latin typeface="Cambria Math" panose="02040503050406030204" pitchFamily="18" charset="0"/>
                          <a:ea typeface="Cambria Math" panose="02040503050406030204" pitchFamily="18" charset="0"/>
                        </a:rPr>
                        <m:t>≠</m:t>
                      </m:r>
                      <m:r>
                        <a:rPr lang="en-US" sz="2800" b="1" i="1" dirty="0">
                          <a:latin typeface="Cambria Math" panose="02040503050406030204" pitchFamily="18" charset="0"/>
                          <a:ea typeface="Cambria Math" panose="02040503050406030204" pitchFamily="18" charset="0"/>
                        </a:rPr>
                        <m:t>𝟎</m:t>
                      </m:r>
                    </m:oMath>
                  </m:oMathPara>
                </a14:m>
                <a:endParaRPr lang="en-US" sz="2800" dirty="0"/>
              </a:p>
            </p:txBody>
          </p:sp>
        </mc:Choice>
        <mc:Fallback xmlns="">
          <p:sp>
            <p:nvSpPr>
              <p:cNvPr id="11267" name="Object 4">
                <a:extLst>
                  <a:ext uri="{FF2B5EF4-FFF2-40B4-BE49-F238E27FC236}">
                    <a16:creationId xmlns:a16="http://schemas.microsoft.com/office/drawing/2014/main" id="{AA24116C-31CC-AE17-2C26-5B7433433184}"/>
                  </a:ext>
                </a:extLst>
              </p:cNvPr>
              <p:cNvSpPr txBox="1">
                <a:spLocks noRot="1" noChangeAspect="1" noMove="1" noResize="1" noEditPoints="1" noAdjustHandles="1" noChangeArrowheads="1" noChangeShapeType="1" noTextEdit="1"/>
              </p:cNvSpPr>
              <p:nvPr/>
            </p:nvSpPr>
            <p:spPr bwMode="auto">
              <a:xfrm>
                <a:off x="5742994" y="6097588"/>
                <a:ext cx="1276738" cy="608012"/>
              </a:xfrm>
              <a:prstGeom prst="rect">
                <a:avLst/>
              </a:prstGeom>
              <a:blipFill>
                <a:blip r:embed="rId3"/>
                <a:stretch>
                  <a:fillRect/>
                </a:stretch>
              </a:blipFill>
              <a:ln>
                <a:noFill/>
              </a:ln>
              <a:effectLst>
                <a:outerShdw blurRad="63500" dist="17961" dir="2700000" algn="ctr" rotWithShape="0">
                  <a:srgbClr val="99993D">
                    <a:alpha val="74997"/>
                  </a:srgbClr>
                </a:outerShdw>
              </a:effectLst>
            </p:spPr>
            <p:txBody>
              <a:bodyPr/>
              <a:lstStyle/>
              <a:p>
                <a:r>
                  <a:rPr lang="en-US">
                    <a:noFill/>
                  </a:rPr>
                  <a:t> </a:t>
                </a:r>
              </a:p>
            </p:txBody>
          </p:sp>
        </mc:Fallback>
      </mc:AlternateContent>
      <p:sp>
        <p:nvSpPr>
          <p:cNvPr id="11268" name="TextBox 1">
            <a:extLst>
              <a:ext uri="{FF2B5EF4-FFF2-40B4-BE49-F238E27FC236}">
                <a16:creationId xmlns:a16="http://schemas.microsoft.com/office/drawing/2014/main" id="{06603475-CBF2-9C5E-BC79-971D5C96D094}"/>
              </a:ext>
            </a:extLst>
          </p:cNvPr>
          <p:cNvSpPr txBox="1">
            <a:spLocks noChangeArrowheads="1"/>
          </p:cNvSpPr>
          <p:nvPr/>
        </p:nvSpPr>
        <p:spPr bwMode="auto">
          <a:xfrm>
            <a:off x="4616450" y="1295401"/>
            <a:ext cx="30035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2400" dirty="0">
                <a:latin typeface="Times New Roman" panose="02020603050405020304" pitchFamily="18" charset="0"/>
                <a:cs typeface="Times New Roman" panose="02020603050405020304" pitchFamily="18" charset="0"/>
              </a:rPr>
              <a:t>Net-Force non-zero </a:t>
            </a:r>
          </a:p>
        </p:txBody>
      </p:sp>
      <p:sp>
        <p:nvSpPr>
          <p:cNvPr id="11269" name="Down Arrow 8">
            <a:extLst>
              <a:ext uri="{FF2B5EF4-FFF2-40B4-BE49-F238E27FC236}">
                <a16:creationId xmlns:a16="http://schemas.microsoft.com/office/drawing/2014/main" id="{D8463B0F-3453-BA15-DCA1-B00524230124}"/>
              </a:ext>
            </a:extLst>
          </p:cNvPr>
          <p:cNvSpPr>
            <a:spLocks noChangeArrowheads="1"/>
          </p:cNvSpPr>
          <p:nvPr/>
        </p:nvSpPr>
        <p:spPr bwMode="auto">
          <a:xfrm>
            <a:off x="5867400" y="1828800"/>
            <a:ext cx="190500" cy="415766"/>
          </a:xfrm>
          <a:prstGeom prst="downArrow">
            <a:avLst>
              <a:gd name="adj1" fmla="val 50000"/>
              <a:gd name="adj2" fmla="val 49958"/>
            </a:avLst>
          </a:prstGeom>
          <a:solidFill>
            <a:schemeClr val="accent1"/>
          </a:solidFill>
          <a:ln w="9525" algn="ctr">
            <a:solidFill>
              <a:schemeClr val="tx1"/>
            </a:solidFill>
            <a:round/>
            <a:headEnd/>
            <a:tailEnd/>
          </a:ln>
        </p:spPr>
        <p:txBody>
          <a:bodyPr>
            <a:spAutoFit/>
          </a:bodyPr>
          <a:lstStyle>
            <a:lvl1pPr eaLnBrk="0" hangingPunct="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endParaRPr lang="en-US" altLang="en-US" sz="1800"/>
          </a:p>
        </p:txBody>
      </p:sp>
      <p:sp>
        <p:nvSpPr>
          <p:cNvPr id="11270" name="TextBox 12">
            <a:extLst>
              <a:ext uri="{FF2B5EF4-FFF2-40B4-BE49-F238E27FC236}">
                <a16:creationId xmlns:a16="http://schemas.microsoft.com/office/drawing/2014/main" id="{12DE5E54-1FAC-71A6-7232-905C87BB7C2A}"/>
              </a:ext>
            </a:extLst>
          </p:cNvPr>
          <p:cNvSpPr txBox="1">
            <a:spLocks noChangeArrowheads="1"/>
          </p:cNvSpPr>
          <p:nvPr/>
        </p:nvSpPr>
        <p:spPr bwMode="auto">
          <a:xfrm>
            <a:off x="4495800" y="2590801"/>
            <a:ext cx="3352800" cy="46166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2400" dirty="0">
                <a:latin typeface="Times New Roman" panose="02020603050405020304" pitchFamily="18" charset="0"/>
                <a:cs typeface="Times New Roman" panose="02020603050405020304" pitchFamily="18" charset="0"/>
              </a:rPr>
              <a:t>There is an </a:t>
            </a:r>
            <a:r>
              <a:rPr lang="en-US" altLang="en-US" sz="2400" b="1" u="sng" dirty="0">
                <a:latin typeface="Times New Roman" panose="02020603050405020304" pitchFamily="18" charset="0"/>
                <a:cs typeface="Times New Roman" panose="02020603050405020304" pitchFamily="18" charset="0"/>
              </a:rPr>
              <a:t>acceleration</a:t>
            </a:r>
            <a:r>
              <a:rPr lang="en-US" altLang="en-US" sz="2400" dirty="0">
                <a:latin typeface="Times New Roman" panose="02020603050405020304" pitchFamily="18" charset="0"/>
                <a:cs typeface="Times New Roman" panose="02020603050405020304" pitchFamily="18" charset="0"/>
              </a:rPr>
              <a:t> </a:t>
            </a:r>
          </a:p>
        </p:txBody>
      </p:sp>
      <p:sp>
        <p:nvSpPr>
          <p:cNvPr id="10" name="Left-Up Arrow 9">
            <a:extLst>
              <a:ext uri="{FF2B5EF4-FFF2-40B4-BE49-F238E27FC236}">
                <a16:creationId xmlns:a16="http://schemas.microsoft.com/office/drawing/2014/main" id="{EF3E6750-3F69-A4B6-9A0E-AC7B49C9F12B}"/>
              </a:ext>
            </a:extLst>
          </p:cNvPr>
          <p:cNvSpPr/>
          <p:nvPr/>
        </p:nvSpPr>
        <p:spPr bwMode="auto">
          <a:xfrm rot="13474942">
            <a:off x="5560804" y="3262917"/>
            <a:ext cx="1194286" cy="1345936"/>
          </a:xfrm>
          <a:prstGeom prst="leftUpArrow">
            <a:avLst>
              <a:gd name="adj1" fmla="val 7487"/>
              <a:gd name="adj2" fmla="val 9972"/>
              <a:gd name="adj3" fmla="val 25000"/>
            </a:avLst>
          </a:prstGeom>
          <a:solidFill>
            <a:schemeClr val="accent1"/>
          </a:solidFill>
          <a:ln w="9525" cap="flat" cmpd="sng" algn="ctr">
            <a:solidFill>
              <a:schemeClr val="tx1"/>
            </a:solidFill>
            <a:prstDash val="solid"/>
            <a:round/>
            <a:headEnd type="none" w="med" len="med"/>
            <a:tailEnd type="none" w="med" len="med"/>
          </a:ln>
          <a:effectLst/>
        </p:spPr>
        <p:txBody>
          <a:bodyPr wrap="square">
            <a:spAutoFit/>
          </a:bodyPr>
          <a:lstStyle/>
          <a:p>
            <a:pPr>
              <a:spcBef>
                <a:spcPct val="50000"/>
              </a:spcBef>
              <a:defRPr/>
            </a:pPr>
            <a:endParaRPr lang="en-US" dirty="0">
              <a:latin typeface="Arial" charset="0"/>
              <a:ea typeface="ＭＳ Ｐゴシック" charset="0"/>
            </a:endParaRPr>
          </a:p>
        </p:txBody>
      </p:sp>
      <p:sp>
        <p:nvSpPr>
          <p:cNvPr id="11272" name="TextBox 14">
            <a:extLst>
              <a:ext uri="{FF2B5EF4-FFF2-40B4-BE49-F238E27FC236}">
                <a16:creationId xmlns:a16="http://schemas.microsoft.com/office/drawing/2014/main" id="{70A2D81E-BB12-ABAF-8D2D-BD88F2059785}"/>
              </a:ext>
            </a:extLst>
          </p:cNvPr>
          <p:cNvSpPr txBox="1">
            <a:spLocks noChangeArrowheads="1"/>
          </p:cNvSpPr>
          <p:nvPr/>
        </p:nvSpPr>
        <p:spPr bwMode="auto">
          <a:xfrm>
            <a:off x="2784476" y="3962401"/>
            <a:ext cx="33528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en-US" altLang="en-US" sz="2400" dirty="0">
                <a:latin typeface="Times New Roman" panose="02020603050405020304" pitchFamily="18" charset="0"/>
                <a:cs typeface="Times New Roman" panose="02020603050405020304" pitchFamily="18" charset="0"/>
              </a:rPr>
              <a:t>The acceleration depends </a:t>
            </a:r>
            <a:r>
              <a:rPr lang="en-US" altLang="en-US" sz="2400" b="1" u="sng" dirty="0">
                <a:latin typeface="Times New Roman" panose="02020603050405020304" pitchFamily="18" charset="0"/>
                <a:cs typeface="Times New Roman" panose="02020603050405020304" pitchFamily="18" charset="0"/>
              </a:rPr>
              <a:t>directly</a:t>
            </a:r>
            <a:r>
              <a:rPr lang="en-US" altLang="en-US" sz="2400" dirty="0">
                <a:latin typeface="Times New Roman" panose="02020603050405020304" pitchFamily="18" charset="0"/>
                <a:cs typeface="Times New Roman" panose="02020603050405020304" pitchFamily="18" charset="0"/>
              </a:rPr>
              <a:t> upon the </a:t>
            </a:r>
          </a:p>
          <a:p>
            <a:pPr algn="ctr" eaLnBrk="1" hangingPunct="1">
              <a:spcBef>
                <a:spcPct val="0"/>
              </a:spcBef>
              <a:buFontTx/>
              <a:buNone/>
            </a:pPr>
            <a:r>
              <a:rPr lang="en-US" altLang="en-US" sz="2400" dirty="0">
                <a:latin typeface="Times New Roman" panose="02020603050405020304" pitchFamily="18" charset="0"/>
                <a:cs typeface="Times New Roman" panose="02020603050405020304" pitchFamily="18" charset="0"/>
              </a:rPr>
              <a:t>“ net force” </a:t>
            </a:r>
          </a:p>
        </p:txBody>
      </p:sp>
      <p:sp>
        <p:nvSpPr>
          <p:cNvPr id="11273" name="TextBox 15">
            <a:extLst>
              <a:ext uri="{FF2B5EF4-FFF2-40B4-BE49-F238E27FC236}">
                <a16:creationId xmlns:a16="http://schemas.microsoft.com/office/drawing/2014/main" id="{9DB34216-78D4-0283-0E8A-3439A4198BBE}"/>
              </a:ext>
            </a:extLst>
          </p:cNvPr>
          <p:cNvSpPr txBox="1">
            <a:spLocks noChangeArrowheads="1"/>
          </p:cNvSpPr>
          <p:nvPr/>
        </p:nvSpPr>
        <p:spPr bwMode="auto">
          <a:xfrm>
            <a:off x="6324600" y="4057472"/>
            <a:ext cx="33528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en-US" altLang="en-US" sz="2400" dirty="0">
                <a:latin typeface="Times New Roman" panose="02020603050405020304" pitchFamily="18" charset="0"/>
                <a:cs typeface="Times New Roman" panose="02020603050405020304" pitchFamily="18" charset="0"/>
              </a:rPr>
              <a:t>The acceleration depends </a:t>
            </a:r>
            <a:r>
              <a:rPr lang="en-US" altLang="en-US" sz="2400" b="1" u="sng" dirty="0">
                <a:latin typeface="Times New Roman" panose="02020603050405020304" pitchFamily="18" charset="0"/>
                <a:cs typeface="Times New Roman" panose="02020603050405020304" pitchFamily="18" charset="0"/>
              </a:rPr>
              <a:t>inversely</a:t>
            </a:r>
            <a:r>
              <a:rPr lang="en-US" altLang="en-US" sz="2400" dirty="0">
                <a:latin typeface="Times New Roman" panose="02020603050405020304" pitchFamily="18" charset="0"/>
                <a:cs typeface="Times New Roman" panose="02020603050405020304" pitchFamily="18" charset="0"/>
              </a:rPr>
              <a:t> upon the </a:t>
            </a:r>
          </a:p>
          <a:p>
            <a:pPr algn="ctr" eaLnBrk="1" hangingPunct="1">
              <a:spcBef>
                <a:spcPct val="0"/>
              </a:spcBef>
              <a:buFontTx/>
              <a:buNone/>
            </a:pPr>
            <a:r>
              <a:rPr lang="en-US" altLang="en-US" sz="2400" dirty="0">
                <a:latin typeface="Times New Roman" panose="02020603050405020304" pitchFamily="18" charset="0"/>
                <a:cs typeface="Times New Roman" panose="02020603050405020304" pitchFamily="18" charset="0"/>
              </a:rPr>
              <a:t>“object’s mass”</a:t>
            </a:r>
          </a:p>
        </p:txBody>
      </p:sp>
      <mc:AlternateContent xmlns:mc="http://schemas.openxmlformats.org/markup-compatibility/2006" xmlns:a14="http://schemas.microsoft.com/office/drawing/2010/main">
        <mc:Choice Requires="a14">
          <p:sp>
            <p:nvSpPr>
              <p:cNvPr id="2" name="Text Box 4">
                <a:extLst>
                  <a:ext uri="{FF2B5EF4-FFF2-40B4-BE49-F238E27FC236}">
                    <a16:creationId xmlns:a16="http://schemas.microsoft.com/office/drawing/2014/main" id="{4672C09B-8EFE-7125-0891-4AEB8B63AD25}"/>
                  </a:ext>
                </a:extLst>
              </p:cNvPr>
              <p:cNvSpPr txBox="1">
                <a:spLocks noChangeArrowheads="1"/>
              </p:cNvSpPr>
              <p:nvPr/>
            </p:nvSpPr>
            <p:spPr bwMode="auto">
              <a:xfrm>
                <a:off x="4029272" y="5411754"/>
                <a:ext cx="4595327" cy="506421"/>
              </a:xfrm>
              <a:prstGeom prst="rect">
                <a:avLst/>
              </a:prstGeom>
              <a:solidFill>
                <a:schemeClr val="bg1">
                  <a:lumMod val="85000"/>
                </a:schemeClr>
              </a:solidFill>
              <a:ln>
                <a:noFill/>
              </a:ln>
              <a:effectLst>
                <a:prstShdw prst="shdw17" dist="17961" dir="2700000">
                  <a:srgbClr val="999900">
                    <a:alpha val="74997"/>
                  </a:srgbClr>
                </a:prstShdw>
              </a:effectLst>
            </p:spPr>
            <p:txBody>
              <a:bodyPr wrap="square">
                <a:spAutoFit/>
              </a:bodyPr>
              <a:lstStyle>
                <a:lvl1pPr eaLnBrk="0" hangingPunct="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en-US" altLang="en-US" sz="2400" b="1" dirty="0">
                    <a:latin typeface="Times New Roman" panose="02020603050405020304" pitchFamily="18" charset="0"/>
                    <a:cs typeface="Times New Roman" panose="02020603050405020304" pitchFamily="18" charset="0"/>
                  </a:rPr>
                  <a:t>What does </a:t>
                </a:r>
                <a:r>
                  <a:rPr lang="ja-JP" altLang="en-US" sz="2400" b="1"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en-US" sz="2400" b="1" i="1">
                            <a:latin typeface="Cambria Math" panose="02040503050406030204" pitchFamily="18" charset="0"/>
                          </a:rPr>
                        </m:ctrlPr>
                      </m:sSubPr>
                      <m:e>
                        <m:acc>
                          <m:accPr>
                            <m:chr m:val="⃗"/>
                            <m:ctrlPr>
                              <a:rPr lang="en-US" sz="2400" b="1" i="1">
                                <a:latin typeface="Cambria Math" panose="02040503050406030204" pitchFamily="18" charset="0"/>
                              </a:rPr>
                            </m:ctrlPr>
                          </m:accPr>
                          <m:e>
                            <m:r>
                              <a:rPr lang="en-US" sz="2400" b="1" i="1">
                                <a:latin typeface="Cambria Math" panose="02040503050406030204" pitchFamily="18" charset="0"/>
                              </a:rPr>
                              <m:t>𝑭</m:t>
                            </m:r>
                          </m:e>
                        </m:acc>
                      </m:e>
                      <m:sub>
                        <m:r>
                          <a:rPr lang="en-US" sz="2400" b="1" i="1">
                            <a:latin typeface="Cambria Math" panose="02040503050406030204" pitchFamily="18" charset="0"/>
                          </a:rPr>
                          <m:t>𝒏𝒆𝒕</m:t>
                        </m:r>
                      </m:sub>
                    </m:sSub>
                    <m:r>
                      <a:rPr lang="en-US" sz="2400" b="1" i="1" dirty="0">
                        <a:latin typeface="Cambria Math" panose="02040503050406030204" pitchFamily="18" charset="0"/>
                        <a:ea typeface="Cambria Math" panose="02040503050406030204" pitchFamily="18" charset="0"/>
                      </a:rPr>
                      <m:t>≠</m:t>
                    </m:r>
                    <m:r>
                      <a:rPr lang="en-US" sz="2400" b="1" i="1" dirty="0">
                        <a:latin typeface="Cambria Math" panose="02040503050406030204" pitchFamily="18" charset="0"/>
                        <a:ea typeface="Cambria Math" panose="02040503050406030204" pitchFamily="18" charset="0"/>
                      </a:rPr>
                      <m:t>𝟎</m:t>
                    </m:r>
                  </m:oMath>
                </a14:m>
                <a:r>
                  <a:rPr lang="en-US" sz="2400" b="1" dirty="0">
                    <a:latin typeface="Times New Roman" panose="02020603050405020304" pitchFamily="18" charset="0"/>
                    <a:cs typeface="Times New Roman" panose="02020603050405020304" pitchFamily="18" charset="0"/>
                  </a:rPr>
                  <a:t> </a:t>
                </a:r>
                <a:r>
                  <a:rPr lang="ja-JP" altLang="en-US" sz="2400" b="1" dirty="0">
                    <a:latin typeface="Times New Roman" panose="02020603050405020304" pitchFamily="18" charset="0"/>
                    <a:cs typeface="Times New Roman" panose="02020603050405020304" pitchFamily="18" charset="0"/>
                  </a:rPr>
                  <a:t>”</a:t>
                </a:r>
                <a:r>
                  <a:rPr lang="en-US" altLang="ja-JP" sz="2400" b="1" dirty="0">
                    <a:latin typeface="Times New Roman" panose="02020603050405020304" pitchFamily="18" charset="0"/>
                    <a:cs typeface="Times New Roman" panose="02020603050405020304" pitchFamily="18" charset="0"/>
                  </a:rPr>
                  <a:t> mean?? </a:t>
                </a:r>
                <a:endParaRPr lang="en-US" altLang="en-US" sz="2400" b="1" dirty="0">
                  <a:latin typeface="Times New Roman" panose="02020603050405020304" pitchFamily="18" charset="0"/>
                  <a:cs typeface="Times New Roman" panose="02020603050405020304" pitchFamily="18" charset="0"/>
                </a:endParaRPr>
              </a:p>
            </p:txBody>
          </p:sp>
        </mc:Choice>
        <mc:Fallback xmlns="">
          <p:sp>
            <p:nvSpPr>
              <p:cNvPr id="2" name="Text Box 4">
                <a:extLst>
                  <a:ext uri="{FF2B5EF4-FFF2-40B4-BE49-F238E27FC236}">
                    <a16:creationId xmlns:a16="http://schemas.microsoft.com/office/drawing/2014/main" id="{4672C09B-8EFE-7125-0891-4AEB8B63AD25}"/>
                  </a:ext>
                </a:extLst>
              </p:cNvPr>
              <p:cNvSpPr txBox="1">
                <a:spLocks noRot="1" noChangeAspect="1" noMove="1" noResize="1" noEditPoints="1" noAdjustHandles="1" noChangeArrowheads="1" noChangeShapeType="1" noTextEdit="1"/>
              </p:cNvSpPr>
              <p:nvPr/>
            </p:nvSpPr>
            <p:spPr bwMode="auto">
              <a:xfrm>
                <a:off x="4029272" y="5411754"/>
                <a:ext cx="4595327" cy="506421"/>
              </a:xfrm>
              <a:prstGeom prst="rect">
                <a:avLst/>
              </a:prstGeom>
              <a:blipFill>
                <a:blip r:embed="rId4"/>
                <a:stretch>
                  <a:fillRect t="-1124" b="-22472"/>
                </a:stretch>
              </a:blipFill>
              <a:ln>
                <a:noFill/>
              </a:ln>
              <a:effectLst>
                <a:prstShdw prst="shdw17" dist="17961" dir="2700000">
                  <a:srgbClr val="999900">
                    <a:alpha val="74997"/>
                  </a:srgbClr>
                </a:prstShdw>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DBEDDA3-A669-E708-23BB-97431A801789}"/>
                  </a:ext>
                </a:extLst>
              </p:cNvPr>
              <p:cNvSpPr txBox="1"/>
              <p:nvPr/>
            </p:nvSpPr>
            <p:spPr>
              <a:xfrm>
                <a:off x="1579990" y="65914"/>
                <a:ext cx="8882743" cy="1137106"/>
              </a:xfrm>
              <a:prstGeom prst="rect">
                <a:avLst/>
              </a:prstGeom>
              <a:noFill/>
            </p:spPr>
            <p:txBody>
              <a:bodyPr wrap="square">
                <a:spAutoFit/>
              </a:bodyPr>
              <a:lstStyle/>
              <a:p>
                <a:pPr algn="ctr" eaLnBrk="1" hangingPunct="1">
                  <a:spcBef>
                    <a:spcPct val="50000"/>
                  </a:spcBef>
                  <a:buFontTx/>
                  <a:buNone/>
                </a:pPr>
                <a:r>
                  <a:rPr lang="en-US" altLang="en-US" sz="3200" b="1" dirty="0">
                    <a:solidFill>
                      <a:schemeClr val="bg1"/>
                    </a:solidFill>
                    <a:latin typeface="Times New Roman" panose="02020603050405020304" pitchFamily="18" charset="0"/>
                    <a:cs typeface="Times New Roman" panose="02020603050405020304" pitchFamily="18" charset="0"/>
                  </a:rPr>
                  <a:t>Net Force non-zero (</a:t>
                </a:r>
                <a14:m>
                  <m:oMath xmlns:m="http://schemas.openxmlformats.org/officeDocument/2006/math">
                    <m:sSub>
                      <m:sSubPr>
                        <m:ctrlPr>
                          <a:rPr lang="en-US" sz="3200" b="1" i="1">
                            <a:solidFill>
                              <a:schemeClr val="bg1"/>
                            </a:solidFill>
                            <a:latin typeface="Cambria Math" panose="02040503050406030204" pitchFamily="18" charset="0"/>
                          </a:rPr>
                        </m:ctrlPr>
                      </m:sSubPr>
                      <m:e>
                        <m:acc>
                          <m:accPr>
                            <m:chr m:val="⃗"/>
                            <m:ctrlPr>
                              <a:rPr lang="en-US" sz="3200" b="1" i="1">
                                <a:solidFill>
                                  <a:schemeClr val="bg1"/>
                                </a:solidFill>
                                <a:latin typeface="Cambria Math" panose="02040503050406030204" pitchFamily="18" charset="0"/>
                              </a:rPr>
                            </m:ctrlPr>
                          </m:accPr>
                          <m:e>
                            <m:r>
                              <a:rPr lang="en-US" sz="3200" b="1" i="1">
                                <a:solidFill>
                                  <a:schemeClr val="bg1"/>
                                </a:solidFill>
                                <a:latin typeface="Cambria Math" panose="02040503050406030204" pitchFamily="18" charset="0"/>
                              </a:rPr>
                              <m:t>𝑭</m:t>
                            </m:r>
                          </m:e>
                        </m:acc>
                      </m:e>
                      <m:sub>
                        <m:r>
                          <a:rPr lang="en-US" sz="3200" b="1" i="1">
                            <a:solidFill>
                              <a:schemeClr val="bg1"/>
                            </a:solidFill>
                            <a:latin typeface="Cambria Math" panose="02040503050406030204" pitchFamily="18" charset="0"/>
                          </a:rPr>
                          <m:t>𝒏𝒆𝒕</m:t>
                        </m:r>
                      </m:sub>
                    </m:sSub>
                    <m:r>
                      <a:rPr lang="en-US" sz="3200" b="1" i="1" dirty="0">
                        <a:solidFill>
                          <a:schemeClr val="bg1"/>
                        </a:solidFill>
                        <a:latin typeface="Cambria Math" panose="02040503050406030204" pitchFamily="18" charset="0"/>
                        <a:ea typeface="Cambria Math" panose="02040503050406030204" pitchFamily="18" charset="0"/>
                      </a:rPr>
                      <m:t>≠</m:t>
                    </m:r>
                    <m:r>
                      <a:rPr lang="en-US" sz="3200" b="1" i="1" dirty="0">
                        <a:solidFill>
                          <a:schemeClr val="bg1"/>
                        </a:solidFill>
                        <a:latin typeface="Cambria Math" panose="02040503050406030204" pitchFamily="18" charset="0"/>
                        <a:ea typeface="Cambria Math" panose="02040503050406030204" pitchFamily="18" charset="0"/>
                      </a:rPr>
                      <m:t>𝟎</m:t>
                    </m:r>
                  </m:oMath>
                </a14:m>
                <a:r>
                  <a:rPr lang="en-US" sz="3200" b="1" dirty="0">
                    <a:solidFill>
                      <a:schemeClr val="bg1"/>
                    </a:solidFill>
                    <a:latin typeface="Times New Roman" panose="02020603050405020304" pitchFamily="18" charset="0"/>
                    <a:cs typeface="Times New Roman" panose="02020603050405020304" pitchFamily="18" charset="0"/>
                  </a:rPr>
                  <a:t> </a:t>
                </a:r>
                <a:r>
                  <a:rPr lang="en-US" altLang="en-US" sz="3200" b="1" dirty="0">
                    <a:solidFill>
                      <a:schemeClr val="bg1"/>
                    </a:solidFill>
                    <a:latin typeface="Times New Roman" panose="02020603050405020304" pitchFamily="18" charset="0"/>
                    <a:cs typeface="Times New Roman" panose="02020603050405020304" pitchFamily="18" charset="0"/>
                  </a:rPr>
                  <a:t>) as described by the 2</a:t>
                </a:r>
                <a:r>
                  <a:rPr lang="en-US" altLang="en-US" sz="3200" b="1" baseline="30000" dirty="0">
                    <a:solidFill>
                      <a:schemeClr val="bg1"/>
                    </a:solidFill>
                    <a:latin typeface="Times New Roman" panose="02020603050405020304" pitchFamily="18" charset="0"/>
                    <a:cs typeface="Times New Roman" panose="02020603050405020304" pitchFamily="18" charset="0"/>
                  </a:rPr>
                  <a:t>nd</a:t>
                </a:r>
                <a:r>
                  <a:rPr lang="en-US" altLang="en-US" sz="3200" b="1" dirty="0">
                    <a:solidFill>
                      <a:schemeClr val="bg1"/>
                    </a:solidFill>
                    <a:latin typeface="Times New Roman" panose="02020603050405020304" pitchFamily="18" charset="0"/>
                    <a:cs typeface="Times New Roman" panose="02020603050405020304" pitchFamily="18" charset="0"/>
                  </a:rPr>
                  <a:t> Law of Newton.</a:t>
                </a:r>
              </a:p>
            </p:txBody>
          </p:sp>
        </mc:Choice>
        <mc:Fallback xmlns="">
          <p:sp>
            <p:nvSpPr>
              <p:cNvPr id="4" name="TextBox 3">
                <a:extLst>
                  <a:ext uri="{FF2B5EF4-FFF2-40B4-BE49-F238E27FC236}">
                    <a16:creationId xmlns:a16="http://schemas.microsoft.com/office/drawing/2014/main" id="{EDBEDDA3-A669-E708-23BB-97431A801789}"/>
                  </a:ext>
                </a:extLst>
              </p:cNvPr>
              <p:cNvSpPr txBox="1">
                <a:spLocks noRot="1" noChangeAspect="1" noMove="1" noResize="1" noEditPoints="1" noAdjustHandles="1" noChangeArrowheads="1" noChangeShapeType="1" noTextEdit="1"/>
              </p:cNvSpPr>
              <p:nvPr/>
            </p:nvSpPr>
            <p:spPr>
              <a:xfrm>
                <a:off x="1579990" y="65914"/>
                <a:ext cx="8882743" cy="1137106"/>
              </a:xfrm>
              <a:prstGeom prst="rect">
                <a:avLst/>
              </a:prstGeom>
              <a:blipFill>
                <a:blip r:embed="rId5"/>
                <a:stretch>
                  <a:fillRect t="-2151" b="-16667"/>
                </a:stretch>
              </a:blipFill>
            </p:spPr>
            <p:txBody>
              <a:bodyPr/>
              <a:lstStyle/>
              <a:p>
                <a:r>
                  <a:rPr lang="en-US">
                    <a:noFill/>
                  </a:rPr>
                  <a:t> </a:t>
                </a:r>
              </a:p>
            </p:txBody>
          </p:sp>
        </mc:Fallback>
      </mc:AlternateContent>
      <p:sp>
        <p:nvSpPr>
          <p:cNvPr id="6" name="Title 3">
            <a:extLst>
              <a:ext uri="{FF2B5EF4-FFF2-40B4-BE49-F238E27FC236}">
                <a16:creationId xmlns:a16="http://schemas.microsoft.com/office/drawing/2014/main" id="{2ADDEA5B-0AFE-A02D-B6A7-4DFB0FDF14AD}"/>
              </a:ext>
            </a:extLst>
          </p:cNvPr>
          <p:cNvSpPr txBox="1">
            <a:spLocks/>
          </p:cNvSpPr>
          <p:nvPr/>
        </p:nvSpPr>
        <p:spPr>
          <a:xfrm>
            <a:off x="0" y="165"/>
            <a:ext cx="12192000" cy="646331"/>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ea typeface="STKaiti" panose="020B0503020204020204" pitchFamily="2" charset="-122"/>
                <a:cs typeface="Times New Roman" panose="02020603050405020304" pitchFamily="18" charset="0"/>
              </a:rPr>
              <a:t>5.3 Newton’s </a:t>
            </a:r>
            <a:r>
              <a:rPr lang="en-US" sz="40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Second</a:t>
            </a:r>
            <a:r>
              <a:rPr lang="en-US" sz="4000" b="1" dirty="0">
                <a:latin typeface="Times New Roman" panose="02020603050405020304" pitchFamily="18" charset="0"/>
                <a:ea typeface="STKaiti" panose="020B0503020204020204" pitchFamily="2" charset="-122"/>
                <a:cs typeface="Times New Roman" panose="02020603050405020304" pitchFamily="18" charset="0"/>
              </a:rPr>
              <a:t> Law  </a:t>
            </a:r>
            <a:r>
              <a:rPr lang="en-US" sz="3200" b="1" dirty="0">
                <a:latin typeface="Times New Roman" panose="02020603050405020304" pitchFamily="18" charset="0"/>
                <a:ea typeface="STKaiti" panose="020B0503020204020204" pitchFamily="2" charset="-122"/>
                <a:cs typeface="Times New Roman" panose="02020603050405020304"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7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27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27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2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animBg="1"/>
      <p:bldP spid="11270" grpId="0" animBg="1"/>
      <p:bldP spid="10" grpId="0" animBg="1"/>
      <p:bldP spid="11272" grpId="0"/>
      <p:bldP spid="11273" grpId="0"/>
      <p:bldP spid="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8ECDB6EC-5478-4620-A2FD-509AFB600596}"/>
              </a:ext>
            </a:extLst>
          </p:cNvPr>
          <p:cNvGrpSpPr/>
          <p:nvPr/>
        </p:nvGrpSpPr>
        <p:grpSpPr>
          <a:xfrm>
            <a:off x="4970917" y="1561806"/>
            <a:ext cx="2250162" cy="798991"/>
            <a:chOff x="3403693" y="4286868"/>
            <a:chExt cx="2250162" cy="798991"/>
          </a:xfrm>
        </p:grpSpPr>
        <p:sp>
          <p:nvSpPr>
            <p:cNvPr id="6" name="Rectangle: Rounded Corners 5">
              <a:extLst>
                <a:ext uri="{FF2B5EF4-FFF2-40B4-BE49-F238E27FC236}">
                  <a16:creationId xmlns:a16="http://schemas.microsoft.com/office/drawing/2014/main" id="{7D39FDB0-C259-4A76-B8DF-76554F416EE0}"/>
                </a:ext>
              </a:extLst>
            </p:cNvPr>
            <p:cNvSpPr/>
            <p:nvPr/>
          </p:nvSpPr>
          <p:spPr>
            <a:xfrm>
              <a:off x="3403693" y="4286868"/>
              <a:ext cx="2250162" cy="798991"/>
            </a:xfrm>
            <a:prstGeom prst="roundRect">
              <a:avLst/>
            </a:prstGeom>
            <a:solidFill>
              <a:srgbClr val="E2F4F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Object 6">
              <a:extLst>
                <a:ext uri="{FF2B5EF4-FFF2-40B4-BE49-F238E27FC236}">
                  <a16:creationId xmlns:a16="http://schemas.microsoft.com/office/drawing/2014/main" id="{0FABE264-E344-4B66-BA2F-5E6A69D0B652}"/>
                </a:ext>
              </a:extLst>
            </p:cNvPr>
            <p:cNvGraphicFramePr>
              <a:graphicFrameLocks noChangeAspect="1"/>
            </p:cNvGraphicFramePr>
            <p:nvPr/>
          </p:nvGraphicFramePr>
          <p:xfrm>
            <a:off x="3677444" y="4329175"/>
            <a:ext cx="1789112" cy="714375"/>
          </p:xfrm>
          <a:graphic>
            <a:graphicData uri="http://schemas.openxmlformats.org/presentationml/2006/ole">
              <mc:AlternateContent xmlns:mc="http://schemas.openxmlformats.org/markup-compatibility/2006">
                <mc:Choice xmlns:v="urn:schemas-microsoft-com:vml" Requires="v">
                  <p:oleObj name="Equation" r:id="rId2" imgW="571320" imgH="228600" progId="Equation.DSMT4">
                    <p:embed/>
                  </p:oleObj>
                </mc:Choice>
                <mc:Fallback>
                  <p:oleObj name="Equation" r:id="rId2" imgW="571320" imgH="228600" progId="Equation.DSMT4">
                    <p:embed/>
                    <p:pic>
                      <p:nvPicPr>
                        <p:cNvPr id="7" name="Object 6">
                          <a:extLst>
                            <a:ext uri="{FF2B5EF4-FFF2-40B4-BE49-F238E27FC236}">
                              <a16:creationId xmlns:a16="http://schemas.microsoft.com/office/drawing/2014/main" id="{0FABE264-E344-4B66-BA2F-5E6A69D0B652}"/>
                            </a:ext>
                          </a:extLst>
                        </p:cNvPr>
                        <p:cNvPicPr>
                          <a:picLocks noChangeAspect="1" noChangeArrowheads="1"/>
                        </p:cNvPicPr>
                        <p:nvPr/>
                      </p:nvPicPr>
                      <p:blipFill>
                        <a:blip r:embed="rId3"/>
                        <a:srcRect/>
                        <a:stretch>
                          <a:fillRect/>
                        </a:stretch>
                      </p:blipFill>
                      <p:spPr bwMode="auto">
                        <a:xfrm>
                          <a:off x="3677444" y="4329175"/>
                          <a:ext cx="1789112" cy="714375"/>
                        </a:xfrm>
                        <a:prstGeom prst="rect">
                          <a:avLst/>
                        </a:prstGeom>
                        <a:noFill/>
                      </p:spPr>
                    </p:pic>
                  </p:oleObj>
                </mc:Fallback>
              </mc:AlternateContent>
            </a:graphicData>
          </a:graphic>
        </p:graphicFrame>
      </p:grpSp>
      <p:graphicFrame>
        <p:nvGraphicFramePr>
          <p:cNvPr id="8" name="Object 7">
            <a:extLst>
              <a:ext uri="{FF2B5EF4-FFF2-40B4-BE49-F238E27FC236}">
                <a16:creationId xmlns:a16="http://schemas.microsoft.com/office/drawing/2014/main" id="{2780D493-0E4F-42F7-AC46-007135D71475}"/>
              </a:ext>
            </a:extLst>
          </p:cNvPr>
          <p:cNvGraphicFramePr>
            <a:graphicFrameLocks noChangeAspect="1"/>
          </p:cNvGraphicFramePr>
          <p:nvPr/>
        </p:nvGraphicFramePr>
        <p:xfrm>
          <a:off x="2895597" y="3773057"/>
          <a:ext cx="6400800" cy="654399"/>
        </p:xfrm>
        <a:graphic>
          <a:graphicData uri="http://schemas.openxmlformats.org/presentationml/2006/ole">
            <mc:AlternateContent xmlns:mc="http://schemas.openxmlformats.org/markup-compatibility/2006">
              <mc:Choice xmlns:v="urn:schemas-microsoft-com:vml" Requires="v">
                <p:oleObj name="Equation" r:id="rId4" imgW="2108160" imgH="215640" progId="Equation.DSMT4">
                  <p:embed/>
                </p:oleObj>
              </mc:Choice>
              <mc:Fallback>
                <p:oleObj name="Equation" r:id="rId4" imgW="2108160" imgH="215640" progId="Equation.DSMT4">
                  <p:embed/>
                  <p:pic>
                    <p:nvPicPr>
                      <p:cNvPr id="8" name="Object 7">
                        <a:extLst>
                          <a:ext uri="{FF2B5EF4-FFF2-40B4-BE49-F238E27FC236}">
                            <a16:creationId xmlns:a16="http://schemas.microsoft.com/office/drawing/2014/main" id="{2780D493-0E4F-42F7-AC46-007135D71475}"/>
                          </a:ext>
                        </a:extLst>
                      </p:cNvPr>
                      <p:cNvPicPr>
                        <a:picLocks noChangeAspect="1" noChangeArrowheads="1"/>
                      </p:cNvPicPr>
                      <p:nvPr/>
                    </p:nvPicPr>
                    <p:blipFill>
                      <a:blip r:embed="rId5"/>
                      <a:srcRect/>
                      <a:stretch>
                        <a:fillRect/>
                      </a:stretch>
                    </p:blipFill>
                    <p:spPr bwMode="auto">
                      <a:xfrm>
                        <a:off x="2895597" y="3773057"/>
                        <a:ext cx="6400800" cy="654399"/>
                      </a:xfrm>
                      <a:prstGeom prst="rect">
                        <a:avLst/>
                      </a:prstGeom>
                      <a:noFill/>
                    </p:spPr>
                  </p:pic>
                </p:oleObj>
              </mc:Fallback>
            </mc:AlternateContent>
          </a:graphicData>
        </a:graphic>
      </p:graphicFrame>
      <p:sp>
        <p:nvSpPr>
          <p:cNvPr id="10" name="TextBox 9">
            <a:extLst>
              <a:ext uri="{FF2B5EF4-FFF2-40B4-BE49-F238E27FC236}">
                <a16:creationId xmlns:a16="http://schemas.microsoft.com/office/drawing/2014/main" id="{D8C67A7C-DFB9-4D1D-8EAA-9BCD34E913C9}"/>
              </a:ext>
            </a:extLst>
          </p:cNvPr>
          <p:cNvSpPr txBox="1"/>
          <p:nvPr/>
        </p:nvSpPr>
        <p:spPr>
          <a:xfrm>
            <a:off x="1981199" y="2678270"/>
            <a:ext cx="8229599" cy="2492990"/>
          </a:xfrm>
          <a:prstGeom prst="rect">
            <a:avLst/>
          </a:prstGeom>
          <a:noFill/>
        </p:spPr>
        <p:txBody>
          <a:bodyPr wrap="square">
            <a:spAutoFit/>
          </a:bodyPr>
          <a:lstStyle/>
          <a:p>
            <a:pPr marL="285750" indent="-285750">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This vector equation can be written as three component equations:</a:t>
            </a:r>
          </a:p>
          <a:p>
            <a:pPr marL="285750" indent="-285750">
              <a:buFont typeface="Wingdings" panose="05000000000000000000" pitchFamily="2" charset="2"/>
              <a:buChar char="§"/>
            </a:pPr>
            <a:endParaRPr lang="en-US" sz="2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endParaRPr lang="en-US" sz="2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endParaRPr lang="en-US" sz="2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Use Component Form equations when solving problems.</a:t>
            </a:r>
          </a:p>
        </p:txBody>
      </p:sp>
      <p:sp>
        <p:nvSpPr>
          <p:cNvPr id="3" name="Title 3">
            <a:extLst>
              <a:ext uri="{FF2B5EF4-FFF2-40B4-BE49-F238E27FC236}">
                <a16:creationId xmlns:a16="http://schemas.microsoft.com/office/drawing/2014/main" id="{890A175F-9333-BBC6-4788-622DD942516B}"/>
              </a:ext>
            </a:extLst>
          </p:cNvPr>
          <p:cNvSpPr txBox="1">
            <a:spLocks/>
          </p:cNvSpPr>
          <p:nvPr/>
        </p:nvSpPr>
        <p:spPr>
          <a:xfrm>
            <a:off x="0" y="165"/>
            <a:ext cx="12192000" cy="646331"/>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ea typeface="STKaiti" panose="020B0503020204020204" pitchFamily="2" charset="-122"/>
                <a:cs typeface="Times New Roman" panose="02020603050405020304" pitchFamily="18" charset="0"/>
              </a:rPr>
              <a:t>Component Form of Newton’s </a:t>
            </a:r>
            <a:r>
              <a:rPr lang="en-US" sz="40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Second</a:t>
            </a:r>
            <a:r>
              <a:rPr lang="en-US" sz="4000" b="1" dirty="0">
                <a:latin typeface="Times New Roman" panose="02020603050405020304" pitchFamily="18" charset="0"/>
                <a:ea typeface="STKaiti" panose="020B0503020204020204" pitchFamily="2" charset="-122"/>
                <a:cs typeface="Times New Roman" panose="02020603050405020304" pitchFamily="18" charset="0"/>
              </a:rPr>
              <a:t> Law  </a:t>
            </a:r>
            <a:r>
              <a:rPr lang="en-US" sz="3200" b="1" dirty="0">
                <a:latin typeface="Times New Roman" panose="02020603050405020304" pitchFamily="18" charset="0"/>
                <a:ea typeface="STKaiti" panose="020B0503020204020204" pitchFamily="2" charset="-122"/>
                <a:cs typeface="Times New Roman" panose="02020603050405020304" pitchFamily="18" charset="0"/>
              </a:rPr>
              <a:t> </a:t>
            </a:r>
          </a:p>
        </p:txBody>
      </p:sp>
    </p:spTree>
    <p:extLst>
      <p:ext uri="{BB962C8B-B14F-4D97-AF65-F5344CB8AC3E}">
        <p14:creationId xmlns:p14="http://schemas.microsoft.com/office/powerpoint/2010/main" val="1695462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nline Media 2" title="Science of NHL Hockey Newtons Three Laws Of Motion   Law 2">
            <a:hlinkClick r:id="" action="ppaction://media"/>
            <a:extLst>
              <a:ext uri="{FF2B5EF4-FFF2-40B4-BE49-F238E27FC236}">
                <a16:creationId xmlns:a16="http://schemas.microsoft.com/office/drawing/2014/main" id="{986BB637-E16E-0414-7B27-BF2372BBE48F}"/>
              </a:ext>
            </a:extLst>
          </p:cNvPr>
          <p:cNvPicPr>
            <a:picLocks noRot="1" noChangeAspect="1"/>
          </p:cNvPicPr>
          <p:nvPr>
            <a:videoFile r:link="rId1"/>
          </p:nvPr>
        </p:nvPicPr>
        <p:blipFill>
          <a:blip r:embed="rId3"/>
          <a:stretch>
            <a:fillRect/>
          </a:stretch>
        </p:blipFill>
        <p:spPr>
          <a:xfrm>
            <a:off x="2036547" y="771289"/>
            <a:ext cx="7998256" cy="5998692"/>
          </a:xfrm>
          <a:prstGeom prst="rect">
            <a:avLst/>
          </a:prstGeom>
        </p:spPr>
      </p:pic>
      <p:sp>
        <p:nvSpPr>
          <p:cNvPr id="4" name="Title 3">
            <a:extLst>
              <a:ext uri="{FF2B5EF4-FFF2-40B4-BE49-F238E27FC236}">
                <a16:creationId xmlns:a16="http://schemas.microsoft.com/office/drawing/2014/main" id="{E9F34811-1C5A-736C-F4F6-C1BE5C8DE3A9}"/>
              </a:ext>
            </a:extLst>
          </p:cNvPr>
          <p:cNvSpPr txBox="1">
            <a:spLocks/>
          </p:cNvSpPr>
          <p:nvPr/>
        </p:nvSpPr>
        <p:spPr>
          <a:xfrm>
            <a:off x="0" y="-2103"/>
            <a:ext cx="12192000" cy="646331"/>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ea typeface="STKaiti" panose="020B0503020204020204" pitchFamily="2" charset="-122"/>
                <a:cs typeface="Times New Roman" panose="02020603050405020304" pitchFamily="18" charset="0"/>
              </a:rPr>
              <a:t>Newton’s </a:t>
            </a:r>
            <a:r>
              <a:rPr lang="en-US" sz="40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Second</a:t>
            </a:r>
            <a:r>
              <a:rPr lang="en-US" sz="4000" b="1" dirty="0">
                <a:latin typeface="Times New Roman" panose="02020603050405020304" pitchFamily="18" charset="0"/>
                <a:ea typeface="STKaiti" panose="020B0503020204020204" pitchFamily="2" charset="-122"/>
                <a:cs typeface="Times New Roman" panose="02020603050405020304" pitchFamily="18" charset="0"/>
              </a:rPr>
              <a:t> Law: Hockey Puck  </a:t>
            </a:r>
            <a:r>
              <a:rPr lang="en-US" sz="3200" b="1" dirty="0">
                <a:latin typeface="Times New Roman" panose="02020603050405020304" pitchFamily="18" charset="0"/>
                <a:ea typeface="STKaiti" panose="020B0503020204020204" pitchFamily="2" charset="-122"/>
                <a:cs typeface="Times New Roman" panose="02020603050405020304" pitchFamily="18" charset="0"/>
              </a:rPr>
              <a:t> </a:t>
            </a:r>
          </a:p>
        </p:txBody>
      </p:sp>
    </p:spTree>
    <p:extLst>
      <p:ext uri="{BB962C8B-B14F-4D97-AF65-F5344CB8AC3E}">
        <p14:creationId xmlns:p14="http://schemas.microsoft.com/office/powerpoint/2010/main" val="1897154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nline Media 1">
            <a:hlinkClick r:id="" action="ppaction://media"/>
            <a:extLst>
              <a:ext uri="{FF2B5EF4-FFF2-40B4-BE49-F238E27FC236}">
                <a16:creationId xmlns:a16="http://schemas.microsoft.com/office/drawing/2014/main" id="{5A2730F2-B91C-3055-EA97-D0B052278FC7}"/>
              </a:ext>
            </a:extLst>
          </p:cNvPr>
          <p:cNvPicPr>
            <a:picLocks noRot="1" noChangeAspect="1"/>
          </p:cNvPicPr>
          <p:nvPr>
            <a:videoFile r:link="rId1"/>
          </p:nvPr>
        </p:nvPicPr>
        <p:blipFill>
          <a:blip r:embed="rId3"/>
          <a:stretch>
            <a:fillRect/>
          </a:stretch>
        </p:blipFill>
        <p:spPr>
          <a:xfrm>
            <a:off x="1362226" y="1098408"/>
            <a:ext cx="9115029" cy="5149992"/>
          </a:xfrm>
          <a:prstGeom prst="rect">
            <a:avLst/>
          </a:prstGeom>
        </p:spPr>
      </p:pic>
      <p:sp>
        <p:nvSpPr>
          <p:cNvPr id="4" name="Title 1">
            <a:extLst>
              <a:ext uri="{FF2B5EF4-FFF2-40B4-BE49-F238E27FC236}">
                <a16:creationId xmlns:a16="http://schemas.microsoft.com/office/drawing/2014/main" id="{246BA654-B158-B05B-27DC-7453E2A180F7}"/>
              </a:ext>
            </a:extLst>
          </p:cNvPr>
          <p:cNvSpPr txBox="1">
            <a:spLocks/>
          </p:cNvSpPr>
          <p:nvPr/>
        </p:nvSpPr>
        <p:spPr>
          <a:xfrm>
            <a:off x="1981200" y="10869"/>
            <a:ext cx="8229600" cy="1121740"/>
          </a:xfrm>
          <a:prstGeom prst="rect">
            <a:avLst/>
          </a:prstGeom>
        </p:spPr>
        <p:txBody>
          <a:bodyPr>
            <a:noAutofit/>
          </a:bodyPr>
          <a:lstStyle>
            <a:lvl1pPr algn="ctr" defTabSz="914400" rtl="0" eaLnBrk="1" latinLnBrk="0" hangingPunct="1">
              <a:spcBef>
                <a:spcPct val="0"/>
              </a:spcBef>
              <a:buNone/>
              <a:defRPr sz="4400" b="1" kern="1200">
                <a:solidFill>
                  <a:schemeClr val="bg1"/>
                </a:solidFill>
                <a:latin typeface="Times New Roman" panose="02020603050405020304" pitchFamily="18" charset="0"/>
                <a:ea typeface="+mj-ea"/>
                <a:cs typeface="Times New Roman" panose="02020603050405020304" pitchFamily="18" charset="0"/>
              </a:defRPr>
            </a:lvl1pPr>
          </a:lstStyle>
          <a:p>
            <a:r>
              <a:rPr lang="en-US" sz="3600"/>
              <a:t>Newton’s Second Law: Space Station</a:t>
            </a:r>
            <a:endParaRPr lang="en-US" sz="3600" dirty="0"/>
          </a:p>
        </p:txBody>
      </p:sp>
      <p:sp>
        <p:nvSpPr>
          <p:cNvPr id="3" name="Title 3">
            <a:extLst>
              <a:ext uri="{FF2B5EF4-FFF2-40B4-BE49-F238E27FC236}">
                <a16:creationId xmlns:a16="http://schemas.microsoft.com/office/drawing/2014/main" id="{CA36996B-0DE6-31AC-BF6C-DAE5ADCE8D38}"/>
              </a:ext>
            </a:extLst>
          </p:cNvPr>
          <p:cNvSpPr txBox="1">
            <a:spLocks/>
          </p:cNvSpPr>
          <p:nvPr/>
        </p:nvSpPr>
        <p:spPr>
          <a:xfrm>
            <a:off x="0" y="9998"/>
            <a:ext cx="12192000" cy="757130"/>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dirty="0">
                <a:latin typeface="Times New Roman" panose="02020603050405020304" pitchFamily="18" charset="0"/>
                <a:ea typeface="STKaiti" panose="020B0503020204020204" pitchFamily="2" charset="-122"/>
                <a:cs typeface="Times New Roman" panose="02020603050405020304" pitchFamily="18" charset="0"/>
              </a:rPr>
              <a:t>Newton’s </a:t>
            </a:r>
            <a:r>
              <a:rPr lang="en-US" sz="48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Second</a:t>
            </a:r>
            <a:r>
              <a:rPr lang="en-US" sz="4800" b="1" dirty="0">
                <a:latin typeface="Times New Roman" panose="02020603050405020304" pitchFamily="18" charset="0"/>
                <a:ea typeface="STKaiti" panose="020B0503020204020204" pitchFamily="2" charset="-122"/>
                <a:cs typeface="Times New Roman" panose="02020603050405020304" pitchFamily="18" charset="0"/>
              </a:rPr>
              <a:t> Law   </a:t>
            </a:r>
          </a:p>
        </p:txBody>
      </p:sp>
    </p:spTree>
    <p:extLst>
      <p:ext uri="{BB962C8B-B14F-4D97-AF65-F5344CB8AC3E}">
        <p14:creationId xmlns:p14="http://schemas.microsoft.com/office/powerpoint/2010/main" val="3252323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n illustration shows the effect of force exerted by two balls 1 and 2 moving diagonally toward each other. The larger ball is marked 2 and the smaller ball is marked 1. An arrow from the larger ball is moving toward ball 1 and the arrow is marked F subscript 1 2. An arrow from the smaller ball is moving toward ball 2 and the arrow is marked F subscript 2 1. A text indicates that F subscript 1 2 is equal to negative F subscript 1 2.">
            <a:extLst>
              <a:ext uri="{FF2B5EF4-FFF2-40B4-BE49-F238E27FC236}">
                <a16:creationId xmlns:a16="http://schemas.microsoft.com/office/drawing/2014/main" id="{2F1FA8A9-CB8E-4486-B961-2BA94D5A9F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81200" y="3855428"/>
            <a:ext cx="3108960" cy="2316112"/>
          </a:xfrm>
          <a:prstGeom prst="rect">
            <a:avLst/>
          </a:prstGeom>
        </p:spPr>
      </p:pic>
      <p:sp>
        <p:nvSpPr>
          <p:cNvPr id="3" name="Rectangle 2"/>
          <p:cNvSpPr/>
          <p:nvPr/>
        </p:nvSpPr>
        <p:spPr>
          <a:xfrm>
            <a:off x="5601707" y="4090155"/>
            <a:ext cx="4454435" cy="1846659"/>
          </a:xfrm>
          <a:prstGeom prst="rect">
            <a:avLst/>
          </a:prstGeom>
        </p:spPr>
        <p:txBody>
          <a:bodyPr wrap="square">
            <a:spAutoFit/>
          </a:bodyPr>
          <a:lstStyle/>
          <a:p>
            <a:pPr marL="342900" indent="-342900">
              <a:spcAft>
                <a:spcPts val="1200"/>
              </a:spcAft>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Every force has an agent and acts on an object.</a:t>
            </a:r>
          </a:p>
          <a:p>
            <a:pPr marL="342900" indent="-342900">
              <a:spcAft>
                <a:spcPts val="1200"/>
              </a:spcAft>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Identify the </a:t>
            </a:r>
            <a:r>
              <a:rPr lang="en-US" sz="2600" b="1" dirty="0">
                <a:latin typeface="Times New Roman" panose="02020603050405020304" pitchFamily="18" charset="0"/>
                <a:cs typeface="Times New Roman" panose="02020603050405020304" pitchFamily="18" charset="0"/>
              </a:rPr>
              <a:t>agent</a:t>
            </a:r>
            <a:r>
              <a:rPr lang="en-US" sz="2600" dirty="0">
                <a:latin typeface="Times New Roman" panose="02020603050405020304" pitchFamily="18" charset="0"/>
                <a:cs typeface="Times New Roman" panose="02020603050405020304" pitchFamily="18" charset="0"/>
              </a:rPr>
              <a:t> and </a:t>
            </a:r>
            <a:r>
              <a:rPr lang="en-US" sz="2600" b="1" dirty="0">
                <a:latin typeface="Times New Roman" panose="02020603050405020304" pitchFamily="18" charset="0"/>
                <a:cs typeface="Times New Roman" panose="02020603050405020304" pitchFamily="18" charset="0"/>
              </a:rPr>
              <a:t>object</a:t>
            </a:r>
            <a:r>
              <a:rPr lang="en-US" sz="2600" dirty="0">
                <a:latin typeface="Times New Roman" panose="02020603050405020304" pitchFamily="18" charset="0"/>
                <a:cs typeface="Times New Roman" panose="02020603050405020304" pitchFamily="18" charset="0"/>
              </a:rPr>
              <a:t> for each force.</a:t>
            </a:r>
          </a:p>
        </p:txBody>
      </p:sp>
      <p:pic>
        <p:nvPicPr>
          <p:cNvPr id="12" name="Picture 11">
            <a:extLst>
              <a:ext uri="{FF2B5EF4-FFF2-40B4-BE49-F238E27FC236}">
                <a16:creationId xmlns:a16="http://schemas.microsoft.com/office/drawing/2014/main" id="{4D9E5EBD-34C6-4B2A-A0E0-875CD578AF5E}"/>
              </a:ext>
            </a:extLst>
          </p:cNvPr>
          <p:cNvPicPr>
            <a:picLocks noChangeAspect="1"/>
          </p:cNvPicPr>
          <p:nvPr/>
        </p:nvPicPr>
        <p:blipFill>
          <a:blip r:embed="rId4"/>
          <a:stretch>
            <a:fillRect/>
          </a:stretch>
        </p:blipFill>
        <p:spPr>
          <a:xfrm>
            <a:off x="887020" y="921932"/>
            <a:ext cx="10070048" cy="2316112"/>
          </a:xfrm>
          <a:prstGeom prst="rect">
            <a:avLst/>
          </a:prstGeom>
        </p:spPr>
      </p:pic>
      <p:sp>
        <p:nvSpPr>
          <p:cNvPr id="4" name="Title 3">
            <a:extLst>
              <a:ext uri="{FF2B5EF4-FFF2-40B4-BE49-F238E27FC236}">
                <a16:creationId xmlns:a16="http://schemas.microsoft.com/office/drawing/2014/main" id="{E528A869-68DA-28EE-1D32-F003CF877FCB}"/>
              </a:ext>
            </a:extLst>
          </p:cNvPr>
          <p:cNvSpPr txBox="1">
            <a:spLocks/>
          </p:cNvSpPr>
          <p:nvPr/>
        </p:nvSpPr>
        <p:spPr>
          <a:xfrm>
            <a:off x="0" y="9997"/>
            <a:ext cx="12192000" cy="701731"/>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latin typeface="Times New Roman" panose="02020603050405020304" pitchFamily="18" charset="0"/>
                <a:ea typeface="STKaiti" panose="020B0503020204020204" pitchFamily="2" charset="-122"/>
                <a:cs typeface="Times New Roman" panose="02020603050405020304" pitchFamily="18" charset="0"/>
              </a:rPr>
              <a:t>5.4 Newton’s </a:t>
            </a:r>
            <a:r>
              <a:rPr lang="en-US"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Third</a:t>
            </a:r>
            <a:r>
              <a:rPr lang="en-US" b="1" dirty="0">
                <a:latin typeface="Times New Roman" panose="02020603050405020304" pitchFamily="18" charset="0"/>
                <a:ea typeface="STKaiti" panose="020B0503020204020204" pitchFamily="2" charset="-122"/>
                <a:cs typeface="Times New Roman" panose="02020603050405020304" pitchFamily="18" charset="0"/>
              </a:rPr>
              <a:t> Law   </a:t>
            </a:r>
          </a:p>
        </p:txBody>
      </p:sp>
    </p:spTree>
    <p:extLst>
      <p:ext uri="{BB962C8B-B14F-4D97-AF65-F5344CB8AC3E}">
        <p14:creationId xmlns:p14="http://schemas.microsoft.com/office/powerpoint/2010/main" val="1373457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nline Media 3" title="Science of NHL Hockey Newtons Three Laws Of Motion -  Law 3">
            <a:hlinkClick r:id="" action="ppaction://media"/>
            <a:extLst>
              <a:ext uri="{FF2B5EF4-FFF2-40B4-BE49-F238E27FC236}">
                <a16:creationId xmlns:a16="http://schemas.microsoft.com/office/drawing/2014/main" id="{B1A1D109-9568-4D03-2525-EB567155DE98}"/>
              </a:ext>
            </a:extLst>
          </p:cNvPr>
          <p:cNvPicPr>
            <a:picLocks noRot="1" noChangeAspect="1"/>
          </p:cNvPicPr>
          <p:nvPr>
            <a:videoFile r:link="rId1"/>
          </p:nvPr>
        </p:nvPicPr>
        <p:blipFill>
          <a:blip r:embed="rId3"/>
          <a:stretch>
            <a:fillRect/>
          </a:stretch>
        </p:blipFill>
        <p:spPr>
          <a:xfrm>
            <a:off x="1908080" y="820449"/>
            <a:ext cx="8028399" cy="6021299"/>
          </a:xfrm>
          <a:prstGeom prst="rect">
            <a:avLst/>
          </a:prstGeom>
        </p:spPr>
      </p:pic>
      <p:sp>
        <p:nvSpPr>
          <p:cNvPr id="3" name="Title 3">
            <a:extLst>
              <a:ext uri="{FF2B5EF4-FFF2-40B4-BE49-F238E27FC236}">
                <a16:creationId xmlns:a16="http://schemas.microsoft.com/office/drawing/2014/main" id="{9E397A80-E308-0B05-5F09-E22D27464A6F}"/>
              </a:ext>
            </a:extLst>
          </p:cNvPr>
          <p:cNvSpPr txBox="1">
            <a:spLocks/>
          </p:cNvSpPr>
          <p:nvPr/>
        </p:nvSpPr>
        <p:spPr>
          <a:xfrm>
            <a:off x="0" y="-15466"/>
            <a:ext cx="12192000" cy="646331"/>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ea typeface="STKaiti" panose="020B0503020204020204" pitchFamily="2" charset="-122"/>
                <a:cs typeface="Times New Roman" panose="02020603050405020304" pitchFamily="18" charset="0"/>
              </a:rPr>
              <a:t> Newton’s </a:t>
            </a:r>
            <a:r>
              <a:rPr lang="en-US" sz="40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Third</a:t>
            </a:r>
            <a:r>
              <a:rPr lang="en-US" sz="4000" b="1" dirty="0">
                <a:latin typeface="Times New Roman" panose="02020603050405020304" pitchFamily="18" charset="0"/>
                <a:ea typeface="STKaiti" panose="020B0503020204020204" pitchFamily="2" charset="-122"/>
                <a:cs typeface="Times New Roman" panose="02020603050405020304" pitchFamily="18" charset="0"/>
              </a:rPr>
              <a:t> Law: Hockey Puck  </a:t>
            </a:r>
            <a:r>
              <a:rPr lang="en-US" sz="3200" b="1" dirty="0">
                <a:latin typeface="Times New Roman" panose="02020603050405020304" pitchFamily="18" charset="0"/>
                <a:ea typeface="STKaiti" panose="020B0503020204020204" pitchFamily="2" charset="-122"/>
                <a:cs typeface="Times New Roman" panose="02020603050405020304" pitchFamily="18" charset="0"/>
              </a:rPr>
              <a:t> </a:t>
            </a:r>
          </a:p>
        </p:txBody>
      </p:sp>
    </p:spTree>
    <p:extLst>
      <p:ext uri="{BB962C8B-B14F-4D97-AF65-F5344CB8AC3E}">
        <p14:creationId xmlns:p14="http://schemas.microsoft.com/office/powerpoint/2010/main" val="1134287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nline Media 1">
            <a:hlinkClick r:id="" action="ppaction://media"/>
            <a:extLst>
              <a:ext uri="{FF2B5EF4-FFF2-40B4-BE49-F238E27FC236}">
                <a16:creationId xmlns:a16="http://schemas.microsoft.com/office/drawing/2014/main" id="{6EE5109D-B5C2-F918-2EC3-BAD1F3A6C693}"/>
              </a:ext>
            </a:extLst>
          </p:cNvPr>
          <p:cNvPicPr>
            <a:picLocks noRot="1" noChangeAspect="1"/>
          </p:cNvPicPr>
          <p:nvPr>
            <a:videoFile r:link="rId1"/>
          </p:nvPr>
        </p:nvPicPr>
        <p:blipFill>
          <a:blip r:embed="rId3"/>
          <a:stretch>
            <a:fillRect/>
          </a:stretch>
        </p:blipFill>
        <p:spPr>
          <a:xfrm>
            <a:off x="1360334" y="943701"/>
            <a:ext cx="9110410" cy="5147382"/>
          </a:xfrm>
          <a:prstGeom prst="rect">
            <a:avLst/>
          </a:prstGeom>
        </p:spPr>
      </p:pic>
      <p:sp>
        <p:nvSpPr>
          <p:cNvPr id="5" name="Title 1">
            <a:extLst>
              <a:ext uri="{FF2B5EF4-FFF2-40B4-BE49-F238E27FC236}">
                <a16:creationId xmlns:a16="http://schemas.microsoft.com/office/drawing/2014/main" id="{57F3BDC0-9B05-109F-30D8-EDB4E737028C}"/>
              </a:ext>
            </a:extLst>
          </p:cNvPr>
          <p:cNvSpPr txBox="1">
            <a:spLocks/>
          </p:cNvSpPr>
          <p:nvPr/>
        </p:nvSpPr>
        <p:spPr>
          <a:xfrm>
            <a:off x="1981200" y="188159"/>
            <a:ext cx="8229600" cy="912859"/>
          </a:xfrm>
          <a:prstGeom prst="rect">
            <a:avLst/>
          </a:prstGeom>
        </p:spPr>
        <p:txBody>
          <a:bodyPr>
            <a:noAutofit/>
          </a:bodyPr>
          <a:lstStyle>
            <a:lvl1pPr algn="ctr" defTabSz="914400" rtl="0" eaLnBrk="1" latinLnBrk="0" hangingPunct="1">
              <a:spcBef>
                <a:spcPct val="0"/>
              </a:spcBef>
              <a:buNone/>
              <a:defRPr sz="4400" b="1" kern="1200">
                <a:solidFill>
                  <a:schemeClr val="bg1"/>
                </a:solidFill>
                <a:latin typeface="Times New Roman" panose="02020603050405020304" pitchFamily="18" charset="0"/>
                <a:ea typeface="+mj-ea"/>
                <a:cs typeface="Times New Roman" panose="02020603050405020304" pitchFamily="18" charset="0"/>
              </a:defRPr>
            </a:lvl1pPr>
          </a:lstStyle>
          <a:p>
            <a:r>
              <a:rPr lang="en-US" sz="3600" dirty="0"/>
              <a:t>Newton’s Third Law: Space Station</a:t>
            </a:r>
          </a:p>
        </p:txBody>
      </p:sp>
      <p:sp>
        <p:nvSpPr>
          <p:cNvPr id="3" name="Title 3">
            <a:extLst>
              <a:ext uri="{FF2B5EF4-FFF2-40B4-BE49-F238E27FC236}">
                <a16:creationId xmlns:a16="http://schemas.microsoft.com/office/drawing/2014/main" id="{6A7A7858-A24F-3AC6-EB37-E26053A0AB2E}"/>
              </a:ext>
            </a:extLst>
          </p:cNvPr>
          <p:cNvSpPr txBox="1">
            <a:spLocks/>
          </p:cNvSpPr>
          <p:nvPr/>
        </p:nvSpPr>
        <p:spPr>
          <a:xfrm>
            <a:off x="0" y="165"/>
            <a:ext cx="12192000" cy="757130"/>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dirty="0">
                <a:latin typeface="Times New Roman" panose="02020603050405020304" pitchFamily="18" charset="0"/>
                <a:ea typeface="STKaiti" panose="020B0503020204020204" pitchFamily="2" charset="-122"/>
                <a:cs typeface="Times New Roman" panose="02020603050405020304" pitchFamily="18" charset="0"/>
              </a:rPr>
              <a:t> Newton’s </a:t>
            </a:r>
            <a:r>
              <a:rPr lang="en-US" sz="48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Third</a:t>
            </a:r>
            <a:r>
              <a:rPr lang="en-US" sz="4800" b="1" dirty="0">
                <a:latin typeface="Times New Roman" panose="02020603050405020304" pitchFamily="18" charset="0"/>
                <a:ea typeface="STKaiti" panose="020B0503020204020204" pitchFamily="2" charset="-122"/>
                <a:cs typeface="Times New Roman" panose="02020603050405020304" pitchFamily="18" charset="0"/>
              </a:rPr>
              <a:t> Law   </a:t>
            </a:r>
          </a:p>
        </p:txBody>
      </p:sp>
    </p:spTree>
    <p:extLst>
      <p:ext uri="{BB962C8B-B14F-4D97-AF65-F5344CB8AC3E}">
        <p14:creationId xmlns:p14="http://schemas.microsoft.com/office/powerpoint/2010/main" val="2553413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E23AA454-F06C-52B6-CAE9-E82DC66FFE5E}"/>
              </a:ext>
            </a:extLst>
          </p:cNvPr>
          <p:cNvGrpSpPr/>
          <p:nvPr/>
        </p:nvGrpSpPr>
        <p:grpSpPr>
          <a:xfrm>
            <a:off x="1581150" y="795313"/>
            <a:ext cx="3200400" cy="5085108"/>
            <a:chOff x="415212" y="1483571"/>
            <a:chExt cx="3200400" cy="5085108"/>
          </a:xfrm>
        </p:grpSpPr>
        <p:grpSp>
          <p:nvGrpSpPr>
            <p:cNvPr id="12" name="Group 11">
              <a:extLst>
                <a:ext uri="{FF2B5EF4-FFF2-40B4-BE49-F238E27FC236}">
                  <a16:creationId xmlns:a16="http://schemas.microsoft.com/office/drawing/2014/main" id="{0825D98B-E55C-447D-233A-F93782092BB6}"/>
                </a:ext>
              </a:extLst>
            </p:cNvPr>
            <p:cNvGrpSpPr/>
            <p:nvPr/>
          </p:nvGrpSpPr>
          <p:grpSpPr>
            <a:xfrm>
              <a:off x="415212" y="1483571"/>
              <a:ext cx="3200400" cy="5085108"/>
              <a:chOff x="415212" y="1483571"/>
              <a:chExt cx="3200400" cy="5085108"/>
            </a:xfrm>
          </p:grpSpPr>
          <p:pic>
            <p:nvPicPr>
              <p:cNvPr id="3" name="Picture 2" descr="Three illustrations show the effect of forces acting on the monitor of a computer, which is placed on a table Illustration a shows the monitor placed on a table. A central point is shown at the middle of the table right at the bottom of the monitor. Force vector F subscript m t is moving downward from the monitor from the point to the ground. An equal and opposite arrow is moving upward from the point and is labeled n. Vector n is equal to force vector F subscript t m. Another vector force F subscript m E is moving upward from the ground toward the table, while an equal and opposite force vector F subscript g acting downward from the center of the monitor. The illustration says that F subscript g is equal to F subscript E m. Illustration c shows two arrows moving from a central point, the same central point from illustration a. A force vector F subscript g moves downward from the point. The illustration says that vector F subscript g is equal to vector F subscript E m. Another vector n moves upward from the point. The illustration says that vector n is equal to vector F subscript t m.">
                <a:extLst>
                  <a:ext uri="{FF2B5EF4-FFF2-40B4-BE49-F238E27FC236}">
                    <a16:creationId xmlns:a16="http://schemas.microsoft.com/office/drawing/2014/main" id="{821E15C4-D774-4210-9BD1-CC7220AFC804}"/>
                  </a:ext>
                </a:extLst>
              </p:cNvPr>
              <p:cNvPicPr>
                <a:picLocks noChangeAspect="1"/>
              </p:cNvPicPr>
              <p:nvPr/>
            </p:nvPicPr>
            <p:blipFill>
              <a:blip r:embed="rId3"/>
              <a:stretch>
                <a:fillRect/>
              </a:stretch>
            </p:blipFill>
            <p:spPr>
              <a:xfrm>
                <a:off x="415212" y="1577958"/>
                <a:ext cx="3200400" cy="4990721"/>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89DE0CE-BD42-8DE9-B976-93D7973E5689}"/>
                      </a:ext>
                    </a:extLst>
                  </p:cNvPr>
                  <p:cNvSpPr txBox="1"/>
                  <p:nvPr/>
                </p:nvSpPr>
                <p:spPr>
                  <a:xfrm>
                    <a:off x="1198984" y="1483571"/>
                    <a:ext cx="1483569" cy="472052"/>
                  </a:xfrm>
                  <a:prstGeom prst="rect">
                    <a:avLst/>
                  </a:prstGeom>
                  <a:solidFill>
                    <a:schemeClr val="bg1"/>
                  </a:solidFill>
                  <a:ln>
                    <a:noFill/>
                  </a:ln>
                </p:spPr>
                <p:txBody>
                  <a:bodyPr wrap="square" rtlCol="0">
                    <a:spAutoFit/>
                  </a:bodyPr>
                  <a:lstStyle/>
                  <a:p>
                    <a:pPr/>
                    <a14:m>
                      <m:oMathPara xmlns:m="http://schemas.openxmlformats.org/officeDocument/2006/math">
                        <m:oMath>
                          <m:acc>
                            <m:accPr>
                              <m:chr m:val="⃗"/>
                              <m:ctrlPr>
                                <a:rPr lang="en-US" sz="2200" b="1">
                                  <a:latin typeface="Cambria Math" panose="02040503050406030204" pitchFamily="18" charset="0"/>
                                  <a:cs typeface="Times New Roman" panose="02020603050405020304" pitchFamily="18" charset="0"/>
                                </a:rPr>
                              </m:ctrlPr>
                            </m:accPr>
                            <m:e>
                              <m:r>
                                <a:rPr lang="en-US" sz="2200" b="1">
                                  <a:latin typeface="Cambria Math" panose="02040503050406030204" pitchFamily="18" charset="0"/>
                                  <a:cs typeface="Times New Roman" panose="02020603050405020304" pitchFamily="18" charset="0"/>
                                </a:rPr>
                                <m:t>𝐍</m:t>
                              </m:r>
                            </m:e>
                          </m:acc>
                          <m:r>
                            <a:rPr lang="en-US" sz="2200" i="1">
                              <a:latin typeface="Cambria Math" panose="02040503050406030204" pitchFamily="18" charset="0"/>
                              <a:cs typeface="Times New Roman" panose="02020603050405020304" pitchFamily="18" charset="0"/>
                            </a:rPr>
                            <m:t>=</m:t>
                          </m:r>
                          <m:sSub>
                            <m:sSubPr>
                              <m:ctrlPr>
                                <a:rPr lang="en-US" sz="2200" b="1" i="1">
                                  <a:latin typeface="Cambria Math" panose="02040503050406030204" pitchFamily="18" charset="0"/>
                                  <a:cs typeface="Times New Roman" panose="02020603050405020304" pitchFamily="18" charset="0"/>
                                </a:rPr>
                              </m:ctrlPr>
                            </m:sSubPr>
                            <m:e>
                              <m:acc>
                                <m:accPr>
                                  <m:chr m:val="⃗"/>
                                  <m:ctrlPr>
                                    <a:rPr lang="en-US" sz="2200" b="1">
                                      <a:latin typeface="Cambria Math" panose="02040503050406030204" pitchFamily="18" charset="0"/>
                                      <a:cs typeface="Times New Roman" panose="02020603050405020304" pitchFamily="18" charset="0"/>
                                    </a:rPr>
                                  </m:ctrlPr>
                                </m:accPr>
                                <m:e>
                                  <m:r>
                                    <a:rPr lang="en-US" sz="2200" b="1">
                                      <a:latin typeface="Cambria Math" panose="02040503050406030204" pitchFamily="18" charset="0"/>
                                      <a:cs typeface="Times New Roman" panose="02020603050405020304" pitchFamily="18" charset="0"/>
                                    </a:rPr>
                                    <m:t>𝐅</m:t>
                                  </m:r>
                                </m:e>
                              </m:acc>
                            </m:e>
                            <m:sub>
                              <m:r>
                                <m:rPr>
                                  <m:sty m:val="p"/>
                                </m:rPr>
                                <a:rPr lang="en-US" sz="2200">
                                  <a:latin typeface="Cambria Math" panose="02040503050406030204" pitchFamily="18" charset="0"/>
                                  <a:cs typeface="Times New Roman" panose="02020603050405020304" pitchFamily="18" charset="0"/>
                                </a:rPr>
                                <m:t>tm</m:t>
                              </m:r>
                            </m:sub>
                          </m:sSub>
                        </m:oMath>
                      </m:oMathPara>
                    </a14:m>
                    <a:endParaRPr lang="en-US" sz="2200" dirty="0">
                      <a:latin typeface="Times New Roman" panose="02020603050405020304" pitchFamily="18" charset="0"/>
                      <a:cs typeface="Times New Roman" panose="02020603050405020304" pitchFamily="18" charset="0"/>
                    </a:endParaRPr>
                  </a:p>
                </p:txBody>
              </p:sp>
            </mc:Choice>
            <mc:Fallback xmlns="">
              <p:sp>
                <p:nvSpPr>
                  <p:cNvPr id="8" name="TextBox 7">
                    <a:extLst>
                      <a:ext uri="{FF2B5EF4-FFF2-40B4-BE49-F238E27FC236}">
                        <a16:creationId xmlns:a16="http://schemas.microsoft.com/office/drawing/2014/main" id="{189DE0CE-BD42-8DE9-B976-93D7973E5689}"/>
                      </a:ext>
                    </a:extLst>
                  </p:cNvPr>
                  <p:cNvSpPr txBox="1">
                    <a:spLocks noRot="1" noChangeAspect="1" noMove="1" noResize="1" noEditPoints="1" noAdjustHandles="1" noChangeArrowheads="1" noChangeShapeType="1" noTextEdit="1"/>
                  </p:cNvSpPr>
                  <p:nvPr/>
                </p:nvSpPr>
                <p:spPr>
                  <a:xfrm>
                    <a:off x="1198984" y="1483571"/>
                    <a:ext cx="1483569" cy="472052"/>
                  </a:xfrm>
                  <a:prstGeom prst="rect">
                    <a:avLst/>
                  </a:prstGeom>
                  <a:blipFill>
                    <a:blip r:embed="rId5"/>
                    <a:stretch>
                      <a:fillRect/>
                    </a:stretch>
                  </a:blipFill>
                  <a:ln>
                    <a:noFill/>
                  </a:ln>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94C93C1-0847-5A14-2489-7FE3F654ADE0}"/>
                    </a:ext>
                  </a:extLst>
                </p:cNvPr>
                <p:cNvSpPr txBox="1"/>
                <p:nvPr/>
              </p:nvSpPr>
              <p:spPr>
                <a:xfrm>
                  <a:off x="2230008" y="3996611"/>
                  <a:ext cx="452545" cy="437492"/>
                </a:xfrm>
                <a:prstGeom prst="rect">
                  <a:avLst/>
                </a:prstGeom>
                <a:solidFill>
                  <a:schemeClr val="bg1"/>
                </a:solidFill>
                <a:ln>
                  <a:noFill/>
                </a:ln>
              </p:spPr>
              <p:txBody>
                <a:bodyPr wrap="square" rtlCol="0">
                  <a:spAutoFit/>
                </a:bodyPr>
                <a:lstStyle/>
                <a:p>
                  <a:pPr/>
                  <a14:m>
                    <m:oMathPara xmlns:m="http://schemas.openxmlformats.org/officeDocument/2006/math">
                      <m:oMathParaPr>
                        <m:jc m:val="left"/>
                      </m:oMathParaPr>
                      <m:oMath>
                        <m:acc>
                          <m:accPr>
                            <m:chr m:val="⃗"/>
                            <m:ctrlPr>
                              <a:rPr lang="en-US" sz="2000" b="1">
                                <a:latin typeface="Cambria Math" panose="02040503050406030204" pitchFamily="18" charset="0"/>
                                <a:cs typeface="Times New Roman" panose="02020603050405020304" pitchFamily="18" charset="0"/>
                              </a:rPr>
                            </m:ctrlPr>
                          </m:accPr>
                          <m:e>
                            <m:r>
                              <a:rPr lang="en-US" sz="2000" b="1">
                                <a:latin typeface="Cambria Math" panose="02040503050406030204" pitchFamily="18" charset="0"/>
                                <a:cs typeface="Times New Roman" panose="02020603050405020304" pitchFamily="18" charset="0"/>
                              </a:rPr>
                              <m:t>𝐖</m:t>
                            </m:r>
                          </m:e>
                        </m:acc>
                      </m:oMath>
                    </m:oMathPara>
                  </a14:m>
                  <a:endParaRPr lang="en-US" sz="2000" b="1" dirty="0">
                    <a:latin typeface="Times New Roman" panose="02020603050405020304" pitchFamily="18" charset="0"/>
                    <a:cs typeface="Times New Roman" panose="02020603050405020304" pitchFamily="18" charset="0"/>
                  </a:endParaRPr>
                </a:p>
              </p:txBody>
            </p:sp>
          </mc:Choice>
          <mc:Fallback xmlns="">
            <p:sp>
              <p:nvSpPr>
                <p:cNvPr id="9" name="TextBox 8">
                  <a:extLst>
                    <a:ext uri="{FF2B5EF4-FFF2-40B4-BE49-F238E27FC236}">
                      <a16:creationId xmlns:a16="http://schemas.microsoft.com/office/drawing/2014/main" id="{B94C93C1-0847-5A14-2489-7FE3F654ADE0}"/>
                    </a:ext>
                  </a:extLst>
                </p:cNvPr>
                <p:cNvSpPr txBox="1">
                  <a:spLocks noRot="1" noChangeAspect="1" noMove="1" noResize="1" noEditPoints="1" noAdjustHandles="1" noChangeArrowheads="1" noChangeShapeType="1" noTextEdit="1"/>
                </p:cNvSpPr>
                <p:nvPr/>
              </p:nvSpPr>
              <p:spPr>
                <a:xfrm>
                  <a:off x="2230008" y="3996611"/>
                  <a:ext cx="452545" cy="437492"/>
                </a:xfrm>
                <a:prstGeom prst="rect">
                  <a:avLst/>
                </a:prstGeom>
                <a:blipFill>
                  <a:blip r:embed="rId6"/>
                  <a:stretch>
                    <a:fillRect/>
                  </a:stretch>
                </a:blipFill>
                <a:ln>
                  <a:noFill/>
                </a:ln>
              </p:spPr>
              <p:txBody>
                <a:bodyPr/>
                <a:lstStyle/>
                <a:p>
                  <a:r>
                    <a:rPr lang="en-US">
                      <a:noFill/>
                    </a:rPr>
                    <a:t> </a:t>
                  </a:r>
                </a:p>
              </p:txBody>
            </p:sp>
          </mc:Fallback>
        </mc:AlternateContent>
      </p:grpSp>
      <p:grpSp>
        <p:nvGrpSpPr>
          <p:cNvPr id="18" name="Group 17">
            <a:extLst>
              <a:ext uri="{FF2B5EF4-FFF2-40B4-BE49-F238E27FC236}">
                <a16:creationId xmlns:a16="http://schemas.microsoft.com/office/drawing/2014/main" id="{BA0866BB-4BF0-A7D2-DCAD-00EF9EDB4CDC}"/>
              </a:ext>
            </a:extLst>
          </p:cNvPr>
          <p:cNvGrpSpPr/>
          <p:nvPr/>
        </p:nvGrpSpPr>
        <p:grpSpPr>
          <a:xfrm>
            <a:off x="8301636" y="1123893"/>
            <a:ext cx="2242294" cy="4431333"/>
            <a:chOff x="6710961" y="1468021"/>
            <a:chExt cx="1828800" cy="4114827"/>
          </a:xfrm>
        </p:grpSpPr>
        <p:pic>
          <p:nvPicPr>
            <p:cNvPr id="4" name="Picture 3" descr="Three illustrations show the effect of forces acting on the monitor of a computer, which is placed on a table Illustration a shows the monitor placed on a table. A central point is shown at the middle of the table right at the bottom of the monitor. Force vector F subscript m t is moving downward from the monitor from the point to the ground. An equal and opposite arrow is moving upward from the point and is labeled n. Vector n is equal to force vector F subscript t m. Another vector force F subscript m E is moving upward from the ground toward the table, while an equal and opposite force vector F subscript g acting downward from the center of the monitor. The illustration says that F subscript g is equal to F subscript E m. Illustration c shows two arrows moving from a central point, the same central point from illustration a. A force vector F subscript g moves downward from the point. The illustration says that vector F subscript g is equal to vector F subscript E m. Another vector n moves upward from the point. The illustration says that vector n is equal to vector F subscript t m.">
              <a:extLst>
                <a:ext uri="{FF2B5EF4-FFF2-40B4-BE49-F238E27FC236}">
                  <a16:creationId xmlns:a16="http://schemas.microsoft.com/office/drawing/2014/main" id="{5ADAFC26-BB68-44F1-A31F-EA0E4B4BB533}"/>
                </a:ext>
              </a:extLst>
            </p:cNvPr>
            <p:cNvPicPr>
              <a:picLocks noChangeAspect="1"/>
            </p:cNvPicPr>
            <p:nvPr/>
          </p:nvPicPr>
          <p:blipFill>
            <a:blip r:embed="rId7"/>
            <a:stretch>
              <a:fillRect/>
            </a:stretch>
          </p:blipFill>
          <p:spPr>
            <a:xfrm>
              <a:off x="6710961" y="1570764"/>
              <a:ext cx="1828800" cy="4012084"/>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D53CE8A-21F4-BB7B-86FB-C809F1D5D39D}"/>
                    </a:ext>
                  </a:extLst>
                </p:cNvPr>
                <p:cNvSpPr txBox="1"/>
                <p:nvPr/>
              </p:nvSpPr>
              <p:spPr>
                <a:xfrm>
                  <a:off x="6833116" y="1468021"/>
                  <a:ext cx="1483569" cy="472052"/>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
                        <m:acc>
                          <m:accPr>
                            <m:chr m:val="⃗"/>
                            <m:ctrlPr>
                              <a:rPr lang="en-US" sz="2200" b="1">
                                <a:latin typeface="Cambria Math" panose="02040503050406030204" pitchFamily="18" charset="0"/>
                                <a:cs typeface="Times New Roman" panose="02020603050405020304" pitchFamily="18" charset="0"/>
                              </a:rPr>
                            </m:ctrlPr>
                          </m:accPr>
                          <m:e>
                            <m:r>
                              <a:rPr lang="en-US" sz="2200" b="1">
                                <a:latin typeface="Cambria Math" panose="02040503050406030204" pitchFamily="18" charset="0"/>
                                <a:cs typeface="Times New Roman" panose="02020603050405020304" pitchFamily="18" charset="0"/>
                              </a:rPr>
                              <m:t>𝐍</m:t>
                            </m:r>
                          </m:e>
                        </m:acc>
                        <m:r>
                          <a:rPr lang="en-US" sz="2200" b="1" i="1">
                            <a:latin typeface="Cambria Math" panose="02040503050406030204" pitchFamily="18" charset="0"/>
                            <a:cs typeface="Times New Roman" panose="02020603050405020304" pitchFamily="18" charset="0"/>
                          </a:rPr>
                          <m:t>=</m:t>
                        </m:r>
                        <m:sSub>
                          <m:sSubPr>
                            <m:ctrlPr>
                              <a:rPr lang="en-US" sz="2200" b="1" i="1">
                                <a:latin typeface="Cambria Math" panose="02040503050406030204" pitchFamily="18" charset="0"/>
                                <a:cs typeface="Times New Roman" panose="02020603050405020304" pitchFamily="18" charset="0"/>
                              </a:rPr>
                            </m:ctrlPr>
                          </m:sSubPr>
                          <m:e>
                            <m:acc>
                              <m:accPr>
                                <m:chr m:val="⃗"/>
                                <m:ctrlPr>
                                  <a:rPr lang="en-US" sz="2200" b="1">
                                    <a:latin typeface="Cambria Math" panose="02040503050406030204" pitchFamily="18" charset="0"/>
                                    <a:cs typeface="Times New Roman" panose="02020603050405020304" pitchFamily="18" charset="0"/>
                                  </a:rPr>
                                </m:ctrlPr>
                              </m:accPr>
                              <m:e>
                                <m:r>
                                  <a:rPr lang="en-US" sz="2200" b="1">
                                    <a:latin typeface="Cambria Math" panose="02040503050406030204" pitchFamily="18" charset="0"/>
                                    <a:cs typeface="Times New Roman" panose="02020603050405020304" pitchFamily="18" charset="0"/>
                                  </a:rPr>
                                  <m:t>𝐅</m:t>
                                </m:r>
                              </m:e>
                            </m:acc>
                          </m:e>
                          <m:sub>
                            <m:r>
                              <a:rPr lang="en-US" sz="2200" b="1">
                                <a:latin typeface="Cambria Math" panose="02040503050406030204" pitchFamily="18" charset="0"/>
                                <a:cs typeface="Times New Roman" panose="02020603050405020304" pitchFamily="18" charset="0"/>
                              </a:rPr>
                              <m:t>𝐭𝐦</m:t>
                            </m:r>
                          </m:sub>
                        </m:sSub>
                      </m:oMath>
                    </m:oMathPara>
                  </a14:m>
                  <a:endParaRPr lang="en-US" sz="2200" b="1" dirty="0">
                    <a:latin typeface="Times New Roman" panose="02020603050405020304" pitchFamily="18" charset="0"/>
                    <a:cs typeface="Times New Roman" panose="02020603050405020304" pitchFamily="18" charset="0"/>
                  </a:endParaRPr>
                </a:p>
              </p:txBody>
            </p:sp>
          </mc:Choice>
          <mc:Fallback xmlns="">
            <p:sp>
              <p:nvSpPr>
                <p:cNvPr id="10" name="TextBox 9">
                  <a:extLst>
                    <a:ext uri="{FF2B5EF4-FFF2-40B4-BE49-F238E27FC236}">
                      <a16:creationId xmlns:a16="http://schemas.microsoft.com/office/drawing/2014/main" id="{5D53CE8A-21F4-BB7B-86FB-C809F1D5D39D}"/>
                    </a:ext>
                  </a:extLst>
                </p:cNvPr>
                <p:cNvSpPr txBox="1">
                  <a:spLocks noRot="1" noChangeAspect="1" noMove="1" noResize="1" noEditPoints="1" noAdjustHandles="1" noChangeArrowheads="1" noChangeShapeType="1" noTextEdit="1"/>
                </p:cNvSpPr>
                <p:nvPr/>
              </p:nvSpPr>
              <p:spPr>
                <a:xfrm>
                  <a:off x="6833116" y="1468021"/>
                  <a:ext cx="1483569" cy="472052"/>
                </a:xfrm>
                <a:prstGeom prst="rect">
                  <a:avLst/>
                </a:prstGeom>
                <a:blipFill>
                  <a:blip r:embed="rId8"/>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77FB81D-87D7-AC4C-1638-3E0CFC795DA5}"/>
                    </a:ext>
                  </a:extLst>
                </p:cNvPr>
                <p:cNvSpPr txBox="1"/>
                <p:nvPr/>
              </p:nvSpPr>
              <p:spPr>
                <a:xfrm>
                  <a:off x="7178346" y="4456927"/>
                  <a:ext cx="1208329" cy="437492"/>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ParaPr>
                        <m:jc m:val="left"/>
                      </m:oMathParaPr>
                      <m:oMath>
                        <m:acc>
                          <m:accPr>
                            <m:chr m:val="⃗"/>
                            <m:ctrlPr>
                              <a:rPr lang="en-US" sz="2000" b="1">
                                <a:latin typeface="Cambria Math" panose="02040503050406030204" pitchFamily="18" charset="0"/>
                                <a:cs typeface="Times New Roman" panose="02020603050405020304" pitchFamily="18" charset="0"/>
                              </a:rPr>
                            </m:ctrlPr>
                          </m:accPr>
                          <m:e>
                            <m:r>
                              <a:rPr lang="en-US" sz="2000" b="1">
                                <a:latin typeface="Cambria Math" panose="02040503050406030204" pitchFamily="18" charset="0"/>
                                <a:cs typeface="Times New Roman" panose="02020603050405020304" pitchFamily="18" charset="0"/>
                              </a:rPr>
                              <m:t>𝐖</m:t>
                            </m:r>
                          </m:e>
                        </m:acc>
                        <m:r>
                          <a:rPr lang="en-US" sz="2000" b="1" i="1">
                            <a:latin typeface="Cambria Math" panose="02040503050406030204" pitchFamily="18" charset="0"/>
                            <a:cs typeface="Times New Roman" panose="02020603050405020304" pitchFamily="18" charset="0"/>
                          </a:rPr>
                          <m:t>=</m:t>
                        </m:r>
                        <m:sSub>
                          <m:sSubPr>
                            <m:ctrlPr>
                              <a:rPr lang="en-US" sz="2000" b="1" i="1">
                                <a:latin typeface="Cambria Math" panose="02040503050406030204" pitchFamily="18" charset="0"/>
                                <a:cs typeface="Times New Roman" panose="02020603050405020304" pitchFamily="18" charset="0"/>
                              </a:rPr>
                            </m:ctrlPr>
                          </m:sSubPr>
                          <m:e>
                            <m:acc>
                              <m:accPr>
                                <m:chr m:val="⃗"/>
                                <m:ctrlPr>
                                  <a:rPr lang="en-US" sz="2000" b="1">
                                    <a:latin typeface="Cambria Math" panose="02040503050406030204" pitchFamily="18" charset="0"/>
                                    <a:cs typeface="Times New Roman" panose="02020603050405020304" pitchFamily="18" charset="0"/>
                                  </a:rPr>
                                </m:ctrlPr>
                              </m:accPr>
                              <m:e>
                                <m:r>
                                  <a:rPr lang="en-US" sz="2000" b="1">
                                    <a:latin typeface="Cambria Math" panose="02040503050406030204" pitchFamily="18" charset="0"/>
                                    <a:cs typeface="Times New Roman" panose="02020603050405020304" pitchFamily="18" charset="0"/>
                                  </a:rPr>
                                  <m:t>𝐅</m:t>
                                </m:r>
                              </m:e>
                            </m:acc>
                          </m:e>
                          <m:sub>
                            <m:r>
                              <a:rPr lang="en-US" sz="2000" b="1">
                                <a:latin typeface="Cambria Math" panose="02040503050406030204" pitchFamily="18" charset="0"/>
                                <a:cs typeface="Times New Roman" panose="02020603050405020304" pitchFamily="18" charset="0"/>
                              </a:rPr>
                              <m:t>𝐄𝐦</m:t>
                            </m:r>
                          </m:sub>
                        </m:sSub>
                      </m:oMath>
                    </m:oMathPara>
                  </a14:m>
                  <a:endParaRPr lang="en-US" sz="2000" b="1" dirty="0">
                    <a:latin typeface="Times New Roman" panose="02020603050405020304" pitchFamily="18" charset="0"/>
                    <a:cs typeface="Times New Roman" panose="02020603050405020304" pitchFamily="18" charset="0"/>
                  </a:endParaRPr>
                </a:p>
              </p:txBody>
            </p:sp>
          </mc:Choice>
          <mc:Fallback xmlns="">
            <p:sp>
              <p:nvSpPr>
                <p:cNvPr id="11" name="TextBox 10">
                  <a:extLst>
                    <a:ext uri="{FF2B5EF4-FFF2-40B4-BE49-F238E27FC236}">
                      <a16:creationId xmlns:a16="http://schemas.microsoft.com/office/drawing/2014/main" id="{777FB81D-87D7-AC4C-1638-3E0CFC795DA5}"/>
                    </a:ext>
                  </a:extLst>
                </p:cNvPr>
                <p:cNvSpPr txBox="1">
                  <a:spLocks noRot="1" noChangeAspect="1" noMove="1" noResize="1" noEditPoints="1" noAdjustHandles="1" noChangeArrowheads="1" noChangeShapeType="1" noTextEdit="1"/>
                </p:cNvSpPr>
                <p:nvPr/>
              </p:nvSpPr>
              <p:spPr>
                <a:xfrm>
                  <a:off x="7178346" y="4456927"/>
                  <a:ext cx="1208329" cy="437492"/>
                </a:xfrm>
                <a:prstGeom prst="rect">
                  <a:avLst/>
                </a:prstGeom>
                <a:blipFill>
                  <a:blip r:embed="rId9"/>
                  <a:stretch>
                    <a:fillRect t="-16216" r="-1000" b="-1351"/>
                  </a:stretch>
                </a:blipFill>
                <a:ln>
                  <a:solidFill>
                    <a:schemeClr val="tx1"/>
                  </a:solidFill>
                </a:ln>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FA52EFC-A321-30EB-115E-6429EAF85EEB}"/>
                  </a:ext>
                </a:extLst>
              </p:cNvPr>
              <p:cNvSpPr txBox="1"/>
              <p:nvPr/>
            </p:nvSpPr>
            <p:spPr>
              <a:xfrm>
                <a:off x="2641464" y="5788843"/>
                <a:ext cx="3726025" cy="437492"/>
              </a:xfrm>
              <a:prstGeom prst="rect">
                <a:avLst/>
              </a:prstGeom>
              <a:solidFill>
                <a:schemeClr val="bg1"/>
              </a:solidFill>
              <a:ln>
                <a:noFill/>
              </a:ln>
            </p:spPr>
            <p:txBody>
              <a:bodyPr wrap="square" rtlCol="0">
                <a:spAutoFit/>
              </a:bodyPr>
              <a:lstStyle/>
              <a:p>
                <a:pPr/>
                <a14:m>
                  <m:oMathPara xmlns:m="http://schemas.openxmlformats.org/officeDocument/2006/math">
                    <m:oMathParaPr>
                      <m:jc m:val="left"/>
                    </m:oMathParaPr>
                    <m:oMath>
                      <m:sSub>
                        <m:sSubPr>
                          <m:ctrlPr>
                            <a:rPr lang="en-US" sz="2000" b="1" i="1">
                              <a:latin typeface="Cambria Math" panose="02040503050406030204" pitchFamily="18" charset="0"/>
                              <a:cs typeface="Times New Roman" panose="02020603050405020304" pitchFamily="18" charset="0"/>
                            </a:rPr>
                          </m:ctrlPr>
                        </m:sSubPr>
                        <m:e>
                          <m:acc>
                            <m:accPr>
                              <m:chr m:val="⃗"/>
                              <m:ctrlPr>
                                <a:rPr lang="en-US" sz="2000" b="1">
                                  <a:latin typeface="Cambria Math" panose="02040503050406030204" pitchFamily="18" charset="0"/>
                                  <a:cs typeface="Times New Roman" panose="02020603050405020304" pitchFamily="18" charset="0"/>
                                </a:rPr>
                              </m:ctrlPr>
                            </m:accPr>
                            <m:e>
                              <m:r>
                                <a:rPr lang="en-US" sz="2000" b="1">
                                  <a:latin typeface="Cambria Math" panose="02040503050406030204" pitchFamily="18" charset="0"/>
                                  <a:cs typeface="Times New Roman" panose="02020603050405020304" pitchFamily="18" charset="0"/>
                                </a:rPr>
                                <m:t>𝐅</m:t>
                              </m:r>
                            </m:e>
                          </m:acc>
                        </m:e>
                        <m:sub>
                          <m:r>
                            <m:rPr>
                              <m:sty m:val="p"/>
                            </m:rPr>
                            <a:rPr lang="en-US" sz="2000">
                              <a:latin typeface="Cambria Math" panose="02040503050406030204" pitchFamily="18" charset="0"/>
                              <a:cs typeface="Times New Roman" panose="02020603050405020304" pitchFamily="18" charset="0"/>
                            </a:rPr>
                            <m:t>tm</m:t>
                          </m:r>
                        </m:sub>
                      </m:sSub>
                      <m:r>
                        <a:rPr lang="en-US" sz="2000">
                          <a:latin typeface="Cambria Math" panose="02040503050406030204" pitchFamily="18" charset="0"/>
                          <a:cs typeface="Times New Roman" panose="02020603050405020304" pitchFamily="18" charset="0"/>
                        </a:rPr>
                        <m:t>=</m:t>
                      </m:r>
                      <m:r>
                        <m:rPr>
                          <m:sty m:val="p"/>
                        </m:rPr>
                        <a:rPr lang="en-US" sz="2000">
                          <a:latin typeface="Cambria Math" panose="02040503050406030204" pitchFamily="18" charset="0"/>
                          <a:cs typeface="Times New Roman" panose="02020603050405020304" pitchFamily="18" charset="0"/>
                        </a:rPr>
                        <m:t>force</m:t>
                      </m:r>
                      <m:r>
                        <a:rPr lang="en-US" sz="2000">
                          <a:latin typeface="Cambria Math" panose="02040503050406030204" pitchFamily="18" charset="0"/>
                          <a:cs typeface="Times New Roman" panose="02020603050405020304" pitchFamily="18" charset="0"/>
                        </a:rPr>
                        <m:t> </m:t>
                      </m:r>
                      <m:r>
                        <m:rPr>
                          <m:sty m:val="p"/>
                        </m:rPr>
                        <a:rPr lang="en-US" sz="2000">
                          <a:latin typeface="Cambria Math" panose="02040503050406030204" pitchFamily="18" charset="0"/>
                          <a:cs typeface="Times New Roman" panose="02020603050405020304" pitchFamily="18" charset="0"/>
                        </a:rPr>
                        <m:t>by</m:t>
                      </m:r>
                      <m:r>
                        <a:rPr lang="en-US" sz="2000">
                          <a:latin typeface="Cambria Math" panose="02040503050406030204" pitchFamily="18" charset="0"/>
                          <a:cs typeface="Times New Roman" panose="02020603050405020304" pitchFamily="18" charset="0"/>
                        </a:rPr>
                        <m:t> </m:t>
                      </m:r>
                      <m:r>
                        <m:rPr>
                          <m:sty m:val="p"/>
                        </m:rPr>
                        <a:rPr lang="en-US" sz="2000">
                          <a:latin typeface="Cambria Math" panose="02040503050406030204" pitchFamily="18" charset="0"/>
                          <a:cs typeface="Times New Roman" panose="02020603050405020304" pitchFamily="18" charset="0"/>
                        </a:rPr>
                        <m:t>table</m:t>
                      </m:r>
                      <m:r>
                        <a:rPr lang="en-US" sz="2000">
                          <a:latin typeface="Cambria Math" panose="02040503050406030204" pitchFamily="18" charset="0"/>
                          <a:cs typeface="Times New Roman" panose="02020603050405020304" pitchFamily="18" charset="0"/>
                        </a:rPr>
                        <m:t> </m:t>
                      </m:r>
                      <m:r>
                        <a:rPr lang="en-US" sz="2000" b="1">
                          <a:latin typeface="Cambria Math" panose="02040503050406030204" pitchFamily="18" charset="0"/>
                          <a:cs typeface="Times New Roman" panose="02020603050405020304" pitchFamily="18" charset="0"/>
                        </a:rPr>
                        <m:t>𝐎𝐍</m:t>
                      </m:r>
                      <m:r>
                        <a:rPr lang="en-US" sz="2000">
                          <a:latin typeface="Cambria Math" panose="02040503050406030204" pitchFamily="18" charset="0"/>
                          <a:cs typeface="Times New Roman" panose="02020603050405020304" pitchFamily="18" charset="0"/>
                        </a:rPr>
                        <m:t> </m:t>
                      </m:r>
                      <m:r>
                        <m:rPr>
                          <m:sty m:val="p"/>
                        </m:rPr>
                        <a:rPr lang="en-US" sz="2000">
                          <a:latin typeface="Cambria Math" panose="02040503050406030204" pitchFamily="18" charset="0"/>
                          <a:cs typeface="Times New Roman" panose="02020603050405020304" pitchFamily="18" charset="0"/>
                        </a:rPr>
                        <m:t>monitor</m:t>
                      </m:r>
                    </m:oMath>
                  </m:oMathPara>
                </a14:m>
                <a:endParaRPr lang="en-US" sz="2000" dirty="0">
                  <a:latin typeface="Times New Roman" panose="02020603050405020304" pitchFamily="18" charset="0"/>
                  <a:cs typeface="Times New Roman" panose="02020603050405020304" pitchFamily="18" charset="0"/>
                </a:endParaRPr>
              </a:p>
            </p:txBody>
          </p:sp>
        </mc:Choice>
        <mc:Fallback xmlns="">
          <p:sp>
            <p:nvSpPr>
              <p:cNvPr id="14" name="TextBox 13">
                <a:extLst>
                  <a:ext uri="{FF2B5EF4-FFF2-40B4-BE49-F238E27FC236}">
                    <a16:creationId xmlns:a16="http://schemas.microsoft.com/office/drawing/2014/main" id="{5FA52EFC-A321-30EB-115E-6429EAF85EEB}"/>
                  </a:ext>
                </a:extLst>
              </p:cNvPr>
              <p:cNvSpPr txBox="1">
                <a:spLocks noRot="1" noChangeAspect="1" noMove="1" noResize="1" noEditPoints="1" noAdjustHandles="1" noChangeArrowheads="1" noChangeShapeType="1" noTextEdit="1"/>
              </p:cNvSpPr>
              <p:nvPr/>
            </p:nvSpPr>
            <p:spPr>
              <a:xfrm>
                <a:off x="2641464" y="5788843"/>
                <a:ext cx="3726025" cy="437492"/>
              </a:xfrm>
              <a:prstGeom prst="rect">
                <a:avLst/>
              </a:prstGeom>
              <a:blipFill>
                <a:blip r:embed="rId10"/>
                <a:stretch>
                  <a:fillRect t="-18310" b="-1549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443867FB-D74B-AEE8-2139-82204E6EA591}"/>
                  </a:ext>
                </a:extLst>
              </p:cNvPr>
              <p:cNvSpPr txBox="1"/>
              <p:nvPr/>
            </p:nvSpPr>
            <p:spPr>
              <a:xfrm>
                <a:off x="2672565" y="6258487"/>
                <a:ext cx="3828665" cy="437492"/>
              </a:xfrm>
              <a:prstGeom prst="rect">
                <a:avLst/>
              </a:prstGeom>
              <a:solidFill>
                <a:schemeClr val="bg1"/>
              </a:solidFill>
              <a:ln>
                <a:noFill/>
              </a:ln>
            </p:spPr>
            <p:txBody>
              <a:bodyPr wrap="square" rtlCol="0">
                <a:spAutoFit/>
              </a:bodyPr>
              <a:lstStyle/>
              <a:p>
                <a:pPr/>
                <a14:m>
                  <m:oMathPara xmlns:m="http://schemas.openxmlformats.org/officeDocument/2006/math">
                    <m:oMathParaPr>
                      <m:jc m:val="left"/>
                    </m:oMathParaPr>
                    <m:oMath>
                      <m:sSub>
                        <m:sSubPr>
                          <m:ctrlPr>
                            <a:rPr lang="en-US" sz="2000" b="1" i="1">
                              <a:latin typeface="Cambria Math" panose="02040503050406030204" pitchFamily="18" charset="0"/>
                              <a:cs typeface="Times New Roman" panose="02020603050405020304" pitchFamily="18" charset="0"/>
                            </a:rPr>
                          </m:ctrlPr>
                        </m:sSubPr>
                        <m:e>
                          <m:acc>
                            <m:accPr>
                              <m:chr m:val="⃗"/>
                              <m:ctrlPr>
                                <a:rPr lang="en-US" sz="2000" b="1">
                                  <a:latin typeface="Cambria Math" panose="02040503050406030204" pitchFamily="18" charset="0"/>
                                  <a:cs typeface="Times New Roman" panose="02020603050405020304" pitchFamily="18" charset="0"/>
                                </a:rPr>
                              </m:ctrlPr>
                            </m:accPr>
                            <m:e>
                              <m:r>
                                <a:rPr lang="en-US" sz="2000" b="1">
                                  <a:latin typeface="Cambria Math" panose="02040503050406030204" pitchFamily="18" charset="0"/>
                                  <a:cs typeface="Times New Roman" panose="02020603050405020304" pitchFamily="18" charset="0"/>
                                </a:rPr>
                                <m:t>𝐅</m:t>
                              </m:r>
                            </m:e>
                          </m:acc>
                        </m:e>
                        <m:sub>
                          <m:r>
                            <m:rPr>
                              <m:sty m:val="p"/>
                            </m:rPr>
                            <a:rPr lang="en-US" sz="2000">
                              <a:latin typeface="Cambria Math" panose="02040503050406030204" pitchFamily="18" charset="0"/>
                              <a:cs typeface="Times New Roman" panose="02020603050405020304" pitchFamily="18" charset="0"/>
                            </a:rPr>
                            <m:t>mt</m:t>
                          </m:r>
                        </m:sub>
                      </m:sSub>
                      <m:r>
                        <a:rPr lang="en-US" sz="2000">
                          <a:latin typeface="Cambria Math" panose="02040503050406030204" pitchFamily="18" charset="0"/>
                          <a:cs typeface="Times New Roman" panose="02020603050405020304" pitchFamily="18" charset="0"/>
                        </a:rPr>
                        <m:t>=</m:t>
                      </m:r>
                      <m:r>
                        <m:rPr>
                          <m:sty m:val="p"/>
                        </m:rPr>
                        <a:rPr lang="en-US" sz="2000">
                          <a:latin typeface="Cambria Math" panose="02040503050406030204" pitchFamily="18" charset="0"/>
                          <a:cs typeface="Times New Roman" panose="02020603050405020304" pitchFamily="18" charset="0"/>
                        </a:rPr>
                        <m:t>force</m:t>
                      </m:r>
                      <m:r>
                        <a:rPr lang="en-US" sz="2000">
                          <a:latin typeface="Cambria Math" panose="02040503050406030204" pitchFamily="18" charset="0"/>
                          <a:cs typeface="Times New Roman" panose="02020603050405020304" pitchFamily="18" charset="0"/>
                        </a:rPr>
                        <m:t> </m:t>
                      </m:r>
                      <m:r>
                        <m:rPr>
                          <m:sty m:val="p"/>
                        </m:rPr>
                        <a:rPr lang="en-US" sz="2000">
                          <a:latin typeface="Cambria Math" panose="02040503050406030204" pitchFamily="18" charset="0"/>
                          <a:cs typeface="Times New Roman" panose="02020603050405020304" pitchFamily="18" charset="0"/>
                        </a:rPr>
                        <m:t>by</m:t>
                      </m:r>
                      <m:r>
                        <a:rPr lang="en-US" sz="2000">
                          <a:latin typeface="Cambria Math" panose="02040503050406030204" pitchFamily="18" charset="0"/>
                          <a:cs typeface="Times New Roman" panose="02020603050405020304" pitchFamily="18" charset="0"/>
                        </a:rPr>
                        <m:t> </m:t>
                      </m:r>
                      <m:r>
                        <m:rPr>
                          <m:sty m:val="p"/>
                        </m:rPr>
                        <a:rPr lang="en-US" sz="2000">
                          <a:latin typeface="Cambria Math" panose="02040503050406030204" pitchFamily="18" charset="0"/>
                          <a:cs typeface="Times New Roman" panose="02020603050405020304" pitchFamily="18" charset="0"/>
                        </a:rPr>
                        <m:t>monitor</m:t>
                      </m:r>
                      <m:r>
                        <a:rPr lang="en-US" sz="2000">
                          <a:latin typeface="Cambria Math" panose="02040503050406030204" pitchFamily="18" charset="0"/>
                          <a:cs typeface="Times New Roman" panose="02020603050405020304" pitchFamily="18" charset="0"/>
                        </a:rPr>
                        <m:t> </m:t>
                      </m:r>
                      <m:r>
                        <a:rPr lang="en-US" sz="2000" b="1">
                          <a:latin typeface="Cambria Math" panose="02040503050406030204" pitchFamily="18" charset="0"/>
                          <a:cs typeface="Times New Roman" panose="02020603050405020304" pitchFamily="18" charset="0"/>
                        </a:rPr>
                        <m:t>𝐎𝐍</m:t>
                      </m:r>
                      <m:r>
                        <a:rPr lang="en-US" sz="2000">
                          <a:latin typeface="Cambria Math" panose="02040503050406030204" pitchFamily="18" charset="0"/>
                          <a:cs typeface="Times New Roman" panose="02020603050405020304" pitchFamily="18" charset="0"/>
                        </a:rPr>
                        <m:t> </m:t>
                      </m:r>
                      <m:r>
                        <m:rPr>
                          <m:sty m:val="p"/>
                        </m:rPr>
                        <a:rPr lang="en-US" sz="2000">
                          <a:latin typeface="Cambria Math" panose="02040503050406030204" pitchFamily="18" charset="0"/>
                          <a:cs typeface="Times New Roman" panose="02020603050405020304" pitchFamily="18" charset="0"/>
                        </a:rPr>
                        <m:t>table</m:t>
                      </m:r>
                    </m:oMath>
                  </m:oMathPara>
                </a14:m>
                <a:endParaRPr lang="en-US" sz="2000" dirty="0">
                  <a:latin typeface="Times New Roman" panose="02020603050405020304" pitchFamily="18" charset="0"/>
                  <a:cs typeface="Times New Roman" panose="02020603050405020304" pitchFamily="18" charset="0"/>
                </a:endParaRPr>
              </a:p>
            </p:txBody>
          </p:sp>
        </mc:Choice>
        <mc:Fallback xmlns="">
          <p:sp>
            <p:nvSpPr>
              <p:cNvPr id="15" name="TextBox 14">
                <a:extLst>
                  <a:ext uri="{FF2B5EF4-FFF2-40B4-BE49-F238E27FC236}">
                    <a16:creationId xmlns:a16="http://schemas.microsoft.com/office/drawing/2014/main" id="{443867FB-D74B-AEE8-2139-82204E6EA591}"/>
                  </a:ext>
                </a:extLst>
              </p:cNvPr>
              <p:cNvSpPr txBox="1">
                <a:spLocks noRot="1" noChangeAspect="1" noMove="1" noResize="1" noEditPoints="1" noAdjustHandles="1" noChangeArrowheads="1" noChangeShapeType="1" noTextEdit="1"/>
              </p:cNvSpPr>
              <p:nvPr/>
            </p:nvSpPr>
            <p:spPr>
              <a:xfrm>
                <a:off x="2672565" y="6258487"/>
                <a:ext cx="3828665" cy="437492"/>
              </a:xfrm>
              <a:prstGeom prst="rect">
                <a:avLst/>
              </a:prstGeom>
              <a:blipFill>
                <a:blip r:embed="rId11"/>
                <a:stretch>
                  <a:fillRect t="-18310" b="-1549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A2A7D25-A695-956D-5BB0-992B770B2095}"/>
                  </a:ext>
                </a:extLst>
              </p:cNvPr>
              <p:cNvSpPr txBox="1"/>
              <p:nvPr/>
            </p:nvSpPr>
            <p:spPr>
              <a:xfrm>
                <a:off x="6834023" y="5756691"/>
                <a:ext cx="3828663" cy="437492"/>
              </a:xfrm>
              <a:prstGeom prst="rect">
                <a:avLst/>
              </a:prstGeom>
              <a:solidFill>
                <a:schemeClr val="bg1"/>
              </a:solidFill>
              <a:ln>
                <a:noFill/>
              </a:ln>
            </p:spPr>
            <p:txBody>
              <a:bodyPr wrap="square" rtlCol="0">
                <a:spAutoFit/>
              </a:bodyPr>
              <a:lstStyle/>
              <a:p>
                <a:pPr/>
                <a14:m>
                  <m:oMathPara xmlns:m="http://schemas.openxmlformats.org/officeDocument/2006/math">
                    <m:oMathParaPr>
                      <m:jc m:val="left"/>
                    </m:oMathParaPr>
                    <m:oMath>
                      <m:sSub>
                        <m:sSubPr>
                          <m:ctrlPr>
                            <a:rPr lang="en-US" sz="2000" b="1" i="1">
                              <a:solidFill>
                                <a:srgbClr val="0070C0"/>
                              </a:solidFill>
                              <a:latin typeface="Cambria Math" panose="02040503050406030204" pitchFamily="18" charset="0"/>
                              <a:cs typeface="Times New Roman" panose="02020603050405020304" pitchFamily="18" charset="0"/>
                            </a:rPr>
                          </m:ctrlPr>
                        </m:sSubPr>
                        <m:e>
                          <m:acc>
                            <m:accPr>
                              <m:chr m:val="⃗"/>
                              <m:ctrlPr>
                                <a:rPr lang="en-US" sz="2000" b="1">
                                  <a:solidFill>
                                    <a:srgbClr val="0070C0"/>
                                  </a:solidFill>
                                  <a:latin typeface="Cambria Math" panose="02040503050406030204" pitchFamily="18" charset="0"/>
                                  <a:cs typeface="Times New Roman" panose="02020603050405020304" pitchFamily="18" charset="0"/>
                                </a:rPr>
                              </m:ctrlPr>
                            </m:accPr>
                            <m:e>
                              <m:r>
                                <a:rPr lang="en-US" sz="2000" b="1">
                                  <a:solidFill>
                                    <a:srgbClr val="0070C0"/>
                                  </a:solidFill>
                                  <a:latin typeface="Cambria Math" panose="02040503050406030204" pitchFamily="18" charset="0"/>
                                  <a:cs typeface="Times New Roman" panose="02020603050405020304" pitchFamily="18" charset="0"/>
                                </a:rPr>
                                <m:t>𝐅</m:t>
                              </m:r>
                            </m:e>
                          </m:acc>
                        </m:e>
                        <m:sub>
                          <m:r>
                            <m:rPr>
                              <m:sty m:val="p"/>
                            </m:rPr>
                            <a:rPr lang="en-US" sz="2000">
                              <a:solidFill>
                                <a:srgbClr val="0070C0"/>
                              </a:solidFill>
                              <a:latin typeface="Cambria Math" panose="02040503050406030204" pitchFamily="18" charset="0"/>
                              <a:cs typeface="Times New Roman" panose="02020603050405020304" pitchFamily="18" charset="0"/>
                            </a:rPr>
                            <m:t>Em</m:t>
                          </m:r>
                        </m:sub>
                      </m:sSub>
                      <m:r>
                        <a:rPr lang="en-US" sz="2000">
                          <a:solidFill>
                            <a:srgbClr val="0070C0"/>
                          </a:solidFill>
                          <a:latin typeface="Cambria Math" panose="02040503050406030204" pitchFamily="18" charset="0"/>
                          <a:cs typeface="Times New Roman" panose="02020603050405020304" pitchFamily="18" charset="0"/>
                        </a:rPr>
                        <m:t>=</m:t>
                      </m:r>
                      <m:r>
                        <m:rPr>
                          <m:sty m:val="p"/>
                        </m:rPr>
                        <a:rPr lang="en-US" sz="2000">
                          <a:solidFill>
                            <a:srgbClr val="0070C0"/>
                          </a:solidFill>
                          <a:latin typeface="Cambria Math" panose="02040503050406030204" pitchFamily="18" charset="0"/>
                          <a:cs typeface="Times New Roman" panose="02020603050405020304" pitchFamily="18" charset="0"/>
                        </a:rPr>
                        <m:t>force</m:t>
                      </m:r>
                      <m:r>
                        <a:rPr lang="en-US" sz="2000">
                          <a:solidFill>
                            <a:srgbClr val="0070C0"/>
                          </a:solidFill>
                          <a:latin typeface="Cambria Math" panose="02040503050406030204" pitchFamily="18" charset="0"/>
                          <a:cs typeface="Times New Roman" panose="02020603050405020304" pitchFamily="18" charset="0"/>
                        </a:rPr>
                        <m:t> </m:t>
                      </m:r>
                      <m:r>
                        <m:rPr>
                          <m:sty m:val="p"/>
                        </m:rPr>
                        <a:rPr lang="en-US" sz="2000">
                          <a:solidFill>
                            <a:srgbClr val="0070C0"/>
                          </a:solidFill>
                          <a:latin typeface="Cambria Math" panose="02040503050406030204" pitchFamily="18" charset="0"/>
                          <a:cs typeface="Times New Roman" panose="02020603050405020304" pitchFamily="18" charset="0"/>
                        </a:rPr>
                        <m:t>by</m:t>
                      </m:r>
                      <m:r>
                        <a:rPr lang="en-US" sz="2000">
                          <a:solidFill>
                            <a:srgbClr val="0070C0"/>
                          </a:solidFill>
                          <a:latin typeface="Cambria Math" panose="02040503050406030204" pitchFamily="18" charset="0"/>
                          <a:cs typeface="Times New Roman" panose="02020603050405020304" pitchFamily="18" charset="0"/>
                        </a:rPr>
                        <m:t> </m:t>
                      </m:r>
                      <m:r>
                        <m:rPr>
                          <m:sty m:val="p"/>
                        </m:rPr>
                        <a:rPr lang="en-US" sz="2000">
                          <a:solidFill>
                            <a:srgbClr val="0070C0"/>
                          </a:solidFill>
                          <a:latin typeface="Cambria Math" panose="02040503050406030204" pitchFamily="18" charset="0"/>
                          <a:cs typeface="Times New Roman" panose="02020603050405020304" pitchFamily="18" charset="0"/>
                        </a:rPr>
                        <m:t>Earth</m:t>
                      </m:r>
                      <m:r>
                        <a:rPr lang="en-US" sz="2000">
                          <a:solidFill>
                            <a:srgbClr val="0070C0"/>
                          </a:solidFill>
                          <a:latin typeface="Cambria Math" panose="02040503050406030204" pitchFamily="18" charset="0"/>
                          <a:cs typeface="Times New Roman" panose="02020603050405020304" pitchFamily="18" charset="0"/>
                        </a:rPr>
                        <m:t> </m:t>
                      </m:r>
                      <m:r>
                        <a:rPr lang="en-US" sz="2000" b="1">
                          <a:solidFill>
                            <a:srgbClr val="0070C0"/>
                          </a:solidFill>
                          <a:latin typeface="Cambria Math" panose="02040503050406030204" pitchFamily="18" charset="0"/>
                          <a:cs typeface="Times New Roman" panose="02020603050405020304" pitchFamily="18" charset="0"/>
                        </a:rPr>
                        <m:t>𝐎𝐍</m:t>
                      </m:r>
                      <m:r>
                        <a:rPr lang="en-US" sz="2000">
                          <a:solidFill>
                            <a:srgbClr val="0070C0"/>
                          </a:solidFill>
                          <a:latin typeface="Cambria Math" panose="02040503050406030204" pitchFamily="18" charset="0"/>
                          <a:cs typeface="Times New Roman" panose="02020603050405020304" pitchFamily="18" charset="0"/>
                        </a:rPr>
                        <m:t> </m:t>
                      </m:r>
                      <m:r>
                        <m:rPr>
                          <m:sty m:val="p"/>
                        </m:rPr>
                        <a:rPr lang="en-US" sz="2000">
                          <a:solidFill>
                            <a:srgbClr val="0070C0"/>
                          </a:solidFill>
                          <a:latin typeface="Cambria Math" panose="02040503050406030204" pitchFamily="18" charset="0"/>
                          <a:cs typeface="Times New Roman" panose="02020603050405020304" pitchFamily="18" charset="0"/>
                        </a:rPr>
                        <m:t>monitor</m:t>
                      </m:r>
                    </m:oMath>
                  </m:oMathPara>
                </a14:m>
                <a:endParaRPr lang="en-US" sz="2000" dirty="0">
                  <a:solidFill>
                    <a:srgbClr val="0070C0"/>
                  </a:solidFill>
                  <a:latin typeface="Times New Roman" panose="02020603050405020304" pitchFamily="18" charset="0"/>
                  <a:cs typeface="Times New Roman" panose="02020603050405020304" pitchFamily="18" charset="0"/>
                </a:endParaRPr>
              </a:p>
            </p:txBody>
          </p:sp>
        </mc:Choice>
        <mc:Fallback xmlns="">
          <p:sp>
            <p:nvSpPr>
              <p:cNvPr id="16" name="TextBox 15">
                <a:extLst>
                  <a:ext uri="{FF2B5EF4-FFF2-40B4-BE49-F238E27FC236}">
                    <a16:creationId xmlns:a16="http://schemas.microsoft.com/office/drawing/2014/main" id="{1A2A7D25-A695-956D-5BB0-992B770B2095}"/>
                  </a:ext>
                </a:extLst>
              </p:cNvPr>
              <p:cNvSpPr txBox="1">
                <a:spLocks noRot="1" noChangeAspect="1" noMove="1" noResize="1" noEditPoints="1" noAdjustHandles="1" noChangeArrowheads="1" noChangeShapeType="1" noTextEdit="1"/>
              </p:cNvSpPr>
              <p:nvPr/>
            </p:nvSpPr>
            <p:spPr>
              <a:xfrm>
                <a:off x="6834023" y="5756691"/>
                <a:ext cx="3828663" cy="437492"/>
              </a:xfrm>
              <a:prstGeom prst="rect">
                <a:avLst/>
              </a:prstGeom>
              <a:blipFill>
                <a:blip r:embed="rId12"/>
                <a:stretch>
                  <a:fillRect t="-18056" b="-13889"/>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D0192724-D16E-8529-EBF9-E0061A5F463D}"/>
                  </a:ext>
                </a:extLst>
              </p:cNvPr>
              <p:cNvSpPr txBox="1"/>
              <p:nvPr/>
            </p:nvSpPr>
            <p:spPr>
              <a:xfrm>
                <a:off x="6874449" y="6226335"/>
                <a:ext cx="3890869" cy="437492"/>
              </a:xfrm>
              <a:prstGeom prst="rect">
                <a:avLst/>
              </a:prstGeom>
              <a:solidFill>
                <a:schemeClr val="bg1"/>
              </a:solidFill>
              <a:ln>
                <a:noFill/>
              </a:ln>
            </p:spPr>
            <p:txBody>
              <a:bodyPr wrap="square" rtlCol="0">
                <a:spAutoFit/>
              </a:bodyPr>
              <a:lstStyle/>
              <a:p>
                <a:pPr/>
                <a14:m>
                  <m:oMathPara xmlns:m="http://schemas.openxmlformats.org/officeDocument/2006/math">
                    <m:oMathParaPr>
                      <m:jc m:val="left"/>
                    </m:oMathParaPr>
                    <m:oMath>
                      <m:sSub>
                        <m:sSubPr>
                          <m:ctrlPr>
                            <a:rPr lang="en-US" sz="2000" b="1" i="1">
                              <a:solidFill>
                                <a:srgbClr val="0070C0"/>
                              </a:solidFill>
                              <a:latin typeface="Cambria Math" panose="02040503050406030204" pitchFamily="18" charset="0"/>
                              <a:cs typeface="Times New Roman" panose="02020603050405020304" pitchFamily="18" charset="0"/>
                            </a:rPr>
                          </m:ctrlPr>
                        </m:sSubPr>
                        <m:e>
                          <m:acc>
                            <m:accPr>
                              <m:chr m:val="⃗"/>
                              <m:ctrlPr>
                                <a:rPr lang="en-US" sz="2000" b="1">
                                  <a:solidFill>
                                    <a:srgbClr val="0070C0"/>
                                  </a:solidFill>
                                  <a:latin typeface="Cambria Math" panose="02040503050406030204" pitchFamily="18" charset="0"/>
                                  <a:cs typeface="Times New Roman" panose="02020603050405020304" pitchFamily="18" charset="0"/>
                                </a:rPr>
                              </m:ctrlPr>
                            </m:accPr>
                            <m:e>
                              <m:r>
                                <a:rPr lang="en-US" sz="2000" b="1">
                                  <a:solidFill>
                                    <a:srgbClr val="0070C0"/>
                                  </a:solidFill>
                                  <a:latin typeface="Cambria Math" panose="02040503050406030204" pitchFamily="18" charset="0"/>
                                  <a:cs typeface="Times New Roman" panose="02020603050405020304" pitchFamily="18" charset="0"/>
                                </a:rPr>
                                <m:t>𝐅</m:t>
                              </m:r>
                            </m:e>
                          </m:acc>
                        </m:e>
                        <m:sub>
                          <m:r>
                            <m:rPr>
                              <m:sty m:val="p"/>
                            </m:rPr>
                            <a:rPr lang="en-US" sz="2000">
                              <a:solidFill>
                                <a:srgbClr val="0070C0"/>
                              </a:solidFill>
                              <a:latin typeface="Cambria Math" panose="02040503050406030204" pitchFamily="18" charset="0"/>
                              <a:cs typeface="Times New Roman" panose="02020603050405020304" pitchFamily="18" charset="0"/>
                            </a:rPr>
                            <m:t>mE</m:t>
                          </m:r>
                        </m:sub>
                      </m:sSub>
                      <m:r>
                        <a:rPr lang="en-US" sz="2000">
                          <a:solidFill>
                            <a:srgbClr val="0070C0"/>
                          </a:solidFill>
                          <a:latin typeface="Cambria Math" panose="02040503050406030204" pitchFamily="18" charset="0"/>
                          <a:cs typeface="Times New Roman" panose="02020603050405020304" pitchFamily="18" charset="0"/>
                        </a:rPr>
                        <m:t>=</m:t>
                      </m:r>
                      <m:r>
                        <m:rPr>
                          <m:sty m:val="p"/>
                        </m:rPr>
                        <a:rPr lang="en-US" sz="2000">
                          <a:solidFill>
                            <a:srgbClr val="0070C0"/>
                          </a:solidFill>
                          <a:latin typeface="Cambria Math" panose="02040503050406030204" pitchFamily="18" charset="0"/>
                          <a:cs typeface="Times New Roman" panose="02020603050405020304" pitchFamily="18" charset="0"/>
                        </a:rPr>
                        <m:t>force</m:t>
                      </m:r>
                      <m:r>
                        <a:rPr lang="en-US" sz="2000">
                          <a:solidFill>
                            <a:srgbClr val="0070C0"/>
                          </a:solidFill>
                          <a:latin typeface="Cambria Math" panose="02040503050406030204" pitchFamily="18" charset="0"/>
                          <a:cs typeface="Times New Roman" panose="02020603050405020304" pitchFamily="18" charset="0"/>
                        </a:rPr>
                        <m:t> </m:t>
                      </m:r>
                      <m:r>
                        <m:rPr>
                          <m:sty m:val="p"/>
                        </m:rPr>
                        <a:rPr lang="en-US" sz="2000">
                          <a:solidFill>
                            <a:srgbClr val="0070C0"/>
                          </a:solidFill>
                          <a:latin typeface="Cambria Math" panose="02040503050406030204" pitchFamily="18" charset="0"/>
                          <a:cs typeface="Times New Roman" panose="02020603050405020304" pitchFamily="18" charset="0"/>
                        </a:rPr>
                        <m:t>by</m:t>
                      </m:r>
                      <m:r>
                        <a:rPr lang="en-US" sz="2000">
                          <a:solidFill>
                            <a:srgbClr val="0070C0"/>
                          </a:solidFill>
                          <a:latin typeface="Cambria Math" panose="02040503050406030204" pitchFamily="18" charset="0"/>
                          <a:cs typeface="Times New Roman" panose="02020603050405020304" pitchFamily="18" charset="0"/>
                        </a:rPr>
                        <m:t> </m:t>
                      </m:r>
                      <m:r>
                        <m:rPr>
                          <m:sty m:val="p"/>
                        </m:rPr>
                        <a:rPr lang="en-US" sz="2000">
                          <a:solidFill>
                            <a:srgbClr val="0070C0"/>
                          </a:solidFill>
                          <a:latin typeface="Cambria Math" panose="02040503050406030204" pitchFamily="18" charset="0"/>
                          <a:cs typeface="Times New Roman" panose="02020603050405020304" pitchFamily="18" charset="0"/>
                        </a:rPr>
                        <m:t>monitor</m:t>
                      </m:r>
                      <m:r>
                        <a:rPr lang="en-US" sz="2000">
                          <a:solidFill>
                            <a:srgbClr val="0070C0"/>
                          </a:solidFill>
                          <a:latin typeface="Cambria Math" panose="02040503050406030204" pitchFamily="18" charset="0"/>
                          <a:cs typeface="Times New Roman" panose="02020603050405020304" pitchFamily="18" charset="0"/>
                        </a:rPr>
                        <m:t> </m:t>
                      </m:r>
                      <m:r>
                        <a:rPr lang="en-US" sz="2000" b="1">
                          <a:solidFill>
                            <a:srgbClr val="0070C0"/>
                          </a:solidFill>
                          <a:latin typeface="Cambria Math" panose="02040503050406030204" pitchFamily="18" charset="0"/>
                          <a:cs typeface="Times New Roman" panose="02020603050405020304" pitchFamily="18" charset="0"/>
                        </a:rPr>
                        <m:t>𝐎𝐍</m:t>
                      </m:r>
                      <m:r>
                        <a:rPr lang="en-US" sz="2000">
                          <a:solidFill>
                            <a:srgbClr val="0070C0"/>
                          </a:solidFill>
                          <a:latin typeface="Cambria Math" panose="02040503050406030204" pitchFamily="18" charset="0"/>
                          <a:cs typeface="Times New Roman" panose="02020603050405020304" pitchFamily="18" charset="0"/>
                        </a:rPr>
                        <m:t> </m:t>
                      </m:r>
                      <m:r>
                        <m:rPr>
                          <m:sty m:val="p"/>
                        </m:rPr>
                        <a:rPr lang="en-US" sz="2000">
                          <a:solidFill>
                            <a:srgbClr val="0070C0"/>
                          </a:solidFill>
                          <a:latin typeface="Cambria Math" panose="02040503050406030204" pitchFamily="18" charset="0"/>
                          <a:cs typeface="Times New Roman" panose="02020603050405020304" pitchFamily="18" charset="0"/>
                        </a:rPr>
                        <m:t>Earth</m:t>
                      </m:r>
                    </m:oMath>
                  </m:oMathPara>
                </a14:m>
                <a:endParaRPr lang="en-US" sz="2000" dirty="0">
                  <a:solidFill>
                    <a:srgbClr val="0070C0"/>
                  </a:solidFill>
                  <a:latin typeface="Times New Roman" panose="02020603050405020304" pitchFamily="18" charset="0"/>
                  <a:cs typeface="Times New Roman" panose="02020603050405020304" pitchFamily="18" charset="0"/>
                </a:endParaRPr>
              </a:p>
            </p:txBody>
          </p:sp>
        </mc:Choice>
        <mc:Fallback xmlns="">
          <p:sp>
            <p:nvSpPr>
              <p:cNvPr id="17" name="TextBox 16">
                <a:extLst>
                  <a:ext uri="{FF2B5EF4-FFF2-40B4-BE49-F238E27FC236}">
                    <a16:creationId xmlns:a16="http://schemas.microsoft.com/office/drawing/2014/main" id="{D0192724-D16E-8529-EBF9-E0061A5F463D}"/>
                  </a:ext>
                </a:extLst>
              </p:cNvPr>
              <p:cNvSpPr txBox="1">
                <a:spLocks noRot="1" noChangeAspect="1" noMove="1" noResize="1" noEditPoints="1" noAdjustHandles="1" noChangeArrowheads="1" noChangeShapeType="1" noTextEdit="1"/>
              </p:cNvSpPr>
              <p:nvPr/>
            </p:nvSpPr>
            <p:spPr>
              <a:xfrm>
                <a:off x="6874449" y="6226335"/>
                <a:ext cx="3890869" cy="437492"/>
              </a:xfrm>
              <a:prstGeom prst="rect">
                <a:avLst/>
              </a:prstGeom>
              <a:blipFill>
                <a:blip r:embed="rId13"/>
                <a:stretch>
                  <a:fillRect t="-18056" b="-13889"/>
                </a:stretch>
              </a:blipFill>
              <a:ln>
                <a:noFill/>
              </a:ln>
            </p:spPr>
            <p:txBody>
              <a:bodyPr/>
              <a:lstStyle/>
              <a:p>
                <a:r>
                  <a:rPr lang="en-US">
                    <a:noFill/>
                  </a:rPr>
                  <a:t> </a:t>
                </a:r>
              </a:p>
            </p:txBody>
          </p:sp>
        </mc:Fallback>
      </mc:AlternateContent>
      <p:grpSp>
        <p:nvGrpSpPr>
          <p:cNvPr id="28" name="Group 27">
            <a:extLst>
              <a:ext uri="{FF2B5EF4-FFF2-40B4-BE49-F238E27FC236}">
                <a16:creationId xmlns:a16="http://schemas.microsoft.com/office/drawing/2014/main" id="{A31836CE-F24F-3A84-2D2F-64C00ECD02A4}"/>
              </a:ext>
            </a:extLst>
          </p:cNvPr>
          <p:cNvGrpSpPr/>
          <p:nvPr/>
        </p:nvGrpSpPr>
        <p:grpSpPr>
          <a:xfrm>
            <a:off x="5068888" y="1233717"/>
            <a:ext cx="2959234" cy="3416438"/>
            <a:chOff x="5068888" y="1233717"/>
            <a:chExt cx="2959234" cy="3416438"/>
          </a:xfrm>
        </p:grpSpPr>
        <mc:AlternateContent xmlns:mc="http://schemas.openxmlformats.org/markup-compatibility/2006" xmlns:a14="http://schemas.microsoft.com/office/drawing/2010/main">
          <mc:Choice Requires="a14">
            <p:sp>
              <p:nvSpPr>
                <p:cNvPr id="7" name="Object 6">
                  <a:extLst>
                    <a:ext uri="{FF2B5EF4-FFF2-40B4-BE49-F238E27FC236}">
                      <a16:creationId xmlns:a16="http://schemas.microsoft.com/office/drawing/2014/main" id="{FA601A9D-6360-4793-A3C1-8849D715DF70}"/>
                    </a:ext>
                  </a:extLst>
                </p:cNvPr>
                <p:cNvSpPr txBox="1"/>
                <p:nvPr/>
              </p:nvSpPr>
              <p:spPr bwMode="auto">
                <a:xfrm>
                  <a:off x="5068888" y="1233717"/>
                  <a:ext cx="2959234" cy="3416438"/>
                </a:xfrm>
                <a:prstGeom prst="rect">
                  <a:avLst/>
                </a:prstGeom>
                <a:noFill/>
                <a:ln w="19050">
                  <a:solidFill>
                    <a:schemeClr val="tx1"/>
                  </a:solidFill>
                </a:ln>
              </p:spPr>
              <p:txBody>
                <a:bodyPr>
                  <a:noAutofit/>
                </a:bodyPr>
                <a:lstStyle/>
                <a:p>
                  <a:pPr algn="ctr"/>
                  <a:r>
                    <a:rPr lang="en-US" sz="2400" b="1" u="sng" dirty="0">
                      <a:solidFill>
                        <a:srgbClr val="C00000"/>
                      </a:solidFill>
                      <a:latin typeface="Times New Roman" panose="02020603050405020304" pitchFamily="18" charset="0"/>
                      <a:cs typeface="Times New Roman" panose="02020603050405020304" pitchFamily="18" charset="0"/>
                    </a:rPr>
                    <a:t>Monitor is at rest,</a:t>
                  </a:r>
                </a:p>
                <a:p>
                  <a:pPr/>
                  <a14:m>
                    <m:oMathPara xmlns:m="http://schemas.openxmlformats.org/officeDocument/2006/math">
                      <m:oMathParaPr>
                        <m:jc m:val="center"/>
                      </m:oMathParaPr>
                      <m:oMath>
                        <m:nary>
                          <m:naryPr>
                            <m:chr m:val="∑"/>
                            <m:subHide m:val="on"/>
                            <m:supHide m:val="on"/>
                            <m:ctrlPr>
                              <a:rPr lang="en-US" sz="2400" i="1">
                                <a:solidFill>
                                  <a:srgbClr val="000000"/>
                                </a:solidFill>
                                <a:latin typeface="Cambria Math" panose="02040503050406030204" pitchFamily="18" charset="0"/>
                              </a:rPr>
                            </m:ctrlPr>
                          </m:naryPr>
                          <m:sub/>
                          <m:sup/>
                          <m:e>
                            <m:acc>
                              <m:accPr>
                                <m:chr m:val="⃗"/>
                                <m:ctrlPr>
                                  <a:rPr lang="en-US" sz="2400" i="1">
                                    <a:solidFill>
                                      <a:srgbClr val="000000"/>
                                    </a:solidFill>
                                    <a:latin typeface="Cambria Math" panose="02040503050406030204" pitchFamily="18" charset="0"/>
                                  </a:rPr>
                                </m:ctrlPr>
                              </m:accPr>
                              <m:e>
                                <m:r>
                                  <m:rPr>
                                    <m:sty m:val="p"/>
                                  </m:rPr>
                                  <a:rPr lang="en-US" sz="2400" i="1">
                                    <a:solidFill>
                                      <a:srgbClr val="000000"/>
                                    </a:solidFill>
                                    <a:latin typeface="Cambria Math" panose="02040503050406030204" pitchFamily="18" charset="0"/>
                                  </a:rPr>
                                  <m:t>F</m:t>
                                </m:r>
                              </m:e>
                            </m:acc>
                          </m:e>
                        </m:nary>
                        <m:r>
                          <a:rPr lang="en-US" sz="2400" i="1">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0</m:t>
                        </m:r>
                      </m:oMath>
                    </m:oMathPara>
                  </a14:m>
                  <a:endParaRPr lang="en-US" sz="2400" i="1" dirty="0">
                    <a:solidFill>
                      <a:srgbClr val="000000"/>
                    </a:solidFill>
                    <a:latin typeface="Cambria Math" panose="02040503050406030204" pitchFamily="18" charset="0"/>
                  </a:endParaRPr>
                </a:p>
                <a:p>
                  <a:r>
                    <a:rPr lang="en-US" sz="2400" dirty="0">
                      <a:solidFill>
                        <a:srgbClr val="000000"/>
                      </a:solidFill>
                    </a:rPr>
                    <a:t>          </a:t>
                  </a:r>
                  <a14:m>
                    <m:oMath xmlns:m="http://schemas.openxmlformats.org/officeDocument/2006/math">
                      <m:acc>
                        <m:accPr>
                          <m:chr m:val="⃗"/>
                          <m:ctrlPr>
                            <a:rPr lang="en-US" sz="2400">
                              <a:solidFill>
                                <a:srgbClr val="000000"/>
                              </a:solidFill>
                              <a:latin typeface="Cambria Math" panose="02040503050406030204" pitchFamily="18" charset="0"/>
                            </a:rPr>
                          </m:ctrlPr>
                        </m:accPr>
                        <m:e>
                          <m:r>
                            <m:rPr>
                              <m:sty m:val="p"/>
                            </m:rPr>
                            <a:rPr lang="en-US" sz="2400">
                              <a:solidFill>
                                <a:srgbClr val="000000"/>
                              </a:solidFill>
                              <a:latin typeface="Cambria Math" panose="02040503050406030204" pitchFamily="18" charset="0"/>
                            </a:rPr>
                            <m:t>N</m:t>
                          </m:r>
                        </m:e>
                      </m:acc>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𝑚</m:t>
                      </m:r>
                      <m:acc>
                        <m:accPr>
                          <m:chr m:val="⃗"/>
                          <m:ctrlPr>
                            <a:rPr lang="en-US" sz="2400" i="1">
                              <a:solidFill>
                                <a:srgbClr val="000000"/>
                              </a:solidFill>
                              <a:latin typeface="Cambria Math" panose="02040503050406030204" pitchFamily="18" charset="0"/>
                            </a:rPr>
                          </m:ctrlPr>
                        </m:accPr>
                        <m:e>
                          <m:r>
                            <m:rPr>
                              <m:sty m:val="p"/>
                            </m:rPr>
                            <a:rPr lang="en-US" sz="2400" i="1">
                              <a:solidFill>
                                <a:srgbClr val="000000"/>
                              </a:solidFill>
                              <a:latin typeface="Cambria Math" panose="02040503050406030204" pitchFamily="18" charset="0"/>
                            </a:rPr>
                            <m:t>g</m:t>
                          </m:r>
                        </m:e>
                      </m:acc>
                      <m:r>
                        <a:rPr lang="en-US" sz="2400" i="1">
                          <a:solidFill>
                            <a:srgbClr val="000000"/>
                          </a:solidFill>
                          <a:latin typeface="Cambria Math" panose="02040503050406030204" pitchFamily="18" charset="0"/>
                        </a:rPr>
                        <m:t>=0</m:t>
                      </m:r>
                    </m:oMath>
                  </a14:m>
                  <a:br>
                    <a:rPr lang="en-US" sz="2400" i="1" dirty="0">
                      <a:solidFill>
                        <a:srgbClr val="000000"/>
                      </a:solidFill>
                      <a:latin typeface="Cambria Math" panose="02040503050406030204" pitchFamily="18" charset="0"/>
                    </a:rPr>
                  </a:br>
                  <a:endParaRPr lang="en-US" sz="2400" i="1" dirty="0">
                    <a:solidFill>
                      <a:srgbClr val="000000"/>
                    </a:solidFill>
                    <a:latin typeface="Cambria Math" panose="02040503050406030204" pitchFamily="18" charset="0"/>
                  </a:endParaRPr>
                </a:p>
                <a:p>
                  <a:r>
                    <a:rPr lang="en-US" sz="2400" i="1" dirty="0">
                      <a:solidFill>
                        <a:srgbClr val="000000"/>
                      </a:solidFill>
                      <a:latin typeface="Cambria Math" panose="02040503050406030204" pitchFamily="18" charset="0"/>
                    </a:rPr>
                    <a:t> </a:t>
                  </a:r>
                  <a14:m>
                    <m:oMath xmlns:m="http://schemas.openxmlformats.org/officeDocument/2006/math">
                      <m:r>
                        <a:rPr lang="en-US" sz="2400" i="1">
                          <a:solidFill>
                            <a:srgbClr val="000000"/>
                          </a:solidFill>
                          <a:latin typeface="Cambria Math" panose="02040503050406030204" pitchFamily="18" charset="0"/>
                        </a:rPr>
                        <m:t>⇒</m:t>
                      </m:r>
                      <m:r>
                        <m:rPr>
                          <m:sty m:val="p"/>
                        </m:rPr>
                        <a:rPr lang="en-US" sz="2400">
                          <a:solidFill>
                            <a:srgbClr val="000000"/>
                          </a:solidFill>
                          <a:latin typeface="Cambria Math" panose="02040503050406030204" pitchFamily="18" charset="0"/>
                        </a:rPr>
                        <m:t>N</m:t>
                      </m:r>
                      <m:acc>
                        <m:accPr>
                          <m:chr m:val="̂"/>
                          <m:ctrlPr>
                            <a:rPr lang="en-US" sz="2400" i="1">
                              <a:solidFill>
                                <a:srgbClr val="000000"/>
                              </a:solidFill>
                              <a:latin typeface="Cambria Math" panose="02040503050406030204" pitchFamily="18" charset="0"/>
                            </a:rPr>
                          </m:ctrlPr>
                        </m:accPr>
                        <m:e>
                          <m:r>
                            <m:rPr>
                              <m:sty m:val="p"/>
                            </m:rPr>
                            <a:rPr lang="en-US" sz="2400" i="1">
                              <a:solidFill>
                                <a:srgbClr val="000000"/>
                              </a:solidFill>
                              <a:latin typeface="Cambria Math" panose="02040503050406030204" pitchFamily="18" charset="0"/>
                            </a:rPr>
                            <m:t>j</m:t>
                          </m:r>
                        </m:e>
                      </m:acc>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𝑚𝑔</m:t>
                      </m:r>
                      <m:acc>
                        <m:accPr>
                          <m:chr m:val="̂"/>
                          <m:ctrlPr>
                            <a:rPr lang="en-US" sz="2400" i="1">
                              <a:solidFill>
                                <a:srgbClr val="000000"/>
                              </a:solidFill>
                              <a:latin typeface="Cambria Math" panose="02040503050406030204" pitchFamily="18" charset="0"/>
                            </a:rPr>
                          </m:ctrlPr>
                        </m:accPr>
                        <m:e>
                          <m:r>
                            <m:rPr>
                              <m:sty m:val="p"/>
                            </m:rPr>
                            <a:rPr lang="en-US" sz="2400" i="1">
                              <a:solidFill>
                                <a:srgbClr val="000000"/>
                              </a:solidFill>
                              <a:latin typeface="Cambria Math" panose="02040503050406030204" pitchFamily="18" charset="0"/>
                            </a:rPr>
                            <m:t>j</m:t>
                          </m:r>
                        </m:e>
                      </m:acc>
                      <m:r>
                        <a:rPr lang="en-US" sz="2400" i="1">
                          <a:solidFill>
                            <a:srgbClr val="000000"/>
                          </a:solidFill>
                          <a:latin typeface="Cambria Math" panose="02040503050406030204" pitchFamily="18" charset="0"/>
                        </a:rPr>
                        <m:t>=0</m:t>
                      </m:r>
                    </m:oMath>
                  </a14:m>
                  <a:endParaRPr lang="en-US" sz="2400" i="1" dirty="0">
                    <a:solidFill>
                      <a:srgbClr val="000000"/>
                    </a:solidFill>
                    <a:latin typeface="Cambria Math" panose="02040503050406030204" pitchFamily="18" charset="0"/>
                  </a:endParaRPr>
                </a:p>
                <a:p>
                  <a:endParaRPr lang="en-US" sz="2400" i="1" dirty="0">
                    <a:solidFill>
                      <a:srgbClr val="000000"/>
                    </a:solidFill>
                    <a:latin typeface="Cambria Math" panose="02040503050406030204" pitchFamily="18" charset="0"/>
                  </a:endParaRPr>
                </a:p>
                <a:p>
                  <a:endParaRPr lang="en-US" sz="2400" i="1" dirty="0">
                    <a:solidFill>
                      <a:srgbClr val="000000"/>
                    </a:solidFill>
                    <a:latin typeface="Cambria Math" panose="02040503050406030204" pitchFamily="18" charset="0"/>
                  </a:endParaRPr>
                </a:p>
                <a:p>
                  <a:endParaRPr lang="en-US" sz="2400" i="1" dirty="0">
                    <a:solidFill>
                      <a:srgbClr val="000000"/>
                    </a:solidFill>
                    <a:latin typeface="Cambria Math" panose="02040503050406030204" pitchFamily="18" charset="0"/>
                  </a:endParaRPr>
                </a:p>
                <a:p>
                  <a:br>
                    <a:rPr lang="en-US" sz="2400" i="1" dirty="0">
                      <a:solidFill>
                        <a:srgbClr val="000000"/>
                      </a:solidFill>
                      <a:latin typeface="Cambria Math" panose="02040503050406030204" pitchFamily="18" charset="0"/>
                    </a:rPr>
                  </a:br>
                  <a:r>
                    <a:rPr lang="en-US" sz="2400" i="1" dirty="0">
                      <a:solidFill>
                        <a:srgbClr val="000000"/>
                      </a:solidFill>
                      <a:latin typeface="Cambria Math" panose="02040503050406030204" pitchFamily="18" charset="0"/>
                    </a:rPr>
                    <a:t>                    </a:t>
                  </a:r>
                </a:p>
                <a:p>
                  <a:r>
                    <a:rPr lang="en-US" sz="2400" i="1" dirty="0">
                      <a:solidFill>
                        <a:srgbClr val="000000"/>
                      </a:solidFill>
                      <a:latin typeface="Cambria Math" panose="02040503050406030204" pitchFamily="18" charset="0"/>
                    </a:rPr>
                    <a:t>                    </a:t>
                  </a:r>
                  <a:endParaRPr lang="en-US" sz="2400" dirty="0"/>
                </a:p>
              </p:txBody>
            </p:sp>
          </mc:Choice>
          <mc:Fallback xmlns="">
            <p:sp>
              <p:nvSpPr>
                <p:cNvPr id="7" name="Object 6">
                  <a:extLst>
                    <a:ext uri="{FF2B5EF4-FFF2-40B4-BE49-F238E27FC236}">
                      <a16:creationId xmlns:a16="http://schemas.microsoft.com/office/drawing/2014/main" id="{FA601A9D-6360-4793-A3C1-8849D715DF70}"/>
                    </a:ext>
                  </a:extLst>
                </p:cNvPr>
                <p:cNvSpPr txBox="1">
                  <a:spLocks noRot="1" noChangeAspect="1" noMove="1" noResize="1" noEditPoints="1" noAdjustHandles="1" noChangeArrowheads="1" noChangeShapeType="1" noTextEdit="1"/>
                </p:cNvSpPr>
                <p:nvPr/>
              </p:nvSpPr>
              <p:spPr bwMode="auto">
                <a:xfrm>
                  <a:off x="5068888" y="1233717"/>
                  <a:ext cx="2959234" cy="3416438"/>
                </a:xfrm>
                <a:prstGeom prst="rect">
                  <a:avLst/>
                </a:prstGeom>
                <a:blipFill>
                  <a:blip r:embed="rId14"/>
                  <a:stretch>
                    <a:fillRect t="-1241"/>
                  </a:stretch>
                </a:blipFill>
                <a:ln w="1905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01C3340F-0B12-44BB-EC3A-6D724440ADC6}"/>
                    </a:ext>
                  </a:extLst>
                </p:cNvPr>
                <p:cNvSpPr txBox="1"/>
                <p:nvPr/>
              </p:nvSpPr>
              <p:spPr>
                <a:xfrm>
                  <a:off x="6367489" y="3881036"/>
                  <a:ext cx="1292323" cy="461665"/>
                </a:xfrm>
                <a:prstGeom prst="rect">
                  <a:avLst/>
                </a:prstGeom>
                <a:solidFill>
                  <a:schemeClr val="bg1">
                    <a:lumMod val="85000"/>
                  </a:schemeClr>
                </a:solidFill>
              </p:spPr>
              <p:txBody>
                <a:bodyPr wrap="square">
                  <a:spAutoFit/>
                </a:bodyPr>
                <a:lstStyle/>
                <a:p>
                  <a:pPr/>
                  <a14:m>
                    <m:oMathPara xmlns:m="http://schemas.openxmlformats.org/officeDocument/2006/math">
                      <m:oMathParaPr>
                        <m:jc m:val="left"/>
                      </m:oMathParaPr>
                      <m:oMath>
                        <m:r>
                          <m:rPr>
                            <m:sty m:val="p"/>
                          </m:rPr>
                          <a:rPr lang="en-US" sz="2400">
                            <a:solidFill>
                              <a:srgbClr val="000000"/>
                            </a:solidFill>
                            <a:latin typeface="Cambria Math" panose="02040503050406030204" pitchFamily="18" charset="0"/>
                          </a:rPr>
                          <m:t>N</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𝑚𝑔</m:t>
                        </m:r>
                      </m:oMath>
                    </m:oMathPara>
                  </a14:m>
                  <a:endParaRPr lang="en-US" sz="2400" dirty="0"/>
                </a:p>
              </p:txBody>
            </p:sp>
          </mc:Choice>
          <mc:Fallback xmlns="">
            <p:sp>
              <p:nvSpPr>
                <p:cNvPr id="20" name="TextBox 19">
                  <a:extLst>
                    <a:ext uri="{FF2B5EF4-FFF2-40B4-BE49-F238E27FC236}">
                      <a16:creationId xmlns:a16="http://schemas.microsoft.com/office/drawing/2014/main" id="{01C3340F-0B12-44BB-EC3A-6D724440ADC6}"/>
                    </a:ext>
                  </a:extLst>
                </p:cNvPr>
                <p:cNvSpPr txBox="1">
                  <a:spLocks noRot="1" noChangeAspect="1" noMove="1" noResize="1" noEditPoints="1" noAdjustHandles="1" noChangeArrowheads="1" noChangeShapeType="1" noTextEdit="1"/>
                </p:cNvSpPr>
                <p:nvPr/>
              </p:nvSpPr>
              <p:spPr>
                <a:xfrm>
                  <a:off x="6367489" y="3881036"/>
                  <a:ext cx="1292323" cy="461665"/>
                </a:xfrm>
                <a:prstGeom prst="rect">
                  <a:avLst/>
                </a:prstGeom>
                <a:blipFill>
                  <a:blip r:embed="rId15"/>
                  <a:stretch>
                    <a:fillRect l="-1415" b="-9333"/>
                  </a:stretch>
                </a:blipFill>
              </p:spPr>
              <p:txBody>
                <a:bodyPr/>
                <a:lstStyle/>
                <a:p>
                  <a:r>
                    <a:rPr lang="en-US">
                      <a:noFill/>
                    </a:rPr>
                    <a:t> </a:t>
                  </a:r>
                </a:p>
              </p:txBody>
            </p:sp>
          </mc:Fallback>
        </mc:AlternateContent>
      </p:grpSp>
      <p:sp>
        <p:nvSpPr>
          <p:cNvPr id="19" name="Title 3">
            <a:extLst>
              <a:ext uri="{FF2B5EF4-FFF2-40B4-BE49-F238E27FC236}">
                <a16:creationId xmlns:a16="http://schemas.microsoft.com/office/drawing/2014/main" id="{D5C06445-CE80-6C12-EC03-0B418E4D1274}"/>
              </a:ext>
            </a:extLst>
          </p:cNvPr>
          <p:cNvSpPr txBox="1">
            <a:spLocks/>
          </p:cNvSpPr>
          <p:nvPr/>
        </p:nvSpPr>
        <p:spPr>
          <a:xfrm>
            <a:off x="0" y="-9069"/>
            <a:ext cx="12192000" cy="757130"/>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dirty="0">
                <a:latin typeface="Times New Roman" panose="02020603050405020304" pitchFamily="18" charset="0"/>
                <a:ea typeface="STKaiti" panose="020B0503020204020204" pitchFamily="2" charset="-122"/>
                <a:cs typeface="Times New Roman" panose="02020603050405020304" pitchFamily="18" charset="0"/>
              </a:rPr>
              <a:t> Newton’s </a:t>
            </a:r>
            <a:r>
              <a:rPr lang="en-US" sz="48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Third</a:t>
            </a:r>
            <a:r>
              <a:rPr lang="en-US" sz="4800" b="1" dirty="0">
                <a:latin typeface="Times New Roman" panose="02020603050405020304" pitchFamily="18" charset="0"/>
                <a:ea typeface="STKaiti" panose="020B0503020204020204" pitchFamily="2" charset="-122"/>
                <a:cs typeface="Times New Roman" panose="02020603050405020304" pitchFamily="18" charset="0"/>
              </a:rPr>
              <a:t> Law   </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FB21371A-4402-5C82-9D8F-3BF7AFC678FC}"/>
                  </a:ext>
                </a:extLst>
              </p:cNvPr>
              <p:cNvSpPr txBox="1"/>
              <p:nvPr/>
            </p:nvSpPr>
            <p:spPr>
              <a:xfrm>
                <a:off x="2989382" y="2438398"/>
                <a:ext cx="267701" cy="307777"/>
              </a:xfrm>
              <a:prstGeom prst="rect">
                <a:avLst/>
              </a:prstGeom>
              <a:noFill/>
              <a:ln w="28575">
                <a:noFill/>
              </a:ln>
            </p:spPr>
            <p:txBody>
              <a:bodyPr wrap="none" lIns="0" tIns="0" rIns="0" bIns="0" rtlCol="0">
                <a:spAutoFit/>
              </a:bodyPr>
              <a:lstStyle/>
              <a:p>
                <a:pPr/>
                <a14:m>
                  <m:oMathPara xmlns:m="http://schemas.openxmlformats.org/officeDocument/2006/math">
                    <m:oMath>
                      <m:r>
                        <a:rPr lang="en-US" sz="2000" b="0" i="0" smtClean="0">
                          <a:solidFill>
                            <a:srgbClr val="FF0000"/>
                          </a:solidFill>
                          <a:latin typeface="Cambria Math" panose="02040503050406030204" pitchFamily="18" charset="0"/>
                          <a:ea typeface="Cambria Math" panose="02040503050406030204" pitchFamily="18" charset="0"/>
                        </a:rPr>
                        <m:t>×</m:t>
                      </m:r>
                    </m:oMath>
                  </m:oMathPara>
                </a14:m>
                <a:endParaRPr lang="en-US" sz="2000" dirty="0">
                  <a:solidFill>
                    <a:srgbClr val="FF0000"/>
                  </a:solidFill>
                  <a:latin typeface="Bodoni MT Black" panose="02070A03080606020203" pitchFamily="18" charset="0"/>
                </a:endParaRPr>
              </a:p>
            </p:txBody>
          </p:sp>
        </mc:Choice>
        <mc:Fallback xmlns="">
          <p:sp>
            <p:nvSpPr>
              <p:cNvPr id="2" name="TextBox 1">
                <a:extLst>
                  <a:ext uri="{FF2B5EF4-FFF2-40B4-BE49-F238E27FC236}">
                    <a16:creationId xmlns:a16="http://schemas.microsoft.com/office/drawing/2014/main" id="{FB21371A-4402-5C82-9D8F-3BF7AFC678FC}"/>
                  </a:ext>
                </a:extLst>
              </p:cNvPr>
              <p:cNvSpPr txBox="1">
                <a:spLocks noRot="1" noChangeAspect="1" noMove="1" noResize="1" noEditPoints="1" noAdjustHandles="1" noChangeArrowheads="1" noChangeShapeType="1" noTextEdit="1"/>
              </p:cNvSpPr>
              <p:nvPr/>
            </p:nvSpPr>
            <p:spPr>
              <a:xfrm>
                <a:off x="2989382" y="2438398"/>
                <a:ext cx="267701" cy="307777"/>
              </a:xfrm>
              <a:prstGeom prst="rect">
                <a:avLst/>
              </a:prstGeom>
              <a:blipFill>
                <a:blip r:embed="rId16"/>
                <a:stretch>
                  <a:fillRect l="-11364" r="-11364" b="-2000"/>
                </a:stretch>
              </a:blipFill>
              <a:ln w="28575">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F2FB5DC-25CD-BC36-6120-A25A47AFAB65}"/>
                  </a:ext>
                </a:extLst>
              </p:cNvPr>
              <p:cNvSpPr txBox="1"/>
              <p:nvPr/>
            </p:nvSpPr>
            <p:spPr>
              <a:xfrm>
                <a:off x="2977659" y="3176950"/>
                <a:ext cx="267701" cy="307777"/>
              </a:xfrm>
              <a:prstGeom prst="rect">
                <a:avLst/>
              </a:prstGeom>
              <a:noFill/>
              <a:ln w="28575">
                <a:noFill/>
              </a:ln>
            </p:spPr>
            <p:txBody>
              <a:bodyPr wrap="none" lIns="0" tIns="0" rIns="0" bIns="0" rtlCol="0">
                <a:spAutoFit/>
              </a:bodyPr>
              <a:lstStyle/>
              <a:p>
                <a:pPr/>
                <a14:m>
                  <m:oMathPara xmlns:m="http://schemas.openxmlformats.org/officeDocument/2006/math">
                    <m:oMath>
                      <m:r>
                        <a:rPr lang="en-US" sz="2000" b="0" i="0" smtClean="0">
                          <a:solidFill>
                            <a:srgbClr val="FF0000"/>
                          </a:solidFill>
                          <a:latin typeface="Cambria Math" panose="02040503050406030204" pitchFamily="18" charset="0"/>
                          <a:ea typeface="Cambria Math" panose="02040503050406030204" pitchFamily="18" charset="0"/>
                        </a:rPr>
                        <m:t>×</m:t>
                      </m:r>
                    </m:oMath>
                  </m:oMathPara>
                </a14:m>
                <a:endParaRPr lang="en-US" sz="2000" dirty="0">
                  <a:solidFill>
                    <a:srgbClr val="FF0000"/>
                  </a:solidFill>
                  <a:latin typeface="Bodoni MT Black" panose="02070A03080606020203" pitchFamily="18" charset="0"/>
                </a:endParaRPr>
              </a:p>
            </p:txBody>
          </p:sp>
        </mc:Choice>
        <mc:Fallback xmlns="">
          <p:sp>
            <p:nvSpPr>
              <p:cNvPr id="5" name="TextBox 4">
                <a:extLst>
                  <a:ext uri="{FF2B5EF4-FFF2-40B4-BE49-F238E27FC236}">
                    <a16:creationId xmlns:a16="http://schemas.microsoft.com/office/drawing/2014/main" id="{7F2FB5DC-25CD-BC36-6120-A25A47AFAB65}"/>
                  </a:ext>
                </a:extLst>
              </p:cNvPr>
              <p:cNvSpPr txBox="1">
                <a:spLocks noRot="1" noChangeAspect="1" noMove="1" noResize="1" noEditPoints="1" noAdjustHandles="1" noChangeArrowheads="1" noChangeShapeType="1" noTextEdit="1"/>
              </p:cNvSpPr>
              <p:nvPr/>
            </p:nvSpPr>
            <p:spPr>
              <a:xfrm>
                <a:off x="2977659" y="3176950"/>
                <a:ext cx="267701" cy="307777"/>
              </a:xfrm>
              <a:prstGeom prst="rect">
                <a:avLst/>
              </a:prstGeom>
              <a:blipFill>
                <a:blip r:embed="rId17"/>
                <a:stretch>
                  <a:fillRect l="-11364" r="-11364"/>
                </a:stretch>
              </a:blipFill>
              <a:ln w="28575">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F39767E-F2B8-29C7-A1BC-EAA17EE3E6EE}"/>
                  </a:ext>
                </a:extLst>
              </p:cNvPr>
              <p:cNvSpPr txBox="1"/>
              <p:nvPr/>
            </p:nvSpPr>
            <p:spPr>
              <a:xfrm>
                <a:off x="3094892" y="2950306"/>
                <a:ext cx="450444" cy="307777"/>
              </a:xfrm>
              <a:prstGeom prst="rect">
                <a:avLst/>
              </a:prstGeom>
              <a:noFill/>
              <a:ln w="28575">
                <a:noFill/>
              </a:ln>
            </p:spPr>
            <p:txBody>
              <a:bodyPr wrap="none" lIns="0" tIns="0" rIns="0" bIns="0" rtlCol="0">
                <a:spAutoFit/>
              </a:bodyPr>
              <a:lstStyle/>
              <a:p>
                <a:pPr/>
                <a14:m>
                  <m:oMathPara xmlns:m="http://schemas.openxmlformats.org/officeDocument/2006/math">
                    <m:oMath>
                      <m:r>
                        <a:rPr lang="en-US" sz="2000" b="0" i="0" smtClean="0">
                          <a:solidFill>
                            <a:schemeClr val="accent6"/>
                          </a:solidFill>
                          <a:latin typeface="Cambria Math" panose="02040503050406030204" pitchFamily="18" charset="0"/>
                          <a:ea typeface="Cambria Math" panose="02040503050406030204" pitchFamily="18" charset="0"/>
                        </a:rPr>
                        <m:t>×</m:t>
                      </m:r>
                      <m:r>
                        <a:rPr lang="en-US" sz="2000" b="0" i="1" smtClean="0">
                          <a:solidFill>
                            <a:schemeClr val="accent6"/>
                          </a:solidFill>
                          <a:latin typeface="Cambria Math" panose="02040503050406030204" pitchFamily="18" charset="0"/>
                          <a:ea typeface="Cambria Math" panose="02040503050406030204" pitchFamily="18" charset="0"/>
                        </a:rPr>
                        <m:t>×</m:t>
                      </m:r>
                    </m:oMath>
                  </m:oMathPara>
                </a14:m>
                <a:endParaRPr lang="en-US" sz="2000" dirty="0">
                  <a:solidFill>
                    <a:schemeClr val="accent6"/>
                  </a:solidFill>
                  <a:latin typeface="Bodoni MT Black" panose="02070A03080606020203" pitchFamily="18" charset="0"/>
                </a:endParaRPr>
              </a:p>
            </p:txBody>
          </p:sp>
        </mc:Choice>
        <mc:Fallback xmlns="">
          <p:sp>
            <p:nvSpPr>
              <p:cNvPr id="6" name="TextBox 5">
                <a:extLst>
                  <a:ext uri="{FF2B5EF4-FFF2-40B4-BE49-F238E27FC236}">
                    <a16:creationId xmlns:a16="http://schemas.microsoft.com/office/drawing/2014/main" id="{FF39767E-F2B8-29C7-A1BC-EAA17EE3E6EE}"/>
                  </a:ext>
                </a:extLst>
              </p:cNvPr>
              <p:cNvSpPr txBox="1">
                <a:spLocks noRot="1" noChangeAspect="1" noMove="1" noResize="1" noEditPoints="1" noAdjustHandles="1" noChangeArrowheads="1" noChangeShapeType="1" noTextEdit="1"/>
              </p:cNvSpPr>
              <p:nvPr/>
            </p:nvSpPr>
            <p:spPr>
              <a:xfrm>
                <a:off x="3094892" y="2950306"/>
                <a:ext cx="450444" cy="307777"/>
              </a:xfrm>
              <a:prstGeom prst="rect">
                <a:avLst/>
              </a:prstGeom>
              <a:blipFill>
                <a:blip r:embed="rId18"/>
                <a:stretch>
                  <a:fillRect l="-6757" r="-6757" b="-2000"/>
                </a:stretch>
              </a:blipFill>
              <a:ln w="28575">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D614D511-E241-BC3D-DD8B-E2EAE7B1B916}"/>
                  </a:ext>
                </a:extLst>
              </p:cNvPr>
              <p:cNvSpPr txBox="1"/>
              <p:nvPr/>
            </p:nvSpPr>
            <p:spPr>
              <a:xfrm>
                <a:off x="3098802" y="3954583"/>
                <a:ext cx="450444" cy="307777"/>
              </a:xfrm>
              <a:prstGeom prst="rect">
                <a:avLst/>
              </a:prstGeom>
              <a:noFill/>
              <a:ln w="28575">
                <a:noFill/>
              </a:ln>
            </p:spPr>
            <p:txBody>
              <a:bodyPr wrap="none" lIns="0" tIns="0" rIns="0" bIns="0" rtlCol="0">
                <a:spAutoFit/>
              </a:bodyPr>
              <a:lstStyle/>
              <a:p>
                <a:pPr/>
                <a14:m>
                  <m:oMathPara xmlns:m="http://schemas.openxmlformats.org/officeDocument/2006/math">
                    <m:oMath>
                      <m:r>
                        <a:rPr lang="en-US" sz="2000" b="0" i="0" smtClean="0">
                          <a:solidFill>
                            <a:schemeClr val="accent6"/>
                          </a:solidFill>
                          <a:latin typeface="Cambria Math" panose="02040503050406030204" pitchFamily="18" charset="0"/>
                          <a:ea typeface="Cambria Math" panose="02040503050406030204" pitchFamily="18" charset="0"/>
                        </a:rPr>
                        <m:t>×</m:t>
                      </m:r>
                      <m:r>
                        <a:rPr lang="en-US" sz="2000" b="0" i="1" smtClean="0">
                          <a:solidFill>
                            <a:schemeClr val="accent6"/>
                          </a:solidFill>
                          <a:latin typeface="Cambria Math" panose="02040503050406030204" pitchFamily="18" charset="0"/>
                          <a:ea typeface="Cambria Math" panose="02040503050406030204" pitchFamily="18" charset="0"/>
                        </a:rPr>
                        <m:t>×</m:t>
                      </m:r>
                    </m:oMath>
                  </m:oMathPara>
                </a14:m>
                <a:endParaRPr lang="en-US" sz="2000" dirty="0">
                  <a:solidFill>
                    <a:schemeClr val="accent6"/>
                  </a:solidFill>
                  <a:latin typeface="Bodoni MT Black" panose="02070A03080606020203" pitchFamily="18" charset="0"/>
                </a:endParaRPr>
              </a:p>
            </p:txBody>
          </p:sp>
        </mc:Choice>
        <mc:Fallback xmlns="">
          <p:sp>
            <p:nvSpPr>
              <p:cNvPr id="21" name="TextBox 20">
                <a:extLst>
                  <a:ext uri="{FF2B5EF4-FFF2-40B4-BE49-F238E27FC236}">
                    <a16:creationId xmlns:a16="http://schemas.microsoft.com/office/drawing/2014/main" id="{D614D511-E241-BC3D-DD8B-E2EAE7B1B916}"/>
                  </a:ext>
                </a:extLst>
              </p:cNvPr>
              <p:cNvSpPr txBox="1">
                <a:spLocks noRot="1" noChangeAspect="1" noMove="1" noResize="1" noEditPoints="1" noAdjustHandles="1" noChangeArrowheads="1" noChangeShapeType="1" noTextEdit="1"/>
              </p:cNvSpPr>
              <p:nvPr/>
            </p:nvSpPr>
            <p:spPr>
              <a:xfrm>
                <a:off x="3098802" y="3954583"/>
                <a:ext cx="450444" cy="307777"/>
              </a:xfrm>
              <a:prstGeom prst="rect">
                <a:avLst/>
              </a:prstGeom>
              <a:blipFill>
                <a:blip r:embed="rId19"/>
                <a:stretch>
                  <a:fillRect l="-6757" r="-6757" b="-2000"/>
                </a:stretch>
              </a:blipFill>
              <a:ln w="28575">
                <a:noFill/>
              </a:ln>
            </p:spPr>
            <p:txBody>
              <a:bodyPr/>
              <a:lstStyle/>
              <a:p>
                <a:r>
                  <a:rPr lang="en-US">
                    <a:noFill/>
                  </a:rPr>
                  <a:t> </a:t>
                </a:r>
              </a:p>
            </p:txBody>
          </p:sp>
        </mc:Fallback>
      </mc:AlternateContent>
      <p:sp>
        <p:nvSpPr>
          <p:cNvPr id="22" name="Rectangle 21">
            <a:extLst>
              <a:ext uri="{FF2B5EF4-FFF2-40B4-BE49-F238E27FC236}">
                <a16:creationId xmlns:a16="http://schemas.microsoft.com/office/drawing/2014/main" id="{D046128A-A359-B2AA-B86A-88A61841049E}"/>
              </a:ext>
            </a:extLst>
          </p:cNvPr>
          <p:cNvSpPr/>
          <p:nvPr/>
        </p:nvSpPr>
        <p:spPr>
          <a:xfrm>
            <a:off x="2532185" y="5788843"/>
            <a:ext cx="8130501" cy="43749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A1C1D940-2C0E-CD2A-56EE-60A30B699AD4}"/>
              </a:ext>
            </a:extLst>
          </p:cNvPr>
          <p:cNvGrpSpPr/>
          <p:nvPr/>
        </p:nvGrpSpPr>
        <p:grpSpPr>
          <a:xfrm>
            <a:off x="10456981" y="759066"/>
            <a:ext cx="1562103" cy="1562103"/>
            <a:chOff x="10456981" y="759066"/>
            <a:chExt cx="1562103" cy="1562103"/>
          </a:xfrm>
        </p:grpSpPr>
        <p:pic>
          <p:nvPicPr>
            <p:cNvPr id="25" name="Graphic 24" descr="Thought bubble outline">
              <a:extLst>
                <a:ext uri="{FF2B5EF4-FFF2-40B4-BE49-F238E27FC236}">
                  <a16:creationId xmlns:a16="http://schemas.microsoft.com/office/drawing/2014/main" id="{B21D67BC-E762-9171-6F3B-F34A41DB951A}"/>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10456981" y="759066"/>
              <a:ext cx="1562103" cy="1562103"/>
            </a:xfrm>
            <a:prstGeom prst="rect">
              <a:avLst/>
            </a:prstGeom>
          </p:spPr>
        </p:pic>
        <p:sp>
          <p:nvSpPr>
            <p:cNvPr id="26" name="TextBox 25">
              <a:extLst>
                <a:ext uri="{FF2B5EF4-FFF2-40B4-BE49-F238E27FC236}">
                  <a16:creationId xmlns:a16="http://schemas.microsoft.com/office/drawing/2014/main" id="{336FA705-5BAC-E59F-AE5B-EE47CACA9A50}"/>
                </a:ext>
              </a:extLst>
            </p:cNvPr>
            <p:cNvSpPr txBox="1"/>
            <p:nvPr/>
          </p:nvSpPr>
          <p:spPr>
            <a:xfrm>
              <a:off x="10840915" y="1125418"/>
              <a:ext cx="87923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FBD</a:t>
              </a:r>
            </a:p>
          </p:txBody>
        </p:sp>
      </p:grpSp>
    </p:spTree>
    <p:extLst>
      <p:ext uri="{BB962C8B-B14F-4D97-AF65-F5344CB8AC3E}">
        <p14:creationId xmlns:p14="http://schemas.microsoft.com/office/powerpoint/2010/main" val="1137512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ppt_x"/>
                                          </p:val>
                                        </p:tav>
                                        <p:tav tm="100000">
                                          <p:val>
                                            <p:strVal val="#ppt_x"/>
                                          </p:val>
                                        </p:tav>
                                      </p:tavLst>
                                    </p:anim>
                                    <p:anim calcmode="lin" valueType="num">
                                      <p:cBhvr additive="base">
                                        <p:cTn id="32" dur="500" fill="hold"/>
                                        <p:tgtEl>
                                          <p:spTgt spid="18"/>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anim calcmode="lin" valueType="num">
                                      <p:cBhvr additive="base">
                                        <p:cTn id="35" dur="10" fill="hold"/>
                                        <p:tgtEl>
                                          <p:spTgt spid="22"/>
                                        </p:tgtEl>
                                        <p:attrNameLst>
                                          <p:attrName>ppt_x</p:attrName>
                                        </p:attrNameLst>
                                      </p:cBhvr>
                                      <p:tavLst>
                                        <p:tav tm="0">
                                          <p:val>
                                            <p:strVal val="#ppt_x"/>
                                          </p:val>
                                        </p:tav>
                                        <p:tav tm="100000">
                                          <p:val>
                                            <p:strVal val="#ppt_x"/>
                                          </p:val>
                                        </p:tav>
                                      </p:tavLst>
                                    </p:anim>
                                    <p:anim calcmode="lin" valueType="num">
                                      <p:cBhvr additive="base">
                                        <p:cTn id="36" dur="1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31" presetClass="entr" presetSubtype="0" fill="hold" nodeType="clickEffect">
                                  <p:stCondLst>
                                    <p:cond delay="0"/>
                                  </p:stCondLst>
                                  <p:childTnLst>
                                    <p:set>
                                      <p:cBhvr>
                                        <p:cTn id="40" dur="1" fill="hold">
                                          <p:stCondLst>
                                            <p:cond delay="0"/>
                                          </p:stCondLst>
                                        </p:cTn>
                                        <p:tgtEl>
                                          <p:spTgt spid="27"/>
                                        </p:tgtEl>
                                        <p:attrNameLst>
                                          <p:attrName>style.visibility</p:attrName>
                                        </p:attrNameLst>
                                      </p:cBhvr>
                                      <p:to>
                                        <p:strVal val="visible"/>
                                      </p:to>
                                    </p:set>
                                    <p:anim calcmode="lin" valueType="num">
                                      <p:cBhvr>
                                        <p:cTn id="41" dur="1000" fill="hold"/>
                                        <p:tgtEl>
                                          <p:spTgt spid="27"/>
                                        </p:tgtEl>
                                        <p:attrNameLst>
                                          <p:attrName>ppt_w</p:attrName>
                                        </p:attrNameLst>
                                      </p:cBhvr>
                                      <p:tavLst>
                                        <p:tav tm="0">
                                          <p:val>
                                            <p:fltVal val="0"/>
                                          </p:val>
                                        </p:tav>
                                        <p:tav tm="100000">
                                          <p:val>
                                            <p:strVal val="#ppt_w"/>
                                          </p:val>
                                        </p:tav>
                                      </p:tavLst>
                                    </p:anim>
                                    <p:anim calcmode="lin" valueType="num">
                                      <p:cBhvr>
                                        <p:cTn id="42" dur="1000" fill="hold"/>
                                        <p:tgtEl>
                                          <p:spTgt spid="27"/>
                                        </p:tgtEl>
                                        <p:attrNameLst>
                                          <p:attrName>ppt_h</p:attrName>
                                        </p:attrNameLst>
                                      </p:cBhvr>
                                      <p:tavLst>
                                        <p:tav tm="0">
                                          <p:val>
                                            <p:fltVal val="0"/>
                                          </p:val>
                                        </p:tav>
                                        <p:tav tm="100000">
                                          <p:val>
                                            <p:strVal val="#ppt_h"/>
                                          </p:val>
                                        </p:tav>
                                      </p:tavLst>
                                    </p:anim>
                                    <p:anim calcmode="lin" valueType="num">
                                      <p:cBhvr>
                                        <p:cTn id="43" dur="1000" fill="hold"/>
                                        <p:tgtEl>
                                          <p:spTgt spid="27"/>
                                        </p:tgtEl>
                                        <p:attrNameLst>
                                          <p:attrName>style.rotation</p:attrName>
                                        </p:attrNameLst>
                                      </p:cBhvr>
                                      <p:tavLst>
                                        <p:tav tm="0">
                                          <p:val>
                                            <p:fltVal val="90"/>
                                          </p:val>
                                        </p:tav>
                                        <p:tav tm="100000">
                                          <p:val>
                                            <p:fltVal val="0"/>
                                          </p:val>
                                        </p:tav>
                                      </p:tavLst>
                                    </p:anim>
                                    <p:animEffect transition="in" filter="fade">
                                      <p:cBhvr>
                                        <p:cTn id="44" dur="1000"/>
                                        <p:tgtEl>
                                          <p:spTgt spid="27"/>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2" grpId="0"/>
      <p:bldP spid="5" grpId="0"/>
      <p:bldP spid="6" grpId="0"/>
      <p:bldP spid="21" grpId="0"/>
      <p:bldP spid="22"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83345-B107-28D6-5CA5-1638F92F6BA4}"/>
            </a:ext>
          </a:extLst>
        </p:cNvPr>
        <p:cNvGrpSpPr/>
        <p:nvPr/>
      </p:nvGrpSpPr>
      <p:grpSpPr>
        <a:xfrm>
          <a:off x="0" y="0"/>
          <a:ext cx="0" cy="0"/>
          <a:chOff x="0" y="0"/>
          <a:chExt cx="0" cy="0"/>
        </a:xfrm>
      </p:grpSpPr>
      <p:sp>
        <p:nvSpPr>
          <p:cNvPr id="2" name="Title 3">
            <a:extLst>
              <a:ext uri="{FF2B5EF4-FFF2-40B4-BE49-F238E27FC236}">
                <a16:creationId xmlns:a16="http://schemas.microsoft.com/office/drawing/2014/main" id="{A4822A06-59E3-FC6A-D146-4E7CFB1984DE}"/>
              </a:ext>
            </a:extLst>
          </p:cNvPr>
          <p:cNvSpPr txBox="1">
            <a:spLocks/>
          </p:cNvSpPr>
          <p:nvPr/>
        </p:nvSpPr>
        <p:spPr>
          <a:xfrm>
            <a:off x="0" y="-10657"/>
            <a:ext cx="12192000" cy="840230"/>
          </a:xfrm>
          <a:prstGeom prst="rect">
            <a:avLst/>
          </a:prstGeom>
          <a:solidFill>
            <a:schemeClr val="accent4">
              <a:lumMod val="20000"/>
              <a:lumOff val="80000"/>
            </a:schemeClr>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5400" b="1" dirty="0">
                <a:latin typeface="Times New Roman" panose="02020603050405020304" pitchFamily="18" charset="0"/>
                <a:ea typeface="STKaiti" panose="020B0503020204020204" pitchFamily="2" charset="-122"/>
                <a:cs typeface="Times New Roman" panose="02020603050405020304" pitchFamily="18" charset="0"/>
              </a:rPr>
              <a:t>  ABCD Card </a:t>
            </a:r>
          </a:p>
        </p:txBody>
      </p:sp>
      <p:sp>
        <p:nvSpPr>
          <p:cNvPr id="3" name="Content Placeholder 2">
            <a:extLst>
              <a:ext uri="{FF2B5EF4-FFF2-40B4-BE49-F238E27FC236}">
                <a16:creationId xmlns:a16="http://schemas.microsoft.com/office/drawing/2014/main" id="{E0278121-04F4-321F-C7FC-DEDF208EA64A}"/>
              </a:ext>
            </a:extLst>
          </p:cNvPr>
          <p:cNvSpPr txBox="1">
            <a:spLocks/>
          </p:cNvSpPr>
          <p:nvPr/>
        </p:nvSpPr>
        <p:spPr>
          <a:xfrm>
            <a:off x="838200" y="1438385"/>
            <a:ext cx="10798908"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000" dirty="0">
                <a:latin typeface="Times New Roman" panose="02020603050405020304" pitchFamily="18" charset="0"/>
                <a:cs typeface="Times New Roman" panose="02020603050405020304" pitchFamily="18" charset="0"/>
              </a:rPr>
              <a:t>A  2,000 kg truck runs into a fly, which </a:t>
            </a:r>
            <a:r>
              <a:rPr lang="en-US" sz="4000" b="1" dirty="0">
                <a:latin typeface="Times New Roman" panose="02020603050405020304" pitchFamily="18" charset="0"/>
                <a:cs typeface="Times New Roman" panose="02020603050405020304" pitchFamily="18" charset="0"/>
              </a:rPr>
              <a:t>experiences a </a:t>
            </a:r>
            <a:r>
              <a:rPr lang="en-US" sz="40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greater force</a:t>
            </a:r>
            <a:r>
              <a:rPr lang="en-US" sz="4000" dirty="0">
                <a:latin typeface="Times New Roman" panose="02020603050405020304" pitchFamily="18" charset="0"/>
                <a:cs typeface="Times New Roman" panose="02020603050405020304" pitchFamily="18" charset="0"/>
              </a:rPr>
              <a:t>?</a:t>
            </a:r>
          </a:p>
          <a:p>
            <a:pPr marL="0" indent="0">
              <a:buFont typeface="Arial" panose="020B0604020202020204" pitchFamily="34" charset="0"/>
              <a:buNone/>
            </a:pPr>
            <a:endParaRPr lang="en-US" sz="4000" dirty="0">
              <a:latin typeface="Times New Roman" panose="02020603050405020304" pitchFamily="18" charset="0"/>
              <a:cs typeface="Times New Roman" panose="02020603050405020304" pitchFamily="18" charset="0"/>
            </a:endParaRPr>
          </a:p>
          <a:p>
            <a:pPr marL="514350" indent="-514350">
              <a:buFont typeface="Arial" panose="020B0604020202020204" pitchFamily="34" charset="0"/>
              <a:buAutoNum type="alphaLcPeriod"/>
            </a:pPr>
            <a:r>
              <a:rPr lang="en-US" sz="4000" dirty="0">
                <a:latin typeface="Times New Roman" panose="02020603050405020304" pitchFamily="18" charset="0"/>
                <a:cs typeface="Times New Roman" panose="02020603050405020304" pitchFamily="18" charset="0"/>
              </a:rPr>
              <a:t>The truck</a:t>
            </a:r>
          </a:p>
          <a:p>
            <a:pPr marL="514350" indent="-514350">
              <a:buFont typeface="Arial" panose="020B0604020202020204" pitchFamily="34" charset="0"/>
              <a:buAutoNum type="alphaLcPeriod"/>
            </a:pPr>
            <a:r>
              <a:rPr lang="en-US" sz="4000" dirty="0">
                <a:latin typeface="Times New Roman" panose="02020603050405020304" pitchFamily="18" charset="0"/>
                <a:cs typeface="Times New Roman" panose="02020603050405020304" pitchFamily="18" charset="0"/>
              </a:rPr>
              <a:t>The fly</a:t>
            </a:r>
          </a:p>
          <a:p>
            <a:pPr marL="514350" indent="-514350">
              <a:buFont typeface="Arial" panose="020B0604020202020204" pitchFamily="34" charset="0"/>
              <a:buAutoNum type="alphaLcPeriod"/>
            </a:pPr>
            <a:r>
              <a:rPr lang="en-US" sz="4000" dirty="0">
                <a:latin typeface="Times New Roman" panose="02020603050405020304" pitchFamily="18" charset="0"/>
                <a:cs typeface="Times New Roman" panose="02020603050405020304" pitchFamily="18" charset="0"/>
              </a:rPr>
              <a:t>The force is the same</a:t>
            </a:r>
          </a:p>
        </p:txBody>
      </p:sp>
    </p:spTree>
    <p:extLst>
      <p:ext uri="{BB962C8B-B14F-4D97-AF65-F5344CB8AC3E}">
        <p14:creationId xmlns:p14="http://schemas.microsoft.com/office/powerpoint/2010/main" val="41860204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BC426F58-5CA1-8BE7-F5E8-85EA43631A01}"/>
              </a:ext>
            </a:extLst>
          </p:cNvPr>
          <p:cNvSpPr txBox="1">
            <a:spLocks/>
          </p:cNvSpPr>
          <p:nvPr/>
        </p:nvSpPr>
        <p:spPr>
          <a:xfrm>
            <a:off x="0" y="-7817"/>
            <a:ext cx="12192000" cy="840230"/>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5400" b="1" dirty="0">
                <a:latin typeface="Times New Roman" panose="02020603050405020304" pitchFamily="18" charset="0"/>
                <a:ea typeface="STKaiti" panose="020B0503020204020204" pitchFamily="2" charset="-122"/>
                <a:cs typeface="Times New Roman" panose="02020603050405020304" pitchFamily="18" charset="0"/>
              </a:rPr>
              <a:t>  CQ#2 </a:t>
            </a:r>
          </a:p>
        </p:txBody>
      </p:sp>
      <p:sp>
        <p:nvSpPr>
          <p:cNvPr id="3" name="Content Placeholder 2">
            <a:extLst>
              <a:ext uri="{FF2B5EF4-FFF2-40B4-BE49-F238E27FC236}">
                <a16:creationId xmlns:a16="http://schemas.microsoft.com/office/drawing/2014/main" id="{E31941C2-4B73-7B92-DEB4-3A5F34573A7B}"/>
              </a:ext>
            </a:extLst>
          </p:cNvPr>
          <p:cNvSpPr txBox="1">
            <a:spLocks/>
          </p:cNvSpPr>
          <p:nvPr/>
        </p:nvSpPr>
        <p:spPr>
          <a:xfrm>
            <a:off x="838200" y="1290604"/>
            <a:ext cx="10798908"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000" dirty="0">
                <a:latin typeface="Times New Roman" panose="02020603050405020304" pitchFamily="18" charset="0"/>
                <a:cs typeface="Times New Roman" panose="02020603050405020304" pitchFamily="18" charset="0"/>
              </a:rPr>
              <a:t>A  2,000 kg truck runs into a fly, which </a:t>
            </a:r>
            <a:r>
              <a:rPr lang="en-US" sz="4000" b="1" dirty="0">
                <a:latin typeface="Times New Roman" panose="02020603050405020304" pitchFamily="18" charset="0"/>
                <a:cs typeface="Times New Roman" panose="02020603050405020304" pitchFamily="18" charset="0"/>
              </a:rPr>
              <a:t>experiences a </a:t>
            </a:r>
            <a:r>
              <a:rPr lang="en-US" sz="40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larger acceleration</a:t>
            </a:r>
            <a:r>
              <a:rPr lang="en-US" sz="4000" dirty="0">
                <a:latin typeface="Times New Roman" panose="02020603050405020304" pitchFamily="18" charset="0"/>
                <a:cs typeface="Times New Roman" panose="02020603050405020304" pitchFamily="18" charset="0"/>
              </a:rPr>
              <a:t>?</a:t>
            </a:r>
          </a:p>
          <a:p>
            <a:pPr marL="0" indent="0">
              <a:buFont typeface="Arial" panose="020B0604020202020204" pitchFamily="34" charset="0"/>
              <a:buNone/>
            </a:pPr>
            <a:endParaRPr lang="en-US" sz="4000" dirty="0">
              <a:latin typeface="Times New Roman" panose="02020603050405020304" pitchFamily="18" charset="0"/>
              <a:cs typeface="Times New Roman" panose="02020603050405020304" pitchFamily="18" charset="0"/>
            </a:endParaRPr>
          </a:p>
          <a:p>
            <a:pPr marL="514350" indent="-514350">
              <a:buFont typeface="Arial" panose="020B0604020202020204" pitchFamily="34" charset="0"/>
              <a:buAutoNum type="alphaLcPeriod"/>
            </a:pPr>
            <a:r>
              <a:rPr lang="en-US" sz="4000" dirty="0">
                <a:latin typeface="Times New Roman" panose="02020603050405020304" pitchFamily="18" charset="0"/>
                <a:cs typeface="Times New Roman" panose="02020603050405020304" pitchFamily="18" charset="0"/>
              </a:rPr>
              <a:t>The truck</a:t>
            </a:r>
          </a:p>
          <a:p>
            <a:pPr marL="514350" indent="-514350">
              <a:buFont typeface="Arial" panose="020B0604020202020204" pitchFamily="34" charset="0"/>
              <a:buAutoNum type="alphaLcPeriod"/>
            </a:pPr>
            <a:r>
              <a:rPr lang="en-US" sz="4000" dirty="0">
                <a:latin typeface="Times New Roman" panose="02020603050405020304" pitchFamily="18" charset="0"/>
                <a:cs typeface="Times New Roman" panose="02020603050405020304" pitchFamily="18" charset="0"/>
              </a:rPr>
              <a:t>The fly</a:t>
            </a:r>
          </a:p>
          <a:p>
            <a:pPr marL="514350" indent="-514350">
              <a:buFont typeface="Arial" panose="020B0604020202020204" pitchFamily="34" charset="0"/>
              <a:buAutoNum type="alphaLcPeriod"/>
            </a:pPr>
            <a:r>
              <a:rPr lang="en-US" sz="4000" dirty="0">
                <a:latin typeface="Times New Roman" panose="02020603050405020304" pitchFamily="18" charset="0"/>
                <a:cs typeface="Times New Roman" panose="02020603050405020304" pitchFamily="18" charset="0"/>
              </a:rPr>
              <a:t>The force is the same</a:t>
            </a:r>
          </a:p>
        </p:txBody>
      </p:sp>
    </p:spTree>
    <p:extLst>
      <p:ext uri="{BB962C8B-B14F-4D97-AF65-F5344CB8AC3E}">
        <p14:creationId xmlns:p14="http://schemas.microsoft.com/office/powerpoint/2010/main" val="13831916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hoto shows a man diving off a cliff.">
            <a:extLst>
              <a:ext uri="{FF2B5EF4-FFF2-40B4-BE49-F238E27FC236}">
                <a16:creationId xmlns:a16="http://schemas.microsoft.com/office/drawing/2014/main" id="{7E31B6D9-4D6C-4008-968B-214A1648611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58664" y="1112700"/>
            <a:ext cx="2597873" cy="3882250"/>
          </a:xfrm>
          <a:prstGeom prst="rect">
            <a:avLst/>
          </a:prstGeom>
        </p:spPr>
      </p:pic>
      <p:sp>
        <p:nvSpPr>
          <p:cNvPr id="13" name="Rectangle 12">
            <a:extLst>
              <a:ext uri="{FF2B5EF4-FFF2-40B4-BE49-F238E27FC236}">
                <a16:creationId xmlns:a16="http://schemas.microsoft.com/office/drawing/2014/main" id="{10617AF3-FB20-43B1-A1CE-17A63ED01C87}"/>
              </a:ext>
            </a:extLst>
          </p:cNvPr>
          <p:cNvSpPr/>
          <p:nvPr/>
        </p:nvSpPr>
        <p:spPr>
          <a:xfrm>
            <a:off x="1141458" y="1198564"/>
            <a:ext cx="5126076" cy="1369606"/>
          </a:xfrm>
          <a:prstGeom prst="rect">
            <a:avLst/>
          </a:prstGeom>
        </p:spPr>
        <p:txBody>
          <a:bodyPr wrap="square">
            <a:spAutoFit/>
          </a:bodyPr>
          <a:lstStyle/>
          <a:p>
            <a:pPr marL="342900" indent="-342900" defTabSz="457200">
              <a:spcAft>
                <a:spcPts val="600"/>
              </a:spcAft>
              <a:buFont typeface="Wingdings" panose="05000000000000000000" pitchFamily="2" charset="2"/>
              <a:buChar char="§"/>
              <a:defRPr/>
            </a:pPr>
            <a:r>
              <a:rPr lang="en-US" sz="2600" b="1" dirty="0">
                <a:latin typeface="Times New Roman" panose="02020603050405020304" pitchFamily="18" charset="0"/>
                <a:cs typeface="Times New Roman" panose="02020603050405020304" pitchFamily="18" charset="0"/>
              </a:rPr>
              <a:t>Gravitational force</a:t>
            </a:r>
            <a:r>
              <a:rPr lang="en-US" sz="2600" dirty="0">
                <a:latin typeface="Times New Roman" panose="02020603050405020304" pitchFamily="18" charset="0"/>
                <a:cs typeface="Times New Roman" panose="02020603050405020304" pitchFamily="18" charset="0"/>
              </a:rPr>
              <a:t>: attractive force exerted by Earth on object</a:t>
            </a:r>
          </a:p>
          <a:p>
            <a:pPr marL="342900" indent="-342900" defTabSz="457200">
              <a:spcAft>
                <a:spcPts val="600"/>
              </a:spcAft>
              <a:buFont typeface="Wingdings" panose="05000000000000000000" pitchFamily="2" charset="2"/>
              <a:buChar char="§"/>
              <a:defRPr/>
            </a:pPr>
            <a:r>
              <a:rPr lang="en-US" sz="2600" dirty="0">
                <a:latin typeface="Times New Roman" panose="02020603050405020304" pitchFamily="18" charset="0"/>
                <a:cs typeface="Times New Roman" panose="02020603050405020304" pitchFamily="18" charset="0"/>
              </a:rPr>
              <a:t>Directed toward center of Earth</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B8994F1-668B-1297-7398-71E30926DFB4}"/>
                  </a:ext>
                </a:extLst>
              </p:cNvPr>
              <p:cNvSpPr txBox="1"/>
              <p:nvPr/>
            </p:nvSpPr>
            <p:spPr>
              <a:xfrm>
                <a:off x="2774675" y="2720876"/>
                <a:ext cx="2428165" cy="533736"/>
              </a:xfrm>
              <a:prstGeom prst="rect">
                <a:avLst/>
              </a:prstGeom>
              <a:solidFill>
                <a:schemeClr val="bg1">
                  <a:lumMod val="85000"/>
                </a:schemeClr>
              </a:solidFill>
              <a:ln>
                <a:solidFill>
                  <a:schemeClr val="tx1"/>
                </a:solidFill>
              </a:ln>
            </p:spPr>
            <p:txBody>
              <a:bodyPr wrap="none" lIns="0" tIns="0" rIns="0" bIns="0" rtlCol="0">
                <a:spAutoFit/>
              </a:bodyPr>
              <a:lstStyle/>
              <a:p>
                <a:r>
                  <a:rPr lang="en-US" sz="2800" dirty="0">
                    <a:cs typeface="Times New Roman" panose="02020603050405020304" pitchFamily="18" charset="0"/>
                  </a:rPr>
                  <a:t>  </a:t>
                </a:r>
                <a14:m>
                  <m:oMath xmlns:m="http://schemas.openxmlformats.org/officeDocument/2006/math">
                    <m:sSub>
                      <m:sSubPr>
                        <m:ctrlPr>
                          <a:rPr lang="en-US" sz="2800" i="1">
                            <a:latin typeface="Cambria Math" panose="02040503050406030204" pitchFamily="18" charset="0"/>
                            <a:cs typeface="Times New Roman" panose="02020603050405020304" pitchFamily="18" charset="0"/>
                          </a:rPr>
                        </m:ctrlPr>
                      </m:sSubPr>
                      <m:e>
                        <m:acc>
                          <m:accPr>
                            <m:chr m:val="⃗"/>
                            <m:ctrlPr>
                              <a:rPr lang="en-US" sz="2800">
                                <a:latin typeface="Cambria Math" panose="02040503050406030204" pitchFamily="18" charset="0"/>
                                <a:cs typeface="Times New Roman" panose="02020603050405020304" pitchFamily="18" charset="0"/>
                              </a:rPr>
                            </m:ctrlPr>
                          </m:accPr>
                          <m:e>
                            <m:r>
                              <m:rPr>
                                <m:sty m:val="p"/>
                              </m:rPr>
                              <a:rPr lang="en-US" sz="2800">
                                <a:latin typeface="Cambria Math" panose="02040503050406030204" pitchFamily="18" charset="0"/>
                                <a:cs typeface="Times New Roman" panose="02020603050405020304" pitchFamily="18" charset="0"/>
                              </a:rPr>
                              <m:t>F</m:t>
                            </m:r>
                          </m:e>
                        </m:acc>
                      </m:e>
                      <m:sub>
                        <m:r>
                          <m:rPr>
                            <m:sty m:val="p"/>
                          </m:rPr>
                          <a:rPr lang="en-US" sz="2800">
                            <a:latin typeface="Cambria Math" panose="02040503050406030204" pitchFamily="18" charset="0"/>
                            <a:cs typeface="Times New Roman" panose="02020603050405020304" pitchFamily="18" charset="0"/>
                          </a:rPr>
                          <m:t>g</m:t>
                        </m:r>
                      </m:sub>
                    </m:sSub>
                    <m:r>
                      <a:rPr lang="en-US" sz="2800">
                        <a:latin typeface="Cambria Math" panose="02040503050406030204" pitchFamily="18" charset="0"/>
                        <a:cs typeface="Times New Roman" panose="02020603050405020304" pitchFamily="18" charset="0"/>
                      </a:rPr>
                      <m:t> </m:t>
                    </m:r>
                    <m:r>
                      <m:rPr>
                        <m:sty m:val="p"/>
                      </m:rPr>
                      <a:rPr lang="en-US" sz="2800">
                        <a:latin typeface="Cambria Math" panose="02040503050406030204" pitchFamily="18" charset="0"/>
                        <a:cs typeface="Times New Roman" panose="02020603050405020304" pitchFamily="18" charset="0"/>
                      </a:rPr>
                      <m:t>or</m:t>
                    </m:r>
                    <m:r>
                      <a:rPr lang="en-US" sz="2800">
                        <a:latin typeface="Cambria Math" panose="02040503050406030204" pitchFamily="18" charset="0"/>
                        <a:cs typeface="Times New Roman" panose="02020603050405020304" pitchFamily="18" charset="0"/>
                      </a:rPr>
                      <m:t> </m:t>
                    </m:r>
                    <m:acc>
                      <m:accPr>
                        <m:chr m:val="⃗"/>
                        <m:ctrlPr>
                          <a:rPr lang="en-US" sz="2800">
                            <a:latin typeface="Cambria Math" panose="02040503050406030204" pitchFamily="18" charset="0"/>
                            <a:cs typeface="Times New Roman" panose="02020603050405020304" pitchFamily="18" charset="0"/>
                          </a:rPr>
                        </m:ctrlPr>
                      </m:accPr>
                      <m:e>
                        <m:r>
                          <m:rPr>
                            <m:sty m:val="p"/>
                          </m:rPr>
                          <a:rPr lang="en-US" sz="2800">
                            <a:latin typeface="Cambria Math" panose="02040503050406030204" pitchFamily="18" charset="0"/>
                            <a:cs typeface="Times New Roman" panose="02020603050405020304" pitchFamily="18" charset="0"/>
                          </a:rPr>
                          <m:t>W</m:t>
                        </m:r>
                      </m:e>
                    </m:acc>
                    <m:r>
                      <a:rPr lang="en-US" sz="2800">
                        <a:latin typeface="Cambria Math" panose="02040503050406030204" pitchFamily="18" charset="0"/>
                        <a:cs typeface="Times New Roman" panose="02020603050405020304" pitchFamily="18" charset="0"/>
                      </a:rPr>
                      <m:t> =</m:t>
                    </m:r>
                    <m:r>
                      <m:rPr>
                        <m:sty m:val="p"/>
                      </m:rPr>
                      <a:rPr lang="en-US" sz="2800">
                        <a:latin typeface="Cambria Math" panose="02040503050406030204" pitchFamily="18" charset="0"/>
                        <a:cs typeface="Times New Roman" panose="02020603050405020304" pitchFamily="18" charset="0"/>
                      </a:rPr>
                      <m:t>m</m:t>
                    </m:r>
                    <m:r>
                      <a:rPr lang="en-US" sz="2800">
                        <a:latin typeface="Cambria Math" panose="02040503050406030204" pitchFamily="18" charset="0"/>
                        <a:cs typeface="Times New Roman" panose="02020603050405020304" pitchFamily="18" charset="0"/>
                      </a:rPr>
                      <m:t> </m:t>
                    </m:r>
                    <m:acc>
                      <m:accPr>
                        <m:chr m:val="⃗"/>
                        <m:ctrlPr>
                          <a:rPr lang="en-US" sz="2800">
                            <a:latin typeface="Cambria Math" panose="02040503050406030204" pitchFamily="18" charset="0"/>
                            <a:cs typeface="Times New Roman" panose="02020603050405020304" pitchFamily="18" charset="0"/>
                          </a:rPr>
                        </m:ctrlPr>
                      </m:accPr>
                      <m:e>
                        <m:r>
                          <m:rPr>
                            <m:sty m:val="p"/>
                          </m:rPr>
                          <a:rPr lang="en-US" sz="2800">
                            <a:latin typeface="Cambria Math" panose="02040503050406030204" pitchFamily="18" charset="0"/>
                            <a:cs typeface="Times New Roman" panose="02020603050405020304" pitchFamily="18" charset="0"/>
                          </a:rPr>
                          <m:t>g</m:t>
                        </m:r>
                      </m:e>
                    </m:acc>
                  </m:oMath>
                </a14:m>
                <a:endParaRPr lang="en-US" sz="2800" dirty="0">
                  <a:latin typeface="Times New Roman" panose="02020603050405020304" pitchFamily="18" charset="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FB8994F1-668B-1297-7398-71E30926DFB4}"/>
                  </a:ext>
                </a:extLst>
              </p:cNvPr>
              <p:cNvSpPr txBox="1">
                <a:spLocks noRot="1" noChangeAspect="1" noMove="1" noResize="1" noEditPoints="1" noAdjustHandles="1" noChangeArrowheads="1" noChangeShapeType="1" noTextEdit="1"/>
              </p:cNvSpPr>
              <p:nvPr/>
            </p:nvSpPr>
            <p:spPr>
              <a:xfrm>
                <a:off x="2774675" y="2720876"/>
                <a:ext cx="2428165" cy="533736"/>
              </a:xfrm>
              <a:prstGeom prst="rect">
                <a:avLst/>
              </a:prstGeom>
              <a:blipFill>
                <a:blip r:embed="rId4"/>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itle 3">
                <a:extLst>
                  <a:ext uri="{FF2B5EF4-FFF2-40B4-BE49-F238E27FC236}">
                    <a16:creationId xmlns:a16="http://schemas.microsoft.com/office/drawing/2014/main" id="{72384648-FBBA-488E-897B-307ED0629C31}"/>
                  </a:ext>
                </a:extLst>
              </p:cNvPr>
              <p:cNvSpPr txBox="1">
                <a:spLocks/>
              </p:cNvSpPr>
              <p:nvPr/>
            </p:nvSpPr>
            <p:spPr>
              <a:xfrm>
                <a:off x="0" y="-16678"/>
                <a:ext cx="12192000" cy="863441"/>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dirty="0">
                    <a:latin typeface="Times New Roman" panose="02020603050405020304" pitchFamily="18" charset="0"/>
                    <a:ea typeface="STKaiti" panose="020B0503020204020204" pitchFamily="2" charset="-122"/>
                    <a:cs typeface="Times New Roman" panose="02020603050405020304" pitchFamily="18" charset="0"/>
                  </a:rPr>
                  <a:t>Gravitational Force (</a:t>
                </a:r>
                <a14:m>
                  <m:oMath xmlns:m="http://schemas.openxmlformats.org/officeDocument/2006/math">
                    <m:sSub>
                      <m:sSubPr>
                        <m:ctrlPr>
                          <a:rPr lang="en-US" b="1" i="1" dirty="0" smtClean="0">
                            <a:solidFill>
                              <a:srgbClr val="0000FF"/>
                            </a:solidFill>
                            <a:latin typeface="Cambria Math" panose="02040503050406030204" pitchFamily="18" charset="0"/>
                            <a:ea typeface="STKaiti" panose="020B0503020204020204" pitchFamily="2" charset="-122"/>
                            <a:cs typeface="Times New Roman" panose="02020603050405020304" pitchFamily="18" charset="0"/>
                          </a:rPr>
                        </m:ctrlPr>
                      </m:sSubPr>
                      <m:e>
                        <m:acc>
                          <m:accPr>
                            <m:chr m:val="⃗"/>
                            <m:ctrlPr>
                              <a:rPr lang="en-US" b="1" i="0" dirty="0" smtClean="0">
                                <a:solidFill>
                                  <a:srgbClr val="0000FF"/>
                                </a:solidFill>
                                <a:latin typeface="Cambria Math" panose="02040503050406030204" pitchFamily="18" charset="0"/>
                                <a:ea typeface="STKaiti" panose="020B0503020204020204" pitchFamily="2" charset="-122"/>
                                <a:cs typeface="Times New Roman" panose="02020603050405020304" pitchFamily="18" charset="0"/>
                              </a:rPr>
                            </m:ctrlPr>
                          </m:accPr>
                          <m:e>
                            <m:r>
                              <a:rPr lang="en-US" b="1" i="0" dirty="0" smtClean="0">
                                <a:solidFill>
                                  <a:srgbClr val="0000FF"/>
                                </a:solidFill>
                                <a:latin typeface="Cambria Math" panose="02040503050406030204" pitchFamily="18" charset="0"/>
                                <a:ea typeface="STKaiti" panose="020B0503020204020204" pitchFamily="2" charset="-122"/>
                                <a:cs typeface="Times New Roman" panose="02020603050405020304" pitchFamily="18" charset="0"/>
                              </a:rPr>
                              <m:t>𝐅</m:t>
                            </m:r>
                          </m:e>
                        </m:acc>
                      </m:e>
                      <m:sub>
                        <m:r>
                          <a:rPr lang="en-US" b="1" i="0" dirty="0" smtClean="0">
                            <a:solidFill>
                              <a:srgbClr val="0000FF"/>
                            </a:solidFill>
                            <a:latin typeface="Cambria Math" panose="02040503050406030204" pitchFamily="18" charset="0"/>
                            <a:ea typeface="STKaiti" panose="020B0503020204020204" pitchFamily="2" charset="-122"/>
                            <a:cs typeface="Times New Roman" panose="02020603050405020304" pitchFamily="18" charset="0"/>
                          </a:rPr>
                          <m:t>𝐠</m:t>
                        </m:r>
                      </m:sub>
                    </m:sSub>
                  </m:oMath>
                </a14:m>
                <a:r>
                  <a:rPr lang="en-US" sz="4800" b="1" dirty="0">
                    <a:latin typeface="Times New Roman" panose="02020603050405020304" pitchFamily="18" charset="0"/>
                    <a:ea typeface="STKaiti" panose="020B0503020204020204" pitchFamily="2" charset="-122"/>
                    <a:cs typeface="Times New Roman" panose="02020603050405020304" pitchFamily="18" charset="0"/>
                  </a:rPr>
                  <a:t>)and Weight (</a:t>
                </a:r>
                <a14:m>
                  <m:oMath xmlns:m="http://schemas.openxmlformats.org/officeDocument/2006/math">
                    <m:acc>
                      <m:accPr>
                        <m:chr m:val="⃗"/>
                        <m:ctrlPr>
                          <a:rPr lang="en-US" b="1" i="0" dirty="0" smtClean="0">
                            <a:solidFill>
                              <a:srgbClr val="0000FF"/>
                            </a:solidFill>
                            <a:latin typeface="Cambria Math" panose="02040503050406030204" pitchFamily="18" charset="0"/>
                            <a:ea typeface="STKaiti" panose="020B0503020204020204" pitchFamily="2" charset="-122"/>
                            <a:cs typeface="Times New Roman" panose="02020603050405020304" pitchFamily="18" charset="0"/>
                          </a:rPr>
                        </m:ctrlPr>
                      </m:accPr>
                      <m:e>
                        <m:r>
                          <a:rPr lang="en-US" b="1" i="0" dirty="0" smtClean="0">
                            <a:solidFill>
                              <a:srgbClr val="0000FF"/>
                            </a:solidFill>
                            <a:latin typeface="Cambria Math" panose="02040503050406030204" pitchFamily="18" charset="0"/>
                            <a:ea typeface="STKaiti" panose="020B0503020204020204" pitchFamily="2" charset="-122"/>
                            <a:cs typeface="Times New Roman" panose="02020603050405020304" pitchFamily="18" charset="0"/>
                          </a:rPr>
                          <m:t>𝐖</m:t>
                        </m:r>
                      </m:e>
                    </m:acc>
                  </m:oMath>
                </a14:m>
                <a:r>
                  <a:rPr lang="en-US" sz="4800" b="1" dirty="0">
                    <a:latin typeface="Times New Roman" panose="02020603050405020304" pitchFamily="18" charset="0"/>
                    <a:ea typeface="STKaiti" panose="020B0503020204020204" pitchFamily="2" charset="-122"/>
                    <a:cs typeface="Times New Roman" panose="02020603050405020304" pitchFamily="18" charset="0"/>
                  </a:rPr>
                  <a:t>) </a:t>
                </a:r>
              </a:p>
            </p:txBody>
          </p:sp>
        </mc:Choice>
        <mc:Fallback xmlns="">
          <p:sp>
            <p:nvSpPr>
              <p:cNvPr id="4" name="Title 3">
                <a:extLst>
                  <a:ext uri="{FF2B5EF4-FFF2-40B4-BE49-F238E27FC236}">
                    <a16:creationId xmlns:a16="http://schemas.microsoft.com/office/drawing/2014/main" id="{72384648-FBBA-488E-897B-307ED0629C31}"/>
                  </a:ext>
                </a:extLst>
              </p:cNvPr>
              <p:cNvSpPr txBox="1">
                <a:spLocks noRot="1" noChangeAspect="1" noMove="1" noResize="1" noEditPoints="1" noAdjustHandles="1" noChangeArrowheads="1" noChangeShapeType="1" noTextEdit="1"/>
              </p:cNvSpPr>
              <p:nvPr/>
            </p:nvSpPr>
            <p:spPr>
              <a:xfrm>
                <a:off x="0" y="-16678"/>
                <a:ext cx="12192000" cy="863441"/>
              </a:xfrm>
              <a:prstGeom prst="rect">
                <a:avLst/>
              </a:prstGeom>
              <a:blipFill>
                <a:blip r:embed="rId5"/>
                <a:stretch>
                  <a:fillRect t="-19014" b="-29577"/>
                </a:stretch>
              </a:blipFill>
            </p:spPr>
            <p:txBody>
              <a:bodyPr/>
              <a:lstStyle/>
              <a:p>
                <a:r>
                  <a:rPr lang="en-US">
                    <a:noFill/>
                  </a:rPr>
                  <a:t> </a:t>
                </a:r>
              </a:p>
            </p:txBody>
          </p:sp>
        </mc:Fallback>
      </mc:AlternateContent>
      <p:sp>
        <p:nvSpPr>
          <p:cNvPr id="8" name="Rectangle 7">
            <a:extLst>
              <a:ext uri="{FF2B5EF4-FFF2-40B4-BE49-F238E27FC236}">
                <a16:creationId xmlns:a16="http://schemas.microsoft.com/office/drawing/2014/main" id="{2F09F23C-B812-1701-8046-8AD246655E9F}"/>
              </a:ext>
            </a:extLst>
          </p:cNvPr>
          <p:cNvSpPr/>
          <p:nvPr/>
        </p:nvSpPr>
        <p:spPr>
          <a:xfrm>
            <a:off x="1321717" y="3573347"/>
            <a:ext cx="4830722" cy="1723549"/>
          </a:xfrm>
          <a:prstGeom prst="rect">
            <a:avLst/>
          </a:prstGeom>
        </p:spPr>
        <p:txBody>
          <a:bodyPr wrap="square">
            <a:spAutoFit/>
          </a:bodyPr>
          <a:lstStyle/>
          <a:p>
            <a:pPr marL="457200" indent="-457200" defTabSz="457200">
              <a:spcAft>
                <a:spcPts val="600"/>
              </a:spcAft>
              <a:buFont typeface="Wingdings" panose="05000000000000000000" pitchFamily="2" charset="2"/>
              <a:buChar char="§"/>
              <a:defRPr/>
            </a:pPr>
            <a:r>
              <a:rPr lang="en-US" sz="2400" i="1" dirty="0">
                <a:latin typeface="Times New Roman" panose="02020603050405020304" pitchFamily="18" charset="0"/>
                <a:cs typeface="Times New Roman" panose="02020603050405020304" pitchFamily="18" charset="0"/>
              </a:rPr>
              <a:t>g ~ </a:t>
            </a:r>
            <a:r>
              <a:rPr lang="en-US" sz="2400" dirty="0">
                <a:latin typeface="Times New Roman" panose="02020603050405020304" pitchFamily="18" charset="0"/>
                <a:cs typeface="Times New Roman" panose="02020603050405020304" pitchFamily="18" charset="0"/>
              </a:rPr>
              <a:t>9.80 m/s</a:t>
            </a:r>
            <a:r>
              <a:rPr lang="en-US" sz="2400" baseline="30000" dirty="0">
                <a:latin typeface="Times New Roman" panose="02020603050405020304" pitchFamily="18" charset="0"/>
                <a:cs typeface="Times New Roman" panose="02020603050405020304" pitchFamily="18" charset="0"/>
              </a:rPr>
              <a:t>2</a:t>
            </a:r>
            <a:endParaRPr lang="en-US" sz="2400" i="1" baseline="30000" dirty="0">
              <a:latin typeface="Times New Roman" panose="02020603050405020304" pitchFamily="18" charset="0"/>
              <a:cs typeface="Times New Roman" panose="02020603050405020304" pitchFamily="18" charset="0"/>
            </a:endParaRPr>
          </a:p>
          <a:p>
            <a:pPr marL="457200" indent="-457200" defTabSz="457200">
              <a:spcAft>
                <a:spcPts val="600"/>
              </a:spcAft>
              <a:buFont typeface="Wingdings" panose="05000000000000000000" pitchFamily="2" charset="2"/>
              <a:buChar char="§"/>
              <a:defRPr/>
            </a:pPr>
            <a:r>
              <a:rPr lang="en-US" sz="2400" i="1" dirty="0">
                <a:latin typeface="Times New Roman" panose="02020603050405020304" pitchFamily="18" charset="0"/>
                <a:cs typeface="Times New Roman" panose="02020603050405020304" pitchFamily="18" charset="0"/>
              </a:rPr>
              <a:t>g </a:t>
            </a:r>
            <a:r>
              <a:rPr lang="en-US" sz="2400" dirty="0">
                <a:latin typeface="Times New Roman" panose="02020603050405020304" pitchFamily="18" charset="0"/>
                <a:cs typeface="Times New Roman" panose="02020603050405020304" pitchFamily="18" charset="0"/>
              </a:rPr>
              <a:t>varies with geographic location;</a:t>
            </a:r>
          </a:p>
          <a:p>
            <a:pPr marL="457200" indent="-457200" defTabSz="457200">
              <a:spcAft>
                <a:spcPts val="600"/>
              </a:spcAft>
              <a:buFont typeface="Wingdings" panose="05000000000000000000" pitchFamily="2" charset="2"/>
              <a:buChar char="§"/>
              <a:defRPr/>
            </a:pPr>
            <a:r>
              <a:rPr lang="en-US" sz="2400" i="1" dirty="0">
                <a:latin typeface="Times New Roman" panose="02020603050405020304" pitchFamily="18" charset="0"/>
                <a:cs typeface="Times New Roman" panose="02020603050405020304" pitchFamily="18" charset="0"/>
              </a:rPr>
              <a:t>g </a:t>
            </a:r>
            <a:r>
              <a:rPr lang="en-US" sz="2400" dirty="0">
                <a:latin typeface="Times New Roman" panose="02020603050405020304" pitchFamily="18" charset="0"/>
                <a:cs typeface="Times New Roman" panose="02020603050405020304" pitchFamily="18" charset="0"/>
              </a:rPr>
              <a:t>decreases with increasing distance from center of Earth</a:t>
            </a:r>
            <a:r>
              <a:rPr lang="en-US" sz="2400" dirty="0">
                <a:latin typeface="Times New Roman" panose="02020603050405020304" pitchFamily="18" charset="0"/>
                <a:cs typeface="Times New Roman" panose="02020603050405020304" pitchFamily="18" charset="0"/>
                <a:sym typeface="Symbol" panose="05050102010706020507" pitchFamily="18" charset="2"/>
              </a:rPr>
              <a:t>.</a:t>
            </a:r>
            <a:endParaRPr lang="en-US" sz="2400" dirty="0">
              <a:latin typeface="Times New Roman" panose="02020603050405020304" pitchFamily="18" charset="0"/>
              <a:cs typeface="Times New Roman" panose="02020603050405020304" pitchFamily="18" charset="0"/>
            </a:endParaRPr>
          </a:p>
        </p:txBody>
      </p:sp>
      <p:graphicFrame>
        <p:nvGraphicFramePr>
          <p:cNvPr id="9" name="Object 8">
            <a:extLst>
              <a:ext uri="{FF2B5EF4-FFF2-40B4-BE49-F238E27FC236}">
                <a16:creationId xmlns:a16="http://schemas.microsoft.com/office/drawing/2014/main" id="{3A487C0D-4B38-5350-243B-7A8DE5DF2A16}"/>
              </a:ext>
            </a:extLst>
          </p:cNvPr>
          <p:cNvGraphicFramePr>
            <a:graphicFrameLocks noChangeAspect="1"/>
          </p:cNvGraphicFramePr>
          <p:nvPr>
            <p:extLst>
              <p:ext uri="{D42A27DB-BD31-4B8C-83A1-F6EECF244321}">
                <p14:modId xmlns:p14="http://schemas.microsoft.com/office/powerpoint/2010/main" val="533218881"/>
              </p:ext>
            </p:extLst>
          </p:nvPr>
        </p:nvGraphicFramePr>
        <p:xfrm>
          <a:off x="2847073" y="5536830"/>
          <a:ext cx="2019964" cy="979701"/>
        </p:xfrm>
        <a:graphic>
          <a:graphicData uri="http://schemas.openxmlformats.org/presentationml/2006/ole">
            <mc:AlternateContent xmlns:mc="http://schemas.openxmlformats.org/markup-compatibility/2006">
              <mc:Choice xmlns:v="urn:schemas-microsoft-com:vml" Requires="v">
                <p:oleObj name="Equation" r:id="rId6" imgW="863280" imgH="419040" progId="Equation.DSMT4">
                  <p:embed/>
                </p:oleObj>
              </mc:Choice>
              <mc:Fallback>
                <p:oleObj name="Equation" r:id="rId6" imgW="863280" imgH="419040" progId="Equation.DSMT4">
                  <p:embed/>
                  <p:pic>
                    <p:nvPicPr>
                      <p:cNvPr id="9" name="Object 8">
                        <a:extLst>
                          <a:ext uri="{FF2B5EF4-FFF2-40B4-BE49-F238E27FC236}">
                            <a16:creationId xmlns:a16="http://schemas.microsoft.com/office/drawing/2014/main" id="{3A487C0D-4B38-5350-243B-7A8DE5DF2A16}"/>
                          </a:ext>
                        </a:extLst>
                      </p:cNvPr>
                      <p:cNvPicPr>
                        <a:picLocks noChangeAspect="1" noChangeArrowheads="1"/>
                      </p:cNvPicPr>
                      <p:nvPr/>
                    </p:nvPicPr>
                    <p:blipFill>
                      <a:blip r:embed="rId7"/>
                      <a:srcRect/>
                      <a:stretch>
                        <a:fillRect/>
                      </a:stretch>
                    </p:blipFill>
                    <p:spPr bwMode="auto">
                      <a:xfrm>
                        <a:off x="2847073" y="5536830"/>
                        <a:ext cx="2019964" cy="979701"/>
                      </a:xfrm>
                      <a:prstGeom prst="rect">
                        <a:avLst/>
                      </a:prstGeom>
                      <a:noFill/>
                    </p:spPr>
                  </p:pic>
                </p:oleObj>
              </mc:Fallback>
            </mc:AlternateContent>
          </a:graphicData>
        </a:graphic>
      </p:graphicFrame>
      <p:pic>
        <p:nvPicPr>
          <p:cNvPr id="10" name="Picture 9">
            <a:extLst>
              <a:ext uri="{FF2B5EF4-FFF2-40B4-BE49-F238E27FC236}">
                <a16:creationId xmlns:a16="http://schemas.microsoft.com/office/drawing/2014/main" id="{8CDFBD64-3A75-B0FE-CCAD-86ED6BA6CE1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237935" y="3562184"/>
            <a:ext cx="2459057" cy="3009885"/>
          </a:xfrm>
          <a:prstGeom prst="rect">
            <a:avLst/>
          </a:prstGeom>
        </p:spPr>
      </p:pic>
    </p:spTree>
    <p:extLst>
      <p:ext uri="{BB962C8B-B14F-4D97-AF65-F5344CB8AC3E}">
        <p14:creationId xmlns:p14="http://schemas.microsoft.com/office/powerpoint/2010/main" val="1154073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6100C0-17F4-C963-3252-80A92DE44FCF}"/>
              </a:ext>
            </a:extLst>
          </p:cNvPr>
          <p:cNvSpPr>
            <a:spLocks noGrp="1"/>
          </p:cNvSpPr>
          <p:nvPr>
            <p:ph idx="1"/>
          </p:nvPr>
        </p:nvSpPr>
        <p:spPr>
          <a:xfrm>
            <a:off x="838200" y="1129652"/>
            <a:ext cx="10515600" cy="4351338"/>
          </a:xfrm>
        </p:spPr>
        <p:txBody>
          <a:bodyPr>
            <a:normAutofit lnSpcReduction="10000"/>
          </a:bodyPr>
          <a:lstStyle/>
          <a:p>
            <a:pPr marL="0" indent="0">
              <a:buNone/>
            </a:pPr>
            <a:r>
              <a:rPr lang="en-US" b="1" dirty="0">
                <a:latin typeface="Times New Roman" panose="02020603050405020304" pitchFamily="18" charset="0"/>
                <a:cs typeface="Times New Roman" panose="02020603050405020304" pitchFamily="18" charset="0"/>
              </a:rPr>
              <a:t>Definition: </a:t>
            </a:r>
            <a:r>
              <a:rPr lang="en-US" dirty="0">
                <a:latin typeface="Times New Roman" panose="02020603050405020304" pitchFamily="18" charset="0"/>
                <a:cs typeface="Times New Roman" panose="02020603050405020304" pitchFamily="18" charset="0"/>
              </a:rPr>
              <a:t>the force that surfaces exert to prevent solid objects from passing through each other</a:t>
            </a:r>
          </a:p>
          <a:p>
            <a:pPr marL="0" indent="0">
              <a:buNone/>
            </a:pPr>
            <a:r>
              <a:rPr lang="en-US" b="1" dirty="0">
                <a:latin typeface="Times New Roman" panose="02020603050405020304" pitchFamily="18" charset="0"/>
                <a:cs typeface="Times New Roman" panose="02020603050405020304" pitchFamily="18" charset="0"/>
              </a:rPr>
              <a:t>Variable</a:t>
            </a:r>
            <a:r>
              <a:rPr lang="en-US" dirty="0">
                <a:latin typeface="Times New Roman" panose="02020603050405020304" pitchFamily="18" charset="0"/>
                <a:cs typeface="Times New Roman" panose="02020603050405020304" pitchFamily="18" charset="0"/>
              </a:rPr>
              <a:t>: </a:t>
            </a:r>
            <a:endParaRPr lang="en-US" b="1"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Unit: </a:t>
            </a:r>
            <a:r>
              <a:rPr lang="en-US" dirty="0">
                <a:latin typeface="Times New Roman" panose="02020603050405020304" pitchFamily="18" charset="0"/>
                <a:cs typeface="Times New Roman" panose="02020603050405020304" pitchFamily="18" charset="0"/>
              </a:rPr>
              <a:t>Newtons (N)</a:t>
            </a:r>
          </a:p>
          <a:p>
            <a:pPr marL="0" indent="0">
              <a:buNone/>
            </a:pPr>
            <a:r>
              <a:rPr lang="en-US" b="1" dirty="0">
                <a:latin typeface="Times New Roman" panose="02020603050405020304" pitchFamily="18" charset="0"/>
                <a:cs typeface="Times New Roman" panose="02020603050405020304" pitchFamily="18" charset="0"/>
              </a:rPr>
              <a:t>Equation: </a:t>
            </a:r>
            <a:r>
              <a:rPr lang="en-US" dirty="0">
                <a:latin typeface="Times New Roman" panose="02020603050405020304" pitchFamily="18" charset="0"/>
                <a:cs typeface="Times New Roman" panose="02020603050405020304" pitchFamily="18" charset="0"/>
              </a:rPr>
              <a:t>No specific equation</a:t>
            </a:r>
          </a:p>
          <a:p>
            <a:r>
              <a:rPr lang="en-US" dirty="0">
                <a:latin typeface="Times New Roman" panose="02020603050405020304" pitchFamily="18" charset="0"/>
                <a:cs typeface="Times New Roman" panose="02020603050405020304" pitchFamily="18" charset="0"/>
              </a:rPr>
              <a:t>N</a:t>
            </a:r>
            <a:r>
              <a:rPr lang="en-US" baseline="-250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a:t>
            </a:r>
            <a:r>
              <a:rPr lang="en-US" baseline="-25000" dirty="0" err="1">
                <a:latin typeface="Times New Roman" panose="02020603050405020304" pitchFamily="18" charset="0"/>
                <a:cs typeface="Times New Roman" panose="02020603050405020304" pitchFamily="18" charset="0"/>
              </a:rPr>
              <a:t>g</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if </a:t>
            </a:r>
            <a:r>
              <a:rPr lang="en-US" dirty="0">
                <a:latin typeface="Times New Roman" panose="02020603050405020304" pitchFamily="18" charset="0"/>
                <a:cs typeface="Times New Roman" panose="02020603050405020304" pitchFamily="18" charset="0"/>
              </a:rPr>
              <a:t>a</a:t>
            </a:r>
            <a:r>
              <a:rPr lang="en-US" baseline="-25000" dirty="0">
                <a:latin typeface="Times New Roman" panose="02020603050405020304" pitchFamily="18" charset="0"/>
                <a:cs typeface="Times New Roman" panose="02020603050405020304" pitchFamily="18" charset="0"/>
              </a:rPr>
              <a:t>y </a:t>
            </a:r>
            <a:r>
              <a:rPr lang="en-US" dirty="0">
                <a:latin typeface="Times New Roman" panose="02020603050405020304" pitchFamily="18" charset="0"/>
                <a:cs typeface="Times New Roman" panose="02020603050405020304" pitchFamily="18" charset="0"/>
              </a:rPr>
              <a:t>= 0 m/s</a:t>
            </a:r>
            <a:r>
              <a:rPr lang="en-US" baseline="30000" dirty="0">
                <a:latin typeface="Times New Roman" panose="02020603050405020304" pitchFamily="18" charset="0"/>
                <a:cs typeface="Times New Roman" panose="02020603050405020304" pitchFamily="18" charset="0"/>
              </a:rPr>
              <a:t>2 </a:t>
            </a:r>
            <a:r>
              <a:rPr lang="en-US" dirty="0">
                <a:latin typeface="Times New Roman" panose="02020603050405020304" pitchFamily="18" charset="0"/>
                <a:cs typeface="Times New Roman" panose="02020603050405020304" pitchFamily="18" charset="0"/>
              </a:rPr>
              <a:t>(rest or </a:t>
            </a:r>
            <a:r>
              <a:rPr lang="en-US"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equilibrium</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N ≠ </a:t>
            </a:r>
            <a:r>
              <a:rPr lang="en-US" dirty="0" err="1">
                <a:latin typeface="Times New Roman" panose="02020603050405020304" pitchFamily="18" charset="0"/>
                <a:cs typeface="Times New Roman" panose="02020603050405020304" pitchFamily="18" charset="0"/>
              </a:rPr>
              <a:t>F</a:t>
            </a:r>
            <a:r>
              <a:rPr lang="en-US" baseline="-25000" dirty="0" err="1">
                <a:latin typeface="Times New Roman" panose="02020603050405020304" pitchFamily="18" charset="0"/>
                <a:cs typeface="Times New Roman" panose="02020603050405020304" pitchFamily="18" charset="0"/>
              </a:rPr>
              <a:t>g</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if </a:t>
            </a:r>
            <a:r>
              <a:rPr lang="en-US" dirty="0">
                <a:latin typeface="Times New Roman" panose="02020603050405020304" pitchFamily="18" charset="0"/>
                <a:cs typeface="Times New Roman" panose="02020603050405020304" pitchFamily="18" charset="0"/>
              </a:rPr>
              <a:t>a</a:t>
            </a:r>
            <a:r>
              <a:rPr lang="en-US" baseline="-25000" dirty="0">
                <a:latin typeface="Times New Roman" panose="02020603050405020304" pitchFamily="18" charset="0"/>
                <a:cs typeface="Times New Roman" panose="02020603050405020304" pitchFamily="18" charset="0"/>
              </a:rPr>
              <a:t>y </a:t>
            </a:r>
            <a:r>
              <a:rPr lang="en-US" dirty="0">
                <a:latin typeface="Times New Roman" panose="02020603050405020304" pitchFamily="18" charset="0"/>
                <a:cs typeface="Times New Roman" panose="02020603050405020304" pitchFamily="18" charset="0"/>
              </a:rPr>
              <a:t>≠ 0 m/s</a:t>
            </a:r>
            <a:r>
              <a:rPr lang="en-US" baseline="30000" dirty="0">
                <a:latin typeface="Times New Roman" panose="02020603050405020304" pitchFamily="18" charset="0"/>
                <a:cs typeface="Times New Roman" panose="02020603050405020304" pitchFamily="18" charset="0"/>
              </a:rPr>
              <a:t>2</a:t>
            </a: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Direction</a:t>
            </a:r>
            <a:r>
              <a:rPr lang="en-US" dirty="0">
                <a:latin typeface="Times New Roman" panose="02020603050405020304" pitchFamily="18" charset="0"/>
                <a:cs typeface="Times New Roman" panose="02020603050405020304" pitchFamily="18" charset="0"/>
              </a:rPr>
              <a:t>: Pointed away from the surface &amp; </a:t>
            </a:r>
          </a:p>
          <a:p>
            <a:pPr marL="0" indent="0">
              <a:buNone/>
            </a:pPr>
            <a:r>
              <a:rPr lang="en-US" dirty="0">
                <a:latin typeface="Times New Roman" panose="02020603050405020304" pitchFamily="18" charset="0"/>
                <a:cs typeface="Times New Roman" panose="02020603050405020304" pitchFamily="18" charset="0"/>
              </a:rPr>
              <a:t>                  perpendicular to the surface</a:t>
            </a:r>
            <a:endParaRPr lang="en-US" sz="2800" b="1" dirty="0">
              <a:latin typeface="Times New Roman" panose="02020603050405020304" pitchFamily="18" charset="0"/>
              <a:cs typeface="Times New Roman" panose="02020603050405020304" pitchFamily="18" charset="0"/>
            </a:endParaRPr>
          </a:p>
        </p:txBody>
      </p:sp>
      <p:pic>
        <p:nvPicPr>
          <p:cNvPr id="1026" name="Picture 2" descr="Normal Force: Definition, Equation, and Example">
            <a:extLst>
              <a:ext uri="{FF2B5EF4-FFF2-40B4-BE49-F238E27FC236}">
                <a16:creationId xmlns:a16="http://schemas.microsoft.com/office/drawing/2014/main" id="{B339C996-264F-620C-8CEE-4D1B060A98F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8902"/>
          <a:stretch/>
        </p:blipFill>
        <p:spPr bwMode="auto">
          <a:xfrm>
            <a:off x="7523527" y="2550253"/>
            <a:ext cx="4191000" cy="308981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 name="Title 3">
                <a:extLst>
                  <a:ext uri="{FF2B5EF4-FFF2-40B4-BE49-F238E27FC236}">
                    <a16:creationId xmlns:a16="http://schemas.microsoft.com/office/drawing/2014/main" id="{9973622B-5C92-D5F7-5D99-F492BCAAA8D1}"/>
                  </a:ext>
                </a:extLst>
              </p:cNvPr>
              <p:cNvSpPr txBox="1">
                <a:spLocks/>
              </p:cNvSpPr>
              <p:nvPr/>
            </p:nvSpPr>
            <p:spPr>
              <a:xfrm>
                <a:off x="0" y="-16678"/>
                <a:ext cx="12192000" cy="775725"/>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dirty="0">
                    <a:latin typeface="Times New Roman" panose="02020603050405020304" pitchFamily="18" charset="0"/>
                    <a:ea typeface="STKaiti" panose="020B0503020204020204" pitchFamily="2" charset="-122"/>
                    <a:cs typeface="Times New Roman" panose="02020603050405020304" pitchFamily="18" charset="0"/>
                  </a:rPr>
                  <a:t>Normal Force (</a:t>
                </a:r>
                <a14:m>
                  <m:oMath xmlns:m="http://schemas.openxmlformats.org/officeDocument/2006/math">
                    <m:acc>
                      <m:accPr>
                        <m:chr m:val="⃗"/>
                        <m:ctrlPr>
                          <a:rPr lang="en-US" b="1" i="0" dirty="0" smtClean="0">
                            <a:solidFill>
                              <a:srgbClr val="0000FF"/>
                            </a:solidFill>
                            <a:latin typeface="Cambria Math" panose="02040503050406030204" pitchFamily="18" charset="0"/>
                            <a:ea typeface="STKaiti" panose="020B0503020204020204" pitchFamily="2" charset="-122"/>
                            <a:cs typeface="Times New Roman" panose="02020603050405020304" pitchFamily="18" charset="0"/>
                          </a:rPr>
                        </m:ctrlPr>
                      </m:accPr>
                      <m:e>
                        <m:r>
                          <a:rPr lang="en-US" b="1" i="0" dirty="0" smtClean="0">
                            <a:solidFill>
                              <a:srgbClr val="0000FF"/>
                            </a:solidFill>
                            <a:latin typeface="Cambria Math" panose="02040503050406030204" pitchFamily="18" charset="0"/>
                            <a:ea typeface="STKaiti" panose="020B0503020204020204" pitchFamily="2" charset="-122"/>
                            <a:cs typeface="Times New Roman" panose="02020603050405020304" pitchFamily="18" charset="0"/>
                          </a:rPr>
                          <m:t>𝐍</m:t>
                        </m:r>
                      </m:e>
                    </m:acc>
                  </m:oMath>
                </a14:m>
                <a:r>
                  <a:rPr lang="en-US" sz="4800" b="1" dirty="0">
                    <a:latin typeface="Times New Roman" panose="02020603050405020304" pitchFamily="18" charset="0"/>
                    <a:ea typeface="STKaiti" panose="020B0503020204020204" pitchFamily="2" charset="-122"/>
                    <a:cs typeface="Times New Roman" panose="02020603050405020304" pitchFamily="18" charset="0"/>
                  </a:rPr>
                  <a:t>) </a:t>
                </a:r>
              </a:p>
            </p:txBody>
          </p:sp>
        </mc:Choice>
        <mc:Fallback xmlns="">
          <p:sp>
            <p:nvSpPr>
              <p:cNvPr id="4" name="Title 3">
                <a:extLst>
                  <a:ext uri="{FF2B5EF4-FFF2-40B4-BE49-F238E27FC236}">
                    <a16:creationId xmlns:a16="http://schemas.microsoft.com/office/drawing/2014/main" id="{9973622B-5C92-D5F7-5D99-F492BCAAA8D1}"/>
                  </a:ext>
                </a:extLst>
              </p:cNvPr>
              <p:cNvSpPr txBox="1">
                <a:spLocks noRot="1" noChangeAspect="1" noMove="1" noResize="1" noEditPoints="1" noAdjustHandles="1" noChangeArrowheads="1" noChangeShapeType="1" noTextEdit="1"/>
              </p:cNvSpPr>
              <p:nvPr/>
            </p:nvSpPr>
            <p:spPr>
              <a:xfrm>
                <a:off x="0" y="-16678"/>
                <a:ext cx="12192000" cy="775725"/>
              </a:xfrm>
              <a:prstGeom prst="rect">
                <a:avLst/>
              </a:prstGeom>
              <a:blipFill>
                <a:blip r:embed="rId3"/>
                <a:stretch>
                  <a:fillRect t="-24219" b="-406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47A0FFA-940C-0F92-4F2A-72E6AC2151B6}"/>
                  </a:ext>
                </a:extLst>
              </p:cNvPr>
              <p:cNvSpPr txBox="1"/>
              <p:nvPr/>
            </p:nvSpPr>
            <p:spPr>
              <a:xfrm>
                <a:off x="2305539" y="1838355"/>
                <a:ext cx="523631" cy="575479"/>
              </a:xfrm>
              <a:prstGeom prst="rect">
                <a:avLst/>
              </a:prstGeom>
              <a:noFill/>
            </p:spPr>
            <p:txBody>
              <a:bodyPr wrap="square">
                <a:spAutoFit/>
              </a:bodyPr>
              <a:lstStyle/>
              <a:p>
                <a:pPr/>
                <a14:m>
                  <m:oMathPara xmlns:m="http://schemas.openxmlformats.org/officeDocument/2006/math">
                    <m:oMathParaPr>
                      <m:jc m:val="left"/>
                    </m:oMathParaPr>
                    <m:oMath>
                      <m:acc>
                        <m:accPr>
                          <m:chr m:val="⃗"/>
                          <m:ctrlPr>
                            <a:rPr lang="en-US" sz="2800" b="1" i="0" dirty="0" smtClean="0">
                              <a:solidFill>
                                <a:srgbClr val="0000FF"/>
                              </a:solidFill>
                              <a:latin typeface="Cambria Math" panose="02040503050406030204" pitchFamily="18" charset="0"/>
                              <a:ea typeface="STKaiti" panose="020B0503020204020204" pitchFamily="2" charset="-122"/>
                              <a:cs typeface="Times New Roman" panose="02020603050405020304" pitchFamily="18" charset="0"/>
                            </a:rPr>
                          </m:ctrlPr>
                        </m:accPr>
                        <m:e>
                          <m:r>
                            <a:rPr lang="en-US" sz="2800" b="1" i="0" dirty="0" smtClean="0">
                              <a:solidFill>
                                <a:srgbClr val="0000FF"/>
                              </a:solidFill>
                              <a:latin typeface="Cambria Math" panose="02040503050406030204" pitchFamily="18" charset="0"/>
                              <a:ea typeface="STKaiti" panose="020B0503020204020204" pitchFamily="2" charset="-122"/>
                              <a:cs typeface="Times New Roman" panose="02020603050405020304" pitchFamily="18" charset="0"/>
                            </a:rPr>
                            <m:t>𝐍</m:t>
                          </m:r>
                        </m:e>
                      </m:acc>
                    </m:oMath>
                  </m:oMathPara>
                </a14:m>
                <a:endParaRPr lang="en-US" sz="2800" b="1" dirty="0"/>
              </a:p>
            </p:txBody>
          </p:sp>
        </mc:Choice>
        <mc:Fallback xmlns="">
          <p:sp>
            <p:nvSpPr>
              <p:cNvPr id="5" name="TextBox 4">
                <a:extLst>
                  <a:ext uri="{FF2B5EF4-FFF2-40B4-BE49-F238E27FC236}">
                    <a16:creationId xmlns:a16="http://schemas.microsoft.com/office/drawing/2014/main" id="{B47A0FFA-940C-0F92-4F2A-72E6AC2151B6}"/>
                  </a:ext>
                </a:extLst>
              </p:cNvPr>
              <p:cNvSpPr txBox="1">
                <a:spLocks noRot="1" noChangeAspect="1" noMove="1" noResize="1" noEditPoints="1" noAdjustHandles="1" noChangeArrowheads="1" noChangeShapeType="1" noTextEdit="1"/>
              </p:cNvSpPr>
              <p:nvPr/>
            </p:nvSpPr>
            <p:spPr>
              <a:xfrm>
                <a:off x="2305539" y="1838355"/>
                <a:ext cx="523631" cy="575479"/>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3089626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01EE5B1-B26C-F599-CDCF-CF491BCB40B9}"/>
              </a:ext>
            </a:extLst>
          </p:cNvPr>
          <p:cNvSpPr txBox="1">
            <a:spLocks/>
          </p:cNvSpPr>
          <p:nvPr/>
        </p:nvSpPr>
        <p:spPr>
          <a:xfrm>
            <a:off x="0" y="-16678"/>
            <a:ext cx="12192000" cy="757130"/>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dirty="0">
                <a:latin typeface="Times New Roman" panose="02020603050405020304" pitchFamily="18" charset="0"/>
                <a:ea typeface="STKaiti" panose="020B0503020204020204" pitchFamily="2" charset="-122"/>
                <a:cs typeface="Times New Roman" panose="02020603050405020304" pitchFamily="18" charset="0"/>
              </a:rPr>
              <a:t>When is  </a:t>
            </a:r>
            <a:r>
              <a:rPr lang="en-US" sz="4800" dirty="0">
                <a:latin typeface="Times New Roman" panose="02020603050405020304" pitchFamily="18" charset="0"/>
                <a:cs typeface="Times New Roman" panose="02020603050405020304" pitchFamily="18" charset="0"/>
              </a:rPr>
              <a:t>  ≠</a:t>
            </a:r>
            <a:endParaRPr lang="en-US" sz="4800" b="1" dirty="0">
              <a:latin typeface="Times New Roman" panose="02020603050405020304" pitchFamily="18" charset="0"/>
              <a:ea typeface="STKaiti" panose="020B0503020204020204"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600DFA3-28E5-3A5E-3092-2F8AD37BA5F3}"/>
                  </a:ext>
                </a:extLst>
              </p:cNvPr>
              <p:cNvSpPr txBox="1"/>
              <p:nvPr/>
            </p:nvSpPr>
            <p:spPr>
              <a:xfrm>
                <a:off x="7790637" y="-25920"/>
                <a:ext cx="2588193" cy="762966"/>
              </a:xfrm>
              <a:prstGeom prst="rect">
                <a:avLst/>
              </a:prstGeom>
              <a:noFill/>
            </p:spPr>
            <p:txBody>
              <a:bodyPr wrap="square" lIns="0" tIns="0" rIns="0" bIns="0" rtlCol="0">
                <a:spAutoFit/>
              </a:bodyPr>
              <a:lstStyle/>
              <a:p>
                <a:pPr/>
                <a14:m>
                  <m:oMathPara xmlns:m="http://schemas.openxmlformats.org/officeDocument/2006/math">
                    <m:oMathParaPr>
                      <m:jc m:val="left"/>
                    </m:oMathParaPr>
                    <m:oMath>
                      <m:sSub>
                        <m:sSubPr>
                          <m:ctrlPr>
                            <a:rPr lang="en-US" sz="4000" b="1" i="1" smtClean="0">
                              <a:latin typeface="Cambria Math" panose="02040503050406030204" pitchFamily="18" charset="0"/>
                              <a:cs typeface="Times New Roman" panose="02020603050405020304" pitchFamily="18" charset="0"/>
                            </a:rPr>
                          </m:ctrlPr>
                        </m:sSubPr>
                        <m:e>
                          <m:acc>
                            <m:accPr>
                              <m:chr m:val="⃗"/>
                              <m:ctrlPr>
                                <a:rPr lang="en-US" sz="4000" b="1" i="0" smtClean="0">
                                  <a:latin typeface="Cambria Math" panose="02040503050406030204" pitchFamily="18" charset="0"/>
                                  <a:cs typeface="Times New Roman" panose="02020603050405020304" pitchFamily="18" charset="0"/>
                                </a:rPr>
                              </m:ctrlPr>
                            </m:accPr>
                            <m:e>
                              <m:r>
                                <a:rPr lang="en-US" sz="4000" b="1" i="0" smtClean="0">
                                  <a:latin typeface="Cambria Math" panose="02040503050406030204" pitchFamily="18" charset="0"/>
                                  <a:cs typeface="Times New Roman" panose="02020603050405020304" pitchFamily="18" charset="0"/>
                                </a:rPr>
                                <m:t>𝐅</m:t>
                              </m:r>
                            </m:e>
                          </m:acc>
                        </m:e>
                        <m:sub>
                          <m:r>
                            <a:rPr lang="en-US" sz="4000" b="1" i="0" smtClean="0">
                              <a:latin typeface="Cambria Math" panose="02040503050406030204" pitchFamily="18" charset="0"/>
                              <a:cs typeface="Times New Roman" panose="02020603050405020304" pitchFamily="18" charset="0"/>
                            </a:rPr>
                            <m:t>𝐠</m:t>
                          </m:r>
                        </m:sub>
                      </m:sSub>
                      <m:r>
                        <a:rPr lang="en-US" sz="4000" b="1" i="0" smtClean="0">
                          <a:latin typeface="Cambria Math" panose="02040503050406030204" pitchFamily="18" charset="0"/>
                          <a:cs typeface="Times New Roman" panose="02020603050405020304" pitchFamily="18" charset="0"/>
                        </a:rPr>
                        <m:t> </m:t>
                      </m:r>
                      <m:r>
                        <m:rPr>
                          <m:sty m:val="p"/>
                        </m:rPr>
                        <a:rPr lang="en-US" sz="4000" b="0" i="0" smtClean="0">
                          <a:latin typeface="Cambria Math" panose="02040503050406030204" pitchFamily="18" charset="0"/>
                          <a:cs typeface="Times New Roman" panose="02020603050405020304" pitchFamily="18" charset="0"/>
                        </a:rPr>
                        <m:t>or</m:t>
                      </m:r>
                      <m:r>
                        <a:rPr lang="en-US" sz="4000" b="0" i="1" smtClean="0">
                          <a:latin typeface="Cambria Math" panose="02040503050406030204" pitchFamily="18" charset="0"/>
                          <a:cs typeface="Times New Roman" panose="02020603050405020304" pitchFamily="18" charset="0"/>
                        </a:rPr>
                        <m:t> </m:t>
                      </m:r>
                      <m:acc>
                        <m:accPr>
                          <m:chr m:val="⃗"/>
                          <m:ctrlPr>
                            <a:rPr lang="en-US" sz="4000" b="1" i="0" smtClean="0">
                              <a:latin typeface="Cambria Math" panose="02040503050406030204" pitchFamily="18" charset="0"/>
                              <a:cs typeface="Times New Roman" panose="02020603050405020304" pitchFamily="18" charset="0"/>
                            </a:rPr>
                          </m:ctrlPr>
                        </m:accPr>
                        <m:e>
                          <m:r>
                            <a:rPr lang="en-US" sz="4000" b="1" i="0" smtClean="0">
                              <a:latin typeface="Cambria Math" panose="02040503050406030204" pitchFamily="18" charset="0"/>
                              <a:cs typeface="Times New Roman" panose="02020603050405020304" pitchFamily="18" charset="0"/>
                            </a:rPr>
                            <m:t>𝐖</m:t>
                          </m:r>
                        </m:e>
                      </m:acc>
                    </m:oMath>
                  </m:oMathPara>
                </a14:m>
                <a:endParaRPr lang="en-US" sz="4000" dirty="0">
                  <a:latin typeface="Times New Roman" panose="02020603050405020304" pitchFamily="18" charset="0"/>
                  <a:cs typeface="Times New Roman" panose="02020603050405020304" pitchFamily="18" charset="0"/>
                </a:endParaRPr>
              </a:p>
            </p:txBody>
          </p:sp>
        </mc:Choice>
        <mc:Fallback xmlns="">
          <p:sp>
            <p:nvSpPr>
              <p:cNvPr id="8" name="TextBox 7">
                <a:extLst>
                  <a:ext uri="{FF2B5EF4-FFF2-40B4-BE49-F238E27FC236}">
                    <a16:creationId xmlns:a16="http://schemas.microsoft.com/office/drawing/2014/main" id="{5600DFA3-28E5-3A5E-3092-2F8AD37BA5F3}"/>
                  </a:ext>
                </a:extLst>
              </p:cNvPr>
              <p:cNvSpPr txBox="1">
                <a:spLocks noRot="1" noChangeAspect="1" noMove="1" noResize="1" noEditPoints="1" noAdjustHandles="1" noChangeArrowheads="1" noChangeShapeType="1" noTextEdit="1"/>
              </p:cNvSpPr>
              <p:nvPr/>
            </p:nvSpPr>
            <p:spPr>
              <a:xfrm>
                <a:off x="7790637" y="-25920"/>
                <a:ext cx="2588193" cy="762966"/>
              </a:xfrm>
              <a:prstGeom prst="rect">
                <a:avLst/>
              </a:prstGeom>
              <a:blipFill>
                <a:blip r:embed="rId3"/>
                <a:stretch>
                  <a:fillRect/>
                </a:stretch>
              </a:blipFill>
            </p:spPr>
            <p:txBody>
              <a:bodyPr/>
              <a:lstStyle/>
              <a:p>
                <a:r>
                  <a:rPr lang="en-US">
                    <a:noFill/>
                  </a:rPr>
                  <a:t> </a:t>
                </a:r>
              </a:p>
            </p:txBody>
          </p:sp>
        </mc:Fallback>
      </mc:AlternateContent>
      <p:pic>
        <p:nvPicPr>
          <p:cNvPr id="9" name="Picture 8" descr="An illustration shows a book titled Physics placed on a horizontal surface with a hand placed palm down on the book. An arrow labeled vector F is shown to move downward toward the top surface of the book. Another longer arrow labeled vector n is show to move upward from the base to the bottom part of the book. A third arrow, which is the shortest and labeled vector F subscript g, is shown to move downward from the book.">
            <a:extLst>
              <a:ext uri="{FF2B5EF4-FFF2-40B4-BE49-F238E27FC236}">
                <a16:creationId xmlns:a16="http://schemas.microsoft.com/office/drawing/2014/main" id="{0F7A5975-54CA-7D57-841B-04F5D7AC84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52675" y="2699960"/>
            <a:ext cx="2789778" cy="3431675"/>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66CDB39-E637-C068-23BD-BF045B0655D5}"/>
                  </a:ext>
                </a:extLst>
              </p:cNvPr>
              <p:cNvSpPr txBox="1"/>
              <p:nvPr/>
            </p:nvSpPr>
            <p:spPr>
              <a:xfrm>
                <a:off x="10080783" y="5184582"/>
                <a:ext cx="350843" cy="345159"/>
              </a:xfrm>
              <a:prstGeom prst="rect">
                <a:avLst/>
              </a:prstGeom>
              <a:solidFill>
                <a:schemeClr val="bg1"/>
              </a:solidFill>
            </p:spPr>
            <p:txBody>
              <a:bodyPr wrap="square" lIns="0" tIns="0" rIns="0" bIns="0" rtlCol="0">
                <a:spAutoFit/>
              </a:bodyPr>
              <a:lstStyle/>
              <a:p>
                <a:r>
                  <a:rPr lang="en-US" sz="2000" b="1">
                    <a:cs typeface="Times New Roman" panose="02020603050405020304" pitchFamily="18" charset="0"/>
                  </a:rPr>
                  <a:t> </a:t>
                </a:r>
                <a14:m>
                  <m:oMath xmlns:m="http://schemas.openxmlformats.org/officeDocument/2006/math">
                    <m:acc>
                      <m:accPr>
                        <m:chr m:val="⃗"/>
                        <m:ctrlPr>
                          <a:rPr lang="en-US" sz="2000" b="1" i="0" smtClean="0">
                            <a:latin typeface="Cambria Math" panose="02040503050406030204" pitchFamily="18" charset="0"/>
                            <a:cs typeface="Times New Roman" panose="02020603050405020304" pitchFamily="18" charset="0"/>
                          </a:rPr>
                        </m:ctrlPr>
                      </m:accPr>
                      <m:e>
                        <m:r>
                          <a:rPr lang="en-US" sz="2000" b="1" i="0" smtClean="0">
                            <a:latin typeface="Cambria Math" panose="02040503050406030204" pitchFamily="18" charset="0"/>
                            <a:cs typeface="Times New Roman" panose="02020603050405020304" pitchFamily="18" charset="0"/>
                          </a:rPr>
                          <m:t>𝐍</m:t>
                        </m:r>
                      </m:e>
                    </m:acc>
                  </m:oMath>
                </a14:m>
                <a:endParaRPr lang="en-US" sz="2000" b="1">
                  <a:latin typeface="Times New Roman" panose="02020603050405020304" pitchFamily="18" charset="0"/>
                  <a:cs typeface="Times New Roman" panose="02020603050405020304" pitchFamily="18" charset="0"/>
                </a:endParaRPr>
              </a:p>
            </p:txBody>
          </p:sp>
        </mc:Choice>
        <mc:Fallback xmlns="">
          <p:sp>
            <p:nvSpPr>
              <p:cNvPr id="10" name="TextBox 9">
                <a:extLst>
                  <a:ext uri="{FF2B5EF4-FFF2-40B4-BE49-F238E27FC236}">
                    <a16:creationId xmlns:a16="http://schemas.microsoft.com/office/drawing/2014/main" id="{566CDB39-E637-C068-23BD-BF045B0655D5}"/>
                  </a:ext>
                </a:extLst>
              </p:cNvPr>
              <p:cNvSpPr txBox="1">
                <a:spLocks noRot="1" noChangeAspect="1" noMove="1" noResize="1" noEditPoints="1" noAdjustHandles="1" noChangeArrowheads="1" noChangeShapeType="1" noTextEdit="1"/>
              </p:cNvSpPr>
              <p:nvPr/>
            </p:nvSpPr>
            <p:spPr>
              <a:xfrm>
                <a:off x="10080783" y="5184582"/>
                <a:ext cx="350843" cy="345159"/>
              </a:xfrm>
              <a:prstGeom prst="rect">
                <a:avLst/>
              </a:prstGeom>
              <a:blipFill>
                <a:blip r:embed="rId5"/>
                <a:stretch>
                  <a:fillRect l="-10526" b="-52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35B9F1DA-0ABC-1908-0DBF-979424567FA4}"/>
                  </a:ext>
                </a:extLst>
              </p:cNvPr>
              <p:cNvSpPr/>
              <p:nvPr/>
            </p:nvSpPr>
            <p:spPr>
              <a:xfrm>
                <a:off x="4744332" y="6294259"/>
                <a:ext cx="1619975" cy="523220"/>
              </a:xfrm>
              <a:prstGeom prst="rect">
                <a:avLst/>
              </a:prstGeom>
              <a:solidFill>
                <a:srgbClr val="F8F973"/>
              </a:solidFill>
              <a:ln>
                <a:solidFill>
                  <a:schemeClr val="tx1"/>
                </a:solidFill>
              </a:ln>
            </p:spPr>
            <p:txBody>
              <a:bodyPr wrap="square">
                <a:spAutoFit/>
              </a:bodyPr>
              <a:lstStyle/>
              <a:p>
                <a:pPr/>
                <a14:m>
                  <m:oMathPara xmlns:m="http://schemas.openxmlformats.org/officeDocument/2006/math">
                    <m:oMath>
                      <m:r>
                        <a:rPr lang="en-US" sz="2800" b="1" i="0" smtClean="0">
                          <a:solidFill>
                            <a:srgbClr val="000000"/>
                          </a:solidFill>
                          <a:latin typeface="Cambria Math" panose="02040503050406030204" pitchFamily="18" charset="0"/>
                          <a:ea typeface="Cambria Math" panose="02040503050406030204" pitchFamily="18" charset="0"/>
                        </a:rPr>
                        <m:t>𝐍</m:t>
                      </m:r>
                      <m:r>
                        <a:rPr lang="en-US" sz="2800" b="1" i="0">
                          <a:solidFill>
                            <a:srgbClr val="000000"/>
                          </a:solidFill>
                          <a:latin typeface="Cambria Math" panose="02040503050406030204" pitchFamily="18" charset="0"/>
                          <a:ea typeface="Cambria Math" panose="02040503050406030204" pitchFamily="18" charset="0"/>
                        </a:rPr>
                        <m:t>≠</m:t>
                      </m:r>
                      <m:r>
                        <a:rPr lang="en-US" sz="2800" b="1" i="0">
                          <a:solidFill>
                            <a:srgbClr val="000000"/>
                          </a:solidFill>
                          <a:latin typeface="Cambria Math" panose="02040503050406030204" pitchFamily="18" charset="0"/>
                        </a:rPr>
                        <m:t>𝐦𝐠</m:t>
                      </m:r>
                    </m:oMath>
                  </m:oMathPara>
                </a14:m>
                <a:endParaRPr lang="en-US" sz="2800" b="1" dirty="0"/>
              </a:p>
            </p:txBody>
          </p:sp>
        </mc:Choice>
        <mc:Fallback xmlns="">
          <p:sp>
            <p:nvSpPr>
              <p:cNvPr id="11" name="Rectangle 10">
                <a:extLst>
                  <a:ext uri="{FF2B5EF4-FFF2-40B4-BE49-F238E27FC236}">
                    <a16:creationId xmlns:a16="http://schemas.microsoft.com/office/drawing/2014/main" id="{35B9F1DA-0ABC-1908-0DBF-979424567FA4}"/>
                  </a:ext>
                </a:extLst>
              </p:cNvPr>
              <p:cNvSpPr>
                <a:spLocks noRot="1" noChangeAspect="1" noMove="1" noResize="1" noEditPoints="1" noAdjustHandles="1" noChangeArrowheads="1" noChangeShapeType="1" noTextEdit="1"/>
              </p:cNvSpPr>
              <p:nvPr/>
            </p:nvSpPr>
            <p:spPr>
              <a:xfrm>
                <a:off x="4744332" y="6294259"/>
                <a:ext cx="1619975" cy="523220"/>
              </a:xfrm>
              <a:prstGeom prst="rect">
                <a:avLst/>
              </a:prstGeom>
              <a:blipFill>
                <a:blip r:embed="rId6"/>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Object 39">
                <a:extLst>
                  <a:ext uri="{FF2B5EF4-FFF2-40B4-BE49-F238E27FC236}">
                    <a16:creationId xmlns:a16="http://schemas.microsoft.com/office/drawing/2014/main" id="{6F51DFAF-0F64-82BD-4ABF-1174D8DA40A5}"/>
                  </a:ext>
                </a:extLst>
              </p:cNvPr>
              <p:cNvSpPr txBox="1"/>
              <p:nvPr/>
            </p:nvSpPr>
            <p:spPr bwMode="auto">
              <a:xfrm>
                <a:off x="4195234" y="880456"/>
                <a:ext cx="2596334" cy="922176"/>
              </a:xfrm>
              <a:prstGeom prst="rect">
                <a:avLst/>
              </a:prstGeom>
              <a:noFill/>
              <a:ln>
                <a:solidFill>
                  <a:schemeClr val="tx1"/>
                </a:solidFill>
              </a:ln>
            </p:spPr>
            <p:txBody>
              <a:bodyPr>
                <a:noAutofit/>
              </a:bodyPr>
              <a:lstStyle/>
              <a:p>
                <a:pPr/>
                <a14:m>
                  <m:oMathPara xmlns:m="http://schemas.openxmlformats.org/officeDocument/2006/math">
                    <m:oMathParaPr>
                      <m:jc m:val="left"/>
                    </m:oMathParaPr>
                    <m:oMath>
                      <m:nary>
                        <m:naryPr>
                          <m:chr m:val="∑"/>
                          <m:subHide m:val="on"/>
                          <m:supHide m:val="on"/>
                          <m:ctrlPr>
                            <a:rPr lang="en-US" sz="2800" b="1" i="1" smtClean="0">
                              <a:solidFill>
                                <a:srgbClr val="000000"/>
                              </a:solidFill>
                              <a:latin typeface="Cambria Math" panose="02040503050406030204" pitchFamily="18" charset="0"/>
                            </a:rPr>
                          </m:ctrlPr>
                        </m:naryPr>
                        <m:sub/>
                        <m:sup/>
                        <m:e>
                          <m:sSub>
                            <m:sSubPr>
                              <m:ctrlPr>
                                <a:rPr lang="en-US" sz="2800" b="1" i="1" smtClean="0">
                                  <a:solidFill>
                                    <a:srgbClr val="000000"/>
                                  </a:solidFill>
                                  <a:latin typeface="Cambria Math" panose="02040503050406030204" pitchFamily="18" charset="0"/>
                                </a:rPr>
                              </m:ctrlPr>
                            </m:sSubPr>
                            <m:e>
                              <m:acc>
                                <m:accPr>
                                  <m:chr m:val="⃗"/>
                                  <m:ctrlPr>
                                    <a:rPr lang="en-US" sz="2800" b="1" i="1" smtClean="0">
                                      <a:solidFill>
                                        <a:srgbClr val="000000"/>
                                      </a:solidFill>
                                      <a:latin typeface="Cambria Math" panose="02040503050406030204" pitchFamily="18" charset="0"/>
                                    </a:rPr>
                                  </m:ctrlPr>
                                </m:accPr>
                                <m:e>
                                  <m:r>
                                    <a:rPr lang="en-US" sz="2800" b="1" i="1" smtClean="0">
                                      <a:solidFill>
                                        <a:srgbClr val="000000"/>
                                      </a:solidFill>
                                      <a:latin typeface="Cambria Math" panose="02040503050406030204" pitchFamily="18" charset="0"/>
                                    </a:rPr>
                                    <m:t>𝑭</m:t>
                                  </m:r>
                                </m:e>
                              </m:acc>
                            </m:e>
                            <m:sub>
                              <m:r>
                                <a:rPr lang="en-US" sz="2800" b="1" i="1" smtClean="0">
                                  <a:solidFill>
                                    <a:srgbClr val="000000"/>
                                  </a:solidFill>
                                  <a:latin typeface="Cambria Math" panose="02040503050406030204" pitchFamily="18" charset="0"/>
                                </a:rPr>
                                <m:t>𝒚</m:t>
                              </m:r>
                            </m:sub>
                          </m:sSub>
                        </m:e>
                      </m:nary>
                      <m:r>
                        <a:rPr lang="en-US" sz="2800" b="1" i="0">
                          <a:solidFill>
                            <a:srgbClr val="000000"/>
                          </a:solidFill>
                          <a:latin typeface="Cambria Math" panose="02040503050406030204" pitchFamily="18" charset="0"/>
                        </a:rPr>
                        <m:t>=</m:t>
                      </m:r>
                      <m:r>
                        <a:rPr lang="en-US" sz="2800" b="1" i="0" smtClean="0">
                          <a:solidFill>
                            <a:srgbClr val="000000"/>
                          </a:solidFill>
                          <a:latin typeface="Cambria Math" panose="02040503050406030204" pitchFamily="18" charset="0"/>
                        </a:rPr>
                        <m:t>𝐦</m:t>
                      </m:r>
                      <m:sSub>
                        <m:sSubPr>
                          <m:ctrlPr>
                            <a:rPr lang="en-US" sz="2800" b="1" i="1" smtClean="0">
                              <a:solidFill>
                                <a:srgbClr val="000000"/>
                              </a:solidFill>
                              <a:latin typeface="Cambria Math" panose="02040503050406030204" pitchFamily="18" charset="0"/>
                            </a:rPr>
                          </m:ctrlPr>
                        </m:sSubPr>
                        <m:e>
                          <m:acc>
                            <m:accPr>
                              <m:chr m:val="⃗"/>
                              <m:ctrlPr>
                                <a:rPr lang="en-US" sz="2800" b="1" i="1" smtClean="0">
                                  <a:solidFill>
                                    <a:srgbClr val="000000"/>
                                  </a:solidFill>
                                  <a:latin typeface="Cambria Math" panose="02040503050406030204" pitchFamily="18" charset="0"/>
                                </a:rPr>
                              </m:ctrlPr>
                            </m:accPr>
                            <m:e>
                              <m:r>
                                <a:rPr lang="en-US" sz="2800" b="1" i="1" smtClean="0">
                                  <a:solidFill>
                                    <a:srgbClr val="000000"/>
                                  </a:solidFill>
                                  <a:latin typeface="Cambria Math" panose="02040503050406030204" pitchFamily="18" charset="0"/>
                                </a:rPr>
                                <m:t>𝒂</m:t>
                              </m:r>
                            </m:e>
                          </m:acc>
                        </m:e>
                        <m:sub>
                          <m:r>
                            <a:rPr lang="en-US" sz="2800" b="1" i="1">
                              <a:solidFill>
                                <a:srgbClr val="000000"/>
                              </a:solidFill>
                              <a:latin typeface="Cambria Math" panose="02040503050406030204" pitchFamily="18" charset="0"/>
                            </a:rPr>
                            <m:t>𝒚</m:t>
                          </m:r>
                        </m:sub>
                      </m:sSub>
                    </m:oMath>
                  </m:oMathPara>
                </a14:m>
                <a:endParaRPr lang="en-US" sz="2800" b="1" dirty="0">
                  <a:solidFill>
                    <a:srgbClr val="000000"/>
                  </a:solidFill>
                  <a:latin typeface="Cambria Math" panose="02040503050406030204" pitchFamily="18" charset="0"/>
                </a:endParaRPr>
              </a:p>
              <a:p>
                <a:endParaRPr lang="en-US" sz="2800" dirty="0">
                  <a:solidFill>
                    <a:srgbClr val="000000"/>
                  </a:solidFill>
                  <a:latin typeface="Cambria Math" panose="02040503050406030204" pitchFamily="18" charset="0"/>
                </a:endParaRPr>
              </a:p>
              <a:p>
                <a:r>
                  <a:rPr lang="en-US" sz="2800" dirty="0">
                    <a:solidFill>
                      <a:srgbClr val="000000"/>
                    </a:solidFill>
                  </a:rPr>
                  <a:t>                                                                                            </a:t>
                </a:r>
                <a14:m>
                  <m:oMath xmlns:m="http://schemas.openxmlformats.org/officeDocument/2006/math">
                    <m:r>
                      <a:rPr lang="en-US" sz="2800" i="0" dirty="0">
                        <a:solidFill>
                          <a:srgbClr val="000000"/>
                        </a:solidFill>
                        <a:latin typeface="Cambria Math" panose="02040503050406030204" pitchFamily="18" charset="0"/>
                      </a:rPr>
                      <m:t> </m:t>
                    </m:r>
                  </m:oMath>
                </a14:m>
                <a:endParaRPr lang="en-US" sz="2800" dirty="0">
                  <a:solidFill>
                    <a:srgbClr val="000000"/>
                  </a:solidFill>
                  <a:latin typeface="+mj-lt"/>
                </a:endParaRPr>
              </a:p>
              <a:p>
                <a:endParaRPr lang="en-US" sz="2800" dirty="0">
                  <a:latin typeface="+mj-lt"/>
                </a:endParaRPr>
              </a:p>
              <a:p>
                <a:endParaRPr lang="en-US" sz="2800" dirty="0">
                  <a:solidFill>
                    <a:srgbClr val="000000"/>
                  </a:solidFill>
                </a:endParaRPr>
              </a:p>
              <a:p>
                <a:endParaRPr lang="en-US" sz="2800" dirty="0">
                  <a:latin typeface="+mj-lt"/>
                </a:endParaRPr>
              </a:p>
            </p:txBody>
          </p:sp>
        </mc:Choice>
        <mc:Fallback xmlns="">
          <p:sp>
            <p:nvSpPr>
              <p:cNvPr id="12" name="Object 39">
                <a:extLst>
                  <a:ext uri="{FF2B5EF4-FFF2-40B4-BE49-F238E27FC236}">
                    <a16:creationId xmlns:a16="http://schemas.microsoft.com/office/drawing/2014/main" id="{6F51DFAF-0F64-82BD-4ABF-1174D8DA40A5}"/>
                  </a:ext>
                </a:extLst>
              </p:cNvPr>
              <p:cNvSpPr txBox="1">
                <a:spLocks noRot="1" noChangeAspect="1" noMove="1" noResize="1" noEditPoints="1" noAdjustHandles="1" noChangeArrowheads="1" noChangeShapeType="1" noTextEdit="1"/>
              </p:cNvSpPr>
              <p:nvPr/>
            </p:nvSpPr>
            <p:spPr bwMode="auto">
              <a:xfrm>
                <a:off x="4195234" y="880456"/>
                <a:ext cx="2596334" cy="922176"/>
              </a:xfrm>
              <a:prstGeom prst="rect">
                <a:avLst/>
              </a:prstGeom>
              <a:blipFill>
                <a:blip r:embed="rId7"/>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Object 39">
                <a:extLst>
                  <a:ext uri="{FF2B5EF4-FFF2-40B4-BE49-F238E27FC236}">
                    <a16:creationId xmlns:a16="http://schemas.microsoft.com/office/drawing/2014/main" id="{CFA6C353-F0DB-6A73-EC8C-ECFDC5ADD472}"/>
                  </a:ext>
                </a:extLst>
              </p:cNvPr>
              <p:cNvSpPr txBox="1"/>
              <p:nvPr/>
            </p:nvSpPr>
            <p:spPr bwMode="auto">
              <a:xfrm>
                <a:off x="2538942" y="2966444"/>
                <a:ext cx="4932565" cy="3227078"/>
              </a:xfrm>
              <a:prstGeom prst="rect">
                <a:avLst/>
              </a:prstGeom>
              <a:noFill/>
              <a:ln>
                <a:noFill/>
              </a:ln>
            </p:spPr>
            <p:txBody>
              <a:bodyPr>
                <a:noAutofit/>
              </a:bodyPr>
              <a:lstStyle/>
              <a:p>
                <a:r>
                  <a:rPr lang="en-US" sz="2800" dirty="0">
                    <a:solidFill>
                      <a:srgbClr val="000000"/>
                    </a:solidFill>
                  </a:rPr>
                  <a:t>     </a:t>
                </a:r>
                <a14:m>
                  <m:oMath xmlns:m="http://schemas.openxmlformats.org/officeDocument/2006/math">
                    <m:r>
                      <m:rPr>
                        <m:sty m:val="p"/>
                      </m:rPr>
                      <a:rPr lang="en-US" sz="2800" b="0" i="0" dirty="0" smtClean="0">
                        <a:solidFill>
                          <a:srgbClr val="000000"/>
                        </a:solidFill>
                        <a:latin typeface="Cambria Math" panose="02040503050406030204" pitchFamily="18" charset="0"/>
                      </a:rPr>
                      <m:t>N</m:t>
                    </m:r>
                    <m:r>
                      <a:rPr lang="en-US" sz="2800" b="0" i="0" dirty="0" smtClean="0">
                        <a:solidFill>
                          <a:srgbClr val="000000"/>
                        </a:solidFill>
                        <a:latin typeface="Cambria Math" panose="02040503050406030204" pitchFamily="18" charset="0"/>
                      </a:rPr>
                      <m:t> </m:t>
                    </m:r>
                    <m:acc>
                      <m:accPr>
                        <m:chr m:val="̂"/>
                        <m:ctrlPr>
                          <a:rPr lang="en-US" sz="2800" i="0" dirty="0">
                            <a:solidFill>
                              <a:srgbClr val="000000"/>
                            </a:solidFill>
                            <a:latin typeface="Cambria Math" panose="02040503050406030204" pitchFamily="18" charset="0"/>
                          </a:rPr>
                        </m:ctrlPr>
                      </m:accPr>
                      <m:e>
                        <m:r>
                          <m:rPr>
                            <m:sty m:val="p"/>
                          </m:rPr>
                          <a:rPr lang="en-US" sz="2800" i="0" dirty="0">
                            <a:solidFill>
                              <a:srgbClr val="000000"/>
                            </a:solidFill>
                            <a:latin typeface="Cambria Math" panose="02040503050406030204" pitchFamily="18" charset="0"/>
                          </a:rPr>
                          <m:t>j</m:t>
                        </m:r>
                      </m:e>
                    </m:acc>
                    <m:r>
                      <a:rPr lang="en-US" sz="2800" i="0" dirty="0">
                        <a:solidFill>
                          <a:srgbClr val="000000"/>
                        </a:solidFill>
                        <a:latin typeface="Cambria Math" panose="02040503050406030204" pitchFamily="18" charset="0"/>
                      </a:rPr>
                      <m:t>−</m:t>
                    </m:r>
                    <m:r>
                      <m:rPr>
                        <m:sty m:val="p"/>
                      </m:rPr>
                      <a:rPr lang="en-US" sz="2800" i="0" dirty="0">
                        <a:solidFill>
                          <a:srgbClr val="000000"/>
                        </a:solidFill>
                        <a:latin typeface="Cambria Math" panose="02040503050406030204" pitchFamily="18" charset="0"/>
                      </a:rPr>
                      <m:t>F</m:t>
                    </m:r>
                    <m:r>
                      <a:rPr lang="en-US" sz="2800" b="0" i="0" dirty="0" smtClean="0">
                        <a:solidFill>
                          <a:srgbClr val="000000"/>
                        </a:solidFill>
                        <a:latin typeface="Cambria Math" panose="02040503050406030204" pitchFamily="18" charset="0"/>
                      </a:rPr>
                      <m:t> </m:t>
                    </m:r>
                    <m:acc>
                      <m:accPr>
                        <m:chr m:val="̂"/>
                        <m:ctrlPr>
                          <a:rPr lang="en-US" sz="2800" i="0" dirty="0">
                            <a:solidFill>
                              <a:srgbClr val="000000"/>
                            </a:solidFill>
                            <a:latin typeface="Cambria Math" panose="02040503050406030204" pitchFamily="18" charset="0"/>
                          </a:rPr>
                        </m:ctrlPr>
                      </m:accPr>
                      <m:e>
                        <m:r>
                          <m:rPr>
                            <m:sty m:val="p"/>
                          </m:rPr>
                          <a:rPr lang="en-US" sz="2800" i="0" dirty="0">
                            <a:solidFill>
                              <a:srgbClr val="000000"/>
                            </a:solidFill>
                            <a:latin typeface="Cambria Math" panose="02040503050406030204" pitchFamily="18" charset="0"/>
                          </a:rPr>
                          <m:t>j</m:t>
                        </m:r>
                      </m:e>
                    </m:acc>
                    <m:r>
                      <a:rPr lang="en-US" sz="2800" i="0" dirty="0">
                        <a:solidFill>
                          <a:srgbClr val="000000"/>
                        </a:solidFill>
                        <a:latin typeface="Cambria Math" panose="02040503050406030204" pitchFamily="18" charset="0"/>
                      </a:rPr>
                      <m:t>−</m:t>
                    </m:r>
                  </m:oMath>
                </a14:m>
                <a:r>
                  <a:rPr lang="en-US" sz="2800" dirty="0">
                    <a:solidFill>
                      <a:srgbClr val="000000"/>
                    </a:solidFill>
                  </a:rPr>
                  <a:t> </a:t>
                </a:r>
                <a14:m>
                  <m:oMath xmlns:m="http://schemas.openxmlformats.org/officeDocument/2006/math">
                    <m:sSub>
                      <m:sSubPr>
                        <m:ctrlPr>
                          <a:rPr lang="en-US" sz="2800" i="0" dirty="0">
                            <a:solidFill>
                              <a:srgbClr val="000000"/>
                            </a:solidFill>
                            <a:latin typeface="Cambria Math" panose="02040503050406030204" pitchFamily="18" charset="0"/>
                          </a:rPr>
                        </m:ctrlPr>
                      </m:sSubPr>
                      <m:e>
                        <m:r>
                          <m:rPr>
                            <m:sty m:val="p"/>
                          </m:rPr>
                          <a:rPr lang="en-US" sz="2800" i="0" dirty="0">
                            <a:solidFill>
                              <a:srgbClr val="000000"/>
                            </a:solidFill>
                            <a:latin typeface="Cambria Math" panose="02040503050406030204" pitchFamily="18" charset="0"/>
                          </a:rPr>
                          <m:t>F</m:t>
                        </m:r>
                      </m:e>
                      <m:sub>
                        <m:r>
                          <m:rPr>
                            <m:sty m:val="p"/>
                          </m:rPr>
                          <a:rPr lang="en-US" sz="2800" i="0" dirty="0">
                            <a:solidFill>
                              <a:srgbClr val="000000"/>
                            </a:solidFill>
                            <a:latin typeface="Cambria Math" panose="02040503050406030204" pitchFamily="18" charset="0"/>
                          </a:rPr>
                          <m:t>g</m:t>
                        </m:r>
                      </m:sub>
                    </m:sSub>
                    <m:r>
                      <a:rPr lang="en-US" sz="2800" b="0" i="0" dirty="0" smtClean="0">
                        <a:solidFill>
                          <a:srgbClr val="000000"/>
                        </a:solidFill>
                        <a:latin typeface="Cambria Math" panose="02040503050406030204" pitchFamily="18" charset="0"/>
                      </a:rPr>
                      <m:t> </m:t>
                    </m:r>
                    <m:acc>
                      <m:accPr>
                        <m:chr m:val="̂"/>
                        <m:ctrlPr>
                          <a:rPr lang="en-US" sz="2800" i="0" dirty="0">
                            <a:solidFill>
                              <a:srgbClr val="000000"/>
                            </a:solidFill>
                            <a:latin typeface="Cambria Math" panose="02040503050406030204" pitchFamily="18" charset="0"/>
                          </a:rPr>
                        </m:ctrlPr>
                      </m:accPr>
                      <m:e>
                        <m:r>
                          <m:rPr>
                            <m:sty m:val="p"/>
                          </m:rPr>
                          <a:rPr lang="en-US" sz="2800" i="0" dirty="0">
                            <a:solidFill>
                              <a:srgbClr val="000000"/>
                            </a:solidFill>
                            <a:latin typeface="Cambria Math" panose="02040503050406030204" pitchFamily="18" charset="0"/>
                          </a:rPr>
                          <m:t>j</m:t>
                        </m:r>
                      </m:e>
                    </m:acc>
                    <m:r>
                      <a:rPr lang="en-US" sz="2800" i="0" dirty="0">
                        <a:solidFill>
                          <a:srgbClr val="000000"/>
                        </a:solidFill>
                        <a:latin typeface="Cambria Math" panose="02040503050406030204" pitchFamily="18" charset="0"/>
                      </a:rPr>
                      <m:t>=0</m:t>
                    </m:r>
                  </m:oMath>
                </a14:m>
                <a:endParaRPr lang="en-US" sz="2800" dirty="0">
                  <a:solidFill>
                    <a:srgbClr val="000000"/>
                  </a:solidFill>
                </a:endParaRPr>
              </a:p>
              <a:p>
                <a:endParaRPr lang="en-US" sz="2800" dirty="0">
                  <a:solidFill>
                    <a:srgbClr val="000000"/>
                  </a:solidFill>
                  <a:latin typeface="Cambria Math" panose="02040503050406030204" pitchFamily="18" charset="0"/>
                </a:endParaRPr>
              </a:p>
              <a:p>
                <a:r>
                  <a:rPr lang="en-US" sz="2800" dirty="0">
                    <a:solidFill>
                      <a:srgbClr val="000000"/>
                    </a:solidFill>
                    <a:latin typeface="Cambria Math" panose="02040503050406030204" pitchFamily="18" charset="0"/>
                  </a:rPr>
                  <a:t>   N</a:t>
                </a:r>
                <a14:m>
                  <m:oMath xmlns:m="http://schemas.openxmlformats.org/officeDocument/2006/math">
                    <m:acc>
                      <m:accPr>
                        <m:chr m:val="̂"/>
                        <m:ctrlPr>
                          <a:rPr lang="en-US" sz="2800" b="0" i="0" dirty="0" smtClean="0">
                            <a:solidFill>
                              <a:srgbClr val="000000"/>
                            </a:solidFill>
                            <a:latin typeface="Cambria Math" panose="02040503050406030204" pitchFamily="18" charset="0"/>
                          </a:rPr>
                        </m:ctrlPr>
                      </m:accPr>
                      <m:e>
                        <m:r>
                          <a:rPr lang="en-US" sz="2800" b="0" i="0" dirty="0" smtClean="0">
                            <a:solidFill>
                              <a:srgbClr val="000000"/>
                            </a:solidFill>
                            <a:latin typeface="Cambria Math" panose="02040503050406030204" pitchFamily="18" charset="0"/>
                          </a:rPr>
                          <m:t> </m:t>
                        </m:r>
                        <m:r>
                          <m:rPr>
                            <m:sty m:val="p"/>
                          </m:rPr>
                          <a:rPr lang="en-US" sz="2800" i="0" dirty="0">
                            <a:solidFill>
                              <a:srgbClr val="000000"/>
                            </a:solidFill>
                            <a:latin typeface="Cambria Math" panose="02040503050406030204" pitchFamily="18" charset="0"/>
                          </a:rPr>
                          <m:t>j</m:t>
                        </m:r>
                      </m:e>
                    </m:acc>
                    <m:r>
                      <a:rPr lang="en-US" sz="2800" i="0" dirty="0">
                        <a:solidFill>
                          <a:srgbClr val="000000"/>
                        </a:solidFill>
                        <a:latin typeface="Cambria Math" panose="02040503050406030204" pitchFamily="18" charset="0"/>
                      </a:rPr>
                      <m:t>−</m:t>
                    </m:r>
                    <m:r>
                      <m:rPr>
                        <m:sty m:val="p"/>
                      </m:rPr>
                      <a:rPr lang="en-US" sz="2800" i="0" dirty="0">
                        <a:solidFill>
                          <a:srgbClr val="000000"/>
                        </a:solidFill>
                        <a:latin typeface="Cambria Math" panose="02040503050406030204" pitchFamily="18" charset="0"/>
                      </a:rPr>
                      <m:t>F</m:t>
                    </m:r>
                    <m:r>
                      <a:rPr lang="en-US" sz="2800" b="0" i="0" dirty="0" smtClean="0">
                        <a:solidFill>
                          <a:srgbClr val="000000"/>
                        </a:solidFill>
                        <a:latin typeface="Cambria Math" panose="02040503050406030204" pitchFamily="18" charset="0"/>
                      </a:rPr>
                      <m:t> </m:t>
                    </m:r>
                    <m:acc>
                      <m:accPr>
                        <m:chr m:val="̂"/>
                        <m:ctrlPr>
                          <a:rPr lang="en-US" sz="2800" i="0" dirty="0">
                            <a:solidFill>
                              <a:srgbClr val="000000"/>
                            </a:solidFill>
                            <a:latin typeface="Cambria Math" panose="02040503050406030204" pitchFamily="18" charset="0"/>
                          </a:rPr>
                        </m:ctrlPr>
                      </m:accPr>
                      <m:e>
                        <m:r>
                          <m:rPr>
                            <m:sty m:val="p"/>
                          </m:rPr>
                          <a:rPr lang="en-US" sz="2800" i="0" dirty="0">
                            <a:solidFill>
                              <a:srgbClr val="000000"/>
                            </a:solidFill>
                            <a:latin typeface="Cambria Math" panose="02040503050406030204" pitchFamily="18" charset="0"/>
                          </a:rPr>
                          <m:t>j</m:t>
                        </m:r>
                      </m:e>
                    </m:acc>
                    <m:r>
                      <a:rPr lang="en-US" sz="2800" i="0" dirty="0">
                        <a:solidFill>
                          <a:srgbClr val="000000"/>
                        </a:solidFill>
                        <a:latin typeface="Cambria Math" panose="02040503050406030204" pitchFamily="18" charset="0"/>
                      </a:rPr>
                      <m:t>−</m:t>
                    </m:r>
                    <m:r>
                      <m:rPr>
                        <m:sty m:val="p"/>
                      </m:rPr>
                      <a:rPr lang="en-US" sz="2800" i="0" dirty="0">
                        <a:solidFill>
                          <a:srgbClr val="000000"/>
                        </a:solidFill>
                        <a:latin typeface="Cambria Math" panose="02040503050406030204" pitchFamily="18" charset="0"/>
                      </a:rPr>
                      <m:t>mg</m:t>
                    </m:r>
                    <m:r>
                      <a:rPr lang="en-US" sz="2800" b="0" i="0" dirty="0" smtClean="0">
                        <a:solidFill>
                          <a:srgbClr val="000000"/>
                        </a:solidFill>
                        <a:latin typeface="Cambria Math" panose="02040503050406030204" pitchFamily="18" charset="0"/>
                      </a:rPr>
                      <m:t> </m:t>
                    </m:r>
                    <m:acc>
                      <m:accPr>
                        <m:chr m:val="̂"/>
                        <m:ctrlPr>
                          <a:rPr lang="en-US" sz="2800" i="0" dirty="0">
                            <a:solidFill>
                              <a:srgbClr val="000000"/>
                            </a:solidFill>
                            <a:latin typeface="Cambria Math" panose="02040503050406030204" pitchFamily="18" charset="0"/>
                          </a:rPr>
                        </m:ctrlPr>
                      </m:accPr>
                      <m:e>
                        <m:r>
                          <m:rPr>
                            <m:sty m:val="p"/>
                          </m:rPr>
                          <a:rPr lang="en-US" sz="2800" i="0" dirty="0">
                            <a:solidFill>
                              <a:srgbClr val="000000"/>
                            </a:solidFill>
                            <a:latin typeface="Cambria Math" panose="02040503050406030204" pitchFamily="18" charset="0"/>
                          </a:rPr>
                          <m:t>j</m:t>
                        </m:r>
                      </m:e>
                    </m:acc>
                    <m:r>
                      <a:rPr lang="en-US" sz="2800" i="0" dirty="0">
                        <a:solidFill>
                          <a:srgbClr val="000000"/>
                        </a:solidFill>
                        <a:latin typeface="Cambria Math" panose="02040503050406030204" pitchFamily="18" charset="0"/>
                      </a:rPr>
                      <m:t>=0</m:t>
                    </m:r>
                  </m:oMath>
                </a14:m>
                <a:endParaRPr lang="en-US" sz="2800" dirty="0">
                  <a:solidFill>
                    <a:srgbClr val="000000"/>
                  </a:solidFill>
                  <a:latin typeface="Cambria Math" panose="02040503050406030204" pitchFamily="18" charset="0"/>
                </a:endParaRPr>
              </a:p>
              <a:p>
                <a:endParaRPr lang="en-US" sz="2800" dirty="0">
                  <a:solidFill>
                    <a:srgbClr val="000000"/>
                  </a:solidFill>
                  <a:latin typeface="Cambria Math" panose="02040503050406030204" pitchFamily="18" charset="0"/>
                </a:endParaRPr>
              </a:p>
              <a:p>
                <a:r>
                  <a:rPr lang="en-US" sz="2800" dirty="0">
                    <a:solidFill>
                      <a:srgbClr val="000000"/>
                    </a:solidFill>
                  </a:rPr>
                  <a:t> </a:t>
                </a:r>
                <a14:m>
                  <m:oMath xmlns:m="http://schemas.openxmlformats.org/officeDocument/2006/math">
                    <m:r>
                      <m:rPr>
                        <m:sty m:val="p"/>
                      </m:rPr>
                      <a:rPr lang="en-US" sz="2800" b="0" i="0" dirty="0" smtClean="0">
                        <a:solidFill>
                          <a:srgbClr val="000000"/>
                        </a:solidFill>
                        <a:latin typeface="Cambria Math" panose="02040503050406030204" pitchFamily="18" charset="0"/>
                      </a:rPr>
                      <m:t>N</m:t>
                    </m:r>
                    <m:r>
                      <a:rPr lang="en-US" sz="2800" b="0" i="0" dirty="0" smtClean="0">
                        <a:solidFill>
                          <a:srgbClr val="000000"/>
                        </a:solidFill>
                        <a:latin typeface="Cambria Math" panose="02040503050406030204" pitchFamily="18" charset="0"/>
                      </a:rPr>
                      <m:t> </m:t>
                    </m:r>
                    <m:acc>
                      <m:accPr>
                        <m:chr m:val="̂"/>
                        <m:ctrlPr>
                          <a:rPr lang="en-US" sz="2800" i="0" dirty="0">
                            <a:solidFill>
                              <a:srgbClr val="000000"/>
                            </a:solidFill>
                            <a:latin typeface="Cambria Math" panose="02040503050406030204" pitchFamily="18" charset="0"/>
                          </a:rPr>
                        </m:ctrlPr>
                      </m:accPr>
                      <m:e>
                        <m:r>
                          <m:rPr>
                            <m:sty m:val="p"/>
                          </m:rPr>
                          <a:rPr lang="en-US" sz="2800" i="0" dirty="0">
                            <a:solidFill>
                              <a:srgbClr val="000000"/>
                            </a:solidFill>
                            <a:latin typeface="Cambria Math" panose="02040503050406030204" pitchFamily="18" charset="0"/>
                          </a:rPr>
                          <m:t>j</m:t>
                        </m:r>
                      </m:e>
                    </m:acc>
                    <m:r>
                      <a:rPr lang="en-US" sz="2800" i="0" dirty="0">
                        <a:solidFill>
                          <a:srgbClr val="000000"/>
                        </a:solidFill>
                        <a:latin typeface="Cambria Math" panose="02040503050406030204" pitchFamily="18" charset="0"/>
                      </a:rPr>
                      <m:t>−</m:t>
                    </m:r>
                    <m:d>
                      <m:dPr>
                        <m:ctrlPr>
                          <a:rPr lang="en-US" sz="2800" i="0" dirty="0">
                            <a:solidFill>
                              <a:srgbClr val="000000"/>
                            </a:solidFill>
                            <a:latin typeface="Cambria Math" panose="02040503050406030204" pitchFamily="18" charset="0"/>
                          </a:rPr>
                        </m:ctrlPr>
                      </m:dPr>
                      <m:e>
                        <m:r>
                          <m:rPr>
                            <m:sty m:val="p"/>
                          </m:rPr>
                          <a:rPr lang="en-US" sz="2800" i="0" dirty="0">
                            <a:solidFill>
                              <a:srgbClr val="000000"/>
                            </a:solidFill>
                            <a:latin typeface="Cambria Math" panose="02040503050406030204" pitchFamily="18" charset="0"/>
                          </a:rPr>
                          <m:t>F</m:t>
                        </m:r>
                        <m:r>
                          <a:rPr lang="en-US" sz="2800" i="0" dirty="0">
                            <a:solidFill>
                              <a:srgbClr val="000000"/>
                            </a:solidFill>
                            <a:latin typeface="Cambria Math" panose="02040503050406030204" pitchFamily="18" charset="0"/>
                          </a:rPr>
                          <m:t>+</m:t>
                        </m:r>
                        <m:r>
                          <m:rPr>
                            <m:sty m:val="p"/>
                          </m:rPr>
                          <a:rPr lang="en-US" sz="2800" i="0" dirty="0">
                            <a:solidFill>
                              <a:srgbClr val="000000"/>
                            </a:solidFill>
                            <a:latin typeface="Cambria Math" panose="02040503050406030204" pitchFamily="18" charset="0"/>
                          </a:rPr>
                          <m:t>mg</m:t>
                        </m:r>
                      </m:e>
                    </m:d>
                    <m:r>
                      <a:rPr lang="en-US" sz="2800" b="0" i="0" dirty="0" smtClean="0">
                        <a:solidFill>
                          <a:srgbClr val="000000"/>
                        </a:solidFill>
                        <a:latin typeface="Cambria Math" panose="02040503050406030204" pitchFamily="18" charset="0"/>
                      </a:rPr>
                      <m:t> </m:t>
                    </m:r>
                    <m:acc>
                      <m:accPr>
                        <m:chr m:val="̂"/>
                        <m:ctrlPr>
                          <a:rPr lang="en-US" sz="2800" i="0" dirty="0">
                            <a:solidFill>
                              <a:srgbClr val="000000"/>
                            </a:solidFill>
                            <a:latin typeface="Cambria Math" panose="02040503050406030204" pitchFamily="18" charset="0"/>
                          </a:rPr>
                        </m:ctrlPr>
                      </m:accPr>
                      <m:e>
                        <m:r>
                          <m:rPr>
                            <m:sty m:val="p"/>
                          </m:rPr>
                          <a:rPr lang="en-US" sz="2800" i="0" dirty="0">
                            <a:solidFill>
                              <a:srgbClr val="000000"/>
                            </a:solidFill>
                            <a:latin typeface="Cambria Math" panose="02040503050406030204" pitchFamily="18" charset="0"/>
                          </a:rPr>
                          <m:t>j</m:t>
                        </m:r>
                      </m:e>
                    </m:acc>
                    <m:r>
                      <a:rPr lang="en-US" sz="2800" i="0" dirty="0">
                        <a:solidFill>
                          <a:srgbClr val="000000"/>
                        </a:solidFill>
                        <a:latin typeface="Cambria Math" panose="02040503050406030204" pitchFamily="18" charset="0"/>
                      </a:rPr>
                      <m:t>=0</m:t>
                    </m:r>
                  </m:oMath>
                </a14:m>
                <a:endParaRPr lang="en-US" sz="2800" dirty="0">
                  <a:solidFill>
                    <a:srgbClr val="000000"/>
                  </a:solidFill>
                </a:endParaRPr>
              </a:p>
              <a:p>
                <a:endParaRPr lang="en-US" sz="2800" dirty="0">
                  <a:solidFill>
                    <a:srgbClr val="000000"/>
                  </a:solidFill>
                </a:endParaRPr>
              </a:p>
              <a:p>
                <a:r>
                  <a:rPr lang="en-US" sz="2800" dirty="0">
                    <a:solidFill>
                      <a:srgbClr val="000000"/>
                    </a:solidFill>
                  </a:rPr>
                  <a:t>                              </a:t>
                </a:r>
                <a14:m>
                  <m:oMath xmlns:m="http://schemas.openxmlformats.org/officeDocument/2006/math">
                    <m:r>
                      <m:rPr>
                        <m:sty m:val="p"/>
                      </m:rPr>
                      <a:rPr lang="en-US" sz="2800" dirty="0">
                        <a:solidFill>
                          <a:srgbClr val="000000"/>
                        </a:solidFill>
                        <a:latin typeface="Cambria Math" panose="02040503050406030204" pitchFamily="18" charset="0"/>
                      </a:rPr>
                      <m:t>N</m:t>
                    </m:r>
                    <m:r>
                      <a:rPr lang="en-US" sz="2800" dirty="0">
                        <a:solidFill>
                          <a:srgbClr val="000000"/>
                        </a:solidFill>
                        <a:latin typeface="Cambria Math" panose="02040503050406030204" pitchFamily="18" charset="0"/>
                      </a:rPr>
                      <m:t> =</m:t>
                    </m:r>
                    <m:d>
                      <m:dPr>
                        <m:ctrlPr>
                          <a:rPr lang="en-US" sz="2800" dirty="0">
                            <a:solidFill>
                              <a:srgbClr val="000000"/>
                            </a:solidFill>
                            <a:latin typeface="Cambria Math" panose="02040503050406030204" pitchFamily="18" charset="0"/>
                          </a:rPr>
                        </m:ctrlPr>
                      </m:dPr>
                      <m:e>
                        <m:r>
                          <m:rPr>
                            <m:sty m:val="p"/>
                          </m:rPr>
                          <a:rPr lang="en-US" sz="2800" dirty="0">
                            <a:solidFill>
                              <a:srgbClr val="000000"/>
                            </a:solidFill>
                            <a:latin typeface="Cambria Math" panose="02040503050406030204" pitchFamily="18" charset="0"/>
                          </a:rPr>
                          <m:t>F</m:t>
                        </m:r>
                        <m:r>
                          <a:rPr lang="en-US" sz="2800" dirty="0">
                            <a:solidFill>
                              <a:srgbClr val="000000"/>
                            </a:solidFill>
                            <a:latin typeface="Cambria Math" panose="02040503050406030204" pitchFamily="18" charset="0"/>
                          </a:rPr>
                          <m:t>+</m:t>
                        </m:r>
                        <m:r>
                          <m:rPr>
                            <m:sty m:val="p"/>
                          </m:rPr>
                          <a:rPr lang="en-US" sz="2800" dirty="0">
                            <a:solidFill>
                              <a:srgbClr val="000000"/>
                            </a:solidFill>
                            <a:latin typeface="Cambria Math" panose="02040503050406030204" pitchFamily="18" charset="0"/>
                          </a:rPr>
                          <m:t>mg</m:t>
                        </m:r>
                      </m:e>
                    </m:d>
                  </m:oMath>
                </a14:m>
                <a:endParaRPr lang="en-US" sz="2800" dirty="0">
                  <a:solidFill>
                    <a:srgbClr val="000000"/>
                  </a:solidFill>
                </a:endParaRPr>
              </a:p>
              <a:p>
                <a:endParaRPr lang="en-US" sz="2800" dirty="0">
                  <a:solidFill>
                    <a:srgbClr val="000000"/>
                  </a:solidFill>
                </a:endParaRPr>
              </a:p>
              <a:p>
                <a:endParaRPr lang="en-US" sz="2800" dirty="0">
                  <a:solidFill>
                    <a:srgbClr val="000000"/>
                  </a:solidFill>
                </a:endParaRPr>
              </a:p>
              <a:p>
                <a:r>
                  <a:rPr lang="en-US" sz="2800" dirty="0">
                    <a:solidFill>
                      <a:srgbClr val="000000"/>
                    </a:solidFill>
                  </a:rPr>
                  <a:t>                             </a:t>
                </a:r>
                <a:endParaRPr lang="en-US" sz="2800" dirty="0">
                  <a:solidFill>
                    <a:srgbClr val="000000"/>
                  </a:solidFill>
                  <a:latin typeface="Cambria Math" panose="02040503050406030204" pitchFamily="18" charset="0"/>
                </a:endParaRPr>
              </a:p>
              <a:p>
                <a:r>
                  <a:rPr lang="en-US" sz="2800" dirty="0">
                    <a:solidFill>
                      <a:srgbClr val="000000"/>
                    </a:solidFill>
                  </a:rPr>
                  <a:t>                                                                                     </a:t>
                </a:r>
              </a:p>
              <a:p>
                <a:endParaRPr lang="en-US" sz="2800" dirty="0">
                  <a:latin typeface="+mj-lt"/>
                </a:endParaRPr>
              </a:p>
            </p:txBody>
          </p:sp>
        </mc:Choice>
        <mc:Fallback xmlns="">
          <p:sp>
            <p:nvSpPr>
              <p:cNvPr id="13" name="Object 39">
                <a:extLst>
                  <a:ext uri="{FF2B5EF4-FFF2-40B4-BE49-F238E27FC236}">
                    <a16:creationId xmlns:a16="http://schemas.microsoft.com/office/drawing/2014/main" id="{CFA6C353-F0DB-6A73-EC8C-ECFDC5ADD472}"/>
                  </a:ext>
                </a:extLst>
              </p:cNvPr>
              <p:cNvSpPr txBox="1">
                <a:spLocks noRot="1" noChangeAspect="1" noMove="1" noResize="1" noEditPoints="1" noAdjustHandles="1" noChangeArrowheads="1" noChangeShapeType="1" noTextEdit="1"/>
              </p:cNvSpPr>
              <p:nvPr/>
            </p:nvSpPr>
            <p:spPr bwMode="auto">
              <a:xfrm>
                <a:off x="2538942" y="2966444"/>
                <a:ext cx="4932565" cy="3227078"/>
              </a:xfrm>
              <a:prstGeom prst="rect">
                <a:avLst/>
              </a:prstGeom>
              <a:blipFill>
                <a:blip r:embed="rId8"/>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Object 39">
                <a:extLst>
                  <a:ext uri="{FF2B5EF4-FFF2-40B4-BE49-F238E27FC236}">
                    <a16:creationId xmlns:a16="http://schemas.microsoft.com/office/drawing/2014/main" id="{EF087A9F-6898-91C2-36A0-76594E962FD6}"/>
                  </a:ext>
                </a:extLst>
              </p:cNvPr>
              <p:cNvSpPr txBox="1"/>
              <p:nvPr/>
            </p:nvSpPr>
            <p:spPr bwMode="auto">
              <a:xfrm>
                <a:off x="4191332" y="2041036"/>
                <a:ext cx="6832273" cy="757130"/>
              </a:xfrm>
              <a:prstGeom prst="rect">
                <a:avLst/>
              </a:prstGeom>
              <a:noFill/>
              <a:ln>
                <a:noFill/>
              </a:ln>
            </p:spPr>
            <p:txBody>
              <a:bodyPr>
                <a:noAutofit/>
              </a:bodyPr>
              <a:lstStyle/>
              <a:p>
                <a:pPr marL="228600" indent="-228600">
                  <a:buFont typeface="Arial" panose="020B0604020202020204" pitchFamily="34" charset="0"/>
                  <a:buChar char="•"/>
                </a:pPr>
                <a14:m>
                  <m:oMath xmlns:m="http://schemas.openxmlformats.org/officeDocument/2006/math">
                    <m:nary>
                      <m:naryPr>
                        <m:chr m:val="∑"/>
                        <m:subHide m:val="on"/>
                        <m:supHide m:val="on"/>
                        <m:ctrlPr>
                          <a:rPr lang="en-US" sz="2800" i="1" smtClean="0">
                            <a:solidFill>
                              <a:srgbClr val="000000"/>
                            </a:solidFill>
                            <a:latin typeface="Cambria Math" panose="02040503050406030204" pitchFamily="18" charset="0"/>
                          </a:rPr>
                        </m:ctrlPr>
                      </m:naryPr>
                      <m:sub/>
                      <m:sup/>
                      <m:e>
                        <m:sSub>
                          <m:sSubPr>
                            <m:ctrlPr>
                              <a:rPr lang="en-US" sz="2800" b="0" i="1" smtClean="0">
                                <a:solidFill>
                                  <a:srgbClr val="000000"/>
                                </a:solidFill>
                                <a:latin typeface="Cambria Math" panose="02040503050406030204" pitchFamily="18" charset="0"/>
                              </a:rPr>
                            </m:ctrlPr>
                          </m:sSubPr>
                          <m:e>
                            <m:acc>
                              <m:accPr>
                                <m:chr m:val="⃗"/>
                                <m:ctrlPr>
                                  <a:rPr lang="en-US" sz="2800" b="0" i="1" smtClean="0">
                                    <a:solidFill>
                                      <a:srgbClr val="000000"/>
                                    </a:solidFill>
                                    <a:latin typeface="Cambria Math" panose="02040503050406030204" pitchFamily="18" charset="0"/>
                                  </a:rPr>
                                </m:ctrlPr>
                              </m:accPr>
                              <m:e>
                                <m:r>
                                  <m:rPr>
                                    <m:sty m:val="p"/>
                                  </m:rPr>
                                  <a:rPr lang="en-US" sz="2800" b="0" i="1" smtClean="0">
                                    <a:solidFill>
                                      <a:srgbClr val="000000"/>
                                    </a:solidFill>
                                    <a:latin typeface="Cambria Math" panose="02040503050406030204" pitchFamily="18" charset="0"/>
                                  </a:rPr>
                                  <m:t>F</m:t>
                                </m:r>
                              </m:e>
                            </m:acc>
                          </m:e>
                          <m:sub>
                            <m:r>
                              <m:rPr>
                                <m:sty m:val="p"/>
                              </m:rPr>
                              <a:rPr lang="en-US" sz="2800" b="0" i="1" smtClean="0">
                                <a:solidFill>
                                  <a:srgbClr val="000000"/>
                                </a:solidFill>
                                <a:latin typeface="Cambria Math" panose="02040503050406030204" pitchFamily="18" charset="0"/>
                              </a:rPr>
                              <m:t>y</m:t>
                            </m:r>
                          </m:sub>
                        </m:sSub>
                      </m:e>
                    </m:nary>
                    <m:r>
                      <a:rPr lang="en-US" sz="2800" b="0" i="0" smtClean="0">
                        <a:solidFill>
                          <a:srgbClr val="000000"/>
                        </a:solidFill>
                        <a:latin typeface="Cambria Math" panose="02040503050406030204" pitchFamily="18" charset="0"/>
                      </a:rPr>
                      <m:t>=0 </m:t>
                    </m:r>
                    <m:r>
                      <a:rPr lang="en-US" sz="2800" i="0">
                        <a:solidFill>
                          <a:srgbClr val="000000"/>
                        </a:solidFill>
                        <a:latin typeface="Cambria Math" panose="02040503050406030204" pitchFamily="18" charset="0"/>
                      </a:rPr>
                      <m:t>(</m:t>
                    </m:r>
                    <m:r>
                      <m:rPr>
                        <m:sty m:val="p"/>
                      </m:rPr>
                      <a:rPr lang="en-US" sz="2800" i="0">
                        <a:solidFill>
                          <a:srgbClr val="000000"/>
                        </a:solidFill>
                        <a:latin typeface="Cambria Math" panose="02040503050406030204" pitchFamily="18" charset="0"/>
                      </a:rPr>
                      <m:t>rest</m:t>
                    </m:r>
                    <m:r>
                      <a:rPr lang="en-US" sz="2800" b="0" i="0" smtClean="0">
                        <a:solidFill>
                          <a:srgbClr val="000000"/>
                        </a:solidFill>
                        <a:latin typeface="Cambria Math" panose="02040503050406030204" pitchFamily="18" charset="0"/>
                      </a:rPr>
                      <m:t> </m:t>
                    </m:r>
                    <m:r>
                      <m:rPr>
                        <m:sty m:val="p"/>
                      </m:rPr>
                      <a:rPr lang="en-US" sz="2800" b="0" i="0" smtClean="0">
                        <a:solidFill>
                          <a:srgbClr val="000000"/>
                        </a:solidFill>
                        <a:latin typeface="Cambria Math" panose="02040503050406030204" pitchFamily="18" charset="0"/>
                      </a:rPr>
                      <m:t>or</m:t>
                    </m:r>
                    <m:r>
                      <m:rPr>
                        <m:nor/>
                      </m:rPr>
                      <a:rPr lang="en-US" sz="2800" b="1" i="0" smtClean="0">
                        <a:solidFill>
                          <a:srgbClr val="000000"/>
                        </a:solidFill>
                        <a:latin typeface="Cambria Math" panose="02040503050406030204" pitchFamily="18" charset="0"/>
                      </a:rPr>
                      <m:t> </m:t>
                    </m:r>
                    <m:r>
                      <m:rPr>
                        <m:nor/>
                      </m:rPr>
                      <a:rPr lang="en-US" sz="2800" b="1" i="0"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m:t>equilibrium</m:t>
                    </m:r>
                    <m:r>
                      <a:rPr lang="en-US" sz="2800" i="0">
                        <a:solidFill>
                          <a:srgbClr val="000000"/>
                        </a:solidFill>
                        <a:latin typeface="Cambria Math" panose="02040503050406030204" pitchFamily="18" charset="0"/>
                      </a:rPr>
                      <m:t>)</m:t>
                    </m:r>
                  </m:oMath>
                </a14:m>
                <a:endParaRPr lang="en-US" sz="2800" dirty="0">
                  <a:solidFill>
                    <a:srgbClr val="000000"/>
                  </a:solidFill>
                  <a:latin typeface="Cambria Math" panose="02040503050406030204" pitchFamily="18" charset="0"/>
                </a:endParaRPr>
              </a:p>
              <a:p>
                <a:r>
                  <a:rPr lang="en-US" sz="2800" dirty="0">
                    <a:solidFill>
                      <a:srgbClr val="000000"/>
                    </a:solidFill>
                  </a:rPr>
                  <a:t>                                     </a:t>
                </a:r>
                <a:endParaRPr lang="en-US" sz="2800" dirty="0">
                  <a:latin typeface="+mj-lt"/>
                </a:endParaRPr>
              </a:p>
              <a:p>
                <a:endParaRPr lang="en-US" sz="2800" dirty="0">
                  <a:latin typeface="+mj-lt"/>
                </a:endParaRPr>
              </a:p>
            </p:txBody>
          </p:sp>
        </mc:Choice>
        <mc:Fallback xmlns="">
          <p:sp>
            <p:nvSpPr>
              <p:cNvPr id="2" name="Object 39">
                <a:extLst>
                  <a:ext uri="{FF2B5EF4-FFF2-40B4-BE49-F238E27FC236}">
                    <a16:creationId xmlns:a16="http://schemas.microsoft.com/office/drawing/2014/main" id="{EF087A9F-6898-91C2-36A0-76594E962FD6}"/>
                  </a:ext>
                </a:extLst>
              </p:cNvPr>
              <p:cNvSpPr txBox="1">
                <a:spLocks noRot="1" noChangeAspect="1" noMove="1" noResize="1" noEditPoints="1" noAdjustHandles="1" noChangeArrowheads="1" noChangeShapeType="1" noTextEdit="1"/>
              </p:cNvSpPr>
              <p:nvPr/>
            </p:nvSpPr>
            <p:spPr bwMode="auto">
              <a:xfrm>
                <a:off x="4191332" y="2041036"/>
                <a:ext cx="6832273" cy="757130"/>
              </a:xfrm>
              <a:prstGeom prst="rect">
                <a:avLst/>
              </a:prstGeom>
              <a:blipFill>
                <a:blip r:embed="rId9"/>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D78F152-5C87-87D1-8D80-CB6F8EA6B5FC}"/>
                  </a:ext>
                </a:extLst>
              </p:cNvPr>
              <p:cNvSpPr txBox="1"/>
              <p:nvPr/>
            </p:nvSpPr>
            <p:spPr>
              <a:xfrm>
                <a:off x="6705603" y="-80331"/>
                <a:ext cx="507996" cy="851643"/>
              </a:xfrm>
              <a:prstGeom prst="rect">
                <a:avLst/>
              </a:prstGeom>
              <a:noFill/>
            </p:spPr>
            <p:txBody>
              <a:bodyPr wrap="square">
                <a:spAutoFit/>
              </a:bodyPr>
              <a:lstStyle/>
              <a:p>
                <a:pPr/>
                <a14:m>
                  <m:oMathPara xmlns:m="http://schemas.openxmlformats.org/officeDocument/2006/math">
                    <m:oMathParaPr>
                      <m:jc m:val="left"/>
                    </m:oMathParaPr>
                    <m:oMath>
                      <m:acc>
                        <m:accPr>
                          <m:chr m:val="⃗"/>
                          <m:ctrlPr>
                            <a:rPr lang="en-US" sz="4400" b="1" i="0" dirty="0" smtClean="0">
                              <a:solidFill>
                                <a:srgbClr val="0000FF"/>
                              </a:solidFill>
                              <a:latin typeface="Cambria Math" panose="02040503050406030204" pitchFamily="18" charset="0"/>
                              <a:ea typeface="STKaiti" panose="020B0503020204020204" pitchFamily="2" charset="-122"/>
                              <a:cs typeface="Times New Roman" panose="02020603050405020304" pitchFamily="18" charset="0"/>
                            </a:rPr>
                          </m:ctrlPr>
                        </m:accPr>
                        <m:e>
                          <m:r>
                            <a:rPr lang="en-US" sz="4400" b="1" i="0" dirty="0" smtClean="0">
                              <a:solidFill>
                                <a:srgbClr val="0000FF"/>
                              </a:solidFill>
                              <a:latin typeface="Cambria Math" panose="02040503050406030204" pitchFamily="18" charset="0"/>
                              <a:ea typeface="STKaiti" panose="020B0503020204020204" pitchFamily="2" charset="-122"/>
                              <a:cs typeface="Times New Roman" panose="02020603050405020304" pitchFamily="18" charset="0"/>
                            </a:rPr>
                            <m:t>𝐍</m:t>
                          </m:r>
                        </m:e>
                      </m:acc>
                    </m:oMath>
                  </m:oMathPara>
                </a14:m>
                <a:endParaRPr lang="en-US" sz="4400" dirty="0"/>
              </a:p>
            </p:txBody>
          </p:sp>
        </mc:Choice>
        <mc:Fallback xmlns="">
          <p:sp>
            <p:nvSpPr>
              <p:cNvPr id="5" name="TextBox 4">
                <a:extLst>
                  <a:ext uri="{FF2B5EF4-FFF2-40B4-BE49-F238E27FC236}">
                    <a16:creationId xmlns:a16="http://schemas.microsoft.com/office/drawing/2014/main" id="{9D78F152-5C87-87D1-8D80-CB6F8EA6B5FC}"/>
                  </a:ext>
                </a:extLst>
              </p:cNvPr>
              <p:cNvSpPr txBox="1">
                <a:spLocks noRot="1" noChangeAspect="1" noMove="1" noResize="1" noEditPoints="1" noAdjustHandles="1" noChangeArrowheads="1" noChangeShapeType="1" noTextEdit="1"/>
              </p:cNvSpPr>
              <p:nvPr/>
            </p:nvSpPr>
            <p:spPr>
              <a:xfrm>
                <a:off x="6705603" y="-80331"/>
                <a:ext cx="507996" cy="851643"/>
              </a:xfrm>
              <a:prstGeom prst="rect">
                <a:avLst/>
              </a:prstGeom>
              <a:blipFill>
                <a:blip r:embed="rId10"/>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186177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2"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57AA23CD-09E5-57B1-13F8-EE082D61BD6B}"/>
              </a:ext>
            </a:extLst>
          </p:cNvPr>
          <p:cNvSpPr txBox="1">
            <a:spLocks/>
          </p:cNvSpPr>
          <p:nvPr/>
        </p:nvSpPr>
        <p:spPr>
          <a:xfrm>
            <a:off x="0" y="-7442"/>
            <a:ext cx="12192000" cy="757130"/>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dirty="0">
                <a:latin typeface="Times New Roman" panose="02020603050405020304" pitchFamily="18" charset="0"/>
                <a:ea typeface="STKaiti" panose="020B0503020204020204" pitchFamily="2" charset="-122"/>
                <a:cs typeface="Times New Roman" panose="02020603050405020304" pitchFamily="18" charset="0"/>
              </a:rPr>
              <a:t>Normal Force (2) </a:t>
            </a:r>
          </a:p>
        </p:txBody>
      </p:sp>
      <p:sp>
        <p:nvSpPr>
          <p:cNvPr id="3" name="Content Placeholder 2">
            <a:extLst>
              <a:ext uri="{FF2B5EF4-FFF2-40B4-BE49-F238E27FC236}">
                <a16:creationId xmlns:a16="http://schemas.microsoft.com/office/drawing/2014/main" id="{101422ED-F335-9C1A-8E3D-B4A48BDE6A02}"/>
              </a:ext>
            </a:extLst>
          </p:cNvPr>
          <p:cNvSpPr txBox="1">
            <a:spLocks/>
          </p:cNvSpPr>
          <p:nvPr/>
        </p:nvSpPr>
        <p:spPr>
          <a:xfrm>
            <a:off x="1590675" y="1124390"/>
            <a:ext cx="9220200" cy="102790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256032">
              <a:spcBef>
                <a:spcPts val="0"/>
              </a:spcBef>
              <a:spcAft>
                <a:spcPts val="600"/>
              </a:spcAft>
            </a:pPr>
            <a:r>
              <a:rPr lang="en-US" dirty="0">
                <a:latin typeface="Times New Roman" panose="02020603050405020304" pitchFamily="18" charset="0"/>
                <a:cs typeface="Times New Roman" panose="02020603050405020304" pitchFamily="18" charset="0"/>
              </a:rPr>
              <a:t>The </a:t>
            </a:r>
            <a:r>
              <a:rPr lang="en-US"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normal force </a:t>
            </a:r>
            <a:r>
              <a:rPr lang="en-US" dirty="0">
                <a:latin typeface="Times New Roman" panose="02020603050405020304" pitchFamily="18" charset="0"/>
                <a:cs typeface="Times New Roman" panose="02020603050405020304" pitchFamily="18" charset="0"/>
              </a:rPr>
              <a:t>when the surface is inclined at an angel with the horizontal.</a:t>
            </a:r>
          </a:p>
          <a:p>
            <a:pPr marL="0" indent="0">
              <a:spcBef>
                <a:spcPts val="0"/>
              </a:spcBef>
              <a:spcAft>
                <a:spcPts val="600"/>
              </a:spcAft>
              <a:buNone/>
            </a:pPr>
            <a:endParaRPr lang="en-US" dirty="0">
              <a:latin typeface="Times New Roman" panose="02020603050405020304" pitchFamily="18" charset="0"/>
              <a:cs typeface="Times New Roman" panose="02020603050405020304" pitchFamily="18" charset="0"/>
            </a:endParaRPr>
          </a:p>
        </p:txBody>
      </p:sp>
      <p:grpSp>
        <p:nvGrpSpPr>
          <p:cNvPr id="4" name="Group 3">
            <a:extLst>
              <a:ext uri="{FF2B5EF4-FFF2-40B4-BE49-F238E27FC236}">
                <a16:creationId xmlns:a16="http://schemas.microsoft.com/office/drawing/2014/main" id="{A3D69CCC-96AF-4389-4B7C-4B070E539414}"/>
              </a:ext>
            </a:extLst>
          </p:cNvPr>
          <p:cNvGrpSpPr/>
          <p:nvPr/>
        </p:nvGrpSpPr>
        <p:grpSpPr>
          <a:xfrm>
            <a:off x="4198620" y="2189229"/>
            <a:ext cx="4480560" cy="3675285"/>
            <a:chOff x="2331720" y="2465454"/>
            <a:chExt cx="4480560" cy="3675285"/>
          </a:xfrm>
        </p:grpSpPr>
        <p:pic>
          <p:nvPicPr>
            <p:cNvPr id="5" name="Picture 2" descr="A diagram shows a skier moving downhill. Behind him is a dot labeled skier with a vector arrow (n) pointing up, perpendicular to the ski slope. The surface pushes outward against the bottom of the skis. The force is perpendicular to the surface.">
              <a:extLst>
                <a:ext uri="{FF2B5EF4-FFF2-40B4-BE49-F238E27FC236}">
                  <a16:creationId xmlns:a16="http://schemas.microsoft.com/office/drawing/2014/main" id="{AF59DBEE-028D-119A-CCD1-A337E787D26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a:stretch/>
          </p:blipFill>
          <p:spPr bwMode="auto">
            <a:xfrm>
              <a:off x="2331720" y="2590816"/>
              <a:ext cx="4480560" cy="3549923"/>
            </a:xfrm>
            <a:prstGeom prst="rect">
              <a:avLst/>
            </a:prstGeom>
            <a:noFill/>
            <a:extLst>
              <a:ext uri="{909E8E84-426E-40dd-AFC4-6F175D3DCCD1}">
                <a14:hiddenFill xmlns=""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1A86B98-EC9B-5D54-086B-3F4A600DF04D}"/>
                    </a:ext>
                  </a:extLst>
                </p:cNvPr>
                <p:cNvSpPr txBox="1"/>
                <p:nvPr/>
              </p:nvSpPr>
              <p:spPr>
                <a:xfrm>
                  <a:off x="4752271" y="2465454"/>
                  <a:ext cx="238848" cy="345159"/>
                </a:xfrm>
                <a:prstGeom prst="rect">
                  <a:avLst/>
                </a:prstGeom>
                <a:solidFill>
                  <a:schemeClr val="bg1"/>
                </a:solidFill>
              </p:spPr>
              <p:txBody>
                <a:bodyPr wrap="none" lIns="0" tIns="0" rIns="0" bIns="0" rtlCol="0">
                  <a:spAutoFit/>
                </a:bodyPr>
                <a:lstStyle/>
                <a:p>
                  <a:r>
                    <a:rPr lang="en-US" sz="2000">
                      <a:cs typeface="Times New Roman" panose="02020603050405020304" pitchFamily="18" charset="0"/>
                    </a:rPr>
                    <a:t> </a:t>
                  </a:r>
                  <a14:m>
                    <m:oMath xmlns:m="http://schemas.openxmlformats.org/officeDocument/2006/math">
                      <m:acc>
                        <m:accPr>
                          <m:chr m:val="⃗"/>
                          <m:ctrlPr>
                            <a:rPr lang="en-US" sz="2000" b="0" i="0" smtClean="0">
                              <a:latin typeface="Cambria Math" panose="02040503050406030204" pitchFamily="18" charset="0"/>
                              <a:cs typeface="Times New Roman" panose="02020603050405020304" pitchFamily="18" charset="0"/>
                            </a:rPr>
                          </m:ctrlPr>
                        </m:accPr>
                        <m:e>
                          <m:r>
                            <m:rPr>
                              <m:sty m:val="p"/>
                            </m:rPr>
                            <a:rPr lang="en-US" sz="2000" b="0" i="0" smtClean="0">
                              <a:latin typeface="Cambria Math" panose="02040503050406030204" pitchFamily="18" charset="0"/>
                              <a:cs typeface="Times New Roman" panose="02020603050405020304" pitchFamily="18" charset="0"/>
                            </a:rPr>
                            <m:t>N</m:t>
                          </m:r>
                        </m:e>
                      </m:acc>
                    </m:oMath>
                  </a14:m>
                  <a:endParaRPr lang="en-US" sz="2000">
                    <a:latin typeface="Times New Roman" panose="02020603050405020304" pitchFamily="18" charset="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51A86B98-EC9B-5D54-086B-3F4A600DF04D}"/>
                    </a:ext>
                  </a:extLst>
                </p:cNvPr>
                <p:cNvSpPr txBox="1">
                  <a:spLocks noRot="1" noChangeAspect="1" noMove="1" noResize="1" noEditPoints="1" noAdjustHandles="1" noChangeArrowheads="1" noChangeShapeType="1" noTextEdit="1"/>
                </p:cNvSpPr>
                <p:nvPr/>
              </p:nvSpPr>
              <p:spPr>
                <a:xfrm>
                  <a:off x="4752271" y="2465454"/>
                  <a:ext cx="238848" cy="345159"/>
                </a:xfrm>
                <a:prstGeom prst="rect">
                  <a:avLst/>
                </a:prstGeom>
                <a:blipFill>
                  <a:blip r:embed="rId3"/>
                  <a:stretch>
                    <a:fillRect l="-15385" r="-33333" b="-5263"/>
                  </a:stretch>
                </a:blipFill>
              </p:spPr>
              <p:txBody>
                <a:bodyPr/>
                <a:lstStyle/>
                <a:p>
                  <a:r>
                    <a:rPr lang="en-US">
                      <a:noFill/>
                    </a:rPr>
                    <a:t> </a:t>
                  </a:r>
                </a:p>
              </p:txBody>
            </p:sp>
          </mc:Fallback>
        </mc:AlternateContent>
      </p:grpSp>
    </p:spTree>
    <p:extLst>
      <p:ext uri="{BB962C8B-B14F-4D97-AF65-F5344CB8AC3E}">
        <p14:creationId xmlns:p14="http://schemas.microsoft.com/office/powerpoint/2010/main" val="19229681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6100C0-17F4-C963-3252-80A92DE44FCF}"/>
              </a:ext>
            </a:extLst>
          </p:cNvPr>
          <p:cNvSpPr>
            <a:spLocks noGrp="1"/>
          </p:cNvSpPr>
          <p:nvPr>
            <p:ph idx="1"/>
          </p:nvPr>
        </p:nvSpPr>
        <p:spPr>
          <a:xfrm>
            <a:off x="867509" y="1041055"/>
            <a:ext cx="10986924" cy="3398082"/>
          </a:xfrm>
        </p:spPr>
        <p:txBody>
          <a:bodyPr/>
          <a:lstStyle/>
          <a:p>
            <a:pPr marL="0" indent="0">
              <a:buNone/>
            </a:pPr>
            <a:r>
              <a:rPr lang="en-US" b="1" dirty="0">
                <a:latin typeface="Times New Roman" panose="02020603050405020304" pitchFamily="18" charset="0"/>
                <a:cs typeface="Times New Roman" panose="02020603050405020304" pitchFamily="18" charset="0"/>
              </a:rPr>
              <a:t>Definition: </a:t>
            </a:r>
            <a:r>
              <a:rPr lang="en-US" dirty="0">
                <a:latin typeface="Times New Roman" panose="02020603050405020304" pitchFamily="18" charset="0"/>
                <a:cs typeface="Times New Roman" panose="02020603050405020304" pitchFamily="18" charset="0"/>
              </a:rPr>
              <a:t>a force that develops in a rope, thread, or cable as it is stretched</a:t>
            </a:r>
          </a:p>
          <a:p>
            <a:pPr marL="0" indent="0">
              <a:buNone/>
            </a:pPr>
            <a:r>
              <a:rPr lang="en-US" b="1" dirty="0">
                <a:latin typeface="Times New Roman" panose="02020603050405020304" pitchFamily="18" charset="0"/>
                <a:cs typeface="Times New Roman" panose="02020603050405020304" pitchFamily="18" charset="0"/>
              </a:rPr>
              <a:t>Variable</a:t>
            </a:r>
            <a:r>
              <a:rPr lang="en-US" dirty="0">
                <a:latin typeface="Times New Roman" panose="02020603050405020304" pitchFamily="18" charset="0"/>
                <a:cs typeface="Times New Roman" panose="02020603050405020304" pitchFamily="18" charset="0"/>
              </a:rPr>
              <a:t>: </a:t>
            </a:r>
            <a:endParaRPr lang="en-US" b="1"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Unit: </a:t>
            </a:r>
            <a:r>
              <a:rPr lang="en-US" dirty="0">
                <a:latin typeface="Times New Roman" panose="02020603050405020304" pitchFamily="18" charset="0"/>
                <a:cs typeface="Times New Roman" panose="02020603050405020304" pitchFamily="18" charset="0"/>
              </a:rPr>
              <a:t>Newtons (N)</a:t>
            </a:r>
          </a:p>
          <a:p>
            <a:pPr marL="0" indent="0">
              <a:buNone/>
            </a:pPr>
            <a:r>
              <a:rPr lang="en-US" b="1" dirty="0">
                <a:latin typeface="Times New Roman" panose="02020603050405020304" pitchFamily="18" charset="0"/>
                <a:cs typeface="Times New Roman" panose="02020603050405020304" pitchFamily="18" charset="0"/>
              </a:rPr>
              <a:t>Equation: </a:t>
            </a:r>
            <a:r>
              <a:rPr lang="en-US" dirty="0">
                <a:latin typeface="Times New Roman" panose="02020603050405020304" pitchFamily="18" charset="0"/>
                <a:cs typeface="Times New Roman" panose="02020603050405020304" pitchFamily="18" charset="0"/>
              </a:rPr>
              <a:t>No specific equation</a:t>
            </a:r>
          </a:p>
          <a:p>
            <a:r>
              <a:rPr lang="en-US" dirty="0">
                <a:latin typeface="Times New Roman" panose="02020603050405020304" pitchFamily="18" charset="0"/>
                <a:cs typeface="Times New Roman" panose="02020603050405020304" pitchFamily="18" charset="0"/>
              </a:rPr>
              <a:t>Either is given or calculated from Newton’s 2</a:t>
            </a:r>
            <a:r>
              <a:rPr lang="en-US" baseline="30000" dirty="0">
                <a:latin typeface="Times New Roman" panose="02020603050405020304" pitchFamily="18" charset="0"/>
                <a:cs typeface="Times New Roman" panose="02020603050405020304" pitchFamily="18" charset="0"/>
              </a:rPr>
              <a:t>nd</a:t>
            </a:r>
            <a:r>
              <a:rPr lang="en-US" dirty="0">
                <a:latin typeface="Times New Roman" panose="02020603050405020304" pitchFamily="18" charset="0"/>
                <a:cs typeface="Times New Roman" panose="02020603050405020304" pitchFamily="18" charset="0"/>
              </a:rPr>
              <a:t> Law</a:t>
            </a:r>
          </a:p>
          <a:p>
            <a:pPr marL="0" indent="0">
              <a:buNone/>
            </a:pPr>
            <a:r>
              <a:rPr lang="en-US" b="1" dirty="0">
                <a:latin typeface="Times New Roman" panose="02020603050405020304" pitchFamily="18" charset="0"/>
                <a:cs typeface="Times New Roman" panose="02020603050405020304" pitchFamily="18" charset="0"/>
              </a:rPr>
              <a:t>Direction</a:t>
            </a:r>
            <a:r>
              <a:rPr lang="en-US" dirty="0">
                <a:latin typeface="Times New Roman" panose="02020603050405020304" pitchFamily="18" charset="0"/>
                <a:cs typeface="Times New Roman" panose="02020603050405020304" pitchFamily="18" charset="0"/>
              </a:rPr>
              <a:t>: Pointed away from force pulling on string</a:t>
            </a:r>
            <a:endParaRPr lang="en-US" sz="28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Title 3">
                <a:extLst>
                  <a:ext uri="{FF2B5EF4-FFF2-40B4-BE49-F238E27FC236}">
                    <a16:creationId xmlns:a16="http://schemas.microsoft.com/office/drawing/2014/main" id="{1696E3F2-5C9D-9732-8AF5-4ED83F6F661C}"/>
                  </a:ext>
                </a:extLst>
              </p:cNvPr>
              <p:cNvSpPr txBox="1">
                <a:spLocks/>
              </p:cNvSpPr>
              <p:nvPr/>
            </p:nvSpPr>
            <p:spPr>
              <a:xfrm>
                <a:off x="0" y="-16677"/>
                <a:ext cx="12192000" cy="840230"/>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dirty="0">
                    <a:latin typeface="Times New Roman" panose="02020603050405020304" pitchFamily="18" charset="0"/>
                    <a:ea typeface="STKaiti" panose="020B0503020204020204" pitchFamily="2" charset="-122"/>
                    <a:cs typeface="Times New Roman" panose="02020603050405020304" pitchFamily="18" charset="0"/>
                  </a:rPr>
                  <a:t>Tension Force (</a:t>
                </a:r>
                <a14:m>
                  <m:oMath xmlns:m="http://schemas.openxmlformats.org/officeDocument/2006/math">
                    <m:acc>
                      <m:accPr>
                        <m:chr m:val="⃗"/>
                        <m:ctrlPr>
                          <a:rPr lang="en-US" sz="4800" b="1" i="0" dirty="0" smtClean="0">
                            <a:solidFill>
                              <a:srgbClr val="0000FF"/>
                            </a:solidFill>
                            <a:latin typeface="Cambria Math" panose="02040503050406030204" pitchFamily="18" charset="0"/>
                            <a:ea typeface="STKaiti" panose="020B0503020204020204" pitchFamily="2" charset="-122"/>
                            <a:cs typeface="Times New Roman" panose="02020603050405020304" pitchFamily="18" charset="0"/>
                          </a:rPr>
                        </m:ctrlPr>
                      </m:accPr>
                      <m:e>
                        <m:r>
                          <a:rPr lang="en-US" sz="4800" b="1" i="0" dirty="0" smtClean="0">
                            <a:solidFill>
                              <a:srgbClr val="0000FF"/>
                            </a:solidFill>
                            <a:latin typeface="Cambria Math" panose="02040503050406030204" pitchFamily="18" charset="0"/>
                            <a:ea typeface="STKaiti" panose="020B0503020204020204" pitchFamily="2" charset="-122"/>
                            <a:cs typeface="Times New Roman" panose="02020603050405020304" pitchFamily="18" charset="0"/>
                          </a:rPr>
                          <m:t>𝐓</m:t>
                        </m:r>
                      </m:e>
                    </m:acc>
                  </m:oMath>
                </a14:m>
                <a:r>
                  <a:rPr lang="en-US" sz="4800" b="1" dirty="0">
                    <a:latin typeface="Times New Roman" panose="02020603050405020304" pitchFamily="18" charset="0"/>
                    <a:ea typeface="STKaiti" panose="020B0503020204020204" pitchFamily="2" charset="-122"/>
                    <a:cs typeface="Times New Roman" panose="02020603050405020304" pitchFamily="18" charset="0"/>
                  </a:rPr>
                  <a:t>) </a:t>
                </a:r>
              </a:p>
            </p:txBody>
          </p:sp>
        </mc:Choice>
        <mc:Fallback xmlns="">
          <p:sp>
            <p:nvSpPr>
              <p:cNvPr id="4" name="Title 3">
                <a:extLst>
                  <a:ext uri="{FF2B5EF4-FFF2-40B4-BE49-F238E27FC236}">
                    <a16:creationId xmlns:a16="http://schemas.microsoft.com/office/drawing/2014/main" id="{1696E3F2-5C9D-9732-8AF5-4ED83F6F661C}"/>
                  </a:ext>
                </a:extLst>
              </p:cNvPr>
              <p:cNvSpPr txBox="1">
                <a:spLocks noRot="1" noChangeAspect="1" noMove="1" noResize="1" noEditPoints="1" noAdjustHandles="1" noChangeArrowheads="1" noChangeShapeType="1" noTextEdit="1"/>
              </p:cNvSpPr>
              <p:nvPr/>
            </p:nvSpPr>
            <p:spPr>
              <a:xfrm>
                <a:off x="0" y="-16677"/>
                <a:ext cx="12192000" cy="840230"/>
              </a:xfrm>
              <a:prstGeom prst="rect">
                <a:avLst/>
              </a:prstGeom>
              <a:blipFill>
                <a:blip r:embed="rId2"/>
                <a:stretch>
                  <a:fillRect t="-15217" b="-37681"/>
                </a:stretch>
              </a:blipFill>
            </p:spPr>
            <p:txBody>
              <a:bodyPr/>
              <a:lstStyle/>
              <a:p>
                <a:r>
                  <a:rPr lang="en-US">
                    <a:noFill/>
                  </a:rPr>
                  <a:t> </a:t>
                </a:r>
              </a:p>
            </p:txBody>
          </p:sp>
        </mc:Fallback>
      </mc:AlternateContent>
      <p:pic>
        <p:nvPicPr>
          <p:cNvPr id="8" name="Picture 2" descr="A diagram shows a sled pulled by a rope angled up and to the right. The rope exerts a tension force on the sled. A particle model shows a dot with a force vector (T) parallel to the rope.">
            <a:extLst>
              <a:ext uri="{FF2B5EF4-FFF2-40B4-BE49-F238E27FC236}">
                <a16:creationId xmlns:a16="http://schemas.microsoft.com/office/drawing/2014/main" id="{E7F5534B-E2C3-4409-FD03-72EA05F61A7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6216015" y="4144906"/>
            <a:ext cx="5760720" cy="2363593"/>
          </a:xfrm>
          <a:prstGeom prst="rect">
            <a:avLst/>
          </a:prstGeom>
          <a:noFill/>
          <a:extLst>
            <a:ext uri="{909E8E84-426E-40dd-AFC4-6F175D3DCCD1}">
              <a14:hiddenFill xmlns=""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18D42E6-24E9-4C49-E21E-33285F9EEC6E}"/>
                  </a:ext>
                </a:extLst>
              </p:cNvPr>
              <p:cNvSpPr txBox="1"/>
              <p:nvPr/>
            </p:nvSpPr>
            <p:spPr>
              <a:xfrm>
                <a:off x="2266465" y="1443677"/>
                <a:ext cx="390769" cy="610103"/>
              </a:xfrm>
              <a:prstGeom prst="rect">
                <a:avLst/>
              </a:prstGeom>
              <a:noFill/>
            </p:spPr>
            <p:txBody>
              <a:bodyPr wrap="square">
                <a:spAutoFit/>
              </a:bodyPr>
              <a:lstStyle/>
              <a:p>
                <a:pPr/>
                <a14:m>
                  <m:oMathPara xmlns:m="http://schemas.openxmlformats.org/officeDocument/2006/math">
                    <m:oMathParaPr>
                      <m:jc m:val="left"/>
                    </m:oMathParaPr>
                    <m:oMath>
                      <m:acc>
                        <m:accPr>
                          <m:chr m:val="⃗"/>
                          <m:ctrlPr>
                            <a:rPr lang="en-US" sz="3000" b="1" i="0" dirty="0" smtClean="0">
                              <a:solidFill>
                                <a:srgbClr val="0000FF"/>
                              </a:solidFill>
                              <a:latin typeface="Cambria Math" panose="02040503050406030204" pitchFamily="18" charset="0"/>
                              <a:ea typeface="STKaiti" panose="020B0503020204020204" pitchFamily="2" charset="-122"/>
                              <a:cs typeface="Times New Roman" panose="02020603050405020304" pitchFamily="18" charset="0"/>
                            </a:rPr>
                          </m:ctrlPr>
                        </m:accPr>
                        <m:e>
                          <m:r>
                            <a:rPr lang="en-US" sz="3000" b="1" i="0" dirty="0" smtClean="0">
                              <a:solidFill>
                                <a:srgbClr val="0000FF"/>
                              </a:solidFill>
                              <a:latin typeface="Cambria Math" panose="02040503050406030204" pitchFamily="18" charset="0"/>
                              <a:ea typeface="STKaiti" panose="020B0503020204020204" pitchFamily="2" charset="-122"/>
                              <a:cs typeface="Times New Roman" panose="02020603050405020304" pitchFamily="18" charset="0"/>
                            </a:rPr>
                            <m:t>𝐓</m:t>
                          </m:r>
                        </m:e>
                      </m:acc>
                    </m:oMath>
                  </m:oMathPara>
                </a14:m>
                <a:endParaRPr lang="en-US" sz="3000" dirty="0"/>
              </a:p>
            </p:txBody>
          </p:sp>
        </mc:Choice>
        <mc:Fallback xmlns="">
          <p:sp>
            <p:nvSpPr>
              <p:cNvPr id="5" name="TextBox 4">
                <a:extLst>
                  <a:ext uri="{FF2B5EF4-FFF2-40B4-BE49-F238E27FC236}">
                    <a16:creationId xmlns:a16="http://schemas.microsoft.com/office/drawing/2014/main" id="{418D42E6-24E9-4C49-E21E-33285F9EEC6E}"/>
                  </a:ext>
                </a:extLst>
              </p:cNvPr>
              <p:cNvSpPr txBox="1">
                <a:spLocks noRot="1" noChangeAspect="1" noMove="1" noResize="1" noEditPoints="1" noAdjustHandles="1" noChangeArrowheads="1" noChangeShapeType="1" noTextEdit="1"/>
              </p:cNvSpPr>
              <p:nvPr/>
            </p:nvSpPr>
            <p:spPr>
              <a:xfrm>
                <a:off x="2266465" y="1443677"/>
                <a:ext cx="390769" cy="610103"/>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3221565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Object 1">
                <a:extLst>
                  <a:ext uri="{FF2B5EF4-FFF2-40B4-BE49-F238E27FC236}">
                    <a16:creationId xmlns:a16="http://schemas.microsoft.com/office/drawing/2014/main" id="{E5D578ED-C17F-3834-37E3-C44542433E97}"/>
                  </a:ext>
                </a:extLst>
              </p:cNvPr>
              <p:cNvSpPr txBox="1"/>
              <p:nvPr/>
            </p:nvSpPr>
            <p:spPr bwMode="auto">
              <a:xfrm>
                <a:off x="7523163" y="2298700"/>
                <a:ext cx="2572182" cy="714375"/>
              </a:xfrm>
              <a:prstGeom prst="rect">
                <a:avLst/>
              </a:prstGeom>
              <a:noFill/>
            </p:spPr>
            <p:txBody>
              <a:bodyPr>
                <a:noAutofit/>
              </a:bodyPr>
              <a:lstStyle/>
              <a:p>
                <a:pPr/>
                <a14:m>
                  <m:oMathPara xmlns:m="http://schemas.openxmlformats.org/officeDocument/2006/math">
                    <m:oMathParaPr>
                      <m:jc m:val="left"/>
                    </m:oMathParaPr>
                    <m:oMath>
                      <m:nary>
                        <m:naryPr>
                          <m:chr m:val="∑"/>
                          <m:subHide m:val="on"/>
                          <m:supHide m:val="on"/>
                          <m:ctrlPr>
                            <a:rPr lang="en-US" sz="2400" b="1" i="1">
                              <a:solidFill>
                                <a:srgbClr val="000000"/>
                              </a:solidFill>
                              <a:latin typeface="Cambria Math" panose="02040503050406030204" pitchFamily="18" charset="0"/>
                            </a:rPr>
                          </m:ctrlPr>
                        </m:naryPr>
                        <m:sub/>
                        <m:sup/>
                        <m:e>
                          <m:acc>
                            <m:accPr>
                              <m:chr m:val="⃗"/>
                              <m:ctrlPr>
                                <a:rPr lang="en-US" sz="2400" b="1" i="1">
                                  <a:solidFill>
                                    <a:srgbClr val="000000"/>
                                  </a:solidFill>
                                  <a:latin typeface="Cambria Math" panose="02040503050406030204" pitchFamily="18" charset="0"/>
                                </a:rPr>
                              </m:ctrlPr>
                            </m:accPr>
                            <m:e>
                              <m:r>
                                <a:rPr lang="en-US" sz="2400" b="1" i="1">
                                  <a:solidFill>
                                    <a:srgbClr val="000000"/>
                                  </a:solidFill>
                                  <a:latin typeface="Cambria Math" panose="02040503050406030204" pitchFamily="18" charset="0"/>
                                </a:rPr>
                                <m:t>𝑭</m:t>
                              </m:r>
                            </m:e>
                          </m:acc>
                        </m:e>
                      </m:nary>
                      <m:r>
                        <a:rPr lang="en-US" sz="2400" b="1" i="1">
                          <a:solidFill>
                            <a:srgbClr val="000000"/>
                          </a:solidFill>
                          <a:latin typeface="Cambria Math" panose="02040503050406030204" pitchFamily="18" charset="0"/>
                        </a:rPr>
                        <m:t>=</m:t>
                      </m:r>
                      <m:r>
                        <a:rPr lang="en-US" sz="2400" b="1" i="1">
                          <a:solidFill>
                            <a:srgbClr val="000000"/>
                          </a:solidFill>
                          <a:latin typeface="Cambria Math" panose="02040503050406030204" pitchFamily="18" charset="0"/>
                        </a:rPr>
                        <m:t>𝐦</m:t>
                      </m:r>
                      <m:sSub>
                        <m:sSubPr>
                          <m:ctrlPr>
                            <a:rPr lang="en-US" sz="2400" b="1" i="1">
                              <a:solidFill>
                                <a:srgbClr val="000000"/>
                              </a:solidFill>
                              <a:latin typeface="Cambria Math" panose="02040503050406030204" pitchFamily="18" charset="0"/>
                            </a:rPr>
                          </m:ctrlPr>
                        </m:sSubPr>
                        <m:e>
                          <m:acc>
                            <m:accPr>
                              <m:chr m:val="⃗"/>
                              <m:ctrlPr>
                                <a:rPr lang="en-US" sz="2400" b="1" i="1">
                                  <a:solidFill>
                                    <a:srgbClr val="000000"/>
                                  </a:solidFill>
                                  <a:latin typeface="Cambria Math" panose="02040503050406030204" pitchFamily="18" charset="0"/>
                                </a:rPr>
                              </m:ctrlPr>
                            </m:accPr>
                            <m:e>
                              <m:r>
                                <a:rPr lang="en-US" sz="2400" b="1" i="1">
                                  <a:solidFill>
                                    <a:srgbClr val="000000"/>
                                  </a:solidFill>
                                  <a:latin typeface="Cambria Math" panose="02040503050406030204" pitchFamily="18" charset="0"/>
                                </a:rPr>
                                <m:t>𝒂</m:t>
                              </m:r>
                            </m:e>
                          </m:acc>
                        </m:e>
                        <m:sub>
                          <m:r>
                            <a:rPr lang="en-US" sz="2400" b="1" i="1">
                              <a:solidFill>
                                <a:srgbClr val="000000"/>
                              </a:solidFill>
                              <a:latin typeface="Cambria Math" panose="02040503050406030204" pitchFamily="18" charset="0"/>
                            </a:rPr>
                            <m:t>𝒚</m:t>
                          </m:r>
                        </m:sub>
                      </m:sSub>
                      <m:r>
                        <a:rPr lang="en-US" sz="2400" b="1" i="1" smtClean="0">
                          <a:solidFill>
                            <a:srgbClr val="000000"/>
                          </a:solidFill>
                          <a:latin typeface="Cambria Math" panose="02040503050406030204" pitchFamily="18" charset="0"/>
                        </a:rPr>
                        <m:t>=</m:t>
                      </m:r>
                      <m:r>
                        <a:rPr lang="en-US" sz="2400" b="1" i="1">
                          <a:solidFill>
                            <a:srgbClr val="000000"/>
                          </a:solidFill>
                          <a:latin typeface="Cambria Math" panose="02040503050406030204" pitchFamily="18" charset="0"/>
                        </a:rPr>
                        <m:t>𝟎</m:t>
                      </m:r>
                    </m:oMath>
                  </m:oMathPara>
                </a14:m>
                <a:endParaRPr lang="en-US" sz="2400" b="1" dirty="0"/>
              </a:p>
            </p:txBody>
          </p:sp>
        </mc:Choice>
        <mc:Fallback xmlns="">
          <p:sp>
            <p:nvSpPr>
              <p:cNvPr id="2" name="Object 1">
                <a:extLst>
                  <a:ext uri="{FF2B5EF4-FFF2-40B4-BE49-F238E27FC236}">
                    <a16:creationId xmlns:a16="http://schemas.microsoft.com/office/drawing/2014/main" id="{E5D578ED-C17F-3834-37E3-C44542433E97}"/>
                  </a:ext>
                </a:extLst>
              </p:cNvPr>
              <p:cNvSpPr txBox="1">
                <a:spLocks noRot="1" noChangeAspect="1" noMove="1" noResize="1" noEditPoints="1" noAdjustHandles="1" noChangeArrowheads="1" noChangeShapeType="1" noTextEdit="1"/>
              </p:cNvSpPr>
              <p:nvPr/>
            </p:nvSpPr>
            <p:spPr bwMode="auto">
              <a:xfrm>
                <a:off x="7523163" y="2298700"/>
                <a:ext cx="2572182" cy="714375"/>
              </a:xfrm>
              <a:prstGeom prst="rect">
                <a:avLst/>
              </a:prstGeom>
              <a:blipFill>
                <a:blip r:embed="rId2"/>
                <a:stretch>
                  <a:fillRect b="-59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Object 5">
                <a:extLst>
                  <a:ext uri="{FF2B5EF4-FFF2-40B4-BE49-F238E27FC236}">
                    <a16:creationId xmlns:a16="http://schemas.microsoft.com/office/drawing/2014/main" id="{C010A072-0DF1-7F94-D5EB-B6FB262A3CFE}"/>
                  </a:ext>
                </a:extLst>
              </p:cNvPr>
              <p:cNvSpPr txBox="1"/>
              <p:nvPr/>
            </p:nvSpPr>
            <p:spPr bwMode="auto">
              <a:xfrm>
                <a:off x="6587051" y="3515556"/>
                <a:ext cx="4478692" cy="2522632"/>
              </a:xfrm>
              <a:prstGeom prst="rect">
                <a:avLst/>
              </a:prstGeom>
              <a:noFill/>
              <a:ln w="19050">
                <a:solidFill>
                  <a:schemeClr val="tx1"/>
                </a:solidFill>
              </a:ln>
            </p:spPr>
            <p:txBody>
              <a:bodyPr>
                <a:noAutofit/>
              </a:bodyPr>
              <a:lstStyle/>
              <a:p>
                <a:r>
                  <a:rPr lang="en-US" sz="2800" dirty="0">
                    <a:solidFill>
                      <a:srgbClr val="000000"/>
                    </a:solidFill>
                  </a:rPr>
                  <a:t>                </a:t>
                </a:r>
                <a14:m>
                  <m:oMath xmlns:m="http://schemas.openxmlformats.org/officeDocument/2006/math">
                    <m:nary>
                      <m:naryPr>
                        <m:chr m:val="∑"/>
                        <m:subHide m:val="on"/>
                        <m:supHide m:val="on"/>
                        <m:ctrlPr>
                          <a:rPr lang="en-US" sz="2800" i="1" smtClean="0">
                            <a:solidFill>
                              <a:srgbClr val="000000"/>
                            </a:solidFill>
                            <a:latin typeface="Cambria Math" panose="02040503050406030204" pitchFamily="18" charset="0"/>
                          </a:rPr>
                        </m:ctrlPr>
                      </m:naryPr>
                      <m:sub/>
                      <m:sup/>
                      <m:e>
                        <m:sSub>
                          <m:sSubPr>
                            <m:ctrlPr>
                              <a:rPr lang="en-US" sz="2800" i="1">
                                <a:solidFill>
                                  <a:srgbClr val="000000"/>
                                </a:solidFill>
                                <a:latin typeface="Cambria Math" panose="02040503050406030204" pitchFamily="18" charset="0"/>
                              </a:rPr>
                            </m:ctrlPr>
                          </m:sSubPr>
                          <m:e>
                            <m:r>
                              <m:rPr>
                                <m:sty m:val="p"/>
                              </m:rPr>
                              <a:rPr lang="en-US" sz="2800" i="1">
                                <a:solidFill>
                                  <a:srgbClr val="000000"/>
                                </a:solidFill>
                                <a:latin typeface="Cambria Math" panose="02040503050406030204" pitchFamily="18" charset="0"/>
                              </a:rPr>
                              <m:t>F</m:t>
                            </m:r>
                          </m:e>
                          <m:sub>
                            <m:r>
                              <a:rPr lang="en-US" sz="2800" i="1">
                                <a:solidFill>
                                  <a:srgbClr val="000000"/>
                                </a:solidFill>
                                <a:latin typeface="Cambria Math" panose="02040503050406030204" pitchFamily="18" charset="0"/>
                              </a:rPr>
                              <m:t>𝑦</m:t>
                            </m:r>
                          </m:sub>
                        </m:sSub>
                      </m:e>
                    </m:nary>
                    <m:r>
                      <a:rPr lang="en-US" sz="2800" b="0" i="1" smtClean="0">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0</m:t>
                    </m:r>
                    <m:r>
                      <m:rPr>
                        <m:nor/>
                      </m:rPr>
                      <a:rPr lang="en-US" sz="2800" i="0">
                        <a:solidFill>
                          <a:srgbClr val="000000"/>
                        </a:solidFill>
                        <a:latin typeface="Cambria Math" panose="02040503050406030204" pitchFamily="18" charset="0"/>
                      </a:rPr>
                      <m:t>  </m:t>
                    </m:r>
                  </m:oMath>
                </a14:m>
                <a:br>
                  <a:rPr lang="en-US" sz="2800" i="0" dirty="0">
                    <a:solidFill>
                      <a:srgbClr val="000000"/>
                    </a:solidFill>
                    <a:latin typeface="Cambria Math" panose="02040503050406030204" pitchFamily="18" charset="0"/>
                  </a:rPr>
                </a:br>
                <a:endParaRPr lang="en-US" sz="2800" i="0" dirty="0">
                  <a:solidFill>
                    <a:srgbClr val="000000"/>
                  </a:solidFill>
                  <a:latin typeface="Cambria Math" panose="02040503050406030204" pitchFamily="18" charset="0"/>
                </a:endParaRPr>
              </a:p>
              <a:p>
                <a:pPr/>
                <a14:m>
                  <m:oMathPara xmlns:m="http://schemas.openxmlformats.org/officeDocument/2006/math">
                    <m:oMathParaPr>
                      <m:jc m:val="left"/>
                    </m:oMathParaPr>
                    <m:oMath>
                      <m:r>
                        <m:rPr>
                          <m:sty m:val="p"/>
                        </m:rPr>
                        <a:rPr lang="en-US" sz="2800">
                          <a:solidFill>
                            <a:srgbClr val="000000"/>
                          </a:solidFill>
                          <a:latin typeface="Cambria Math" panose="02040503050406030204" pitchFamily="18" charset="0"/>
                        </a:rPr>
                        <m:t>T</m:t>
                      </m:r>
                      <m:r>
                        <a:rPr lang="en-US" sz="2800" i="1">
                          <a:solidFill>
                            <a:srgbClr val="000000"/>
                          </a:solidFill>
                          <a:latin typeface="Cambria Math" panose="02040503050406030204" pitchFamily="18" charset="0"/>
                        </a:rPr>
                        <m:t>−</m:t>
                      </m:r>
                      <m:sSub>
                        <m:sSubPr>
                          <m:ctrlPr>
                            <a:rPr lang="en-US" sz="2800">
                              <a:solidFill>
                                <a:srgbClr val="000000"/>
                              </a:solidFill>
                              <a:latin typeface="Cambria Math" panose="02040503050406030204" pitchFamily="18" charset="0"/>
                            </a:rPr>
                          </m:ctrlPr>
                        </m:sSubPr>
                        <m:e>
                          <m:r>
                            <m:rPr>
                              <m:sty m:val="p"/>
                            </m:rPr>
                            <a:rPr lang="en-US" sz="2800">
                              <a:solidFill>
                                <a:srgbClr val="000000"/>
                              </a:solidFill>
                              <a:latin typeface="Cambria Math" panose="02040503050406030204" pitchFamily="18" charset="0"/>
                            </a:rPr>
                            <m:t>F</m:t>
                          </m:r>
                        </m:e>
                        <m:sub>
                          <m:r>
                            <m:rPr>
                              <m:sty m:val="p"/>
                            </m:rPr>
                            <a:rPr lang="en-US" sz="2800">
                              <a:solidFill>
                                <a:srgbClr val="000000"/>
                              </a:solidFill>
                              <a:latin typeface="Cambria Math" panose="02040503050406030204" pitchFamily="18" charset="0"/>
                            </a:rPr>
                            <m:t>g</m:t>
                          </m:r>
                        </m:sub>
                      </m:sSub>
                      <m:r>
                        <a:rPr lang="en-US" sz="2800">
                          <a:solidFill>
                            <a:srgbClr val="000000"/>
                          </a:solidFill>
                          <a:latin typeface="Cambria Math" panose="02040503050406030204" pitchFamily="18" charset="0"/>
                        </a:rPr>
                        <m:t>(</m:t>
                      </m:r>
                      <m:r>
                        <m:rPr>
                          <m:sty m:val="p"/>
                        </m:rPr>
                        <a:rPr lang="en-US" sz="2800">
                          <a:solidFill>
                            <a:srgbClr val="000000"/>
                          </a:solidFill>
                          <a:latin typeface="Cambria Math" panose="02040503050406030204" pitchFamily="18" charset="0"/>
                        </a:rPr>
                        <m:t>or</m:t>
                      </m:r>
                      <m:r>
                        <a:rPr lang="en-US" sz="2800">
                          <a:solidFill>
                            <a:srgbClr val="000000"/>
                          </a:solidFill>
                          <a:latin typeface="Cambria Math" panose="02040503050406030204" pitchFamily="18" charset="0"/>
                        </a:rPr>
                        <m:t> </m:t>
                      </m:r>
                      <m:r>
                        <m:rPr>
                          <m:sty m:val="p"/>
                        </m:rPr>
                        <a:rPr lang="en-US" sz="2800">
                          <a:solidFill>
                            <a:srgbClr val="000000"/>
                          </a:solidFill>
                          <a:latin typeface="Cambria Math" panose="02040503050406030204" pitchFamily="18" charset="0"/>
                        </a:rPr>
                        <m:t>W</m:t>
                      </m:r>
                      <m:r>
                        <a:rPr lang="en-US" sz="2800">
                          <a:solidFill>
                            <a:srgbClr val="000000"/>
                          </a:solidFill>
                          <a:latin typeface="Cambria Math" panose="02040503050406030204" pitchFamily="18" charset="0"/>
                        </a:rPr>
                        <m:t>)=0</m:t>
                      </m:r>
                    </m:oMath>
                  </m:oMathPara>
                </a14:m>
                <a:endParaRPr lang="en-US" sz="2800" dirty="0">
                  <a:solidFill>
                    <a:srgbClr val="000000"/>
                  </a:solidFill>
                  <a:latin typeface="Cambria Math" panose="02040503050406030204" pitchFamily="18" charset="0"/>
                </a:endParaRPr>
              </a:p>
              <a:p>
                <a:r>
                  <a:rPr lang="en-US" sz="2800" dirty="0">
                    <a:solidFill>
                      <a:srgbClr val="000000"/>
                    </a:solidFill>
                  </a:rPr>
                  <a:t>  </a:t>
                </a:r>
              </a:p>
              <a:p>
                <a:pPr/>
                <a14:m>
                  <m:oMathPara xmlns:m="http://schemas.openxmlformats.org/officeDocument/2006/math">
                    <m:oMath>
                      <m:r>
                        <m:rPr>
                          <m:nor/>
                        </m:rPr>
                        <a:rPr lang="en-US" sz="2800" i="0">
                          <a:solidFill>
                            <a:srgbClr val="000000"/>
                          </a:solidFill>
                          <a:latin typeface="Cambria Math" panose="02040503050406030204" pitchFamily="18" charset="0"/>
                        </a:rPr>
                        <m:t>or  </m:t>
                      </m:r>
                      <m:r>
                        <a:rPr lang="en-US" sz="2800" i="1">
                          <a:solidFill>
                            <a:srgbClr val="000000"/>
                          </a:solidFill>
                          <a:latin typeface="Cambria Math" panose="02040503050406030204" pitchFamily="18" charset="0"/>
                        </a:rPr>
                        <m:t>𝑇</m:t>
                      </m:r>
                      <m:r>
                        <a:rPr lang="en-US" sz="2800" i="1">
                          <a:solidFill>
                            <a:srgbClr val="000000"/>
                          </a:solidFill>
                          <a:latin typeface="Cambria Math" panose="02040503050406030204" pitchFamily="18" charset="0"/>
                        </a:rPr>
                        <m:t>=</m:t>
                      </m:r>
                      <m:sSub>
                        <m:sSubPr>
                          <m:ctrlPr>
                            <a:rPr lang="en-US" sz="2800">
                              <a:solidFill>
                                <a:srgbClr val="000000"/>
                              </a:solidFill>
                              <a:latin typeface="Cambria Math" panose="02040503050406030204" pitchFamily="18" charset="0"/>
                            </a:rPr>
                          </m:ctrlPr>
                        </m:sSubPr>
                        <m:e>
                          <m:r>
                            <m:rPr>
                              <m:sty m:val="p"/>
                            </m:rPr>
                            <a:rPr lang="en-US" sz="2800">
                              <a:solidFill>
                                <a:srgbClr val="000000"/>
                              </a:solidFill>
                              <a:latin typeface="Cambria Math" panose="02040503050406030204" pitchFamily="18" charset="0"/>
                            </a:rPr>
                            <m:t>F</m:t>
                          </m:r>
                        </m:e>
                        <m:sub>
                          <m:r>
                            <m:rPr>
                              <m:sty m:val="p"/>
                            </m:rPr>
                            <a:rPr lang="en-US" sz="2800">
                              <a:solidFill>
                                <a:srgbClr val="000000"/>
                              </a:solidFill>
                              <a:latin typeface="Cambria Math" panose="02040503050406030204" pitchFamily="18" charset="0"/>
                            </a:rPr>
                            <m:t>g</m:t>
                          </m:r>
                        </m:sub>
                      </m:sSub>
                      <m:r>
                        <a:rPr lang="en-US" sz="2800" b="0" i="0" smtClean="0">
                          <a:solidFill>
                            <a:srgbClr val="000000"/>
                          </a:solidFill>
                          <a:latin typeface="Cambria Math" panose="02040503050406030204" pitchFamily="18" charset="0"/>
                        </a:rPr>
                        <m:t> </m:t>
                      </m:r>
                      <m:r>
                        <a:rPr lang="en-US" sz="2800">
                          <a:solidFill>
                            <a:srgbClr val="000000"/>
                          </a:solidFill>
                          <a:latin typeface="Cambria Math" panose="02040503050406030204" pitchFamily="18" charset="0"/>
                        </a:rPr>
                        <m:t>(</m:t>
                      </m:r>
                      <m:r>
                        <m:rPr>
                          <m:sty m:val="p"/>
                        </m:rPr>
                        <a:rPr lang="en-US" sz="2800">
                          <a:solidFill>
                            <a:srgbClr val="000000"/>
                          </a:solidFill>
                          <a:latin typeface="Cambria Math" panose="02040503050406030204" pitchFamily="18" charset="0"/>
                        </a:rPr>
                        <m:t>or</m:t>
                      </m:r>
                      <m:r>
                        <a:rPr lang="en-US" sz="2800">
                          <a:solidFill>
                            <a:srgbClr val="000000"/>
                          </a:solidFill>
                          <a:latin typeface="Cambria Math" panose="02040503050406030204" pitchFamily="18" charset="0"/>
                        </a:rPr>
                        <m:t> </m:t>
                      </m:r>
                      <m:r>
                        <m:rPr>
                          <m:sty m:val="p"/>
                        </m:rPr>
                        <a:rPr lang="en-US" sz="2800">
                          <a:solidFill>
                            <a:srgbClr val="000000"/>
                          </a:solidFill>
                          <a:latin typeface="Cambria Math" panose="02040503050406030204" pitchFamily="18" charset="0"/>
                        </a:rPr>
                        <m:t>W</m:t>
                      </m:r>
                      <m:r>
                        <a:rPr lang="en-US" sz="2800">
                          <a:solidFill>
                            <a:srgbClr val="000000"/>
                          </a:solidFill>
                          <a:latin typeface="Cambria Math" panose="02040503050406030204" pitchFamily="18" charset="0"/>
                        </a:rPr>
                        <m:t>)</m:t>
                      </m:r>
                    </m:oMath>
                  </m:oMathPara>
                </a14:m>
                <a:endParaRPr lang="en-US" sz="2800" dirty="0"/>
              </a:p>
            </p:txBody>
          </p:sp>
        </mc:Choice>
        <mc:Fallback xmlns="">
          <p:sp>
            <p:nvSpPr>
              <p:cNvPr id="3" name="Object 5">
                <a:extLst>
                  <a:ext uri="{FF2B5EF4-FFF2-40B4-BE49-F238E27FC236}">
                    <a16:creationId xmlns:a16="http://schemas.microsoft.com/office/drawing/2014/main" id="{C010A072-0DF1-7F94-D5EB-B6FB262A3CFE}"/>
                  </a:ext>
                </a:extLst>
              </p:cNvPr>
              <p:cNvSpPr txBox="1">
                <a:spLocks noRot="1" noChangeAspect="1" noMove="1" noResize="1" noEditPoints="1" noAdjustHandles="1" noChangeArrowheads="1" noChangeShapeType="1" noTextEdit="1"/>
              </p:cNvSpPr>
              <p:nvPr/>
            </p:nvSpPr>
            <p:spPr bwMode="auto">
              <a:xfrm>
                <a:off x="6587051" y="3515556"/>
                <a:ext cx="4478692" cy="2522632"/>
              </a:xfrm>
              <a:prstGeom prst="rect">
                <a:avLst/>
              </a:prstGeom>
              <a:blipFill>
                <a:blip r:embed="rId3"/>
                <a:stretch>
                  <a:fillRect/>
                </a:stretch>
              </a:blipFill>
              <a:ln w="19050">
                <a:solidFill>
                  <a:schemeClr val="tx1"/>
                </a:solidFill>
              </a:ln>
            </p:spPr>
            <p:txBody>
              <a:bodyPr/>
              <a:lstStyle/>
              <a:p>
                <a:r>
                  <a:rPr lang="en-US">
                    <a:noFill/>
                  </a:rPr>
                  <a:t> </a:t>
                </a:r>
              </a:p>
            </p:txBody>
          </p:sp>
        </mc:Fallback>
      </mc:AlternateContent>
      <p:sp>
        <p:nvSpPr>
          <p:cNvPr id="4" name="Rectangle 3">
            <a:extLst>
              <a:ext uri="{FF2B5EF4-FFF2-40B4-BE49-F238E27FC236}">
                <a16:creationId xmlns:a16="http://schemas.microsoft.com/office/drawing/2014/main" id="{DE3D936A-0EA9-BB8A-F418-663CC8C69205}"/>
              </a:ext>
            </a:extLst>
          </p:cNvPr>
          <p:cNvSpPr/>
          <p:nvPr/>
        </p:nvSpPr>
        <p:spPr>
          <a:xfrm>
            <a:off x="5775185" y="1073817"/>
            <a:ext cx="4572000" cy="830997"/>
          </a:xfrm>
          <a:prstGeom prst="rect">
            <a:avLst/>
          </a:prstGeom>
        </p:spPr>
        <p:txBody>
          <a:bodyPr>
            <a:spAutoFit/>
          </a:bodyPr>
          <a:lstStyle/>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If </a:t>
            </a:r>
            <a:r>
              <a:rPr lang="en-US" sz="2400" b="1" dirty="0">
                <a:latin typeface="Times New Roman" panose="02020603050405020304" pitchFamily="18" charset="0"/>
                <a:cs typeface="Times New Roman" panose="02020603050405020304" pitchFamily="18" charset="0"/>
              </a:rPr>
              <a:t>a</a:t>
            </a:r>
            <a:r>
              <a:rPr lang="en-US" sz="2400" dirty="0">
                <a:latin typeface="Times New Roman" panose="02020603050405020304" pitchFamily="18" charset="0"/>
                <a:cs typeface="Times New Roman" panose="02020603050405020304" pitchFamily="18" charset="0"/>
              </a:rPr>
              <a:t> = 0: </a:t>
            </a:r>
            <a:r>
              <a:rPr lang="en-US" sz="2400" b="1" dirty="0">
                <a:latin typeface="Times New Roman" panose="02020603050405020304" pitchFamily="18" charset="0"/>
                <a:cs typeface="Times New Roman" panose="02020603050405020304" pitchFamily="18" charset="0"/>
              </a:rPr>
              <a:t>particle in equilibrium </a:t>
            </a:r>
            <a:r>
              <a:rPr lang="en-US" sz="2400" dirty="0">
                <a:latin typeface="Times New Roman" panose="02020603050405020304" pitchFamily="18" charset="0"/>
                <a:cs typeface="Times New Roman" panose="02020603050405020304" pitchFamily="18" charset="0"/>
              </a:rPr>
              <a:t>model </a:t>
            </a:r>
            <a:r>
              <a:rPr lang="en-US" sz="2400" dirty="0">
                <a:latin typeface="Times New Roman" panose="02020603050405020304" pitchFamily="18" charset="0"/>
                <a:cs typeface="Times New Roman" panose="02020603050405020304" pitchFamily="18" charset="0"/>
                <a:sym typeface="Symbol" panose="05050102010706020507" pitchFamily="18" charset="2"/>
              </a:rPr>
              <a:t></a:t>
            </a:r>
            <a:r>
              <a:rPr lang="en-US" sz="2400" dirty="0">
                <a:latin typeface="Times New Roman" panose="02020603050405020304" pitchFamily="18" charset="0"/>
                <a:cs typeface="Times New Roman" panose="02020603050405020304" pitchFamily="18" charset="0"/>
              </a:rPr>
              <a:t> net force on object = 0</a:t>
            </a:r>
            <a:endParaRPr lang="en-US" sz="2400" dirty="0"/>
          </a:p>
        </p:txBody>
      </p:sp>
      <p:grpSp>
        <p:nvGrpSpPr>
          <p:cNvPr id="5" name="Group 4">
            <a:extLst>
              <a:ext uri="{FF2B5EF4-FFF2-40B4-BE49-F238E27FC236}">
                <a16:creationId xmlns:a16="http://schemas.microsoft.com/office/drawing/2014/main" id="{DCD74E1C-BAB4-EF3F-51F4-C1E0AD906B3D}"/>
              </a:ext>
            </a:extLst>
          </p:cNvPr>
          <p:cNvGrpSpPr/>
          <p:nvPr/>
        </p:nvGrpSpPr>
        <p:grpSpPr>
          <a:xfrm>
            <a:off x="1359877" y="1127915"/>
            <a:ext cx="4107995" cy="4647654"/>
            <a:chOff x="520840" y="1751737"/>
            <a:chExt cx="3827219" cy="4411601"/>
          </a:xfrm>
        </p:grpSpPr>
        <p:pic>
          <p:nvPicPr>
            <p:cNvPr id="6" name="Picture 5" descr="Two illustrations show a lamp. In illustration a, the lamp is shown suspended from the ceiling by a metal chain. In illustration b, just the lamp without the chain is shown. In illustration b, an arrow is shown moving downward from the base of the lamp. This arrow is labeled vector F subscript g. Another arrow of the same length is shown moving upward from the top of the lamp. This arrow is labeled vector T.">
              <a:extLst>
                <a:ext uri="{FF2B5EF4-FFF2-40B4-BE49-F238E27FC236}">
                  <a16:creationId xmlns:a16="http://schemas.microsoft.com/office/drawing/2014/main" id="{477E3B42-1894-0BBD-FD17-64812B2E0B0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0840" y="1751737"/>
              <a:ext cx="3200400" cy="4411601"/>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069DFEA-7AA2-27B0-074F-37837020C47E}"/>
                    </a:ext>
                  </a:extLst>
                </p:cNvPr>
                <p:cNvSpPr txBox="1"/>
                <p:nvPr/>
              </p:nvSpPr>
              <p:spPr>
                <a:xfrm>
                  <a:off x="3209724" y="4973215"/>
                  <a:ext cx="1138335" cy="549831"/>
                </a:xfrm>
                <a:prstGeom prst="rect">
                  <a:avLst/>
                </a:prstGeom>
                <a:solidFill>
                  <a:schemeClr val="bg1"/>
                </a:solidFill>
              </p:spPr>
              <p:txBody>
                <a:bodyPr wrap="square" rtlCol="0">
                  <a:spAutoFit/>
                </a:bodyPr>
                <a:lstStyle/>
                <a:p>
                  <a:pPr/>
                  <a14:m>
                    <m:oMathPara xmlns:m="http://schemas.openxmlformats.org/officeDocument/2006/math">
                      <m:oMath>
                        <m:sSub>
                          <m:sSubPr>
                            <m:ctrlPr>
                              <a:rPr lang="en-US" sz="2400" b="0" i="1" smtClean="0">
                                <a:solidFill>
                                  <a:srgbClr val="000000"/>
                                </a:solidFill>
                                <a:latin typeface="Cambria Math" panose="02040503050406030204" pitchFamily="18" charset="0"/>
                              </a:rPr>
                            </m:ctrlPr>
                          </m:sSubPr>
                          <m:e>
                            <m:acc>
                              <m:accPr>
                                <m:chr m:val="⃗"/>
                                <m:ctrlPr>
                                  <a:rPr lang="en-US" sz="2400" b="0" i="0" smtClean="0">
                                    <a:solidFill>
                                      <a:srgbClr val="000000"/>
                                    </a:solidFill>
                                    <a:latin typeface="Cambria Math" panose="02040503050406030204" pitchFamily="18" charset="0"/>
                                  </a:rPr>
                                </m:ctrlPr>
                              </m:accPr>
                              <m:e>
                                <m:r>
                                  <m:rPr>
                                    <m:sty m:val="p"/>
                                  </m:rPr>
                                  <a:rPr lang="en-US" sz="2400" b="0" i="0" smtClean="0">
                                    <a:solidFill>
                                      <a:srgbClr val="000000"/>
                                    </a:solidFill>
                                    <a:latin typeface="Cambria Math" panose="02040503050406030204" pitchFamily="18" charset="0"/>
                                  </a:rPr>
                                  <m:t>F</m:t>
                                </m:r>
                              </m:e>
                            </m:acc>
                          </m:e>
                          <m:sub>
                            <m:r>
                              <m:rPr>
                                <m:sty m:val="p"/>
                              </m:rPr>
                              <a:rPr lang="en-US" sz="2400" b="0" i="0" smtClean="0">
                                <a:solidFill>
                                  <a:srgbClr val="000000"/>
                                </a:solidFill>
                                <a:latin typeface="Cambria Math" panose="02040503050406030204" pitchFamily="18" charset="0"/>
                              </a:rPr>
                              <m:t>g</m:t>
                            </m:r>
                          </m:sub>
                        </m:sSub>
                        <m:r>
                          <a:rPr lang="en-US" sz="2400" b="0" i="0" smtClean="0">
                            <a:solidFill>
                              <a:srgbClr val="000000"/>
                            </a:solidFill>
                            <a:latin typeface="Cambria Math" panose="02040503050406030204" pitchFamily="18" charset="0"/>
                          </a:rPr>
                          <m:t> </m:t>
                        </m:r>
                        <m:r>
                          <m:rPr>
                            <m:sty m:val="p"/>
                          </m:rPr>
                          <a:rPr lang="en-US" sz="2400" b="0" i="0" smtClean="0">
                            <a:solidFill>
                              <a:srgbClr val="000000"/>
                            </a:solidFill>
                            <a:latin typeface="Cambria Math" panose="02040503050406030204" pitchFamily="18" charset="0"/>
                          </a:rPr>
                          <m:t>or</m:t>
                        </m:r>
                        <m:r>
                          <a:rPr lang="en-US" sz="2400" b="0" i="0" smtClean="0">
                            <a:solidFill>
                              <a:srgbClr val="000000"/>
                            </a:solidFill>
                            <a:latin typeface="Cambria Math" panose="02040503050406030204" pitchFamily="18" charset="0"/>
                          </a:rPr>
                          <m:t> </m:t>
                        </m:r>
                        <m:acc>
                          <m:accPr>
                            <m:chr m:val="⃗"/>
                            <m:ctrlPr>
                              <a:rPr lang="en-US" sz="2400" b="0" i="0" smtClean="0">
                                <a:solidFill>
                                  <a:srgbClr val="000000"/>
                                </a:solidFill>
                                <a:latin typeface="Cambria Math" panose="02040503050406030204" pitchFamily="18" charset="0"/>
                              </a:rPr>
                            </m:ctrlPr>
                          </m:accPr>
                          <m:e>
                            <m:r>
                              <m:rPr>
                                <m:sty m:val="p"/>
                              </m:rPr>
                              <a:rPr lang="en-US" sz="2400" b="0" i="0" smtClean="0">
                                <a:solidFill>
                                  <a:srgbClr val="000000"/>
                                </a:solidFill>
                                <a:latin typeface="Cambria Math" panose="02040503050406030204" pitchFamily="18" charset="0"/>
                              </a:rPr>
                              <m:t>W</m:t>
                            </m:r>
                          </m:e>
                        </m:acc>
                        <m:r>
                          <a:rPr lang="en-US" sz="2400" b="0" i="0" smtClean="0">
                            <a:solidFill>
                              <a:srgbClr val="000000"/>
                            </a:solidFill>
                            <a:latin typeface="Cambria Math" panose="02040503050406030204" pitchFamily="18" charset="0"/>
                          </a:rPr>
                          <m:t> </m:t>
                        </m:r>
                      </m:oMath>
                    </m:oMathPara>
                  </a14:m>
                  <a:endParaRPr lang="en-US" sz="2400">
                    <a:latin typeface="Times New Roman" panose="02020603050405020304" pitchFamily="18" charset="0"/>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8069DFEA-7AA2-27B0-074F-37837020C47E}"/>
                    </a:ext>
                  </a:extLst>
                </p:cNvPr>
                <p:cNvSpPr txBox="1">
                  <a:spLocks noRot="1" noChangeAspect="1" noMove="1" noResize="1" noEditPoints="1" noAdjustHandles="1" noChangeArrowheads="1" noChangeShapeType="1" noTextEdit="1"/>
                </p:cNvSpPr>
                <p:nvPr/>
              </p:nvSpPr>
              <p:spPr>
                <a:xfrm>
                  <a:off x="3209724" y="4973215"/>
                  <a:ext cx="1138335" cy="549831"/>
                </a:xfrm>
                <a:prstGeom prst="rect">
                  <a:avLst/>
                </a:prstGeom>
                <a:blipFill>
                  <a:blip r:embed="rId6"/>
                  <a:stretch>
                    <a:fillRect/>
                  </a:stretch>
                </a:blipFill>
              </p:spPr>
              <p:txBody>
                <a:bodyPr/>
                <a:lstStyle/>
                <a:p>
                  <a:r>
                    <a:rPr lang="en-US">
                      <a:noFill/>
                    </a:rPr>
                    <a:t> </a:t>
                  </a:r>
                </a:p>
              </p:txBody>
            </p:sp>
          </mc:Fallback>
        </mc:AlternateContent>
      </p:grpSp>
      <p:sp>
        <p:nvSpPr>
          <p:cNvPr id="8" name="Title 3">
            <a:extLst>
              <a:ext uri="{FF2B5EF4-FFF2-40B4-BE49-F238E27FC236}">
                <a16:creationId xmlns:a16="http://schemas.microsoft.com/office/drawing/2014/main" id="{1F414B40-7733-7288-B9A2-31C05F3CC835}"/>
              </a:ext>
            </a:extLst>
          </p:cNvPr>
          <p:cNvSpPr txBox="1">
            <a:spLocks/>
          </p:cNvSpPr>
          <p:nvPr/>
        </p:nvSpPr>
        <p:spPr>
          <a:xfrm>
            <a:off x="0" y="-7441"/>
            <a:ext cx="12192000" cy="757130"/>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dirty="0">
                <a:latin typeface="Times New Roman" panose="02020603050405020304" pitchFamily="18" charset="0"/>
                <a:ea typeface="STKaiti" panose="020B0503020204020204" pitchFamily="2" charset="-122"/>
                <a:cs typeface="Times New Roman" panose="02020603050405020304" pitchFamily="18" charset="0"/>
              </a:rPr>
              <a:t>Tension Force </a:t>
            </a:r>
          </a:p>
        </p:txBody>
      </p:sp>
    </p:spTree>
    <p:extLst>
      <p:ext uri="{BB962C8B-B14F-4D97-AF65-F5344CB8AC3E}">
        <p14:creationId xmlns:p14="http://schemas.microsoft.com/office/powerpoint/2010/main" val="1578407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B6AA20-9C10-5E5F-FCF2-1612E78EFD54}"/>
              </a:ext>
            </a:extLst>
          </p:cNvPr>
          <p:cNvSpPr>
            <a:spLocks noGrp="1"/>
          </p:cNvSpPr>
          <p:nvPr>
            <p:ph idx="1"/>
          </p:nvPr>
        </p:nvSpPr>
        <p:spPr>
          <a:xfrm>
            <a:off x="838200" y="1216025"/>
            <a:ext cx="10515600" cy="4351338"/>
          </a:xfrm>
        </p:spPr>
        <p:txBody>
          <a:bodyPr>
            <a:normAutofit/>
          </a:bodyPr>
          <a:lstStyle/>
          <a:p>
            <a:pPr marL="0" indent="0">
              <a:buNone/>
            </a:pPr>
            <a:r>
              <a:rPr lang="en-US" sz="3600" dirty="0">
                <a:latin typeface="Times New Roman" panose="02020603050405020304" pitchFamily="18" charset="0"/>
                <a:cs typeface="Times New Roman" panose="02020603050405020304" pitchFamily="18" charset="0"/>
              </a:rPr>
              <a:t>A 20 kg chandelier hangs from the ceiling. What is the </a:t>
            </a:r>
            <a:r>
              <a:rPr lang="en-US" sz="36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tension</a:t>
            </a:r>
            <a:r>
              <a:rPr lang="en-US" sz="3600" dirty="0">
                <a:latin typeface="Times New Roman" panose="02020603050405020304" pitchFamily="18" charset="0"/>
                <a:cs typeface="Times New Roman" panose="02020603050405020304" pitchFamily="18" charset="0"/>
              </a:rPr>
              <a:t> in the wire holding up the chandelier?</a:t>
            </a:r>
          </a:p>
          <a:p>
            <a:pPr marL="0" indent="0">
              <a:buNone/>
            </a:pPr>
            <a:endParaRPr lang="en-US" sz="3600" dirty="0">
              <a:latin typeface="Times New Roman" panose="02020603050405020304" pitchFamily="18" charset="0"/>
              <a:cs typeface="Times New Roman" panose="02020603050405020304" pitchFamily="18" charset="0"/>
            </a:endParaRPr>
          </a:p>
          <a:p>
            <a:pPr marL="514350" indent="-514350">
              <a:buAutoNum type="alphaLcPeriod"/>
            </a:pPr>
            <a:r>
              <a:rPr lang="en-US" sz="3600" dirty="0">
                <a:latin typeface="Times New Roman" panose="02020603050405020304" pitchFamily="18" charset="0"/>
                <a:cs typeface="Times New Roman" panose="02020603050405020304" pitchFamily="18" charset="0"/>
              </a:rPr>
              <a:t>20 kg</a:t>
            </a:r>
          </a:p>
          <a:p>
            <a:pPr marL="514350" indent="-514350">
              <a:buAutoNum type="alphaLcPeriod"/>
            </a:pPr>
            <a:r>
              <a:rPr lang="en-US" sz="3600" dirty="0">
                <a:latin typeface="Times New Roman" panose="02020603050405020304" pitchFamily="18" charset="0"/>
                <a:cs typeface="Times New Roman" panose="02020603050405020304" pitchFamily="18" charset="0"/>
              </a:rPr>
              <a:t>196 N</a:t>
            </a:r>
          </a:p>
          <a:p>
            <a:pPr marL="514350" indent="-514350">
              <a:buAutoNum type="alphaLcPeriod"/>
            </a:pPr>
            <a:r>
              <a:rPr lang="en-US" sz="3600" dirty="0">
                <a:latin typeface="Times New Roman" panose="02020603050405020304" pitchFamily="18" charset="0"/>
                <a:cs typeface="Times New Roman" panose="02020603050405020304" pitchFamily="18" charset="0"/>
              </a:rPr>
              <a:t>20 N</a:t>
            </a:r>
          </a:p>
          <a:p>
            <a:pPr marL="514350" indent="-514350">
              <a:buAutoNum type="alphaLcPeriod"/>
            </a:pPr>
            <a:r>
              <a:rPr lang="en-US" sz="3600" dirty="0">
                <a:latin typeface="Times New Roman" panose="02020603050405020304" pitchFamily="18" charset="0"/>
                <a:cs typeface="Times New Roman" panose="02020603050405020304" pitchFamily="18" charset="0"/>
              </a:rPr>
              <a:t>Not enough information</a:t>
            </a:r>
          </a:p>
        </p:txBody>
      </p:sp>
      <p:sp>
        <p:nvSpPr>
          <p:cNvPr id="4" name="Title 3">
            <a:extLst>
              <a:ext uri="{FF2B5EF4-FFF2-40B4-BE49-F238E27FC236}">
                <a16:creationId xmlns:a16="http://schemas.microsoft.com/office/drawing/2014/main" id="{B449A33D-541B-9686-693E-9F0A7FDAB5E4}"/>
              </a:ext>
            </a:extLst>
          </p:cNvPr>
          <p:cNvSpPr txBox="1">
            <a:spLocks/>
          </p:cNvSpPr>
          <p:nvPr/>
        </p:nvSpPr>
        <p:spPr>
          <a:xfrm>
            <a:off x="0" y="-17994"/>
            <a:ext cx="12192000" cy="840230"/>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5400" b="1" dirty="0">
                <a:latin typeface="Times New Roman" panose="02020603050405020304" pitchFamily="18" charset="0"/>
                <a:ea typeface="STKaiti" panose="020B0503020204020204" pitchFamily="2" charset="-122"/>
                <a:cs typeface="Times New Roman" panose="02020603050405020304" pitchFamily="18" charset="0"/>
              </a:rPr>
              <a:t>CQ#3 </a:t>
            </a:r>
          </a:p>
        </p:txBody>
      </p:sp>
    </p:spTree>
    <p:extLst>
      <p:ext uri="{BB962C8B-B14F-4D97-AF65-F5344CB8AC3E}">
        <p14:creationId xmlns:p14="http://schemas.microsoft.com/office/powerpoint/2010/main" val="36541962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n illustration a shows a car moving down an incline and a graph b shows a free body diagram of the forces acting on the car. In illustration a, a car is shown moving down an incline that is shown to be at an angle theta with the horizontal. The incline is marked as the x axis. Illustration b shows the free body diagram of this illustration, where the car is replaced by a dot. It shows the forces acting on the dot as it moves along the incline labeled as x. Two forces are shown to act on the dot. The vector force F subscript g is shown to act downward, perpendicular to the horizontal. Vector F subscript g is shown to be equal to the product of m and g. This vector is shown to be at an angle theta with the y axis of the slope. Two components of this vector are shown: m g cos theta is along the negative y axis, while m g sin theta is the component along the x axis. The other force that acts on the dot is shown as an upward moving arrow that is perpendicular to the x-axis of the slope and is shown to be placed along the y axis. It is labeled as vector n.">
            <a:extLst>
              <a:ext uri="{FF2B5EF4-FFF2-40B4-BE49-F238E27FC236}">
                <a16:creationId xmlns:a16="http://schemas.microsoft.com/office/drawing/2014/main" id="{0A35F394-649F-54D6-FC07-63146AD082A0}"/>
              </a:ext>
            </a:extLst>
          </p:cNvPr>
          <p:cNvPicPr>
            <a:picLocks noChangeAspect="1"/>
          </p:cNvPicPr>
          <p:nvPr/>
        </p:nvPicPr>
        <p:blipFill>
          <a:blip r:embed="rId2"/>
          <a:stretch>
            <a:fillRect/>
          </a:stretch>
        </p:blipFill>
        <p:spPr>
          <a:xfrm>
            <a:off x="1344958" y="1734841"/>
            <a:ext cx="4282169" cy="3645263"/>
          </a:xfrm>
          <a:prstGeom prst="rect">
            <a:avLst/>
          </a:prstGeom>
        </p:spPr>
      </p:pic>
      <p:sp>
        <p:nvSpPr>
          <p:cNvPr id="5" name="Title 3">
            <a:extLst>
              <a:ext uri="{FF2B5EF4-FFF2-40B4-BE49-F238E27FC236}">
                <a16:creationId xmlns:a16="http://schemas.microsoft.com/office/drawing/2014/main" id="{F8B8A7E7-B5D3-F4B7-BE44-A2757353AF1D}"/>
              </a:ext>
            </a:extLst>
          </p:cNvPr>
          <p:cNvSpPr txBox="1">
            <a:spLocks/>
          </p:cNvSpPr>
          <p:nvPr/>
        </p:nvSpPr>
        <p:spPr>
          <a:xfrm>
            <a:off x="0" y="0"/>
            <a:ext cx="12192000" cy="757130"/>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dirty="0">
                <a:latin typeface="Times New Roman" panose="02020603050405020304" pitchFamily="18" charset="0"/>
                <a:ea typeface="STKaiti" panose="020B0503020204020204" pitchFamily="2" charset="-122"/>
                <a:cs typeface="Times New Roman" panose="02020603050405020304" pitchFamily="18" charset="0"/>
              </a:rPr>
              <a:t>  Free Body Diagram (</a:t>
            </a:r>
            <a:r>
              <a:rPr lang="en-US" sz="48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FBD</a:t>
            </a:r>
            <a:r>
              <a:rPr lang="en-US" sz="4800" b="1" dirty="0">
                <a:latin typeface="Times New Roman" panose="02020603050405020304" pitchFamily="18" charset="0"/>
                <a:ea typeface="STKaiti" panose="020B0503020204020204" pitchFamily="2" charset="-122"/>
                <a:cs typeface="Times New Roman" panose="02020603050405020304" pitchFamily="18" charset="0"/>
              </a:rPr>
              <a:t>) </a:t>
            </a:r>
          </a:p>
        </p:txBody>
      </p:sp>
      <p:sp>
        <p:nvSpPr>
          <p:cNvPr id="6" name="TextBox 5">
            <a:extLst>
              <a:ext uri="{FF2B5EF4-FFF2-40B4-BE49-F238E27FC236}">
                <a16:creationId xmlns:a16="http://schemas.microsoft.com/office/drawing/2014/main" id="{D83310B5-A88B-D03C-ACF5-A08FCBC0051F}"/>
              </a:ext>
            </a:extLst>
          </p:cNvPr>
          <p:cNvSpPr txBox="1"/>
          <p:nvPr/>
        </p:nvSpPr>
        <p:spPr>
          <a:xfrm>
            <a:off x="4149967" y="719018"/>
            <a:ext cx="4423508" cy="707886"/>
          </a:xfrm>
          <a:prstGeom prst="rect">
            <a:avLst/>
          </a:prstGeom>
          <a:noFill/>
        </p:spPr>
        <p:txBody>
          <a:bodyPr wrap="square" rtlCol="0">
            <a:spAutoFit/>
          </a:bodyPr>
          <a:lstStyle/>
          <a:p>
            <a:pPr algn="ctr"/>
            <a:r>
              <a:rPr lang="en-US" sz="4000" u="sng" dirty="0">
                <a:latin typeface="Times New Roman" panose="02020603050405020304" pitchFamily="18" charset="0"/>
                <a:cs typeface="Times New Roman" panose="02020603050405020304" pitchFamily="18" charset="0"/>
              </a:rPr>
              <a:t>Inclined plane</a:t>
            </a:r>
          </a:p>
        </p:txBody>
      </p:sp>
      <p:grpSp>
        <p:nvGrpSpPr>
          <p:cNvPr id="15" name="Group 14">
            <a:extLst>
              <a:ext uri="{FF2B5EF4-FFF2-40B4-BE49-F238E27FC236}">
                <a16:creationId xmlns:a16="http://schemas.microsoft.com/office/drawing/2014/main" id="{7E188023-499C-8ABD-7131-9D214798319A}"/>
              </a:ext>
            </a:extLst>
          </p:cNvPr>
          <p:cNvGrpSpPr/>
          <p:nvPr/>
        </p:nvGrpSpPr>
        <p:grpSpPr>
          <a:xfrm>
            <a:off x="7088553" y="1518876"/>
            <a:ext cx="3751231" cy="4229342"/>
            <a:chOff x="7455876" y="2003427"/>
            <a:chExt cx="3751231" cy="4229342"/>
          </a:xfrm>
        </p:grpSpPr>
        <p:grpSp>
          <p:nvGrpSpPr>
            <p:cNvPr id="7" name="Group 6">
              <a:extLst>
                <a:ext uri="{FF2B5EF4-FFF2-40B4-BE49-F238E27FC236}">
                  <a16:creationId xmlns:a16="http://schemas.microsoft.com/office/drawing/2014/main" id="{7668C518-5B39-9C40-C538-0617825D74E8}"/>
                </a:ext>
              </a:extLst>
            </p:cNvPr>
            <p:cNvGrpSpPr/>
            <p:nvPr/>
          </p:nvGrpSpPr>
          <p:grpSpPr>
            <a:xfrm>
              <a:off x="7455876" y="2003427"/>
              <a:ext cx="3751231" cy="4229342"/>
              <a:chOff x="5383086" y="1938479"/>
              <a:chExt cx="3291840" cy="3854831"/>
            </a:xfrm>
          </p:grpSpPr>
          <p:pic>
            <p:nvPicPr>
              <p:cNvPr id="8" name="Picture 7" descr="An illustration a shows a car moving down an incline and a graph b shows a free body diagram of the forces acting on the car. In illustration a, a car is shown moving down an incline that is shown to be at an angle theta with the horizontal. The incline is marked as the x axis. Illustration b shows the free body diagram of this illustration, where the car is replaced by a dot. It shows the forces acting on the dot as it moves along the incline labeled as x. Two forces are shown to act on the dot. The vector force F subscript g is shown to act downward, perpendicular to the horizontal. Vector F subscript g is shown to be equal to the product of m and g. This vector is shown to be at an angle theta with the y axis of the slope. Two components of this vector are shown: m g cos theta is along the negative y axis, while m g sin theta is the component along the x axis. The other force that acts on the dot is shown as an upward moving arrow that is perpendicular to the x-axis of the slope and is shown to be placed along the y axis. It is labeled as vector n.">
                <a:extLst>
                  <a:ext uri="{FF2B5EF4-FFF2-40B4-BE49-F238E27FC236}">
                    <a16:creationId xmlns:a16="http://schemas.microsoft.com/office/drawing/2014/main" id="{5EC258FB-F755-7B87-9F3C-AF1958F90645}"/>
                  </a:ext>
                </a:extLst>
              </p:cNvPr>
              <p:cNvPicPr>
                <a:picLocks noChangeAspect="1"/>
              </p:cNvPicPr>
              <p:nvPr/>
            </p:nvPicPr>
            <p:blipFill>
              <a:blip r:embed="rId3"/>
              <a:stretch>
                <a:fillRect/>
              </a:stretch>
            </p:blipFill>
            <p:spPr>
              <a:xfrm>
                <a:off x="5383086" y="1938479"/>
                <a:ext cx="3291840" cy="3854831"/>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0B21B74-554C-4566-75C1-E54372F180FF}"/>
                      </a:ext>
                    </a:extLst>
                  </p:cNvPr>
                  <p:cNvSpPr txBox="1"/>
                  <p:nvPr/>
                </p:nvSpPr>
                <p:spPr>
                  <a:xfrm>
                    <a:off x="6941863" y="2630310"/>
                    <a:ext cx="177397" cy="276166"/>
                  </a:xfrm>
                  <a:prstGeom prst="rect">
                    <a:avLst/>
                  </a:prstGeom>
                  <a:solidFill>
                    <a:schemeClr val="bg1"/>
                  </a:solidFill>
                </p:spPr>
                <p:txBody>
                  <a:bodyPr wrap="square" lIns="0" tIns="0" rIns="0" bIns="0" rtlCol="0">
                    <a:spAutoFit/>
                  </a:bodyPr>
                  <a:lstStyle/>
                  <a:p>
                    <a:pPr/>
                    <a14:m>
                      <m:oMathPara xmlns:m="http://schemas.openxmlformats.org/officeDocument/2006/math">
                        <m:oMathParaPr>
                          <m:jc m:val="left"/>
                        </m:oMathParaPr>
                        <m:oMath>
                          <m:acc>
                            <m:accPr>
                              <m:chr m:val="⃗"/>
                              <m:ctrlPr>
                                <a:rPr lang="en-US" sz="1600">
                                  <a:latin typeface="Cambria Math" panose="02040503050406030204" pitchFamily="18" charset="0"/>
                                  <a:cs typeface="Times New Roman" panose="02020603050405020304" pitchFamily="18" charset="0"/>
                                </a:rPr>
                              </m:ctrlPr>
                            </m:accPr>
                            <m:e>
                              <m:r>
                                <m:rPr>
                                  <m:sty m:val="p"/>
                                </m:rPr>
                                <a:rPr lang="en-US" sz="1600">
                                  <a:latin typeface="Cambria Math" panose="02040503050406030204" pitchFamily="18" charset="0"/>
                                  <a:cs typeface="Times New Roman" panose="02020603050405020304" pitchFamily="18" charset="0"/>
                                </a:rPr>
                                <m:t>N</m:t>
                              </m:r>
                            </m:e>
                          </m:acc>
                          <m:r>
                            <a:rPr lang="en-US" sz="1600">
                              <a:latin typeface="Cambria Math" panose="02040503050406030204" pitchFamily="18" charset="0"/>
                              <a:cs typeface="Times New Roman" panose="02020603050405020304" pitchFamily="18" charset="0"/>
                            </a:rPr>
                            <m:t> </m:t>
                          </m:r>
                        </m:oMath>
                      </m:oMathPara>
                    </a14:m>
                    <a:endParaRPr lang="en-US" sz="1600" dirty="0">
                      <a:latin typeface="Times New Roman" panose="02020603050405020304" pitchFamily="18" charset="0"/>
                      <a:cs typeface="Times New Roman" panose="02020603050405020304" pitchFamily="18" charset="0"/>
                    </a:endParaRPr>
                  </a:p>
                </p:txBody>
              </p:sp>
            </mc:Choice>
            <mc:Fallback xmlns="">
              <p:sp>
                <p:nvSpPr>
                  <p:cNvPr id="2" name="TextBox 1">
                    <a:extLst>
                      <a:ext uri="{FF2B5EF4-FFF2-40B4-BE49-F238E27FC236}">
                        <a16:creationId xmlns:a16="http://schemas.microsoft.com/office/drawing/2014/main" id="{4B864E44-C068-E768-8FA1-0727116515A9}"/>
                      </a:ext>
                    </a:extLst>
                  </p:cNvPr>
                  <p:cNvSpPr txBox="1">
                    <a:spLocks noRot="1" noChangeAspect="1" noMove="1" noResize="1" noEditPoints="1" noAdjustHandles="1" noChangeArrowheads="1" noChangeShapeType="1" noTextEdit="1"/>
                  </p:cNvSpPr>
                  <p:nvPr/>
                </p:nvSpPr>
                <p:spPr>
                  <a:xfrm>
                    <a:off x="6941863" y="2630310"/>
                    <a:ext cx="177397" cy="276166"/>
                  </a:xfrm>
                  <a:prstGeom prst="rect">
                    <a:avLst/>
                  </a:prstGeom>
                  <a:blipFill>
                    <a:blip r:embed="rId7"/>
                    <a:stretch>
                      <a:fillRect l="-41379" r="-13793" b="-6522"/>
                    </a:stretch>
                  </a:blipFill>
                </p:spPr>
                <p:txBody>
                  <a:bodyPr/>
                  <a:lstStyle/>
                  <a:p>
                    <a:r>
                      <a:rPr lang="en-US">
                        <a:noFill/>
                      </a:rPr>
                      <a:t> </a:t>
                    </a:r>
                  </a:p>
                </p:txBody>
              </p:sp>
            </mc:Fallback>
          </mc:AlternateContent>
        </p:grpSp>
        <p:cxnSp>
          <p:nvCxnSpPr>
            <p:cNvPr id="11" name="Straight Connector 10">
              <a:extLst>
                <a:ext uri="{FF2B5EF4-FFF2-40B4-BE49-F238E27FC236}">
                  <a16:creationId xmlns:a16="http://schemas.microsoft.com/office/drawing/2014/main" id="{AD36A39F-C399-D4A4-F56B-BE3CE84AFFAF}"/>
                </a:ext>
              </a:extLst>
            </p:cNvPr>
            <p:cNvCxnSpPr>
              <a:cxnSpLocks/>
            </p:cNvCxnSpPr>
            <p:nvPr/>
          </p:nvCxnSpPr>
          <p:spPr>
            <a:xfrm>
              <a:off x="9808308" y="5369171"/>
              <a:ext cx="1039446" cy="0"/>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13" name="Arc 12">
              <a:extLst>
                <a:ext uri="{FF2B5EF4-FFF2-40B4-BE49-F238E27FC236}">
                  <a16:creationId xmlns:a16="http://schemas.microsoft.com/office/drawing/2014/main" id="{E0C6E411-19BB-59BE-3953-A9F03575F214}"/>
                </a:ext>
              </a:extLst>
            </p:cNvPr>
            <p:cNvSpPr/>
            <p:nvPr/>
          </p:nvSpPr>
          <p:spPr>
            <a:xfrm rot="10800000" flipV="1">
              <a:off x="10347568" y="5220675"/>
              <a:ext cx="45719" cy="289170"/>
            </a:xfrm>
            <a:prstGeom prst="arc">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85D42BD8-6361-4BB1-B7F9-E74E34B87A93}"/>
                    </a:ext>
                  </a:extLst>
                </p:cNvPr>
                <p:cNvSpPr txBox="1"/>
                <p:nvPr/>
              </p:nvSpPr>
              <p:spPr>
                <a:xfrm>
                  <a:off x="10044403" y="5149944"/>
                  <a:ext cx="183063" cy="276999"/>
                </a:xfrm>
                <a:prstGeom prst="rect">
                  <a:avLst/>
                </a:prstGeom>
                <a:noFill/>
              </p:spPr>
              <p:txBody>
                <a:bodyPr wrap="none" lIns="0" tIns="0" rIns="0" bIns="0" rtlCol="0">
                  <a:spAutoFit/>
                </a:bodyPr>
                <a:lstStyle/>
                <a:p>
                  <a:pPr/>
                  <a14:m>
                    <m:oMathPara xmlns:m="http://schemas.openxmlformats.org/officeDocument/2006/math">
                      <m:oMath>
                        <m:r>
                          <a:rPr lang="en-US" i="1" smtClean="0">
                            <a:latin typeface="Cambria Math" panose="02040503050406030204" pitchFamily="18" charset="0"/>
                            <a:ea typeface="Cambria Math" panose="02040503050406030204" pitchFamily="18" charset="0"/>
                          </a:rPr>
                          <m:t>𝜃</m:t>
                        </m:r>
                      </m:oMath>
                    </m:oMathPara>
                  </a14:m>
                  <a:endParaRPr lang="en-US" dirty="0"/>
                </a:p>
              </p:txBody>
            </p:sp>
          </mc:Choice>
          <mc:Fallback xmlns="">
            <p:sp>
              <p:nvSpPr>
                <p:cNvPr id="14" name="TextBox 13">
                  <a:extLst>
                    <a:ext uri="{FF2B5EF4-FFF2-40B4-BE49-F238E27FC236}">
                      <a16:creationId xmlns:a16="http://schemas.microsoft.com/office/drawing/2014/main" id="{85D42BD8-6361-4BB1-B7F9-E74E34B87A93}"/>
                    </a:ext>
                  </a:extLst>
                </p:cNvPr>
                <p:cNvSpPr txBox="1">
                  <a:spLocks noRot="1" noChangeAspect="1" noMove="1" noResize="1" noEditPoints="1" noAdjustHandles="1" noChangeArrowheads="1" noChangeShapeType="1" noTextEdit="1"/>
                </p:cNvSpPr>
                <p:nvPr/>
              </p:nvSpPr>
              <p:spPr>
                <a:xfrm>
                  <a:off x="10044403" y="5149944"/>
                  <a:ext cx="183063" cy="276999"/>
                </a:xfrm>
                <a:prstGeom prst="rect">
                  <a:avLst/>
                </a:prstGeom>
                <a:blipFill>
                  <a:blip r:embed="rId8"/>
                  <a:stretch>
                    <a:fillRect l="-30000" r="-30000" b="-6522"/>
                  </a:stretch>
                </a:blipFill>
              </p:spPr>
              <p:txBody>
                <a:bodyPr/>
                <a:lstStyle/>
                <a:p>
                  <a:r>
                    <a:rPr lang="en-US">
                      <a:noFill/>
                    </a:rPr>
                    <a:t> </a:t>
                  </a:r>
                </a:p>
              </p:txBody>
            </p:sp>
          </mc:Fallback>
        </mc:AlternateContent>
      </p:grpSp>
    </p:spTree>
    <p:extLst>
      <p:ext uri="{BB962C8B-B14F-4D97-AF65-F5344CB8AC3E}">
        <p14:creationId xmlns:p14="http://schemas.microsoft.com/office/powerpoint/2010/main" val="1174277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26EB005F-79DD-30FF-B235-3EEE972F00D9}"/>
              </a:ext>
            </a:extLst>
          </p:cNvPr>
          <p:cNvPicPr>
            <a:picLocks noChangeAspect="1"/>
          </p:cNvPicPr>
          <p:nvPr/>
        </p:nvPicPr>
        <p:blipFill>
          <a:blip r:embed="rId2"/>
          <a:stretch>
            <a:fillRect/>
          </a:stretch>
        </p:blipFill>
        <p:spPr>
          <a:xfrm>
            <a:off x="7344540" y="633043"/>
            <a:ext cx="3486369" cy="2850964"/>
          </a:xfrm>
          <a:prstGeom prst="rect">
            <a:avLst/>
          </a:prstGeom>
        </p:spPr>
      </p:pic>
      <p:sp>
        <p:nvSpPr>
          <p:cNvPr id="13" name="Rectangle 12">
            <a:extLst>
              <a:ext uri="{FF2B5EF4-FFF2-40B4-BE49-F238E27FC236}">
                <a16:creationId xmlns:a16="http://schemas.microsoft.com/office/drawing/2014/main" id="{EEBCCD29-970D-D249-3174-CA2C5C1521CA}"/>
              </a:ext>
            </a:extLst>
          </p:cNvPr>
          <p:cNvSpPr/>
          <p:nvPr/>
        </p:nvSpPr>
        <p:spPr>
          <a:xfrm>
            <a:off x="1258279" y="776581"/>
            <a:ext cx="5548923" cy="2252924"/>
          </a:xfrm>
          <a:prstGeom prst="rect">
            <a:avLst/>
          </a:prstGeom>
        </p:spPr>
        <p:txBody>
          <a:bodyPr wrap="square">
            <a:spAutoFit/>
          </a:bodyPr>
          <a:lstStyle/>
          <a:p>
            <a:pPr marL="177404" lvl="1" indent="-177404">
              <a:lnSpc>
                <a:spcPct val="90000"/>
              </a:lnSpc>
              <a:buFont typeface="Wingdings" panose="05000000000000000000" pitchFamily="2" charset="2"/>
              <a:buChar char="§"/>
              <a:defRPr/>
            </a:pPr>
            <a:r>
              <a:rPr lang="en-US" altLang="en-US" sz="2200" dirty="0">
                <a:solidFill>
                  <a:srgbClr val="000000"/>
                </a:solidFill>
                <a:latin typeface="Times New Roman" panose="02020603050405020304" pitchFamily="18" charset="0"/>
                <a:cs typeface="Times New Roman" panose="02020603050405020304" pitchFamily="18" charset="0"/>
              </a:rPr>
              <a:t>The </a:t>
            </a:r>
            <a:r>
              <a:rPr lang="en-US" altLang="en-US" sz="2200" b="1" dirty="0">
                <a:solidFill>
                  <a:srgbClr val="000000"/>
                </a:solidFill>
                <a:latin typeface="Times New Roman" panose="02020603050405020304" pitchFamily="18" charset="0"/>
                <a:cs typeface="Times New Roman" panose="02020603050405020304" pitchFamily="18" charset="0"/>
              </a:rPr>
              <a:t>normal force </a:t>
            </a:r>
            <a:r>
              <a:rPr lang="en-US" altLang="en-US" sz="2200" dirty="0">
                <a:solidFill>
                  <a:srgbClr val="000000"/>
                </a:solidFill>
                <a:latin typeface="Times New Roman" panose="02020603050405020304" pitchFamily="18" charset="0"/>
                <a:cs typeface="Times New Roman" panose="02020603050405020304" pitchFamily="18" charset="0"/>
              </a:rPr>
              <a:t>acts </a:t>
            </a:r>
            <a:r>
              <a:rPr lang="en-US" altLang="en-US" sz="2200" u="sng" dirty="0">
                <a:solidFill>
                  <a:srgbClr val="000000"/>
                </a:solidFill>
                <a:latin typeface="Times New Roman" panose="02020603050405020304" pitchFamily="18" charset="0"/>
                <a:cs typeface="Times New Roman" panose="02020603050405020304" pitchFamily="18" charset="0"/>
              </a:rPr>
              <a:t>perpendicular</a:t>
            </a:r>
            <a:r>
              <a:rPr lang="en-US" altLang="en-US" sz="2200" dirty="0">
                <a:solidFill>
                  <a:srgbClr val="000000"/>
                </a:solidFill>
                <a:latin typeface="Times New Roman" panose="02020603050405020304" pitchFamily="18" charset="0"/>
                <a:cs typeface="Times New Roman" panose="02020603050405020304" pitchFamily="18" charset="0"/>
              </a:rPr>
              <a:t> to the plane. </a:t>
            </a:r>
          </a:p>
          <a:p>
            <a:pPr marL="210741" lvl="1" indent="-210741">
              <a:lnSpc>
                <a:spcPct val="90000"/>
              </a:lnSpc>
              <a:buFont typeface="Wingdings" panose="05000000000000000000" pitchFamily="2" charset="2"/>
              <a:buChar char="§"/>
              <a:defRPr/>
            </a:pPr>
            <a:r>
              <a:rPr lang="en-US" altLang="en-US" sz="2200" dirty="0">
                <a:solidFill>
                  <a:srgbClr val="000000"/>
                </a:solidFill>
                <a:latin typeface="Times New Roman" panose="02020603050405020304" pitchFamily="18" charset="0"/>
                <a:cs typeface="Times New Roman" panose="02020603050405020304" pitchFamily="18" charset="0"/>
              </a:rPr>
              <a:t>The </a:t>
            </a:r>
            <a:r>
              <a:rPr lang="en-US" altLang="en-US" sz="2200" b="1" dirty="0">
                <a:solidFill>
                  <a:srgbClr val="000000"/>
                </a:solidFill>
                <a:latin typeface="Times New Roman" panose="02020603050405020304" pitchFamily="18" charset="0"/>
                <a:cs typeface="Times New Roman" panose="02020603050405020304" pitchFamily="18" charset="0"/>
              </a:rPr>
              <a:t>gravitational force </a:t>
            </a:r>
            <a:r>
              <a:rPr lang="en-US" altLang="en-US" sz="2200" dirty="0">
                <a:solidFill>
                  <a:srgbClr val="000000"/>
                </a:solidFill>
                <a:latin typeface="Times New Roman" panose="02020603050405020304" pitchFamily="18" charset="0"/>
                <a:cs typeface="Times New Roman" panose="02020603050405020304" pitchFamily="18" charset="0"/>
              </a:rPr>
              <a:t>acts </a:t>
            </a:r>
            <a:r>
              <a:rPr lang="en-US" altLang="en-US" sz="2200" u="sng" dirty="0">
                <a:solidFill>
                  <a:srgbClr val="000000"/>
                </a:solidFill>
                <a:latin typeface="Times New Roman" panose="02020603050405020304" pitchFamily="18" charset="0"/>
                <a:cs typeface="Times New Roman" panose="02020603050405020304" pitchFamily="18" charset="0"/>
              </a:rPr>
              <a:t>straight down</a:t>
            </a:r>
            <a:r>
              <a:rPr lang="en-US" altLang="en-US" sz="2200" dirty="0">
                <a:solidFill>
                  <a:srgbClr val="000000"/>
                </a:solidFill>
                <a:latin typeface="Times New Roman" panose="02020603050405020304" pitchFamily="18" charset="0"/>
                <a:cs typeface="Times New Roman" panose="02020603050405020304" pitchFamily="18" charset="0"/>
              </a:rPr>
              <a:t>.</a:t>
            </a:r>
          </a:p>
          <a:p>
            <a:pPr marL="257175" indent="-257175">
              <a:lnSpc>
                <a:spcPct val="90000"/>
              </a:lnSpc>
              <a:buFont typeface="Wingdings" panose="05000000000000000000" pitchFamily="2" charset="2"/>
              <a:buChar char="§"/>
              <a:defRPr/>
            </a:pPr>
            <a:r>
              <a:rPr lang="en-US" altLang="en-US" sz="2200" dirty="0">
                <a:solidFill>
                  <a:srgbClr val="000000"/>
                </a:solidFill>
                <a:latin typeface="Times New Roman" panose="02020603050405020304" pitchFamily="18" charset="0"/>
                <a:cs typeface="Times New Roman" panose="02020603050405020304" pitchFamily="18" charset="0"/>
              </a:rPr>
              <a:t>Choose the coordinate system with </a:t>
            </a:r>
            <a:r>
              <a:rPr lang="en-US" altLang="en-US" sz="2200" i="1" dirty="0">
                <a:solidFill>
                  <a:srgbClr val="FF0000"/>
                </a:solidFill>
                <a:latin typeface="Times New Roman" panose="02020603050405020304" pitchFamily="18" charset="0"/>
                <a:cs typeface="Times New Roman" panose="02020603050405020304" pitchFamily="18" charset="0"/>
              </a:rPr>
              <a:t>x</a:t>
            </a:r>
            <a:r>
              <a:rPr lang="en-US" altLang="en-US" sz="2200" dirty="0">
                <a:solidFill>
                  <a:srgbClr val="FF0000"/>
                </a:solidFill>
                <a:latin typeface="Times New Roman" panose="02020603050405020304" pitchFamily="18" charset="0"/>
                <a:cs typeface="Times New Roman" panose="02020603050405020304" pitchFamily="18" charset="0"/>
              </a:rPr>
              <a:t> along the incline</a:t>
            </a:r>
            <a:r>
              <a:rPr lang="en-US" altLang="en-US" sz="2200" dirty="0">
                <a:solidFill>
                  <a:srgbClr val="000000"/>
                </a:solidFill>
                <a:latin typeface="Times New Roman" panose="02020603050405020304" pitchFamily="18" charset="0"/>
                <a:cs typeface="Times New Roman" panose="02020603050405020304" pitchFamily="18" charset="0"/>
              </a:rPr>
              <a:t> and </a:t>
            </a:r>
            <a:r>
              <a:rPr lang="en-US" altLang="en-US" sz="2200" i="1" dirty="0">
                <a:solidFill>
                  <a:srgbClr val="000000"/>
                </a:solidFill>
                <a:latin typeface="Times New Roman" panose="02020603050405020304" pitchFamily="18" charset="0"/>
                <a:cs typeface="Times New Roman" panose="02020603050405020304" pitchFamily="18" charset="0"/>
              </a:rPr>
              <a:t>y</a:t>
            </a:r>
            <a:r>
              <a:rPr lang="en-US" altLang="en-US" sz="2200" dirty="0">
                <a:solidFill>
                  <a:srgbClr val="000000"/>
                </a:solidFill>
                <a:latin typeface="Times New Roman" panose="02020603050405020304" pitchFamily="18" charset="0"/>
                <a:cs typeface="Times New Roman" panose="02020603050405020304" pitchFamily="18" charset="0"/>
              </a:rPr>
              <a:t> perpendicular to the incline.</a:t>
            </a:r>
          </a:p>
          <a:p>
            <a:pPr marL="257175" indent="-257175">
              <a:lnSpc>
                <a:spcPct val="90000"/>
              </a:lnSpc>
              <a:buFont typeface="Wingdings" panose="05000000000000000000" pitchFamily="2" charset="2"/>
              <a:buChar char="§"/>
              <a:defRPr/>
            </a:pPr>
            <a:r>
              <a:rPr lang="en-US" altLang="en-US" sz="2200" dirty="0">
                <a:solidFill>
                  <a:srgbClr val="000000"/>
                </a:solidFill>
                <a:latin typeface="Times New Roman" panose="02020603050405020304" pitchFamily="18" charset="0"/>
                <a:cs typeface="Times New Roman" panose="02020603050405020304" pitchFamily="18" charset="0"/>
              </a:rPr>
              <a:t>Replace the </a:t>
            </a:r>
            <a:r>
              <a:rPr lang="en-US" altLang="en-US" sz="22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force of gravity</a:t>
            </a:r>
            <a:r>
              <a:rPr lang="en-US" altLang="en-US" sz="2200" dirty="0">
                <a:solidFill>
                  <a:srgbClr val="0070C0"/>
                </a:solidFill>
                <a:latin typeface="Times New Roman" panose="02020603050405020304" pitchFamily="18" charset="0"/>
                <a:cs typeface="Times New Roman" panose="02020603050405020304" pitchFamily="18" charset="0"/>
              </a:rPr>
              <a:t> </a:t>
            </a:r>
            <a:r>
              <a:rPr lang="en-US" altLang="en-US" sz="2200" dirty="0">
                <a:solidFill>
                  <a:srgbClr val="000000"/>
                </a:solidFill>
                <a:latin typeface="Times New Roman" panose="02020603050405020304" pitchFamily="18" charset="0"/>
                <a:cs typeface="Times New Roman" panose="02020603050405020304" pitchFamily="18" charset="0"/>
              </a:rPr>
              <a:t>with its </a:t>
            </a:r>
            <a:r>
              <a:rPr lang="en-US" sz="22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components</a:t>
            </a:r>
            <a:r>
              <a:rPr lang="en-US" altLang="en-US" sz="2200" dirty="0">
                <a:solidFill>
                  <a:srgbClr val="000000"/>
                </a:solidFill>
                <a:latin typeface="Times New Roman" panose="02020603050405020304" pitchFamily="18" charset="0"/>
                <a:cs typeface="Times New Roman" panose="02020603050405020304" pitchFamily="18" charset="0"/>
              </a:rPr>
              <a:t>.</a:t>
            </a:r>
          </a:p>
        </p:txBody>
      </p:sp>
      <p:pic>
        <p:nvPicPr>
          <p:cNvPr id="3" name="Picture 2">
            <a:extLst>
              <a:ext uri="{FF2B5EF4-FFF2-40B4-BE49-F238E27FC236}">
                <a16:creationId xmlns:a16="http://schemas.microsoft.com/office/drawing/2014/main" id="{F65218F5-E1F6-B7B6-CC27-9851370A9311}"/>
              </a:ext>
            </a:extLst>
          </p:cNvPr>
          <p:cNvPicPr>
            <a:picLocks noChangeAspect="1"/>
          </p:cNvPicPr>
          <p:nvPr/>
        </p:nvPicPr>
        <p:blipFill>
          <a:blip r:embed="rId3"/>
          <a:stretch>
            <a:fillRect/>
          </a:stretch>
        </p:blipFill>
        <p:spPr>
          <a:xfrm>
            <a:off x="1433053" y="3274097"/>
            <a:ext cx="4584793" cy="3419429"/>
          </a:xfrm>
          <a:prstGeom prst="rect">
            <a:avLst/>
          </a:prstGeom>
        </p:spPr>
      </p:pic>
      <p:pic>
        <p:nvPicPr>
          <p:cNvPr id="4" name="Picture 3">
            <a:extLst>
              <a:ext uri="{FF2B5EF4-FFF2-40B4-BE49-F238E27FC236}">
                <a16:creationId xmlns:a16="http://schemas.microsoft.com/office/drawing/2014/main" id="{8573ADCA-08B5-43B8-224E-DACFCB998885}"/>
              </a:ext>
            </a:extLst>
          </p:cNvPr>
          <p:cNvPicPr>
            <a:picLocks noChangeAspect="1"/>
          </p:cNvPicPr>
          <p:nvPr/>
        </p:nvPicPr>
        <p:blipFill>
          <a:blip r:embed="rId4"/>
          <a:stretch>
            <a:fillRect/>
          </a:stretch>
        </p:blipFill>
        <p:spPr>
          <a:xfrm>
            <a:off x="7000229" y="3265180"/>
            <a:ext cx="4354232" cy="3536098"/>
          </a:xfrm>
          <a:prstGeom prst="rect">
            <a:avLst/>
          </a:prstGeom>
        </p:spPr>
      </p:pic>
    </p:spTree>
    <p:extLst>
      <p:ext uri="{BB962C8B-B14F-4D97-AF65-F5344CB8AC3E}">
        <p14:creationId xmlns:p14="http://schemas.microsoft.com/office/powerpoint/2010/main" val="8724396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19577"/>
            <a:ext cx="8229600" cy="1097279"/>
          </a:xfrm>
        </p:spPr>
        <p:txBody>
          <a:bodyPr>
            <a:normAutofit/>
          </a:bodyPr>
          <a:lstStyle/>
          <a:p>
            <a:pPr algn="ctr"/>
            <a:r>
              <a:rPr lang="en-US" sz="4000">
                <a:solidFill>
                  <a:schemeClr val="bg1"/>
                </a:solidFill>
                <a:latin typeface="Times New Roman" panose="02020603050405020304" pitchFamily="18" charset="0"/>
                <a:cs typeface="Times New Roman" panose="02020603050405020304" pitchFamily="18" charset="0"/>
              </a:rPr>
              <a:t>Spring Force</a:t>
            </a:r>
          </a:p>
        </p:txBody>
      </p:sp>
      <p:sp>
        <p:nvSpPr>
          <p:cNvPr id="5" name="Content Placeholder 4"/>
          <p:cNvSpPr>
            <a:spLocks noGrp="1"/>
          </p:cNvSpPr>
          <p:nvPr>
            <p:ph sz="quarter" idx="13"/>
          </p:nvPr>
        </p:nvSpPr>
        <p:spPr>
          <a:xfrm>
            <a:off x="1166327" y="945111"/>
            <a:ext cx="9139723" cy="885187"/>
          </a:xfrm>
        </p:spPr>
        <p:txBody>
          <a:bodyPr/>
          <a:lstStyle/>
          <a:p>
            <a:pPr marL="429768">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Springs come in in many forms. When deflected, they push or pull with a spring force.</a:t>
            </a:r>
          </a:p>
        </p:txBody>
      </p:sp>
      <p:sp>
        <p:nvSpPr>
          <p:cNvPr id="12" name="Rectangle 11">
            <a:extLst>
              <a:ext uri="{FF2B5EF4-FFF2-40B4-BE49-F238E27FC236}">
                <a16:creationId xmlns:a16="http://schemas.microsoft.com/office/drawing/2014/main" id="{5109D419-8C45-44F7-B8CC-BA6671820EAD}"/>
              </a:ext>
            </a:extLst>
          </p:cNvPr>
          <p:cNvSpPr/>
          <p:nvPr/>
        </p:nvSpPr>
        <p:spPr>
          <a:xfrm>
            <a:off x="1981200" y="5950595"/>
            <a:ext cx="8229600" cy="461665"/>
          </a:xfrm>
          <a:prstGeom prst="rect">
            <a:avLst/>
          </a:prstGeom>
        </p:spPr>
        <p:txBody>
          <a:bodyPr wrap="square">
            <a:spAutoFit/>
          </a:bodyPr>
          <a:lstStyle/>
          <a:p>
            <a:pPr algn="ctr"/>
            <a:r>
              <a:rPr lang="en-US" sz="2400" b="1">
                <a:latin typeface="Times New Roman" panose="02020603050405020304" pitchFamily="18" charset="0"/>
                <a:cs typeface="Times New Roman" panose="02020603050405020304" pitchFamily="18" charset="0"/>
              </a:rPr>
              <a:t>Restoring force </a:t>
            </a:r>
            <a:r>
              <a:rPr lang="en-US" sz="2400">
                <a:latin typeface="Times New Roman" panose="02020603050405020304" pitchFamily="18" charset="0"/>
                <a:cs typeface="Times New Roman" panose="02020603050405020304" pitchFamily="18" charset="0"/>
                <a:sym typeface="Symbol" panose="05050102010706020507" pitchFamily="18" charset="2"/>
              </a:rPr>
              <a:t> </a:t>
            </a:r>
            <a:r>
              <a:rPr lang="en-US" sz="2400">
                <a:latin typeface="Times New Roman" panose="02020603050405020304" pitchFamily="18" charset="0"/>
                <a:cs typeface="Times New Roman" panose="02020603050405020304" pitchFamily="18" charset="0"/>
              </a:rPr>
              <a:t>always directed toward equilibrium position. </a:t>
            </a:r>
          </a:p>
        </p:txBody>
      </p:sp>
      <p:pic>
        <p:nvPicPr>
          <p:cNvPr id="13" name="Picture 12" descr="Three illustrations show a cube of mass m connected to a horizontal spring, the other end of which is connected to a vertical wall. In each illustration the block is at a different position and the corresponding force exerted by the spring also varies. In illustration a, the spring is stretched horizontally such that the cube is displaced to the right by a distance of x from its equilibrium position of x equal to 0. A leftward horizontal force represented as an arrow above the cube of vector F subscript s is shown. The text mentions when the block is displaced to the right of equilibrium, the force exerted by the spring acts to the left. In illustration b, the spring is at rest horizontally such that the cube is at its equilibrium position of x equal to 0. The force F subscript s is equal to zero. The text mentions when the block is at its equilibrium position, the force exerted by the spring is zero. In illustration c, the spring is compressed horizontally such that the cube is displaced to the left by a distance of x from its equilibrium position of x equal to 0. A rightward horizontal force represented as an arrow above the cube of vector F subscript s is shown. The text mentions when the block is displaced to the left of equilibrium, the force exerted by the spring acts to the right.">
            <a:extLst>
              <a:ext uri="{FF2B5EF4-FFF2-40B4-BE49-F238E27FC236}">
                <a16:creationId xmlns:a16="http://schemas.microsoft.com/office/drawing/2014/main" id="{436E9576-A6C8-421C-A8ED-997C99FEC5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6350" y="1751643"/>
            <a:ext cx="6265656" cy="3936041"/>
          </a:xfrm>
          <a:prstGeom prst="rect">
            <a:avLst/>
          </a:prstGeom>
        </p:spPr>
      </p:pic>
      <p:grpSp>
        <p:nvGrpSpPr>
          <p:cNvPr id="4" name="Group 3">
            <a:extLst>
              <a:ext uri="{FF2B5EF4-FFF2-40B4-BE49-F238E27FC236}">
                <a16:creationId xmlns:a16="http://schemas.microsoft.com/office/drawing/2014/main" id="{3539C52E-E17C-4514-A7F1-7EE1D5AFBF09}"/>
              </a:ext>
            </a:extLst>
          </p:cNvPr>
          <p:cNvGrpSpPr/>
          <p:nvPr/>
        </p:nvGrpSpPr>
        <p:grpSpPr>
          <a:xfrm>
            <a:off x="7811155" y="2314332"/>
            <a:ext cx="2672179" cy="3148131"/>
            <a:chOff x="6072866" y="2470488"/>
            <a:chExt cx="2672179" cy="3148131"/>
          </a:xfrm>
        </p:grpSpPr>
        <p:grpSp>
          <p:nvGrpSpPr>
            <p:cNvPr id="7" name="Group 6">
              <a:extLst>
                <a:ext uri="{FF2B5EF4-FFF2-40B4-BE49-F238E27FC236}">
                  <a16:creationId xmlns:a16="http://schemas.microsoft.com/office/drawing/2014/main" id="{ADE027BA-F6DE-4E57-B4B1-1910AAA9ED83}"/>
                </a:ext>
              </a:extLst>
            </p:cNvPr>
            <p:cNvGrpSpPr/>
            <p:nvPr/>
          </p:nvGrpSpPr>
          <p:grpSpPr>
            <a:xfrm>
              <a:off x="6218957" y="2470488"/>
              <a:ext cx="2033377" cy="1246171"/>
              <a:chOff x="6240368" y="3069378"/>
              <a:chExt cx="2033377" cy="1246171"/>
            </a:xfrm>
          </p:grpSpPr>
          <p:grpSp>
            <p:nvGrpSpPr>
              <p:cNvPr id="8" name="Group 7">
                <a:extLst>
                  <a:ext uri="{FF2B5EF4-FFF2-40B4-BE49-F238E27FC236}">
                    <a16:creationId xmlns:a16="http://schemas.microsoft.com/office/drawing/2014/main" id="{F28C5AEE-C988-43F4-8409-A8AC78A29DFD}"/>
                  </a:ext>
                </a:extLst>
              </p:cNvPr>
              <p:cNvGrpSpPr/>
              <p:nvPr/>
            </p:nvGrpSpPr>
            <p:grpSpPr>
              <a:xfrm>
                <a:off x="6426004" y="3704530"/>
                <a:ext cx="1662104" cy="611019"/>
                <a:chOff x="7481896" y="5004260"/>
                <a:chExt cx="1662104" cy="611019"/>
              </a:xfrm>
            </p:grpSpPr>
            <p:sp>
              <p:nvSpPr>
                <p:cNvPr id="10" name="Rectangle: Rounded Corners 9">
                  <a:extLst>
                    <a:ext uri="{FF2B5EF4-FFF2-40B4-BE49-F238E27FC236}">
                      <a16:creationId xmlns:a16="http://schemas.microsoft.com/office/drawing/2014/main" id="{CF65881F-431D-45B0-BF51-6B7A01BF8B95}"/>
                    </a:ext>
                  </a:extLst>
                </p:cNvPr>
                <p:cNvSpPr/>
                <p:nvPr/>
              </p:nvSpPr>
              <p:spPr>
                <a:xfrm>
                  <a:off x="7481896" y="5004260"/>
                  <a:ext cx="1662104" cy="602398"/>
                </a:xfrm>
                <a:prstGeom prst="roundRect">
                  <a:avLst/>
                </a:prstGeom>
                <a:solidFill>
                  <a:srgbClr val="E2F4F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1" name="Object 10">
                  <a:extLst>
                    <a:ext uri="{FF2B5EF4-FFF2-40B4-BE49-F238E27FC236}">
                      <a16:creationId xmlns:a16="http://schemas.microsoft.com/office/drawing/2014/main" id="{80E079E3-DFD8-4E66-A423-9BF722704FCB}"/>
                    </a:ext>
                  </a:extLst>
                </p:cNvPr>
                <p:cNvGraphicFramePr>
                  <a:graphicFrameLocks noChangeAspect="1"/>
                </p:cNvGraphicFramePr>
                <p:nvPr/>
              </p:nvGraphicFramePr>
              <p:xfrm>
                <a:off x="7534761" y="5023141"/>
                <a:ext cx="1550987" cy="592138"/>
              </p:xfrm>
              <a:graphic>
                <a:graphicData uri="http://schemas.openxmlformats.org/presentationml/2006/ole">
                  <mc:AlternateContent xmlns:mc="http://schemas.openxmlformats.org/markup-compatibility/2006">
                    <mc:Choice xmlns:v="urn:schemas-microsoft-com:vml" Requires="v">
                      <p:oleObj name="Equation" r:id="rId4" imgW="495000" imgH="190440" progId="Equation.DSMT4">
                        <p:embed/>
                      </p:oleObj>
                    </mc:Choice>
                    <mc:Fallback>
                      <p:oleObj name="Equation" r:id="rId4" imgW="495000" imgH="190440" progId="Equation.DSMT4">
                        <p:embed/>
                        <p:pic>
                          <p:nvPicPr>
                            <p:cNvPr id="11" name="Object 10">
                              <a:extLst>
                                <a:ext uri="{FF2B5EF4-FFF2-40B4-BE49-F238E27FC236}">
                                  <a16:creationId xmlns:a16="http://schemas.microsoft.com/office/drawing/2014/main" id="{80E079E3-DFD8-4E66-A423-9BF722704FCB}"/>
                                </a:ext>
                              </a:extLst>
                            </p:cNvPr>
                            <p:cNvPicPr>
                              <a:picLocks noChangeAspect="1" noChangeArrowheads="1"/>
                            </p:cNvPicPr>
                            <p:nvPr/>
                          </p:nvPicPr>
                          <p:blipFill>
                            <a:blip r:embed="rId5"/>
                            <a:srcRect/>
                            <a:stretch>
                              <a:fillRect/>
                            </a:stretch>
                          </p:blipFill>
                          <p:spPr bwMode="auto">
                            <a:xfrm>
                              <a:off x="7534761" y="5023141"/>
                              <a:ext cx="1550987" cy="592138"/>
                            </a:xfrm>
                            <a:prstGeom prst="rect">
                              <a:avLst/>
                            </a:prstGeom>
                            <a:noFill/>
                          </p:spPr>
                        </p:pic>
                      </p:oleObj>
                    </mc:Fallback>
                  </mc:AlternateContent>
                </a:graphicData>
              </a:graphic>
            </p:graphicFrame>
          </p:grpSp>
          <p:sp>
            <p:nvSpPr>
              <p:cNvPr id="9" name="Rectangle 8">
                <a:extLst>
                  <a:ext uri="{FF2B5EF4-FFF2-40B4-BE49-F238E27FC236}">
                    <a16:creationId xmlns:a16="http://schemas.microsoft.com/office/drawing/2014/main" id="{C11C15E3-5EA7-424A-B897-4C0ED9C6F61B}"/>
                  </a:ext>
                </a:extLst>
              </p:cNvPr>
              <p:cNvSpPr/>
              <p:nvPr/>
            </p:nvSpPr>
            <p:spPr>
              <a:xfrm>
                <a:off x="6240368" y="3069378"/>
                <a:ext cx="2033377" cy="492443"/>
              </a:xfrm>
              <a:prstGeom prst="rect">
                <a:avLst/>
              </a:prstGeom>
            </p:spPr>
            <p:txBody>
              <a:bodyPr wrap="none">
                <a:spAutoFit/>
              </a:bodyPr>
              <a:lstStyle/>
              <a:p>
                <a:r>
                  <a:rPr lang="en-US" sz="2600" b="1">
                    <a:latin typeface="Times New Roman" panose="02020603050405020304" pitchFamily="18" charset="0"/>
                    <a:cs typeface="Times New Roman" panose="02020603050405020304" pitchFamily="18" charset="0"/>
                  </a:rPr>
                  <a:t>Hooke’s law:</a:t>
                </a:r>
                <a:endParaRPr lang="en-US" sz="2600"/>
              </a:p>
            </p:txBody>
          </p:sp>
        </p:grpSp>
        <p:sp>
          <p:nvSpPr>
            <p:cNvPr id="14" name="TextBox 13">
              <a:extLst>
                <a:ext uri="{FF2B5EF4-FFF2-40B4-BE49-F238E27FC236}">
                  <a16:creationId xmlns:a16="http://schemas.microsoft.com/office/drawing/2014/main" id="{6632D4F3-20DC-46C1-94A3-F00FE4E1B1F3}"/>
                </a:ext>
              </a:extLst>
            </p:cNvPr>
            <p:cNvSpPr txBox="1"/>
            <p:nvPr/>
          </p:nvSpPr>
          <p:spPr>
            <a:xfrm>
              <a:off x="6072866" y="3895070"/>
              <a:ext cx="2672179" cy="1723549"/>
            </a:xfrm>
            <a:prstGeom prst="rect">
              <a:avLst/>
            </a:prstGeom>
            <a:noFill/>
          </p:spPr>
          <p:txBody>
            <a:bodyPr wrap="square">
              <a:spAutoFit/>
            </a:bodyPr>
            <a:lstStyle/>
            <a:p>
              <a:pPr>
                <a:spcAft>
                  <a:spcPts val="600"/>
                </a:spcAft>
              </a:pPr>
              <a:r>
                <a:rPr lang="en-US" sz="2400" i="1">
                  <a:latin typeface="Times New Roman" panose="02020603050405020304" pitchFamily="18" charset="0"/>
                  <a:cs typeface="Times New Roman" panose="02020603050405020304" pitchFamily="18" charset="0"/>
                </a:rPr>
                <a:t>F</a:t>
              </a:r>
              <a:r>
                <a:rPr lang="en-US" sz="2400" baseline="-25000">
                  <a:latin typeface="Times New Roman" panose="02020603050405020304" pitchFamily="18" charset="0"/>
                  <a:cs typeface="Times New Roman" panose="02020603050405020304" pitchFamily="18" charset="0"/>
                </a:rPr>
                <a:t>s</a:t>
              </a:r>
              <a:r>
                <a:rPr lang="en-US" sz="2400">
                  <a:latin typeface="Times New Roman" panose="02020603050405020304" pitchFamily="18" charset="0"/>
                  <a:cs typeface="Times New Roman" panose="02020603050405020304" pitchFamily="18" charset="0"/>
                </a:rPr>
                <a:t> = spring force</a:t>
              </a:r>
            </a:p>
            <a:p>
              <a:pPr>
                <a:spcAft>
                  <a:spcPts val="600"/>
                </a:spcAft>
              </a:pPr>
              <a:r>
                <a:rPr lang="en-US" sz="2400" i="1">
                  <a:latin typeface="Times New Roman" panose="02020603050405020304" pitchFamily="18" charset="0"/>
                  <a:cs typeface="Times New Roman" panose="02020603050405020304" pitchFamily="18" charset="0"/>
                </a:rPr>
                <a:t>k</a:t>
              </a:r>
              <a:r>
                <a:rPr lang="en-US" sz="2400">
                  <a:latin typeface="Times New Roman" panose="02020603050405020304" pitchFamily="18" charset="0"/>
                  <a:cs typeface="Times New Roman" panose="02020603050405020304" pitchFamily="18" charset="0"/>
                </a:rPr>
                <a:t> = spring constant</a:t>
              </a:r>
            </a:p>
            <a:p>
              <a:pPr>
                <a:spcAft>
                  <a:spcPts val="600"/>
                </a:spcAft>
              </a:pPr>
              <a:r>
                <a:rPr lang="en-US" sz="2400" i="1">
                  <a:latin typeface="Times New Roman" panose="02020603050405020304" pitchFamily="18" charset="0"/>
                  <a:cs typeface="Times New Roman" panose="02020603050405020304" pitchFamily="18" charset="0"/>
                </a:rPr>
                <a:t>x</a:t>
              </a:r>
              <a:r>
                <a:rPr lang="en-US" sz="2400">
                  <a:latin typeface="Times New Roman" panose="02020603050405020304" pitchFamily="18" charset="0"/>
                  <a:cs typeface="Times New Roman" panose="02020603050405020304" pitchFamily="18" charset="0"/>
                </a:rPr>
                <a:t> = spring stretch or compression</a:t>
              </a:r>
            </a:p>
          </p:txBody>
        </p:sp>
      </p:grpSp>
      <mc:AlternateContent xmlns:mc="http://schemas.openxmlformats.org/markup-compatibility/2006" xmlns:a14="http://schemas.microsoft.com/office/drawing/2010/main">
        <mc:Choice Requires="a14">
          <p:sp>
            <p:nvSpPr>
              <p:cNvPr id="3" name="Title 3">
                <a:extLst>
                  <a:ext uri="{FF2B5EF4-FFF2-40B4-BE49-F238E27FC236}">
                    <a16:creationId xmlns:a16="http://schemas.microsoft.com/office/drawing/2014/main" id="{B52EF09E-5FE8-AC4B-2FDB-4CE343B3A2FA}"/>
                  </a:ext>
                </a:extLst>
              </p:cNvPr>
              <p:cNvSpPr txBox="1">
                <a:spLocks/>
              </p:cNvSpPr>
              <p:nvPr/>
            </p:nvSpPr>
            <p:spPr>
              <a:xfrm>
                <a:off x="0" y="-17057"/>
                <a:ext cx="12192000" cy="806824"/>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600" b="1" dirty="0">
                    <a:latin typeface="Times New Roman" panose="02020603050405020304" pitchFamily="18" charset="0"/>
                    <a:ea typeface="STKaiti" panose="020B0503020204020204" pitchFamily="2" charset="-122"/>
                    <a:cs typeface="Times New Roman" panose="02020603050405020304" pitchFamily="18" charset="0"/>
                  </a:rPr>
                  <a:t>Spring Force (</a:t>
                </a:r>
                <a14:m>
                  <m:oMath xmlns:m="http://schemas.openxmlformats.org/officeDocument/2006/math">
                    <m:sSub>
                      <m:sSubPr>
                        <m:ctrlPr>
                          <a:rPr lang="en-US" sz="4600" b="1" i="1" dirty="0">
                            <a:solidFill>
                              <a:srgbClr val="0000FF"/>
                            </a:solidFill>
                            <a:latin typeface="Cambria Math" panose="02040503050406030204" pitchFamily="18" charset="0"/>
                            <a:ea typeface="STKaiti" panose="020B0503020204020204" pitchFamily="2" charset="-122"/>
                            <a:cs typeface="Times New Roman" panose="02020603050405020304" pitchFamily="18" charset="0"/>
                          </a:rPr>
                        </m:ctrlPr>
                      </m:sSubPr>
                      <m:e>
                        <m:acc>
                          <m:accPr>
                            <m:chr m:val="⃗"/>
                            <m:ctrlPr>
                              <a:rPr lang="en-US" sz="4600" b="1" dirty="0">
                                <a:solidFill>
                                  <a:srgbClr val="0000FF"/>
                                </a:solidFill>
                                <a:latin typeface="Cambria Math" panose="02040503050406030204" pitchFamily="18" charset="0"/>
                                <a:ea typeface="STKaiti" panose="020B0503020204020204" pitchFamily="2" charset="-122"/>
                                <a:cs typeface="Times New Roman" panose="02020603050405020304" pitchFamily="18" charset="0"/>
                              </a:rPr>
                            </m:ctrlPr>
                          </m:accPr>
                          <m:e>
                            <m:r>
                              <a:rPr lang="en-US" sz="4600" b="1" dirty="0">
                                <a:solidFill>
                                  <a:srgbClr val="0000FF"/>
                                </a:solidFill>
                                <a:latin typeface="Cambria Math" panose="02040503050406030204" pitchFamily="18" charset="0"/>
                                <a:ea typeface="STKaiti" panose="020B0503020204020204" pitchFamily="2" charset="-122"/>
                                <a:cs typeface="Times New Roman" panose="02020603050405020304" pitchFamily="18" charset="0"/>
                              </a:rPr>
                              <m:t>𝐅</m:t>
                            </m:r>
                          </m:e>
                        </m:acc>
                      </m:e>
                      <m:sub>
                        <m:r>
                          <m:rPr>
                            <m:sty m:val="p"/>
                          </m:rPr>
                          <a:rPr lang="en-US" sz="4600" b="1" i="1" dirty="0" smtClean="0">
                            <a:solidFill>
                              <a:srgbClr val="0000FF"/>
                            </a:solidFill>
                            <a:latin typeface="Cambria Math" panose="02040503050406030204" pitchFamily="18" charset="0"/>
                            <a:ea typeface="STKaiti" panose="020B0503020204020204" pitchFamily="2" charset="-122"/>
                            <a:cs typeface="Times New Roman" panose="02020603050405020304" pitchFamily="18" charset="0"/>
                          </a:rPr>
                          <m:t>s</m:t>
                        </m:r>
                      </m:sub>
                    </m:sSub>
                  </m:oMath>
                </a14:m>
                <a:r>
                  <a:rPr lang="en-US" sz="4600" b="1" dirty="0">
                    <a:latin typeface="Times New Roman" panose="02020603050405020304" pitchFamily="18" charset="0"/>
                    <a:ea typeface="STKaiti" panose="020B0503020204020204" pitchFamily="2" charset="-122"/>
                    <a:cs typeface="Times New Roman" panose="02020603050405020304" pitchFamily="18" charset="0"/>
                  </a:rPr>
                  <a:t>)</a:t>
                </a:r>
              </a:p>
            </p:txBody>
          </p:sp>
        </mc:Choice>
        <mc:Fallback xmlns="">
          <p:sp>
            <p:nvSpPr>
              <p:cNvPr id="3" name="Title 3">
                <a:extLst>
                  <a:ext uri="{FF2B5EF4-FFF2-40B4-BE49-F238E27FC236}">
                    <a16:creationId xmlns:a16="http://schemas.microsoft.com/office/drawing/2014/main" id="{B52EF09E-5FE8-AC4B-2FDB-4CE343B3A2FA}"/>
                  </a:ext>
                </a:extLst>
              </p:cNvPr>
              <p:cNvSpPr txBox="1">
                <a:spLocks noRot="1" noChangeAspect="1" noMove="1" noResize="1" noEditPoints="1" noAdjustHandles="1" noChangeArrowheads="1" noChangeShapeType="1" noTextEdit="1"/>
              </p:cNvSpPr>
              <p:nvPr/>
            </p:nvSpPr>
            <p:spPr>
              <a:xfrm>
                <a:off x="0" y="-17057"/>
                <a:ext cx="12192000" cy="806824"/>
              </a:xfrm>
              <a:prstGeom prst="rect">
                <a:avLst/>
              </a:prstGeom>
              <a:blipFill>
                <a:blip r:embed="rId6"/>
                <a:stretch>
                  <a:fillRect t="-15038" b="-37594"/>
                </a:stretch>
              </a:blipFill>
            </p:spPr>
            <p:txBody>
              <a:bodyPr/>
              <a:lstStyle/>
              <a:p>
                <a:r>
                  <a:rPr lang="en-US">
                    <a:noFill/>
                  </a:rPr>
                  <a:t> </a:t>
                </a:r>
              </a:p>
            </p:txBody>
          </p:sp>
        </mc:Fallback>
      </mc:AlternateContent>
      <p:grpSp>
        <p:nvGrpSpPr>
          <p:cNvPr id="31" name="Group 30">
            <a:extLst>
              <a:ext uri="{FF2B5EF4-FFF2-40B4-BE49-F238E27FC236}">
                <a16:creationId xmlns:a16="http://schemas.microsoft.com/office/drawing/2014/main" id="{55FED91F-8DB7-735F-59BE-2C7213E15C9B}"/>
              </a:ext>
            </a:extLst>
          </p:cNvPr>
          <p:cNvGrpSpPr/>
          <p:nvPr/>
        </p:nvGrpSpPr>
        <p:grpSpPr>
          <a:xfrm>
            <a:off x="10360418" y="3007523"/>
            <a:ext cx="391320" cy="342720"/>
            <a:chOff x="10360418" y="3007523"/>
            <a:chExt cx="391320" cy="342720"/>
          </a:xfrm>
        </p:grpSpPr>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9CE28B61-4A78-5D7F-E268-DE8DD2A391E4}"/>
                    </a:ext>
                  </a:extLst>
                </p14:cNvPr>
                <p14:cNvContentPartPr/>
                <p14:nvPr/>
              </p14:nvContentPartPr>
              <p14:xfrm>
                <a:off x="10360418" y="3007523"/>
                <a:ext cx="14040" cy="342720"/>
              </p14:xfrm>
            </p:contentPart>
          </mc:Choice>
          <mc:Fallback xmlns="">
            <p:pic>
              <p:nvPicPr>
                <p:cNvPr id="6" name="Ink 5">
                  <a:extLst>
                    <a:ext uri="{FF2B5EF4-FFF2-40B4-BE49-F238E27FC236}">
                      <a16:creationId xmlns:a16="http://schemas.microsoft.com/office/drawing/2014/main" id="{9CE28B61-4A78-5D7F-E268-DE8DD2A391E4}"/>
                    </a:ext>
                  </a:extLst>
                </p:cNvPr>
                <p:cNvPicPr/>
                <p:nvPr/>
              </p:nvPicPr>
              <p:blipFill>
                <a:blip r:embed="rId8"/>
                <a:stretch>
                  <a:fillRect/>
                </a:stretch>
              </p:blipFill>
              <p:spPr>
                <a:xfrm>
                  <a:off x="10351778" y="2998883"/>
                  <a:ext cx="31680" cy="3603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5" name="Ink 14">
                  <a:extLst>
                    <a:ext uri="{FF2B5EF4-FFF2-40B4-BE49-F238E27FC236}">
                      <a16:creationId xmlns:a16="http://schemas.microsoft.com/office/drawing/2014/main" id="{2E364F16-5C2A-8FB6-5C17-1FE6F6965FC9}"/>
                    </a:ext>
                  </a:extLst>
                </p14:cNvPr>
                <p14:cNvContentPartPr/>
                <p14:nvPr/>
              </p14:nvContentPartPr>
              <p14:xfrm>
                <a:off x="10377338" y="3019403"/>
                <a:ext cx="174600" cy="14040"/>
              </p14:xfrm>
            </p:contentPart>
          </mc:Choice>
          <mc:Fallback xmlns="">
            <p:pic>
              <p:nvPicPr>
                <p:cNvPr id="15" name="Ink 14">
                  <a:extLst>
                    <a:ext uri="{FF2B5EF4-FFF2-40B4-BE49-F238E27FC236}">
                      <a16:creationId xmlns:a16="http://schemas.microsoft.com/office/drawing/2014/main" id="{2E364F16-5C2A-8FB6-5C17-1FE6F6965FC9}"/>
                    </a:ext>
                  </a:extLst>
                </p:cNvPr>
                <p:cNvPicPr/>
                <p:nvPr/>
              </p:nvPicPr>
              <p:blipFill>
                <a:blip r:embed="rId10"/>
                <a:stretch>
                  <a:fillRect/>
                </a:stretch>
              </p:blipFill>
              <p:spPr>
                <a:xfrm>
                  <a:off x="10368698" y="3010403"/>
                  <a:ext cx="19224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237FDC60-1EED-B2B9-3BA2-A5997C7B6EDA}"/>
                    </a:ext>
                  </a:extLst>
                </p14:cNvPr>
                <p14:cNvContentPartPr/>
                <p14:nvPr/>
              </p14:nvContentPartPr>
              <p14:xfrm>
                <a:off x="10378058" y="3173843"/>
                <a:ext cx="129240" cy="18000"/>
              </p14:xfrm>
            </p:contentPart>
          </mc:Choice>
          <mc:Fallback xmlns="">
            <p:pic>
              <p:nvPicPr>
                <p:cNvPr id="16" name="Ink 15">
                  <a:extLst>
                    <a:ext uri="{FF2B5EF4-FFF2-40B4-BE49-F238E27FC236}">
                      <a16:creationId xmlns:a16="http://schemas.microsoft.com/office/drawing/2014/main" id="{237FDC60-1EED-B2B9-3BA2-A5997C7B6EDA}"/>
                    </a:ext>
                  </a:extLst>
                </p:cNvPr>
                <p:cNvPicPr/>
                <p:nvPr/>
              </p:nvPicPr>
              <p:blipFill>
                <a:blip r:embed="rId12"/>
                <a:stretch>
                  <a:fillRect/>
                </a:stretch>
              </p:blipFill>
              <p:spPr>
                <a:xfrm>
                  <a:off x="10369058" y="3165203"/>
                  <a:ext cx="146880"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7" name="Ink 16">
                  <a:extLst>
                    <a:ext uri="{FF2B5EF4-FFF2-40B4-BE49-F238E27FC236}">
                      <a16:creationId xmlns:a16="http://schemas.microsoft.com/office/drawing/2014/main" id="{D2464C6D-8039-833E-0E43-7940D1591632}"/>
                    </a:ext>
                  </a:extLst>
                </p14:cNvPr>
                <p14:cNvContentPartPr/>
                <p14:nvPr/>
              </p14:nvContentPartPr>
              <p14:xfrm>
                <a:off x="10624658" y="3223163"/>
                <a:ext cx="115200" cy="4680"/>
              </p14:xfrm>
            </p:contentPart>
          </mc:Choice>
          <mc:Fallback xmlns="">
            <p:pic>
              <p:nvPicPr>
                <p:cNvPr id="17" name="Ink 16">
                  <a:extLst>
                    <a:ext uri="{FF2B5EF4-FFF2-40B4-BE49-F238E27FC236}">
                      <a16:creationId xmlns:a16="http://schemas.microsoft.com/office/drawing/2014/main" id="{D2464C6D-8039-833E-0E43-7940D1591632}"/>
                    </a:ext>
                  </a:extLst>
                </p:cNvPr>
                <p:cNvPicPr/>
                <p:nvPr/>
              </p:nvPicPr>
              <p:blipFill>
                <a:blip r:embed="rId14"/>
                <a:stretch>
                  <a:fillRect/>
                </a:stretch>
              </p:blipFill>
              <p:spPr>
                <a:xfrm>
                  <a:off x="10615658" y="3214523"/>
                  <a:ext cx="132840" cy="223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8" name="Ink 17">
                  <a:extLst>
                    <a:ext uri="{FF2B5EF4-FFF2-40B4-BE49-F238E27FC236}">
                      <a16:creationId xmlns:a16="http://schemas.microsoft.com/office/drawing/2014/main" id="{5DBCAF46-029C-4D91-DDD6-B52C27D6FB7E}"/>
                    </a:ext>
                  </a:extLst>
                </p14:cNvPr>
                <p14:cNvContentPartPr/>
                <p14:nvPr/>
              </p14:nvContentPartPr>
              <p14:xfrm>
                <a:off x="10639778" y="3280403"/>
                <a:ext cx="111960" cy="9720"/>
              </p14:xfrm>
            </p:contentPart>
          </mc:Choice>
          <mc:Fallback xmlns="">
            <p:pic>
              <p:nvPicPr>
                <p:cNvPr id="18" name="Ink 17">
                  <a:extLst>
                    <a:ext uri="{FF2B5EF4-FFF2-40B4-BE49-F238E27FC236}">
                      <a16:creationId xmlns:a16="http://schemas.microsoft.com/office/drawing/2014/main" id="{5DBCAF46-029C-4D91-DDD6-B52C27D6FB7E}"/>
                    </a:ext>
                  </a:extLst>
                </p:cNvPr>
                <p:cNvPicPr/>
                <p:nvPr/>
              </p:nvPicPr>
              <p:blipFill>
                <a:blip r:embed="rId16"/>
                <a:stretch>
                  <a:fillRect/>
                </a:stretch>
              </p:blipFill>
              <p:spPr>
                <a:xfrm>
                  <a:off x="10631138" y="3271763"/>
                  <a:ext cx="129600" cy="27360"/>
                </a:xfrm>
                <a:prstGeom prst="rect">
                  <a:avLst/>
                </a:prstGeom>
              </p:spPr>
            </p:pic>
          </mc:Fallback>
        </mc:AlternateContent>
      </p:grpSp>
      <p:grpSp>
        <p:nvGrpSpPr>
          <p:cNvPr id="30" name="Group 29">
            <a:extLst>
              <a:ext uri="{FF2B5EF4-FFF2-40B4-BE49-F238E27FC236}">
                <a16:creationId xmlns:a16="http://schemas.microsoft.com/office/drawing/2014/main" id="{A8B5C9F9-A1D4-C4CD-BBEA-FD98738579B1}"/>
              </a:ext>
            </a:extLst>
          </p:cNvPr>
          <p:cNvGrpSpPr/>
          <p:nvPr/>
        </p:nvGrpSpPr>
        <p:grpSpPr>
          <a:xfrm>
            <a:off x="10889258" y="2993123"/>
            <a:ext cx="1191600" cy="376560"/>
            <a:chOff x="10889258" y="2993123"/>
            <a:chExt cx="1191600" cy="376560"/>
          </a:xfrm>
        </p:grpSpPr>
        <mc:AlternateContent xmlns:mc="http://schemas.openxmlformats.org/markup-compatibility/2006" xmlns:p14="http://schemas.microsoft.com/office/powerpoint/2010/main">
          <mc:Choice Requires="p14">
            <p:contentPart p14:bwMode="auto" r:id="rId17">
              <p14:nvContentPartPr>
                <p14:cNvPr id="19" name="Ink 18">
                  <a:extLst>
                    <a:ext uri="{FF2B5EF4-FFF2-40B4-BE49-F238E27FC236}">
                      <a16:creationId xmlns:a16="http://schemas.microsoft.com/office/drawing/2014/main" id="{66F79984-2A87-9241-B4F5-3F387B2A9726}"/>
                    </a:ext>
                  </a:extLst>
                </p14:cNvPr>
                <p14:cNvContentPartPr/>
                <p14:nvPr/>
              </p14:nvContentPartPr>
              <p14:xfrm>
                <a:off x="10889258" y="3128483"/>
                <a:ext cx="111960" cy="7920"/>
              </p14:xfrm>
            </p:contentPart>
          </mc:Choice>
          <mc:Fallback xmlns="">
            <p:pic>
              <p:nvPicPr>
                <p:cNvPr id="19" name="Ink 18">
                  <a:extLst>
                    <a:ext uri="{FF2B5EF4-FFF2-40B4-BE49-F238E27FC236}">
                      <a16:creationId xmlns:a16="http://schemas.microsoft.com/office/drawing/2014/main" id="{66F79984-2A87-9241-B4F5-3F387B2A9726}"/>
                    </a:ext>
                  </a:extLst>
                </p:cNvPr>
                <p:cNvPicPr/>
                <p:nvPr/>
              </p:nvPicPr>
              <p:blipFill>
                <a:blip r:embed="rId18"/>
                <a:stretch>
                  <a:fillRect/>
                </a:stretch>
              </p:blipFill>
              <p:spPr>
                <a:xfrm>
                  <a:off x="10880258" y="3119843"/>
                  <a:ext cx="12960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0" name="Ink 19">
                  <a:extLst>
                    <a:ext uri="{FF2B5EF4-FFF2-40B4-BE49-F238E27FC236}">
                      <a16:creationId xmlns:a16="http://schemas.microsoft.com/office/drawing/2014/main" id="{3060BD77-3B66-54FC-BE17-18F25E3CA092}"/>
                    </a:ext>
                  </a:extLst>
                </p14:cNvPr>
                <p14:cNvContentPartPr/>
                <p14:nvPr/>
              </p14:nvContentPartPr>
              <p14:xfrm>
                <a:off x="11097338" y="3000683"/>
                <a:ext cx="36360" cy="256680"/>
              </p14:xfrm>
            </p:contentPart>
          </mc:Choice>
          <mc:Fallback xmlns="">
            <p:pic>
              <p:nvPicPr>
                <p:cNvPr id="20" name="Ink 19">
                  <a:extLst>
                    <a:ext uri="{FF2B5EF4-FFF2-40B4-BE49-F238E27FC236}">
                      <a16:creationId xmlns:a16="http://schemas.microsoft.com/office/drawing/2014/main" id="{3060BD77-3B66-54FC-BE17-18F25E3CA092}"/>
                    </a:ext>
                  </a:extLst>
                </p:cNvPr>
                <p:cNvPicPr/>
                <p:nvPr/>
              </p:nvPicPr>
              <p:blipFill>
                <a:blip r:embed="rId20"/>
                <a:stretch>
                  <a:fillRect/>
                </a:stretch>
              </p:blipFill>
              <p:spPr>
                <a:xfrm>
                  <a:off x="11088698" y="2991683"/>
                  <a:ext cx="54000" cy="2743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1" name="Ink 20">
                  <a:extLst>
                    <a:ext uri="{FF2B5EF4-FFF2-40B4-BE49-F238E27FC236}">
                      <a16:creationId xmlns:a16="http://schemas.microsoft.com/office/drawing/2014/main" id="{78C3BDE6-DB43-4BA1-0E94-98FABD4A660C}"/>
                    </a:ext>
                  </a:extLst>
                </p14:cNvPr>
                <p14:cNvContentPartPr/>
                <p14:nvPr/>
              </p14:nvContentPartPr>
              <p14:xfrm>
                <a:off x="11126138" y="3044963"/>
                <a:ext cx="144360" cy="207000"/>
              </p14:xfrm>
            </p:contentPart>
          </mc:Choice>
          <mc:Fallback xmlns="">
            <p:pic>
              <p:nvPicPr>
                <p:cNvPr id="21" name="Ink 20">
                  <a:extLst>
                    <a:ext uri="{FF2B5EF4-FFF2-40B4-BE49-F238E27FC236}">
                      <a16:creationId xmlns:a16="http://schemas.microsoft.com/office/drawing/2014/main" id="{78C3BDE6-DB43-4BA1-0E94-98FABD4A660C}"/>
                    </a:ext>
                  </a:extLst>
                </p:cNvPr>
                <p:cNvPicPr/>
                <p:nvPr/>
              </p:nvPicPr>
              <p:blipFill>
                <a:blip r:embed="rId22"/>
                <a:stretch>
                  <a:fillRect/>
                </a:stretch>
              </p:blipFill>
              <p:spPr>
                <a:xfrm>
                  <a:off x="11117498" y="3035963"/>
                  <a:ext cx="162000" cy="2246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2" name="Ink 21">
                  <a:extLst>
                    <a:ext uri="{FF2B5EF4-FFF2-40B4-BE49-F238E27FC236}">
                      <a16:creationId xmlns:a16="http://schemas.microsoft.com/office/drawing/2014/main" id="{03224010-6A66-44DA-14DB-4B66F458C4FD}"/>
                    </a:ext>
                  </a:extLst>
                </p14:cNvPr>
                <p14:cNvContentPartPr/>
                <p14:nvPr/>
              </p14:nvContentPartPr>
              <p14:xfrm>
                <a:off x="11343938" y="3029123"/>
                <a:ext cx="83880" cy="286920"/>
              </p14:xfrm>
            </p:contentPart>
          </mc:Choice>
          <mc:Fallback xmlns="">
            <p:pic>
              <p:nvPicPr>
                <p:cNvPr id="22" name="Ink 21">
                  <a:extLst>
                    <a:ext uri="{FF2B5EF4-FFF2-40B4-BE49-F238E27FC236}">
                      <a16:creationId xmlns:a16="http://schemas.microsoft.com/office/drawing/2014/main" id="{03224010-6A66-44DA-14DB-4B66F458C4FD}"/>
                    </a:ext>
                  </a:extLst>
                </p:cNvPr>
                <p:cNvPicPr/>
                <p:nvPr/>
              </p:nvPicPr>
              <p:blipFill>
                <a:blip r:embed="rId24"/>
                <a:stretch>
                  <a:fillRect/>
                </a:stretch>
              </p:blipFill>
              <p:spPr>
                <a:xfrm>
                  <a:off x="11335298" y="3020123"/>
                  <a:ext cx="101520" cy="3045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3" name="Ink 22">
                  <a:extLst>
                    <a:ext uri="{FF2B5EF4-FFF2-40B4-BE49-F238E27FC236}">
                      <a16:creationId xmlns:a16="http://schemas.microsoft.com/office/drawing/2014/main" id="{30F78AC0-D851-70F5-9231-C4C894A5CCAE}"/>
                    </a:ext>
                  </a:extLst>
                </p14:cNvPr>
                <p14:cNvContentPartPr/>
                <p14:nvPr/>
              </p14:nvContentPartPr>
              <p14:xfrm>
                <a:off x="11508458" y="3056483"/>
                <a:ext cx="71280" cy="167040"/>
              </p14:xfrm>
            </p:contentPart>
          </mc:Choice>
          <mc:Fallback xmlns="">
            <p:pic>
              <p:nvPicPr>
                <p:cNvPr id="23" name="Ink 22">
                  <a:extLst>
                    <a:ext uri="{FF2B5EF4-FFF2-40B4-BE49-F238E27FC236}">
                      <a16:creationId xmlns:a16="http://schemas.microsoft.com/office/drawing/2014/main" id="{30F78AC0-D851-70F5-9231-C4C894A5CCAE}"/>
                    </a:ext>
                  </a:extLst>
                </p:cNvPr>
                <p:cNvPicPr/>
                <p:nvPr/>
              </p:nvPicPr>
              <p:blipFill>
                <a:blip r:embed="rId26"/>
                <a:stretch>
                  <a:fillRect/>
                </a:stretch>
              </p:blipFill>
              <p:spPr>
                <a:xfrm>
                  <a:off x="11499818" y="3047483"/>
                  <a:ext cx="88920" cy="18468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4" name="Ink 23">
                  <a:extLst>
                    <a:ext uri="{FF2B5EF4-FFF2-40B4-BE49-F238E27FC236}">
                      <a16:creationId xmlns:a16="http://schemas.microsoft.com/office/drawing/2014/main" id="{65DEC148-B0EF-7D25-E7F8-DF39859A3CE8}"/>
                    </a:ext>
                  </a:extLst>
                </p14:cNvPr>
                <p14:cNvContentPartPr/>
                <p14:nvPr/>
              </p14:nvContentPartPr>
              <p14:xfrm>
                <a:off x="11525018" y="3041003"/>
                <a:ext cx="74880" cy="171360"/>
              </p14:xfrm>
            </p:contentPart>
          </mc:Choice>
          <mc:Fallback xmlns="">
            <p:pic>
              <p:nvPicPr>
                <p:cNvPr id="24" name="Ink 23">
                  <a:extLst>
                    <a:ext uri="{FF2B5EF4-FFF2-40B4-BE49-F238E27FC236}">
                      <a16:creationId xmlns:a16="http://schemas.microsoft.com/office/drawing/2014/main" id="{65DEC148-B0EF-7D25-E7F8-DF39859A3CE8}"/>
                    </a:ext>
                  </a:extLst>
                </p:cNvPr>
                <p:cNvPicPr/>
                <p:nvPr/>
              </p:nvPicPr>
              <p:blipFill>
                <a:blip r:embed="rId28"/>
                <a:stretch>
                  <a:fillRect/>
                </a:stretch>
              </p:blipFill>
              <p:spPr>
                <a:xfrm>
                  <a:off x="11516018" y="3032363"/>
                  <a:ext cx="9252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5" name="Ink 24">
                  <a:extLst>
                    <a:ext uri="{FF2B5EF4-FFF2-40B4-BE49-F238E27FC236}">
                      <a16:creationId xmlns:a16="http://schemas.microsoft.com/office/drawing/2014/main" id="{35FD9C56-2B2E-E62D-BF7B-12E3CFD70315}"/>
                    </a:ext>
                  </a:extLst>
                </p14:cNvPr>
                <p14:cNvContentPartPr/>
                <p14:nvPr/>
              </p14:nvContentPartPr>
              <p14:xfrm>
                <a:off x="11644538" y="3152243"/>
                <a:ext cx="57240" cy="12960"/>
              </p14:xfrm>
            </p:contentPart>
          </mc:Choice>
          <mc:Fallback xmlns="">
            <p:pic>
              <p:nvPicPr>
                <p:cNvPr id="25" name="Ink 24">
                  <a:extLst>
                    <a:ext uri="{FF2B5EF4-FFF2-40B4-BE49-F238E27FC236}">
                      <a16:creationId xmlns:a16="http://schemas.microsoft.com/office/drawing/2014/main" id="{35FD9C56-2B2E-E62D-BF7B-12E3CFD70315}"/>
                    </a:ext>
                  </a:extLst>
                </p:cNvPr>
                <p:cNvPicPr/>
                <p:nvPr/>
              </p:nvPicPr>
              <p:blipFill>
                <a:blip r:embed="rId30"/>
                <a:stretch>
                  <a:fillRect/>
                </a:stretch>
              </p:blipFill>
              <p:spPr>
                <a:xfrm>
                  <a:off x="11635898" y="3143243"/>
                  <a:ext cx="7488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6" name="Ink 25">
                  <a:extLst>
                    <a:ext uri="{FF2B5EF4-FFF2-40B4-BE49-F238E27FC236}">
                      <a16:creationId xmlns:a16="http://schemas.microsoft.com/office/drawing/2014/main" id="{3848695C-D763-DB93-8F56-B4922FE45033}"/>
                    </a:ext>
                  </a:extLst>
                </p14:cNvPr>
                <p14:cNvContentPartPr/>
                <p14:nvPr/>
              </p14:nvContentPartPr>
              <p14:xfrm>
                <a:off x="11747498" y="3046763"/>
                <a:ext cx="163440" cy="113040"/>
              </p14:xfrm>
            </p:contentPart>
          </mc:Choice>
          <mc:Fallback xmlns="">
            <p:pic>
              <p:nvPicPr>
                <p:cNvPr id="26" name="Ink 25">
                  <a:extLst>
                    <a:ext uri="{FF2B5EF4-FFF2-40B4-BE49-F238E27FC236}">
                      <a16:creationId xmlns:a16="http://schemas.microsoft.com/office/drawing/2014/main" id="{3848695C-D763-DB93-8F56-B4922FE45033}"/>
                    </a:ext>
                  </a:extLst>
                </p:cNvPr>
                <p:cNvPicPr/>
                <p:nvPr/>
              </p:nvPicPr>
              <p:blipFill>
                <a:blip r:embed="rId32"/>
                <a:stretch>
                  <a:fillRect/>
                </a:stretch>
              </p:blipFill>
              <p:spPr>
                <a:xfrm>
                  <a:off x="11738498" y="3037763"/>
                  <a:ext cx="18108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7" name="Ink 26">
                  <a:extLst>
                    <a:ext uri="{FF2B5EF4-FFF2-40B4-BE49-F238E27FC236}">
                      <a16:creationId xmlns:a16="http://schemas.microsoft.com/office/drawing/2014/main" id="{E7B3BD64-AC07-B044-E3A1-4627F2BF3E03}"/>
                    </a:ext>
                  </a:extLst>
                </p14:cNvPr>
                <p14:cNvContentPartPr/>
                <p14:nvPr/>
              </p14:nvContentPartPr>
              <p14:xfrm>
                <a:off x="11805818" y="3049283"/>
                <a:ext cx="100800" cy="169200"/>
              </p14:xfrm>
            </p:contentPart>
          </mc:Choice>
          <mc:Fallback xmlns="">
            <p:pic>
              <p:nvPicPr>
                <p:cNvPr id="27" name="Ink 26">
                  <a:extLst>
                    <a:ext uri="{FF2B5EF4-FFF2-40B4-BE49-F238E27FC236}">
                      <a16:creationId xmlns:a16="http://schemas.microsoft.com/office/drawing/2014/main" id="{E7B3BD64-AC07-B044-E3A1-4627F2BF3E03}"/>
                    </a:ext>
                  </a:extLst>
                </p:cNvPr>
                <p:cNvPicPr/>
                <p:nvPr/>
              </p:nvPicPr>
              <p:blipFill>
                <a:blip r:embed="rId34"/>
                <a:stretch>
                  <a:fillRect/>
                </a:stretch>
              </p:blipFill>
              <p:spPr>
                <a:xfrm>
                  <a:off x="11797178" y="3040643"/>
                  <a:ext cx="11844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8" name="Ink 27">
                  <a:extLst>
                    <a:ext uri="{FF2B5EF4-FFF2-40B4-BE49-F238E27FC236}">
                      <a16:creationId xmlns:a16="http://schemas.microsoft.com/office/drawing/2014/main" id="{E9A9731D-5DDD-E242-1245-BF62E1E9FCE4}"/>
                    </a:ext>
                  </a:extLst>
                </p14:cNvPr>
                <p14:cNvContentPartPr/>
                <p14:nvPr/>
              </p14:nvContentPartPr>
              <p14:xfrm>
                <a:off x="11941178" y="3160883"/>
                <a:ext cx="53280" cy="90000"/>
              </p14:xfrm>
            </p:contentPart>
          </mc:Choice>
          <mc:Fallback xmlns="">
            <p:pic>
              <p:nvPicPr>
                <p:cNvPr id="28" name="Ink 27">
                  <a:extLst>
                    <a:ext uri="{FF2B5EF4-FFF2-40B4-BE49-F238E27FC236}">
                      <a16:creationId xmlns:a16="http://schemas.microsoft.com/office/drawing/2014/main" id="{E9A9731D-5DDD-E242-1245-BF62E1E9FCE4}"/>
                    </a:ext>
                  </a:extLst>
                </p:cNvPr>
                <p:cNvPicPr/>
                <p:nvPr/>
              </p:nvPicPr>
              <p:blipFill>
                <a:blip r:embed="rId36"/>
                <a:stretch>
                  <a:fillRect/>
                </a:stretch>
              </p:blipFill>
              <p:spPr>
                <a:xfrm>
                  <a:off x="11932178" y="3151883"/>
                  <a:ext cx="70920" cy="10764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9" name="Ink 28">
                  <a:extLst>
                    <a:ext uri="{FF2B5EF4-FFF2-40B4-BE49-F238E27FC236}">
                      <a16:creationId xmlns:a16="http://schemas.microsoft.com/office/drawing/2014/main" id="{36EB16DD-62C6-62CD-1703-ABE0FC4E90BE}"/>
                    </a:ext>
                  </a:extLst>
                </p14:cNvPr>
                <p14:cNvContentPartPr/>
                <p14:nvPr/>
              </p14:nvContentPartPr>
              <p14:xfrm>
                <a:off x="12004898" y="2993123"/>
                <a:ext cx="75960" cy="376560"/>
              </p14:xfrm>
            </p:contentPart>
          </mc:Choice>
          <mc:Fallback xmlns="">
            <p:pic>
              <p:nvPicPr>
                <p:cNvPr id="29" name="Ink 28">
                  <a:extLst>
                    <a:ext uri="{FF2B5EF4-FFF2-40B4-BE49-F238E27FC236}">
                      <a16:creationId xmlns:a16="http://schemas.microsoft.com/office/drawing/2014/main" id="{36EB16DD-62C6-62CD-1703-ABE0FC4E90BE}"/>
                    </a:ext>
                  </a:extLst>
                </p:cNvPr>
                <p:cNvPicPr/>
                <p:nvPr/>
              </p:nvPicPr>
              <p:blipFill>
                <a:blip r:embed="rId38"/>
                <a:stretch>
                  <a:fillRect/>
                </a:stretch>
              </p:blipFill>
              <p:spPr>
                <a:xfrm>
                  <a:off x="11996258" y="2984123"/>
                  <a:ext cx="93600" cy="394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9">
            <p14:nvContentPartPr>
              <p14:cNvPr id="32" name="Ink 31">
                <a:extLst>
                  <a:ext uri="{FF2B5EF4-FFF2-40B4-BE49-F238E27FC236}">
                    <a16:creationId xmlns:a16="http://schemas.microsoft.com/office/drawing/2014/main" id="{9DD9B68A-3F5A-8B44-419C-7C4DDDCFF0BC}"/>
                  </a:ext>
                </a:extLst>
              </p14:cNvPr>
              <p14:cNvContentPartPr/>
              <p14:nvPr/>
            </p14:nvContentPartPr>
            <p14:xfrm>
              <a:off x="8364600" y="722880"/>
              <a:ext cx="3767400" cy="3333960"/>
            </p14:xfrm>
          </p:contentPart>
        </mc:Choice>
        <mc:Fallback xmlns="">
          <p:pic>
            <p:nvPicPr>
              <p:cNvPr id="32" name="Ink 31">
                <a:extLst>
                  <a:ext uri="{FF2B5EF4-FFF2-40B4-BE49-F238E27FC236}">
                    <a16:creationId xmlns:a16="http://schemas.microsoft.com/office/drawing/2014/main" id="{9DD9B68A-3F5A-8B44-419C-7C4DDDCFF0BC}"/>
                  </a:ext>
                </a:extLst>
              </p:cNvPr>
              <p:cNvPicPr/>
              <p:nvPr/>
            </p:nvPicPr>
            <p:blipFill>
              <a:blip r:embed="rId40"/>
              <a:stretch>
                <a:fillRect/>
              </a:stretch>
            </p:blipFill>
            <p:spPr>
              <a:xfrm>
                <a:off x="8355240" y="713520"/>
                <a:ext cx="3786120" cy="3352680"/>
              </a:xfrm>
              <a:prstGeom prst="rect">
                <a:avLst/>
              </a:prstGeom>
            </p:spPr>
          </p:pic>
        </mc:Fallback>
      </mc:AlternateContent>
    </p:spTree>
    <p:extLst>
      <p:ext uri="{BB962C8B-B14F-4D97-AF65-F5344CB8AC3E}">
        <p14:creationId xmlns:p14="http://schemas.microsoft.com/office/powerpoint/2010/main" val="1424231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C08A8F-3CF5-47DC-A8FF-5F6682C5F4FC}"/>
              </a:ext>
            </a:extLst>
          </p:cNvPr>
          <p:cNvSpPr>
            <a:spLocks noGrp="1"/>
          </p:cNvSpPr>
          <p:nvPr>
            <p:ph idx="1"/>
          </p:nvPr>
        </p:nvSpPr>
        <p:spPr>
          <a:xfrm>
            <a:off x="838200" y="972832"/>
            <a:ext cx="10515600" cy="4351338"/>
          </a:xfrm>
        </p:spPr>
        <p:txBody>
          <a:bodyPr>
            <a:normAutofit/>
          </a:bodyPr>
          <a:lstStyle/>
          <a:p>
            <a:pPr marL="0" indent="0">
              <a:buNone/>
            </a:pPr>
            <a:r>
              <a:rPr lang="en-US" sz="3200" dirty="0">
                <a:latin typeface="Times New Roman" panose="02020603050405020304" pitchFamily="18" charset="0"/>
                <a:cs typeface="Times New Roman" panose="02020603050405020304" pitchFamily="18" charset="0"/>
              </a:rPr>
              <a:t>A spring has a spring constant of 50 N/m and is stretched 1 cm. What is the magnitude</a:t>
            </a:r>
            <a:r>
              <a:rPr lang="en-US" sz="32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 </a:t>
            </a:r>
            <a:r>
              <a:rPr lang="en-US" sz="3200" dirty="0">
                <a:latin typeface="Times New Roman" panose="02020603050405020304" pitchFamily="18" charset="0"/>
                <a:ea typeface="STKaiti" panose="020B0503020204020204" pitchFamily="2" charset="-122"/>
                <a:cs typeface="Times New Roman" panose="02020603050405020304" pitchFamily="18" charset="0"/>
              </a:rPr>
              <a:t>of </a:t>
            </a:r>
            <a:r>
              <a:rPr lang="en-US" sz="32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spring force</a:t>
            </a:r>
            <a:r>
              <a:rPr lang="en-US" sz="3200" dirty="0">
                <a:latin typeface="Times New Roman" panose="02020603050405020304" pitchFamily="18" charset="0"/>
                <a:cs typeface="Times New Roman" panose="02020603050405020304" pitchFamily="18" charset="0"/>
              </a:rPr>
              <a:t>?</a:t>
            </a:r>
          </a:p>
          <a:p>
            <a:pPr marL="0" indent="0">
              <a:buNone/>
            </a:pPr>
            <a:endParaRPr lang="en-US" sz="3200" dirty="0">
              <a:latin typeface="Times New Roman" panose="02020603050405020304" pitchFamily="18" charset="0"/>
              <a:cs typeface="Times New Roman" panose="02020603050405020304" pitchFamily="18" charset="0"/>
            </a:endParaRPr>
          </a:p>
          <a:p>
            <a:pPr marL="514350" indent="-514350">
              <a:buAutoNum type="alphaLcPeriod"/>
            </a:pPr>
            <a:r>
              <a:rPr lang="en-US" sz="3200" dirty="0">
                <a:latin typeface="Times New Roman" panose="02020603050405020304" pitchFamily="18" charset="0"/>
                <a:cs typeface="Times New Roman" panose="02020603050405020304" pitchFamily="18" charset="0"/>
              </a:rPr>
              <a:t>50 N</a:t>
            </a:r>
          </a:p>
          <a:p>
            <a:pPr marL="514350" indent="-514350">
              <a:buAutoNum type="alphaLcPeriod"/>
            </a:pPr>
            <a:r>
              <a:rPr lang="en-US" sz="3200" dirty="0">
                <a:latin typeface="Times New Roman" panose="02020603050405020304" pitchFamily="18" charset="0"/>
                <a:cs typeface="Times New Roman" panose="02020603050405020304" pitchFamily="18" charset="0"/>
              </a:rPr>
              <a:t>5 N</a:t>
            </a:r>
          </a:p>
          <a:p>
            <a:pPr marL="514350" indent="-514350">
              <a:buAutoNum type="alphaLcPeriod"/>
            </a:pPr>
            <a:r>
              <a:rPr lang="en-US" sz="3200" dirty="0">
                <a:latin typeface="Times New Roman" panose="02020603050405020304" pitchFamily="18" charset="0"/>
                <a:cs typeface="Times New Roman" panose="02020603050405020304" pitchFamily="18" charset="0"/>
              </a:rPr>
              <a:t>0.5 N</a:t>
            </a:r>
          </a:p>
          <a:p>
            <a:pPr marL="514350" indent="-514350">
              <a:buAutoNum type="alphaLcPeriod"/>
            </a:pPr>
            <a:r>
              <a:rPr lang="en-US" sz="3200" dirty="0">
                <a:latin typeface="Times New Roman" panose="02020603050405020304" pitchFamily="18" charset="0"/>
                <a:cs typeface="Times New Roman" panose="02020603050405020304" pitchFamily="18" charset="0"/>
              </a:rPr>
              <a:t>0 N</a:t>
            </a:r>
          </a:p>
        </p:txBody>
      </p:sp>
      <p:sp>
        <p:nvSpPr>
          <p:cNvPr id="6" name="Title 3">
            <a:extLst>
              <a:ext uri="{FF2B5EF4-FFF2-40B4-BE49-F238E27FC236}">
                <a16:creationId xmlns:a16="http://schemas.microsoft.com/office/drawing/2014/main" id="{DF58FD3E-A798-237C-85C1-C0CB3B1A047D}"/>
              </a:ext>
            </a:extLst>
          </p:cNvPr>
          <p:cNvSpPr txBox="1">
            <a:spLocks/>
          </p:cNvSpPr>
          <p:nvPr/>
        </p:nvSpPr>
        <p:spPr>
          <a:xfrm>
            <a:off x="0" y="1795"/>
            <a:ext cx="12192000" cy="840230"/>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5400" b="1" dirty="0">
                <a:latin typeface="Times New Roman" panose="02020603050405020304" pitchFamily="18" charset="0"/>
                <a:ea typeface="STKaiti" panose="020B0503020204020204" pitchFamily="2" charset="-122"/>
                <a:cs typeface="Times New Roman" panose="02020603050405020304" pitchFamily="18" charset="0"/>
              </a:rPr>
              <a:t>CQ#4 </a:t>
            </a:r>
          </a:p>
        </p:txBody>
      </p:sp>
      <p:grpSp>
        <p:nvGrpSpPr>
          <p:cNvPr id="41" name="Group 40">
            <a:extLst>
              <a:ext uri="{FF2B5EF4-FFF2-40B4-BE49-F238E27FC236}">
                <a16:creationId xmlns:a16="http://schemas.microsoft.com/office/drawing/2014/main" id="{E5A6E0C2-C65A-E1B8-7E21-D2B1A49722FB}"/>
              </a:ext>
            </a:extLst>
          </p:cNvPr>
          <p:cNvGrpSpPr/>
          <p:nvPr/>
        </p:nvGrpSpPr>
        <p:grpSpPr>
          <a:xfrm>
            <a:off x="7963701" y="2279481"/>
            <a:ext cx="970920" cy="333000"/>
            <a:chOff x="7963701" y="2279481"/>
            <a:chExt cx="970920" cy="333000"/>
          </a:xfrm>
        </p:grpSpPr>
        <mc:AlternateContent xmlns:mc="http://schemas.openxmlformats.org/markup-compatibility/2006" xmlns:p14="http://schemas.microsoft.com/office/powerpoint/2010/main">
          <mc:Choice Requires="p14">
            <p:contentPart p14:bwMode="auto" r:id="rId2">
              <p14:nvContentPartPr>
                <p14:cNvPr id="28" name="Ink 27">
                  <a:extLst>
                    <a:ext uri="{FF2B5EF4-FFF2-40B4-BE49-F238E27FC236}">
                      <a16:creationId xmlns:a16="http://schemas.microsoft.com/office/drawing/2014/main" id="{27169A54-73FB-C61B-CE80-542B248577C9}"/>
                    </a:ext>
                  </a:extLst>
                </p14:cNvPr>
                <p14:cNvContentPartPr/>
                <p14:nvPr/>
              </p14:nvContentPartPr>
              <p14:xfrm>
                <a:off x="8589021" y="2341761"/>
                <a:ext cx="360" cy="3240"/>
              </p14:xfrm>
            </p:contentPart>
          </mc:Choice>
          <mc:Fallback xmlns="">
            <p:pic>
              <p:nvPicPr>
                <p:cNvPr id="28" name="Ink 27">
                  <a:extLst>
                    <a:ext uri="{FF2B5EF4-FFF2-40B4-BE49-F238E27FC236}">
                      <a16:creationId xmlns:a16="http://schemas.microsoft.com/office/drawing/2014/main" id="{27169A54-73FB-C61B-CE80-542B248577C9}"/>
                    </a:ext>
                  </a:extLst>
                </p:cNvPr>
                <p:cNvPicPr/>
                <p:nvPr/>
              </p:nvPicPr>
              <p:blipFill>
                <a:blip r:embed="rId3"/>
                <a:stretch>
                  <a:fillRect/>
                </a:stretch>
              </p:blipFill>
              <p:spPr>
                <a:xfrm>
                  <a:off x="8580381" y="2332761"/>
                  <a:ext cx="1800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9" name="Ink 28">
                  <a:extLst>
                    <a:ext uri="{FF2B5EF4-FFF2-40B4-BE49-F238E27FC236}">
                      <a16:creationId xmlns:a16="http://schemas.microsoft.com/office/drawing/2014/main" id="{3B29115A-F455-9B8B-3CE5-7383CA9F2983}"/>
                    </a:ext>
                  </a:extLst>
                </p14:cNvPr>
                <p14:cNvContentPartPr/>
                <p14:nvPr/>
              </p14:nvContentPartPr>
              <p14:xfrm>
                <a:off x="7963701" y="2279481"/>
                <a:ext cx="183600" cy="259200"/>
              </p14:xfrm>
            </p:contentPart>
          </mc:Choice>
          <mc:Fallback xmlns="">
            <p:pic>
              <p:nvPicPr>
                <p:cNvPr id="29" name="Ink 28">
                  <a:extLst>
                    <a:ext uri="{FF2B5EF4-FFF2-40B4-BE49-F238E27FC236}">
                      <a16:creationId xmlns:a16="http://schemas.microsoft.com/office/drawing/2014/main" id="{3B29115A-F455-9B8B-3CE5-7383CA9F2983}"/>
                    </a:ext>
                  </a:extLst>
                </p:cNvPr>
                <p:cNvPicPr/>
                <p:nvPr/>
              </p:nvPicPr>
              <p:blipFill>
                <a:blip r:embed="rId5"/>
                <a:stretch>
                  <a:fillRect/>
                </a:stretch>
              </p:blipFill>
              <p:spPr>
                <a:xfrm>
                  <a:off x="7955061" y="2270481"/>
                  <a:ext cx="201240" cy="2768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519CF6AE-D0AD-5910-23E7-EA08E0E48CD8}"/>
                    </a:ext>
                  </a:extLst>
                </p14:cNvPr>
                <p14:cNvContentPartPr/>
                <p14:nvPr/>
              </p14:nvContentPartPr>
              <p14:xfrm>
                <a:off x="7971261" y="2445081"/>
                <a:ext cx="135720" cy="9000"/>
              </p14:xfrm>
            </p:contentPart>
          </mc:Choice>
          <mc:Fallback xmlns="">
            <p:pic>
              <p:nvPicPr>
                <p:cNvPr id="30" name="Ink 29">
                  <a:extLst>
                    <a:ext uri="{FF2B5EF4-FFF2-40B4-BE49-F238E27FC236}">
                      <a16:creationId xmlns:a16="http://schemas.microsoft.com/office/drawing/2014/main" id="{519CF6AE-D0AD-5910-23E7-EA08E0E48CD8}"/>
                    </a:ext>
                  </a:extLst>
                </p:cNvPr>
                <p:cNvPicPr/>
                <p:nvPr/>
              </p:nvPicPr>
              <p:blipFill>
                <a:blip r:embed="rId7"/>
                <a:stretch>
                  <a:fillRect/>
                </a:stretch>
              </p:blipFill>
              <p:spPr>
                <a:xfrm>
                  <a:off x="7962261" y="2436081"/>
                  <a:ext cx="15336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1" name="Ink 30">
                  <a:extLst>
                    <a:ext uri="{FF2B5EF4-FFF2-40B4-BE49-F238E27FC236}">
                      <a16:creationId xmlns:a16="http://schemas.microsoft.com/office/drawing/2014/main" id="{C422F488-50D1-0A1A-5D62-AAE30DE1D6DC}"/>
                    </a:ext>
                  </a:extLst>
                </p14:cNvPr>
                <p14:cNvContentPartPr/>
                <p14:nvPr/>
              </p14:nvContentPartPr>
              <p14:xfrm>
                <a:off x="8163861" y="2431401"/>
                <a:ext cx="148320" cy="181080"/>
              </p14:xfrm>
            </p:contentPart>
          </mc:Choice>
          <mc:Fallback xmlns="">
            <p:pic>
              <p:nvPicPr>
                <p:cNvPr id="31" name="Ink 30">
                  <a:extLst>
                    <a:ext uri="{FF2B5EF4-FFF2-40B4-BE49-F238E27FC236}">
                      <a16:creationId xmlns:a16="http://schemas.microsoft.com/office/drawing/2014/main" id="{C422F488-50D1-0A1A-5D62-AAE30DE1D6DC}"/>
                    </a:ext>
                  </a:extLst>
                </p:cNvPr>
                <p:cNvPicPr/>
                <p:nvPr/>
              </p:nvPicPr>
              <p:blipFill>
                <a:blip r:embed="rId9"/>
                <a:stretch>
                  <a:fillRect/>
                </a:stretch>
              </p:blipFill>
              <p:spPr>
                <a:xfrm>
                  <a:off x="8154861" y="2422401"/>
                  <a:ext cx="16596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32" name="Ink 31">
                  <a:extLst>
                    <a:ext uri="{FF2B5EF4-FFF2-40B4-BE49-F238E27FC236}">
                      <a16:creationId xmlns:a16="http://schemas.microsoft.com/office/drawing/2014/main" id="{8456BBBC-9AE3-47B2-5A36-1CA1D187774E}"/>
                    </a:ext>
                  </a:extLst>
                </p14:cNvPr>
                <p14:cNvContentPartPr/>
                <p14:nvPr/>
              </p14:nvContentPartPr>
              <p14:xfrm>
                <a:off x="8473101" y="2434641"/>
                <a:ext cx="172440" cy="18000"/>
              </p14:xfrm>
            </p:contentPart>
          </mc:Choice>
          <mc:Fallback xmlns="">
            <p:pic>
              <p:nvPicPr>
                <p:cNvPr id="32" name="Ink 31">
                  <a:extLst>
                    <a:ext uri="{FF2B5EF4-FFF2-40B4-BE49-F238E27FC236}">
                      <a16:creationId xmlns:a16="http://schemas.microsoft.com/office/drawing/2014/main" id="{8456BBBC-9AE3-47B2-5A36-1CA1D187774E}"/>
                    </a:ext>
                  </a:extLst>
                </p:cNvPr>
                <p:cNvPicPr/>
                <p:nvPr/>
              </p:nvPicPr>
              <p:blipFill>
                <a:blip r:embed="rId11"/>
                <a:stretch>
                  <a:fillRect/>
                </a:stretch>
              </p:blipFill>
              <p:spPr>
                <a:xfrm>
                  <a:off x="8464461" y="2426001"/>
                  <a:ext cx="190080"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3" name="Ink 32">
                  <a:extLst>
                    <a:ext uri="{FF2B5EF4-FFF2-40B4-BE49-F238E27FC236}">
                      <a16:creationId xmlns:a16="http://schemas.microsoft.com/office/drawing/2014/main" id="{30C4B70B-6BA5-4534-57F9-317F5E8F8D60}"/>
                    </a:ext>
                  </a:extLst>
                </p14:cNvPr>
                <p14:cNvContentPartPr/>
                <p14:nvPr/>
              </p14:nvContentPartPr>
              <p14:xfrm>
                <a:off x="8495421" y="2500881"/>
                <a:ext cx="175680" cy="6480"/>
              </p14:xfrm>
            </p:contentPart>
          </mc:Choice>
          <mc:Fallback xmlns="">
            <p:pic>
              <p:nvPicPr>
                <p:cNvPr id="33" name="Ink 32">
                  <a:extLst>
                    <a:ext uri="{FF2B5EF4-FFF2-40B4-BE49-F238E27FC236}">
                      <a16:creationId xmlns:a16="http://schemas.microsoft.com/office/drawing/2014/main" id="{30C4B70B-6BA5-4534-57F9-317F5E8F8D60}"/>
                    </a:ext>
                  </a:extLst>
                </p:cNvPr>
                <p:cNvPicPr/>
                <p:nvPr/>
              </p:nvPicPr>
              <p:blipFill>
                <a:blip r:embed="rId13"/>
                <a:stretch>
                  <a:fillRect/>
                </a:stretch>
              </p:blipFill>
              <p:spPr>
                <a:xfrm>
                  <a:off x="8486781" y="2492241"/>
                  <a:ext cx="19332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4" name="Ink 33">
                  <a:extLst>
                    <a:ext uri="{FF2B5EF4-FFF2-40B4-BE49-F238E27FC236}">
                      <a16:creationId xmlns:a16="http://schemas.microsoft.com/office/drawing/2014/main" id="{C25DB8E7-4ED3-0CE9-6F47-4408F1354B61}"/>
                    </a:ext>
                  </a:extLst>
                </p14:cNvPr>
                <p14:cNvContentPartPr/>
                <p14:nvPr/>
              </p14:nvContentPartPr>
              <p14:xfrm>
                <a:off x="8760021" y="2437161"/>
                <a:ext cx="174600" cy="20520"/>
              </p14:xfrm>
            </p:contentPart>
          </mc:Choice>
          <mc:Fallback xmlns="">
            <p:pic>
              <p:nvPicPr>
                <p:cNvPr id="34" name="Ink 33">
                  <a:extLst>
                    <a:ext uri="{FF2B5EF4-FFF2-40B4-BE49-F238E27FC236}">
                      <a16:creationId xmlns:a16="http://schemas.microsoft.com/office/drawing/2014/main" id="{C25DB8E7-4ED3-0CE9-6F47-4408F1354B61}"/>
                    </a:ext>
                  </a:extLst>
                </p:cNvPr>
                <p:cNvPicPr/>
                <p:nvPr/>
              </p:nvPicPr>
              <p:blipFill>
                <a:blip r:embed="rId15"/>
                <a:stretch>
                  <a:fillRect/>
                </a:stretch>
              </p:blipFill>
              <p:spPr>
                <a:xfrm>
                  <a:off x="8751021" y="2428521"/>
                  <a:ext cx="192240" cy="38160"/>
                </a:xfrm>
                <a:prstGeom prst="rect">
                  <a:avLst/>
                </a:prstGeom>
              </p:spPr>
            </p:pic>
          </mc:Fallback>
        </mc:AlternateContent>
      </p:grpSp>
      <p:grpSp>
        <p:nvGrpSpPr>
          <p:cNvPr id="43" name="Group 42">
            <a:extLst>
              <a:ext uri="{FF2B5EF4-FFF2-40B4-BE49-F238E27FC236}">
                <a16:creationId xmlns:a16="http://schemas.microsoft.com/office/drawing/2014/main" id="{18BE3EB0-3DEA-324E-6BA9-76478F8967FF}"/>
              </a:ext>
            </a:extLst>
          </p:cNvPr>
          <p:cNvGrpSpPr/>
          <p:nvPr/>
        </p:nvGrpSpPr>
        <p:grpSpPr>
          <a:xfrm>
            <a:off x="9095901" y="2276601"/>
            <a:ext cx="802080" cy="243720"/>
            <a:chOff x="9095901" y="2276601"/>
            <a:chExt cx="802080" cy="243720"/>
          </a:xfrm>
        </p:grpSpPr>
        <mc:AlternateContent xmlns:mc="http://schemas.openxmlformats.org/markup-compatibility/2006" xmlns:p14="http://schemas.microsoft.com/office/powerpoint/2010/main">
          <mc:Choice Requires="p14">
            <p:contentPart p14:bwMode="auto" r:id="rId16">
              <p14:nvContentPartPr>
                <p14:cNvPr id="35" name="Ink 34">
                  <a:extLst>
                    <a:ext uri="{FF2B5EF4-FFF2-40B4-BE49-F238E27FC236}">
                      <a16:creationId xmlns:a16="http://schemas.microsoft.com/office/drawing/2014/main" id="{0FA22B42-F6FE-15FD-BB53-13DACA643C2D}"/>
                    </a:ext>
                  </a:extLst>
                </p14:cNvPr>
                <p14:cNvContentPartPr/>
                <p14:nvPr/>
              </p14:nvContentPartPr>
              <p14:xfrm>
                <a:off x="9108501" y="2276601"/>
                <a:ext cx="16920" cy="243720"/>
              </p14:xfrm>
            </p:contentPart>
          </mc:Choice>
          <mc:Fallback xmlns="">
            <p:pic>
              <p:nvPicPr>
                <p:cNvPr id="35" name="Ink 34">
                  <a:extLst>
                    <a:ext uri="{FF2B5EF4-FFF2-40B4-BE49-F238E27FC236}">
                      <a16:creationId xmlns:a16="http://schemas.microsoft.com/office/drawing/2014/main" id="{0FA22B42-F6FE-15FD-BB53-13DACA643C2D}"/>
                    </a:ext>
                  </a:extLst>
                </p:cNvPr>
                <p:cNvPicPr/>
                <p:nvPr/>
              </p:nvPicPr>
              <p:blipFill>
                <a:blip r:embed="rId17"/>
                <a:stretch>
                  <a:fillRect/>
                </a:stretch>
              </p:blipFill>
              <p:spPr>
                <a:xfrm>
                  <a:off x="9099501" y="2267601"/>
                  <a:ext cx="34560" cy="2613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36" name="Ink 35">
                  <a:extLst>
                    <a:ext uri="{FF2B5EF4-FFF2-40B4-BE49-F238E27FC236}">
                      <a16:creationId xmlns:a16="http://schemas.microsoft.com/office/drawing/2014/main" id="{1D678189-6816-5424-F4C6-A80782EA80E4}"/>
                    </a:ext>
                  </a:extLst>
                </p14:cNvPr>
                <p14:cNvContentPartPr/>
                <p14:nvPr/>
              </p14:nvContentPartPr>
              <p14:xfrm>
                <a:off x="9095901" y="2322681"/>
                <a:ext cx="174240" cy="186120"/>
              </p14:xfrm>
            </p:contentPart>
          </mc:Choice>
          <mc:Fallback xmlns="">
            <p:pic>
              <p:nvPicPr>
                <p:cNvPr id="36" name="Ink 35">
                  <a:extLst>
                    <a:ext uri="{FF2B5EF4-FFF2-40B4-BE49-F238E27FC236}">
                      <a16:creationId xmlns:a16="http://schemas.microsoft.com/office/drawing/2014/main" id="{1D678189-6816-5424-F4C6-A80782EA80E4}"/>
                    </a:ext>
                  </a:extLst>
                </p:cNvPr>
                <p:cNvPicPr/>
                <p:nvPr/>
              </p:nvPicPr>
              <p:blipFill>
                <a:blip r:embed="rId19"/>
                <a:stretch>
                  <a:fillRect/>
                </a:stretch>
              </p:blipFill>
              <p:spPr>
                <a:xfrm>
                  <a:off x="9087261" y="2314041"/>
                  <a:ext cx="19188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37" name="Ink 36">
                  <a:extLst>
                    <a:ext uri="{FF2B5EF4-FFF2-40B4-BE49-F238E27FC236}">
                      <a16:creationId xmlns:a16="http://schemas.microsoft.com/office/drawing/2014/main" id="{103A723A-704D-1085-6A7A-D2D9D99C9B51}"/>
                    </a:ext>
                  </a:extLst>
                </p14:cNvPr>
                <p14:cNvContentPartPr/>
                <p14:nvPr/>
              </p14:nvContentPartPr>
              <p14:xfrm>
                <a:off x="9400821" y="2303961"/>
                <a:ext cx="185040" cy="178920"/>
              </p14:xfrm>
            </p:contentPart>
          </mc:Choice>
          <mc:Fallback xmlns="">
            <p:pic>
              <p:nvPicPr>
                <p:cNvPr id="37" name="Ink 36">
                  <a:extLst>
                    <a:ext uri="{FF2B5EF4-FFF2-40B4-BE49-F238E27FC236}">
                      <a16:creationId xmlns:a16="http://schemas.microsoft.com/office/drawing/2014/main" id="{103A723A-704D-1085-6A7A-D2D9D99C9B51}"/>
                    </a:ext>
                  </a:extLst>
                </p:cNvPr>
                <p:cNvPicPr/>
                <p:nvPr/>
              </p:nvPicPr>
              <p:blipFill>
                <a:blip r:embed="rId21"/>
                <a:stretch>
                  <a:fillRect/>
                </a:stretch>
              </p:blipFill>
              <p:spPr>
                <a:xfrm>
                  <a:off x="9391821" y="2294961"/>
                  <a:ext cx="202680" cy="1965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38" name="Ink 37">
                  <a:extLst>
                    <a:ext uri="{FF2B5EF4-FFF2-40B4-BE49-F238E27FC236}">
                      <a16:creationId xmlns:a16="http://schemas.microsoft.com/office/drawing/2014/main" id="{3E592286-E30F-4A20-B5A1-34CD7D7B291C}"/>
                    </a:ext>
                  </a:extLst>
                </p14:cNvPr>
                <p14:cNvContentPartPr/>
                <p14:nvPr/>
              </p14:nvContentPartPr>
              <p14:xfrm>
                <a:off x="9662181" y="2298921"/>
                <a:ext cx="89280" cy="152280"/>
              </p14:xfrm>
            </p:contentPart>
          </mc:Choice>
          <mc:Fallback xmlns="">
            <p:pic>
              <p:nvPicPr>
                <p:cNvPr id="38" name="Ink 37">
                  <a:extLst>
                    <a:ext uri="{FF2B5EF4-FFF2-40B4-BE49-F238E27FC236}">
                      <a16:creationId xmlns:a16="http://schemas.microsoft.com/office/drawing/2014/main" id="{3E592286-E30F-4A20-B5A1-34CD7D7B291C}"/>
                    </a:ext>
                  </a:extLst>
                </p:cNvPr>
                <p:cNvPicPr/>
                <p:nvPr/>
              </p:nvPicPr>
              <p:blipFill>
                <a:blip r:embed="rId23"/>
                <a:stretch>
                  <a:fillRect/>
                </a:stretch>
              </p:blipFill>
              <p:spPr>
                <a:xfrm>
                  <a:off x="9653541" y="2289921"/>
                  <a:ext cx="106920"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39" name="Ink 38">
                  <a:extLst>
                    <a:ext uri="{FF2B5EF4-FFF2-40B4-BE49-F238E27FC236}">
                      <a16:creationId xmlns:a16="http://schemas.microsoft.com/office/drawing/2014/main" id="{E01991DD-87F9-B2F8-9147-867A29087A2C}"/>
                    </a:ext>
                  </a:extLst>
                </p14:cNvPr>
                <p14:cNvContentPartPr/>
                <p14:nvPr/>
              </p14:nvContentPartPr>
              <p14:xfrm>
                <a:off x="9641301" y="2286321"/>
                <a:ext cx="154440" cy="200880"/>
              </p14:xfrm>
            </p:contentPart>
          </mc:Choice>
          <mc:Fallback xmlns="">
            <p:pic>
              <p:nvPicPr>
                <p:cNvPr id="39" name="Ink 38">
                  <a:extLst>
                    <a:ext uri="{FF2B5EF4-FFF2-40B4-BE49-F238E27FC236}">
                      <a16:creationId xmlns:a16="http://schemas.microsoft.com/office/drawing/2014/main" id="{E01991DD-87F9-B2F8-9147-867A29087A2C}"/>
                    </a:ext>
                  </a:extLst>
                </p:cNvPr>
                <p:cNvPicPr/>
                <p:nvPr/>
              </p:nvPicPr>
              <p:blipFill>
                <a:blip r:embed="rId25"/>
                <a:stretch>
                  <a:fillRect/>
                </a:stretch>
              </p:blipFill>
              <p:spPr>
                <a:xfrm>
                  <a:off x="9632301" y="2277321"/>
                  <a:ext cx="172080" cy="2185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42" name="Ink 41">
                  <a:extLst>
                    <a:ext uri="{FF2B5EF4-FFF2-40B4-BE49-F238E27FC236}">
                      <a16:creationId xmlns:a16="http://schemas.microsoft.com/office/drawing/2014/main" id="{94AE2FFC-47CC-4772-0CE2-A1322B3894A1}"/>
                    </a:ext>
                  </a:extLst>
                </p14:cNvPr>
                <p14:cNvContentPartPr/>
                <p14:nvPr/>
              </p14:nvContentPartPr>
              <p14:xfrm>
                <a:off x="9897621" y="2397561"/>
                <a:ext cx="360" cy="360"/>
              </p14:xfrm>
            </p:contentPart>
          </mc:Choice>
          <mc:Fallback xmlns="">
            <p:pic>
              <p:nvPicPr>
                <p:cNvPr id="42" name="Ink 41">
                  <a:extLst>
                    <a:ext uri="{FF2B5EF4-FFF2-40B4-BE49-F238E27FC236}">
                      <a16:creationId xmlns:a16="http://schemas.microsoft.com/office/drawing/2014/main" id="{94AE2FFC-47CC-4772-0CE2-A1322B3894A1}"/>
                    </a:ext>
                  </a:extLst>
                </p:cNvPr>
                <p:cNvPicPr/>
                <p:nvPr/>
              </p:nvPicPr>
              <p:blipFill>
                <a:blip r:embed="rId27"/>
                <a:stretch>
                  <a:fillRect/>
                </a:stretch>
              </p:blipFill>
              <p:spPr>
                <a:xfrm>
                  <a:off x="9888621" y="2388921"/>
                  <a:ext cx="18000" cy="18000"/>
                </a:xfrm>
                <a:prstGeom prst="rect">
                  <a:avLst/>
                </a:prstGeom>
              </p:spPr>
            </p:pic>
          </mc:Fallback>
        </mc:AlternateContent>
      </p:grpSp>
      <p:grpSp>
        <p:nvGrpSpPr>
          <p:cNvPr id="83" name="Group 82">
            <a:extLst>
              <a:ext uri="{FF2B5EF4-FFF2-40B4-BE49-F238E27FC236}">
                <a16:creationId xmlns:a16="http://schemas.microsoft.com/office/drawing/2014/main" id="{2453AF70-0751-504B-E6B1-E8254D326592}"/>
              </a:ext>
            </a:extLst>
          </p:cNvPr>
          <p:cNvGrpSpPr/>
          <p:nvPr/>
        </p:nvGrpSpPr>
        <p:grpSpPr>
          <a:xfrm>
            <a:off x="9954861" y="2271921"/>
            <a:ext cx="1944360" cy="714960"/>
            <a:chOff x="9954861" y="2271921"/>
            <a:chExt cx="1944360" cy="714960"/>
          </a:xfrm>
        </p:grpSpPr>
        <mc:AlternateContent xmlns:mc="http://schemas.openxmlformats.org/markup-compatibility/2006" xmlns:p14="http://schemas.microsoft.com/office/powerpoint/2010/main">
          <mc:Choice Requires="p14">
            <p:contentPart p14:bwMode="auto" r:id="rId28">
              <p14:nvContentPartPr>
                <p14:cNvPr id="44" name="Ink 43">
                  <a:extLst>
                    <a:ext uri="{FF2B5EF4-FFF2-40B4-BE49-F238E27FC236}">
                      <a16:creationId xmlns:a16="http://schemas.microsoft.com/office/drawing/2014/main" id="{12DEE43F-21A2-077D-C7F3-AA638F9527A9}"/>
                    </a:ext>
                  </a:extLst>
                </p14:cNvPr>
                <p14:cNvContentPartPr/>
                <p14:nvPr/>
              </p14:nvContentPartPr>
              <p14:xfrm>
                <a:off x="10212981" y="2290281"/>
                <a:ext cx="159840" cy="183240"/>
              </p14:xfrm>
            </p:contentPart>
          </mc:Choice>
          <mc:Fallback xmlns="">
            <p:pic>
              <p:nvPicPr>
                <p:cNvPr id="44" name="Ink 43">
                  <a:extLst>
                    <a:ext uri="{FF2B5EF4-FFF2-40B4-BE49-F238E27FC236}">
                      <a16:creationId xmlns:a16="http://schemas.microsoft.com/office/drawing/2014/main" id="{12DEE43F-21A2-077D-C7F3-AA638F9527A9}"/>
                    </a:ext>
                  </a:extLst>
                </p:cNvPr>
                <p:cNvPicPr/>
                <p:nvPr/>
              </p:nvPicPr>
              <p:blipFill>
                <a:blip r:embed="rId29"/>
                <a:stretch>
                  <a:fillRect/>
                </a:stretch>
              </p:blipFill>
              <p:spPr>
                <a:xfrm>
                  <a:off x="10203981" y="2281281"/>
                  <a:ext cx="177480" cy="2008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45" name="Ink 44">
                  <a:extLst>
                    <a:ext uri="{FF2B5EF4-FFF2-40B4-BE49-F238E27FC236}">
                      <a16:creationId xmlns:a16="http://schemas.microsoft.com/office/drawing/2014/main" id="{179365DF-4596-7FF3-9551-9FCB38476653}"/>
                    </a:ext>
                  </a:extLst>
                </p14:cNvPr>
                <p14:cNvContentPartPr/>
                <p14:nvPr/>
              </p14:nvContentPartPr>
              <p14:xfrm>
                <a:off x="10436181" y="2291361"/>
                <a:ext cx="111240" cy="141480"/>
              </p14:xfrm>
            </p:contentPart>
          </mc:Choice>
          <mc:Fallback xmlns="">
            <p:pic>
              <p:nvPicPr>
                <p:cNvPr id="45" name="Ink 44">
                  <a:extLst>
                    <a:ext uri="{FF2B5EF4-FFF2-40B4-BE49-F238E27FC236}">
                      <a16:creationId xmlns:a16="http://schemas.microsoft.com/office/drawing/2014/main" id="{179365DF-4596-7FF3-9551-9FCB38476653}"/>
                    </a:ext>
                  </a:extLst>
                </p:cNvPr>
                <p:cNvPicPr/>
                <p:nvPr/>
              </p:nvPicPr>
              <p:blipFill>
                <a:blip r:embed="rId31"/>
                <a:stretch>
                  <a:fillRect/>
                </a:stretch>
              </p:blipFill>
              <p:spPr>
                <a:xfrm>
                  <a:off x="10427181" y="2282361"/>
                  <a:ext cx="12888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46" name="Ink 45">
                  <a:extLst>
                    <a:ext uri="{FF2B5EF4-FFF2-40B4-BE49-F238E27FC236}">
                      <a16:creationId xmlns:a16="http://schemas.microsoft.com/office/drawing/2014/main" id="{48D91532-59AA-33E3-FC8C-893295D12366}"/>
                    </a:ext>
                  </a:extLst>
                </p14:cNvPr>
                <p14:cNvContentPartPr/>
                <p14:nvPr/>
              </p14:nvContentPartPr>
              <p14:xfrm>
                <a:off x="10371741" y="2300361"/>
                <a:ext cx="187560" cy="183600"/>
              </p14:xfrm>
            </p:contentPart>
          </mc:Choice>
          <mc:Fallback xmlns="">
            <p:pic>
              <p:nvPicPr>
                <p:cNvPr id="46" name="Ink 45">
                  <a:extLst>
                    <a:ext uri="{FF2B5EF4-FFF2-40B4-BE49-F238E27FC236}">
                      <a16:creationId xmlns:a16="http://schemas.microsoft.com/office/drawing/2014/main" id="{48D91532-59AA-33E3-FC8C-893295D12366}"/>
                    </a:ext>
                  </a:extLst>
                </p:cNvPr>
                <p:cNvPicPr/>
                <p:nvPr/>
              </p:nvPicPr>
              <p:blipFill>
                <a:blip r:embed="rId33"/>
                <a:stretch>
                  <a:fillRect/>
                </a:stretch>
              </p:blipFill>
              <p:spPr>
                <a:xfrm>
                  <a:off x="10362741" y="2291721"/>
                  <a:ext cx="205200" cy="2012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47" name="Ink 46">
                  <a:extLst>
                    <a:ext uri="{FF2B5EF4-FFF2-40B4-BE49-F238E27FC236}">
                      <a16:creationId xmlns:a16="http://schemas.microsoft.com/office/drawing/2014/main" id="{F3B03C66-433D-3EB7-7FE7-A8C12E2360E0}"/>
                    </a:ext>
                  </a:extLst>
                </p14:cNvPr>
                <p14:cNvContentPartPr/>
                <p14:nvPr/>
              </p14:nvContentPartPr>
              <p14:xfrm>
                <a:off x="10619421" y="2330241"/>
                <a:ext cx="144360" cy="25560"/>
              </p14:xfrm>
            </p:contentPart>
          </mc:Choice>
          <mc:Fallback xmlns="">
            <p:pic>
              <p:nvPicPr>
                <p:cNvPr id="47" name="Ink 46">
                  <a:extLst>
                    <a:ext uri="{FF2B5EF4-FFF2-40B4-BE49-F238E27FC236}">
                      <a16:creationId xmlns:a16="http://schemas.microsoft.com/office/drawing/2014/main" id="{F3B03C66-433D-3EB7-7FE7-A8C12E2360E0}"/>
                    </a:ext>
                  </a:extLst>
                </p:cNvPr>
                <p:cNvPicPr/>
                <p:nvPr/>
              </p:nvPicPr>
              <p:blipFill>
                <a:blip r:embed="rId35"/>
                <a:stretch>
                  <a:fillRect/>
                </a:stretch>
              </p:blipFill>
              <p:spPr>
                <a:xfrm>
                  <a:off x="10610781" y="2321241"/>
                  <a:ext cx="162000" cy="432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48" name="Ink 47">
                  <a:extLst>
                    <a:ext uri="{FF2B5EF4-FFF2-40B4-BE49-F238E27FC236}">
                      <a16:creationId xmlns:a16="http://schemas.microsoft.com/office/drawing/2014/main" id="{A97C0BC4-C1FF-6421-F5FA-72AF596E0FBC}"/>
                    </a:ext>
                  </a:extLst>
                </p14:cNvPr>
                <p14:cNvContentPartPr/>
                <p14:nvPr/>
              </p14:nvContentPartPr>
              <p14:xfrm>
                <a:off x="10624101" y="2399361"/>
                <a:ext cx="125280" cy="25920"/>
              </p14:xfrm>
            </p:contentPart>
          </mc:Choice>
          <mc:Fallback xmlns="">
            <p:pic>
              <p:nvPicPr>
                <p:cNvPr id="48" name="Ink 47">
                  <a:extLst>
                    <a:ext uri="{FF2B5EF4-FFF2-40B4-BE49-F238E27FC236}">
                      <a16:creationId xmlns:a16="http://schemas.microsoft.com/office/drawing/2014/main" id="{A97C0BC4-C1FF-6421-F5FA-72AF596E0FBC}"/>
                    </a:ext>
                  </a:extLst>
                </p:cNvPr>
                <p:cNvPicPr/>
                <p:nvPr/>
              </p:nvPicPr>
              <p:blipFill>
                <a:blip r:embed="rId37"/>
                <a:stretch>
                  <a:fillRect/>
                </a:stretch>
              </p:blipFill>
              <p:spPr>
                <a:xfrm>
                  <a:off x="10615101" y="2390361"/>
                  <a:ext cx="14292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49" name="Ink 48">
                  <a:extLst>
                    <a:ext uri="{FF2B5EF4-FFF2-40B4-BE49-F238E27FC236}">
                      <a16:creationId xmlns:a16="http://schemas.microsoft.com/office/drawing/2014/main" id="{98C0B8CB-3A45-F2C8-D81C-B5FC0C5B025D}"/>
                    </a:ext>
                  </a:extLst>
                </p14:cNvPr>
                <p14:cNvContentPartPr/>
                <p14:nvPr/>
              </p14:nvContentPartPr>
              <p14:xfrm>
                <a:off x="10849821" y="2280561"/>
                <a:ext cx="154080" cy="124200"/>
              </p14:xfrm>
            </p:contentPart>
          </mc:Choice>
          <mc:Fallback xmlns="">
            <p:pic>
              <p:nvPicPr>
                <p:cNvPr id="49" name="Ink 48">
                  <a:extLst>
                    <a:ext uri="{FF2B5EF4-FFF2-40B4-BE49-F238E27FC236}">
                      <a16:creationId xmlns:a16="http://schemas.microsoft.com/office/drawing/2014/main" id="{98C0B8CB-3A45-F2C8-D81C-B5FC0C5B025D}"/>
                    </a:ext>
                  </a:extLst>
                </p:cNvPr>
                <p:cNvPicPr/>
                <p:nvPr/>
              </p:nvPicPr>
              <p:blipFill>
                <a:blip r:embed="rId39"/>
                <a:stretch>
                  <a:fillRect/>
                </a:stretch>
              </p:blipFill>
              <p:spPr>
                <a:xfrm>
                  <a:off x="10840821" y="2271561"/>
                  <a:ext cx="171720" cy="1418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50" name="Ink 49">
                  <a:extLst>
                    <a:ext uri="{FF2B5EF4-FFF2-40B4-BE49-F238E27FC236}">
                      <a16:creationId xmlns:a16="http://schemas.microsoft.com/office/drawing/2014/main" id="{4DD1B0B7-EF78-BD4A-DB97-61450B168E8A}"/>
                    </a:ext>
                  </a:extLst>
                </p14:cNvPr>
                <p14:cNvContentPartPr/>
                <p14:nvPr/>
              </p14:nvContentPartPr>
              <p14:xfrm>
                <a:off x="10809141" y="2273721"/>
                <a:ext cx="180360" cy="194400"/>
              </p14:xfrm>
            </p:contentPart>
          </mc:Choice>
          <mc:Fallback xmlns="">
            <p:pic>
              <p:nvPicPr>
                <p:cNvPr id="50" name="Ink 49">
                  <a:extLst>
                    <a:ext uri="{FF2B5EF4-FFF2-40B4-BE49-F238E27FC236}">
                      <a16:creationId xmlns:a16="http://schemas.microsoft.com/office/drawing/2014/main" id="{4DD1B0B7-EF78-BD4A-DB97-61450B168E8A}"/>
                    </a:ext>
                  </a:extLst>
                </p:cNvPr>
                <p:cNvPicPr/>
                <p:nvPr/>
              </p:nvPicPr>
              <p:blipFill>
                <a:blip r:embed="rId41"/>
                <a:stretch>
                  <a:fillRect/>
                </a:stretch>
              </p:blipFill>
              <p:spPr>
                <a:xfrm>
                  <a:off x="10800141" y="2264721"/>
                  <a:ext cx="198000" cy="2120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51" name="Ink 50">
                  <a:extLst>
                    <a:ext uri="{FF2B5EF4-FFF2-40B4-BE49-F238E27FC236}">
                      <a16:creationId xmlns:a16="http://schemas.microsoft.com/office/drawing/2014/main" id="{A47F4B11-587F-5CDE-6E36-338C72E02317}"/>
                    </a:ext>
                  </a:extLst>
                </p14:cNvPr>
                <p14:cNvContentPartPr/>
                <p14:nvPr/>
              </p14:nvContentPartPr>
              <p14:xfrm>
                <a:off x="11090661" y="2324481"/>
                <a:ext cx="87840" cy="11160"/>
              </p14:xfrm>
            </p:contentPart>
          </mc:Choice>
          <mc:Fallback xmlns="">
            <p:pic>
              <p:nvPicPr>
                <p:cNvPr id="51" name="Ink 50">
                  <a:extLst>
                    <a:ext uri="{FF2B5EF4-FFF2-40B4-BE49-F238E27FC236}">
                      <a16:creationId xmlns:a16="http://schemas.microsoft.com/office/drawing/2014/main" id="{A47F4B11-587F-5CDE-6E36-338C72E02317}"/>
                    </a:ext>
                  </a:extLst>
                </p:cNvPr>
                <p:cNvPicPr/>
                <p:nvPr/>
              </p:nvPicPr>
              <p:blipFill>
                <a:blip r:embed="rId43"/>
                <a:stretch>
                  <a:fillRect/>
                </a:stretch>
              </p:blipFill>
              <p:spPr>
                <a:xfrm>
                  <a:off x="11082021" y="2315841"/>
                  <a:ext cx="10548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52" name="Ink 51">
                  <a:extLst>
                    <a:ext uri="{FF2B5EF4-FFF2-40B4-BE49-F238E27FC236}">
                      <a16:creationId xmlns:a16="http://schemas.microsoft.com/office/drawing/2014/main" id="{B2206BCE-B035-282D-C7F4-5FA0181BD8F7}"/>
                    </a:ext>
                  </a:extLst>
                </p14:cNvPr>
                <p14:cNvContentPartPr/>
                <p14:nvPr/>
              </p14:nvContentPartPr>
              <p14:xfrm>
                <a:off x="11305941" y="2271921"/>
                <a:ext cx="95040" cy="86760"/>
              </p14:xfrm>
            </p:contentPart>
          </mc:Choice>
          <mc:Fallback xmlns="">
            <p:pic>
              <p:nvPicPr>
                <p:cNvPr id="52" name="Ink 51">
                  <a:extLst>
                    <a:ext uri="{FF2B5EF4-FFF2-40B4-BE49-F238E27FC236}">
                      <a16:creationId xmlns:a16="http://schemas.microsoft.com/office/drawing/2014/main" id="{B2206BCE-B035-282D-C7F4-5FA0181BD8F7}"/>
                    </a:ext>
                  </a:extLst>
                </p:cNvPr>
                <p:cNvPicPr/>
                <p:nvPr/>
              </p:nvPicPr>
              <p:blipFill>
                <a:blip r:embed="rId45"/>
                <a:stretch>
                  <a:fillRect/>
                </a:stretch>
              </p:blipFill>
              <p:spPr>
                <a:xfrm>
                  <a:off x="11297301" y="2263281"/>
                  <a:ext cx="112680" cy="1044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53" name="Ink 52">
                  <a:extLst>
                    <a:ext uri="{FF2B5EF4-FFF2-40B4-BE49-F238E27FC236}">
                      <a16:creationId xmlns:a16="http://schemas.microsoft.com/office/drawing/2014/main" id="{2BCFA90F-5ED8-1287-AF99-05214C2B0676}"/>
                    </a:ext>
                  </a:extLst>
                </p14:cNvPr>
                <p14:cNvContentPartPr/>
                <p14:nvPr/>
              </p14:nvContentPartPr>
              <p14:xfrm>
                <a:off x="11275701" y="2272641"/>
                <a:ext cx="140760" cy="157320"/>
              </p14:xfrm>
            </p:contentPart>
          </mc:Choice>
          <mc:Fallback xmlns="">
            <p:pic>
              <p:nvPicPr>
                <p:cNvPr id="53" name="Ink 52">
                  <a:extLst>
                    <a:ext uri="{FF2B5EF4-FFF2-40B4-BE49-F238E27FC236}">
                      <a16:creationId xmlns:a16="http://schemas.microsoft.com/office/drawing/2014/main" id="{2BCFA90F-5ED8-1287-AF99-05214C2B0676}"/>
                    </a:ext>
                  </a:extLst>
                </p:cNvPr>
                <p:cNvPicPr/>
                <p:nvPr/>
              </p:nvPicPr>
              <p:blipFill>
                <a:blip r:embed="rId47"/>
                <a:stretch>
                  <a:fillRect/>
                </a:stretch>
              </p:blipFill>
              <p:spPr>
                <a:xfrm>
                  <a:off x="11267061" y="2263641"/>
                  <a:ext cx="15840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54" name="Ink 53">
                  <a:extLst>
                    <a:ext uri="{FF2B5EF4-FFF2-40B4-BE49-F238E27FC236}">
                      <a16:creationId xmlns:a16="http://schemas.microsoft.com/office/drawing/2014/main" id="{71A84B57-DA58-6CA8-C03E-4DF53100DE37}"/>
                    </a:ext>
                  </a:extLst>
                </p14:cNvPr>
                <p14:cNvContentPartPr/>
                <p14:nvPr/>
              </p14:nvContentPartPr>
              <p14:xfrm>
                <a:off x="11512581" y="2342841"/>
                <a:ext cx="126360" cy="132840"/>
              </p14:xfrm>
            </p:contentPart>
          </mc:Choice>
          <mc:Fallback xmlns="">
            <p:pic>
              <p:nvPicPr>
                <p:cNvPr id="54" name="Ink 53">
                  <a:extLst>
                    <a:ext uri="{FF2B5EF4-FFF2-40B4-BE49-F238E27FC236}">
                      <a16:creationId xmlns:a16="http://schemas.microsoft.com/office/drawing/2014/main" id="{71A84B57-DA58-6CA8-C03E-4DF53100DE37}"/>
                    </a:ext>
                  </a:extLst>
                </p:cNvPr>
                <p:cNvPicPr/>
                <p:nvPr/>
              </p:nvPicPr>
              <p:blipFill>
                <a:blip r:embed="rId49"/>
                <a:stretch>
                  <a:fillRect/>
                </a:stretch>
              </p:blipFill>
              <p:spPr>
                <a:xfrm>
                  <a:off x="11503581" y="2334201"/>
                  <a:ext cx="14400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56" name="Ink 55">
                  <a:extLst>
                    <a:ext uri="{FF2B5EF4-FFF2-40B4-BE49-F238E27FC236}">
                      <a16:creationId xmlns:a16="http://schemas.microsoft.com/office/drawing/2014/main" id="{3A366723-3861-E047-05D3-FF5F18B07A6D}"/>
                    </a:ext>
                  </a:extLst>
                </p14:cNvPr>
                <p14:cNvContentPartPr/>
                <p14:nvPr/>
              </p14:nvContentPartPr>
              <p14:xfrm>
                <a:off x="9960981" y="2393601"/>
                <a:ext cx="53640" cy="46080"/>
              </p14:xfrm>
            </p:contentPart>
          </mc:Choice>
          <mc:Fallback xmlns="">
            <p:pic>
              <p:nvPicPr>
                <p:cNvPr id="56" name="Ink 55">
                  <a:extLst>
                    <a:ext uri="{FF2B5EF4-FFF2-40B4-BE49-F238E27FC236}">
                      <a16:creationId xmlns:a16="http://schemas.microsoft.com/office/drawing/2014/main" id="{3A366723-3861-E047-05D3-FF5F18B07A6D}"/>
                    </a:ext>
                  </a:extLst>
                </p:cNvPr>
                <p:cNvPicPr/>
                <p:nvPr/>
              </p:nvPicPr>
              <p:blipFill>
                <a:blip r:embed="rId51"/>
                <a:stretch>
                  <a:fillRect/>
                </a:stretch>
              </p:blipFill>
              <p:spPr>
                <a:xfrm>
                  <a:off x="9952341" y="2384601"/>
                  <a:ext cx="71280" cy="637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57" name="Ink 56">
                  <a:extLst>
                    <a:ext uri="{FF2B5EF4-FFF2-40B4-BE49-F238E27FC236}">
                      <a16:creationId xmlns:a16="http://schemas.microsoft.com/office/drawing/2014/main" id="{6065267C-7A72-8CFD-9741-1CCD85102984}"/>
                    </a:ext>
                  </a:extLst>
                </p14:cNvPr>
                <p14:cNvContentPartPr/>
                <p14:nvPr/>
              </p14:nvContentPartPr>
              <p14:xfrm>
                <a:off x="9954861" y="2530401"/>
                <a:ext cx="34200" cy="123480"/>
              </p14:xfrm>
            </p:contentPart>
          </mc:Choice>
          <mc:Fallback xmlns="">
            <p:pic>
              <p:nvPicPr>
                <p:cNvPr id="57" name="Ink 56">
                  <a:extLst>
                    <a:ext uri="{FF2B5EF4-FFF2-40B4-BE49-F238E27FC236}">
                      <a16:creationId xmlns:a16="http://schemas.microsoft.com/office/drawing/2014/main" id="{6065267C-7A72-8CFD-9741-1CCD85102984}"/>
                    </a:ext>
                  </a:extLst>
                </p:cNvPr>
                <p:cNvPicPr/>
                <p:nvPr/>
              </p:nvPicPr>
              <p:blipFill>
                <a:blip r:embed="rId53"/>
                <a:stretch>
                  <a:fillRect/>
                </a:stretch>
              </p:blipFill>
              <p:spPr>
                <a:xfrm>
                  <a:off x="9945861" y="2521401"/>
                  <a:ext cx="5184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58" name="Ink 57">
                  <a:extLst>
                    <a:ext uri="{FF2B5EF4-FFF2-40B4-BE49-F238E27FC236}">
                      <a16:creationId xmlns:a16="http://schemas.microsoft.com/office/drawing/2014/main" id="{96FFA623-260B-1730-B30E-005EBA4DF0AB}"/>
                    </a:ext>
                  </a:extLst>
                </p14:cNvPr>
                <p14:cNvContentPartPr/>
                <p14:nvPr/>
              </p14:nvContentPartPr>
              <p14:xfrm>
                <a:off x="10116861" y="2808681"/>
                <a:ext cx="109080" cy="139320"/>
              </p14:xfrm>
            </p:contentPart>
          </mc:Choice>
          <mc:Fallback xmlns="">
            <p:pic>
              <p:nvPicPr>
                <p:cNvPr id="58" name="Ink 57">
                  <a:extLst>
                    <a:ext uri="{FF2B5EF4-FFF2-40B4-BE49-F238E27FC236}">
                      <a16:creationId xmlns:a16="http://schemas.microsoft.com/office/drawing/2014/main" id="{96FFA623-260B-1730-B30E-005EBA4DF0AB}"/>
                    </a:ext>
                  </a:extLst>
                </p:cNvPr>
                <p:cNvPicPr/>
                <p:nvPr/>
              </p:nvPicPr>
              <p:blipFill>
                <a:blip r:embed="rId55"/>
                <a:stretch>
                  <a:fillRect/>
                </a:stretch>
              </p:blipFill>
              <p:spPr>
                <a:xfrm>
                  <a:off x="10108221" y="2800041"/>
                  <a:ext cx="12672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59" name="Ink 58">
                  <a:extLst>
                    <a:ext uri="{FF2B5EF4-FFF2-40B4-BE49-F238E27FC236}">
                      <a16:creationId xmlns:a16="http://schemas.microsoft.com/office/drawing/2014/main" id="{C1BD64DC-3E96-53E3-DB0E-344D4C7E3FDE}"/>
                    </a:ext>
                  </a:extLst>
                </p14:cNvPr>
                <p14:cNvContentPartPr/>
                <p14:nvPr/>
              </p14:nvContentPartPr>
              <p14:xfrm>
                <a:off x="10090221" y="2818041"/>
                <a:ext cx="152280" cy="168840"/>
              </p14:xfrm>
            </p:contentPart>
          </mc:Choice>
          <mc:Fallback xmlns="">
            <p:pic>
              <p:nvPicPr>
                <p:cNvPr id="59" name="Ink 58">
                  <a:extLst>
                    <a:ext uri="{FF2B5EF4-FFF2-40B4-BE49-F238E27FC236}">
                      <a16:creationId xmlns:a16="http://schemas.microsoft.com/office/drawing/2014/main" id="{C1BD64DC-3E96-53E3-DB0E-344D4C7E3FDE}"/>
                    </a:ext>
                  </a:extLst>
                </p:cNvPr>
                <p:cNvPicPr/>
                <p:nvPr/>
              </p:nvPicPr>
              <p:blipFill>
                <a:blip r:embed="rId57"/>
                <a:stretch>
                  <a:fillRect/>
                </a:stretch>
              </p:blipFill>
              <p:spPr>
                <a:xfrm>
                  <a:off x="10081221" y="2809041"/>
                  <a:ext cx="16992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60" name="Ink 59">
                  <a:extLst>
                    <a:ext uri="{FF2B5EF4-FFF2-40B4-BE49-F238E27FC236}">
                      <a16:creationId xmlns:a16="http://schemas.microsoft.com/office/drawing/2014/main" id="{9D3D2D55-3369-9203-A5BD-CF2099E65D3A}"/>
                    </a:ext>
                  </a:extLst>
                </p14:cNvPr>
                <p14:cNvContentPartPr/>
                <p14:nvPr/>
              </p14:nvContentPartPr>
              <p14:xfrm>
                <a:off x="10359501" y="2822001"/>
                <a:ext cx="114480" cy="17280"/>
              </p14:xfrm>
            </p:contentPart>
          </mc:Choice>
          <mc:Fallback xmlns="">
            <p:pic>
              <p:nvPicPr>
                <p:cNvPr id="60" name="Ink 59">
                  <a:extLst>
                    <a:ext uri="{FF2B5EF4-FFF2-40B4-BE49-F238E27FC236}">
                      <a16:creationId xmlns:a16="http://schemas.microsoft.com/office/drawing/2014/main" id="{9D3D2D55-3369-9203-A5BD-CF2099E65D3A}"/>
                    </a:ext>
                  </a:extLst>
                </p:cNvPr>
                <p:cNvPicPr/>
                <p:nvPr/>
              </p:nvPicPr>
              <p:blipFill>
                <a:blip r:embed="rId59"/>
                <a:stretch>
                  <a:fillRect/>
                </a:stretch>
              </p:blipFill>
              <p:spPr>
                <a:xfrm>
                  <a:off x="10350861" y="2813001"/>
                  <a:ext cx="132120" cy="349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61" name="Ink 60">
                  <a:extLst>
                    <a:ext uri="{FF2B5EF4-FFF2-40B4-BE49-F238E27FC236}">
                      <a16:creationId xmlns:a16="http://schemas.microsoft.com/office/drawing/2014/main" id="{684AC9E0-F526-9221-6892-B5D8ED0BFB8C}"/>
                    </a:ext>
                  </a:extLst>
                </p14:cNvPr>
                <p14:cNvContentPartPr/>
                <p14:nvPr/>
              </p14:nvContentPartPr>
              <p14:xfrm>
                <a:off x="10366341" y="2894001"/>
                <a:ext cx="99000" cy="17640"/>
              </p14:xfrm>
            </p:contentPart>
          </mc:Choice>
          <mc:Fallback xmlns="">
            <p:pic>
              <p:nvPicPr>
                <p:cNvPr id="61" name="Ink 60">
                  <a:extLst>
                    <a:ext uri="{FF2B5EF4-FFF2-40B4-BE49-F238E27FC236}">
                      <a16:creationId xmlns:a16="http://schemas.microsoft.com/office/drawing/2014/main" id="{684AC9E0-F526-9221-6892-B5D8ED0BFB8C}"/>
                    </a:ext>
                  </a:extLst>
                </p:cNvPr>
                <p:cNvPicPr/>
                <p:nvPr/>
              </p:nvPicPr>
              <p:blipFill>
                <a:blip r:embed="rId61"/>
                <a:stretch>
                  <a:fillRect/>
                </a:stretch>
              </p:blipFill>
              <p:spPr>
                <a:xfrm>
                  <a:off x="10357701" y="2885001"/>
                  <a:ext cx="11664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62" name="Ink 61">
                  <a:extLst>
                    <a:ext uri="{FF2B5EF4-FFF2-40B4-BE49-F238E27FC236}">
                      <a16:creationId xmlns:a16="http://schemas.microsoft.com/office/drawing/2014/main" id="{199B674B-0151-9903-2633-2EDE62A5FC3C}"/>
                    </a:ext>
                  </a:extLst>
                </p14:cNvPr>
                <p14:cNvContentPartPr/>
                <p14:nvPr/>
              </p14:nvContentPartPr>
              <p14:xfrm>
                <a:off x="10589901" y="2798241"/>
                <a:ext cx="94320" cy="123480"/>
              </p14:xfrm>
            </p:contentPart>
          </mc:Choice>
          <mc:Fallback xmlns="">
            <p:pic>
              <p:nvPicPr>
                <p:cNvPr id="62" name="Ink 61">
                  <a:extLst>
                    <a:ext uri="{FF2B5EF4-FFF2-40B4-BE49-F238E27FC236}">
                      <a16:creationId xmlns:a16="http://schemas.microsoft.com/office/drawing/2014/main" id="{199B674B-0151-9903-2633-2EDE62A5FC3C}"/>
                    </a:ext>
                  </a:extLst>
                </p:cNvPr>
                <p:cNvPicPr/>
                <p:nvPr/>
              </p:nvPicPr>
              <p:blipFill>
                <a:blip r:embed="rId63"/>
                <a:stretch>
                  <a:fillRect/>
                </a:stretch>
              </p:blipFill>
              <p:spPr>
                <a:xfrm>
                  <a:off x="10580901" y="2789241"/>
                  <a:ext cx="11196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63" name="Ink 62">
                  <a:extLst>
                    <a:ext uri="{FF2B5EF4-FFF2-40B4-BE49-F238E27FC236}">
                      <a16:creationId xmlns:a16="http://schemas.microsoft.com/office/drawing/2014/main" id="{DC06AE33-3F21-F367-88E7-F2A24F98C68B}"/>
                    </a:ext>
                  </a:extLst>
                </p14:cNvPr>
                <p14:cNvContentPartPr/>
                <p14:nvPr/>
              </p14:nvContentPartPr>
              <p14:xfrm>
                <a:off x="10795461" y="2808681"/>
                <a:ext cx="52920" cy="55080"/>
              </p14:xfrm>
            </p:contentPart>
          </mc:Choice>
          <mc:Fallback xmlns="">
            <p:pic>
              <p:nvPicPr>
                <p:cNvPr id="63" name="Ink 62">
                  <a:extLst>
                    <a:ext uri="{FF2B5EF4-FFF2-40B4-BE49-F238E27FC236}">
                      <a16:creationId xmlns:a16="http://schemas.microsoft.com/office/drawing/2014/main" id="{DC06AE33-3F21-F367-88E7-F2A24F98C68B}"/>
                    </a:ext>
                  </a:extLst>
                </p:cNvPr>
                <p:cNvPicPr/>
                <p:nvPr/>
              </p:nvPicPr>
              <p:blipFill>
                <a:blip r:embed="rId65"/>
                <a:stretch>
                  <a:fillRect/>
                </a:stretch>
              </p:blipFill>
              <p:spPr>
                <a:xfrm>
                  <a:off x="10786461" y="2800041"/>
                  <a:ext cx="70560" cy="7272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64" name="Ink 63">
                  <a:extLst>
                    <a:ext uri="{FF2B5EF4-FFF2-40B4-BE49-F238E27FC236}">
                      <a16:creationId xmlns:a16="http://schemas.microsoft.com/office/drawing/2014/main" id="{3BB0D056-E2DB-D548-45A4-CD4D89F38C58}"/>
                    </a:ext>
                  </a:extLst>
                </p14:cNvPr>
                <p14:cNvContentPartPr/>
                <p14:nvPr/>
              </p14:nvContentPartPr>
              <p14:xfrm>
                <a:off x="10744701" y="2788881"/>
                <a:ext cx="120960" cy="126720"/>
              </p14:xfrm>
            </p:contentPart>
          </mc:Choice>
          <mc:Fallback xmlns="">
            <p:pic>
              <p:nvPicPr>
                <p:cNvPr id="64" name="Ink 63">
                  <a:extLst>
                    <a:ext uri="{FF2B5EF4-FFF2-40B4-BE49-F238E27FC236}">
                      <a16:creationId xmlns:a16="http://schemas.microsoft.com/office/drawing/2014/main" id="{3BB0D056-E2DB-D548-45A4-CD4D89F38C58}"/>
                    </a:ext>
                  </a:extLst>
                </p:cNvPr>
                <p:cNvPicPr/>
                <p:nvPr/>
              </p:nvPicPr>
              <p:blipFill>
                <a:blip r:embed="rId67"/>
                <a:stretch>
                  <a:fillRect/>
                </a:stretch>
              </p:blipFill>
              <p:spPr>
                <a:xfrm>
                  <a:off x="10735701" y="2779881"/>
                  <a:ext cx="13860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65" name="Ink 64">
                  <a:extLst>
                    <a:ext uri="{FF2B5EF4-FFF2-40B4-BE49-F238E27FC236}">
                      <a16:creationId xmlns:a16="http://schemas.microsoft.com/office/drawing/2014/main" id="{77712B48-D114-45A2-7CEB-6B799C4C54C6}"/>
                    </a:ext>
                  </a:extLst>
                </p14:cNvPr>
                <p14:cNvContentPartPr/>
                <p14:nvPr/>
              </p14:nvContentPartPr>
              <p14:xfrm>
                <a:off x="10966821" y="2730921"/>
                <a:ext cx="20520" cy="148320"/>
              </p14:xfrm>
            </p:contentPart>
          </mc:Choice>
          <mc:Fallback xmlns="">
            <p:pic>
              <p:nvPicPr>
                <p:cNvPr id="65" name="Ink 64">
                  <a:extLst>
                    <a:ext uri="{FF2B5EF4-FFF2-40B4-BE49-F238E27FC236}">
                      <a16:creationId xmlns:a16="http://schemas.microsoft.com/office/drawing/2014/main" id="{77712B48-D114-45A2-7CEB-6B799C4C54C6}"/>
                    </a:ext>
                  </a:extLst>
                </p:cNvPr>
                <p:cNvPicPr/>
                <p:nvPr/>
              </p:nvPicPr>
              <p:blipFill>
                <a:blip r:embed="rId69"/>
                <a:stretch>
                  <a:fillRect/>
                </a:stretch>
              </p:blipFill>
              <p:spPr>
                <a:xfrm>
                  <a:off x="10957821" y="2722281"/>
                  <a:ext cx="3816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66" name="Ink 65">
                  <a:extLst>
                    <a:ext uri="{FF2B5EF4-FFF2-40B4-BE49-F238E27FC236}">
                      <a16:creationId xmlns:a16="http://schemas.microsoft.com/office/drawing/2014/main" id="{EF0FFE3C-B469-6C75-766D-786FBA333CEE}"/>
                    </a:ext>
                  </a:extLst>
                </p14:cNvPr>
                <p14:cNvContentPartPr/>
                <p14:nvPr/>
              </p14:nvContentPartPr>
              <p14:xfrm>
                <a:off x="10950621" y="2792481"/>
                <a:ext cx="230040" cy="99720"/>
              </p14:xfrm>
            </p:contentPart>
          </mc:Choice>
          <mc:Fallback xmlns="">
            <p:pic>
              <p:nvPicPr>
                <p:cNvPr id="66" name="Ink 65">
                  <a:extLst>
                    <a:ext uri="{FF2B5EF4-FFF2-40B4-BE49-F238E27FC236}">
                      <a16:creationId xmlns:a16="http://schemas.microsoft.com/office/drawing/2014/main" id="{EF0FFE3C-B469-6C75-766D-786FBA333CEE}"/>
                    </a:ext>
                  </a:extLst>
                </p:cNvPr>
                <p:cNvPicPr/>
                <p:nvPr/>
              </p:nvPicPr>
              <p:blipFill>
                <a:blip r:embed="rId71"/>
                <a:stretch>
                  <a:fillRect/>
                </a:stretch>
              </p:blipFill>
              <p:spPr>
                <a:xfrm>
                  <a:off x="10941981" y="2783841"/>
                  <a:ext cx="24768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67" name="Ink 66">
                  <a:extLst>
                    <a:ext uri="{FF2B5EF4-FFF2-40B4-BE49-F238E27FC236}">
                      <a16:creationId xmlns:a16="http://schemas.microsoft.com/office/drawing/2014/main" id="{FEE33E00-8F02-D37A-D5AD-C7CE5040A7FE}"/>
                    </a:ext>
                  </a:extLst>
                </p14:cNvPr>
                <p14:cNvContentPartPr/>
                <p14:nvPr/>
              </p14:nvContentPartPr>
              <p14:xfrm>
                <a:off x="11251581" y="2782041"/>
                <a:ext cx="119160" cy="115200"/>
              </p14:xfrm>
            </p:contentPart>
          </mc:Choice>
          <mc:Fallback xmlns="">
            <p:pic>
              <p:nvPicPr>
                <p:cNvPr id="67" name="Ink 66">
                  <a:extLst>
                    <a:ext uri="{FF2B5EF4-FFF2-40B4-BE49-F238E27FC236}">
                      <a16:creationId xmlns:a16="http://schemas.microsoft.com/office/drawing/2014/main" id="{FEE33E00-8F02-D37A-D5AD-C7CE5040A7FE}"/>
                    </a:ext>
                  </a:extLst>
                </p:cNvPr>
                <p:cNvPicPr/>
                <p:nvPr/>
              </p:nvPicPr>
              <p:blipFill>
                <a:blip r:embed="rId73"/>
                <a:stretch>
                  <a:fillRect/>
                </a:stretch>
              </p:blipFill>
              <p:spPr>
                <a:xfrm>
                  <a:off x="11242941" y="2773041"/>
                  <a:ext cx="13680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68" name="Ink 67">
                  <a:extLst>
                    <a:ext uri="{FF2B5EF4-FFF2-40B4-BE49-F238E27FC236}">
                      <a16:creationId xmlns:a16="http://schemas.microsoft.com/office/drawing/2014/main" id="{F37F7A22-3E33-779B-40D1-3D067D937692}"/>
                    </a:ext>
                  </a:extLst>
                </p14:cNvPr>
                <p14:cNvContentPartPr/>
                <p14:nvPr/>
              </p14:nvContentPartPr>
              <p14:xfrm>
                <a:off x="11420061" y="2724081"/>
                <a:ext cx="139680" cy="182520"/>
              </p14:xfrm>
            </p:contentPart>
          </mc:Choice>
          <mc:Fallback xmlns="">
            <p:pic>
              <p:nvPicPr>
                <p:cNvPr id="68" name="Ink 67">
                  <a:extLst>
                    <a:ext uri="{FF2B5EF4-FFF2-40B4-BE49-F238E27FC236}">
                      <a16:creationId xmlns:a16="http://schemas.microsoft.com/office/drawing/2014/main" id="{F37F7A22-3E33-779B-40D1-3D067D937692}"/>
                    </a:ext>
                  </a:extLst>
                </p:cNvPr>
                <p:cNvPicPr/>
                <p:nvPr/>
              </p:nvPicPr>
              <p:blipFill>
                <a:blip r:embed="rId75"/>
                <a:stretch>
                  <a:fillRect/>
                </a:stretch>
              </p:blipFill>
              <p:spPr>
                <a:xfrm>
                  <a:off x="11411421" y="2715081"/>
                  <a:ext cx="157320" cy="20016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69" name="Ink 68">
                  <a:extLst>
                    <a:ext uri="{FF2B5EF4-FFF2-40B4-BE49-F238E27FC236}">
                      <a16:creationId xmlns:a16="http://schemas.microsoft.com/office/drawing/2014/main" id="{F24C1980-E166-D810-2DAC-A79BB086D21C}"/>
                    </a:ext>
                  </a:extLst>
                </p14:cNvPr>
                <p14:cNvContentPartPr/>
                <p14:nvPr/>
              </p14:nvContentPartPr>
              <p14:xfrm>
                <a:off x="11600781" y="2783481"/>
                <a:ext cx="145440" cy="88560"/>
              </p14:xfrm>
            </p:contentPart>
          </mc:Choice>
          <mc:Fallback xmlns="">
            <p:pic>
              <p:nvPicPr>
                <p:cNvPr id="69" name="Ink 68">
                  <a:extLst>
                    <a:ext uri="{FF2B5EF4-FFF2-40B4-BE49-F238E27FC236}">
                      <a16:creationId xmlns:a16="http://schemas.microsoft.com/office/drawing/2014/main" id="{F24C1980-E166-D810-2DAC-A79BB086D21C}"/>
                    </a:ext>
                  </a:extLst>
                </p:cNvPr>
                <p:cNvPicPr/>
                <p:nvPr/>
              </p:nvPicPr>
              <p:blipFill>
                <a:blip r:embed="rId77"/>
                <a:stretch>
                  <a:fillRect/>
                </a:stretch>
              </p:blipFill>
              <p:spPr>
                <a:xfrm>
                  <a:off x="11592141" y="2774481"/>
                  <a:ext cx="163080" cy="1062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70" name="Ink 69">
                  <a:extLst>
                    <a:ext uri="{FF2B5EF4-FFF2-40B4-BE49-F238E27FC236}">
                      <a16:creationId xmlns:a16="http://schemas.microsoft.com/office/drawing/2014/main" id="{D7804F99-A642-4B24-234D-36509743CA3C}"/>
                    </a:ext>
                  </a:extLst>
                </p14:cNvPr>
                <p14:cNvContentPartPr/>
                <p14:nvPr/>
              </p14:nvContentPartPr>
              <p14:xfrm>
                <a:off x="11726061" y="2688441"/>
                <a:ext cx="173160" cy="249480"/>
              </p14:xfrm>
            </p:contentPart>
          </mc:Choice>
          <mc:Fallback xmlns="">
            <p:pic>
              <p:nvPicPr>
                <p:cNvPr id="70" name="Ink 69">
                  <a:extLst>
                    <a:ext uri="{FF2B5EF4-FFF2-40B4-BE49-F238E27FC236}">
                      <a16:creationId xmlns:a16="http://schemas.microsoft.com/office/drawing/2014/main" id="{D7804F99-A642-4B24-234D-36509743CA3C}"/>
                    </a:ext>
                  </a:extLst>
                </p:cNvPr>
                <p:cNvPicPr/>
                <p:nvPr/>
              </p:nvPicPr>
              <p:blipFill>
                <a:blip r:embed="rId79"/>
                <a:stretch>
                  <a:fillRect/>
                </a:stretch>
              </p:blipFill>
              <p:spPr>
                <a:xfrm>
                  <a:off x="11717421" y="2679441"/>
                  <a:ext cx="190800" cy="267120"/>
                </a:xfrm>
                <a:prstGeom prst="rect">
                  <a:avLst/>
                </a:prstGeom>
              </p:spPr>
            </p:pic>
          </mc:Fallback>
        </mc:AlternateContent>
      </p:grpSp>
      <p:grpSp>
        <p:nvGrpSpPr>
          <p:cNvPr id="85" name="Group 84">
            <a:extLst>
              <a:ext uri="{FF2B5EF4-FFF2-40B4-BE49-F238E27FC236}">
                <a16:creationId xmlns:a16="http://schemas.microsoft.com/office/drawing/2014/main" id="{0023C32F-5DED-AF09-2832-46AE543B8234}"/>
              </a:ext>
            </a:extLst>
          </p:cNvPr>
          <p:cNvGrpSpPr/>
          <p:nvPr/>
        </p:nvGrpSpPr>
        <p:grpSpPr>
          <a:xfrm>
            <a:off x="10039821" y="3061041"/>
            <a:ext cx="1739880" cy="297000"/>
            <a:chOff x="10039821" y="3061041"/>
            <a:chExt cx="1739880" cy="297000"/>
          </a:xfrm>
        </p:grpSpPr>
        <mc:AlternateContent xmlns:mc="http://schemas.openxmlformats.org/markup-compatibility/2006" xmlns:p14="http://schemas.microsoft.com/office/powerpoint/2010/main">
          <mc:Choice Requires="p14">
            <p:contentPart p14:bwMode="auto" r:id="rId80">
              <p14:nvContentPartPr>
                <p14:cNvPr id="71" name="Ink 70">
                  <a:extLst>
                    <a:ext uri="{FF2B5EF4-FFF2-40B4-BE49-F238E27FC236}">
                      <a16:creationId xmlns:a16="http://schemas.microsoft.com/office/drawing/2014/main" id="{DC1910D6-6629-BA96-CCD9-4607FFDD807E}"/>
                    </a:ext>
                  </a:extLst>
                </p14:cNvPr>
                <p14:cNvContentPartPr/>
                <p14:nvPr/>
              </p14:nvContentPartPr>
              <p14:xfrm>
                <a:off x="10057461" y="3211881"/>
                <a:ext cx="108360" cy="68400"/>
              </p14:xfrm>
            </p:contentPart>
          </mc:Choice>
          <mc:Fallback xmlns="">
            <p:pic>
              <p:nvPicPr>
                <p:cNvPr id="71" name="Ink 70">
                  <a:extLst>
                    <a:ext uri="{FF2B5EF4-FFF2-40B4-BE49-F238E27FC236}">
                      <a16:creationId xmlns:a16="http://schemas.microsoft.com/office/drawing/2014/main" id="{DC1910D6-6629-BA96-CCD9-4607FFDD807E}"/>
                    </a:ext>
                  </a:extLst>
                </p:cNvPr>
                <p:cNvPicPr/>
                <p:nvPr/>
              </p:nvPicPr>
              <p:blipFill>
                <a:blip r:embed="rId81"/>
                <a:stretch>
                  <a:fillRect/>
                </a:stretch>
              </p:blipFill>
              <p:spPr>
                <a:xfrm>
                  <a:off x="10048461" y="3202881"/>
                  <a:ext cx="126000" cy="8604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72" name="Ink 71">
                  <a:extLst>
                    <a:ext uri="{FF2B5EF4-FFF2-40B4-BE49-F238E27FC236}">
                      <a16:creationId xmlns:a16="http://schemas.microsoft.com/office/drawing/2014/main" id="{12A34C4C-5E55-6370-5EF2-6AE362BAEBB7}"/>
                    </a:ext>
                  </a:extLst>
                </p14:cNvPr>
                <p14:cNvContentPartPr/>
                <p14:nvPr/>
              </p14:nvContentPartPr>
              <p14:xfrm>
                <a:off x="10039821" y="3209361"/>
                <a:ext cx="131760" cy="136080"/>
              </p14:xfrm>
            </p:contentPart>
          </mc:Choice>
          <mc:Fallback xmlns="">
            <p:pic>
              <p:nvPicPr>
                <p:cNvPr id="72" name="Ink 71">
                  <a:extLst>
                    <a:ext uri="{FF2B5EF4-FFF2-40B4-BE49-F238E27FC236}">
                      <a16:creationId xmlns:a16="http://schemas.microsoft.com/office/drawing/2014/main" id="{12A34C4C-5E55-6370-5EF2-6AE362BAEBB7}"/>
                    </a:ext>
                  </a:extLst>
                </p:cNvPr>
                <p:cNvPicPr/>
                <p:nvPr/>
              </p:nvPicPr>
              <p:blipFill>
                <a:blip r:embed="rId83"/>
                <a:stretch>
                  <a:fillRect/>
                </a:stretch>
              </p:blipFill>
              <p:spPr>
                <a:xfrm>
                  <a:off x="10030821" y="3200721"/>
                  <a:ext cx="14940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73" name="Ink 72">
                  <a:extLst>
                    <a:ext uri="{FF2B5EF4-FFF2-40B4-BE49-F238E27FC236}">
                      <a16:creationId xmlns:a16="http://schemas.microsoft.com/office/drawing/2014/main" id="{E5A4E80A-6E60-2673-0634-011DC8C6892F}"/>
                    </a:ext>
                  </a:extLst>
                </p14:cNvPr>
                <p14:cNvContentPartPr/>
                <p14:nvPr/>
              </p14:nvContentPartPr>
              <p14:xfrm>
                <a:off x="10211181" y="3263721"/>
                <a:ext cx="144360" cy="94320"/>
              </p14:xfrm>
            </p:contentPart>
          </mc:Choice>
          <mc:Fallback xmlns="">
            <p:pic>
              <p:nvPicPr>
                <p:cNvPr id="73" name="Ink 72">
                  <a:extLst>
                    <a:ext uri="{FF2B5EF4-FFF2-40B4-BE49-F238E27FC236}">
                      <a16:creationId xmlns:a16="http://schemas.microsoft.com/office/drawing/2014/main" id="{E5A4E80A-6E60-2673-0634-011DC8C6892F}"/>
                    </a:ext>
                  </a:extLst>
                </p:cNvPr>
                <p:cNvPicPr/>
                <p:nvPr/>
              </p:nvPicPr>
              <p:blipFill>
                <a:blip r:embed="rId85"/>
                <a:stretch>
                  <a:fillRect/>
                </a:stretch>
              </p:blipFill>
              <p:spPr>
                <a:xfrm>
                  <a:off x="10202181" y="3254721"/>
                  <a:ext cx="162000" cy="1119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74" name="Ink 73">
                  <a:extLst>
                    <a:ext uri="{FF2B5EF4-FFF2-40B4-BE49-F238E27FC236}">
                      <a16:creationId xmlns:a16="http://schemas.microsoft.com/office/drawing/2014/main" id="{8C6B6017-7BC4-910E-D8FD-5CA6F4B0906D}"/>
                    </a:ext>
                  </a:extLst>
                </p14:cNvPr>
                <p14:cNvContentPartPr/>
                <p14:nvPr/>
              </p14:nvContentPartPr>
              <p14:xfrm>
                <a:off x="10452741" y="3226641"/>
                <a:ext cx="117360" cy="11880"/>
              </p14:xfrm>
            </p:contentPart>
          </mc:Choice>
          <mc:Fallback xmlns="">
            <p:pic>
              <p:nvPicPr>
                <p:cNvPr id="74" name="Ink 73">
                  <a:extLst>
                    <a:ext uri="{FF2B5EF4-FFF2-40B4-BE49-F238E27FC236}">
                      <a16:creationId xmlns:a16="http://schemas.microsoft.com/office/drawing/2014/main" id="{8C6B6017-7BC4-910E-D8FD-5CA6F4B0906D}"/>
                    </a:ext>
                  </a:extLst>
                </p:cNvPr>
                <p:cNvPicPr/>
                <p:nvPr/>
              </p:nvPicPr>
              <p:blipFill>
                <a:blip r:embed="rId87"/>
                <a:stretch>
                  <a:fillRect/>
                </a:stretch>
              </p:blipFill>
              <p:spPr>
                <a:xfrm>
                  <a:off x="10443741" y="3218001"/>
                  <a:ext cx="135000" cy="2952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75" name="Ink 74">
                  <a:extLst>
                    <a:ext uri="{FF2B5EF4-FFF2-40B4-BE49-F238E27FC236}">
                      <a16:creationId xmlns:a16="http://schemas.microsoft.com/office/drawing/2014/main" id="{CEE1B711-4A26-C632-254D-22F3EABBF55A}"/>
                    </a:ext>
                  </a:extLst>
                </p14:cNvPr>
                <p14:cNvContentPartPr/>
                <p14:nvPr/>
              </p14:nvContentPartPr>
              <p14:xfrm>
                <a:off x="10482261" y="3265161"/>
                <a:ext cx="74520" cy="10080"/>
              </p14:xfrm>
            </p:contentPart>
          </mc:Choice>
          <mc:Fallback xmlns="">
            <p:pic>
              <p:nvPicPr>
                <p:cNvPr id="75" name="Ink 74">
                  <a:extLst>
                    <a:ext uri="{FF2B5EF4-FFF2-40B4-BE49-F238E27FC236}">
                      <a16:creationId xmlns:a16="http://schemas.microsoft.com/office/drawing/2014/main" id="{CEE1B711-4A26-C632-254D-22F3EABBF55A}"/>
                    </a:ext>
                  </a:extLst>
                </p:cNvPr>
                <p:cNvPicPr/>
                <p:nvPr/>
              </p:nvPicPr>
              <p:blipFill>
                <a:blip r:embed="rId89"/>
                <a:stretch>
                  <a:fillRect/>
                </a:stretch>
              </p:blipFill>
              <p:spPr>
                <a:xfrm>
                  <a:off x="10473621" y="3256161"/>
                  <a:ext cx="92160" cy="2772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76" name="Ink 75">
                  <a:extLst>
                    <a:ext uri="{FF2B5EF4-FFF2-40B4-BE49-F238E27FC236}">
                      <a16:creationId xmlns:a16="http://schemas.microsoft.com/office/drawing/2014/main" id="{FF14B8F6-D7C2-3B31-040D-73BA431469B8}"/>
                    </a:ext>
                  </a:extLst>
                </p14:cNvPr>
                <p14:cNvContentPartPr/>
                <p14:nvPr/>
              </p14:nvContentPartPr>
              <p14:xfrm>
                <a:off x="10660461" y="3206121"/>
                <a:ext cx="187560" cy="98640"/>
              </p14:xfrm>
            </p:contentPart>
          </mc:Choice>
          <mc:Fallback xmlns="">
            <p:pic>
              <p:nvPicPr>
                <p:cNvPr id="76" name="Ink 75">
                  <a:extLst>
                    <a:ext uri="{FF2B5EF4-FFF2-40B4-BE49-F238E27FC236}">
                      <a16:creationId xmlns:a16="http://schemas.microsoft.com/office/drawing/2014/main" id="{FF14B8F6-D7C2-3B31-040D-73BA431469B8}"/>
                    </a:ext>
                  </a:extLst>
                </p:cNvPr>
                <p:cNvPicPr/>
                <p:nvPr/>
              </p:nvPicPr>
              <p:blipFill>
                <a:blip r:embed="rId91"/>
                <a:stretch>
                  <a:fillRect/>
                </a:stretch>
              </p:blipFill>
              <p:spPr>
                <a:xfrm>
                  <a:off x="10651821" y="3197481"/>
                  <a:ext cx="205200" cy="11628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77" name="Ink 76">
                  <a:extLst>
                    <a:ext uri="{FF2B5EF4-FFF2-40B4-BE49-F238E27FC236}">
                      <a16:creationId xmlns:a16="http://schemas.microsoft.com/office/drawing/2014/main" id="{3CCF003C-69B4-95D4-9CD6-75B248037BC4}"/>
                    </a:ext>
                  </a:extLst>
                </p14:cNvPr>
                <p14:cNvContentPartPr/>
                <p14:nvPr/>
              </p14:nvContentPartPr>
              <p14:xfrm>
                <a:off x="10915341" y="3146361"/>
                <a:ext cx="18720" cy="150120"/>
              </p14:xfrm>
            </p:contentPart>
          </mc:Choice>
          <mc:Fallback xmlns="">
            <p:pic>
              <p:nvPicPr>
                <p:cNvPr id="77" name="Ink 76">
                  <a:extLst>
                    <a:ext uri="{FF2B5EF4-FFF2-40B4-BE49-F238E27FC236}">
                      <a16:creationId xmlns:a16="http://schemas.microsoft.com/office/drawing/2014/main" id="{3CCF003C-69B4-95D4-9CD6-75B248037BC4}"/>
                    </a:ext>
                  </a:extLst>
                </p:cNvPr>
                <p:cNvPicPr/>
                <p:nvPr/>
              </p:nvPicPr>
              <p:blipFill>
                <a:blip r:embed="rId93"/>
                <a:stretch>
                  <a:fillRect/>
                </a:stretch>
              </p:blipFill>
              <p:spPr>
                <a:xfrm>
                  <a:off x="10906341" y="3137361"/>
                  <a:ext cx="36360" cy="16776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78" name="Ink 77">
                  <a:extLst>
                    <a:ext uri="{FF2B5EF4-FFF2-40B4-BE49-F238E27FC236}">
                      <a16:creationId xmlns:a16="http://schemas.microsoft.com/office/drawing/2014/main" id="{52701793-87B9-D620-8137-0A2491C5AFA5}"/>
                    </a:ext>
                  </a:extLst>
                </p14:cNvPr>
                <p14:cNvContentPartPr/>
                <p14:nvPr/>
              </p14:nvContentPartPr>
              <p14:xfrm>
                <a:off x="11027661" y="3207561"/>
                <a:ext cx="118440" cy="78480"/>
              </p14:xfrm>
            </p:contentPart>
          </mc:Choice>
          <mc:Fallback xmlns="">
            <p:pic>
              <p:nvPicPr>
                <p:cNvPr id="78" name="Ink 77">
                  <a:extLst>
                    <a:ext uri="{FF2B5EF4-FFF2-40B4-BE49-F238E27FC236}">
                      <a16:creationId xmlns:a16="http://schemas.microsoft.com/office/drawing/2014/main" id="{52701793-87B9-D620-8137-0A2491C5AFA5}"/>
                    </a:ext>
                  </a:extLst>
                </p:cNvPr>
                <p:cNvPicPr/>
                <p:nvPr/>
              </p:nvPicPr>
              <p:blipFill>
                <a:blip r:embed="rId95"/>
                <a:stretch>
                  <a:fillRect/>
                </a:stretch>
              </p:blipFill>
              <p:spPr>
                <a:xfrm>
                  <a:off x="11018661" y="3198921"/>
                  <a:ext cx="136080" cy="9612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79" name="Ink 78">
                  <a:extLst>
                    <a:ext uri="{FF2B5EF4-FFF2-40B4-BE49-F238E27FC236}">
                      <a16:creationId xmlns:a16="http://schemas.microsoft.com/office/drawing/2014/main" id="{BC60BEE7-5903-29C1-6480-39A36488E17E}"/>
                    </a:ext>
                  </a:extLst>
                </p14:cNvPr>
                <p14:cNvContentPartPr/>
                <p14:nvPr/>
              </p14:nvContentPartPr>
              <p14:xfrm>
                <a:off x="11270661" y="3217641"/>
                <a:ext cx="82080" cy="61560"/>
              </p14:xfrm>
            </p:contentPart>
          </mc:Choice>
          <mc:Fallback xmlns="">
            <p:pic>
              <p:nvPicPr>
                <p:cNvPr id="79" name="Ink 78">
                  <a:extLst>
                    <a:ext uri="{FF2B5EF4-FFF2-40B4-BE49-F238E27FC236}">
                      <a16:creationId xmlns:a16="http://schemas.microsoft.com/office/drawing/2014/main" id="{BC60BEE7-5903-29C1-6480-39A36488E17E}"/>
                    </a:ext>
                  </a:extLst>
                </p:cNvPr>
                <p:cNvPicPr/>
                <p:nvPr/>
              </p:nvPicPr>
              <p:blipFill>
                <a:blip r:embed="rId97"/>
                <a:stretch>
                  <a:fillRect/>
                </a:stretch>
              </p:blipFill>
              <p:spPr>
                <a:xfrm>
                  <a:off x="11261661" y="3209001"/>
                  <a:ext cx="99720" cy="7920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80" name="Ink 79">
                  <a:extLst>
                    <a:ext uri="{FF2B5EF4-FFF2-40B4-BE49-F238E27FC236}">
                      <a16:creationId xmlns:a16="http://schemas.microsoft.com/office/drawing/2014/main" id="{8D7D19BB-557D-DDF3-9919-3A05A9018337}"/>
                    </a:ext>
                  </a:extLst>
                </p14:cNvPr>
                <p14:cNvContentPartPr/>
                <p14:nvPr/>
              </p14:nvContentPartPr>
              <p14:xfrm>
                <a:off x="11253021" y="3211881"/>
                <a:ext cx="82440" cy="86760"/>
              </p14:xfrm>
            </p:contentPart>
          </mc:Choice>
          <mc:Fallback xmlns="">
            <p:pic>
              <p:nvPicPr>
                <p:cNvPr id="80" name="Ink 79">
                  <a:extLst>
                    <a:ext uri="{FF2B5EF4-FFF2-40B4-BE49-F238E27FC236}">
                      <a16:creationId xmlns:a16="http://schemas.microsoft.com/office/drawing/2014/main" id="{8D7D19BB-557D-DDF3-9919-3A05A9018337}"/>
                    </a:ext>
                  </a:extLst>
                </p:cNvPr>
                <p:cNvPicPr/>
                <p:nvPr/>
              </p:nvPicPr>
              <p:blipFill>
                <a:blip r:embed="rId99"/>
                <a:stretch>
                  <a:fillRect/>
                </a:stretch>
              </p:blipFill>
              <p:spPr>
                <a:xfrm>
                  <a:off x="11244021" y="3203241"/>
                  <a:ext cx="100080" cy="10440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81" name="Ink 80">
                  <a:extLst>
                    <a:ext uri="{FF2B5EF4-FFF2-40B4-BE49-F238E27FC236}">
                      <a16:creationId xmlns:a16="http://schemas.microsoft.com/office/drawing/2014/main" id="{C12AA4A6-D6D5-2D3C-E52F-175E6ED1E6AA}"/>
                    </a:ext>
                  </a:extLst>
                </p14:cNvPr>
                <p14:cNvContentPartPr/>
                <p14:nvPr/>
              </p14:nvContentPartPr>
              <p14:xfrm>
                <a:off x="11441301" y="3191721"/>
                <a:ext cx="132840" cy="99360"/>
              </p14:xfrm>
            </p:contentPart>
          </mc:Choice>
          <mc:Fallback xmlns="">
            <p:pic>
              <p:nvPicPr>
                <p:cNvPr id="81" name="Ink 80">
                  <a:extLst>
                    <a:ext uri="{FF2B5EF4-FFF2-40B4-BE49-F238E27FC236}">
                      <a16:creationId xmlns:a16="http://schemas.microsoft.com/office/drawing/2014/main" id="{C12AA4A6-D6D5-2D3C-E52F-175E6ED1E6AA}"/>
                    </a:ext>
                  </a:extLst>
                </p:cNvPr>
                <p:cNvPicPr/>
                <p:nvPr/>
              </p:nvPicPr>
              <p:blipFill>
                <a:blip r:embed="rId101"/>
                <a:stretch>
                  <a:fillRect/>
                </a:stretch>
              </p:blipFill>
              <p:spPr>
                <a:xfrm>
                  <a:off x="11432661" y="3183081"/>
                  <a:ext cx="150480" cy="1170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84" name="Ink 83">
                  <a:extLst>
                    <a:ext uri="{FF2B5EF4-FFF2-40B4-BE49-F238E27FC236}">
                      <a16:creationId xmlns:a16="http://schemas.microsoft.com/office/drawing/2014/main" id="{40D8DDB7-077E-2FF7-7B0A-3AF25AAAC62F}"/>
                    </a:ext>
                  </a:extLst>
                </p14:cNvPr>
                <p14:cNvContentPartPr/>
                <p14:nvPr/>
              </p14:nvContentPartPr>
              <p14:xfrm>
                <a:off x="11591781" y="3061041"/>
                <a:ext cx="187920" cy="255600"/>
              </p14:xfrm>
            </p:contentPart>
          </mc:Choice>
          <mc:Fallback xmlns="">
            <p:pic>
              <p:nvPicPr>
                <p:cNvPr id="84" name="Ink 83">
                  <a:extLst>
                    <a:ext uri="{FF2B5EF4-FFF2-40B4-BE49-F238E27FC236}">
                      <a16:creationId xmlns:a16="http://schemas.microsoft.com/office/drawing/2014/main" id="{40D8DDB7-077E-2FF7-7B0A-3AF25AAAC62F}"/>
                    </a:ext>
                  </a:extLst>
                </p:cNvPr>
                <p:cNvPicPr/>
                <p:nvPr/>
              </p:nvPicPr>
              <p:blipFill>
                <a:blip r:embed="rId103"/>
                <a:stretch>
                  <a:fillRect/>
                </a:stretch>
              </p:blipFill>
              <p:spPr>
                <a:xfrm>
                  <a:off x="11583141" y="3052401"/>
                  <a:ext cx="205560" cy="273240"/>
                </a:xfrm>
                <a:prstGeom prst="rect">
                  <a:avLst/>
                </a:prstGeom>
              </p:spPr>
            </p:pic>
          </mc:Fallback>
        </mc:AlternateContent>
      </p:grpSp>
      <p:grpSp>
        <p:nvGrpSpPr>
          <p:cNvPr id="96" name="Group 95">
            <a:extLst>
              <a:ext uri="{FF2B5EF4-FFF2-40B4-BE49-F238E27FC236}">
                <a16:creationId xmlns:a16="http://schemas.microsoft.com/office/drawing/2014/main" id="{99400E3C-889B-EE85-39E5-0B18C8065BA1}"/>
              </a:ext>
            </a:extLst>
          </p:cNvPr>
          <p:cNvGrpSpPr/>
          <p:nvPr/>
        </p:nvGrpSpPr>
        <p:grpSpPr>
          <a:xfrm>
            <a:off x="10642101" y="3461001"/>
            <a:ext cx="872280" cy="318600"/>
            <a:chOff x="10642101" y="3461001"/>
            <a:chExt cx="872280" cy="318600"/>
          </a:xfrm>
        </p:grpSpPr>
        <mc:AlternateContent xmlns:mc="http://schemas.openxmlformats.org/markup-compatibility/2006" xmlns:p14="http://schemas.microsoft.com/office/powerpoint/2010/main">
          <mc:Choice Requires="p14">
            <p:contentPart p14:bwMode="auto" r:id="rId104">
              <p14:nvContentPartPr>
                <p14:cNvPr id="90" name="Ink 89">
                  <a:extLst>
                    <a:ext uri="{FF2B5EF4-FFF2-40B4-BE49-F238E27FC236}">
                      <a16:creationId xmlns:a16="http://schemas.microsoft.com/office/drawing/2014/main" id="{2549C79D-47E8-A056-1983-D5A91245F535}"/>
                    </a:ext>
                  </a:extLst>
                </p14:cNvPr>
                <p14:cNvContentPartPr/>
                <p14:nvPr/>
              </p14:nvContentPartPr>
              <p14:xfrm>
                <a:off x="10642101" y="3501321"/>
                <a:ext cx="9000" cy="171360"/>
              </p14:xfrm>
            </p:contentPart>
          </mc:Choice>
          <mc:Fallback xmlns="">
            <p:pic>
              <p:nvPicPr>
                <p:cNvPr id="90" name="Ink 89">
                  <a:extLst>
                    <a:ext uri="{FF2B5EF4-FFF2-40B4-BE49-F238E27FC236}">
                      <a16:creationId xmlns:a16="http://schemas.microsoft.com/office/drawing/2014/main" id="{2549C79D-47E8-A056-1983-D5A91245F535}"/>
                    </a:ext>
                  </a:extLst>
                </p:cNvPr>
                <p:cNvPicPr/>
                <p:nvPr/>
              </p:nvPicPr>
              <p:blipFill>
                <a:blip r:embed="rId111"/>
                <a:stretch>
                  <a:fillRect/>
                </a:stretch>
              </p:blipFill>
              <p:spPr>
                <a:xfrm>
                  <a:off x="10633461" y="3492681"/>
                  <a:ext cx="2664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91" name="Ink 90">
                  <a:extLst>
                    <a:ext uri="{FF2B5EF4-FFF2-40B4-BE49-F238E27FC236}">
                      <a16:creationId xmlns:a16="http://schemas.microsoft.com/office/drawing/2014/main" id="{98EE3CF1-2160-8826-6815-7C88AD9D1559}"/>
                    </a:ext>
                  </a:extLst>
                </p14:cNvPr>
                <p14:cNvContentPartPr/>
                <p14:nvPr/>
              </p14:nvContentPartPr>
              <p14:xfrm>
                <a:off x="10697901" y="3578721"/>
                <a:ext cx="121680" cy="95040"/>
              </p14:xfrm>
            </p:contentPart>
          </mc:Choice>
          <mc:Fallback xmlns="">
            <p:pic>
              <p:nvPicPr>
                <p:cNvPr id="91" name="Ink 90">
                  <a:extLst>
                    <a:ext uri="{FF2B5EF4-FFF2-40B4-BE49-F238E27FC236}">
                      <a16:creationId xmlns:a16="http://schemas.microsoft.com/office/drawing/2014/main" id="{98EE3CF1-2160-8826-6815-7C88AD9D1559}"/>
                    </a:ext>
                  </a:extLst>
                </p:cNvPr>
                <p:cNvPicPr/>
                <p:nvPr/>
              </p:nvPicPr>
              <p:blipFill>
                <a:blip r:embed="rId113"/>
                <a:stretch>
                  <a:fillRect/>
                </a:stretch>
              </p:blipFill>
              <p:spPr>
                <a:xfrm>
                  <a:off x="10689261" y="3569721"/>
                  <a:ext cx="139320"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92" name="Ink 91">
                  <a:extLst>
                    <a:ext uri="{FF2B5EF4-FFF2-40B4-BE49-F238E27FC236}">
                      <a16:creationId xmlns:a16="http://schemas.microsoft.com/office/drawing/2014/main" id="{AF0B9D8A-1A8B-C2BB-EE82-3A7B08F9C31E}"/>
                    </a:ext>
                  </a:extLst>
                </p14:cNvPr>
                <p14:cNvContentPartPr/>
                <p14:nvPr/>
              </p14:nvContentPartPr>
              <p14:xfrm>
                <a:off x="10860621" y="3548121"/>
                <a:ext cx="133920" cy="92520"/>
              </p14:xfrm>
            </p:contentPart>
          </mc:Choice>
          <mc:Fallback xmlns="">
            <p:pic>
              <p:nvPicPr>
                <p:cNvPr id="92" name="Ink 91">
                  <a:extLst>
                    <a:ext uri="{FF2B5EF4-FFF2-40B4-BE49-F238E27FC236}">
                      <a16:creationId xmlns:a16="http://schemas.microsoft.com/office/drawing/2014/main" id="{AF0B9D8A-1A8B-C2BB-EE82-3A7B08F9C31E}"/>
                    </a:ext>
                  </a:extLst>
                </p:cNvPr>
                <p:cNvPicPr/>
                <p:nvPr/>
              </p:nvPicPr>
              <p:blipFill>
                <a:blip r:embed="rId115"/>
                <a:stretch>
                  <a:fillRect/>
                </a:stretch>
              </p:blipFill>
              <p:spPr>
                <a:xfrm>
                  <a:off x="10851621" y="3539121"/>
                  <a:ext cx="15156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93" name="Ink 92">
                  <a:extLst>
                    <a:ext uri="{FF2B5EF4-FFF2-40B4-BE49-F238E27FC236}">
                      <a16:creationId xmlns:a16="http://schemas.microsoft.com/office/drawing/2014/main" id="{D2E00B52-0DDD-A68E-CC48-4BDD197F4DE3}"/>
                    </a:ext>
                  </a:extLst>
                </p14:cNvPr>
                <p14:cNvContentPartPr/>
                <p14:nvPr/>
              </p14:nvContentPartPr>
              <p14:xfrm>
                <a:off x="11047461" y="3538401"/>
                <a:ext cx="109080" cy="241200"/>
              </p14:xfrm>
            </p:contentPart>
          </mc:Choice>
          <mc:Fallback xmlns="">
            <p:pic>
              <p:nvPicPr>
                <p:cNvPr id="93" name="Ink 92">
                  <a:extLst>
                    <a:ext uri="{FF2B5EF4-FFF2-40B4-BE49-F238E27FC236}">
                      <a16:creationId xmlns:a16="http://schemas.microsoft.com/office/drawing/2014/main" id="{D2E00B52-0DDD-A68E-CC48-4BDD197F4DE3}"/>
                    </a:ext>
                  </a:extLst>
                </p:cNvPr>
                <p:cNvPicPr/>
                <p:nvPr/>
              </p:nvPicPr>
              <p:blipFill>
                <a:blip r:embed="rId117"/>
                <a:stretch>
                  <a:fillRect/>
                </a:stretch>
              </p:blipFill>
              <p:spPr>
                <a:xfrm>
                  <a:off x="11038821" y="3529761"/>
                  <a:ext cx="126720" cy="25884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94" name="Ink 93">
                  <a:extLst>
                    <a:ext uri="{FF2B5EF4-FFF2-40B4-BE49-F238E27FC236}">
                      <a16:creationId xmlns:a16="http://schemas.microsoft.com/office/drawing/2014/main" id="{1980AC39-E4A2-6D49-79E6-C81743054F95}"/>
                    </a:ext>
                  </a:extLst>
                </p14:cNvPr>
                <p14:cNvContentPartPr/>
                <p14:nvPr/>
              </p14:nvContentPartPr>
              <p14:xfrm>
                <a:off x="11265981" y="3461001"/>
                <a:ext cx="25920" cy="147600"/>
              </p14:xfrm>
            </p:contentPart>
          </mc:Choice>
          <mc:Fallback xmlns="">
            <p:pic>
              <p:nvPicPr>
                <p:cNvPr id="94" name="Ink 93">
                  <a:extLst>
                    <a:ext uri="{FF2B5EF4-FFF2-40B4-BE49-F238E27FC236}">
                      <a16:creationId xmlns:a16="http://schemas.microsoft.com/office/drawing/2014/main" id="{1980AC39-E4A2-6D49-79E6-C81743054F95}"/>
                    </a:ext>
                  </a:extLst>
                </p:cNvPr>
                <p:cNvPicPr/>
                <p:nvPr/>
              </p:nvPicPr>
              <p:blipFill>
                <a:blip r:embed="rId119"/>
                <a:stretch>
                  <a:fillRect/>
                </a:stretch>
              </p:blipFill>
              <p:spPr>
                <a:xfrm>
                  <a:off x="11257341" y="3452001"/>
                  <a:ext cx="4356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95" name="Ink 94">
                  <a:extLst>
                    <a:ext uri="{FF2B5EF4-FFF2-40B4-BE49-F238E27FC236}">
                      <a16:creationId xmlns:a16="http://schemas.microsoft.com/office/drawing/2014/main" id="{113DCE68-BC2E-E6C6-F006-D6AF83737D92}"/>
                    </a:ext>
                  </a:extLst>
                </p14:cNvPr>
                <p14:cNvContentPartPr/>
                <p14:nvPr/>
              </p14:nvContentPartPr>
              <p14:xfrm>
                <a:off x="11285421" y="3473961"/>
                <a:ext cx="228960" cy="151200"/>
              </p14:xfrm>
            </p:contentPart>
          </mc:Choice>
          <mc:Fallback xmlns="">
            <p:pic>
              <p:nvPicPr>
                <p:cNvPr id="95" name="Ink 94">
                  <a:extLst>
                    <a:ext uri="{FF2B5EF4-FFF2-40B4-BE49-F238E27FC236}">
                      <a16:creationId xmlns:a16="http://schemas.microsoft.com/office/drawing/2014/main" id="{113DCE68-BC2E-E6C6-F006-D6AF83737D92}"/>
                    </a:ext>
                  </a:extLst>
                </p:cNvPr>
                <p:cNvPicPr/>
                <p:nvPr/>
              </p:nvPicPr>
              <p:blipFill>
                <a:blip r:embed="rId121"/>
                <a:stretch>
                  <a:fillRect/>
                </a:stretch>
              </p:blipFill>
              <p:spPr>
                <a:xfrm>
                  <a:off x="11276421" y="3464961"/>
                  <a:ext cx="246600" cy="168840"/>
                </a:xfrm>
                <a:prstGeom prst="rect">
                  <a:avLst/>
                </a:prstGeom>
              </p:spPr>
            </p:pic>
          </mc:Fallback>
        </mc:AlternateContent>
      </p:grpSp>
      <p:grpSp>
        <p:nvGrpSpPr>
          <p:cNvPr id="136" name="Group 135">
            <a:extLst>
              <a:ext uri="{FF2B5EF4-FFF2-40B4-BE49-F238E27FC236}">
                <a16:creationId xmlns:a16="http://schemas.microsoft.com/office/drawing/2014/main" id="{70AA83CC-C503-4932-1F05-5E126E21ABAE}"/>
              </a:ext>
            </a:extLst>
          </p:cNvPr>
          <p:cNvGrpSpPr/>
          <p:nvPr/>
        </p:nvGrpSpPr>
        <p:grpSpPr>
          <a:xfrm>
            <a:off x="7991421" y="4411401"/>
            <a:ext cx="626400" cy="330120"/>
            <a:chOff x="7991421" y="4411401"/>
            <a:chExt cx="626400" cy="330120"/>
          </a:xfrm>
        </p:grpSpPr>
        <mc:AlternateContent xmlns:mc="http://schemas.openxmlformats.org/markup-compatibility/2006" xmlns:p14="http://schemas.microsoft.com/office/powerpoint/2010/main">
          <mc:Choice Requires="p14">
            <p:contentPart p14:bwMode="auto" r:id="rId122">
              <p14:nvContentPartPr>
                <p14:cNvPr id="115" name="Ink 114">
                  <a:extLst>
                    <a:ext uri="{FF2B5EF4-FFF2-40B4-BE49-F238E27FC236}">
                      <a16:creationId xmlns:a16="http://schemas.microsoft.com/office/drawing/2014/main" id="{28A94712-9D2E-0084-A0FC-832453E3337C}"/>
                    </a:ext>
                  </a:extLst>
                </p14:cNvPr>
                <p14:cNvContentPartPr/>
                <p14:nvPr/>
              </p14:nvContentPartPr>
              <p14:xfrm>
                <a:off x="7991421" y="4411401"/>
                <a:ext cx="212040" cy="276120"/>
              </p14:xfrm>
            </p:contentPart>
          </mc:Choice>
          <mc:Fallback xmlns="">
            <p:pic>
              <p:nvPicPr>
                <p:cNvPr id="115" name="Ink 114">
                  <a:extLst>
                    <a:ext uri="{FF2B5EF4-FFF2-40B4-BE49-F238E27FC236}">
                      <a16:creationId xmlns:a16="http://schemas.microsoft.com/office/drawing/2014/main" id="{28A94712-9D2E-0084-A0FC-832453E3337C}"/>
                    </a:ext>
                  </a:extLst>
                </p:cNvPr>
                <p:cNvPicPr/>
                <p:nvPr/>
              </p:nvPicPr>
              <p:blipFill>
                <a:blip r:embed="rId123"/>
                <a:stretch>
                  <a:fillRect/>
                </a:stretch>
              </p:blipFill>
              <p:spPr>
                <a:xfrm>
                  <a:off x="7982421" y="4402401"/>
                  <a:ext cx="229680" cy="29376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116" name="Ink 115">
                  <a:extLst>
                    <a:ext uri="{FF2B5EF4-FFF2-40B4-BE49-F238E27FC236}">
                      <a16:creationId xmlns:a16="http://schemas.microsoft.com/office/drawing/2014/main" id="{8C4FCA2D-DE7C-08BE-AAC5-B03891ABBB2A}"/>
                    </a:ext>
                  </a:extLst>
                </p14:cNvPr>
                <p14:cNvContentPartPr/>
                <p14:nvPr/>
              </p14:nvContentPartPr>
              <p14:xfrm>
                <a:off x="8014461" y="4577361"/>
                <a:ext cx="132120" cy="12600"/>
              </p14:xfrm>
            </p:contentPart>
          </mc:Choice>
          <mc:Fallback xmlns="">
            <p:pic>
              <p:nvPicPr>
                <p:cNvPr id="116" name="Ink 115">
                  <a:extLst>
                    <a:ext uri="{FF2B5EF4-FFF2-40B4-BE49-F238E27FC236}">
                      <a16:creationId xmlns:a16="http://schemas.microsoft.com/office/drawing/2014/main" id="{8C4FCA2D-DE7C-08BE-AAC5-B03891ABBB2A}"/>
                    </a:ext>
                  </a:extLst>
                </p:cNvPr>
                <p:cNvPicPr/>
                <p:nvPr/>
              </p:nvPicPr>
              <p:blipFill>
                <a:blip r:embed="rId125"/>
                <a:stretch>
                  <a:fillRect/>
                </a:stretch>
              </p:blipFill>
              <p:spPr>
                <a:xfrm>
                  <a:off x="8005821" y="4568721"/>
                  <a:ext cx="14976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117" name="Ink 116">
                  <a:extLst>
                    <a:ext uri="{FF2B5EF4-FFF2-40B4-BE49-F238E27FC236}">
                      <a16:creationId xmlns:a16="http://schemas.microsoft.com/office/drawing/2014/main" id="{679E6DAA-7962-DE05-B3FF-4AA27B2F1888}"/>
                    </a:ext>
                  </a:extLst>
                </p14:cNvPr>
                <p14:cNvContentPartPr/>
                <p14:nvPr/>
              </p14:nvContentPartPr>
              <p14:xfrm>
                <a:off x="8161341" y="4585641"/>
                <a:ext cx="149760" cy="155880"/>
              </p14:xfrm>
            </p:contentPart>
          </mc:Choice>
          <mc:Fallback xmlns="">
            <p:pic>
              <p:nvPicPr>
                <p:cNvPr id="117" name="Ink 116">
                  <a:extLst>
                    <a:ext uri="{FF2B5EF4-FFF2-40B4-BE49-F238E27FC236}">
                      <a16:creationId xmlns:a16="http://schemas.microsoft.com/office/drawing/2014/main" id="{679E6DAA-7962-DE05-B3FF-4AA27B2F1888}"/>
                    </a:ext>
                  </a:extLst>
                </p:cNvPr>
                <p:cNvPicPr/>
                <p:nvPr/>
              </p:nvPicPr>
              <p:blipFill>
                <a:blip r:embed="rId127"/>
                <a:stretch>
                  <a:fillRect/>
                </a:stretch>
              </p:blipFill>
              <p:spPr>
                <a:xfrm>
                  <a:off x="8152701" y="4577001"/>
                  <a:ext cx="167400"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118" name="Ink 117">
                  <a:extLst>
                    <a:ext uri="{FF2B5EF4-FFF2-40B4-BE49-F238E27FC236}">
                      <a16:creationId xmlns:a16="http://schemas.microsoft.com/office/drawing/2014/main" id="{34B10D80-3D86-5EDE-2D31-BD1855B8FBD2}"/>
                    </a:ext>
                  </a:extLst>
                </p14:cNvPr>
                <p14:cNvContentPartPr/>
                <p14:nvPr/>
              </p14:nvContentPartPr>
              <p14:xfrm>
                <a:off x="8470221" y="4522281"/>
                <a:ext cx="147600" cy="36720"/>
              </p14:xfrm>
            </p:contentPart>
          </mc:Choice>
          <mc:Fallback xmlns="">
            <p:pic>
              <p:nvPicPr>
                <p:cNvPr id="118" name="Ink 117">
                  <a:extLst>
                    <a:ext uri="{FF2B5EF4-FFF2-40B4-BE49-F238E27FC236}">
                      <a16:creationId xmlns:a16="http://schemas.microsoft.com/office/drawing/2014/main" id="{34B10D80-3D86-5EDE-2D31-BD1855B8FBD2}"/>
                    </a:ext>
                  </a:extLst>
                </p:cNvPr>
                <p:cNvPicPr/>
                <p:nvPr/>
              </p:nvPicPr>
              <p:blipFill>
                <a:blip r:embed="rId129"/>
                <a:stretch>
                  <a:fillRect/>
                </a:stretch>
              </p:blipFill>
              <p:spPr>
                <a:xfrm>
                  <a:off x="8461581" y="4513281"/>
                  <a:ext cx="165240" cy="5436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119" name="Ink 118">
                  <a:extLst>
                    <a:ext uri="{FF2B5EF4-FFF2-40B4-BE49-F238E27FC236}">
                      <a16:creationId xmlns:a16="http://schemas.microsoft.com/office/drawing/2014/main" id="{EF5FDBC2-E476-8FBF-DC90-D921D2BB3358}"/>
                    </a:ext>
                  </a:extLst>
                </p14:cNvPr>
                <p14:cNvContentPartPr/>
                <p14:nvPr/>
              </p14:nvContentPartPr>
              <p14:xfrm>
                <a:off x="8465901" y="4621281"/>
                <a:ext cx="88200" cy="14040"/>
              </p14:xfrm>
            </p:contentPart>
          </mc:Choice>
          <mc:Fallback xmlns="">
            <p:pic>
              <p:nvPicPr>
                <p:cNvPr id="119" name="Ink 118">
                  <a:extLst>
                    <a:ext uri="{FF2B5EF4-FFF2-40B4-BE49-F238E27FC236}">
                      <a16:creationId xmlns:a16="http://schemas.microsoft.com/office/drawing/2014/main" id="{EF5FDBC2-E476-8FBF-DC90-D921D2BB3358}"/>
                    </a:ext>
                  </a:extLst>
                </p:cNvPr>
                <p:cNvPicPr/>
                <p:nvPr/>
              </p:nvPicPr>
              <p:blipFill>
                <a:blip r:embed="rId131"/>
                <a:stretch>
                  <a:fillRect/>
                </a:stretch>
              </p:blipFill>
              <p:spPr>
                <a:xfrm>
                  <a:off x="8456901" y="4612641"/>
                  <a:ext cx="105840" cy="31680"/>
                </a:xfrm>
                <a:prstGeom prst="rect">
                  <a:avLst/>
                </a:prstGeom>
              </p:spPr>
            </p:pic>
          </mc:Fallback>
        </mc:AlternateContent>
      </p:grpSp>
      <p:grpSp>
        <p:nvGrpSpPr>
          <p:cNvPr id="135" name="Group 134">
            <a:extLst>
              <a:ext uri="{FF2B5EF4-FFF2-40B4-BE49-F238E27FC236}">
                <a16:creationId xmlns:a16="http://schemas.microsoft.com/office/drawing/2014/main" id="{F426EF1E-D2B9-1CAF-846E-9B2726D47419}"/>
              </a:ext>
            </a:extLst>
          </p:cNvPr>
          <p:cNvGrpSpPr/>
          <p:nvPr/>
        </p:nvGrpSpPr>
        <p:grpSpPr>
          <a:xfrm>
            <a:off x="8775861" y="4424361"/>
            <a:ext cx="849600" cy="351000"/>
            <a:chOff x="8775861" y="4424361"/>
            <a:chExt cx="849600" cy="351000"/>
          </a:xfrm>
        </p:grpSpPr>
        <mc:AlternateContent xmlns:mc="http://schemas.openxmlformats.org/markup-compatibility/2006" xmlns:p14="http://schemas.microsoft.com/office/powerpoint/2010/main">
          <mc:Choice Requires="p14">
            <p:contentPart p14:bwMode="auto" r:id="rId132">
              <p14:nvContentPartPr>
                <p14:cNvPr id="120" name="Ink 119">
                  <a:extLst>
                    <a:ext uri="{FF2B5EF4-FFF2-40B4-BE49-F238E27FC236}">
                      <a16:creationId xmlns:a16="http://schemas.microsoft.com/office/drawing/2014/main" id="{6FE70D67-2123-0DF3-116C-23B90483FCBF}"/>
                    </a:ext>
                  </a:extLst>
                </p14:cNvPr>
                <p14:cNvContentPartPr/>
                <p14:nvPr/>
              </p14:nvContentPartPr>
              <p14:xfrm>
                <a:off x="8775861" y="4550721"/>
                <a:ext cx="123120" cy="20520"/>
              </p14:xfrm>
            </p:contentPart>
          </mc:Choice>
          <mc:Fallback xmlns="">
            <p:pic>
              <p:nvPicPr>
                <p:cNvPr id="120" name="Ink 119">
                  <a:extLst>
                    <a:ext uri="{FF2B5EF4-FFF2-40B4-BE49-F238E27FC236}">
                      <a16:creationId xmlns:a16="http://schemas.microsoft.com/office/drawing/2014/main" id="{6FE70D67-2123-0DF3-116C-23B90483FCBF}"/>
                    </a:ext>
                  </a:extLst>
                </p:cNvPr>
                <p:cNvPicPr/>
                <p:nvPr/>
              </p:nvPicPr>
              <p:blipFill>
                <a:blip r:embed="rId133"/>
                <a:stretch>
                  <a:fillRect/>
                </a:stretch>
              </p:blipFill>
              <p:spPr>
                <a:xfrm>
                  <a:off x="8767221" y="4541721"/>
                  <a:ext cx="14076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121" name="Ink 120">
                  <a:extLst>
                    <a:ext uri="{FF2B5EF4-FFF2-40B4-BE49-F238E27FC236}">
                      <a16:creationId xmlns:a16="http://schemas.microsoft.com/office/drawing/2014/main" id="{76355228-A008-C3A9-FC71-BF1E9C36E464}"/>
                    </a:ext>
                  </a:extLst>
                </p14:cNvPr>
                <p14:cNvContentPartPr/>
                <p14:nvPr/>
              </p14:nvContentPartPr>
              <p14:xfrm>
                <a:off x="9048741" y="4424361"/>
                <a:ext cx="16560" cy="214560"/>
              </p14:xfrm>
            </p:contentPart>
          </mc:Choice>
          <mc:Fallback xmlns="">
            <p:pic>
              <p:nvPicPr>
                <p:cNvPr id="121" name="Ink 120">
                  <a:extLst>
                    <a:ext uri="{FF2B5EF4-FFF2-40B4-BE49-F238E27FC236}">
                      <a16:creationId xmlns:a16="http://schemas.microsoft.com/office/drawing/2014/main" id="{76355228-A008-C3A9-FC71-BF1E9C36E464}"/>
                    </a:ext>
                  </a:extLst>
                </p:cNvPr>
                <p:cNvPicPr/>
                <p:nvPr/>
              </p:nvPicPr>
              <p:blipFill>
                <a:blip r:embed="rId135"/>
                <a:stretch>
                  <a:fillRect/>
                </a:stretch>
              </p:blipFill>
              <p:spPr>
                <a:xfrm>
                  <a:off x="9040101" y="4415721"/>
                  <a:ext cx="34200" cy="23220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122" name="Ink 121">
                  <a:extLst>
                    <a:ext uri="{FF2B5EF4-FFF2-40B4-BE49-F238E27FC236}">
                      <a16:creationId xmlns:a16="http://schemas.microsoft.com/office/drawing/2014/main" id="{F44B833E-040A-42CE-AAAC-8B02E15C704D}"/>
                    </a:ext>
                  </a:extLst>
                </p14:cNvPr>
                <p14:cNvContentPartPr/>
                <p14:nvPr/>
              </p14:nvContentPartPr>
              <p14:xfrm>
                <a:off x="9066021" y="4458561"/>
                <a:ext cx="119160" cy="157320"/>
              </p14:xfrm>
            </p:contentPart>
          </mc:Choice>
          <mc:Fallback xmlns="">
            <p:pic>
              <p:nvPicPr>
                <p:cNvPr id="122" name="Ink 121">
                  <a:extLst>
                    <a:ext uri="{FF2B5EF4-FFF2-40B4-BE49-F238E27FC236}">
                      <a16:creationId xmlns:a16="http://schemas.microsoft.com/office/drawing/2014/main" id="{F44B833E-040A-42CE-AAAC-8B02E15C704D}"/>
                    </a:ext>
                  </a:extLst>
                </p:cNvPr>
                <p:cNvPicPr/>
                <p:nvPr/>
              </p:nvPicPr>
              <p:blipFill>
                <a:blip r:embed="rId137"/>
                <a:stretch>
                  <a:fillRect/>
                </a:stretch>
              </p:blipFill>
              <p:spPr>
                <a:xfrm>
                  <a:off x="9057021" y="4449921"/>
                  <a:ext cx="13680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123" name="Ink 122">
                  <a:extLst>
                    <a:ext uri="{FF2B5EF4-FFF2-40B4-BE49-F238E27FC236}">
                      <a16:creationId xmlns:a16="http://schemas.microsoft.com/office/drawing/2014/main" id="{55AB38BE-2AFB-2C2A-050C-0C8DBD047E95}"/>
                    </a:ext>
                  </a:extLst>
                </p14:cNvPr>
                <p14:cNvContentPartPr/>
                <p14:nvPr/>
              </p14:nvContentPartPr>
              <p14:xfrm>
                <a:off x="9318381" y="4485561"/>
                <a:ext cx="123840" cy="110520"/>
              </p14:xfrm>
            </p:contentPart>
          </mc:Choice>
          <mc:Fallback xmlns="">
            <p:pic>
              <p:nvPicPr>
                <p:cNvPr id="123" name="Ink 122">
                  <a:extLst>
                    <a:ext uri="{FF2B5EF4-FFF2-40B4-BE49-F238E27FC236}">
                      <a16:creationId xmlns:a16="http://schemas.microsoft.com/office/drawing/2014/main" id="{55AB38BE-2AFB-2C2A-050C-0C8DBD047E95}"/>
                    </a:ext>
                  </a:extLst>
                </p:cNvPr>
                <p:cNvPicPr/>
                <p:nvPr/>
              </p:nvPicPr>
              <p:blipFill>
                <a:blip r:embed="rId139"/>
                <a:stretch>
                  <a:fillRect/>
                </a:stretch>
              </p:blipFill>
              <p:spPr>
                <a:xfrm>
                  <a:off x="9309741" y="4476561"/>
                  <a:ext cx="14148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124" name="Ink 123">
                  <a:extLst>
                    <a:ext uri="{FF2B5EF4-FFF2-40B4-BE49-F238E27FC236}">
                      <a16:creationId xmlns:a16="http://schemas.microsoft.com/office/drawing/2014/main" id="{2B1258C8-119E-2965-E0BF-FB79E94E84A3}"/>
                    </a:ext>
                  </a:extLst>
                </p14:cNvPr>
                <p14:cNvContentPartPr/>
                <p14:nvPr/>
              </p14:nvContentPartPr>
              <p14:xfrm>
                <a:off x="9315501" y="4463241"/>
                <a:ext cx="119880" cy="171720"/>
              </p14:xfrm>
            </p:contentPart>
          </mc:Choice>
          <mc:Fallback xmlns="">
            <p:pic>
              <p:nvPicPr>
                <p:cNvPr id="124" name="Ink 123">
                  <a:extLst>
                    <a:ext uri="{FF2B5EF4-FFF2-40B4-BE49-F238E27FC236}">
                      <a16:creationId xmlns:a16="http://schemas.microsoft.com/office/drawing/2014/main" id="{2B1258C8-119E-2965-E0BF-FB79E94E84A3}"/>
                    </a:ext>
                  </a:extLst>
                </p:cNvPr>
                <p:cNvPicPr/>
                <p:nvPr/>
              </p:nvPicPr>
              <p:blipFill>
                <a:blip r:embed="rId141"/>
                <a:stretch>
                  <a:fillRect/>
                </a:stretch>
              </p:blipFill>
              <p:spPr>
                <a:xfrm>
                  <a:off x="9306861" y="4454241"/>
                  <a:ext cx="137520" cy="18936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125" name="Ink 124">
                  <a:extLst>
                    <a:ext uri="{FF2B5EF4-FFF2-40B4-BE49-F238E27FC236}">
                      <a16:creationId xmlns:a16="http://schemas.microsoft.com/office/drawing/2014/main" id="{AE4531FB-CDC8-E05D-D85B-BBCC6A958249}"/>
                    </a:ext>
                  </a:extLst>
                </p14:cNvPr>
                <p14:cNvContentPartPr/>
                <p14:nvPr/>
              </p14:nvContentPartPr>
              <p14:xfrm>
                <a:off x="9601341" y="4499601"/>
                <a:ext cx="3240" cy="6120"/>
              </p14:xfrm>
            </p:contentPart>
          </mc:Choice>
          <mc:Fallback xmlns="">
            <p:pic>
              <p:nvPicPr>
                <p:cNvPr id="125" name="Ink 124">
                  <a:extLst>
                    <a:ext uri="{FF2B5EF4-FFF2-40B4-BE49-F238E27FC236}">
                      <a16:creationId xmlns:a16="http://schemas.microsoft.com/office/drawing/2014/main" id="{AE4531FB-CDC8-E05D-D85B-BBCC6A958249}"/>
                    </a:ext>
                  </a:extLst>
                </p:cNvPr>
                <p:cNvPicPr/>
                <p:nvPr/>
              </p:nvPicPr>
              <p:blipFill>
                <a:blip r:embed="rId143"/>
                <a:stretch>
                  <a:fillRect/>
                </a:stretch>
              </p:blipFill>
              <p:spPr>
                <a:xfrm>
                  <a:off x="9592341" y="4490961"/>
                  <a:ext cx="2088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126" name="Ink 125">
                  <a:extLst>
                    <a:ext uri="{FF2B5EF4-FFF2-40B4-BE49-F238E27FC236}">
                      <a16:creationId xmlns:a16="http://schemas.microsoft.com/office/drawing/2014/main" id="{2419CF66-AC58-37DB-390E-D6020B007E52}"/>
                    </a:ext>
                  </a:extLst>
                </p14:cNvPr>
                <p14:cNvContentPartPr/>
                <p14:nvPr/>
              </p14:nvContentPartPr>
              <p14:xfrm>
                <a:off x="9592701" y="4633881"/>
                <a:ext cx="32760" cy="141480"/>
              </p14:xfrm>
            </p:contentPart>
          </mc:Choice>
          <mc:Fallback xmlns="">
            <p:pic>
              <p:nvPicPr>
                <p:cNvPr id="126" name="Ink 125">
                  <a:extLst>
                    <a:ext uri="{FF2B5EF4-FFF2-40B4-BE49-F238E27FC236}">
                      <a16:creationId xmlns:a16="http://schemas.microsoft.com/office/drawing/2014/main" id="{2419CF66-AC58-37DB-390E-D6020B007E52}"/>
                    </a:ext>
                  </a:extLst>
                </p:cNvPr>
                <p:cNvPicPr/>
                <p:nvPr/>
              </p:nvPicPr>
              <p:blipFill>
                <a:blip r:embed="rId145"/>
                <a:stretch>
                  <a:fillRect/>
                </a:stretch>
              </p:blipFill>
              <p:spPr>
                <a:xfrm>
                  <a:off x="9583701" y="4625241"/>
                  <a:ext cx="50400" cy="159120"/>
                </a:xfrm>
                <a:prstGeom prst="rect">
                  <a:avLst/>
                </a:prstGeom>
              </p:spPr>
            </p:pic>
          </mc:Fallback>
        </mc:AlternateContent>
      </p:grpSp>
      <p:grpSp>
        <p:nvGrpSpPr>
          <p:cNvPr id="134" name="Group 133">
            <a:extLst>
              <a:ext uri="{FF2B5EF4-FFF2-40B4-BE49-F238E27FC236}">
                <a16:creationId xmlns:a16="http://schemas.microsoft.com/office/drawing/2014/main" id="{6F39B935-31B0-2080-DB81-D5BC905D6080}"/>
              </a:ext>
            </a:extLst>
          </p:cNvPr>
          <p:cNvGrpSpPr/>
          <p:nvPr/>
        </p:nvGrpSpPr>
        <p:grpSpPr>
          <a:xfrm>
            <a:off x="9914901" y="4454601"/>
            <a:ext cx="289440" cy="187560"/>
            <a:chOff x="9914901" y="4454601"/>
            <a:chExt cx="289440" cy="187560"/>
          </a:xfrm>
        </p:grpSpPr>
        <mc:AlternateContent xmlns:mc="http://schemas.openxmlformats.org/markup-compatibility/2006" xmlns:p14="http://schemas.microsoft.com/office/powerpoint/2010/main">
          <mc:Choice Requires="p14">
            <p:contentPart p14:bwMode="auto" r:id="rId146">
              <p14:nvContentPartPr>
                <p14:cNvPr id="127" name="Ink 126">
                  <a:extLst>
                    <a:ext uri="{FF2B5EF4-FFF2-40B4-BE49-F238E27FC236}">
                      <a16:creationId xmlns:a16="http://schemas.microsoft.com/office/drawing/2014/main" id="{10B2D3F3-E3AA-46D0-1311-5018A9ED4D0B}"/>
                    </a:ext>
                  </a:extLst>
                </p14:cNvPr>
                <p14:cNvContentPartPr/>
                <p14:nvPr/>
              </p14:nvContentPartPr>
              <p14:xfrm>
                <a:off x="9929661" y="4454601"/>
                <a:ext cx="148680" cy="103320"/>
              </p14:xfrm>
            </p:contentPart>
          </mc:Choice>
          <mc:Fallback xmlns="">
            <p:pic>
              <p:nvPicPr>
                <p:cNvPr id="127" name="Ink 126">
                  <a:extLst>
                    <a:ext uri="{FF2B5EF4-FFF2-40B4-BE49-F238E27FC236}">
                      <a16:creationId xmlns:a16="http://schemas.microsoft.com/office/drawing/2014/main" id="{10B2D3F3-E3AA-46D0-1311-5018A9ED4D0B}"/>
                    </a:ext>
                  </a:extLst>
                </p:cNvPr>
                <p:cNvPicPr/>
                <p:nvPr/>
              </p:nvPicPr>
              <p:blipFill>
                <a:blip r:embed="rId147"/>
                <a:stretch>
                  <a:fillRect/>
                </a:stretch>
              </p:blipFill>
              <p:spPr>
                <a:xfrm>
                  <a:off x="9920661" y="4445961"/>
                  <a:ext cx="166320" cy="12096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28" name="Ink 127">
                  <a:extLst>
                    <a:ext uri="{FF2B5EF4-FFF2-40B4-BE49-F238E27FC236}">
                      <a16:creationId xmlns:a16="http://schemas.microsoft.com/office/drawing/2014/main" id="{E6ADDF1C-3D27-40A1-EB65-6D2CD40B3373}"/>
                    </a:ext>
                  </a:extLst>
                </p14:cNvPr>
                <p14:cNvContentPartPr/>
                <p14:nvPr/>
              </p14:nvContentPartPr>
              <p14:xfrm>
                <a:off x="9914901" y="4461081"/>
                <a:ext cx="153000" cy="133560"/>
              </p14:xfrm>
            </p:contentPart>
          </mc:Choice>
          <mc:Fallback xmlns="">
            <p:pic>
              <p:nvPicPr>
                <p:cNvPr id="128" name="Ink 127">
                  <a:extLst>
                    <a:ext uri="{FF2B5EF4-FFF2-40B4-BE49-F238E27FC236}">
                      <a16:creationId xmlns:a16="http://schemas.microsoft.com/office/drawing/2014/main" id="{E6ADDF1C-3D27-40A1-EB65-6D2CD40B3373}"/>
                    </a:ext>
                  </a:extLst>
                </p:cNvPr>
                <p:cNvPicPr/>
                <p:nvPr/>
              </p:nvPicPr>
              <p:blipFill>
                <a:blip r:embed="rId149"/>
                <a:stretch>
                  <a:fillRect/>
                </a:stretch>
              </p:blipFill>
              <p:spPr>
                <a:xfrm>
                  <a:off x="9905901" y="4452081"/>
                  <a:ext cx="17064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29" name="Ink 128">
                  <a:extLst>
                    <a:ext uri="{FF2B5EF4-FFF2-40B4-BE49-F238E27FC236}">
                      <a16:creationId xmlns:a16="http://schemas.microsoft.com/office/drawing/2014/main" id="{FE43BC2A-8E62-876C-EFCC-5BC012E33050}"/>
                    </a:ext>
                  </a:extLst>
                </p14:cNvPr>
                <p14:cNvContentPartPr/>
                <p14:nvPr/>
              </p14:nvContentPartPr>
              <p14:xfrm>
                <a:off x="10116861" y="4528761"/>
                <a:ext cx="87480" cy="113400"/>
              </p14:xfrm>
            </p:contentPart>
          </mc:Choice>
          <mc:Fallback xmlns="">
            <p:pic>
              <p:nvPicPr>
                <p:cNvPr id="129" name="Ink 128">
                  <a:extLst>
                    <a:ext uri="{FF2B5EF4-FFF2-40B4-BE49-F238E27FC236}">
                      <a16:creationId xmlns:a16="http://schemas.microsoft.com/office/drawing/2014/main" id="{FE43BC2A-8E62-876C-EFCC-5BC012E33050}"/>
                    </a:ext>
                  </a:extLst>
                </p:cNvPr>
                <p:cNvPicPr/>
                <p:nvPr/>
              </p:nvPicPr>
              <p:blipFill>
                <a:blip r:embed="rId151"/>
                <a:stretch>
                  <a:fillRect/>
                </a:stretch>
              </p:blipFill>
              <p:spPr>
                <a:xfrm>
                  <a:off x="10108221" y="4520121"/>
                  <a:ext cx="105120" cy="131040"/>
                </a:xfrm>
                <a:prstGeom prst="rect">
                  <a:avLst/>
                </a:prstGeom>
              </p:spPr>
            </p:pic>
          </mc:Fallback>
        </mc:AlternateContent>
      </p:grpSp>
      <p:grpSp>
        <p:nvGrpSpPr>
          <p:cNvPr id="133" name="Group 132">
            <a:extLst>
              <a:ext uri="{FF2B5EF4-FFF2-40B4-BE49-F238E27FC236}">
                <a16:creationId xmlns:a16="http://schemas.microsoft.com/office/drawing/2014/main" id="{60139DF5-ED4B-E93E-BDDB-DA2F2846B22B}"/>
              </a:ext>
            </a:extLst>
          </p:cNvPr>
          <p:cNvGrpSpPr/>
          <p:nvPr/>
        </p:nvGrpSpPr>
        <p:grpSpPr>
          <a:xfrm>
            <a:off x="10365981" y="4413201"/>
            <a:ext cx="450720" cy="183960"/>
            <a:chOff x="10365981" y="4413201"/>
            <a:chExt cx="450720" cy="183960"/>
          </a:xfrm>
        </p:grpSpPr>
        <mc:AlternateContent xmlns:mc="http://schemas.openxmlformats.org/markup-compatibility/2006" xmlns:p14="http://schemas.microsoft.com/office/powerpoint/2010/main">
          <mc:Choice Requires="p14">
            <p:contentPart p14:bwMode="auto" r:id="rId152">
              <p14:nvContentPartPr>
                <p14:cNvPr id="130" name="Ink 129">
                  <a:extLst>
                    <a:ext uri="{FF2B5EF4-FFF2-40B4-BE49-F238E27FC236}">
                      <a16:creationId xmlns:a16="http://schemas.microsoft.com/office/drawing/2014/main" id="{F12FE420-E4E3-C428-18AB-4F3AE1A5F04D}"/>
                    </a:ext>
                  </a:extLst>
                </p14:cNvPr>
                <p14:cNvContentPartPr/>
                <p14:nvPr/>
              </p14:nvContentPartPr>
              <p14:xfrm>
                <a:off x="10365981" y="4472241"/>
                <a:ext cx="159840" cy="1440"/>
              </p14:xfrm>
            </p:contentPart>
          </mc:Choice>
          <mc:Fallback xmlns="">
            <p:pic>
              <p:nvPicPr>
                <p:cNvPr id="130" name="Ink 129">
                  <a:extLst>
                    <a:ext uri="{FF2B5EF4-FFF2-40B4-BE49-F238E27FC236}">
                      <a16:creationId xmlns:a16="http://schemas.microsoft.com/office/drawing/2014/main" id="{F12FE420-E4E3-C428-18AB-4F3AE1A5F04D}"/>
                    </a:ext>
                  </a:extLst>
                </p:cNvPr>
                <p:cNvPicPr/>
                <p:nvPr/>
              </p:nvPicPr>
              <p:blipFill>
                <a:blip r:embed="rId153"/>
                <a:stretch>
                  <a:fillRect/>
                </a:stretch>
              </p:blipFill>
              <p:spPr>
                <a:xfrm>
                  <a:off x="10356981" y="4463601"/>
                  <a:ext cx="17748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31" name="Ink 130">
                  <a:extLst>
                    <a:ext uri="{FF2B5EF4-FFF2-40B4-BE49-F238E27FC236}">
                      <a16:creationId xmlns:a16="http://schemas.microsoft.com/office/drawing/2014/main" id="{E8C60EBE-5034-DEF0-305C-0571E4588DB6}"/>
                    </a:ext>
                  </a:extLst>
                </p14:cNvPr>
                <p14:cNvContentPartPr/>
                <p14:nvPr/>
              </p14:nvContentPartPr>
              <p14:xfrm>
                <a:off x="10374621" y="4547121"/>
                <a:ext cx="105480" cy="5040"/>
              </p14:xfrm>
            </p:contentPart>
          </mc:Choice>
          <mc:Fallback xmlns="">
            <p:pic>
              <p:nvPicPr>
                <p:cNvPr id="131" name="Ink 130">
                  <a:extLst>
                    <a:ext uri="{FF2B5EF4-FFF2-40B4-BE49-F238E27FC236}">
                      <a16:creationId xmlns:a16="http://schemas.microsoft.com/office/drawing/2014/main" id="{E8C60EBE-5034-DEF0-305C-0571E4588DB6}"/>
                    </a:ext>
                  </a:extLst>
                </p:cNvPr>
                <p:cNvPicPr/>
                <p:nvPr/>
              </p:nvPicPr>
              <p:blipFill>
                <a:blip r:embed="rId155"/>
                <a:stretch>
                  <a:fillRect/>
                </a:stretch>
              </p:blipFill>
              <p:spPr>
                <a:xfrm>
                  <a:off x="10365621" y="4538481"/>
                  <a:ext cx="12312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32" name="Ink 131">
                  <a:extLst>
                    <a:ext uri="{FF2B5EF4-FFF2-40B4-BE49-F238E27FC236}">
                      <a16:creationId xmlns:a16="http://schemas.microsoft.com/office/drawing/2014/main" id="{82B1484D-0791-0957-DCA9-98E3AFBB9953}"/>
                    </a:ext>
                  </a:extLst>
                </p14:cNvPr>
                <p14:cNvContentPartPr/>
                <p14:nvPr/>
              </p14:nvContentPartPr>
              <p14:xfrm>
                <a:off x="10623381" y="4413201"/>
                <a:ext cx="193320" cy="183960"/>
              </p14:xfrm>
            </p:contentPart>
          </mc:Choice>
          <mc:Fallback xmlns="">
            <p:pic>
              <p:nvPicPr>
                <p:cNvPr id="132" name="Ink 131">
                  <a:extLst>
                    <a:ext uri="{FF2B5EF4-FFF2-40B4-BE49-F238E27FC236}">
                      <a16:creationId xmlns:a16="http://schemas.microsoft.com/office/drawing/2014/main" id="{82B1484D-0791-0957-DCA9-98E3AFBB9953}"/>
                    </a:ext>
                  </a:extLst>
                </p:cNvPr>
                <p:cNvPicPr/>
                <p:nvPr/>
              </p:nvPicPr>
              <p:blipFill>
                <a:blip r:embed="rId157"/>
                <a:stretch>
                  <a:fillRect/>
                </a:stretch>
              </p:blipFill>
              <p:spPr>
                <a:xfrm>
                  <a:off x="10614741" y="4404561"/>
                  <a:ext cx="210960" cy="201600"/>
                </a:xfrm>
                <a:prstGeom prst="rect">
                  <a:avLst/>
                </a:prstGeom>
              </p:spPr>
            </p:pic>
          </mc:Fallback>
        </mc:AlternateContent>
      </p:grpSp>
      <p:grpSp>
        <p:nvGrpSpPr>
          <p:cNvPr id="141" name="Group 140">
            <a:extLst>
              <a:ext uri="{FF2B5EF4-FFF2-40B4-BE49-F238E27FC236}">
                <a16:creationId xmlns:a16="http://schemas.microsoft.com/office/drawing/2014/main" id="{939AADC1-82A4-799A-BD30-5B9C40CE72A1}"/>
              </a:ext>
            </a:extLst>
          </p:cNvPr>
          <p:cNvGrpSpPr/>
          <p:nvPr/>
        </p:nvGrpSpPr>
        <p:grpSpPr>
          <a:xfrm>
            <a:off x="9951261" y="4869321"/>
            <a:ext cx="381600" cy="174960"/>
            <a:chOff x="9951261" y="4869321"/>
            <a:chExt cx="381600" cy="174960"/>
          </a:xfrm>
        </p:grpSpPr>
        <mc:AlternateContent xmlns:mc="http://schemas.openxmlformats.org/markup-compatibility/2006" xmlns:p14="http://schemas.microsoft.com/office/powerpoint/2010/main">
          <mc:Choice Requires="p14">
            <p:contentPart p14:bwMode="auto" r:id="rId158">
              <p14:nvContentPartPr>
                <p14:cNvPr id="137" name="Ink 136">
                  <a:extLst>
                    <a:ext uri="{FF2B5EF4-FFF2-40B4-BE49-F238E27FC236}">
                      <a16:creationId xmlns:a16="http://schemas.microsoft.com/office/drawing/2014/main" id="{AC730958-55B1-6F49-F942-CE742BE6BFFB}"/>
                    </a:ext>
                  </a:extLst>
                </p14:cNvPr>
                <p14:cNvContentPartPr/>
                <p14:nvPr/>
              </p14:nvContentPartPr>
              <p14:xfrm>
                <a:off x="9958821" y="4869321"/>
                <a:ext cx="123840" cy="132120"/>
              </p14:xfrm>
            </p:contentPart>
          </mc:Choice>
          <mc:Fallback xmlns="">
            <p:pic>
              <p:nvPicPr>
                <p:cNvPr id="137" name="Ink 136">
                  <a:extLst>
                    <a:ext uri="{FF2B5EF4-FFF2-40B4-BE49-F238E27FC236}">
                      <a16:creationId xmlns:a16="http://schemas.microsoft.com/office/drawing/2014/main" id="{AC730958-55B1-6F49-F942-CE742BE6BFFB}"/>
                    </a:ext>
                  </a:extLst>
                </p:cNvPr>
                <p:cNvPicPr/>
                <p:nvPr/>
              </p:nvPicPr>
              <p:blipFill>
                <a:blip r:embed="rId159"/>
                <a:stretch>
                  <a:fillRect/>
                </a:stretch>
              </p:blipFill>
              <p:spPr>
                <a:xfrm>
                  <a:off x="9949821" y="4860681"/>
                  <a:ext cx="141480" cy="14976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38" name="Ink 137">
                  <a:extLst>
                    <a:ext uri="{FF2B5EF4-FFF2-40B4-BE49-F238E27FC236}">
                      <a16:creationId xmlns:a16="http://schemas.microsoft.com/office/drawing/2014/main" id="{58C3F91E-354E-49A6-1CE3-CA60B5651302}"/>
                    </a:ext>
                  </a:extLst>
                </p14:cNvPr>
                <p14:cNvContentPartPr/>
                <p14:nvPr/>
              </p14:nvContentPartPr>
              <p14:xfrm>
                <a:off x="9951261" y="4893081"/>
                <a:ext cx="155160" cy="151200"/>
              </p14:xfrm>
            </p:contentPart>
          </mc:Choice>
          <mc:Fallback xmlns="">
            <p:pic>
              <p:nvPicPr>
                <p:cNvPr id="138" name="Ink 137">
                  <a:extLst>
                    <a:ext uri="{FF2B5EF4-FFF2-40B4-BE49-F238E27FC236}">
                      <a16:creationId xmlns:a16="http://schemas.microsoft.com/office/drawing/2014/main" id="{58C3F91E-354E-49A6-1CE3-CA60B5651302}"/>
                    </a:ext>
                  </a:extLst>
                </p:cNvPr>
                <p:cNvPicPr/>
                <p:nvPr/>
              </p:nvPicPr>
              <p:blipFill>
                <a:blip r:embed="rId161"/>
                <a:stretch>
                  <a:fillRect/>
                </a:stretch>
              </p:blipFill>
              <p:spPr>
                <a:xfrm>
                  <a:off x="9942621" y="4884441"/>
                  <a:ext cx="172800" cy="16884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39" name="Ink 138">
                  <a:extLst>
                    <a:ext uri="{FF2B5EF4-FFF2-40B4-BE49-F238E27FC236}">
                      <a16:creationId xmlns:a16="http://schemas.microsoft.com/office/drawing/2014/main" id="{02957200-301E-8715-9961-3CC5D37DF36A}"/>
                    </a:ext>
                  </a:extLst>
                </p14:cNvPr>
                <p14:cNvContentPartPr/>
                <p14:nvPr/>
              </p14:nvContentPartPr>
              <p14:xfrm>
                <a:off x="10245021" y="4908561"/>
                <a:ext cx="87840" cy="1440"/>
              </p14:xfrm>
            </p:contentPart>
          </mc:Choice>
          <mc:Fallback xmlns="">
            <p:pic>
              <p:nvPicPr>
                <p:cNvPr id="139" name="Ink 138">
                  <a:extLst>
                    <a:ext uri="{FF2B5EF4-FFF2-40B4-BE49-F238E27FC236}">
                      <a16:creationId xmlns:a16="http://schemas.microsoft.com/office/drawing/2014/main" id="{02957200-301E-8715-9961-3CC5D37DF36A}"/>
                    </a:ext>
                  </a:extLst>
                </p:cNvPr>
                <p:cNvPicPr/>
                <p:nvPr/>
              </p:nvPicPr>
              <p:blipFill>
                <a:blip r:embed="rId163"/>
                <a:stretch>
                  <a:fillRect/>
                </a:stretch>
              </p:blipFill>
              <p:spPr>
                <a:xfrm>
                  <a:off x="10236021" y="4899921"/>
                  <a:ext cx="10548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40" name="Ink 139">
                  <a:extLst>
                    <a:ext uri="{FF2B5EF4-FFF2-40B4-BE49-F238E27FC236}">
                      <a16:creationId xmlns:a16="http://schemas.microsoft.com/office/drawing/2014/main" id="{DEF4458E-B43D-FBC0-941A-59D257DC9874}"/>
                    </a:ext>
                  </a:extLst>
                </p14:cNvPr>
                <p14:cNvContentPartPr/>
                <p14:nvPr/>
              </p14:nvContentPartPr>
              <p14:xfrm>
                <a:off x="10233501" y="4948161"/>
                <a:ext cx="77040" cy="2520"/>
              </p14:xfrm>
            </p:contentPart>
          </mc:Choice>
          <mc:Fallback xmlns="">
            <p:pic>
              <p:nvPicPr>
                <p:cNvPr id="140" name="Ink 139">
                  <a:extLst>
                    <a:ext uri="{FF2B5EF4-FFF2-40B4-BE49-F238E27FC236}">
                      <a16:creationId xmlns:a16="http://schemas.microsoft.com/office/drawing/2014/main" id="{DEF4458E-B43D-FBC0-941A-59D257DC9874}"/>
                    </a:ext>
                  </a:extLst>
                </p:cNvPr>
                <p:cNvPicPr/>
                <p:nvPr/>
              </p:nvPicPr>
              <p:blipFill>
                <a:blip r:embed="rId165"/>
                <a:stretch>
                  <a:fillRect/>
                </a:stretch>
              </p:blipFill>
              <p:spPr>
                <a:xfrm>
                  <a:off x="10224501" y="4939161"/>
                  <a:ext cx="94680" cy="20160"/>
                </a:xfrm>
                <a:prstGeom prst="rect">
                  <a:avLst/>
                </a:prstGeom>
              </p:spPr>
            </p:pic>
          </mc:Fallback>
        </mc:AlternateContent>
      </p:grpSp>
      <p:grpSp>
        <p:nvGrpSpPr>
          <p:cNvPr id="153" name="Group 152">
            <a:extLst>
              <a:ext uri="{FF2B5EF4-FFF2-40B4-BE49-F238E27FC236}">
                <a16:creationId xmlns:a16="http://schemas.microsoft.com/office/drawing/2014/main" id="{4C734289-985C-EE02-7B4B-CBFF650F85D8}"/>
              </a:ext>
            </a:extLst>
          </p:cNvPr>
          <p:cNvGrpSpPr/>
          <p:nvPr/>
        </p:nvGrpSpPr>
        <p:grpSpPr>
          <a:xfrm>
            <a:off x="10499541" y="4790841"/>
            <a:ext cx="1549440" cy="207720"/>
            <a:chOff x="10499541" y="4790841"/>
            <a:chExt cx="1549440" cy="207720"/>
          </a:xfrm>
        </p:grpSpPr>
        <mc:AlternateContent xmlns:mc="http://schemas.openxmlformats.org/markup-compatibility/2006" xmlns:p14="http://schemas.microsoft.com/office/powerpoint/2010/main">
          <mc:Choice Requires="p14">
            <p:contentPart p14:bwMode="auto" r:id="rId166">
              <p14:nvContentPartPr>
                <p14:cNvPr id="142" name="Ink 141">
                  <a:extLst>
                    <a:ext uri="{FF2B5EF4-FFF2-40B4-BE49-F238E27FC236}">
                      <a16:creationId xmlns:a16="http://schemas.microsoft.com/office/drawing/2014/main" id="{F9681266-4ECC-E876-7380-4A0619F9BAB4}"/>
                    </a:ext>
                  </a:extLst>
                </p14:cNvPr>
                <p14:cNvContentPartPr/>
                <p14:nvPr/>
              </p14:nvContentPartPr>
              <p14:xfrm>
                <a:off x="10499541" y="4790841"/>
                <a:ext cx="21600" cy="192960"/>
              </p14:xfrm>
            </p:contentPart>
          </mc:Choice>
          <mc:Fallback xmlns="">
            <p:pic>
              <p:nvPicPr>
                <p:cNvPr id="142" name="Ink 141">
                  <a:extLst>
                    <a:ext uri="{FF2B5EF4-FFF2-40B4-BE49-F238E27FC236}">
                      <a16:creationId xmlns:a16="http://schemas.microsoft.com/office/drawing/2014/main" id="{F9681266-4ECC-E876-7380-4A0619F9BAB4}"/>
                    </a:ext>
                  </a:extLst>
                </p:cNvPr>
                <p:cNvPicPr/>
                <p:nvPr/>
              </p:nvPicPr>
              <p:blipFill>
                <a:blip r:embed="rId167"/>
                <a:stretch>
                  <a:fillRect/>
                </a:stretch>
              </p:blipFill>
              <p:spPr>
                <a:xfrm>
                  <a:off x="10490901" y="4782201"/>
                  <a:ext cx="39240" cy="21060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43" name="Ink 142">
                  <a:extLst>
                    <a:ext uri="{FF2B5EF4-FFF2-40B4-BE49-F238E27FC236}">
                      <a16:creationId xmlns:a16="http://schemas.microsoft.com/office/drawing/2014/main" id="{124A9219-5011-CBDF-097A-56CAF06D87CB}"/>
                    </a:ext>
                  </a:extLst>
                </p14:cNvPr>
                <p14:cNvContentPartPr/>
                <p14:nvPr/>
              </p14:nvContentPartPr>
              <p14:xfrm>
                <a:off x="10542021" y="4892361"/>
                <a:ext cx="65880" cy="85680"/>
              </p14:xfrm>
            </p:contentPart>
          </mc:Choice>
          <mc:Fallback xmlns="">
            <p:pic>
              <p:nvPicPr>
                <p:cNvPr id="143" name="Ink 142">
                  <a:extLst>
                    <a:ext uri="{FF2B5EF4-FFF2-40B4-BE49-F238E27FC236}">
                      <a16:creationId xmlns:a16="http://schemas.microsoft.com/office/drawing/2014/main" id="{124A9219-5011-CBDF-097A-56CAF06D87CB}"/>
                    </a:ext>
                  </a:extLst>
                </p:cNvPr>
                <p:cNvPicPr/>
                <p:nvPr/>
              </p:nvPicPr>
              <p:blipFill>
                <a:blip r:embed="rId169"/>
                <a:stretch>
                  <a:fillRect/>
                </a:stretch>
              </p:blipFill>
              <p:spPr>
                <a:xfrm>
                  <a:off x="10533381" y="4883721"/>
                  <a:ext cx="8352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44" name="Ink 143">
                  <a:extLst>
                    <a:ext uri="{FF2B5EF4-FFF2-40B4-BE49-F238E27FC236}">
                      <a16:creationId xmlns:a16="http://schemas.microsoft.com/office/drawing/2014/main" id="{66AADA12-7154-23E5-7121-C3530B30B811}"/>
                    </a:ext>
                  </a:extLst>
                </p14:cNvPr>
                <p14:cNvContentPartPr/>
                <p14:nvPr/>
              </p14:nvContentPartPr>
              <p14:xfrm>
                <a:off x="10687461" y="4879401"/>
                <a:ext cx="200880" cy="101160"/>
              </p14:xfrm>
            </p:contentPart>
          </mc:Choice>
          <mc:Fallback xmlns="">
            <p:pic>
              <p:nvPicPr>
                <p:cNvPr id="144" name="Ink 143">
                  <a:extLst>
                    <a:ext uri="{FF2B5EF4-FFF2-40B4-BE49-F238E27FC236}">
                      <a16:creationId xmlns:a16="http://schemas.microsoft.com/office/drawing/2014/main" id="{66AADA12-7154-23E5-7121-C3530B30B811}"/>
                    </a:ext>
                  </a:extLst>
                </p:cNvPr>
                <p:cNvPicPr/>
                <p:nvPr/>
              </p:nvPicPr>
              <p:blipFill>
                <a:blip r:embed="rId171"/>
                <a:stretch>
                  <a:fillRect/>
                </a:stretch>
              </p:blipFill>
              <p:spPr>
                <a:xfrm>
                  <a:off x="10678821" y="4870401"/>
                  <a:ext cx="21852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45" name="Ink 144">
                  <a:extLst>
                    <a:ext uri="{FF2B5EF4-FFF2-40B4-BE49-F238E27FC236}">
                      <a16:creationId xmlns:a16="http://schemas.microsoft.com/office/drawing/2014/main" id="{D07DB5A9-3F08-8406-A761-84267EBB8502}"/>
                    </a:ext>
                  </a:extLst>
                </p14:cNvPr>
                <p14:cNvContentPartPr/>
                <p14:nvPr/>
              </p14:nvContentPartPr>
              <p14:xfrm>
                <a:off x="11037381" y="4893801"/>
                <a:ext cx="106560" cy="6120"/>
              </p14:xfrm>
            </p:contentPart>
          </mc:Choice>
          <mc:Fallback xmlns="">
            <p:pic>
              <p:nvPicPr>
                <p:cNvPr id="145" name="Ink 144">
                  <a:extLst>
                    <a:ext uri="{FF2B5EF4-FFF2-40B4-BE49-F238E27FC236}">
                      <a16:creationId xmlns:a16="http://schemas.microsoft.com/office/drawing/2014/main" id="{D07DB5A9-3F08-8406-A761-84267EBB8502}"/>
                    </a:ext>
                  </a:extLst>
                </p:cNvPr>
                <p:cNvPicPr/>
                <p:nvPr/>
              </p:nvPicPr>
              <p:blipFill>
                <a:blip r:embed="rId173"/>
                <a:stretch>
                  <a:fillRect/>
                </a:stretch>
              </p:blipFill>
              <p:spPr>
                <a:xfrm>
                  <a:off x="11028741" y="4884801"/>
                  <a:ext cx="12420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46" name="Ink 145">
                  <a:extLst>
                    <a:ext uri="{FF2B5EF4-FFF2-40B4-BE49-F238E27FC236}">
                      <a16:creationId xmlns:a16="http://schemas.microsoft.com/office/drawing/2014/main" id="{A858CD76-7B95-19E0-1E29-C5B7096F66BB}"/>
                    </a:ext>
                  </a:extLst>
                </p14:cNvPr>
                <p14:cNvContentPartPr/>
                <p14:nvPr/>
              </p14:nvContentPartPr>
              <p14:xfrm>
                <a:off x="11051781" y="4933041"/>
                <a:ext cx="43920" cy="2520"/>
              </p14:xfrm>
            </p:contentPart>
          </mc:Choice>
          <mc:Fallback xmlns="">
            <p:pic>
              <p:nvPicPr>
                <p:cNvPr id="146" name="Ink 145">
                  <a:extLst>
                    <a:ext uri="{FF2B5EF4-FFF2-40B4-BE49-F238E27FC236}">
                      <a16:creationId xmlns:a16="http://schemas.microsoft.com/office/drawing/2014/main" id="{A858CD76-7B95-19E0-1E29-C5B7096F66BB}"/>
                    </a:ext>
                  </a:extLst>
                </p:cNvPr>
                <p:cNvPicPr/>
                <p:nvPr/>
              </p:nvPicPr>
              <p:blipFill>
                <a:blip r:embed="rId175"/>
                <a:stretch>
                  <a:fillRect/>
                </a:stretch>
              </p:blipFill>
              <p:spPr>
                <a:xfrm>
                  <a:off x="11043141" y="4924401"/>
                  <a:ext cx="6156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47" name="Ink 146">
                  <a:extLst>
                    <a:ext uri="{FF2B5EF4-FFF2-40B4-BE49-F238E27FC236}">
                      <a16:creationId xmlns:a16="http://schemas.microsoft.com/office/drawing/2014/main" id="{F3FCA458-75A1-DF3C-8CC9-7239ADC751EE}"/>
                    </a:ext>
                  </a:extLst>
                </p14:cNvPr>
                <p14:cNvContentPartPr/>
                <p14:nvPr/>
              </p14:nvContentPartPr>
              <p14:xfrm>
                <a:off x="11260221" y="4836201"/>
                <a:ext cx="130680" cy="131760"/>
              </p14:xfrm>
            </p:contentPart>
          </mc:Choice>
          <mc:Fallback xmlns="">
            <p:pic>
              <p:nvPicPr>
                <p:cNvPr id="147" name="Ink 146">
                  <a:extLst>
                    <a:ext uri="{FF2B5EF4-FFF2-40B4-BE49-F238E27FC236}">
                      <a16:creationId xmlns:a16="http://schemas.microsoft.com/office/drawing/2014/main" id="{F3FCA458-75A1-DF3C-8CC9-7239ADC751EE}"/>
                    </a:ext>
                  </a:extLst>
                </p:cNvPr>
                <p:cNvPicPr/>
                <p:nvPr/>
              </p:nvPicPr>
              <p:blipFill>
                <a:blip r:embed="rId177"/>
                <a:stretch>
                  <a:fillRect/>
                </a:stretch>
              </p:blipFill>
              <p:spPr>
                <a:xfrm>
                  <a:off x="11251221" y="4827561"/>
                  <a:ext cx="14832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48" name="Ink 147">
                  <a:extLst>
                    <a:ext uri="{FF2B5EF4-FFF2-40B4-BE49-F238E27FC236}">
                      <a16:creationId xmlns:a16="http://schemas.microsoft.com/office/drawing/2014/main" id="{EAB77BED-4A24-D7BB-8BAC-F94BDF16D530}"/>
                    </a:ext>
                  </a:extLst>
                </p14:cNvPr>
                <p14:cNvContentPartPr/>
                <p14:nvPr/>
              </p14:nvContentPartPr>
              <p14:xfrm>
                <a:off x="11494581" y="4876161"/>
                <a:ext cx="2160" cy="6120"/>
              </p14:xfrm>
            </p:contentPart>
          </mc:Choice>
          <mc:Fallback xmlns="">
            <p:pic>
              <p:nvPicPr>
                <p:cNvPr id="148" name="Ink 147">
                  <a:extLst>
                    <a:ext uri="{FF2B5EF4-FFF2-40B4-BE49-F238E27FC236}">
                      <a16:creationId xmlns:a16="http://schemas.microsoft.com/office/drawing/2014/main" id="{EAB77BED-4A24-D7BB-8BAC-F94BDF16D530}"/>
                    </a:ext>
                  </a:extLst>
                </p:cNvPr>
                <p:cNvPicPr/>
                <p:nvPr/>
              </p:nvPicPr>
              <p:blipFill>
                <a:blip r:embed="rId179"/>
                <a:stretch>
                  <a:fillRect/>
                </a:stretch>
              </p:blipFill>
              <p:spPr>
                <a:xfrm>
                  <a:off x="11485581" y="4867161"/>
                  <a:ext cx="1980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49" name="Ink 148">
                  <a:extLst>
                    <a:ext uri="{FF2B5EF4-FFF2-40B4-BE49-F238E27FC236}">
                      <a16:creationId xmlns:a16="http://schemas.microsoft.com/office/drawing/2014/main" id="{E6BF785B-D575-7DBB-0D3D-AE2682E88C61}"/>
                    </a:ext>
                  </a:extLst>
                </p14:cNvPr>
                <p14:cNvContentPartPr/>
                <p14:nvPr/>
              </p14:nvContentPartPr>
              <p14:xfrm>
                <a:off x="11561541" y="4836921"/>
                <a:ext cx="142200" cy="114840"/>
              </p14:xfrm>
            </p:contentPart>
          </mc:Choice>
          <mc:Fallback xmlns="">
            <p:pic>
              <p:nvPicPr>
                <p:cNvPr id="149" name="Ink 148">
                  <a:extLst>
                    <a:ext uri="{FF2B5EF4-FFF2-40B4-BE49-F238E27FC236}">
                      <a16:creationId xmlns:a16="http://schemas.microsoft.com/office/drawing/2014/main" id="{E6BF785B-D575-7DBB-0D3D-AE2682E88C61}"/>
                    </a:ext>
                  </a:extLst>
                </p:cNvPr>
                <p:cNvPicPr/>
                <p:nvPr/>
              </p:nvPicPr>
              <p:blipFill>
                <a:blip r:embed="rId181"/>
                <a:stretch>
                  <a:fillRect/>
                </a:stretch>
              </p:blipFill>
              <p:spPr>
                <a:xfrm>
                  <a:off x="11552541" y="4827921"/>
                  <a:ext cx="15984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50" name="Ink 149">
                  <a:extLst>
                    <a:ext uri="{FF2B5EF4-FFF2-40B4-BE49-F238E27FC236}">
                      <a16:creationId xmlns:a16="http://schemas.microsoft.com/office/drawing/2014/main" id="{20909B54-2ABD-8BC8-A63F-832DE0C37DD8}"/>
                    </a:ext>
                  </a:extLst>
                </p14:cNvPr>
                <p14:cNvContentPartPr/>
                <p14:nvPr/>
              </p14:nvContentPartPr>
              <p14:xfrm>
                <a:off x="11767461" y="4813161"/>
                <a:ext cx="7920" cy="141480"/>
              </p14:xfrm>
            </p:contentPart>
          </mc:Choice>
          <mc:Fallback xmlns="">
            <p:pic>
              <p:nvPicPr>
                <p:cNvPr id="150" name="Ink 149">
                  <a:extLst>
                    <a:ext uri="{FF2B5EF4-FFF2-40B4-BE49-F238E27FC236}">
                      <a16:creationId xmlns:a16="http://schemas.microsoft.com/office/drawing/2014/main" id="{20909B54-2ABD-8BC8-A63F-832DE0C37DD8}"/>
                    </a:ext>
                  </a:extLst>
                </p:cNvPr>
                <p:cNvPicPr/>
                <p:nvPr/>
              </p:nvPicPr>
              <p:blipFill>
                <a:blip r:embed="rId183"/>
                <a:stretch>
                  <a:fillRect/>
                </a:stretch>
              </p:blipFill>
              <p:spPr>
                <a:xfrm>
                  <a:off x="11758461" y="4804521"/>
                  <a:ext cx="2556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51" name="Ink 150">
                  <a:extLst>
                    <a:ext uri="{FF2B5EF4-FFF2-40B4-BE49-F238E27FC236}">
                      <a16:creationId xmlns:a16="http://schemas.microsoft.com/office/drawing/2014/main" id="{82D26DAB-8ADF-05F9-F1B4-6C570E8A60E4}"/>
                    </a:ext>
                  </a:extLst>
                </p14:cNvPr>
                <p14:cNvContentPartPr/>
                <p14:nvPr/>
              </p14:nvContentPartPr>
              <p14:xfrm>
                <a:off x="11865741" y="4877241"/>
                <a:ext cx="183240" cy="121320"/>
              </p14:xfrm>
            </p:contentPart>
          </mc:Choice>
          <mc:Fallback xmlns="">
            <p:pic>
              <p:nvPicPr>
                <p:cNvPr id="151" name="Ink 150">
                  <a:extLst>
                    <a:ext uri="{FF2B5EF4-FFF2-40B4-BE49-F238E27FC236}">
                      <a16:creationId xmlns:a16="http://schemas.microsoft.com/office/drawing/2014/main" id="{82D26DAB-8ADF-05F9-F1B4-6C570E8A60E4}"/>
                    </a:ext>
                  </a:extLst>
                </p:cNvPr>
                <p:cNvPicPr/>
                <p:nvPr/>
              </p:nvPicPr>
              <p:blipFill>
                <a:blip r:embed="rId185"/>
                <a:stretch>
                  <a:fillRect/>
                </a:stretch>
              </p:blipFill>
              <p:spPr>
                <a:xfrm>
                  <a:off x="11856741" y="4868601"/>
                  <a:ext cx="200880" cy="1389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86">
            <p14:nvContentPartPr>
              <p14:cNvPr id="161" name="Ink 160">
                <a:extLst>
                  <a:ext uri="{FF2B5EF4-FFF2-40B4-BE49-F238E27FC236}">
                    <a16:creationId xmlns:a16="http://schemas.microsoft.com/office/drawing/2014/main" id="{0BA5F2BC-CB1E-A38D-C197-C2F8266D79CA}"/>
                  </a:ext>
                </a:extLst>
              </p14:cNvPr>
              <p14:cNvContentPartPr/>
              <p14:nvPr/>
            </p14:nvContentPartPr>
            <p14:xfrm>
              <a:off x="8915181" y="5725401"/>
              <a:ext cx="360" cy="360"/>
            </p14:xfrm>
          </p:contentPart>
        </mc:Choice>
        <mc:Fallback xmlns="">
          <p:pic>
            <p:nvPicPr>
              <p:cNvPr id="161" name="Ink 160">
                <a:extLst>
                  <a:ext uri="{FF2B5EF4-FFF2-40B4-BE49-F238E27FC236}">
                    <a16:creationId xmlns:a16="http://schemas.microsoft.com/office/drawing/2014/main" id="{0BA5F2BC-CB1E-A38D-C197-C2F8266D79CA}"/>
                  </a:ext>
                </a:extLst>
              </p:cNvPr>
              <p:cNvPicPr/>
              <p:nvPr/>
            </p:nvPicPr>
            <p:blipFill>
              <a:blip r:embed="rId27"/>
              <a:stretch>
                <a:fillRect/>
              </a:stretch>
            </p:blipFill>
            <p:spPr>
              <a:xfrm>
                <a:off x="8906541" y="5716401"/>
                <a:ext cx="18000" cy="18000"/>
              </a:xfrm>
              <a:prstGeom prst="rect">
                <a:avLst/>
              </a:prstGeom>
            </p:spPr>
          </p:pic>
        </mc:Fallback>
      </mc:AlternateContent>
      <p:grpSp>
        <p:nvGrpSpPr>
          <p:cNvPr id="164" name="Group 163">
            <a:extLst>
              <a:ext uri="{FF2B5EF4-FFF2-40B4-BE49-F238E27FC236}">
                <a16:creationId xmlns:a16="http://schemas.microsoft.com/office/drawing/2014/main" id="{2FA35F27-3B2E-9E45-4DCC-6B05ECF6EF96}"/>
              </a:ext>
            </a:extLst>
          </p:cNvPr>
          <p:cNvGrpSpPr/>
          <p:nvPr/>
        </p:nvGrpSpPr>
        <p:grpSpPr>
          <a:xfrm>
            <a:off x="8052981" y="5576361"/>
            <a:ext cx="696960" cy="381960"/>
            <a:chOff x="8052981" y="5576361"/>
            <a:chExt cx="696960" cy="381960"/>
          </a:xfrm>
        </p:grpSpPr>
        <mc:AlternateContent xmlns:mc="http://schemas.openxmlformats.org/markup-compatibility/2006" xmlns:p14="http://schemas.microsoft.com/office/powerpoint/2010/main">
          <mc:Choice Requires="p14">
            <p:contentPart p14:bwMode="auto" r:id="rId187">
              <p14:nvContentPartPr>
                <p14:cNvPr id="152" name="Ink 151">
                  <a:extLst>
                    <a:ext uri="{FF2B5EF4-FFF2-40B4-BE49-F238E27FC236}">
                      <a16:creationId xmlns:a16="http://schemas.microsoft.com/office/drawing/2014/main" id="{19124588-42DC-60C5-BA48-271E12D4424A}"/>
                    </a:ext>
                  </a:extLst>
                </p14:cNvPr>
                <p14:cNvContentPartPr/>
                <p14:nvPr/>
              </p14:nvContentPartPr>
              <p14:xfrm>
                <a:off x="8160261" y="5632161"/>
                <a:ext cx="18000" cy="177480"/>
              </p14:xfrm>
            </p:contentPart>
          </mc:Choice>
          <mc:Fallback xmlns="">
            <p:pic>
              <p:nvPicPr>
                <p:cNvPr id="152" name="Ink 151">
                  <a:extLst>
                    <a:ext uri="{FF2B5EF4-FFF2-40B4-BE49-F238E27FC236}">
                      <a16:creationId xmlns:a16="http://schemas.microsoft.com/office/drawing/2014/main" id="{19124588-42DC-60C5-BA48-271E12D4424A}"/>
                    </a:ext>
                  </a:extLst>
                </p:cNvPr>
                <p:cNvPicPr/>
                <p:nvPr/>
              </p:nvPicPr>
              <p:blipFill>
                <a:blip r:embed="rId188"/>
                <a:stretch>
                  <a:fillRect/>
                </a:stretch>
              </p:blipFill>
              <p:spPr>
                <a:xfrm>
                  <a:off x="8151621" y="5623521"/>
                  <a:ext cx="35640" cy="19512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154" name="Ink 153">
                  <a:extLst>
                    <a:ext uri="{FF2B5EF4-FFF2-40B4-BE49-F238E27FC236}">
                      <a16:creationId xmlns:a16="http://schemas.microsoft.com/office/drawing/2014/main" id="{E2823F43-BE66-20FB-9DE3-469AD8C58E44}"/>
                    </a:ext>
                  </a:extLst>
                </p14:cNvPr>
                <p14:cNvContentPartPr/>
                <p14:nvPr/>
              </p14:nvContentPartPr>
              <p14:xfrm>
                <a:off x="8168541" y="5625681"/>
                <a:ext cx="141840" cy="9360"/>
              </p14:xfrm>
            </p:contentPart>
          </mc:Choice>
          <mc:Fallback xmlns="">
            <p:pic>
              <p:nvPicPr>
                <p:cNvPr id="154" name="Ink 153">
                  <a:extLst>
                    <a:ext uri="{FF2B5EF4-FFF2-40B4-BE49-F238E27FC236}">
                      <a16:creationId xmlns:a16="http://schemas.microsoft.com/office/drawing/2014/main" id="{E2823F43-BE66-20FB-9DE3-469AD8C58E44}"/>
                    </a:ext>
                  </a:extLst>
                </p:cNvPr>
                <p:cNvPicPr/>
                <p:nvPr/>
              </p:nvPicPr>
              <p:blipFill>
                <a:blip r:embed="rId190"/>
                <a:stretch>
                  <a:fillRect/>
                </a:stretch>
              </p:blipFill>
              <p:spPr>
                <a:xfrm>
                  <a:off x="8159541" y="5617041"/>
                  <a:ext cx="15948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155" name="Ink 154">
                  <a:extLst>
                    <a:ext uri="{FF2B5EF4-FFF2-40B4-BE49-F238E27FC236}">
                      <a16:creationId xmlns:a16="http://schemas.microsoft.com/office/drawing/2014/main" id="{9450EDB8-717F-D1F4-A5C5-B55774670296}"/>
                    </a:ext>
                  </a:extLst>
                </p14:cNvPr>
                <p14:cNvContentPartPr/>
                <p14:nvPr/>
              </p14:nvContentPartPr>
              <p14:xfrm>
                <a:off x="8182581" y="5707761"/>
                <a:ext cx="45000" cy="6120"/>
              </p14:xfrm>
            </p:contentPart>
          </mc:Choice>
          <mc:Fallback xmlns="">
            <p:pic>
              <p:nvPicPr>
                <p:cNvPr id="155" name="Ink 154">
                  <a:extLst>
                    <a:ext uri="{FF2B5EF4-FFF2-40B4-BE49-F238E27FC236}">
                      <a16:creationId xmlns:a16="http://schemas.microsoft.com/office/drawing/2014/main" id="{9450EDB8-717F-D1F4-A5C5-B55774670296}"/>
                    </a:ext>
                  </a:extLst>
                </p:cNvPr>
                <p:cNvPicPr/>
                <p:nvPr/>
              </p:nvPicPr>
              <p:blipFill>
                <a:blip r:embed="rId192"/>
                <a:stretch>
                  <a:fillRect/>
                </a:stretch>
              </p:blipFill>
              <p:spPr>
                <a:xfrm>
                  <a:off x="8173581" y="5698761"/>
                  <a:ext cx="6264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156" name="Ink 155">
                  <a:extLst>
                    <a:ext uri="{FF2B5EF4-FFF2-40B4-BE49-F238E27FC236}">
                      <a16:creationId xmlns:a16="http://schemas.microsoft.com/office/drawing/2014/main" id="{1B6D8DA4-E2D7-713F-DE96-367DE666CA44}"/>
                    </a:ext>
                  </a:extLst>
                </p14:cNvPr>
                <p14:cNvContentPartPr/>
                <p14:nvPr/>
              </p14:nvContentPartPr>
              <p14:xfrm>
                <a:off x="8344221" y="5692641"/>
                <a:ext cx="119160" cy="151200"/>
              </p14:xfrm>
            </p:contentPart>
          </mc:Choice>
          <mc:Fallback xmlns="">
            <p:pic>
              <p:nvPicPr>
                <p:cNvPr id="156" name="Ink 155">
                  <a:extLst>
                    <a:ext uri="{FF2B5EF4-FFF2-40B4-BE49-F238E27FC236}">
                      <a16:creationId xmlns:a16="http://schemas.microsoft.com/office/drawing/2014/main" id="{1B6D8DA4-E2D7-713F-DE96-367DE666CA44}"/>
                    </a:ext>
                  </a:extLst>
                </p:cNvPr>
                <p:cNvPicPr/>
                <p:nvPr/>
              </p:nvPicPr>
              <p:blipFill>
                <a:blip r:embed="rId194"/>
                <a:stretch>
                  <a:fillRect/>
                </a:stretch>
              </p:blipFill>
              <p:spPr>
                <a:xfrm>
                  <a:off x="8335221" y="5683641"/>
                  <a:ext cx="136800" cy="16884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157" name="Ink 156">
                  <a:extLst>
                    <a:ext uri="{FF2B5EF4-FFF2-40B4-BE49-F238E27FC236}">
                      <a16:creationId xmlns:a16="http://schemas.microsoft.com/office/drawing/2014/main" id="{2FFB1BD0-BC4C-A743-FB4F-9737EF7B5391}"/>
                    </a:ext>
                  </a:extLst>
                </p14:cNvPr>
                <p14:cNvContentPartPr/>
                <p14:nvPr/>
              </p14:nvContentPartPr>
              <p14:xfrm>
                <a:off x="8646261" y="5691561"/>
                <a:ext cx="103680" cy="8280"/>
              </p14:xfrm>
            </p:contentPart>
          </mc:Choice>
          <mc:Fallback xmlns="">
            <p:pic>
              <p:nvPicPr>
                <p:cNvPr id="157" name="Ink 156">
                  <a:extLst>
                    <a:ext uri="{FF2B5EF4-FFF2-40B4-BE49-F238E27FC236}">
                      <a16:creationId xmlns:a16="http://schemas.microsoft.com/office/drawing/2014/main" id="{2FFB1BD0-BC4C-A743-FB4F-9737EF7B5391}"/>
                    </a:ext>
                  </a:extLst>
                </p:cNvPr>
                <p:cNvPicPr/>
                <p:nvPr/>
              </p:nvPicPr>
              <p:blipFill>
                <a:blip r:embed="rId196"/>
                <a:stretch>
                  <a:fillRect/>
                </a:stretch>
              </p:blipFill>
              <p:spPr>
                <a:xfrm>
                  <a:off x="8637261" y="5682921"/>
                  <a:ext cx="12132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158" name="Ink 157">
                  <a:extLst>
                    <a:ext uri="{FF2B5EF4-FFF2-40B4-BE49-F238E27FC236}">
                      <a16:creationId xmlns:a16="http://schemas.microsoft.com/office/drawing/2014/main" id="{6843FDDE-417C-E3B0-0204-8DA823820E50}"/>
                    </a:ext>
                  </a:extLst>
                </p14:cNvPr>
                <p14:cNvContentPartPr/>
                <p14:nvPr/>
              </p14:nvContentPartPr>
              <p14:xfrm>
                <a:off x="8640141" y="5767161"/>
                <a:ext cx="86040" cy="10080"/>
              </p14:xfrm>
            </p:contentPart>
          </mc:Choice>
          <mc:Fallback xmlns="">
            <p:pic>
              <p:nvPicPr>
                <p:cNvPr id="158" name="Ink 157">
                  <a:extLst>
                    <a:ext uri="{FF2B5EF4-FFF2-40B4-BE49-F238E27FC236}">
                      <a16:creationId xmlns:a16="http://schemas.microsoft.com/office/drawing/2014/main" id="{6843FDDE-417C-E3B0-0204-8DA823820E50}"/>
                    </a:ext>
                  </a:extLst>
                </p:cNvPr>
                <p:cNvPicPr/>
                <p:nvPr/>
              </p:nvPicPr>
              <p:blipFill>
                <a:blip r:embed="rId198"/>
                <a:stretch>
                  <a:fillRect/>
                </a:stretch>
              </p:blipFill>
              <p:spPr>
                <a:xfrm>
                  <a:off x="8631141" y="5758161"/>
                  <a:ext cx="103680" cy="2772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162" name="Ink 161">
                  <a:extLst>
                    <a:ext uri="{FF2B5EF4-FFF2-40B4-BE49-F238E27FC236}">
                      <a16:creationId xmlns:a16="http://schemas.microsoft.com/office/drawing/2014/main" id="{33C12FE8-6324-3BB8-76F1-D87A9D502CFD}"/>
                    </a:ext>
                  </a:extLst>
                </p14:cNvPr>
                <p14:cNvContentPartPr/>
                <p14:nvPr/>
              </p14:nvContentPartPr>
              <p14:xfrm>
                <a:off x="8579301" y="5618481"/>
                <a:ext cx="27360" cy="294480"/>
              </p14:xfrm>
            </p:contentPart>
          </mc:Choice>
          <mc:Fallback xmlns="">
            <p:pic>
              <p:nvPicPr>
                <p:cNvPr id="162" name="Ink 161">
                  <a:extLst>
                    <a:ext uri="{FF2B5EF4-FFF2-40B4-BE49-F238E27FC236}">
                      <a16:creationId xmlns:a16="http://schemas.microsoft.com/office/drawing/2014/main" id="{33C12FE8-6324-3BB8-76F1-D87A9D502CFD}"/>
                    </a:ext>
                  </a:extLst>
                </p:cNvPr>
                <p:cNvPicPr/>
                <p:nvPr/>
              </p:nvPicPr>
              <p:blipFill>
                <a:blip r:embed="rId200"/>
                <a:stretch>
                  <a:fillRect/>
                </a:stretch>
              </p:blipFill>
              <p:spPr>
                <a:xfrm>
                  <a:off x="8570661" y="5609481"/>
                  <a:ext cx="45000" cy="31212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163" name="Ink 162">
                  <a:extLst>
                    <a:ext uri="{FF2B5EF4-FFF2-40B4-BE49-F238E27FC236}">
                      <a16:creationId xmlns:a16="http://schemas.microsoft.com/office/drawing/2014/main" id="{D246DE91-B438-7DDA-AE6D-1A4A68D1C4EB}"/>
                    </a:ext>
                  </a:extLst>
                </p14:cNvPr>
                <p14:cNvContentPartPr/>
                <p14:nvPr/>
              </p14:nvContentPartPr>
              <p14:xfrm>
                <a:off x="8052981" y="5576361"/>
                <a:ext cx="13320" cy="381960"/>
              </p14:xfrm>
            </p:contentPart>
          </mc:Choice>
          <mc:Fallback xmlns="">
            <p:pic>
              <p:nvPicPr>
                <p:cNvPr id="163" name="Ink 162">
                  <a:extLst>
                    <a:ext uri="{FF2B5EF4-FFF2-40B4-BE49-F238E27FC236}">
                      <a16:creationId xmlns:a16="http://schemas.microsoft.com/office/drawing/2014/main" id="{D246DE91-B438-7DDA-AE6D-1A4A68D1C4EB}"/>
                    </a:ext>
                  </a:extLst>
                </p:cNvPr>
                <p:cNvPicPr/>
                <p:nvPr/>
              </p:nvPicPr>
              <p:blipFill>
                <a:blip r:embed="rId202"/>
                <a:stretch>
                  <a:fillRect/>
                </a:stretch>
              </p:blipFill>
              <p:spPr>
                <a:xfrm>
                  <a:off x="8044341" y="5567361"/>
                  <a:ext cx="30960" cy="399600"/>
                </a:xfrm>
                <a:prstGeom prst="rect">
                  <a:avLst/>
                </a:prstGeom>
              </p:spPr>
            </p:pic>
          </mc:Fallback>
        </mc:AlternateContent>
      </p:grpSp>
      <p:grpSp>
        <p:nvGrpSpPr>
          <p:cNvPr id="190" name="Group 189">
            <a:extLst>
              <a:ext uri="{FF2B5EF4-FFF2-40B4-BE49-F238E27FC236}">
                <a16:creationId xmlns:a16="http://schemas.microsoft.com/office/drawing/2014/main" id="{51F23246-5A03-EB62-6C91-0B585CB3F877}"/>
              </a:ext>
            </a:extLst>
          </p:cNvPr>
          <p:cNvGrpSpPr/>
          <p:nvPr/>
        </p:nvGrpSpPr>
        <p:grpSpPr>
          <a:xfrm>
            <a:off x="8942541" y="5577801"/>
            <a:ext cx="2641680" cy="472320"/>
            <a:chOff x="8942541" y="5577801"/>
            <a:chExt cx="2641680" cy="472320"/>
          </a:xfrm>
        </p:grpSpPr>
        <mc:AlternateContent xmlns:mc="http://schemas.openxmlformats.org/markup-compatibility/2006" xmlns:p14="http://schemas.microsoft.com/office/powerpoint/2010/main">
          <mc:Choice Requires="p14">
            <p:contentPart p14:bwMode="auto" r:id="rId203">
              <p14:nvContentPartPr>
                <p14:cNvPr id="165" name="Ink 164">
                  <a:extLst>
                    <a:ext uri="{FF2B5EF4-FFF2-40B4-BE49-F238E27FC236}">
                      <a16:creationId xmlns:a16="http://schemas.microsoft.com/office/drawing/2014/main" id="{3F111E83-A8D1-FE98-04D6-8970C7FD8418}"/>
                    </a:ext>
                  </a:extLst>
                </p14:cNvPr>
                <p14:cNvContentPartPr/>
                <p14:nvPr/>
              </p14:nvContentPartPr>
              <p14:xfrm>
                <a:off x="9059181" y="5634321"/>
                <a:ext cx="360" cy="360"/>
              </p14:xfrm>
            </p:contentPart>
          </mc:Choice>
          <mc:Fallback xmlns="">
            <p:pic>
              <p:nvPicPr>
                <p:cNvPr id="165" name="Ink 164">
                  <a:extLst>
                    <a:ext uri="{FF2B5EF4-FFF2-40B4-BE49-F238E27FC236}">
                      <a16:creationId xmlns:a16="http://schemas.microsoft.com/office/drawing/2014/main" id="{3F111E83-A8D1-FE98-04D6-8970C7FD8418}"/>
                    </a:ext>
                  </a:extLst>
                </p:cNvPr>
                <p:cNvPicPr/>
                <p:nvPr/>
              </p:nvPicPr>
              <p:blipFill>
                <a:blip r:embed="rId27"/>
                <a:stretch>
                  <a:fillRect/>
                </a:stretch>
              </p:blipFill>
              <p:spPr>
                <a:xfrm>
                  <a:off x="9050541" y="562568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66" name="Ink 165">
                  <a:extLst>
                    <a:ext uri="{FF2B5EF4-FFF2-40B4-BE49-F238E27FC236}">
                      <a16:creationId xmlns:a16="http://schemas.microsoft.com/office/drawing/2014/main" id="{49B06EAE-0CD2-3153-7FDB-7C76EBB801D9}"/>
                    </a:ext>
                  </a:extLst>
                </p14:cNvPr>
                <p14:cNvContentPartPr/>
                <p14:nvPr/>
              </p14:nvContentPartPr>
              <p14:xfrm>
                <a:off x="9062061" y="5620281"/>
                <a:ext cx="141480" cy="17640"/>
              </p14:xfrm>
            </p:contentPart>
          </mc:Choice>
          <mc:Fallback xmlns="">
            <p:pic>
              <p:nvPicPr>
                <p:cNvPr id="166" name="Ink 165">
                  <a:extLst>
                    <a:ext uri="{FF2B5EF4-FFF2-40B4-BE49-F238E27FC236}">
                      <a16:creationId xmlns:a16="http://schemas.microsoft.com/office/drawing/2014/main" id="{49B06EAE-0CD2-3153-7FDB-7C76EBB801D9}"/>
                    </a:ext>
                  </a:extLst>
                </p:cNvPr>
                <p:cNvPicPr/>
                <p:nvPr/>
              </p:nvPicPr>
              <p:blipFill>
                <a:blip r:embed="rId205"/>
                <a:stretch>
                  <a:fillRect/>
                </a:stretch>
              </p:blipFill>
              <p:spPr>
                <a:xfrm>
                  <a:off x="9053421" y="5611281"/>
                  <a:ext cx="15912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67" name="Ink 166">
                  <a:extLst>
                    <a:ext uri="{FF2B5EF4-FFF2-40B4-BE49-F238E27FC236}">
                      <a16:creationId xmlns:a16="http://schemas.microsoft.com/office/drawing/2014/main" id="{A7118FB2-CDC0-0484-0280-5253BB8CFA00}"/>
                    </a:ext>
                  </a:extLst>
                </p14:cNvPr>
                <p14:cNvContentPartPr/>
                <p14:nvPr/>
              </p14:nvContentPartPr>
              <p14:xfrm>
                <a:off x="9048021" y="5664201"/>
                <a:ext cx="128160" cy="177840"/>
              </p14:xfrm>
            </p:contentPart>
          </mc:Choice>
          <mc:Fallback xmlns="">
            <p:pic>
              <p:nvPicPr>
                <p:cNvPr id="167" name="Ink 166">
                  <a:extLst>
                    <a:ext uri="{FF2B5EF4-FFF2-40B4-BE49-F238E27FC236}">
                      <a16:creationId xmlns:a16="http://schemas.microsoft.com/office/drawing/2014/main" id="{A7118FB2-CDC0-0484-0280-5253BB8CFA00}"/>
                    </a:ext>
                  </a:extLst>
                </p:cNvPr>
                <p:cNvPicPr/>
                <p:nvPr/>
              </p:nvPicPr>
              <p:blipFill>
                <a:blip r:embed="rId207"/>
                <a:stretch>
                  <a:fillRect/>
                </a:stretch>
              </p:blipFill>
              <p:spPr>
                <a:xfrm>
                  <a:off x="9039381" y="5655201"/>
                  <a:ext cx="145800" cy="19548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68" name="Ink 167">
                  <a:extLst>
                    <a:ext uri="{FF2B5EF4-FFF2-40B4-BE49-F238E27FC236}">
                      <a16:creationId xmlns:a16="http://schemas.microsoft.com/office/drawing/2014/main" id="{B1460203-D7C5-5696-BE04-CCB0002DEDAA}"/>
                    </a:ext>
                  </a:extLst>
                </p14:cNvPr>
                <p14:cNvContentPartPr/>
                <p14:nvPr/>
              </p14:nvContentPartPr>
              <p14:xfrm>
                <a:off x="9297501" y="5677161"/>
                <a:ext cx="41040" cy="28440"/>
              </p14:xfrm>
            </p:contentPart>
          </mc:Choice>
          <mc:Fallback xmlns="">
            <p:pic>
              <p:nvPicPr>
                <p:cNvPr id="168" name="Ink 167">
                  <a:extLst>
                    <a:ext uri="{FF2B5EF4-FFF2-40B4-BE49-F238E27FC236}">
                      <a16:creationId xmlns:a16="http://schemas.microsoft.com/office/drawing/2014/main" id="{B1460203-D7C5-5696-BE04-CCB0002DEDAA}"/>
                    </a:ext>
                  </a:extLst>
                </p:cNvPr>
                <p:cNvPicPr/>
                <p:nvPr/>
              </p:nvPicPr>
              <p:blipFill>
                <a:blip r:embed="rId209"/>
                <a:stretch>
                  <a:fillRect/>
                </a:stretch>
              </p:blipFill>
              <p:spPr>
                <a:xfrm>
                  <a:off x="9288501" y="5668521"/>
                  <a:ext cx="5868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69" name="Ink 168">
                  <a:extLst>
                    <a:ext uri="{FF2B5EF4-FFF2-40B4-BE49-F238E27FC236}">
                      <a16:creationId xmlns:a16="http://schemas.microsoft.com/office/drawing/2014/main" id="{2C94C1D4-DDC8-6E0B-BEF6-BC0EF7AB3D5E}"/>
                    </a:ext>
                  </a:extLst>
                </p14:cNvPr>
                <p14:cNvContentPartPr/>
                <p14:nvPr/>
              </p14:nvContentPartPr>
              <p14:xfrm>
                <a:off x="9294981" y="5673561"/>
                <a:ext cx="121320" cy="165240"/>
              </p14:xfrm>
            </p:contentPart>
          </mc:Choice>
          <mc:Fallback xmlns="">
            <p:pic>
              <p:nvPicPr>
                <p:cNvPr id="169" name="Ink 168">
                  <a:extLst>
                    <a:ext uri="{FF2B5EF4-FFF2-40B4-BE49-F238E27FC236}">
                      <a16:creationId xmlns:a16="http://schemas.microsoft.com/office/drawing/2014/main" id="{2C94C1D4-DDC8-6E0B-BEF6-BC0EF7AB3D5E}"/>
                    </a:ext>
                  </a:extLst>
                </p:cNvPr>
                <p:cNvPicPr/>
                <p:nvPr/>
              </p:nvPicPr>
              <p:blipFill>
                <a:blip r:embed="rId211"/>
                <a:stretch>
                  <a:fillRect/>
                </a:stretch>
              </p:blipFill>
              <p:spPr>
                <a:xfrm>
                  <a:off x="9286341" y="5664921"/>
                  <a:ext cx="138960" cy="18288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70" name="Ink 169">
                  <a:extLst>
                    <a:ext uri="{FF2B5EF4-FFF2-40B4-BE49-F238E27FC236}">
                      <a16:creationId xmlns:a16="http://schemas.microsoft.com/office/drawing/2014/main" id="{56265D00-E0B6-9BA9-F3D5-F814D8D3312F}"/>
                    </a:ext>
                  </a:extLst>
                </p14:cNvPr>
                <p14:cNvContentPartPr/>
                <p14:nvPr/>
              </p14:nvContentPartPr>
              <p14:xfrm>
                <a:off x="9525021" y="5634321"/>
                <a:ext cx="133920" cy="158760"/>
              </p14:xfrm>
            </p:contentPart>
          </mc:Choice>
          <mc:Fallback xmlns="">
            <p:pic>
              <p:nvPicPr>
                <p:cNvPr id="170" name="Ink 169">
                  <a:extLst>
                    <a:ext uri="{FF2B5EF4-FFF2-40B4-BE49-F238E27FC236}">
                      <a16:creationId xmlns:a16="http://schemas.microsoft.com/office/drawing/2014/main" id="{56265D00-E0B6-9BA9-F3D5-F814D8D3312F}"/>
                    </a:ext>
                  </a:extLst>
                </p:cNvPr>
                <p:cNvPicPr/>
                <p:nvPr/>
              </p:nvPicPr>
              <p:blipFill>
                <a:blip r:embed="rId213"/>
                <a:stretch>
                  <a:fillRect/>
                </a:stretch>
              </p:blipFill>
              <p:spPr>
                <a:xfrm>
                  <a:off x="9516381" y="5625321"/>
                  <a:ext cx="151560" cy="17640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71" name="Ink 170">
                  <a:extLst>
                    <a:ext uri="{FF2B5EF4-FFF2-40B4-BE49-F238E27FC236}">
                      <a16:creationId xmlns:a16="http://schemas.microsoft.com/office/drawing/2014/main" id="{6C765AC2-A06E-5ECC-75F6-C78635945D63}"/>
                    </a:ext>
                  </a:extLst>
                </p14:cNvPr>
                <p14:cNvContentPartPr/>
                <p14:nvPr/>
              </p14:nvContentPartPr>
              <p14:xfrm>
                <a:off x="9777741" y="5659521"/>
                <a:ext cx="360" cy="360"/>
              </p14:xfrm>
            </p:contentPart>
          </mc:Choice>
          <mc:Fallback xmlns="">
            <p:pic>
              <p:nvPicPr>
                <p:cNvPr id="171" name="Ink 170">
                  <a:extLst>
                    <a:ext uri="{FF2B5EF4-FFF2-40B4-BE49-F238E27FC236}">
                      <a16:creationId xmlns:a16="http://schemas.microsoft.com/office/drawing/2014/main" id="{6C765AC2-A06E-5ECC-75F6-C78635945D63}"/>
                    </a:ext>
                  </a:extLst>
                </p:cNvPr>
                <p:cNvPicPr/>
                <p:nvPr/>
              </p:nvPicPr>
              <p:blipFill>
                <a:blip r:embed="rId27"/>
                <a:stretch>
                  <a:fillRect/>
                </a:stretch>
              </p:blipFill>
              <p:spPr>
                <a:xfrm>
                  <a:off x="9768741" y="565088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172" name="Ink 171">
                  <a:extLst>
                    <a:ext uri="{FF2B5EF4-FFF2-40B4-BE49-F238E27FC236}">
                      <a16:creationId xmlns:a16="http://schemas.microsoft.com/office/drawing/2014/main" id="{51698CED-9B83-51B8-7C0E-0D6E0BB77095}"/>
                    </a:ext>
                  </a:extLst>
                </p14:cNvPr>
                <p14:cNvContentPartPr/>
                <p14:nvPr/>
              </p14:nvContentPartPr>
              <p14:xfrm>
                <a:off x="9660741" y="5736561"/>
                <a:ext cx="60480" cy="104760"/>
              </p14:xfrm>
            </p:contentPart>
          </mc:Choice>
          <mc:Fallback xmlns="">
            <p:pic>
              <p:nvPicPr>
                <p:cNvPr id="172" name="Ink 171">
                  <a:extLst>
                    <a:ext uri="{FF2B5EF4-FFF2-40B4-BE49-F238E27FC236}">
                      <a16:creationId xmlns:a16="http://schemas.microsoft.com/office/drawing/2014/main" id="{51698CED-9B83-51B8-7C0E-0D6E0BB77095}"/>
                    </a:ext>
                  </a:extLst>
                </p:cNvPr>
                <p:cNvPicPr/>
                <p:nvPr/>
              </p:nvPicPr>
              <p:blipFill>
                <a:blip r:embed="rId216"/>
                <a:stretch>
                  <a:fillRect/>
                </a:stretch>
              </p:blipFill>
              <p:spPr>
                <a:xfrm>
                  <a:off x="9651741" y="5727921"/>
                  <a:ext cx="7812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173" name="Ink 172">
                  <a:extLst>
                    <a:ext uri="{FF2B5EF4-FFF2-40B4-BE49-F238E27FC236}">
                      <a16:creationId xmlns:a16="http://schemas.microsoft.com/office/drawing/2014/main" id="{60B255D0-AF7B-A01C-EE0F-16B7AED61016}"/>
                    </a:ext>
                  </a:extLst>
                </p14:cNvPr>
                <p14:cNvContentPartPr/>
                <p14:nvPr/>
              </p14:nvContentPartPr>
              <p14:xfrm>
                <a:off x="9855141" y="5678961"/>
                <a:ext cx="263880" cy="132840"/>
              </p14:xfrm>
            </p:contentPart>
          </mc:Choice>
          <mc:Fallback xmlns="">
            <p:pic>
              <p:nvPicPr>
                <p:cNvPr id="173" name="Ink 172">
                  <a:extLst>
                    <a:ext uri="{FF2B5EF4-FFF2-40B4-BE49-F238E27FC236}">
                      <a16:creationId xmlns:a16="http://schemas.microsoft.com/office/drawing/2014/main" id="{60B255D0-AF7B-A01C-EE0F-16B7AED61016}"/>
                    </a:ext>
                  </a:extLst>
                </p:cNvPr>
                <p:cNvPicPr/>
                <p:nvPr/>
              </p:nvPicPr>
              <p:blipFill>
                <a:blip r:embed="rId218"/>
                <a:stretch>
                  <a:fillRect/>
                </a:stretch>
              </p:blipFill>
              <p:spPr>
                <a:xfrm>
                  <a:off x="9846501" y="5669961"/>
                  <a:ext cx="28152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174" name="Ink 173">
                  <a:extLst>
                    <a:ext uri="{FF2B5EF4-FFF2-40B4-BE49-F238E27FC236}">
                      <a16:creationId xmlns:a16="http://schemas.microsoft.com/office/drawing/2014/main" id="{2A9FF48D-B65B-214C-00A0-2858959F34DA}"/>
                    </a:ext>
                  </a:extLst>
                </p14:cNvPr>
                <p14:cNvContentPartPr/>
                <p14:nvPr/>
              </p14:nvContentPartPr>
              <p14:xfrm>
                <a:off x="10263021" y="5594001"/>
                <a:ext cx="40320" cy="339120"/>
              </p14:xfrm>
            </p:contentPart>
          </mc:Choice>
          <mc:Fallback xmlns="">
            <p:pic>
              <p:nvPicPr>
                <p:cNvPr id="174" name="Ink 173">
                  <a:extLst>
                    <a:ext uri="{FF2B5EF4-FFF2-40B4-BE49-F238E27FC236}">
                      <a16:creationId xmlns:a16="http://schemas.microsoft.com/office/drawing/2014/main" id="{2A9FF48D-B65B-214C-00A0-2858959F34DA}"/>
                    </a:ext>
                  </a:extLst>
                </p:cNvPr>
                <p:cNvPicPr/>
                <p:nvPr/>
              </p:nvPicPr>
              <p:blipFill>
                <a:blip r:embed="rId220"/>
                <a:stretch>
                  <a:fillRect/>
                </a:stretch>
              </p:blipFill>
              <p:spPr>
                <a:xfrm>
                  <a:off x="10254381" y="5585001"/>
                  <a:ext cx="57960" cy="35676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175" name="Ink 174">
                  <a:extLst>
                    <a:ext uri="{FF2B5EF4-FFF2-40B4-BE49-F238E27FC236}">
                      <a16:creationId xmlns:a16="http://schemas.microsoft.com/office/drawing/2014/main" id="{8A34FB31-006B-3D28-C24B-032373C4CF61}"/>
                    </a:ext>
                  </a:extLst>
                </p14:cNvPr>
                <p14:cNvContentPartPr/>
                <p14:nvPr/>
              </p14:nvContentPartPr>
              <p14:xfrm>
                <a:off x="8942541" y="5580321"/>
                <a:ext cx="140400" cy="469800"/>
              </p14:xfrm>
            </p:contentPart>
          </mc:Choice>
          <mc:Fallback xmlns="">
            <p:pic>
              <p:nvPicPr>
                <p:cNvPr id="175" name="Ink 174">
                  <a:extLst>
                    <a:ext uri="{FF2B5EF4-FFF2-40B4-BE49-F238E27FC236}">
                      <a16:creationId xmlns:a16="http://schemas.microsoft.com/office/drawing/2014/main" id="{8A34FB31-006B-3D28-C24B-032373C4CF61}"/>
                    </a:ext>
                  </a:extLst>
                </p:cNvPr>
                <p:cNvPicPr/>
                <p:nvPr/>
              </p:nvPicPr>
              <p:blipFill>
                <a:blip r:embed="rId222"/>
                <a:stretch>
                  <a:fillRect/>
                </a:stretch>
              </p:blipFill>
              <p:spPr>
                <a:xfrm>
                  <a:off x="8933541" y="5571321"/>
                  <a:ext cx="158040" cy="48744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176" name="Ink 175">
                  <a:extLst>
                    <a:ext uri="{FF2B5EF4-FFF2-40B4-BE49-F238E27FC236}">
                      <a16:creationId xmlns:a16="http://schemas.microsoft.com/office/drawing/2014/main" id="{B52AC6CB-52F0-0C95-34FC-3D07F3196524}"/>
                    </a:ext>
                  </a:extLst>
                </p14:cNvPr>
                <p14:cNvContentPartPr/>
                <p14:nvPr/>
              </p14:nvContentPartPr>
              <p14:xfrm>
                <a:off x="10412421" y="5612721"/>
                <a:ext cx="75960" cy="295200"/>
              </p14:xfrm>
            </p:contentPart>
          </mc:Choice>
          <mc:Fallback xmlns="">
            <p:pic>
              <p:nvPicPr>
                <p:cNvPr id="176" name="Ink 175">
                  <a:extLst>
                    <a:ext uri="{FF2B5EF4-FFF2-40B4-BE49-F238E27FC236}">
                      <a16:creationId xmlns:a16="http://schemas.microsoft.com/office/drawing/2014/main" id="{B52AC6CB-52F0-0C95-34FC-3D07F3196524}"/>
                    </a:ext>
                  </a:extLst>
                </p:cNvPr>
                <p:cNvPicPr/>
                <p:nvPr/>
              </p:nvPicPr>
              <p:blipFill>
                <a:blip r:embed="rId224"/>
                <a:stretch>
                  <a:fillRect/>
                </a:stretch>
              </p:blipFill>
              <p:spPr>
                <a:xfrm>
                  <a:off x="10403421" y="5604081"/>
                  <a:ext cx="93600" cy="312840"/>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177" name="Ink 176">
                  <a:extLst>
                    <a:ext uri="{FF2B5EF4-FFF2-40B4-BE49-F238E27FC236}">
                      <a16:creationId xmlns:a16="http://schemas.microsoft.com/office/drawing/2014/main" id="{9BC8C86C-AAAA-EA6A-0C51-58C05B038A0B}"/>
                    </a:ext>
                  </a:extLst>
                </p14:cNvPr>
                <p14:cNvContentPartPr/>
                <p14:nvPr/>
              </p14:nvContentPartPr>
              <p14:xfrm>
                <a:off x="10575141" y="5625681"/>
                <a:ext cx="146160" cy="199440"/>
              </p14:xfrm>
            </p:contentPart>
          </mc:Choice>
          <mc:Fallback xmlns="">
            <p:pic>
              <p:nvPicPr>
                <p:cNvPr id="177" name="Ink 176">
                  <a:extLst>
                    <a:ext uri="{FF2B5EF4-FFF2-40B4-BE49-F238E27FC236}">
                      <a16:creationId xmlns:a16="http://schemas.microsoft.com/office/drawing/2014/main" id="{9BC8C86C-AAAA-EA6A-0C51-58C05B038A0B}"/>
                    </a:ext>
                  </a:extLst>
                </p:cNvPr>
                <p:cNvPicPr/>
                <p:nvPr/>
              </p:nvPicPr>
              <p:blipFill>
                <a:blip r:embed="rId226"/>
                <a:stretch>
                  <a:fillRect/>
                </a:stretch>
              </p:blipFill>
              <p:spPr>
                <a:xfrm>
                  <a:off x="10566501" y="5616681"/>
                  <a:ext cx="163800" cy="21708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178" name="Ink 177">
                  <a:extLst>
                    <a:ext uri="{FF2B5EF4-FFF2-40B4-BE49-F238E27FC236}">
                      <a16:creationId xmlns:a16="http://schemas.microsoft.com/office/drawing/2014/main" id="{7B409602-73FB-F1CC-10AF-27A103FD7FFE}"/>
                    </a:ext>
                  </a:extLst>
                </p14:cNvPr>
                <p14:cNvContentPartPr/>
                <p14:nvPr/>
              </p14:nvContentPartPr>
              <p14:xfrm>
                <a:off x="10802661" y="5681481"/>
                <a:ext cx="21960" cy="5040"/>
              </p14:xfrm>
            </p:contentPart>
          </mc:Choice>
          <mc:Fallback xmlns="">
            <p:pic>
              <p:nvPicPr>
                <p:cNvPr id="178" name="Ink 177">
                  <a:extLst>
                    <a:ext uri="{FF2B5EF4-FFF2-40B4-BE49-F238E27FC236}">
                      <a16:creationId xmlns:a16="http://schemas.microsoft.com/office/drawing/2014/main" id="{7B409602-73FB-F1CC-10AF-27A103FD7FFE}"/>
                    </a:ext>
                  </a:extLst>
                </p:cNvPr>
                <p:cNvPicPr/>
                <p:nvPr/>
              </p:nvPicPr>
              <p:blipFill>
                <a:blip r:embed="rId228"/>
                <a:stretch>
                  <a:fillRect/>
                </a:stretch>
              </p:blipFill>
              <p:spPr>
                <a:xfrm>
                  <a:off x="10794021" y="5672841"/>
                  <a:ext cx="3960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229">
              <p14:nvContentPartPr>
                <p14:cNvPr id="179" name="Ink 178">
                  <a:extLst>
                    <a:ext uri="{FF2B5EF4-FFF2-40B4-BE49-F238E27FC236}">
                      <a16:creationId xmlns:a16="http://schemas.microsoft.com/office/drawing/2014/main" id="{EA9C0D6D-B2EC-996C-83C0-BA9918C6ABF2}"/>
                    </a:ext>
                  </a:extLst>
                </p14:cNvPr>
                <p14:cNvContentPartPr/>
                <p14:nvPr/>
              </p14:nvContentPartPr>
              <p14:xfrm>
                <a:off x="10922181" y="5632161"/>
                <a:ext cx="127800" cy="168480"/>
              </p14:xfrm>
            </p:contentPart>
          </mc:Choice>
          <mc:Fallback xmlns="">
            <p:pic>
              <p:nvPicPr>
                <p:cNvPr id="179" name="Ink 178">
                  <a:extLst>
                    <a:ext uri="{FF2B5EF4-FFF2-40B4-BE49-F238E27FC236}">
                      <a16:creationId xmlns:a16="http://schemas.microsoft.com/office/drawing/2014/main" id="{EA9C0D6D-B2EC-996C-83C0-BA9918C6ABF2}"/>
                    </a:ext>
                  </a:extLst>
                </p:cNvPr>
                <p:cNvPicPr/>
                <p:nvPr/>
              </p:nvPicPr>
              <p:blipFill>
                <a:blip r:embed="rId230"/>
                <a:stretch>
                  <a:fillRect/>
                </a:stretch>
              </p:blipFill>
              <p:spPr>
                <a:xfrm>
                  <a:off x="10913541" y="5623161"/>
                  <a:ext cx="145440" cy="18612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180" name="Ink 179">
                  <a:extLst>
                    <a:ext uri="{FF2B5EF4-FFF2-40B4-BE49-F238E27FC236}">
                      <a16:creationId xmlns:a16="http://schemas.microsoft.com/office/drawing/2014/main" id="{EAA14B0E-B819-32E0-907A-9F386661C0C0}"/>
                    </a:ext>
                  </a:extLst>
                </p14:cNvPr>
                <p14:cNvContentPartPr/>
                <p14:nvPr/>
              </p14:nvContentPartPr>
              <p14:xfrm>
                <a:off x="10887261" y="5658441"/>
                <a:ext cx="7200" cy="37440"/>
              </p14:xfrm>
            </p:contentPart>
          </mc:Choice>
          <mc:Fallback xmlns="">
            <p:pic>
              <p:nvPicPr>
                <p:cNvPr id="180" name="Ink 179">
                  <a:extLst>
                    <a:ext uri="{FF2B5EF4-FFF2-40B4-BE49-F238E27FC236}">
                      <a16:creationId xmlns:a16="http://schemas.microsoft.com/office/drawing/2014/main" id="{EAA14B0E-B819-32E0-907A-9F386661C0C0}"/>
                    </a:ext>
                  </a:extLst>
                </p:cNvPr>
                <p:cNvPicPr/>
                <p:nvPr/>
              </p:nvPicPr>
              <p:blipFill>
                <a:blip r:embed="rId232"/>
                <a:stretch>
                  <a:fillRect/>
                </a:stretch>
              </p:blipFill>
              <p:spPr>
                <a:xfrm>
                  <a:off x="10878621" y="5649801"/>
                  <a:ext cx="2484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233">
              <p14:nvContentPartPr>
                <p14:cNvPr id="182" name="Ink 181">
                  <a:extLst>
                    <a:ext uri="{FF2B5EF4-FFF2-40B4-BE49-F238E27FC236}">
                      <a16:creationId xmlns:a16="http://schemas.microsoft.com/office/drawing/2014/main" id="{48AD022A-E073-9FFE-61AE-B79BE0CA61DB}"/>
                    </a:ext>
                  </a:extLst>
                </p14:cNvPr>
                <p14:cNvContentPartPr/>
                <p14:nvPr/>
              </p14:nvContentPartPr>
              <p14:xfrm>
                <a:off x="11137821" y="5626761"/>
                <a:ext cx="20160" cy="145440"/>
              </p14:xfrm>
            </p:contentPart>
          </mc:Choice>
          <mc:Fallback xmlns="">
            <p:pic>
              <p:nvPicPr>
                <p:cNvPr id="182" name="Ink 181">
                  <a:extLst>
                    <a:ext uri="{FF2B5EF4-FFF2-40B4-BE49-F238E27FC236}">
                      <a16:creationId xmlns:a16="http://schemas.microsoft.com/office/drawing/2014/main" id="{48AD022A-E073-9FFE-61AE-B79BE0CA61DB}"/>
                    </a:ext>
                  </a:extLst>
                </p:cNvPr>
                <p:cNvPicPr/>
                <p:nvPr/>
              </p:nvPicPr>
              <p:blipFill>
                <a:blip r:embed="rId234"/>
                <a:stretch>
                  <a:fillRect/>
                </a:stretch>
              </p:blipFill>
              <p:spPr>
                <a:xfrm>
                  <a:off x="11128821" y="5617761"/>
                  <a:ext cx="3780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235">
              <p14:nvContentPartPr>
                <p14:cNvPr id="183" name="Ink 182">
                  <a:extLst>
                    <a:ext uri="{FF2B5EF4-FFF2-40B4-BE49-F238E27FC236}">
                      <a16:creationId xmlns:a16="http://schemas.microsoft.com/office/drawing/2014/main" id="{DB828AEF-E58B-5F6D-0942-D4F721D72C71}"/>
                    </a:ext>
                  </a:extLst>
                </p14:cNvPr>
                <p14:cNvContentPartPr/>
                <p14:nvPr/>
              </p14:nvContentPartPr>
              <p14:xfrm>
                <a:off x="11289381" y="5653041"/>
                <a:ext cx="240840" cy="128520"/>
              </p14:xfrm>
            </p:contentPart>
          </mc:Choice>
          <mc:Fallback xmlns="">
            <p:pic>
              <p:nvPicPr>
                <p:cNvPr id="183" name="Ink 182">
                  <a:extLst>
                    <a:ext uri="{FF2B5EF4-FFF2-40B4-BE49-F238E27FC236}">
                      <a16:creationId xmlns:a16="http://schemas.microsoft.com/office/drawing/2014/main" id="{DB828AEF-E58B-5F6D-0942-D4F721D72C71}"/>
                    </a:ext>
                  </a:extLst>
                </p:cNvPr>
                <p:cNvPicPr/>
                <p:nvPr/>
              </p:nvPicPr>
              <p:blipFill>
                <a:blip r:embed="rId236"/>
                <a:stretch>
                  <a:fillRect/>
                </a:stretch>
              </p:blipFill>
              <p:spPr>
                <a:xfrm>
                  <a:off x="11280741" y="5644401"/>
                  <a:ext cx="25848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237">
              <p14:nvContentPartPr>
                <p14:cNvPr id="184" name="Ink 183">
                  <a:extLst>
                    <a:ext uri="{FF2B5EF4-FFF2-40B4-BE49-F238E27FC236}">
                      <a16:creationId xmlns:a16="http://schemas.microsoft.com/office/drawing/2014/main" id="{DE04642D-201C-9C2C-1A8E-41E241829736}"/>
                    </a:ext>
                  </a:extLst>
                </p14:cNvPr>
                <p14:cNvContentPartPr/>
                <p14:nvPr/>
              </p14:nvContentPartPr>
              <p14:xfrm>
                <a:off x="11532021" y="5577801"/>
                <a:ext cx="52200" cy="265320"/>
              </p14:xfrm>
            </p:contentPart>
          </mc:Choice>
          <mc:Fallback xmlns="">
            <p:pic>
              <p:nvPicPr>
                <p:cNvPr id="184" name="Ink 183">
                  <a:extLst>
                    <a:ext uri="{FF2B5EF4-FFF2-40B4-BE49-F238E27FC236}">
                      <a16:creationId xmlns:a16="http://schemas.microsoft.com/office/drawing/2014/main" id="{DE04642D-201C-9C2C-1A8E-41E241829736}"/>
                    </a:ext>
                  </a:extLst>
                </p:cNvPr>
                <p:cNvPicPr/>
                <p:nvPr/>
              </p:nvPicPr>
              <p:blipFill>
                <a:blip r:embed="rId238"/>
                <a:stretch>
                  <a:fillRect/>
                </a:stretch>
              </p:blipFill>
              <p:spPr>
                <a:xfrm>
                  <a:off x="11523381" y="5569161"/>
                  <a:ext cx="69840" cy="282960"/>
                </a:xfrm>
                <a:prstGeom prst="rect">
                  <a:avLst/>
                </a:prstGeom>
              </p:spPr>
            </p:pic>
          </mc:Fallback>
        </mc:AlternateContent>
        <mc:AlternateContent xmlns:mc="http://schemas.openxmlformats.org/markup-compatibility/2006" xmlns:p14="http://schemas.microsoft.com/office/powerpoint/2010/main">
          <mc:Choice Requires="p14">
            <p:contentPart p14:bwMode="auto" r:id="rId239">
              <p14:nvContentPartPr>
                <p14:cNvPr id="187" name="Ink 186">
                  <a:extLst>
                    <a:ext uri="{FF2B5EF4-FFF2-40B4-BE49-F238E27FC236}">
                      <a16:creationId xmlns:a16="http://schemas.microsoft.com/office/drawing/2014/main" id="{97179087-4AFA-DAC7-4AD3-8628FE50D184}"/>
                    </a:ext>
                  </a:extLst>
                </p14:cNvPr>
                <p14:cNvContentPartPr/>
                <p14:nvPr/>
              </p14:nvContentPartPr>
              <p14:xfrm>
                <a:off x="9647440" y="5596320"/>
                <a:ext cx="150480" cy="355680"/>
              </p14:xfrm>
            </p:contentPart>
          </mc:Choice>
          <mc:Fallback xmlns="">
            <p:pic>
              <p:nvPicPr>
                <p:cNvPr id="187" name="Ink 186">
                  <a:extLst>
                    <a:ext uri="{FF2B5EF4-FFF2-40B4-BE49-F238E27FC236}">
                      <a16:creationId xmlns:a16="http://schemas.microsoft.com/office/drawing/2014/main" id="{97179087-4AFA-DAC7-4AD3-8628FE50D184}"/>
                    </a:ext>
                  </a:extLst>
                </p:cNvPr>
                <p:cNvPicPr/>
                <p:nvPr/>
              </p:nvPicPr>
              <p:blipFill>
                <a:blip r:embed="rId240"/>
                <a:stretch>
                  <a:fillRect/>
                </a:stretch>
              </p:blipFill>
              <p:spPr>
                <a:xfrm>
                  <a:off x="9638440" y="5587680"/>
                  <a:ext cx="168120" cy="373320"/>
                </a:xfrm>
                <a:prstGeom prst="rect">
                  <a:avLst/>
                </a:prstGeom>
              </p:spPr>
            </p:pic>
          </mc:Fallback>
        </mc:AlternateContent>
        <mc:AlternateContent xmlns:mc="http://schemas.openxmlformats.org/markup-compatibility/2006" xmlns:p14="http://schemas.microsoft.com/office/powerpoint/2010/main">
          <mc:Choice Requires="p14">
            <p:contentPart p14:bwMode="auto" r:id="rId241">
              <p14:nvContentPartPr>
                <p14:cNvPr id="189" name="Ink 188">
                  <a:extLst>
                    <a:ext uri="{FF2B5EF4-FFF2-40B4-BE49-F238E27FC236}">
                      <a16:creationId xmlns:a16="http://schemas.microsoft.com/office/drawing/2014/main" id="{93FADC82-F714-0531-B96A-2E807F57B0A1}"/>
                    </a:ext>
                  </a:extLst>
                </p14:cNvPr>
                <p14:cNvContentPartPr/>
                <p14:nvPr/>
              </p14:nvContentPartPr>
              <p14:xfrm>
                <a:off x="9261880" y="5691720"/>
                <a:ext cx="63360" cy="166680"/>
              </p14:xfrm>
            </p:contentPart>
          </mc:Choice>
          <mc:Fallback xmlns="">
            <p:pic>
              <p:nvPicPr>
                <p:cNvPr id="189" name="Ink 188">
                  <a:extLst>
                    <a:ext uri="{FF2B5EF4-FFF2-40B4-BE49-F238E27FC236}">
                      <a16:creationId xmlns:a16="http://schemas.microsoft.com/office/drawing/2014/main" id="{93FADC82-F714-0531-B96A-2E807F57B0A1}"/>
                    </a:ext>
                  </a:extLst>
                </p:cNvPr>
                <p:cNvPicPr/>
                <p:nvPr/>
              </p:nvPicPr>
              <p:blipFill>
                <a:blip r:embed="rId242"/>
                <a:stretch>
                  <a:fillRect/>
                </a:stretch>
              </p:blipFill>
              <p:spPr>
                <a:xfrm>
                  <a:off x="9252880" y="5682720"/>
                  <a:ext cx="81000" cy="184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43">
            <p14:nvContentPartPr>
              <p14:cNvPr id="191" name="Ink 190">
                <a:extLst>
                  <a:ext uri="{FF2B5EF4-FFF2-40B4-BE49-F238E27FC236}">
                    <a16:creationId xmlns:a16="http://schemas.microsoft.com/office/drawing/2014/main" id="{313794F0-FA4B-72A6-9DC9-3EAE5EA2CEBA}"/>
                  </a:ext>
                </a:extLst>
              </p14:cNvPr>
              <p14:cNvContentPartPr/>
              <p14:nvPr/>
            </p14:nvContentPartPr>
            <p14:xfrm>
              <a:off x="8685880" y="6300120"/>
              <a:ext cx="145440" cy="18720"/>
            </p14:xfrm>
          </p:contentPart>
        </mc:Choice>
        <mc:Fallback xmlns="">
          <p:pic>
            <p:nvPicPr>
              <p:cNvPr id="191" name="Ink 190">
                <a:extLst>
                  <a:ext uri="{FF2B5EF4-FFF2-40B4-BE49-F238E27FC236}">
                    <a16:creationId xmlns:a16="http://schemas.microsoft.com/office/drawing/2014/main" id="{313794F0-FA4B-72A6-9DC9-3EAE5EA2CEBA}"/>
                  </a:ext>
                </a:extLst>
              </p:cNvPr>
              <p:cNvPicPr/>
              <p:nvPr/>
            </p:nvPicPr>
            <p:blipFill>
              <a:blip r:embed="rId244"/>
              <a:stretch>
                <a:fillRect/>
              </a:stretch>
            </p:blipFill>
            <p:spPr>
              <a:xfrm>
                <a:off x="8677240" y="6291120"/>
                <a:ext cx="16308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245">
            <p14:nvContentPartPr>
              <p14:cNvPr id="192" name="Ink 191">
                <a:extLst>
                  <a:ext uri="{FF2B5EF4-FFF2-40B4-BE49-F238E27FC236}">
                    <a16:creationId xmlns:a16="http://schemas.microsoft.com/office/drawing/2014/main" id="{A216E7C4-73F4-79B6-EAE1-01D180BCC58D}"/>
                  </a:ext>
                </a:extLst>
              </p14:cNvPr>
              <p14:cNvContentPartPr/>
              <p14:nvPr/>
            </p14:nvContentPartPr>
            <p14:xfrm>
              <a:off x="8738440" y="6441600"/>
              <a:ext cx="109800" cy="3960"/>
            </p14:xfrm>
          </p:contentPart>
        </mc:Choice>
        <mc:Fallback xmlns="">
          <p:pic>
            <p:nvPicPr>
              <p:cNvPr id="192" name="Ink 191">
                <a:extLst>
                  <a:ext uri="{FF2B5EF4-FFF2-40B4-BE49-F238E27FC236}">
                    <a16:creationId xmlns:a16="http://schemas.microsoft.com/office/drawing/2014/main" id="{A216E7C4-73F4-79B6-EAE1-01D180BCC58D}"/>
                  </a:ext>
                </a:extLst>
              </p:cNvPr>
              <p:cNvPicPr/>
              <p:nvPr/>
            </p:nvPicPr>
            <p:blipFill>
              <a:blip r:embed="rId246"/>
              <a:stretch>
                <a:fillRect/>
              </a:stretch>
            </p:blipFill>
            <p:spPr>
              <a:xfrm>
                <a:off x="8729800" y="6432600"/>
                <a:ext cx="127440" cy="21600"/>
              </a:xfrm>
              <a:prstGeom prst="rect">
                <a:avLst/>
              </a:prstGeom>
            </p:spPr>
          </p:pic>
        </mc:Fallback>
      </mc:AlternateContent>
      <p:grpSp>
        <p:nvGrpSpPr>
          <p:cNvPr id="199" name="Group 198">
            <a:extLst>
              <a:ext uri="{FF2B5EF4-FFF2-40B4-BE49-F238E27FC236}">
                <a16:creationId xmlns:a16="http://schemas.microsoft.com/office/drawing/2014/main" id="{C8B17671-A948-A776-073B-37FDF41487F4}"/>
              </a:ext>
            </a:extLst>
          </p:cNvPr>
          <p:cNvGrpSpPr/>
          <p:nvPr/>
        </p:nvGrpSpPr>
        <p:grpSpPr>
          <a:xfrm>
            <a:off x="9028600" y="6219120"/>
            <a:ext cx="835560" cy="298800"/>
            <a:chOff x="9028600" y="6219120"/>
            <a:chExt cx="835560" cy="298800"/>
          </a:xfrm>
        </p:grpSpPr>
        <mc:AlternateContent xmlns:mc="http://schemas.openxmlformats.org/markup-compatibility/2006" xmlns:p14="http://schemas.microsoft.com/office/powerpoint/2010/main">
          <mc:Choice Requires="p14">
            <p:contentPart p14:bwMode="auto" r:id="rId247">
              <p14:nvContentPartPr>
                <p14:cNvPr id="193" name="Ink 192">
                  <a:extLst>
                    <a:ext uri="{FF2B5EF4-FFF2-40B4-BE49-F238E27FC236}">
                      <a16:creationId xmlns:a16="http://schemas.microsoft.com/office/drawing/2014/main" id="{78A0B005-4297-A21E-CFDF-771C852F2C00}"/>
                    </a:ext>
                  </a:extLst>
                </p14:cNvPr>
                <p14:cNvContentPartPr/>
                <p14:nvPr/>
              </p14:nvContentPartPr>
              <p14:xfrm>
                <a:off x="9028600" y="6269160"/>
                <a:ext cx="147960" cy="215280"/>
              </p14:xfrm>
            </p:contentPart>
          </mc:Choice>
          <mc:Fallback xmlns="">
            <p:pic>
              <p:nvPicPr>
                <p:cNvPr id="193" name="Ink 192">
                  <a:extLst>
                    <a:ext uri="{FF2B5EF4-FFF2-40B4-BE49-F238E27FC236}">
                      <a16:creationId xmlns:a16="http://schemas.microsoft.com/office/drawing/2014/main" id="{78A0B005-4297-A21E-CFDF-771C852F2C00}"/>
                    </a:ext>
                  </a:extLst>
                </p:cNvPr>
                <p:cNvPicPr/>
                <p:nvPr/>
              </p:nvPicPr>
              <p:blipFill>
                <a:blip r:embed="rId248"/>
                <a:stretch>
                  <a:fillRect/>
                </a:stretch>
              </p:blipFill>
              <p:spPr>
                <a:xfrm>
                  <a:off x="9019960" y="6260160"/>
                  <a:ext cx="165600" cy="232920"/>
                </a:xfrm>
                <a:prstGeom prst="rect">
                  <a:avLst/>
                </a:prstGeom>
              </p:spPr>
            </p:pic>
          </mc:Fallback>
        </mc:AlternateContent>
        <mc:AlternateContent xmlns:mc="http://schemas.openxmlformats.org/markup-compatibility/2006" xmlns:p14="http://schemas.microsoft.com/office/powerpoint/2010/main">
          <mc:Choice Requires="p14">
            <p:contentPart p14:bwMode="auto" r:id="rId249">
              <p14:nvContentPartPr>
                <p14:cNvPr id="194" name="Ink 193">
                  <a:extLst>
                    <a:ext uri="{FF2B5EF4-FFF2-40B4-BE49-F238E27FC236}">
                      <a16:creationId xmlns:a16="http://schemas.microsoft.com/office/drawing/2014/main" id="{2A75F5E1-A042-1FB2-E943-54D8CA4E750A}"/>
                    </a:ext>
                  </a:extLst>
                </p14:cNvPr>
                <p14:cNvContentPartPr/>
                <p14:nvPr/>
              </p14:nvContentPartPr>
              <p14:xfrm>
                <a:off x="9249640" y="6327120"/>
                <a:ext cx="28800" cy="19440"/>
              </p14:xfrm>
            </p:contentPart>
          </mc:Choice>
          <mc:Fallback xmlns="">
            <p:pic>
              <p:nvPicPr>
                <p:cNvPr id="194" name="Ink 193">
                  <a:extLst>
                    <a:ext uri="{FF2B5EF4-FFF2-40B4-BE49-F238E27FC236}">
                      <a16:creationId xmlns:a16="http://schemas.microsoft.com/office/drawing/2014/main" id="{2A75F5E1-A042-1FB2-E943-54D8CA4E750A}"/>
                    </a:ext>
                  </a:extLst>
                </p:cNvPr>
                <p:cNvPicPr/>
                <p:nvPr/>
              </p:nvPicPr>
              <p:blipFill>
                <a:blip r:embed="rId250"/>
                <a:stretch>
                  <a:fillRect/>
                </a:stretch>
              </p:blipFill>
              <p:spPr>
                <a:xfrm>
                  <a:off x="9240640" y="6318120"/>
                  <a:ext cx="46440" cy="37080"/>
                </a:xfrm>
                <a:prstGeom prst="rect">
                  <a:avLst/>
                </a:prstGeom>
              </p:spPr>
            </p:pic>
          </mc:Fallback>
        </mc:AlternateContent>
        <mc:AlternateContent xmlns:mc="http://schemas.openxmlformats.org/markup-compatibility/2006" xmlns:p14="http://schemas.microsoft.com/office/powerpoint/2010/main">
          <mc:Choice Requires="p14">
            <p:contentPart p14:bwMode="auto" r:id="rId251">
              <p14:nvContentPartPr>
                <p14:cNvPr id="195" name="Ink 194">
                  <a:extLst>
                    <a:ext uri="{FF2B5EF4-FFF2-40B4-BE49-F238E27FC236}">
                      <a16:creationId xmlns:a16="http://schemas.microsoft.com/office/drawing/2014/main" id="{3A20F3EF-E789-862F-9869-0F51368688C4}"/>
                    </a:ext>
                  </a:extLst>
                </p14:cNvPr>
                <p14:cNvContentPartPr/>
                <p14:nvPr/>
              </p14:nvContentPartPr>
              <p14:xfrm>
                <a:off x="9383920" y="6238200"/>
                <a:ext cx="126000" cy="18000"/>
              </p14:xfrm>
            </p:contentPart>
          </mc:Choice>
          <mc:Fallback xmlns="">
            <p:pic>
              <p:nvPicPr>
                <p:cNvPr id="195" name="Ink 194">
                  <a:extLst>
                    <a:ext uri="{FF2B5EF4-FFF2-40B4-BE49-F238E27FC236}">
                      <a16:creationId xmlns:a16="http://schemas.microsoft.com/office/drawing/2014/main" id="{3A20F3EF-E789-862F-9869-0F51368688C4}"/>
                    </a:ext>
                  </a:extLst>
                </p:cNvPr>
                <p:cNvPicPr/>
                <p:nvPr/>
              </p:nvPicPr>
              <p:blipFill>
                <a:blip r:embed="rId252"/>
                <a:stretch>
                  <a:fillRect/>
                </a:stretch>
              </p:blipFill>
              <p:spPr>
                <a:xfrm>
                  <a:off x="9374920" y="6229560"/>
                  <a:ext cx="143640"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253">
              <p14:nvContentPartPr>
                <p14:cNvPr id="196" name="Ink 195">
                  <a:extLst>
                    <a:ext uri="{FF2B5EF4-FFF2-40B4-BE49-F238E27FC236}">
                      <a16:creationId xmlns:a16="http://schemas.microsoft.com/office/drawing/2014/main" id="{CC895378-C652-2D31-153A-A964986AF9E6}"/>
                    </a:ext>
                  </a:extLst>
                </p14:cNvPr>
                <p14:cNvContentPartPr/>
                <p14:nvPr/>
              </p14:nvContentPartPr>
              <p14:xfrm>
                <a:off x="9361240" y="6232440"/>
                <a:ext cx="217440" cy="285480"/>
              </p14:xfrm>
            </p:contentPart>
          </mc:Choice>
          <mc:Fallback xmlns="">
            <p:pic>
              <p:nvPicPr>
                <p:cNvPr id="196" name="Ink 195">
                  <a:extLst>
                    <a:ext uri="{FF2B5EF4-FFF2-40B4-BE49-F238E27FC236}">
                      <a16:creationId xmlns:a16="http://schemas.microsoft.com/office/drawing/2014/main" id="{CC895378-C652-2D31-153A-A964986AF9E6}"/>
                    </a:ext>
                  </a:extLst>
                </p:cNvPr>
                <p:cNvPicPr/>
                <p:nvPr/>
              </p:nvPicPr>
              <p:blipFill>
                <a:blip r:embed="rId254"/>
                <a:stretch>
                  <a:fillRect/>
                </a:stretch>
              </p:blipFill>
              <p:spPr>
                <a:xfrm>
                  <a:off x="9352240" y="6223800"/>
                  <a:ext cx="235080" cy="303120"/>
                </a:xfrm>
                <a:prstGeom prst="rect">
                  <a:avLst/>
                </a:prstGeom>
              </p:spPr>
            </p:pic>
          </mc:Fallback>
        </mc:AlternateContent>
        <mc:AlternateContent xmlns:mc="http://schemas.openxmlformats.org/markup-compatibility/2006" xmlns:p14="http://schemas.microsoft.com/office/powerpoint/2010/main">
          <mc:Choice Requires="p14">
            <p:contentPart p14:bwMode="auto" r:id="rId255">
              <p14:nvContentPartPr>
                <p14:cNvPr id="197" name="Ink 196">
                  <a:extLst>
                    <a:ext uri="{FF2B5EF4-FFF2-40B4-BE49-F238E27FC236}">
                      <a16:creationId xmlns:a16="http://schemas.microsoft.com/office/drawing/2014/main" id="{3341B036-4666-BDC4-853B-F85B7C6A7D74}"/>
                    </a:ext>
                  </a:extLst>
                </p14:cNvPr>
                <p14:cNvContentPartPr/>
                <p14:nvPr/>
              </p14:nvContentPartPr>
              <p14:xfrm>
                <a:off x="9646720" y="6251880"/>
                <a:ext cx="30960" cy="249840"/>
              </p14:xfrm>
            </p:contentPart>
          </mc:Choice>
          <mc:Fallback xmlns="">
            <p:pic>
              <p:nvPicPr>
                <p:cNvPr id="197" name="Ink 196">
                  <a:extLst>
                    <a:ext uri="{FF2B5EF4-FFF2-40B4-BE49-F238E27FC236}">
                      <a16:creationId xmlns:a16="http://schemas.microsoft.com/office/drawing/2014/main" id="{3341B036-4666-BDC4-853B-F85B7C6A7D74}"/>
                    </a:ext>
                  </a:extLst>
                </p:cNvPr>
                <p:cNvPicPr/>
                <p:nvPr/>
              </p:nvPicPr>
              <p:blipFill>
                <a:blip r:embed="rId256"/>
                <a:stretch>
                  <a:fillRect/>
                </a:stretch>
              </p:blipFill>
              <p:spPr>
                <a:xfrm>
                  <a:off x="9638080" y="6242880"/>
                  <a:ext cx="48600" cy="267480"/>
                </a:xfrm>
                <a:prstGeom prst="rect">
                  <a:avLst/>
                </a:prstGeom>
              </p:spPr>
            </p:pic>
          </mc:Fallback>
        </mc:AlternateContent>
        <mc:AlternateContent xmlns:mc="http://schemas.openxmlformats.org/markup-compatibility/2006" xmlns:p14="http://schemas.microsoft.com/office/powerpoint/2010/main">
          <mc:Choice Requires="p14">
            <p:contentPart p14:bwMode="auto" r:id="rId257">
              <p14:nvContentPartPr>
                <p14:cNvPr id="198" name="Ink 197">
                  <a:extLst>
                    <a:ext uri="{FF2B5EF4-FFF2-40B4-BE49-F238E27FC236}">
                      <a16:creationId xmlns:a16="http://schemas.microsoft.com/office/drawing/2014/main" id="{057F8D97-F1A8-0CA4-DBEF-46291CCE1623}"/>
                    </a:ext>
                  </a:extLst>
                </p14:cNvPr>
                <p14:cNvContentPartPr/>
                <p14:nvPr/>
              </p14:nvContentPartPr>
              <p14:xfrm>
                <a:off x="9684520" y="6219120"/>
                <a:ext cx="179640" cy="249840"/>
              </p14:xfrm>
            </p:contentPart>
          </mc:Choice>
          <mc:Fallback xmlns="">
            <p:pic>
              <p:nvPicPr>
                <p:cNvPr id="198" name="Ink 197">
                  <a:extLst>
                    <a:ext uri="{FF2B5EF4-FFF2-40B4-BE49-F238E27FC236}">
                      <a16:creationId xmlns:a16="http://schemas.microsoft.com/office/drawing/2014/main" id="{057F8D97-F1A8-0CA4-DBEF-46291CCE1623}"/>
                    </a:ext>
                  </a:extLst>
                </p:cNvPr>
                <p:cNvPicPr/>
                <p:nvPr/>
              </p:nvPicPr>
              <p:blipFill>
                <a:blip r:embed="rId258"/>
                <a:stretch>
                  <a:fillRect/>
                </a:stretch>
              </p:blipFill>
              <p:spPr>
                <a:xfrm>
                  <a:off x="9675520" y="6210120"/>
                  <a:ext cx="197280" cy="267480"/>
                </a:xfrm>
                <a:prstGeom prst="rect">
                  <a:avLst/>
                </a:prstGeom>
              </p:spPr>
            </p:pic>
          </mc:Fallback>
        </mc:AlternateContent>
      </p:grpSp>
    </p:spTree>
    <p:extLst>
      <p:ext uri="{BB962C8B-B14F-4D97-AF65-F5344CB8AC3E}">
        <p14:creationId xmlns:p14="http://schemas.microsoft.com/office/powerpoint/2010/main" val="3719496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74" name="Group 18">
            <a:extLst>
              <a:ext uri="{FF2B5EF4-FFF2-40B4-BE49-F238E27FC236}">
                <a16:creationId xmlns:a16="http://schemas.microsoft.com/office/drawing/2014/main" id="{7149CBF3-FB9B-2224-4663-FB56AD1DD81D}"/>
              </a:ext>
            </a:extLst>
          </p:cNvPr>
          <p:cNvGrpSpPr>
            <a:grpSpLocks/>
          </p:cNvGrpSpPr>
          <p:nvPr/>
        </p:nvGrpSpPr>
        <p:grpSpPr bwMode="auto">
          <a:xfrm>
            <a:off x="2057400" y="1828800"/>
            <a:ext cx="2514600" cy="304800"/>
            <a:chOff x="528" y="672"/>
            <a:chExt cx="1584" cy="192"/>
          </a:xfrm>
        </p:grpSpPr>
        <p:sp>
          <p:nvSpPr>
            <p:cNvPr id="2052" name="Line 4">
              <a:extLst>
                <a:ext uri="{FF2B5EF4-FFF2-40B4-BE49-F238E27FC236}">
                  <a16:creationId xmlns:a16="http://schemas.microsoft.com/office/drawing/2014/main" id="{2D68DF82-0928-4F73-A184-34264AF0292F}"/>
                </a:ext>
              </a:extLst>
            </p:cNvPr>
            <p:cNvSpPr>
              <a:spLocks noChangeShapeType="1"/>
            </p:cNvSpPr>
            <p:nvPr/>
          </p:nvSpPr>
          <p:spPr bwMode="auto">
            <a:xfrm>
              <a:off x="528" y="864"/>
              <a:ext cx="15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054" name="Rectangle 6">
              <a:extLst>
                <a:ext uri="{FF2B5EF4-FFF2-40B4-BE49-F238E27FC236}">
                  <a16:creationId xmlns:a16="http://schemas.microsoft.com/office/drawing/2014/main" id="{CBBCEA21-A799-443A-B754-4A2769BDD388}"/>
                </a:ext>
              </a:extLst>
            </p:cNvPr>
            <p:cNvSpPr>
              <a:spLocks noChangeArrowheads="1"/>
            </p:cNvSpPr>
            <p:nvPr/>
          </p:nvSpPr>
          <p:spPr bwMode="auto">
            <a:xfrm>
              <a:off x="912" y="672"/>
              <a:ext cx="720" cy="19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a:latin typeface="Arial" charset="0"/>
                <a:ea typeface="ＭＳ Ｐゴシック" charset="0"/>
              </a:endParaRPr>
            </a:p>
          </p:txBody>
        </p:sp>
      </p:grpSp>
      <p:grpSp>
        <p:nvGrpSpPr>
          <p:cNvPr id="3075" name="Group 17">
            <a:extLst>
              <a:ext uri="{FF2B5EF4-FFF2-40B4-BE49-F238E27FC236}">
                <a16:creationId xmlns:a16="http://schemas.microsoft.com/office/drawing/2014/main" id="{DF105FAD-B9E0-B39B-02E3-283240447D1D}"/>
              </a:ext>
            </a:extLst>
          </p:cNvPr>
          <p:cNvGrpSpPr>
            <a:grpSpLocks/>
          </p:cNvGrpSpPr>
          <p:nvPr/>
        </p:nvGrpSpPr>
        <p:grpSpPr bwMode="auto">
          <a:xfrm>
            <a:off x="1981200" y="2971800"/>
            <a:ext cx="2667000" cy="914400"/>
            <a:chOff x="480" y="1392"/>
            <a:chExt cx="1680" cy="576"/>
          </a:xfrm>
        </p:grpSpPr>
        <p:pic>
          <p:nvPicPr>
            <p:cNvPr id="3128" name="Picture 9" descr="MPj04225320000[1]">
              <a:extLst>
                <a:ext uri="{FF2B5EF4-FFF2-40B4-BE49-F238E27FC236}">
                  <a16:creationId xmlns:a16="http://schemas.microsoft.com/office/drawing/2014/main" id="{63690B48-F82D-236A-D65C-C79C049F48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 y="1392"/>
              <a:ext cx="576"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5" name="Line 7">
              <a:extLst>
                <a:ext uri="{FF2B5EF4-FFF2-40B4-BE49-F238E27FC236}">
                  <a16:creationId xmlns:a16="http://schemas.microsoft.com/office/drawing/2014/main" id="{100517F2-43CB-4D5D-A13D-4CA3FAA3379E}"/>
                </a:ext>
              </a:extLst>
            </p:cNvPr>
            <p:cNvSpPr>
              <a:spLocks noChangeShapeType="1"/>
            </p:cNvSpPr>
            <p:nvPr/>
          </p:nvSpPr>
          <p:spPr bwMode="auto">
            <a:xfrm>
              <a:off x="528" y="1968"/>
              <a:ext cx="15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056" name="Rectangle 8">
              <a:extLst>
                <a:ext uri="{FF2B5EF4-FFF2-40B4-BE49-F238E27FC236}">
                  <a16:creationId xmlns:a16="http://schemas.microsoft.com/office/drawing/2014/main" id="{9A0978A8-2F66-4ED0-9AB0-9A912EEB2A54}"/>
                </a:ext>
              </a:extLst>
            </p:cNvPr>
            <p:cNvSpPr>
              <a:spLocks noChangeArrowheads="1"/>
            </p:cNvSpPr>
            <p:nvPr/>
          </p:nvSpPr>
          <p:spPr bwMode="auto">
            <a:xfrm>
              <a:off x="864" y="1776"/>
              <a:ext cx="720" cy="19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a:latin typeface="Arial" charset="0"/>
                <a:ea typeface="ＭＳ Ｐゴシック" charset="0"/>
              </a:endParaRPr>
            </a:p>
          </p:txBody>
        </p:sp>
        <p:sp>
          <p:nvSpPr>
            <p:cNvPr id="3" name="Line 10">
              <a:extLst>
                <a:ext uri="{FF2B5EF4-FFF2-40B4-BE49-F238E27FC236}">
                  <a16:creationId xmlns:a16="http://schemas.microsoft.com/office/drawing/2014/main" id="{5B8A5D93-3B3D-41F9-9DFE-EEFC12D32D38}"/>
                </a:ext>
              </a:extLst>
            </p:cNvPr>
            <p:cNvSpPr>
              <a:spLocks noChangeShapeType="1"/>
            </p:cNvSpPr>
            <p:nvPr/>
          </p:nvSpPr>
          <p:spPr bwMode="auto">
            <a:xfrm>
              <a:off x="1248" y="1632"/>
              <a:ext cx="48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059" name="Text Box 11">
              <a:extLst>
                <a:ext uri="{FF2B5EF4-FFF2-40B4-BE49-F238E27FC236}">
                  <a16:creationId xmlns:a16="http://schemas.microsoft.com/office/drawing/2014/main" id="{B39D627F-0C68-4FD6-BCD4-B6717016AAF2}"/>
                </a:ext>
              </a:extLst>
            </p:cNvPr>
            <p:cNvSpPr txBox="1">
              <a:spLocks noChangeArrowheads="1"/>
            </p:cNvSpPr>
            <p:nvPr/>
          </p:nvSpPr>
          <p:spPr bwMode="auto">
            <a:xfrm>
              <a:off x="1056" y="1440"/>
              <a:ext cx="110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sz="1200">
                  <a:latin typeface="Arial" charset="0"/>
                  <a:ea typeface="ＭＳ Ｐゴシック" charset="0"/>
                </a:rPr>
                <a:t>Direction of motion</a:t>
              </a:r>
            </a:p>
          </p:txBody>
        </p:sp>
      </p:grpSp>
      <p:sp>
        <p:nvSpPr>
          <p:cNvPr id="2067" name="Text Box 19">
            <a:extLst>
              <a:ext uri="{FF2B5EF4-FFF2-40B4-BE49-F238E27FC236}">
                <a16:creationId xmlns:a16="http://schemas.microsoft.com/office/drawing/2014/main" id="{581FF9BB-18EC-42AF-9FCA-44284F77C69D}"/>
              </a:ext>
            </a:extLst>
          </p:cNvPr>
          <p:cNvSpPr txBox="1">
            <a:spLocks noChangeArrowheads="1"/>
          </p:cNvSpPr>
          <p:nvPr/>
        </p:nvSpPr>
        <p:spPr bwMode="auto">
          <a:xfrm>
            <a:off x="1981200" y="152401"/>
            <a:ext cx="8382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sz="2800" b="1" dirty="0">
                <a:solidFill>
                  <a:schemeClr val="bg1"/>
                </a:solidFill>
                <a:latin typeface="Arial" charset="0"/>
                <a:ea typeface="ＭＳ Ｐゴシック" charset="0"/>
              </a:rPr>
              <a:t>DRAW THE FREE-BODY DIAGRAM OF FORCES</a:t>
            </a:r>
          </a:p>
        </p:txBody>
      </p:sp>
      <p:sp>
        <p:nvSpPr>
          <p:cNvPr id="2072" name="Line 24">
            <a:extLst>
              <a:ext uri="{FF2B5EF4-FFF2-40B4-BE49-F238E27FC236}">
                <a16:creationId xmlns:a16="http://schemas.microsoft.com/office/drawing/2014/main" id="{6E0627BB-773C-49D8-A22B-79EF4A68B074}"/>
              </a:ext>
            </a:extLst>
          </p:cNvPr>
          <p:cNvSpPr>
            <a:spLocks noChangeShapeType="1"/>
          </p:cNvSpPr>
          <p:nvPr/>
        </p:nvSpPr>
        <p:spPr bwMode="auto">
          <a:xfrm>
            <a:off x="1557338" y="2957807"/>
            <a:ext cx="9144000"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073" name="Line 25">
            <a:extLst>
              <a:ext uri="{FF2B5EF4-FFF2-40B4-BE49-F238E27FC236}">
                <a16:creationId xmlns:a16="http://schemas.microsoft.com/office/drawing/2014/main" id="{F627D4AD-1209-451C-9E12-DCBDF59AF76E}"/>
              </a:ext>
            </a:extLst>
          </p:cNvPr>
          <p:cNvSpPr>
            <a:spLocks noChangeShapeType="1"/>
          </p:cNvSpPr>
          <p:nvPr/>
        </p:nvSpPr>
        <p:spPr bwMode="auto">
          <a:xfrm>
            <a:off x="1524000" y="4800600"/>
            <a:ext cx="9144000"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074" name="Line 26">
            <a:extLst>
              <a:ext uri="{FF2B5EF4-FFF2-40B4-BE49-F238E27FC236}">
                <a16:creationId xmlns:a16="http://schemas.microsoft.com/office/drawing/2014/main" id="{02342EC1-CA48-4B2B-AB6A-F6F0D1830E81}"/>
              </a:ext>
            </a:extLst>
          </p:cNvPr>
          <p:cNvSpPr>
            <a:spLocks noChangeShapeType="1"/>
          </p:cNvSpPr>
          <p:nvPr/>
        </p:nvSpPr>
        <p:spPr bwMode="auto">
          <a:xfrm>
            <a:off x="5486400" y="1250302"/>
            <a:ext cx="0" cy="5379098"/>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grpSp>
        <p:nvGrpSpPr>
          <p:cNvPr id="3082" name="Group 51">
            <a:extLst>
              <a:ext uri="{FF2B5EF4-FFF2-40B4-BE49-F238E27FC236}">
                <a16:creationId xmlns:a16="http://schemas.microsoft.com/office/drawing/2014/main" id="{18C6C0B3-8526-4793-3A9C-B42FEB9DD978}"/>
              </a:ext>
            </a:extLst>
          </p:cNvPr>
          <p:cNvGrpSpPr>
            <a:grpSpLocks/>
          </p:cNvGrpSpPr>
          <p:nvPr/>
        </p:nvGrpSpPr>
        <p:grpSpPr bwMode="auto">
          <a:xfrm>
            <a:off x="2057400" y="5105400"/>
            <a:ext cx="2667000" cy="914400"/>
            <a:chOff x="480" y="1392"/>
            <a:chExt cx="1680" cy="576"/>
          </a:xfrm>
        </p:grpSpPr>
        <p:pic>
          <p:nvPicPr>
            <p:cNvPr id="3106" name="Picture 52" descr="MPj04225320000[1]">
              <a:extLst>
                <a:ext uri="{FF2B5EF4-FFF2-40B4-BE49-F238E27FC236}">
                  <a16:creationId xmlns:a16="http://schemas.microsoft.com/office/drawing/2014/main" id="{138B75FB-F84A-F356-6DE2-FB386950FD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 y="1392"/>
              <a:ext cx="576"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01" name="Line 53">
              <a:extLst>
                <a:ext uri="{FF2B5EF4-FFF2-40B4-BE49-F238E27FC236}">
                  <a16:creationId xmlns:a16="http://schemas.microsoft.com/office/drawing/2014/main" id="{78180E19-0491-44B3-AB6A-50F6F0EC115F}"/>
                </a:ext>
              </a:extLst>
            </p:cNvPr>
            <p:cNvSpPr>
              <a:spLocks noChangeShapeType="1"/>
            </p:cNvSpPr>
            <p:nvPr/>
          </p:nvSpPr>
          <p:spPr bwMode="auto">
            <a:xfrm>
              <a:off x="528" y="1968"/>
              <a:ext cx="15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102" name="Rectangle 54">
              <a:extLst>
                <a:ext uri="{FF2B5EF4-FFF2-40B4-BE49-F238E27FC236}">
                  <a16:creationId xmlns:a16="http://schemas.microsoft.com/office/drawing/2014/main" id="{C280B5D1-A5AD-4E2F-83AA-BB1FCD5B2675}"/>
                </a:ext>
              </a:extLst>
            </p:cNvPr>
            <p:cNvSpPr>
              <a:spLocks noChangeArrowheads="1"/>
            </p:cNvSpPr>
            <p:nvPr/>
          </p:nvSpPr>
          <p:spPr bwMode="auto">
            <a:xfrm>
              <a:off x="864" y="1776"/>
              <a:ext cx="720" cy="19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a:latin typeface="Arial" charset="0"/>
                <a:ea typeface="ＭＳ Ｐゴシック" charset="0"/>
              </a:endParaRPr>
            </a:p>
          </p:txBody>
        </p:sp>
        <p:sp>
          <p:nvSpPr>
            <p:cNvPr id="2103" name="Line 55">
              <a:extLst>
                <a:ext uri="{FF2B5EF4-FFF2-40B4-BE49-F238E27FC236}">
                  <a16:creationId xmlns:a16="http://schemas.microsoft.com/office/drawing/2014/main" id="{9C797E7B-9563-42BC-9648-4FA394FF8119}"/>
                </a:ext>
              </a:extLst>
            </p:cNvPr>
            <p:cNvSpPr>
              <a:spLocks noChangeShapeType="1"/>
            </p:cNvSpPr>
            <p:nvPr/>
          </p:nvSpPr>
          <p:spPr bwMode="auto">
            <a:xfrm>
              <a:off x="1248" y="1632"/>
              <a:ext cx="48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104" name="Text Box 56">
              <a:extLst>
                <a:ext uri="{FF2B5EF4-FFF2-40B4-BE49-F238E27FC236}">
                  <a16:creationId xmlns:a16="http://schemas.microsoft.com/office/drawing/2014/main" id="{052BE2DF-DF69-4E9A-92CC-933B34F49A77}"/>
                </a:ext>
              </a:extLst>
            </p:cNvPr>
            <p:cNvSpPr txBox="1">
              <a:spLocks noChangeArrowheads="1"/>
            </p:cNvSpPr>
            <p:nvPr/>
          </p:nvSpPr>
          <p:spPr bwMode="auto">
            <a:xfrm>
              <a:off x="1056" y="1440"/>
              <a:ext cx="110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sz="1200">
                  <a:latin typeface="Arial" charset="0"/>
                  <a:ea typeface="ＭＳ Ｐゴシック" charset="0"/>
                </a:rPr>
                <a:t>Direction of motion</a:t>
              </a:r>
            </a:p>
          </p:txBody>
        </p:sp>
      </p:grpSp>
      <p:sp>
        <p:nvSpPr>
          <p:cNvPr id="2126" name="Text Box 78">
            <a:extLst>
              <a:ext uri="{FF2B5EF4-FFF2-40B4-BE49-F238E27FC236}">
                <a16:creationId xmlns:a16="http://schemas.microsoft.com/office/drawing/2014/main" id="{3A2005E9-2A49-4334-9ED9-5FA616F4ED18}"/>
              </a:ext>
            </a:extLst>
          </p:cNvPr>
          <p:cNvSpPr txBox="1">
            <a:spLocks noChangeArrowheads="1"/>
          </p:cNvSpPr>
          <p:nvPr/>
        </p:nvSpPr>
        <p:spPr bwMode="auto">
          <a:xfrm>
            <a:off x="2362200" y="6172201"/>
            <a:ext cx="1447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a:latin typeface="Arial" charset="0"/>
                <a:ea typeface="ＭＳ Ｐゴシック" charset="0"/>
              </a:rPr>
              <a:t>with friction</a:t>
            </a:r>
          </a:p>
        </p:txBody>
      </p:sp>
      <p:sp>
        <p:nvSpPr>
          <p:cNvPr id="2127" name="Text Box 79">
            <a:extLst>
              <a:ext uri="{FF2B5EF4-FFF2-40B4-BE49-F238E27FC236}">
                <a16:creationId xmlns:a16="http://schemas.microsoft.com/office/drawing/2014/main" id="{A6A7D244-50A6-49DB-B8C0-C09337AE0958}"/>
              </a:ext>
            </a:extLst>
          </p:cNvPr>
          <p:cNvSpPr txBox="1">
            <a:spLocks noChangeArrowheads="1"/>
          </p:cNvSpPr>
          <p:nvPr/>
        </p:nvSpPr>
        <p:spPr bwMode="auto">
          <a:xfrm>
            <a:off x="2362200" y="3976688"/>
            <a:ext cx="14478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a:latin typeface="Arial" charset="0"/>
                <a:ea typeface="ＭＳ Ｐゴシック" charset="0"/>
              </a:rPr>
              <a:t>no friction</a:t>
            </a:r>
          </a:p>
        </p:txBody>
      </p:sp>
      <p:sp>
        <p:nvSpPr>
          <p:cNvPr id="2" name="Title 3">
            <a:extLst>
              <a:ext uri="{FF2B5EF4-FFF2-40B4-BE49-F238E27FC236}">
                <a16:creationId xmlns:a16="http://schemas.microsoft.com/office/drawing/2014/main" id="{979554BA-CE72-DA40-E211-0BF3116F89B2}"/>
              </a:ext>
            </a:extLst>
          </p:cNvPr>
          <p:cNvSpPr txBox="1">
            <a:spLocks/>
          </p:cNvSpPr>
          <p:nvPr/>
        </p:nvSpPr>
        <p:spPr>
          <a:xfrm>
            <a:off x="0" y="-9236"/>
            <a:ext cx="12192000" cy="757130"/>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dirty="0">
                <a:latin typeface="Times New Roman" panose="02020603050405020304" pitchFamily="18" charset="0"/>
                <a:ea typeface="STKaiti" panose="020B0503020204020204" pitchFamily="2" charset="-122"/>
                <a:cs typeface="Times New Roman" panose="02020603050405020304" pitchFamily="18" charset="0"/>
              </a:rPr>
              <a:t>  Free Body Diagram (</a:t>
            </a:r>
            <a:r>
              <a:rPr lang="en-US" sz="48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FBD</a:t>
            </a:r>
            <a:r>
              <a:rPr lang="en-US" sz="4800" b="1" dirty="0">
                <a:latin typeface="Times New Roman" panose="02020603050405020304" pitchFamily="18" charset="0"/>
                <a:ea typeface="STKaiti" panose="020B0503020204020204" pitchFamily="2" charset="-122"/>
                <a:cs typeface="Times New Roman" panose="02020603050405020304" pitchFamily="18" charset="0"/>
              </a:rPr>
              <a:t>) </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6" name="Line 26">
            <a:extLst>
              <a:ext uri="{FF2B5EF4-FFF2-40B4-BE49-F238E27FC236}">
                <a16:creationId xmlns:a16="http://schemas.microsoft.com/office/drawing/2014/main" id="{0B867BF1-36C1-4E0D-918A-578BFB719B62}"/>
              </a:ext>
            </a:extLst>
          </p:cNvPr>
          <p:cNvSpPr>
            <a:spLocks noChangeShapeType="1"/>
          </p:cNvSpPr>
          <p:nvPr/>
        </p:nvSpPr>
        <p:spPr bwMode="auto">
          <a:xfrm>
            <a:off x="1524000" y="2797016"/>
            <a:ext cx="9144000"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5147" name="Line 27">
            <a:extLst>
              <a:ext uri="{FF2B5EF4-FFF2-40B4-BE49-F238E27FC236}">
                <a16:creationId xmlns:a16="http://schemas.microsoft.com/office/drawing/2014/main" id="{33FF647C-C677-4537-A846-64DCBC31965B}"/>
              </a:ext>
            </a:extLst>
          </p:cNvPr>
          <p:cNvSpPr>
            <a:spLocks noChangeShapeType="1"/>
          </p:cNvSpPr>
          <p:nvPr/>
        </p:nvSpPr>
        <p:spPr bwMode="auto">
          <a:xfrm>
            <a:off x="1524000" y="4774163"/>
            <a:ext cx="9144000"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5164" name="Line 44">
            <a:extLst>
              <a:ext uri="{FF2B5EF4-FFF2-40B4-BE49-F238E27FC236}">
                <a16:creationId xmlns:a16="http://schemas.microsoft.com/office/drawing/2014/main" id="{D627335D-595A-4501-BD33-35D4568F0C79}"/>
              </a:ext>
            </a:extLst>
          </p:cNvPr>
          <p:cNvSpPr>
            <a:spLocks noChangeShapeType="1"/>
          </p:cNvSpPr>
          <p:nvPr/>
        </p:nvSpPr>
        <p:spPr bwMode="auto">
          <a:xfrm flipH="1">
            <a:off x="4800600" y="1230313"/>
            <a:ext cx="33321" cy="5475287"/>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grpSp>
        <p:nvGrpSpPr>
          <p:cNvPr id="5129" name="Group 48">
            <a:extLst>
              <a:ext uri="{FF2B5EF4-FFF2-40B4-BE49-F238E27FC236}">
                <a16:creationId xmlns:a16="http://schemas.microsoft.com/office/drawing/2014/main" id="{0EBA4B8D-D3A7-3EB5-823D-987E75E1C470}"/>
              </a:ext>
            </a:extLst>
          </p:cNvPr>
          <p:cNvGrpSpPr>
            <a:grpSpLocks/>
          </p:cNvGrpSpPr>
          <p:nvPr/>
        </p:nvGrpSpPr>
        <p:grpSpPr bwMode="auto">
          <a:xfrm>
            <a:off x="2133600" y="1331171"/>
            <a:ext cx="1981200" cy="1143000"/>
            <a:chOff x="624" y="2688"/>
            <a:chExt cx="1248" cy="720"/>
          </a:xfrm>
        </p:grpSpPr>
        <p:sp>
          <p:nvSpPr>
            <p:cNvPr id="5169" name="Line 49">
              <a:extLst>
                <a:ext uri="{FF2B5EF4-FFF2-40B4-BE49-F238E27FC236}">
                  <a16:creationId xmlns:a16="http://schemas.microsoft.com/office/drawing/2014/main" id="{FB6B1860-EBCA-4411-A8F3-C1766E3C44C5}"/>
                </a:ext>
              </a:extLst>
            </p:cNvPr>
            <p:cNvSpPr>
              <a:spLocks noChangeShapeType="1"/>
            </p:cNvSpPr>
            <p:nvPr/>
          </p:nvSpPr>
          <p:spPr bwMode="auto">
            <a:xfrm>
              <a:off x="624" y="2688"/>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5170" name="Line 50">
              <a:extLst>
                <a:ext uri="{FF2B5EF4-FFF2-40B4-BE49-F238E27FC236}">
                  <a16:creationId xmlns:a16="http://schemas.microsoft.com/office/drawing/2014/main" id="{FFF2AE5F-72AB-4F56-83AE-4FFF4B1E1442}"/>
                </a:ext>
              </a:extLst>
            </p:cNvPr>
            <p:cNvSpPr>
              <a:spLocks noChangeShapeType="1"/>
            </p:cNvSpPr>
            <p:nvPr/>
          </p:nvSpPr>
          <p:spPr bwMode="auto">
            <a:xfrm>
              <a:off x="1248" y="2688"/>
              <a:ext cx="0"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5171" name="Rectangle 51">
              <a:extLst>
                <a:ext uri="{FF2B5EF4-FFF2-40B4-BE49-F238E27FC236}">
                  <a16:creationId xmlns:a16="http://schemas.microsoft.com/office/drawing/2014/main" id="{A552478C-8B12-4C5F-AEFB-3480F24DF8E8}"/>
                </a:ext>
              </a:extLst>
            </p:cNvPr>
            <p:cNvSpPr>
              <a:spLocks noChangeArrowheads="1"/>
            </p:cNvSpPr>
            <p:nvPr/>
          </p:nvSpPr>
          <p:spPr bwMode="auto">
            <a:xfrm>
              <a:off x="1152" y="3216"/>
              <a:ext cx="192" cy="19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a:latin typeface="Arial" charset="0"/>
                <a:ea typeface="ＭＳ Ｐゴシック" charset="0"/>
              </a:endParaRPr>
            </a:p>
          </p:txBody>
        </p:sp>
      </p:grpSp>
      <p:sp>
        <p:nvSpPr>
          <p:cNvPr id="5" name="Text Box 69">
            <a:extLst>
              <a:ext uri="{FF2B5EF4-FFF2-40B4-BE49-F238E27FC236}">
                <a16:creationId xmlns:a16="http://schemas.microsoft.com/office/drawing/2014/main" id="{47935EEA-7079-4106-911C-A6E49E64DEBF}"/>
              </a:ext>
            </a:extLst>
          </p:cNvPr>
          <p:cNvSpPr txBox="1">
            <a:spLocks noChangeArrowheads="1"/>
          </p:cNvSpPr>
          <p:nvPr/>
        </p:nvSpPr>
        <p:spPr bwMode="auto">
          <a:xfrm>
            <a:off x="3894137" y="2839614"/>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spcBef>
                <a:spcPct val="50000"/>
              </a:spcBef>
              <a:defRPr/>
            </a:pPr>
            <a:r>
              <a:rPr lang="en-US" sz="1200" dirty="0">
                <a:latin typeface="Arial" charset="0"/>
                <a:ea typeface="ＭＳ Ｐゴシック" charset="0"/>
              </a:rPr>
              <a:t>Direction of motion</a:t>
            </a:r>
          </a:p>
        </p:txBody>
      </p:sp>
      <p:grpSp>
        <p:nvGrpSpPr>
          <p:cNvPr id="6" name="Group 5">
            <a:extLst>
              <a:ext uri="{FF2B5EF4-FFF2-40B4-BE49-F238E27FC236}">
                <a16:creationId xmlns:a16="http://schemas.microsoft.com/office/drawing/2014/main" id="{6DA13379-6709-0F90-43FD-AD933F5E0DAE}"/>
              </a:ext>
            </a:extLst>
          </p:cNvPr>
          <p:cNvGrpSpPr>
            <a:grpSpLocks/>
          </p:cNvGrpSpPr>
          <p:nvPr/>
        </p:nvGrpSpPr>
        <p:grpSpPr bwMode="auto">
          <a:xfrm>
            <a:off x="1760537" y="3068215"/>
            <a:ext cx="2590800" cy="1463675"/>
            <a:chOff x="144" y="1584"/>
            <a:chExt cx="1632" cy="922"/>
          </a:xfrm>
        </p:grpSpPr>
        <p:sp>
          <p:nvSpPr>
            <p:cNvPr id="24" name="Line 66">
              <a:extLst>
                <a:ext uri="{FF2B5EF4-FFF2-40B4-BE49-F238E27FC236}">
                  <a16:creationId xmlns:a16="http://schemas.microsoft.com/office/drawing/2014/main" id="{A9EADFDD-8670-42EA-A2BD-9C299208F4DE}"/>
                </a:ext>
              </a:extLst>
            </p:cNvPr>
            <p:cNvSpPr>
              <a:spLocks noChangeShapeType="1"/>
            </p:cNvSpPr>
            <p:nvPr/>
          </p:nvSpPr>
          <p:spPr bwMode="auto">
            <a:xfrm>
              <a:off x="144" y="1584"/>
              <a:ext cx="1632" cy="9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a:latin typeface="Arial" charset="0"/>
                <a:ea typeface="ＭＳ Ｐゴシック" charset="0"/>
              </a:endParaRPr>
            </a:p>
          </p:txBody>
        </p:sp>
        <p:sp>
          <p:nvSpPr>
            <p:cNvPr id="25" name="Line 67">
              <a:extLst>
                <a:ext uri="{FF2B5EF4-FFF2-40B4-BE49-F238E27FC236}">
                  <a16:creationId xmlns:a16="http://schemas.microsoft.com/office/drawing/2014/main" id="{0BBA92A6-667E-4AEC-B94C-07D9C1AC9AA6}"/>
                </a:ext>
              </a:extLst>
            </p:cNvPr>
            <p:cNvSpPr>
              <a:spLocks noChangeShapeType="1"/>
            </p:cNvSpPr>
            <p:nvPr/>
          </p:nvSpPr>
          <p:spPr bwMode="auto">
            <a:xfrm flipH="1">
              <a:off x="192" y="2496"/>
              <a:ext cx="15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a:latin typeface="Arial" charset="0"/>
                <a:ea typeface="ＭＳ Ｐゴシック" charset="0"/>
              </a:endParaRPr>
            </a:p>
          </p:txBody>
        </p:sp>
        <p:sp>
          <p:nvSpPr>
            <p:cNvPr id="26" name="Rectangle 25">
              <a:extLst>
                <a:ext uri="{FF2B5EF4-FFF2-40B4-BE49-F238E27FC236}">
                  <a16:creationId xmlns:a16="http://schemas.microsoft.com/office/drawing/2014/main" id="{157248F6-3BDF-463C-B912-2DB3E24CC3EC}"/>
                </a:ext>
              </a:extLst>
            </p:cNvPr>
            <p:cNvSpPr>
              <a:spLocks noChangeArrowheads="1"/>
            </p:cNvSpPr>
            <p:nvPr/>
          </p:nvSpPr>
          <p:spPr bwMode="auto">
            <a:xfrm rot="1670968">
              <a:off x="912" y="1872"/>
              <a:ext cx="288" cy="19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a:latin typeface="Arial" charset="0"/>
                <a:ea typeface="ＭＳ Ｐゴシック" charset="0"/>
              </a:endParaRPr>
            </a:p>
          </p:txBody>
        </p:sp>
        <p:sp>
          <p:nvSpPr>
            <p:cNvPr id="27" name="Line 70">
              <a:extLst>
                <a:ext uri="{FF2B5EF4-FFF2-40B4-BE49-F238E27FC236}">
                  <a16:creationId xmlns:a16="http://schemas.microsoft.com/office/drawing/2014/main" id="{00FB9AFB-C2A1-4D72-978F-C921379C589D}"/>
                </a:ext>
              </a:extLst>
            </p:cNvPr>
            <p:cNvSpPr>
              <a:spLocks noChangeShapeType="1"/>
            </p:cNvSpPr>
            <p:nvPr/>
          </p:nvSpPr>
          <p:spPr bwMode="auto">
            <a:xfrm>
              <a:off x="1344" y="1584"/>
              <a:ext cx="336"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a:latin typeface="Arial" charset="0"/>
                <a:ea typeface="ＭＳ Ｐゴシック" charset="0"/>
              </a:endParaRPr>
            </a:p>
          </p:txBody>
        </p:sp>
        <p:sp>
          <p:nvSpPr>
            <p:cNvPr id="28" name="Text Box 79">
              <a:extLst>
                <a:ext uri="{FF2B5EF4-FFF2-40B4-BE49-F238E27FC236}">
                  <a16:creationId xmlns:a16="http://schemas.microsoft.com/office/drawing/2014/main" id="{9131BF7F-AE95-4F0C-A744-FF2AAF24AC96}"/>
                </a:ext>
              </a:extLst>
            </p:cNvPr>
            <p:cNvSpPr txBox="1">
              <a:spLocks noChangeArrowheads="1"/>
            </p:cNvSpPr>
            <p:nvPr/>
          </p:nvSpPr>
          <p:spPr bwMode="auto">
            <a:xfrm>
              <a:off x="1440" y="2352"/>
              <a:ext cx="33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spcBef>
                  <a:spcPct val="50000"/>
                </a:spcBef>
                <a:defRPr/>
              </a:pPr>
              <a:r>
                <a:rPr lang="el-GR" altLang="en-US" sz="1000">
                  <a:cs typeface="Arial" pitchFamily="34" charset="0"/>
                </a:rPr>
                <a:t>θ</a:t>
              </a:r>
            </a:p>
          </p:txBody>
        </p:sp>
      </p:grpSp>
      <p:sp>
        <p:nvSpPr>
          <p:cNvPr id="9" name="Text Box 121">
            <a:extLst>
              <a:ext uri="{FF2B5EF4-FFF2-40B4-BE49-F238E27FC236}">
                <a16:creationId xmlns:a16="http://schemas.microsoft.com/office/drawing/2014/main" id="{DCD1ACFB-36B5-4C26-9E06-2EE35D24775C}"/>
              </a:ext>
            </a:extLst>
          </p:cNvPr>
          <p:cNvSpPr txBox="1">
            <a:spLocks noChangeArrowheads="1"/>
          </p:cNvSpPr>
          <p:nvPr/>
        </p:nvSpPr>
        <p:spPr bwMode="auto">
          <a:xfrm>
            <a:off x="1989137" y="4516014"/>
            <a:ext cx="15240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spcBef>
                <a:spcPct val="50000"/>
              </a:spcBef>
              <a:defRPr/>
            </a:pPr>
            <a:r>
              <a:rPr lang="en-US" sz="1200">
                <a:latin typeface="Arial" charset="0"/>
                <a:ea typeface="ＭＳ Ｐゴシック" charset="0"/>
              </a:rPr>
              <a:t>NO friction</a:t>
            </a:r>
          </a:p>
        </p:txBody>
      </p:sp>
      <p:sp>
        <p:nvSpPr>
          <p:cNvPr id="34" name="Text Box 120">
            <a:extLst>
              <a:ext uri="{FF2B5EF4-FFF2-40B4-BE49-F238E27FC236}">
                <a16:creationId xmlns:a16="http://schemas.microsoft.com/office/drawing/2014/main" id="{573F9338-30E9-418F-AA93-3B209093C876}"/>
              </a:ext>
            </a:extLst>
          </p:cNvPr>
          <p:cNvSpPr txBox="1">
            <a:spLocks noChangeArrowheads="1"/>
          </p:cNvSpPr>
          <p:nvPr/>
        </p:nvSpPr>
        <p:spPr bwMode="auto">
          <a:xfrm>
            <a:off x="1824831" y="6419462"/>
            <a:ext cx="15240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spcBef>
                <a:spcPct val="50000"/>
              </a:spcBef>
              <a:defRPr/>
            </a:pPr>
            <a:r>
              <a:rPr lang="en-US" sz="1200">
                <a:latin typeface="Arial" charset="0"/>
                <a:ea typeface="ＭＳ Ｐゴシック" charset="0"/>
              </a:rPr>
              <a:t>With friction</a:t>
            </a:r>
          </a:p>
        </p:txBody>
      </p:sp>
      <p:sp>
        <p:nvSpPr>
          <p:cNvPr id="51" name="Text Box 19">
            <a:extLst>
              <a:ext uri="{FF2B5EF4-FFF2-40B4-BE49-F238E27FC236}">
                <a16:creationId xmlns:a16="http://schemas.microsoft.com/office/drawing/2014/main" id="{7D458F5E-4889-F01E-18FA-42C897F9CAAD}"/>
              </a:ext>
            </a:extLst>
          </p:cNvPr>
          <p:cNvSpPr txBox="1">
            <a:spLocks noChangeArrowheads="1"/>
          </p:cNvSpPr>
          <p:nvPr/>
        </p:nvSpPr>
        <p:spPr bwMode="auto">
          <a:xfrm>
            <a:off x="1981200" y="189725"/>
            <a:ext cx="8382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sz="2800" b="1" dirty="0">
                <a:solidFill>
                  <a:schemeClr val="bg1"/>
                </a:solidFill>
                <a:latin typeface="Arial" charset="0"/>
                <a:ea typeface="ＭＳ Ｐゴシック" charset="0"/>
              </a:rPr>
              <a:t>DRAW THE FREE-BODY DIAGRAM OF FORCES</a:t>
            </a:r>
          </a:p>
        </p:txBody>
      </p:sp>
      <p:grpSp>
        <p:nvGrpSpPr>
          <p:cNvPr id="62" name="Group 61">
            <a:extLst>
              <a:ext uri="{FF2B5EF4-FFF2-40B4-BE49-F238E27FC236}">
                <a16:creationId xmlns:a16="http://schemas.microsoft.com/office/drawing/2014/main" id="{9F7B9F6E-A7A8-D1EB-EB85-E9AFB9C35DEF}"/>
              </a:ext>
            </a:extLst>
          </p:cNvPr>
          <p:cNvGrpSpPr>
            <a:grpSpLocks/>
          </p:cNvGrpSpPr>
          <p:nvPr/>
        </p:nvGrpSpPr>
        <p:grpSpPr bwMode="auto">
          <a:xfrm>
            <a:off x="1661010" y="4984107"/>
            <a:ext cx="2590800" cy="1463675"/>
            <a:chOff x="144" y="1584"/>
            <a:chExt cx="1632" cy="922"/>
          </a:xfrm>
        </p:grpSpPr>
        <p:sp>
          <p:nvSpPr>
            <p:cNvPr id="63" name="Line 66">
              <a:extLst>
                <a:ext uri="{FF2B5EF4-FFF2-40B4-BE49-F238E27FC236}">
                  <a16:creationId xmlns:a16="http://schemas.microsoft.com/office/drawing/2014/main" id="{6F53A03A-06E5-56BE-252E-B2377FC7F662}"/>
                </a:ext>
              </a:extLst>
            </p:cNvPr>
            <p:cNvSpPr>
              <a:spLocks noChangeShapeType="1"/>
            </p:cNvSpPr>
            <p:nvPr/>
          </p:nvSpPr>
          <p:spPr bwMode="auto">
            <a:xfrm>
              <a:off x="144" y="1584"/>
              <a:ext cx="1632" cy="9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a:latin typeface="Arial" charset="0"/>
                <a:ea typeface="ＭＳ Ｐゴシック" charset="0"/>
              </a:endParaRPr>
            </a:p>
          </p:txBody>
        </p:sp>
        <p:sp>
          <p:nvSpPr>
            <p:cNvPr id="5120" name="Line 67">
              <a:extLst>
                <a:ext uri="{FF2B5EF4-FFF2-40B4-BE49-F238E27FC236}">
                  <a16:creationId xmlns:a16="http://schemas.microsoft.com/office/drawing/2014/main" id="{BB485EE0-22B1-8FFD-DCB5-942EEE87D3CA}"/>
                </a:ext>
              </a:extLst>
            </p:cNvPr>
            <p:cNvSpPr>
              <a:spLocks noChangeShapeType="1"/>
            </p:cNvSpPr>
            <p:nvPr/>
          </p:nvSpPr>
          <p:spPr bwMode="auto">
            <a:xfrm flipH="1">
              <a:off x="192" y="2496"/>
              <a:ext cx="15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a:latin typeface="Arial" charset="0"/>
                <a:ea typeface="ＭＳ Ｐゴシック" charset="0"/>
              </a:endParaRPr>
            </a:p>
          </p:txBody>
        </p:sp>
        <p:sp>
          <p:nvSpPr>
            <p:cNvPr id="5121" name="Rectangle 5120">
              <a:extLst>
                <a:ext uri="{FF2B5EF4-FFF2-40B4-BE49-F238E27FC236}">
                  <a16:creationId xmlns:a16="http://schemas.microsoft.com/office/drawing/2014/main" id="{C550C25D-5478-E1AC-2D4D-91E3F88DC376}"/>
                </a:ext>
              </a:extLst>
            </p:cNvPr>
            <p:cNvSpPr>
              <a:spLocks noChangeArrowheads="1"/>
            </p:cNvSpPr>
            <p:nvPr/>
          </p:nvSpPr>
          <p:spPr bwMode="auto">
            <a:xfrm rot="1670968">
              <a:off x="912" y="1872"/>
              <a:ext cx="288" cy="19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a:latin typeface="Arial" charset="0"/>
                <a:ea typeface="ＭＳ Ｐゴシック" charset="0"/>
              </a:endParaRPr>
            </a:p>
          </p:txBody>
        </p:sp>
        <p:sp>
          <p:nvSpPr>
            <p:cNvPr id="5128" name="Line 70">
              <a:extLst>
                <a:ext uri="{FF2B5EF4-FFF2-40B4-BE49-F238E27FC236}">
                  <a16:creationId xmlns:a16="http://schemas.microsoft.com/office/drawing/2014/main" id="{4AC88A8E-3E2C-42E3-8BD3-C57C22E9FF77}"/>
                </a:ext>
              </a:extLst>
            </p:cNvPr>
            <p:cNvSpPr>
              <a:spLocks noChangeShapeType="1"/>
            </p:cNvSpPr>
            <p:nvPr/>
          </p:nvSpPr>
          <p:spPr bwMode="auto">
            <a:xfrm>
              <a:off x="1344" y="1584"/>
              <a:ext cx="336"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a:latin typeface="Arial" charset="0"/>
                <a:ea typeface="ＭＳ Ｐゴシック" charset="0"/>
              </a:endParaRPr>
            </a:p>
          </p:txBody>
        </p:sp>
        <p:sp>
          <p:nvSpPr>
            <p:cNvPr id="5131" name="Text Box 79">
              <a:extLst>
                <a:ext uri="{FF2B5EF4-FFF2-40B4-BE49-F238E27FC236}">
                  <a16:creationId xmlns:a16="http://schemas.microsoft.com/office/drawing/2014/main" id="{C930369F-E4D3-2656-807B-CE7C9D689DBA}"/>
                </a:ext>
              </a:extLst>
            </p:cNvPr>
            <p:cNvSpPr txBox="1">
              <a:spLocks noChangeArrowheads="1"/>
            </p:cNvSpPr>
            <p:nvPr/>
          </p:nvSpPr>
          <p:spPr bwMode="auto">
            <a:xfrm>
              <a:off x="1440" y="2352"/>
              <a:ext cx="33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spcBef>
                  <a:spcPct val="50000"/>
                </a:spcBef>
                <a:defRPr/>
              </a:pPr>
              <a:r>
                <a:rPr lang="el-GR" altLang="en-US" sz="1000">
                  <a:cs typeface="Arial" pitchFamily="34" charset="0"/>
                </a:rPr>
                <a:t>θ</a:t>
              </a:r>
            </a:p>
          </p:txBody>
        </p:sp>
      </p:grpSp>
      <p:sp>
        <p:nvSpPr>
          <p:cNvPr id="5134" name="Text Box 69">
            <a:extLst>
              <a:ext uri="{FF2B5EF4-FFF2-40B4-BE49-F238E27FC236}">
                <a16:creationId xmlns:a16="http://schemas.microsoft.com/office/drawing/2014/main" id="{5F657A07-FD9E-EB56-5349-2574DB0B9F86}"/>
              </a:ext>
            </a:extLst>
          </p:cNvPr>
          <p:cNvSpPr txBox="1">
            <a:spLocks noChangeArrowheads="1"/>
          </p:cNvSpPr>
          <p:nvPr/>
        </p:nvSpPr>
        <p:spPr bwMode="auto">
          <a:xfrm>
            <a:off x="3831932" y="4802157"/>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spcBef>
                <a:spcPct val="50000"/>
              </a:spcBef>
              <a:defRPr/>
            </a:pPr>
            <a:r>
              <a:rPr lang="en-US" sz="1200" dirty="0">
                <a:latin typeface="Arial" charset="0"/>
                <a:ea typeface="ＭＳ Ｐゴシック" charset="0"/>
              </a:rPr>
              <a:t>Direction of motion</a:t>
            </a:r>
          </a:p>
        </p:txBody>
      </p:sp>
      <p:sp>
        <p:nvSpPr>
          <p:cNvPr id="2" name="Title 3">
            <a:extLst>
              <a:ext uri="{FF2B5EF4-FFF2-40B4-BE49-F238E27FC236}">
                <a16:creationId xmlns:a16="http://schemas.microsoft.com/office/drawing/2014/main" id="{19326428-D3D3-24F4-CDAD-ACA327263BD2}"/>
              </a:ext>
            </a:extLst>
          </p:cNvPr>
          <p:cNvSpPr txBox="1">
            <a:spLocks/>
          </p:cNvSpPr>
          <p:nvPr/>
        </p:nvSpPr>
        <p:spPr>
          <a:xfrm>
            <a:off x="0" y="-18472"/>
            <a:ext cx="12192000" cy="757130"/>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dirty="0">
                <a:latin typeface="Times New Roman" panose="02020603050405020304" pitchFamily="18" charset="0"/>
                <a:ea typeface="STKaiti" panose="020B0503020204020204" pitchFamily="2" charset="-122"/>
                <a:cs typeface="Times New Roman" panose="02020603050405020304" pitchFamily="18" charset="0"/>
              </a:rPr>
              <a:t>  Free Body Diagram (</a:t>
            </a:r>
            <a:r>
              <a:rPr lang="en-US" sz="48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FBD</a:t>
            </a:r>
            <a:r>
              <a:rPr lang="en-US" sz="4800" b="1" dirty="0">
                <a:latin typeface="Times New Roman" panose="02020603050405020304" pitchFamily="18" charset="0"/>
                <a:ea typeface="STKaiti" panose="020B0503020204020204" pitchFamily="2" charset="-122"/>
                <a:cs typeface="Times New Roman" panose="02020603050405020304" pitchFamily="18" charset="0"/>
              </a:rPr>
              <a:t>) </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74" name="Group 18">
            <a:extLst>
              <a:ext uri="{FF2B5EF4-FFF2-40B4-BE49-F238E27FC236}">
                <a16:creationId xmlns:a16="http://schemas.microsoft.com/office/drawing/2014/main" id="{7149CBF3-FB9B-2224-4663-FB56AD1DD81D}"/>
              </a:ext>
            </a:extLst>
          </p:cNvPr>
          <p:cNvGrpSpPr>
            <a:grpSpLocks/>
          </p:cNvGrpSpPr>
          <p:nvPr/>
        </p:nvGrpSpPr>
        <p:grpSpPr bwMode="auto">
          <a:xfrm>
            <a:off x="2057400" y="1828800"/>
            <a:ext cx="2514600" cy="304800"/>
            <a:chOff x="528" y="672"/>
            <a:chExt cx="1584" cy="192"/>
          </a:xfrm>
        </p:grpSpPr>
        <p:sp>
          <p:nvSpPr>
            <p:cNvPr id="2052" name="Line 4">
              <a:extLst>
                <a:ext uri="{FF2B5EF4-FFF2-40B4-BE49-F238E27FC236}">
                  <a16:creationId xmlns:a16="http://schemas.microsoft.com/office/drawing/2014/main" id="{2D68DF82-0928-4F73-A184-34264AF0292F}"/>
                </a:ext>
              </a:extLst>
            </p:cNvPr>
            <p:cNvSpPr>
              <a:spLocks noChangeShapeType="1"/>
            </p:cNvSpPr>
            <p:nvPr/>
          </p:nvSpPr>
          <p:spPr bwMode="auto">
            <a:xfrm>
              <a:off x="528" y="864"/>
              <a:ext cx="15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054" name="Rectangle 6">
              <a:extLst>
                <a:ext uri="{FF2B5EF4-FFF2-40B4-BE49-F238E27FC236}">
                  <a16:creationId xmlns:a16="http://schemas.microsoft.com/office/drawing/2014/main" id="{CBBCEA21-A799-443A-B754-4A2769BDD388}"/>
                </a:ext>
              </a:extLst>
            </p:cNvPr>
            <p:cNvSpPr>
              <a:spLocks noChangeArrowheads="1"/>
            </p:cNvSpPr>
            <p:nvPr/>
          </p:nvSpPr>
          <p:spPr bwMode="auto">
            <a:xfrm>
              <a:off x="912" y="672"/>
              <a:ext cx="720" cy="19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a:latin typeface="Arial" charset="0"/>
                <a:ea typeface="ＭＳ Ｐゴシック" charset="0"/>
              </a:endParaRPr>
            </a:p>
          </p:txBody>
        </p:sp>
      </p:grpSp>
      <p:grpSp>
        <p:nvGrpSpPr>
          <p:cNvPr id="3075" name="Group 17">
            <a:extLst>
              <a:ext uri="{FF2B5EF4-FFF2-40B4-BE49-F238E27FC236}">
                <a16:creationId xmlns:a16="http://schemas.microsoft.com/office/drawing/2014/main" id="{DF105FAD-B9E0-B39B-02E3-283240447D1D}"/>
              </a:ext>
            </a:extLst>
          </p:cNvPr>
          <p:cNvGrpSpPr>
            <a:grpSpLocks/>
          </p:cNvGrpSpPr>
          <p:nvPr/>
        </p:nvGrpSpPr>
        <p:grpSpPr bwMode="auto">
          <a:xfrm>
            <a:off x="1981200" y="2971800"/>
            <a:ext cx="2667000" cy="914400"/>
            <a:chOff x="480" y="1392"/>
            <a:chExt cx="1680" cy="576"/>
          </a:xfrm>
        </p:grpSpPr>
        <p:pic>
          <p:nvPicPr>
            <p:cNvPr id="3128" name="Picture 9" descr="MPj04225320000[1]">
              <a:extLst>
                <a:ext uri="{FF2B5EF4-FFF2-40B4-BE49-F238E27FC236}">
                  <a16:creationId xmlns:a16="http://schemas.microsoft.com/office/drawing/2014/main" id="{63690B48-F82D-236A-D65C-C79C049F48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 y="1392"/>
              <a:ext cx="576"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5" name="Line 7">
              <a:extLst>
                <a:ext uri="{FF2B5EF4-FFF2-40B4-BE49-F238E27FC236}">
                  <a16:creationId xmlns:a16="http://schemas.microsoft.com/office/drawing/2014/main" id="{100517F2-43CB-4D5D-A13D-4CA3FAA3379E}"/>
                </a:ext>
              </a:extLst>
            </p:cNvPr>
            <p:cNvSpPr>
              <a:spLocks noChangeShapeType="1"/>
            </p:cNvSpPr>
            <p:nvPr/>
          </p:nvSpPr>
          <p:spPr bwMode="auto">
            <a:xfrm>
              <a:off x="528" y="1968"/>
              <a:ext cx="15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056" name="Rectangle 8">
              <a:extLst>
                <a:ext uri="{FF2B5EF4-FFF2-40B4-BE49-F238E27FC236}">
                  <a16:creationId xmlns:a16="http://schemas.microsoft.com/office/drawing/2014/main" id="{9A0978A8-2F66-4ED0-9AB0-9A912EEB2A54}"/>
                </a:ext>
              </a:extLst>
            </p:cNvPr>
            <p:cNvSpPr>
              <a:spLocks noChangeArrowheads="1"/>
            </p:cNvSpPr>
            <p:nvPr/>
          </p:nvSpPr>
          <p:spPr bwMode="auto">
            <a:xfrm>
              <a:off x="864" y="1776"/>
              <a:ext cx="720" cy="19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a:latin typeface="Arial" charset="0"/>
                <a:ea typeface="ＭＳ Ｐゴシック" charset="0"/>
              </a:endParaRPr>
            </a:p>
          </p:txBody>
        </p:sp>
        <p:sp>
          <p:nvSpPr>
            <p:cNvPr id="3" name="Line 10">
              <a:extLst>
                <a:ext uri="{FF2B5EF4-FFF2-40B4-BE49-F238E27FC236}">
                  <a16:creationId xmlns:a16="http://schemas.microsoft.com/office/drawing/2014/main" id="{5B8A5D93-3B3D-41F9-9DFE-EEFC12D32D38}"/>
                </a:ext>
              </a:extLst>
            </p:cNvPr>
            <p:cNvSpPr>
              <a:spLocks noChangeShapeType="1"/>
            </p:cNvSpPr>
            <p:nvPr/>
          </p:nvSpPr>
          <p:spPr bwMode="auto">
            <a:xfrm>
              <a:off x="1248" y="1632"/>
              <a:ext cx="48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059" name="Text Box 11">
              <a:extLst>
                <a:ext uri="{FF2B5EF4-FFF2-40B4-BE49-F238E27FC236}">
                  <a16:creationId xmlns:a16="http://schemas.microsoft.com/office/drawing/2014/main" id="{B39D627F-0C68-4FD6-BCD4-B6717016AAF2}"/>
                </a:ext>
              </a:extLst>
            </p:cNvPr>
            <p:cNvSpPr txBox="1">
              <a:spLocks noChangeArrowheads="1"/>
            </p:cNvSpPr>
            <p:nvPr/>
          </p:nvSpPr>
          <p:spPr bwMode="auto">
            <a:xfrm>
              <a:off x="1056" y="1440"/>
              <a:ext cx="110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sz="1200">
                  <a:latin typeface="Arial" charset="0"/>
                  <a:ea typeface="ＭＳ Ｐゴシック" charset="0"/>
                </a:rPr>
                <a:t>Direction of motion</a:t>
              </a:r>
            </a:p>
          </p:txBody>
        </p:sp>
      </p:grpSp>
      <p:sp>
        <p:nvSpPr>
          <p:cNvPr id="2067" name="Text Box 19">
            <a:extLst>
              <a:ext uri="{FF2B5EF4-FFF2-40B4-BE49-F238E27FC236}">
                <a16:creationId xmlns:a16="http://schemas.microsoft.com/office/drawing/2014/main" id="{581FF9BB-18EC-42AF-9FCA-44284F77C69D}"/>
              </a:ext>
            </a:extLst>
          </p:cNvPr>
          <p:cNvSpPr txBox="1">
            <a:spLocks noChangeArrowheads="1"/>
          </p:cNvSpPr>
          <p:nvPr/>
        </p:nvSpPr>
        <p:spPr bwMode="auto">
          <a:xfrm>
            <a:off x="1981200" y="152401"/>
            <a:ext cx="8382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sz="2800" b="1">
                <a:solidFill>
                  <a:schemeClr val="bg1"/>
                </a:solidFill>
                <a:latin typeface="Arial" charset="0"/>
                <a:ea typeface="ＭＳ Ｐゴシック" charset="0"/>
              </a:rPr>
              <a:t>DRAW THE FREE-BODY DIAGRAM OF FORCES</a:t>
            </a:r>
          </a:p>
        </p:txBody>
      </p:sp>
      <p:sp>
        <p:nvSpPr>
          <p:cNvPr id="2072" name="Line 24">
            <a:extLst>
              <a:ext uri="{FF2B5EF4-FFF2-40B4-BE49-F238E27FC236}">
                <a16:creationId xmlns:a16="http://schemas.microsoft.com/office/drawing/2014/main" id="{6E0627BB-773C-49D8-A22B-79EF4A68B074}"/>
              </a:ext>
            </a:extLst>
          </p:cNvPr>
          <p:cNvSpPr>
            <a:spLocks noChangeShapeType="1"/>
          </p:cNvSpPr>
          <p:nvPr/>
        </p:nvSpPr>
        <p:spPr bwMode="auto">
          <a:xfrm>
            <a:off x="1557338" y="2957807"/>
            <a:ext cx="9144000"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073" name="Line 25">
            <a:extLst>
              <a:ext uri="{FF2B5EF4-FFF2-40B4-BE49-F238E27FC236}">
                <a16:creationId xmlns:a16="http://schemas.microsoft.com/office/drawing/2014/main" id="{F627D4AD-1209-451C-9E12-DCBDF59AF76E}"/>
              </a:ext>
            </a:extLst>
          </p:cNvPr>
          <p:cNvSpPr>
            <a:spLocks noChangeShapeType="1"/>
          </p:cNvSpPr>
          <p:nvPr/>
        </p:nvSpPr>
        <p:spPr bwMode="auto">
          <a:xfrm>
            <a:off x="1524000" y="4800600"/>
            <a:ext cx="9144000"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074" name="Line 26">
            <a:extLst>
              <a:ext uri="{FF2B5EF4-FFF2-40B4-BE49-F238E27FC236}">
                <a16:creationId xmlns:a16="http://schemas.microsoft.com/office/drawing/2014/main" id="{02342EC1-CA48-4B2B-AB6A-F6F0D1830E81}"/>
              </a:ext>
            </a:extLst>
          </p:cNvPr>
          <p:cNvSpPr>
            <a:spLocks noChangeShapeType="1"/>
          </p:cNvSpPr>
          <p:nvPr/>
        </p:nvSpPr>
        <p:spPr bwMode="auto">
          <a:xfrm>
            <a:off x="5486400" y="1250302"/>
            <a:ext cx="0" cy="5379098"/>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grpSp>
        <p:nvGrpSpPr>
          <p:cNvPr id="2079" name="Group 31">
            <a:extLst>
              <a:ext uri="{FF2B5EF4-FFF2-40B4-BE49-F238E27FC236}">
                <a16:creationId xmlns:a16="http://schemas.microsoft.com/office/drawing/2014/main" id="{80AC4B2A-80FA-677B-A472-99F816311264}"/>
              </a:ext>
            </a:extLst>
          </p:cNvPr>
          <p:cNvGrpSpPr>
            <a:grpSpLocks/>
          </p:cNvGrpSpPr>
          <p:nvPr/>
        </p:nvGrpSpPr>
        <p:grpSpPr bwMode="auto">
          <a:xfrm>
            <a:off x="6705600" y="1340145"/>
            <a:ext cx="457200" cy="1617662"/>
            <a:chOff x="3696" y="709"/>
            <a:chExt cx="288" cy="1019"/>
          </a:xfrm>
        </p:grpSpPr>
        <p:sp>
          <p:nvSpPr>
            <p:cNvPr id="2069" name="Oval 21">
              <a:extLst>
                <a:ext uri="{FF2B5EF4-FFF2-40B4-BE49-F238E27FC236}">
                  <a16:creationId xmlns:a16="http://schemas.microsoft.com/office/drawing/2014/main" id="{FB86D3D8-6FFC-4C9B-A75A-BB8ED1836AA3}"/>
                </a:ext>
              </a:extLst>
            </p:cNvPr>
            <p:cNvSpPr>
              <a:spLocks noChangeArrowheads="1"/>
            </p:cNvSpPr>
            <p:nvPr/>
          </p:nvSpPr>
          <p:spPr bwMode="auto">
            <a:xfrm>
              <a:off x="3771" y="115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a:latin typeface="Arial" charset="0"/>
                <a:ea typeface="ＭＳ Ｐゴシック" charset="0"/>
              </a:endParaRPr>
            </a:p>
          </p:txBody>
        </p:sp>
        <p:sp>
          <p:nvSpPr>
            <p:cNvPr id="2070" name="Line 22">
              <a:extLst>
                <a:ext uri="{FF2B5EF4-FFF2-40B4-BE49-F238E27FC236}">
                  <a16:creationId xmlns:a16="http://schemas.microsoft.com/office/drawing/2014/main" id="{DE6A68E1-F79E-4B75-BAB9-6BFB4B9780C0}"/>
                </a:ext>
              </a:extLst>
            </p:cNvPr>
            <p:cNvSpPr>
              <a:spLocks noChangeShapeType="1"/>
            </p:cNvSpPr>
            <p:nvPr/>
          </p:nvSpPr>
          <p:spPr bwMode="auto">
            <a:xfrm flipV="1">
              <a:off x="3792" y="864"/>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071" name="Line 23">
              <a:extLst>
                <a:ext uri="{FF2B5EF4-FFF2-40B4-BE49-F238E27FC236}">
                  <a16:creationId xmlns:a16="http://schemas.microsoft.com/office/drawing/2014/main" id="{947E43B2-24FD-449E-8E18-3EFFCA91DECC}"/>
                </a:ext>
              </a:extLst>
            </p:cNvPr>
            <p:cNvSpPr>
              <a:spLocks noChangeShapeType="1"/>
            </p:cNvSpPr>
            <p:nvPr/>
          </p:nvSpPr>
          <p:spPr bwMode="auto">
            <a:xfrm>
              <a:off x="3792" y="1200"/>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075" name="Text Box 27">
              <a:extLst>
                <a:ext uri="{FF2B5EF4-FFF2-40B4-BE49-F238E27FC236}">
                  <a16:creationId xmlns:a16="http://schemas.microsoft.com/office/drawing/2014/main" id="{818E5720-B8B3-4071-B8E2-0615EC9D3BE5}"/>
                </a:ext>
              </a:extLst>
            </p:cNvPr>
            <p:cNvSpPr txBox="1">
              <a:spLocks noChangeArrowheads="1"/>
            </p:cNvSpPr>
            <p:nvPr/>
          </p:nvSpPr>
          <p:spPr bwMode="auto">
            <a:xfrm>
              <a:off x="3696" y="1555"/>
              <a:ext cx="28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sz="1200">
                  <a:latin typeface="Arial" charset="0"/>
                  <a:ea typeface="ＭＳ Ｐゴシック" charset="0"/>
                </a:rPr>
                <a:t>F</a:t>
              </a:r>
              <a:r>
                <a:rPr lang="en-US" sz="1200" baseline="-25000">
                  <a:latin typeface="Arial" charset="0"/>
                  <a:ea typeface="ＭＳ Ｐゴシック" charset="0"/>
                </a:rPr>
                <a:t>g</a:t>
              </a:r>
              <a:endParaRPr lang="en-US" sz="1200">
                <a:latin typeface="Arial" charset="0"/>
                <a:ea typeface="ＭＳ Ｐゴシック" charset="0"/>
              </a:endParaRPr>
            </a:p>
          </p:txBody>
        </p:sp>
        <p:sp>
          <p:nvSpPr>
            <p:cNvPr id="2076" name="Text Box 28">
              <a:extLst>
                <a:ext uri="{FF2B5EF4-FFF2-40B4-BE49-F238E27FC236}">
                  <a16:creationId xmlns:a16="http://schemas.microsoft.com/office/drawing/2014/main" id="{CA40D030-E48B-4F80-AFE4-BFB0846EE85D}"/>
                </a:ext>
              </a:extLst>
            </p:cNvPr>
            <p:cNvSpPr txBox="1">
              <a:spLocks noChangeArrowheads="1"/>
            </p:cNvSpPr>
            <p:nvPr/>
          </p:nvSpPr>
          <p:spPr bwMode="auto">
            <a:xfrm>
              <a:off x="3696" y="709"/>
              <a:ext cx="28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sz="1200">
                  <a:latin typeface="Arial" charset="0"/>
                  <a:ea typeface="ＭＳ Ｐゴシック" charset="0"/>
                </a:rPr>
                <a:t>N</a:t>
              </a:r>
            </a:p>
          </p:txBody>
        </p:sp>
        <p:sp>
          <p:nvSpPr>
            <p:cNvPr id="2077" name="Line 29">
              <a:extLst>
                <a:ext uri="{FF2B5EF4-FFF2-40B4-BE49-F238E27FC236}">
                  <a16:creationId xmlns:a16="http://schemas.microsoft.com/office/drawing/2014/main" id="{183F909A-A96B-45C4-8FFE-35A8E0AC726B}"/>
                </a:ext>
              </a:extLst>
            </p:cNvPr>
            <p:cNvSpPr>
              <a:spLocks noChangeShapeType="1"/>
            </p:cNvSpPr>
            <p:nvPr/>
          </p:nvSpPr>
          <p:spPr bwMode="auto">
            <a:xfrm>
              <a:off x="3744" y="1566"/>
              <a:ext cx="96" cy="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078" name="Line 30">
              <a:extLst>
                <a:ext uri="{FF2B5EF4-FFF2-40B4-BE49-F238E27FC236}">
                  <a16:creationId xmlns:a16="http://schemas.microsoft.com/office/drawing/2014/main" id="{342563CE-6569-4471-977D-9AE0EEAE65F9}"/>
                </a:ext>
              </a:extLst>
            </p:cNvPr>
            <p:cNvSpPr>
              <a:spLocks noChangeShapeType="1"/>
            </p:cNvSpPr>
            <p:nvPr/>
          </p:nvSpPr>
          <p:spPr bwMode="auto">
            <a:xfrm>
              <a:off x="3744" y="720"/>
              <a:ext cx="96" cy="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grpSp>
      <p:grpSp>
        <p:nvGrpSpPr>
          <p:cNvPr id="3082" name="Group 51">
            <a:extLst>
              <a:ext uri="{FF2B5EF4-FFF2-40B4-BE49-F238E27FC236}">
                <a16:creationId xmlns:a16="http://schemas.microsoft.com/office/drawing/2014/main" id="{18C6C0B3-8526-4793-3A9C-B42FEB9DD978}"/>
              </a:ext>
            </a:extLst>
          </p:cNvPr>
          <p:cNvGrpSpPr>
            <a:grpSpLocks/>
          </p:cNvGrpSpPr>
          <p:nvPr/>
        </p:nvGrpSpPr>
        <p:grpSpPr bwMode="auto">
          <a:xfrm>
            <a:off x="2057400" y="5105400"/>
            <a:ext cx="2667000" cy="914400"/>
            <a:chOff x="480" y="1392"/>
            <a:chExt cx="1680" cy="576"/>
          </a:xfrm>
        </p:grpSpPr>
        <p:pic>
          <p:nvPicPr>
            <p:cNvPr id="3106" name="Picture 52" descr="MPj04225320000[1]">
              <a:extLst>
                <a:ext uri="{FF2B5EF4-FFF2-40B4-BE49-F238E27FC236}">
                  <a16:creationId xmlns:a16="http://schemas.microsoft.com/office/drawing/2014/main" id="{138B75FB-F84A-F356-6DE2-FB386950FD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 y="1392"/>
              <a:ext cx="576"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01" name="Line 53">
              <a:extLst>
                <a:ext uri="{FF2B5EF4-FFF2-40B4-BE49-F238E27FC236}">
                  <a16:creationId xmlns:a16="http://schemas.microsoft.com/office/drawing/2014/main" id="{78180E19-0491-44B3-AB6A-50F6F0EC115F}"/>
                </a:ext>
              </a:extLst>
            </p:cNvPr>
            <p:cNvSpPr>
              <a:spLocks noChangeShapeType="1"/>
            </p:cNvSpPr>
            <p:nvPr/>
          </p:nvSpPr>
          <p:spPr bwMode="auto">
            <a:xfrm>
              <a:off x="528" y="1968"/>
              <a:ext cx="15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102" name="Rectangle 54">
              <a:extLst>
                <a:ext uri="{FF2B5EF4-FFF2-40B4-BE49-F238E27FC236}">
                  <a16:creationId xmlns:a16="http://schemas.microsoft.com/office/drawing/2014/main" id="{C280B5D1-A5AD-4E2F-83AA-BB1FCD5B2675}"/>
                </a:ext>
              </a:extLst>
            </p:cNvPr>
            <p:cNvSpPr>
              <a:spLocks noChangeArrowheads="1"/>
            </p:cNvSpPr>
            <p:nvPr/>
          </p:nvSpPr>
          <p:spPr bwMode="auto">
            <a:xfrm>
              <a:off x="864" y="1776"/>
              <a:ext cx="720" cy="19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a:latin typeface="Arial" charset="0"/>
                <a:ea typeface="ＭＳ Ｐゴシック" charset="0"/>
              </a:endParaRPr>
            </a:p>
          </p:txBody>
        </p:sp>
        <p:sp>
          <p:nvSpPr>
            <p:cNvPr id="2103" name="Line 55">
              <a:extLst>
                <a:ext uri="{FF2B5EF4-FFF2-40B4-BE49-F238E27FC236}">
                  <a16:creationId xmlns:a16="http://schemas.microsoft.com/office/drawing/2014/main" id="{9C797E7B-9563-42BC-9648-4FA394FF8119}"/>
                </a:ext>
              </a:extLst>
            </p:cNvPr>
            <p:cNvSpPr>
              <a:spLocks noChangeShapeType="1"/>
            </p:cNvSpPr>
            <p:nvPr/>
          </p:nvSpPr>
          <p:spPr bwMode="auto">
            <a:xfrm>
              <a:off x="1248" y="1632"/>
              <a:ext cx="48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104" name="Text Box 56">
              <a:extLst>
                <a:ext uri="{FF2B5EF4-FFF2-40B4-BE49-F238E27FC236}">
                  <a16:creationId xmlns:a16="http://schemas.microsoft.com/office/drawing/2014/main" id="{052BE2DF-DF69-4E9A-92CC-933B34F49A77}"/>
                </a:ext>
              </a:extLst>
            </p:cNvPr>
            <p:cNvSpPr txBox="1">
              <a:spLocks noChangeArrowheads="1"/>
            </p:cNvSpPr>
            <p:nvPr/>
          </p:nvSpPr>
          <p:spPr bwMode="auto">
            <a:xfrm>
              <a:off x="1056" y="1440"/>
              <a:ext cx="110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sz="1200">
                  <a:latin typeface="Arial" charset="0"/>
                  <a:ea typeface="ＭＳ Ｐゴシック" charset="0"/>
                </a:rPr>
                <a:t>Direction of motion</a:t>
              </a:r>
            </a:p>
          </p:txBody>
        </p:sp>
      </p:grpSp>
      <mc:AlternateContent xmlns:mc="http://schemas.openxmlformats.org/markup-compatibility/2006" xmlns:a14="http://schemas.microsoft.com/office/drawing/2010/main">
        <mc:Choice Requires="a14">
          <p:sp>
            <p:nvSpPr>
              <p:cNvPr id="2121" name="Object 73">
                <a:extLst>
                  <a:ext uri="{FF2B5EF4-FFF2-40B4-BE49-F238E27FC236}">
                    <a16:creationId xmlns:a16="http://schemas.microsoft.com/office/drawing/2014/main" id="{EA6BC1E3-46C8-6B6E-4ABD-A8D48AB82C9F}"/>
                  </a:ext>
                </a:extLst>
              </p:cNvPr>
              <p:cNvSpPr txBox="1"/>
              <p:nvPr/>
            </p:nvSpPr>
            <p:spPr bwMode="auto">
              <a:xfrm>
                <a:off x="7848599" y="1323975"/>
                <a:ext cx="3006969" cy="1190327"/>
              </a:xfrm>
              <a:prstGeom prst="rect">
                <a:avLst/>
              </a:prstGeom>
              <a:noFill/>
              <a:ln>
                <a:noFill/>
              </a:ln>
              <a:effectLst/>
            </p:spPr>
            <p:txBody>
              <a:bodyPr>
                <a:noAutofit/>
              </a:bodyPr>
              <a:lstStyle/>
              <a:p>
                <a:pPr/>
                <a:br>
                  <a:rPr lang="en-US" dirty="0">
                    <a:solidFill>
                      <a:srgbClr val="000000"/>
                    </a:solidFill>
                    <a:latin typeface="Cambria Math" panose="02040503050406030204" pitchFamily="18" charset="0"/>
                  </a:rPr>
                </a:br>
                <a14:m>
                  <m:oMathPara xmlns:m="http://schemas.openxmlformats.org/officeDocument/2006/math">
                    <m:oMathParaPr>
                      <m:jc m:val="left"/>
                    </m:oMathParaPr>
                    <m:oMath>
                      <m:nary>
                        <m:naryPr>
                          <m:chr m:val="∑"/>
                          <m:subHide m:val="on"/>
                          <m:supHide m:val="on"/>
                          <m:ctrlPr>
                            <a:rPr lang="en-US" i="1">
                              <a:solidFill>
                                <a:srgbClr val="000000"/>
                              </a:solidFill>
                              <a:latin typeface="Cambria Math" panose="02040503050406030204" pitchFamily="18" charset="0"/>
                            </a:rPr>
                          </m:ctrlPr>
                        </m:naryPr>
                        <m:sub/>
                        <m:sup/>
                        <m:e>
                          <m:sSub>
                            <m:sSubPr>
                              <m:ctrlPr>
                                <a:rPr lang="en-US">
                                  <a:solidFill>
                                    <a:srgbClr val="000000"/>
                                  </a:solidFill>
                                  <a:latin typeface="Cambria Math" panose="02040503050406030204" pitchFamily="18" charset="0"/>
                                </a:rPr>
                              </m:ctrlPr>
                            </m:sSubPr>
                            <m:e>
                              <m:r>
                                <m:rPr>
                                  <m:sty m:val="p"/>
                                </m:rPr>
                                <a:rPr lang="en-US">
                                  <a:solidFill>
                                    <a:srgbClr val="000000"/>
                                  </a:solidFill>
                                  <a:latin typeface="Cambria Math" panose="02040503050406030204" pitchFamily="18" charset="0"/>
                                </a:rPr>
                                <m:t>F</m:t>
                              </m:r>
                            </m:e>
                            <m:sub>
                              <m:r>
                                <m:rPr>
                                  <m:sty m:val="p"/>
                                </m:rPr>
                                <a:rPr lang="en-US">
                                  <a:solidFill>
                                    <a:srgbClr val="000000"/>
                                  </a:solidFill>
                                  <a:latin typeface="Cambria Math" panose="02040503050406030204" pitchFamily="18" charset="0"/>
                                </a:rPr>
                                <m:t>y</m:t>
                              </m:r>
                            </m:sub>
                          </m:sSub>
                        </m:e>
                      </m:nary>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𝑁</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𝑊</m:t>
                      </m:r>
                      <m:r>
                        <a:rPr lang="en-US" b="0" i="1" smtClean="0">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𝐹</m:t>
                          </m:r>
                        </m:e>
                        <m:sub>
                          <m:r>
                            <a:rPr lang="en-US" i="1">
                              <a:solidFill>
                                <a:srgbClr val="000000"/>
                              </a:solidFill>
                              <a:latin typeface="Cambria Math" panose="02040503050406030204" pitchFamily="18" charset="0"/>
                            </a:rPr>
                            <m:t>𝑔</m:t>
                          </m:r>
                        </m:sub>
                      </m:sSub>
                      <m:r>
                        <a:rPr lang="en-US" b="0" i="1" smtClean="0">
                          <a:solidFill>
                            <a:srgbClr val="000000"/>
                          </a:solidFill>
                          <a:latin typeface="Cambria Math" panose="02040503050406030204" pitchFamily="18" charset="0"/>
                        </a:rPr>
                        <m:t>)</m:t>
                      </m:r>
                      <m:r>
                        <a:rPr lang="en-US" i="1">
                          <a:solidFill>
                            <a:srgbClr val="000000"/>
                          </a:solidFill>
                          <a:latin typeface="Cambria Math" panose="02040503050406030204" pitchFamily="18" charset="0"/>
                        </a:rPr>
                        <m:t>=0</m:t>
                      </m:r>
                    </m:oMath>
                  </m:oMathPara>
                </a14:m>
                <a:endParaRPr lang="en-US" dirty="0"/>
              </a:p>
            </p:txBody>
          </p:sp>
        </mc:Choice>
        <mc:Fallback xmlns="">
          <p:sp>
            <p:nvSpPr>
              <p:cNvPr id="2121" name="Object 73">
                <a:extLst>
                  <a:ext uri="{FF2B5EF4-FFF2-40B4-BE49-F238E27FC236}">
                    <a16:creationId xmlns:a16="http://schemas.microsoft.com/office/drawing/2014/main" id="{EA6BC1E3-46C8-6B6E-4ABD-A8D48AB82C9F}"/>
                  </a:ext>
                </a:extLst>
              </p:cNvPr>
              <p:cNvSpPr txBox="1">
                <a:spLocks noRot="1" noChangeAspect="1" noMove="1" noResize="1" noEditPoints="1" noAdjustHandles="1" noChangeArrowheads="1" noChangeShapeType="1" noTextEdit="1"/>
              </p:cNvSpPr>
              <p:nvPr/>
            </p:nvSpPr>
            <p:spPr bwMode="auto">
              <a:xfrm>
                <a:off x="7848599" y="1323975"/>
                <a:ext cx="3006969" cy="1190327"/>
              </a:xfrm>
              <a:prstGeom prst="rect">
                <a:avLst/>
              </a:prstGeom>
              <a:blipFill>
                <a:blip r:embed="rId4"/>
                <a:stretch>
                  <a:fillRect/>
                </a:stretch>
              </a:blipFill>
              <a:ln>
                <a:noFill/>
              </a:ln>
              <a:effectLst/>
            </p:spPr>
            <p:txBody>
              <a:bodyPr/>
              <a:lstStyle/>
              <a:p>
                <a:r>
                  <a:rPr lang="en-US">
                    <a:noFill/>
                  </a:rPr>
                  <a:t> </a:t>
                </a:r>
              </a:p>
            </p:txBody>
          </p:sp>
        </mc:Fallback>
      </mc:AlternateContent>
      <p:grpSp>
        <p:nvGrpSpPr>
          <p:cNvPr id="2131" name="Group 83">
            <a:extLst>
              <a:ext uri="{FF2B5EF4-FFF2-40B4-BE49-F238E27FC236}">
                <a16:creationId xmlns:a16="http://schemas.microsoft.com/office/drawing/2014/main" id="{259E1A96-1B84-89A1-C561-2548E9084495}"/>
              </a:ext>
            </a:extLst>
          </p:cNvPr>
          <p:cNvGrpSpPr>
            <a:grpSpLocks/>
          </p:cNvGrpSpPr>
          <p:nvPr/>
        </p:nvGrpSpPr>
        <p:grpSpPr bwMode="auto">
          <a:xfrm>
            <a:off x="8001000" y="2529531"/>
            <a:ext cx="3004582" cy="2134749"/>
            <a:chOff x="4128" y="2048"/>
            <a:chExt cx="1548" cy="1626"/>
          </a:xfrm>
        </p:grpSpPr>
        <mc:AlternateContent xmlns:mc="http://schemas.openxmlformats.org/markup-compatibility/2006" xmlns:a14="http://schemas.microsoft.com/office/drawing/2010/main">
          <mc:Choice Requires="a14">
            <p:sp>
              <p:nvSpPr>
                <p:cNvPr id="3091" name="Object 74">
                  <a:extLst>
                    <a:ext uri="{FF2B5EF4-FFF2-40B4-BE49-F238E27FC236}">
                      <a16:creationId xmlns:a16="http://schemas.microsoft.com/office/drawing/2014/main" id="{AE2FF454-9275-C908-E181-B1532E3CF093}"/>
                    </a:ext>
                  </a:extLst>
                </p:cNvPr>
                <p:cNvSpPr txBox="1"/>
                <p:nvPr/>
              </p:nvSpPr>
              <p:spPr bwMode="auto">
                <a:xfrm>
                  <a:off x="4267" y="2048"/>
                  <a:ext cx="1409" cy="907"/>
                </a:xfrm>
                <a:prstGeom prst="rect">
                  <a:avLst/>
                </a:prstGeom>
                <a:noFill/>
                <a:ln>
                  <a:noFill/>
                </a:ln>
                <a:effectLst/>
              </p:spPr>
              <p:txBody>
                <a:bodyPr>
                  <a:noAutofit/>
                </a:bodyPr>
                <a:lstStyle/>
                <a:p>
                  <a:pPr/>
                  <a:br>
                    <a:rPr lang="en-US" dirty="0">
                      <a:solidFill>
                        <a:srgbClr val="000000"/>
                      </a:solidFill>
                      <a:latin typeface="Cambria Math" panose="02040503050406030204" pitchFamily="18" charset="0"/>
                    </a:rPr>
                  </a:br>
                  <a:br>
                    <a:rPr lang="en-US" dirty="0">
                      <a:solidFill>
                        <a:srgbClr val="000000"/>
                      </a:solidFill>
                      <a:latin typeface="Cambria Math" panose="02040503050406030204" pitchFamily="18" charset="0"/>
                    </a:rPr>
                  </a:br>
                  <a14:m>
                    <m:oMathPara xmlns:m="http://schemas.openxmlformats.org/officeDocument/2006/math">
                      <m:oMathParaPr>
                        <m:jc m:val="left"/>
                      </m:oMathParaPr>
                      <m:oMath>
                        <m:nary>
                          <m:naryPr>
                            <m:chr m:val="∑"/>
                            <m:subHide m:val="on"/>
                            <m:supHide m:val="on"/>
                            <m:ctrlPr>
                              <a:rPr lang="en-US" i="1">
                                <a:solidFill>
                                  <a:srgbClr val="000000"/>
                                </a:solidFill>
                                <a:latin typeface="Cambria Math" panose="02040503050406030204" pitchFamily="18" charset="0"/>
                              </a:rPr>
                            </m:ctrlPr>
                          </m:naryPr>
                          <m:sub/>
                          <m:sup/>
                          <m:e>
                            <m:sSub>
                              <m:sSubPr>
                                <m:ctrlPr>
                                  <a:rPr lang="en-US">
                                    <a:solidFill>
                                      <a:srgbClr val="000000"/>
                                    </a:solidFill>
                                    <a:latin typeface="Cambria Math" panose="02040503050406030204" pitchFamily="18" charset="0"/>
                                  </a:rPr>
                                </m:ctrlPr>
                              </m:sSubPr>
                              <m:e>
                                <m:r>
                                  <m:rPr>
                                    <m:sty m:val="p"/>
                                  </m:rPr>
                                  <a:rPr lang="en-US">
                                    <a:solidFill>
                                      <a:srgbClr val="000000"/>
                                    </a:solidFill>
                                    <a:latin typeface="Cambria Math" panose="02040503050406030204" pitchFamily="18" charset="0"/>
                                  </a:rPr>
                                  <m:t>F</m:t>
                                </m:r>
                              </m:e>
                              <m:sub>
                                <m:r>
                                  <m:rPr>
                                    <m:sty m:val="p"/>
                                  </m:rPr>
                                  <a:rPr lang="en-US">
                                    <a:solidFill>
                                      <a:srgbClr val="000000"/>
                                    </a:solidFill>
                                    <a:latin typeface="Cambria Math" panose="02040503050406030204" pitchFamily="18" charset="0"/>
                                  </a:rPr>
                                  <m:t>y</m:t>
                                </m:r>
                              </m:sub>
                            </m:sSub>
                          </m:e>
                        </m:nary>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𝑁</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𝑊</m:t>
                        </m:r>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𝐹</m:t>
                            </m:r>
                          </m:e>
                          <m:sub>
                            <m:r>
                              <a:rPr lang="en-US" i="1">
                                <a:solidFill>
                                  <a:srgbClr val="000000"/>
                                </a:solidFill>
                                <a:latin typeface="Cambria Math" panose="02040503050406030204" pitchFamily="18" charset="0"/>
                              </a:rPr>
                              <m:t>𝑔</m:t>
                            </m:r>
                          </m:sub>
                        </m:sSub>
                        <m:r>
                          <a:rPr lang="en-US" i="1">
                            <a:solidFill>
                              <a:srgbClr val="000000"/>
                            </a:solidFill>
                            <a:latin typeface="Cambria Math" panose="02040503050406030204" pitchFamily="18" charset="0"/>
                          </a:rPr>
                          <m:t>)=0</m:t>
                        </m:r>
                      </m:oMath>
                    </m:oMathPara>
                  </a14:m>
                  <a:br>
                    <a:rPr lang="en-US" i="1" dirty="0">
                      <a:solidFill>
                        <a:srgbClr val="000000"/>
                      </a:solidFill>
                      <a:latin typeface="Cambria Math" panose="02040503050406030204" pitchFamily="18" charset="0"/>
                    </a:rPr>
                  </a:br>
                  <a:br>
                    <a:rPr lang="en-US" i="1" dirty="0">
                      <a:solidFill>
                        <a:srgbClr val="000000"/>
                      </a:solidFill>
                      <a:latin typeface="Cambria Math" panose="02040503050406030204" pitchFamily="18" charset="0"/>
                    </a:rPr>
                  </a:br>
                  <a14:m>
                    <m:oMathPara xmlns:m="http://schemas.openxmlformats.org/officeDocument/2006/math">
                      <m:oMathParaPr>
                        <m:jc m:val="left"/>
                      </m:oMathParaPr>
                      <m:oMath>
                        <m:nary>
                          <m:naryPr>
                            <m:chr m:val="∑"/>
                            <m:subHide m:val="on"/>
                            <m:supHide m:val="on"/>
                            <m:ctrlPr>
                              <a:rPr lang="en-US" i="1">
                                <a:solidFill>
                                  <a:srgbClr val="000000"/>
                                </a:solidFill>
                                <a:latin typeface="Cambria Math" panose="02040503050406030204" pitchFamily="18" charset="0"/>
                              </a:rPr>
                            </m:ctrlPr>
                          </m:naryPr>
                          <m:sub/>
                          <m:sup/>
                          <m:e>
                            <m:sSub>
                              <m:sSubPr>
                                <m:ctrlPr>
                                  <a:rPr lang="en-US">
                                    <a:solidFill>
                                      <a:srgbClr val="000000"/>
                                    </a:solidFill>
                                    <a:latin typeface="Cambria Math" panose="02040503050406030204" pitchFamily="18" charset="0"/>
                                  </a:rPr>
                                </m:ctrlPr>
                              </m:sSubPr>
                              <m:e>
                                <m:r>
                                  <m:rPr>
                                    <m:sty m:val="p"/>
                                  </m:rPr>
                                  <a:rPr lang="en-US">
                                    <a:solidFill>
                                      <a:srgbClr val="000000"/>
                                    </a:solidFill>
                                    <a:latin typeface="Cambria Math" panose="02040503050406030204" pitchFamily="18" charset="0"/>
                                  </a:rPr>
                                  <m:t>F</m:t>
                                </m:r>
                              </m:e>
                              <m:sub>
                                <m:r>
                                  <m:rPr>
                                    <m:sty m:val="p"/>
                                  </m:rPr>
                                  <a:rPr lang="en-US">
                                    <a:solidFill>
                                      <a:srgbClr val="000000"/>
                                    </a:solidFill>
                                    <a:latin typeface="Cambria Math" panose="02040503050406030204" pitchFamily="18" charset="0"/>
                                  </a:rPr>
                                  <m:t>x</m:t>
                                </m:r>
                              </m:sub>
                            </m:sSub>
                          </m:e>
                        </m:nary>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𝐹</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𝑚</m:t>
                        </m:r>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𝑎</m:t>
                            </m:r>
                          </m:e>
                          <m:sub>
                            <m:r>
                              <a:rPr lang="en-US" i="1">
                                <a:solidFill>
                                  <a:srgbClr val="000000"/>
                                </a:solidFill>
                                <a:latin typeface="Cambria Math" panose="02040503050406030204" pitchFamily="18" charset="0"/>
                              </a:rPr>
                              <m:t>𝑥</m:t>
                            </m:r>
                          </m:sub>
                        </m:sSub>
                      </m:oMath>
                    </m:oMathPara>
                  </a14:m>
                  <a:endParaRPr lang="en-US" dirty="0"/>
                </a:p>
              </p:txBody>
            </p:sp>
          </mc:Choice>
          <mc:Fallback xmlns="">
            <p:sp>
              <p:nvSpPr>
                <p:cNvPr id="3091" name="Object 74">
                  <a:extLst>
                    <a:ext uri="{FF2B5EF4-FFF2-40B4-BE49-F238E27FC236}">
                      <a16:creationId xmlns:a16="http://schemas.microsoft.com/office/drawing/2014/main" id="{AE2FF454-9275-C908-E181-B1532E3CF093}"/>
                    </a:ext>
                  </a:extLst>
                </p:cNvPr>
                <p:cNvSpPr txBox="1">
                  <a:spLocks noRot="1" noChangeAspect="1" noMove="1" noResize="1" noEditPoints="1" noAdjustHandles="1" noChangeArrowheads="1" noChangeShapeType="1" noTextEdit="1"/>
                </p:cNvSpPr>
                <p:nvPr/>
              </p:nvSpPr>
              <p:spPr bwMode="auto">
                <a:xfrm>
                  <a:off x="4267" y="2048"/>
                  <a:ext cx="1409" cy="907"/>
                </a:xfrm>
                <a:prstGeom prst="rect">
                  <a:avLst/>
                </a:prstGeom>
                <a:blipFill>
                  <a:blip r:embed="rId5"/>
                  <a:stretch>
                    <a:fillRect b="-73333"/>
                  </a:stretch>
                </a:blipFill>
                <a:ln>
                  <a:noFill/>
                </a:ln>
                <a:effectLst/>
              </p:spPr>
              <p:txBody>
                <a:bodyPr/>
                <a:lstStyle/>
                <a:p>
                  <a:r>
                    <a:rPr lang="en-US">
                      <a:noFill/>
                    </a:rPr>
                    <a:t> </a:t>
                  </a:r>
                </a:p>
              </p:txBody>
            </p:sp>
          </mc:Fallback>
        </mc:AlternateContent>
        <p:sp>
          <p:nvSpPr>
            <p:cNvPr id="2124" name="AutoShape 76">
              <a:extLst>
                <a:ext uri="{FF2B5EF4-FFF2-40B4-BE49-F238E27FC236}">
                  <a16:creationId xmlns:a16="http://schemas.microsoft.com/office/drawing/2014/main" id="{2AB19FCC-877A-4AA6-80B1-31173DE3F0E5}"/>
                </a:ext>
              </a:extLst>
            </p:cNvPr>
            <p:cNvSpPr>
              <a:spLocks/>
            </p:cNvSpPr>
            <p:nvPr/>
          </p:nvSpPr>
          <p:spPr bwMode="auto">
            <a:xfrm>
              <a:off x="4128" y="2400"/>
              <a:ext cx="157" cy="1274"/>
            </a:xfrm>
            <a:prstGeom prst="leftBrace">
              <a:avLst>
                <a:gd name="adj1" fmla="val 4166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a:latin typeface="Arial" charset="0"/>
                <a:ea typeface="ＭＳ Ｐゴシック" charset="0"/>
              </a:endParaRPr>
            </a:p>
          </p:txBody>
        </p:sp>
      </p:grpSp>
      <p:grpSp>
        <p:nvGrpSpPr>
          <p:cNvPr id="2132" name="Group 84">
            <a:extLst>
              <a:ext uri="{FF2B5EF4-FFF2-40B4-BE49-F238E27FC236}">
                <a16:creationId xmlns:a16="http://schemas.microsoft.com/office/drawing/2014/main" id="{4F0D628E-705C-D164-3D72-C5461A046386}"/>
              </a:ext>
            </a:extLst>
          </p:cNvPr>
          <p:cNvGrpSpPr>
            <a:grpSpLocks/>
          </p:cNvGrpSpPr>
          <p:nvPr/>
        </p:nvGrpSpPr>
        <p:grpSpPr bwMode="auto">
          <a:xfrm>
            <a:off x="7771998" y="4360864"/>
            <a:ext cx="2929340" cy="2049464"/>
            <a:chOff x="4206" y="2959"/>
            <a:chExt cx="1387" cy="1291"/>
          </a:xfrm>
        </p:grpSpPr>
        <mc:AlternateContent xmlns:mc="http://schemas.openxmlformats.org/markup-compatibility/2006" xmlns:a14="http://schemas.microsoft.com/office/drawing/2010/main">
          <mc:Choice Requires="a14">
            <p:sp>
              <p:nvSpPr>
                <p:cNvPr id="3089" name="Object 75">
                  <a:extLst>
                    <a:ext uri="{FF2B5EF4-FFF2-40B4-BE49-F238E27FC236}">
                      <a16:creationId xmlns:a16="http://schemas.microsoft.com/office/drawing/2014/main" id="{290542F9-A7E3-5583-B59B-F4C3B5AFE11C}"/>
                    </a:ext>
                  </a:extLst>
                </p:cNvPr>
                <p:cNvSpPr txBox="1"/>
                <p:nvPr/>
              </p:nvSpPr>
              <p:spPr bwMode="auto">
                <a:xfrm>
                  <a:off x="4342" y="2959"/>
                  <a:ext cx="1251" cy="1142"/>
                </a:xfrm>
                <a:prstGeom prst="rect">
                  <a:avLst/>
                </a:prstGeom>
                <a:noFill/>
                <a:ln>
                  <a:noFill/>
                </a:ln>
                <a:effectLst/>
              </p:spPr>
              <p:txBody>
                <a:bodyPr>
                  <a:noAutofit/>
                </a:bodyPr>
                <a:lstStyle/>
                <a:p>
                  <a:pPr/>
                  <a:br>
                    <a:rPr lang="en-US" dirty="0">
                      <a:solidFill>
                        <a:srgbClr val="000000"/>
                      </a:solidFill>
                      <a:latin typeface="Cambria Math" panose="02040503050406030204" pitchFamily="18" charset="0"/>
                    </a:rPr>
                  </a:br>
                  <a:br>
                    <a:rPr lang="en-US" dirty="0">
                      <a:solidFill>
                        <a:srgbClr val="000000"/>
                      </a:solidFill>
                      <a:latin typeface="Cambria Math" panose="02040503050406030204" pitchFamily="18" charset="0"/>
                    </a:rPr>
                  </a:br>
                  <a14:m>
                    <m:oMathPara xmlns:m="http://schemas.openxmlformats.org/officeDocument/2006/math">
                      <m:oMathParaPr>
                        <m:jc m:val="left"/>
                      </m:oMathParaPr>
                      <m:oMath>
                        <m:nary>
                          <m:naryPr>
                            <m:chr m:val="∑"/>
                            <m:subHide m:val="on"/>
                            <m:supHide m:val="on"/>
                            <m:ctrlPr>
                              <a:rPr lang="en-US" i="1">
                                <a:solidFill>
                                  <a:srgbClr val="000000"/>
                                </a:solidFill>
                                <a:latin typeface="Cambria Math" panose="02040503050406030204" pitchFamily="18" charset="0"/>
                              </a:rPr>
                            </m:ctrlPr>
                          </m:naryPr>
                          <m:sub/>
                          <m:sup/>
                          <m:e>
                            <m:sSub>
                              <m:sSubPr>
                                <m:ctrlPr>
                                  <a:rPr lang="en-US">
                                    <a:solidFill>
                                      <a:srgbClr val="000000"/>
                                    </a:solidFill>
                                    <a:latin typeface="Cambria Math" panose="02040503050406030204" pitchFamily="18" charset="0"/>
                                  </a:rPr>
                                </m:ctrlPr>
                              </m:sSubPr>
                              <m:e>
                                <m:r>
                                  <m:rPr>
                                    <m:sty m:val="p"/>
                                  </m:rPr>
                                  <a:rPr lang="en-US">
                                    <a:solidFill>
                                      <a:srgbClr val="000000"/>
                                    </a:solidFill>
                                    <a:latin typeface="Cambria Math" panose="02040503050406030204" pitchFamily="18" charset="0"/>
                                  </a:rPr>
                                  <m:t>F</m:t>
                                </m:r>
                              </m:e>
                              <m:sub>
                                <m:r>
                                  <m:rPr>
                                    <m:sty m:val="p"/>
                                  </m:rPr>
                                  <a:rPr lang="en-US">
                                    <a:solidFill>
                                      <a:srgbClr val="000000"/>
                                    </a:solidFill>
                                    <a:latin typeface="Cambria Math" panose="02040503050406030204" pitchFamily="18" charset="0"/>
                                  </a:rPr>
                                  <m:t>y</m:t>
                                </m:r>
                              </m:sub>
                            </m:sSub>
                          </m:e>
                        </m:nary>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𝑁</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𝑊</m:t>
                        </m:r>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𝐹</m:t>
                            </m:r>
                          </m:e>
                          <m:sub>
                            <m:r>
                              <a:rPr lang="en-US" i="1">
                                <a:solidFill>
                                  <a:srgbClr val="000000"/>
                                </a:solidFill>
                                <a:latin typeface="Cambria Math" panose="02040503050406030204" pitchFamily="18" charset="0"/>
                              </a:rPr>
                              <m:t>𝑔</m:t>
                            </m:r>
                          </m:sub>
                        </m:sSub>
                        <m:r>
                          <a:rPr lang="en-US" i="1">
                            <a:solidFill>
                              <a:srgbClr val="000000"/>
                            </a:solidFill>
                            <a:latin typeface="Cambria Math" panose="02040503050406030204" pitchFamily="18" charset="0"/>
                          </a:rPr>
                          <m:t>)=0</m:t>
                        </m:r>
                      </m:oMath>
                    </m:oMathPara>
                  </a14:m>
                  <a:br>
                    <a:rPr lang="en-US" i="1" dirty="0">
                      <a:solidFill>
                        <a:srgbClr val="000000"/>
                      </a:solidFill>
                      <a:latin typeface="Cambria Math" panose="02040503050406030204" pitchFamily="18" charset="0"/>
                    </a:rPr>
                  </a:br>
                  <a:br>
                    <a:rPr lang="en-US" i="1" dirty="0">
                      <a:solidFill>
                        <a:srgbClr val="000000"/>
                      </a:solidFill>
                      <a:latin typeface="Cambria Math" panose="02040503050406030204" pitchFamily="18" charset="0"/>
                    </a:rPr>
                  </a:br>
                  <a14:m>
                    <m:oMathPara xmlns:m="http://schemas.openxmlformats.org/officeDocument/2006/math">
                      <m:oMathParaPr>
                        <m:jc m:val="left"/>
                      </m:oMathParaPr>
                      <m:oMath>
                        <m:nary>
                          <m:naryPr>
                            <m:chr m:val="∑"/>
                            <m:subHide m:val="on"/>
                            <m:supHide m:val="on"/>
                            <m:ctrlPr>
                              <a:rPr lang="en-US" i="1">
                                <a:solidFill>
                                  <a:srgbClr val="000000"/>
                                </a:solidFill>
                                <a:latin typeface="Cambria Math" panose="02040503050406030204" pitchFamily="18" charset="0"/>
                              </a:rPr>
                            </m:ctrlPr>
                          </m:naryPr>
                          <m:sub/>
                          <m:sup/>
                          <m:e>
                            <m:sSub>
                              <m:sSubPr>
                                <m:ctrlPr>
                                  <a:rPr lang="en-US">
                                    <a:solidFill>
                                      <a:srgbClr val="000000"/>
                                    </a:solidFill>
                                    <a:latin typeface="Cambria Math" panose="02040503050406030204" pitchFamily="18" charset="0"/>
                                  </a:rPr>
                                </m:ctrlPr>
                              </m:sSubPr>
                              <m:e>
                                <m:r>
                                  <m:rPr>
                                    <m:sty m:val="p"/>
                                  </m:rPr>
                                  <a:rPr lang="en-US">
                                    <a:solidFill>
                                      <a:srgbClr val="000000"/>
                                    </a:solidFill>
                                    <a:latin typeface="Cambria Math" panose="02040503050406030204" pitchFamily="18" charset="0"/>
                                  </a:rPr>
                                  <m:t>F</m:t>
                                </m:r>
                              </m:e>
                              <m:sub>
                                <m:r>
                                  <m:rPr>
                                    <m:sty m:val="p"/>
                                  </m:rPr>
                                  <a:rPr lang="en-US">
                                    <a:solidFill>
                                      <a:srgbClr val="000000"/>
                                    </a:solidFill>
                                    <a:latin typeface="Cambria Math" panose="02040503050406030204" pitchFamily="18" charset="0"/>
                                  </a:rPr>
                                  <m:t>x</m:t>
                                </m:r>
                              </m:sub>
                            </m:sSub>
                          </m:e>
                        </m:nary>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𝐹</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𝑓</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𝑚</m:t>
                        </m:r>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𝑎</m:t>
                            </m:r>
                          </m:e>
                          <m:sub>
                            <m:r>
                              <a:rPr lang="en-US" i="1">
                                <a:solidFill>
                                  <a:srgbClr val="000000"/>
                                </a:solidFill>
                                <a:latin typeface="Cambria Math" panose="02040503050406030204" pitchFamily="18" charset="0"/>
                              </a:rPr>
                              <m:t>𝑥</m:t>
                            </m:r>
                          </m:sub>
                        </m:sSub>
                      </m:oMath>
                    </m:oMathPara>
                  </a14:m>
                  <a:endParaRPr lang="en-US" dirty="0"/>
                </a:p>
              </p:txBody>
            </p:sp>
          </mc:Choice>
          <mc:Fallback xmlns="">
            <p:sp>
              <p:nvSpPr>
                <p:cNvPr id="3089" name="Object 75">
                  <a:extLst>
                    <a:ext uri="{FF2B5EF4-FFF2-40B4-BE49-F238E27FC236}">
                      <a16:creationId xmlns:a16="http://schemas.microsoft.com/office/drawing/2014/main" id="{290542F9-A7E3-5583-B59B-F4C3B5AFE11C}"/>
                    </a:ext>
                  </a:extLst>
                </p:cNvPr>
                <p:cNvSpPr txBox="1">
                  <a:spLocks noRot="1" noChangeAspect="1" noMove="1" noResize="1" noEditPoints="1" noAdjustHandles="1" noChangeArrowheads="1" noChangeShapeType="1" noTextEdit="1"/>
                </p:cNvSpPr>
                <p:nvPr/>
              </p:nvSpPr>
              <p:spPr bwMode="auto">
                <a:xfrm>
                  <a:off x="4342" y="2959"/>
                  <a:ext cx="1251" cy="1142"/>
                </a:xfrm>
                <a:prstGeom prst="rect">
                  <a:avLst/>
                </a:prstGeom>
                <a:blipFill>
                  <a:blip r:embed="rId6"/>
                  <a:stretch>
                    <a:fillRect b="-13758"/>
                  </a:stretch>
                </a:blipFill>
                <a:ln>
                  <a:noFill/>
                </a:ln>
                <a:effectLst/>
              </p:spPr>
              <p:txBody>
                <a:bodyPr/>
                <a:lstStyle/>
                <a:p>
                  <a:r>
                    <a:rPr lang="en-US">
                      <a:noFill/>
                    </a:rPr>
                    <a:t> </a:t>
                  </a:r>
                </a:p>
              </p:txBody>
            </p:sp>
          </mc:Fallback>
        </mc:AlternateContent>
        <p:sp>
          <p:nvSpPr>
            <p:cNvPr id="2125" name="AutoShape 77">
              <a:extLst>
                <a:ext uri="{FF2B5EF4-FFF2-40B4-BE49-F238E27FC236}">
                  <a16:creationId xmlns:a16="http://schemas.microsoft.com/office/drawing/2014/main" id="{C8ED7C9D-898D-4DB7-929B-247C5ECE20EF}"/>
                </a:ext>
              </a:extLst>
            </p:cNvPr>
            <p:cNvSpPr>
              <a:spLocks/>
            </p:cNvSpPr>
            <p:nvPr/>
          </p:nvSpPr>
          <p:spPr bwMode="auto">
            <a:xfrm>
              <a:off x="4206" y="3332"/>
              <a:ext cx="108" cy="918"/>
            </a:xfrm>
            <a:prstGeom prst="leftBrace">
              <a:avLst>
                <a:gd name="adj1" fmla="val 3750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a:latin typeface="Arial" charset="0"/>
                <a:ea typeface="ＭＳ Ｐゴシック" charset="0"/>
              </a:endParaRPr>
            </a:p>
          </p:txBody>
        </p:sp>
      </p:grpSp>
      <p:sp>
        <p:nvSpPr>
          <p:cNvPr id="2126" name="Text Box 78">
            <a:extLst>
              <a:ext uri="{FF2B5EF4-FFF2-40B4-BE49-F238E27FC236}">
                <a16:creationId xmlns:a16="http://schemas.microsoft.com/office/drawing/2014/main" id="{3A2005E9-2A49-4334-9ED9-5FA616F4ED18}"/>
              </a:ext>
            </a:extLst>
          </p:cNvPr>
          <p:cNvSpPr txBox="1">
            <a:spLocks noChangeArrowheads="1"/>
          </p:cNvSpPr>
          <p:nvPr/>
        </p:nvSpPr>
        <p:spPr bwMode="auto">
          <a:xfrm>
            <a:off x="2362200" y="6172201"/>
            <a:ext cx="1447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a:latin typeface="Arial" charset="0"/>
                <a:ea typeface="ＭＳ Ｐゴシック" charset="0"/>
              </a:rPr>
              <a:t>with friction</a:t>
            </a:r>
          </a:p>
        </p:txBody>
      </p:sp>
      <p:sp>
        <p:nvSpPr>
          <p:cNvPr id="2127" name="Text Box 79">
            <a:extLst>
              <a:ext uri="{FF2B5EF4-FFF2-40B4-BE49-F238E27FC236}">
                <a16:creationId xmlns:a16="http://schemas.microsoft.com/office/drawing/2014/main" id="{A6A7D244-50A6-49DB-B8C0-C09337AE0958}"/>
              </a:ext>
            </a:extLst>
          </p:cNvPr>
          <p:cNvSpPr txBox="1">
            <a:spLocks noChangeArrowheads="1"/>
          </p:cNvSpPr>
          <p:nvPr/>
        </p:nvSpPr>
        <p:spPr bwMode="auto">
          <a:xfrm>
            <a:off x="2362200" y="3976688"/>
            <a:ext cx="14478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a:latin typeface="Arial" charset="0"/>
                <a:ea typeface="ＭＳ Ｐゴシック" charset="0"/>
              </a:rPr>
              <a:t>no friction</a:t>
            </a:r>
          </a:p>
        </p:txBody>
      </p:sp>
      <p:grpSp>
        <p:nvGrpSpPr>
          <p:cNvPr id="12" name="Group 11">
            <a:extLst>
              <a:ext uri="{FF2B5EF4-FFF2-40B4-BE49-F238E27FC236}">
                <a16:creationId xmlns:a16="http://schemas.microsoft.com/office/drawing/2014/main" id="{7CB1F158-FD83-30FA-3034-BD7695B80F60}"/>
              </a:ext>
            </a:extLst>
          </p:cNvPr>
          <p:cNvGrpSpPr/>
          <p:nvPr/>
        </p:nvGrpSpPr>
        <p:grpSpPr>
          <a:xfrm>
            <a:off x="6705600" y="2985447"/>
            <a:ext cx="1143000" cy="1632591"/>
            <a:chOff x="5181600" y="2985446"/>
            <a:chExt cx="1143000" cy="1632591"/>
          </a:xfrm>
        </p:grpSpPr>
        <p:grpSp>
          <p:nvGrpSpPr>
            <p:cNvPr id="2105" name="Group 57">
              <a:extLst>
                <a:ext uri="{FF2B5EF4-FFF2-40B4-BE49-F238E27FC236}">
                  <a16:creationId xmlns:a16="http://schemas.microsoft.com/office/drawing/2014/main" id="{28F307B3-8963-6A84-FAE1-90B05954EEEC}"/>
                </a:ext>
              </a:extLst>
            </p:cNvPr>
            <p:cNvGrpSpPr>
              <a:grpSpLocks/>
            </p:cNvGrpSpPr>
            <p:nvPr/>
          </p:nvGrpSpPr>
          <p:grpSpPr bwMode="auto">
            <a:xfrm>
              <a:off x="5181600" y="3017837"/>
              <a:ext cx="1143000" cy="1600200"/>
              <a:chOff x="3264" y="1901"/>
              <a:chExt cx="720" cy="1008"/>
            </a:xfrm>
          </p:grpSpPr>
          <p:sp>
            <p:nvSpPr>
              <p:cNvPr id="2081" name="Oval 33">
                <a:extLst>
                  <a:ext uri="{FF2B5EF4-FFF2-40B4-BE49-F238E27FC236}">
                    <a16:creationId xmlns:a16="http://schemas.microsoft.com/office/drawing/2014/main" id="{1576CDBE-559F-4B47-83EE-8D2B971D201B}"/>
                  </a:ext>
                </a:extLst>
              </p:cNvPr>
              <p:cNvSpPr>
                <a:spLocks noChangeArrowheads="1"/>
              </p:cNvSpPr>
              <p:nvPr/>
            </p:nvSpPr>
            <p:spPr bwMode="auto">
              <a:xfrm>
                <a:off x="3339" y="2333"/>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a:latin typeface="Arial" charset="0"/>
                  <a:ea typeface="ＭＳ Ｐゴシック" charset="0"/>
                </a:endParaRPr>
              </a:p>
            </p:txBody>
          </p:sp>
          <p:sp>
            <p:nvSpPr>
              <p:cNvPr id="4" name="Line 34">
                <a:extLst>
                  <a:ext uri="{FF2B5EF4-FFF2-40B4-BE49-F238E27FC236}">
                    <a16:creationId xmlns:a16="http://schemas.microsoft.com/office/drawing/2014/main" id="{4D093D35-D35F-4AF0-857E-DCC0ABB0AA88}"/>
                  </a:ext>
                </a:extLst>
              </p:cNvPr>
              <p:cNvSpPr>
                <a:spLocks noChangeShapeType="1"/>
              </p:cNvSpPr>
              <p:nvPr/>
            </p:nvSpPr>
            <p:spPr bwMode="auto">
              <a:xfrm flipV="1">
                <a:off x="3360" y="2045"/>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083" name="Line 35">
                <a:extLst>
                  <a:ext uri="{FF2B5EF4-FFF2-40B4-BE49-F238E27FC236}">
                    <a16:creationId xmlns:a16="http://schemas.microsoft.com/office/drawing/2014/main" id="{FE6520A0-587C-4E85-8655-713A366AB0B8}"/>
                  </a:ext>
                </a:extLst>
              </p:cNvPr>
              <p:cNvSpPr>
                <a:spLocks noChangeShapeType="1"/>
              </p:cNvSpPr>
              <p:nvPr/>
            </p:nvSpPr>
            <p:spPr bwMode="auto">
              <a:xfrm>
                <a:off x="3360" y="2381"/>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084" name="Text Box 36">
                <a:extLst>
                  <a:ext uri="{FF2B5EF4-FFF2-40B4-BE49-F238E27FC236}">
                    <a16:creationId xmlns:a16="http://schemas.microsoft.com/office/drawing/2014/main" id="{23DED8D8-CD4E-44FC-8711-F3B197344DCF}"/>
                  </a:ext>
                </a:extLst>
              </p:cNvPr>
              <p:cNvSpPr txBox="1">
                <a:spLocks noChangeArrowheads="1"/>
              </p:cNvSpPr>
              <p:nvPr/>
            </p:nvSpPr>
            <p:spPr bwMode="auto">
              <a:xfrm>
                <a:off x="3264" y="2736"/>
                <a:ext cx="28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sz="1200">
                    <a:latin typeface="Arial" charset="0"/>
                    <a:ea typeface="ＭＳ Ｐゴシック" charset="0"/>
                  </a:rPr>
                  <a:t>F</a:t>
                </a:r>
                <a:r>
                  <a:rPr lang="en-US" sz="1200" baseline="-25000">
                    <a:latin typeface="Arial" charset="0"/>
                    <a:ea typeface="ＭＳ Ｐゴシック" charset="0"/>
                  </a:rPr>
                  <a:t>g</a:t>
                </a:r>
                <a:endParaRPr lang="en-US" sz="1200">
                  <a:latin typeface="Arial" charset="0"/>
                  <a:ea typeface="ＭＳ Ｐゴシック" charset="0"/>
                </a:endParaRPr>
              </a:p>
            </p:txBody>
          </p:sp>
          <p:sp>
            <p:nvSpPr>
              <p:cNvPr id="2086" name="Line 38">
                <a:extLst>
                  <a:ext uri="{FF2B5EF4-FFF2-40B4-BE49-F238E27FC236}">
                    <a16:creationId xmlns:a16="http://schemas.microsoft.com/office/drawing/2014/main" id="{56C63E1C-DDE6-4B37-B7F3-36C4C59DA3C5}"/>
                  </a:ext>
                </a:extLst>
              </p:cNvPr>
              <p:cNvSpPr>
                <a:spLocks noChangeShapeType="1"/>
              </p:cNvSpPr>
              <p:nvPr/>
            </p:nvSpPr>
            <p:spPr bwMode="auto">
              <a:xfrm>
                <a:off x="3312" y="2747"/>
                <a:ext cx="96" cy="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087" name="Line 39">
                <a:extLst>
                  <a:ext uri="{FF2B5EF4-FFF2-40B4-BE49-F238E27FC236}">
                    <a16:creationId xmlns:a16="http://schemas.microsoft.com/office/drawing/2014/main" id="{62E265E5-347A-4502-9E9F-8B1C8F2C604D}"/>
                  </a:ext>
                </a:extLst>
              </p:cNvPr>
              <p:cNvSpPr>
                <a:spLocks noChangeShapeType="1"/>
              </p:cNvSpPr>
              <p:nvPr/>
            </p:nvSpPr>
            <p:spPr bwMode="auto">
              <a:xfrm>
                <a:off x="3312" y="1901"/>
                <a:ext cx="96" cy="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096" name="Line 48">
                <a:extLst>
                  <a:ext uri="{FF2B5EF4-FFF2-40B4-BE49-F238E27FC236}">
                    <a16:creationId xmlns:a16="http://schemas.microsoft.com/office/drawing/2014/main" id="{62677B62-CCDD-4A6B-9483-F92917263ECA}"/>
                  </a:ext>
                </a:extLst>
              </p:cNvPr>
              <p:cNvSpPr>
                <a:spLocks noChangeShapeType="1"/>
              </p:cNvSpPr>
              <p:nvPr/>
            </p:nvSpPr>
            <p:spPr bwMode="auto">
              <a:xfrm>
                <a:off x="3360" y="2352"/>
                <a:ext cx="33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097" name="Text Box 49">
                <a:extLst>
                  <a:ext uri="{FF2B5EF4-FFF2-40B4-BE49-F238E27FC236}">
                    <a16:creationId xmlns:a16="http://schemas.microsoft.com/office/drawing/2014/main" id="{017A581B-8BDE-41AA-A81D-3BAA2DCA93BC}"/>
                  </a:ext>
                </a:extLst>
              </p:cNvPr>
              <p:cNvSpPr txBox="1">
                <a:spLocks noChangeArrowheads="1"/>
              </p:cNvSpPr>
              <p:nvPr/>
            </p:nvSpPr>
            <p:spPr bwMode="auto">
              <a:xfrm>
                <a:off x="3696" y="2256"/>
                <a:ext cx="28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sz="1200">
                    <a:latin typeface="Arial" charset="0"/>
                    <a:ea typeface="ＭＳ Ｐゴシック" charset="0"/>
                  </a:rPr>
                  <a:t>F</a:t>
                </a:r>
              </a:p>
            </p:txBody>
          </p:sp>
          <p:sp>
            <p:nvSpPr>
              <p:cNvPr id="2098" name="Line 50">
                <a:extLst>
                  <a:ext uri="{FF2B5EF4-FFF2-40B4-BE49-F238E27FC236}">
                    <a16:creationId xmlns:a16="http://schemas.microsoft.com/office/drawing/2014/main" id="{9CBBE692-5456-4A17-85CA-6E49B952C2B7}"/>
                  </a:ext>
                </a:extLst>
              </p:cNvPr>
              <p:cNvSpPr>
                <a:spLocks noChangeShapeType="1"/>
              </p:cNvSpPr>
              <p:nvPr/>
            </p:nvSpPr>
            <p:spPr bwMode="auto">
              <a:xfrm>
                <a:off x="3744" y="2256"/>
                <a:ext cx="96" cy="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grpSp>
        <p:sp>
          <p:nvSpPr>
            <p:cNvPr id="6" name="Text Box 28">
              <a:extLst>
                <a:ext uri="{FF2B5EF4-FFF2-40B4-BE49-F238E27FC236}">
                  <a16:creationId xmlns:a16="http://schemas.microsoft.com/office/drawing/2014/main" id="{33289CFD-455B-EADC-D796-81471D471335}"/>
                </a:ext>
              </a:extLst>
            </p:cNvPr>
            <p:cNvSpPr txBox="1">
              <a:spLocks noChangeArrowheads="1"/>
            </p:cNvSpPr>
            <p:nvPr/>
          </p:nvSpPr>
          <p:spPr bwMode="auto">
            <a:xfrm>
              <a:off x="5184710" y="2985446"/>
              <a:ext cx="457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sz="1200">
                  <a:latin typeface="Arial" charset="0"/>
                  <a:ea typeface="ＭＳ Ｐゴシック" charset="0"/>
                </a:rPr>
                <a:t>N</a:t>
              </a:r>
            </a:p>
          </p:txBody>
        </p:sp>
      </p:grpSp>
      <p:grpSp>
        <p:nvGrpSpPr>
          <p:cNvPr id="13" name="Group 12">
            <a:extLst>
              <a:ext uri="{FF2B5EF4-FFF2-40B4-BE49-F238E27FC236}">
                <a16:creationId xmlns:a16="http://schemas.microsoft.com/office/drawing/2014/main" id="{C8F82E52-4F08-9414-B78F-0D45D914B8E3}"/>
              </a:ext>
            </a:extLst>
          </p:cNvPr>
          <p:cNvGrpSpPr/>
          <p:nvPr/>
        </p:nvGrpSpPr>
        <p:grpSpPr>
          <a:xfrm>
            <a:off x="6400800" y="4953000"/>
            <a:ext cx="1447800" cy="1646238"/>
            <a:chOff x="4876800" y="4953000"/>
            <a:chExt cx="1447800" cy="1646238"/>
          </a:xfrm>
        </p:grpSpPr>
        <p:grpSp>
          <p:nvGrpSpPr>
            <p:cNvPr id="2128" name="Group 80">
              <a:extLst>
                <a:ext uri="{FF2B5EF4-FFF2-40B4-BE49-F238E27FC236}">
                  <a16:creationId xmlns:a16="http://schemas.microsoft.com/office/drawing/2014/main" id="{D8453519-984B-BBC7-16F2-862021BAB813}"/>
                </a:ext>
              </a:extLst>
            </p:cNvPr>
            <p:cNvGrpSpPr>
              <a:grpSpLocks/>
            </p:cNvGrpSpPr>
            <p:nvPr/>
          </p:nvGrpSpPr>
          <p:grpSpPr bwMode="auto">
            <a:xfrm>
              <a:off x="4876800" y="4953000"/>
              <a:ext cx="1447800" cy="1646238"/>
              <a:chOff x="3072" y="3120"/>
              <a:chExt cx="912" cy="1037"/>
            </a:xfrm>
          </p:grpSpPr>
          <p:sp>
            <p:nvSpPr>
              <p:cNvPr id="2107" name="Oval 59">
                <a:extLst>
                  <a:ext uri="{FF2B5EF4-FFF2-40B4-BE49-F238E27FC236}">
                    <a16:creationId xmlns:a16="http://schemas.microsoft.com/office/drawing/2014/main" id="{ECEA26DB-886D-48F7-92EF-724FAE805DC1}"/>
                  </a:ext>
                </a:extLst>
              </p:cNvPr>
              <p:cNvSpPr>
                <a:spLocks noChangeArrowheads="1"/>
              </p:cNvSpPr>
              <p:nvPr/>
            </p:nvSpPr>
            <p:spPr bwMode="auto">
              <a:xfrm>
                <a:off x="3339" y="3581"/>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a:latin typeface="Arial" charset="0"/>
                  <a:ea typeface="ＭＳ Ｐゴシック" charset="0"/>
                </a:endParaRPr>
              </a:p>
            </p:txBody>
          </p:sp>
          <p:sp>
            <p:nvSpPr>
              <p:cNvPr id="2108" name="Line 60">
                <a:extLst>
                  <a:ext uri="{FF2B5EF4-FFF2-40B4-BE49-F238E27FC236}">
                    <a16:creationId xmlns:a16="http://schemas.microsoft.com/office/drawing/2014/main" id="{97E88A5D-7DD7-44DF-9D32-8FB35187D188}"/>
                  </a:ext>
                </a:extLst>
              </p:cNvPr>
              <p:cNvSpPr>
                <a:spLocks noChangeShapeType="1"/>
              </p:cNvSpPr>
              <p:nvPr/>
            </p:nvSpPr>
            <p:spPr bwMode="auto">
              <a:xfrm flipV="1">
                <a:off x="3360" y="3293"/>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109" name="Line 61">
                <a:extLst>
                  <a:ext uri="{FF2B5EF4-FFF2-40B4-BE49-F238E27FC236}">
                    <a16:creationId xmlns:a16="http://schemas.microsoft.com/office/drawing/2014/main" id="{3A4B5565-24FC-4D82-B04E-6E88C94AC7C9}"/>
                  </a:ext>
                </a:extLst>
              </p:cNvPr>
              <p:cNvSpPr>
                <a:spLocks noChangeShapeType="1"/>
              </p:cNvSpPr>
              <p:nvPr/>
            </p:nvSpPr>
            <p:spPr bwMode="auto">
              <a:xfrm>
                <a:off x="3360" y="3629"/>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110" name="Text Box 62">
                <a:extLst>
                  <a:ext uri="{FF2B5EF4-FFF2-40B4-BE49-F238E27FC236}">
                    <a16:creationId xmlns:a16="http://schemas.microsoft.com/office/drawing/2014/main" id="{168891E4-CD6B-4AB8-8403-EB224EFFCCDA}"/>
                  </a:ext>
                </a:extLst>
              </p:cNvPr>
              <p:cNvSpPr txBox="1">
                <a:spLocks noChangeArrowheads="1"/>
              </p:cNvSpPr>
              <p:nvPr/>
            </p:nvSpPr>
            <p:spPr bwMode="auto">
              <a:xfrm>
                <a:off x="3264" y="3984"/>
                <a:ext cx="28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sz="1200">
                    <a:latin typeface="Arial" charset="0"/>
                    <a:ea typeface="ＭＳ Ｐゴシック" charset="0"/>
                  </a:rPr>
                  <a:t>F</a:t>
                </a:r>
                <a:r>
                  <a:rPr lang="en-US" sz="1200" baseline="-25000">
                    <a:latin typeface="Arial" charset="0"/>
                    <a:ea typeface="ＭＳ Ｐゴシック" charset="0"/>
                  </a:rPr>
                  <a:t>g</a:t>
                </a:r>
                <a:endParaRPr lang="en-US" sz="1200">
                  <a:latin typeface="Arial" charset="0"/>
                  <a:ea typeface="ＭＳ Ｐゴシック" charset="0"/>
                </a:endParaRPr>
              </a:p>
            </p:txBody>
          </p:sp>
          <p:sp>
            <p:nvSpPr>
              <p:cNvPr id="2111" name="Text Box 63">
                <a:extLst>
                  <a:ext uri="{FF2B5EF4-FFF2-40B4-BE49-F238E27FC236}">
                    <a16:creationId xmlns:a16="http://schemas.microsoft.com/office/drawing/2014/main" id="{EC04A297-6691-4E3E-9C9C-9A48850B63CC}"/>
                  </a:ext>
                </a:extLst>
              </p:cNvPr>
              <p:cNvSpPr txBox="1">
                <a:spLocks noChangeArrowheads="1"/>
              </p:cNvSpPr>
              <p:nvPr/>
            </p:nvSpPr>
            <p:spPr bwMode="auto">
              <a:xfrm>
                <a:off x="3264" y="3120"/>
                <a:ext cx="28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endParaRPr lang="en-US" sz="1200">
                  <a:latin typeface="Arial" charset="0"/>
                  <a:ea typeface="ＭＳ Ｐゴシック" charset="0"/>
                </a:endParaRPr>
              </a:p>
            </p:txBody>
          </p:sp>
          <p:sp>
            <p:nvSpPr>
              <p:cNvPr id="2112" name="Line 64">
                <a:extLst>
                  <a:ext uri="{FF2B5EF4-FFF2-40B4-BE49-F238E27FC236}">
                    <a16:creationId xmlns:a16="http://schemas.microsoft.com/office/drawing/2014/main" id="{5E9C0B14-BC49-47CB-8B99-07E5BCBCEFFB}"/>
                  </a:ext>
                </a:extLst>
              </p:cNvPr>
              <p:cNvSpPr>
                <a:spLocks noChangeShapeType="1"/>
              </p:cNvSpPr>
              <p:nvPr/>
            </p:nvSpPr>
            <p:spPr bwMode="auto">
              <a:xfrm>
                <a:off x="3312" y="3995"/>
                <a:ext cx="96" cy="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113" name="Line 65">
                <a:extLst>
                  <a:ext uri="{FF2B5EF4-FFF2-40B4-BE49-F238E27FC236}">
                    <a16:creationId xmlns:a16="http://schemas.microsoft.com/office/drawing/2014/main" id="{AF8047CE-08A4-42B2-9254-A73267EAC1BD}"/>
                  </a:ext>
                </a:extLst>
              </p:cNvPr>
              <p:cNvSpPr>
                <a:spLocks noChangeShapeType="1"/>
              </p:cNvSpPr>
              <p:nvPr/>
            </p:nvSpPr>
            <p:spPr bwMode="auto">
              <a:xfrm>
                <a:off x="3312" y="3149"/>
                <a:ext cx="96" cy="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114" name="Line 66">
                <a:extLst>
                  <a:ext uri="{FF2B5EF4-FFF2-40B4-BE49-F238E27FC236}">
                    <a16:creationId xmlns:a16="http://schemas.microsoft.com/office/drawing/2014/main" id="{2E0352AD-CA87-4339-8809-787FC3E68579}"/>
                  </a:ext>
                </a:extLst>
              </p:cNvPr>
              <p:cNvSpPr>
                <a:spLocks noChangeShapeType="1"/>
              </p:cNvSpPr>
              <p:nvPr/>
            </p:nvSpPr>
            <p:spPr bwMode="auto">
              <a:xfrm>
                <a:off x="3360" y="3600"/>
                <a:ext cx="33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115" name="Text Box 67">
                <a:extLst>
                  <a:ext uri="{FF2B5EF4-FFF2-40B4-BE49-F238E27FC236}">
                    <a16:creationId xmlns:a16="http://schemas.microsoft.com/office/drawing/2014/main" id="{539E1564-87F3-43EB-8C29-A843604D917F}"/>
                  </a:ext>
                </a:extLst>
              </p:cNvPr>
              <p:cNvSpPr txBox="1">
                <a:spLocks noChangeArrowheads="1"/>
              </p:cNvSpPr>
              <p:nvPr/>
            </p:nvSpPr>
            <p:spPr bwMode="auto">
              <a:xfrm>
                <a:off x="3696" y="3504"/>
                <a:ext cx="28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sz="1200">
                    <a:latin typeface="Arial" charset="0"/>
                    <a:ea typeface="ＭＳ Ｐゴシック" charset="0"/>
                  </a:rPr>
                  <a:t>F</a:t>
                </a:r>
              </a:p>
            </p:txBody>
          </p:sp>
          <p:sp>
            <p:nvSpPr>
              <p:cNvPr id="2116" name="Line 68">
                <a:extLst>
                  <a:ext uri="{FF2B5EF4-FFF2-40B4-BE49-F238E27FC236}">
                    <a16:creationId xmlns:a16="http://schemas.microsoft.com/office/drawing/2014/main" id="{A673000D-3532-4E00-878D-A4A95FD84BB5}"/>
                  </a:ext>
                </a:extLst>
              </p:cNvPr>
              <p:cNvSpPr>
                <a:spLocks noChangeShapeType="1"/>
              </p:cNvSpPr>
              <p:nvPr/>
            </p:nvSpPr>
            <p:spPr bwMode="auto">
              <a:xfrm>
                <a:off x="3744" y="3504"/>
                <a:ext cx="96" cy="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117" name="Line 69">
                <a:extLst>
                  <a:ext uri="{FF2B5EF4-FFF2-40B4-BE49-F238E27FC236}">
                    <a16:creationId xmlns:a16="http://schemas.microsoft.com/office/drawing/2014/main" id="{F9B61BB6-5720-4CC7-B3B8-99BAAC5940A0}"/>
                  </a:ext>
                </a:extLst>
              </p:cNvPr>
              <p:cNvSpPr>
                <a:spLocks noChangeShapeType="1"/>
              </p:cNvSpPr>
              <p:nvPr/>
            </p:nvSpPr>
            <p:spPr bwMode="auto">
              <a:xfrm flipH="1">
                <a:off x="3216" y="3600"/>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118" name="Text Box 70">
                <a:extLst>
                  <a:ext uri="{FF2B5EF4-FFF2-40B4-BE49-F238E27FC236}">
                    <a16:creationId xmlns:a16="http://schemas.microsoft.com/office/drawing/2014/main" id="{A5BA662E-14E9-4FAB-8A8B-D69B50F027D0}"/>
                  </a:ext>
                </a:extLst>
              </p:cNvPr>
              <p:cNvSpPr txBox="1">
                <a:spLocks noChangeArrowheads="1"/>
              </p:cNvSpPr>
              <p:nvPr/>
            </p:nvSpPr>
            <p:spPr bwMode="auto">
              <a:xfrm>
                <a:off x="3072" y="3504"/>
                <a:ext cx="28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sz="1200" i="1" dirty="0">
                    <a:solidFill>
                      <a:srgbClr val="FF0000"/>
                    </a:solidFill>
                    <a:latin typeface="Times New Roman" charset="0"/>
                    <a:ea typeface="ＭＳ Ｐゴシック" charset="0"/>
                  </a:rPr>
                  <a:t>f</a:t>
                </a:r>
              </a:p>
            </p:txBody>
          </p:sp>
          <p:sp>
            <p:nvSpPr>
              <p:cNvPr id="2119" name="Line 71">
                <a:extLst>
                  <a:ext uri="{FF2B5EF4-FFF2-40B4-BE49-F238E27FC236}">
                    <a16:creationId xmlns:a16="http://schemas.microsoft.com/office/drawing/2014/main" id="{3D88E1E8-E0C3-45BD-9F91-0F6D95543266}"/>
                  </a:ext>
                </a:extLst>
              </p:cNvPr>
              <p:cNvSpPr>
                <a:spLocks noChangeShapeType="1"/>
              </p:cNvSpPr>
              <p:nvPr/>
            </p:nvSpPr>
            <p:spPr bwMode="auto">
              <a:xfrm>
                <a:off x="3120" y="3524"/>
                <a:ext cx="96" cy="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grpSp>
        <p:sp>
          <p:nvSpPr>
            <p:cNvPr id="9" name="Text Box 28">
              <a:extLst>
                <a:ext uri="{FF2B5EF4-FFF2-40B4-BE49-F238E27FC236}">
                  <a16:creationId xmlns:a16="http://schemas.microsoft.com/office/drawing/2014/main" id="{9BC8797E-540D-D314-6BF7-0431AB2129D1}"/>
                </a:ext>
              </a:extLst>
            </p:cNvPr>
            <p:cNvSpPr txBox="1">
              <a:spLocks noChangeArrowheads="1"/>
            </p:cNvSpPr>
            <p:nvPr/>
          </p:nvSpPr>
          <p:spPr bwMode="auto">
            <a:xfrm>
              <a:off x="5194037" y="5000857"/>
              <a:ext cx="457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sz="1200">
                  <a:latin typeface="Arial" charset="0"/>
                  <a:ea typeface="ＭＳ Ｐゴシック" charset="0"/>
                </a:rPr>
                <a:t>N</a:t>
              </a:r>
            </a:p>
          </p:txBody>
        </p:sp>
      </p:grpSp>
      <p:sp>
        <p:nvSpPr>
          <p:cNvPr id="2" name="Title 3">
            <a:extLst>
              <a:ext uri="{FF2B5EF4-FFF2-40B4-BE49-F238E27FC236}">
                <a16:creationId xmlns:a16="http://schemas.microsoft.com/office/drawing/2014/main" id="{4AB75265-D435-E2AA-303A-831B892FC8CF}"/>
              </a:ext>
            </a:extLst>
          </p:cNvPr>
          <p:cNvSpPr txBox="1">
            <a:spLocks/>
          </p:cNvSpPr>
          <p:nvPr/>
        </p:nvSpPr>
        <p:spPr>
          <a:xfrm>
            <a:off x="0" y="-2469"/>
            <a:ext cx="12192000" cy="646331"/>
          </a:xfrm>
          <a:prstGeom prst="rect">
            <a:avLst/>
          </a:prstGeom>
          <a:solidFill>
            <a:schemeClr val="accent6">
              <a:lumMod val="40000"/>
              <a:lumOff val="60000"/>
            </a:schemeClr>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a:latin typeface="Times New Roman" panose="02020603050405020304" pitchFamily="18" charset="0"/>
                <a:ea typeface="STKaiti" panose="020B0503020204020204" pitchFamily="2" charset="-122"/>
                <a:cs typeface="Times New Roman" panose="02020603050405020304" pitchFamily="18" charset="0"/>
              </a:rPr>
              <a:t>Drawing a Free Body Diagram</a:t>
            </a:r>
            <a:r>
              <a:rPr lang="en-US" sz="3200" b="1">
                <a:latin typeface="Times New Roman" panose="02020603050405020304" pitchFamily="18" charset="0"/>
                <a:ea typeface="STKaiti" panose="020B0503020204020204" pitchFamily="2" charset="-122"/>
                <a:cs typeface="Times New Roman" panose="02020603050405020304"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0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3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1"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6" name="Line 26">
            <a:extLst>
              <a:ext uri="{FF2B5EF4-FFF2-40B4-BE49-F238E27FC236}">
                <a16:creationId xmlns:a16="http://schemas.microsoft.com/office/drawing/2014/main" id="{0B867BF1-36C1-4E0D-918A-578BFB719B62}"/>
              </a:ext>
            </a:extLst>
          </p:cNvPr>
          <p:cNvSpPr>
            <a:spLocks noChangeShapeType="1"/>
          </p:cNvSpPr>
          <p:nvPr/>
        </p:nvSpPr>
        <p:spPr bwMode="auto">
          <a:xfrm>
            <a:off x="1524000" y="2797016"/>
            <a:ext cx="9144000"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5147" name="Line 27">
            <a:extLst>
              <a:ext uri="{FF2B5EF4-FFF2-40B4-BE49-F238E27FC236}">
                <a16:creationId xmlns:a16="http://schemas.microsoft.com/office/drawing/2014/main" id="{33FF647C-C677-4537-A846-64DCBC31965B}"/>
              </a:ext>
            </a:extLst>
          </p:cNvPr>
          <p:cNvSpPr>
            <a:spLocks noChangeShapeType="1"/>
          </p:cNvSpPr>
          <p:nvPr/>
        </p:nvSpPr>
        <p:spPr bwMode="auto">
          <a:xfrm>
            <a:off x="1524000" y="4774163"/>
            <a:ext cx="9144000"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5164" name="Line 44">
            <a:extLst>
              <a:ext uri="{FF2B5EF4-FFF2-40B4-BE49-F238E27FC236}">
                <a16:creationId xmlns:a16="http://schemas.microsoft.com/office/drawing/2014/main" id="{D627335D-595A-4501-BD33-35D4568F0C79}"/>
              </a:ext>
            </a:extLst>
          </p:cNvPr>
          <p:cNvSpPr>
            <a:spLocks noChangeShapeType="1"/>
          </p:cNvSpPr>
          <p:nvPr/>
        </p:nvSpPr>
        <p:spPr bwMode="auto">
          <a:xfrm flipH="1">
            <a:off x="4800600" y="1230313"/>
            <a:ext cx="33321" cy="5475287"/>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grpSp>
        <p:nvGrpSpPr>
          <p:cNvPr id="5129" name="Group 48">
            <a:extLst>
              <a:ext uri="{FF2B5EF4-FFF2-40B4-BE49-F238E27FC236}">
                <a16:creationId xmlns:a16="http://schemas.microsoft.com/office/drawing/2014/main" id="{0EBA4B8D-D3A7-3EB5-823D-987E75E1C470}"/>
              </a:ext>
            </a:extLst>
          </p:cNvPr>
          <p:cNvGrpSpPr>
            <a:grpSpLocks/>
          </p:cNvGrpSpPr>
          <p:nvPr/>
        </p:nvGrpSpPr>
        <p:grpSpPr bwMode="auto">
          <a:xfrm>
            <a:off x="2133600" y="1331171"/>
            <a:ext cx="1981200" cy="1143000"/>
            <a:chOff x="624" y="2688"/>
            <a:chExt cx="1248" cy="720"/>
          </a:xfrm>
        </p:grpSpPr>
        <p:sp>
          <p:nvSpPr>
            <p:cNvPr id="5169" name="Line 49">
              <a:extLst>
                <a:ext uri="{FF2B5EF4-FFF2-40B4-BE49-F238E27FC236}">
                  <a16:creationId xmlns:a16="http://schemas.microsoft.com/office/drawing/2014/main" id="{FB6B1860-EBCA-4411-A8F3-C1766E3C44C5}"/>
                </a:ext>
              </a:extLst>
            </p:cNvPr>
            <p:cNvSpPr>
              <a:spLocks noChangeShapeType="1"/>
            </p:cNvSpPr>
            <p:nvPr/>
          </p:nvSpPr>
          <p:spPr bwMode="auto">
            <a:xfrm>
              <a:off x="624" y="2688"/>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5170" name="Line 50">
              <a:extLst>
                <a:ext uri="{FF2B5EF4-FFF2-40B4-BE49-F238E27FC236}">
                  <a16:creationId xmlns:a16="http://schemas.microsoft.com/office/drawing/2014/main" id="{FFF2AE5F-72AB-4F56-83AE-4FFF4B1E1442}"/>
                </a:ext>
              </a:extLst>
            </p:cNvPr>
            <p:cNvSpPr>
              <a:spLocks noChangeShapeType="1"/>
            </p:cNvSpPr>
            <p:nvPr/>
          </p:nvSpPr>
          <p:spPr bwMode="auto">
            <a:xfrm>
              <a:off x="1248" y="2688"/>
              <a:ext cx="0"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5171" name="Rectangle 51">
              <a:extLst>
                <a:ext uri="{FF2B5EF4-FFF2-40B4-BE49-F238E27FC236}">
                  <a16:creationId xmlns:a16="http://schemas.microsoft.com/office/drawing/2014/main" id="{A552478C-8B12-4C5F-AEFB-3480F24DF8E8}"/>
                </a:ext>
              </a:extLst>
            </p:cNvPr>
            <p:cNvSpPr>
              <a:spLocks noChangeArrowheads="1"/>
            </p:cNvSpPr>
            <p:nvPr/>
          </p:nvSpPr>
          <p:spPr bwMode="auto">
            <a:xfrm>
              <a:off x="1152" y="3216"/>
              <a:ext cx="192" cy="19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a:latin typeface="Arial" charset="0"/>
                <a:ea typeface="ＭＳ Ｐゴシック" charset="0"/>
              </a:endParaRPr>
            </a:p>
          </p:txBody>
        </p:sp>
      </p:grpSp>
      <p:grpSp>
        <p:nvGrpSpPr>
          <p:cNvPr id="5172" name="Group 52">
            <a:extLst>
              <a:ext uri="{FF2B5EF4-FFF2-40B4-BE49-F238E27FC236}">
                <a16:creationId xmlns:a16="http://schemas.microsoft.com/office/drawing/2014/main" id="{729446E9-89BD-03B6-9FAA-54D18925E603}"/>
              </a:ext>
            </a:extLst>
          </p:cNvPr>
          <p:cNvGrpSpPr>
            <a:grpSpLocks/>
          </p:cNvGrpSpPr>
          <p:nvPr/>
        </p:nvGrpSpPr>
        <p:grpSpPr bwMode="auto">
          <a:xfrm>
            <a:off x="5562600" y="1150778"/>
            <a:ext cx="457200" cy="1646238"/>
            <a:chOff x="3696" y="691"/>
            <a:chExt cx="288" cy="1037"/>
          </a:xfrm>
        </p:grpSpPr>
        <p:sp>
          <p:nvSpPr>
            <p:cNvPr id="5173" name="Oval 53">
              <a:extLst>
                <a:ext uri="{FF2B5EF4-FFF2-40B4-BE49-F238E27FC236}">
                  <a16:creationId xmlns:a16="http://schemas.microsoft.com/office/drawing/2014/main" id="{E53F0602-9025-43EE-832A-A4E4BE3B7951}"/>
                </a:ext>
              </a:extLst>
            </p:cNvPr>
            <p:cNvSpPr>
              <a:spLocks noChangeArrowheads="1"/>
            </p:cNvSpPr>
            <p:nvPr/>
          </p:nvSpPr>
          <p:spPr bwMode="auto">
            <a:xfrm>
              <a:off x="3771" y="115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b="1">
                <a:latin typeface="Arial" charset="0"/>
                <a:ea typeface="ＭＳ Ｐゴシック" charset="0"/>
              </a:endParaRPr>
            </a:p>
          </p:txBody>
        </p:sp>
        <p:sp>
          <p:nvSpPr>
            <p:cNvPr id="5174" name="Line 54">
              <a:extLst>
                <a:ext uri="{FF2B5EF4-FFF2-40B4-BE49-F238E27FC236}">
                  <a16:creationId xmlns:a16="http://schemas.microsoft.com/office/drawing/2014/main" id="{8D5C88FE-3428-4F77-9EE5-FD95C14BF7A8}"/>
                </a:ext>
              </a:extLst>
            </p:cNvPr>
            <p:cNvSpPr>
              <a:spLocks noChangeShapeType="1"/>
            </p:cNvSpPr>
            <p:nvPr/>
          </p:nvSpPr>
          <p:spPr bwMode="auto">
            <a:xfrm flipV="1">
              <a:off x="3792" y="864"/>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b="1">
                <a:latin typeface="Arial" charset="0"/>
                <a:ea typeface="ＭＳ Ｐゴシック" charset="0"/>
              </a:endParaRPr>
            </a:p>
          </p:txBody>
        </p:sp>
        <p:sp>
          <p:nvSpPr>
            <p:cNvPr id="5175" name="Line 55">
              <a:extLst>
                <a:ext uri="{FF2B5EF4-FFF2-40B4-BE49-F238E27FC236}">
                  <a16:creationId xmlns:a16="http://schemas.microsoft.com/office/drawing/2014/main" id="{586FE2F4-42CC-4E33-B511-5480DDBC22FF}"/>
                </a:ext>
              </a:extLst>
            </p:cNvPr>
            <p:cNvSpPr>
              <a:spLocks noChangeShapeType="1"/>
            </p:cNvSpPr>
            <p:nvPr/>
          </p:nvSpPr>
          <p:spPr bwMode="auto">
            <a:xfrm>
              <a:off x="3792" y="1200"/>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b="1">
                <a:latin typeface="Arial" charset="0"/>
                <a:ea typeface="ＭＳ Ｐゴシック" charset="0"/>
              </a:endParaRPr>
            </a:p>
          </p:txBody>
        </p:sp>
        <p:sp>
          <p:nvSpPr>
            <p:cNvPr id="5176" name="Text Box 56">
              <a:extLst>
                <a:ext uri="{FF2B5EF4-FFF2-40B4-BE49-F238E27FC236}">
                  <a16:creationId xmlns:a16="http://schemas.microsoft.com/office/drawing/2014/main" id="{1D964F19-A510-45D1-98A2-77C00FF7A370}"/>
                </a:ext>
              </a:extLst>
            </p:cNvPr>
            <p:cNvSpPr txBox="1">
              <a:spLocks noChangeArrowheads="1"/>
            </p:cNvSpPr>
            <p:nvPr/>
          </p:nvSpPr>
          <p:spPr bwMode="auto">
            <a:xfrm>
              <a:off x="3696" y="1555"/>
              <a:ext cx="28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sz="1200" b="1">
                  <a:latin typeface="Arial" charset="0"/>
                  <a:ea typeface="ＭＳ Ｐゴシック" charset="0"/>
                </a:rPr>
                <a:t>F</a:t>
              </a:r>
              <a:r>
                <a:rPr lang="en-US" sz="1200" b="1" baseline="-25000">
                  <a:latin typeface="Arial" charset="0"/>
                  <a:ea typeface="ＭＳ Ｐゴシック" charset="0"/>
                </a:rPr>
                <a:t>g</a:t>
              </a:r>
              <a:endParaRPr lang="en-US" sz="1200" b="1">
                <a:latin typeface="Arial" charset="0"/>
                <a:ea typeface="ＭＳ Ｐゴシック" charset="0"/>
              </a:endParaRPr>
            </a:p>
          </p:txBody>
        </p:sp>
        <p:sp>
          <p:nvSpPr>
            <p:cNvPr id="5177" name="Text Box 57">
              <a:extLst>
                <a:ext uri="{FF2B5EF4-FFF2-40B4-BE49-F238E27FC236}">
                  <a16:creationId xmlns:a16="http://schemas.microsoft.com/office/drawing/2014/main" id="{95EE0AFC-F4B7-4751-81A8-5768508C04B2}"/>
                </a:ext>
              </a:extLst>
            </p:cNvPr>
            <p:cNvSpPr txBox="1">
              <a:spLocks noChangeArrowheads="1"/>
            </p:cNvSpPr>
            <p:nvPr/>
          </p:nvSpPr>
          <p:spPr bwMode="auto">
            <a:xfrm>
              <a:off x="3696" y="691"/>
              <a:ext cx="28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sz="1200" b="1">
                  <a:latin typeface="Arial" charset="0"/>
                  <a:ea typeface="ＭＳ Ｐゴシック" charset="0"/>
                </a:rPr>
                <a:t>T</a:t>
              </a:r>
            </a:p>
          </p:txBody>
        </p:sp>
        <p:sp>
          <p:nvSpPr>
            <p:cNvPr id="5178" name="Line 58">
              <a:extLst>
                <a:ext uri="{FF2B5EF4-FFF2-40B4-BE49-F238E27FC236}">
                  <a16:creationId xmlns:a16="http://schemas.microsoft.com/office/drawing/2014/main" id="{20BCEF81-9E8C-4E14-B7A0-899644E3DC28}"/>
                </a:ext>
              </a:extLst>
            </p:cNvPr>
            <p:cNvSpPr>
              <a:spLocks noChangeShapeType="1"/>
            </p:cNvSpPr>
            <p:nvPr/>
          </p:nvSpPr>
          <p:spPr bwMode="auto">
            <a:xfrm>
              <a:off x="3744" y="1566"/>
              <a:ext cx="96" cy="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b="1">
                <a:latin typeface="Arial" charset="0"/>
                <a:ea typeface="ＭＳ Ｐゴシック" charset="0"/>
              </a:endParaRPr>
            </a:p>
          </p:txBody>
        </p:sp>
        <p:sp>
          <p:nvSpPr>
            <p:cNvPr id="5179" name="Line 59">
              <a:extLst>
                <a:ext uri="{FF2B5EF4-FFF2-40B4-BE49-F238E27FC236}">
                  <a16:creationId xmlns:a16="http://schemas.microsoft.com/office/drawing/2014/main" id="{D9D7305A-6554-4B82-999E-DC69C66A856E}"/>
                </a:ext>
              </a:extLst>
            </p:cNvPr>
            <p:cNvSpPr>
              <a:spLocks noChangeShapeType="1"/>
            </p:cNvSpPr>
            <p:nvPr/>
          </p:nvSpPr>
          <p:spPr bwMode="auto">
            <a:xfrm>
              <a:off x="3744" y="720"/>
              <a:ext cx="96" cy="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b="1">
                <a:latin typeface="Arial" charset="0"/>
                <a:ea typeface="ＭＳ Ｐゴシック" charset="0"/>
              </a:endParaRPr>
            </a:p>
          </p:txBody>
        </p:sp>
      </p:grpSp>
      <mc:AlternateContent xmlns:mc="http://schemas.openxmlformats.org/markup-compatibility/2006" xmlns:a14="http://schemas.microsoft.com/office/drawing/2010/main">
        <mc:Choice Requires="a14">
          <p:sp>
            <p:nvSpPr>
              <p:cNvPr id="5183" name="Object 63">
                <a:extLst>
                  <a:ext uri="{FF2B5EF4-FFF2-40B4-BE49-F238E27FC236}">
                    <a16:creationId xmlns:a16="http://schemas.microsoft.com/office/drawing/2014/main" id="{73F9C0A1-DDB2-E5B7-096F-E705D643B440}"/>
                  </a:ext>
                </a:extLst>
              </p:cNvPr>
              <p:cNvSpPr txBox="1"/>
              <p:nvPr/>
            </p:nvSpPr>
            <p:spPr bwMode="auto">
              <a:xfrm>
                <a:off x="7542245" y="1526690"/>
                <a:ext cx="3313081" cy="1065212"/>
              </a:xfrm>
              <a:prstGeom prst="rect">
                <a:avLst/>
              </a:prstGeom>
              <a:noFill/>
              <a:ln>
                <a:noFill/>
              </a:ln>
              <a:effectLst/>
            </p:spPr>
            <p:txBody>
              <a:bodyPr>
                <a:noAutofit/>
              </a:bodyPr>
              <a:lstStyle/>
              <a:p>
                <a:pPr/>
                <a14:m>
                  <m:oMathPara xmlns:m="http://schemas.openxmlformats.org/officeDocument/2006/math">
                    <m:oMathParaPr>
                      <m:jc m:val="left"/>
                    </m:oMathParaPr>
                    <m:oMath>
                      <m:nary>
                        <m:naryPr>
                          <m:chr m:val="∑"/>
                          <m:subHide m:val="on"/>
                          <m:supHide m:val="on"/>
                          <m:ctrlPr>
                            <a:rPr lang="en-US" sz="2000" i="1">
                              <a:solidFill>
                                <a:srgbClr val="000000"/>
                              </a:solidFill>
                              <a:latin typeface="Cambria Math" panose="02040503050406030204" pitchFamily="18" charset="0"/>
                            </a:rPr>
                          </m:ctrlPr>
                        </m:naryPr>
                        <m:sub/>
                        <m:sup/>
                        <m:e>
                          <m:sSub>
                            <m:sSubPr>
                              <m:ctrlPr>
                                <a:rPr lang="en-US" sz="2000">
                                  <a:solidFill>
                                    <a:srgbClr val="000000"/>
                                  </a:solidFill>
                                  <a:latin typeface="Cambria Math" panose="02040503050406030204" pitchFamily="18" charset="0"/>
                                </a:rPr>
                              </m:ctrlPr>
                            </m:sSubPr>
                            <m:e>
                              <m:r>
                                <m:rPr>
                                  <m:sty m:val="p"/>
                                </m:rPr>
                                <a:rPr lang="en-US" sz="2000">
                                  <a:solidFill>
                                    <a:srgbClr val="000000"/>
                                  </a:solidFill>
                                  <a:latin typeface="Cambria Math" panose="02040503050406030204" pitchFamily="18" charset="0"/>
                                </a:rPr>
                                <m:t>F</m:t>
                              </m:r>
                            </m:e>
                            <m:sub>
                              <m:r>
                                <m:rPr>
                                  <m:sty m:val="p"/>
                                </m:rPr>
                                <a:rPr lang="en-US" sz="2000">
                                  <a:solidFill>
                                    <a:srgbClr val="000000"/>
                                  </a:solidFill>
                                  <a:latin typeface="Cambria Math" panose="02040503050406030204" pitchFamily="18" charset="0"/>
                                </a:rPr>
                                <m:t>y</m:t>
                              </m:r>
                            </m:sub>
                          </m:sSub>
                        </m:e>
                      </m:nary>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𝑇</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𝑊</m:t>
                      </m:r>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𝐹</m:t>
                          </m:r>
                        </m:e>
                        <m:sub>
                          <m:r>
                            <a:rPr lang="en-US" sz="2000" i="1">
                              <a:solidFill>
                                <a:srgbClr val="000000"/>
                              </a:solidFill>
                              <a:latin typeface="Cambria Math" panose="02040503050406030204" pitchFamily="18" charset="0"/>
                            </a:rPr>
                            <m:t>𝑔</m:t>
                          </m:r>
                        </m:sub>
                      </m:sSub>
                      <m:r>
                        <a:rPr lang="en-US" sz="2000" i="1">
                          <a:solidFill>
                            <a:srgbClr val="000000"/>
                          </a:solidFill>
                          <a:latin typeface="Cambria Math" panose="02040503050406030204" pitchFamily="18" charset="0"/>
                        </a:rPr>
                        <m:t>)=0</m:t>
                      </m:r>
                    </m:oMath>
                  </m:oMathPara>
                </a14:m>
                <a:endParaRPr lang="en-US" sz="2000" dirty="0"/>
              </a:p>
            </p:txBody>
          </p:sp>
        </mc:Choice>
        <mc:Fallback xmlns="">
          <p:sp>
            <p:nvSpPr>
              <p:cNvPr id="5183" name="Object 63">
                <a:extLst>
                  <a:ext uri="{FF2B5EF4-FFF2-40B4-BE49-F238E27FC236}">
                    <a16:creationId xmlns:a16="http://schemas.microsoft.com/office/drawing/2014/main" id="{73F9C0A1-DDB2-E5B7-096F-E705D643B440}"/>
                  </a:ext>
                </a:extLst>
              </p:cNvPr>
              <p:cNvSpPr txBox="1">
                <a:spLocks noRot="1" noChangeAspect="1" noMove="1" noResize="1" noEditPoints="1" noAdjustHandles="1" noChangeArrowheads="1" noChangeShapeType="1" noTextEdit="1"/>
              </p:cNvSpPr>
              <p:nvPr/>
            </p:nvSpPr>
            <p:spPr bwMode="auto">
              <a:xfrm>
                <a:off x="7542245" y="1526690"/>
                <a:ext cx="3313081" cy="1065212"/>
              </a:xfrm>
              <a:prstGeom prst="rect">
                <a:avLst/>
              </a:prstGeom>
              <a:blipFill>
                <a:blip r:embed="rId3"/>
                <a:stretch>
                  <a:fillRect/>
                </a:stretch>
              </a:blipFill>
              <a:ln>
                <a:noFill/>
              </a:ln>
              <a:effectLst/>
            </p:spPr>
            <p:txBody>
              <a:bodyPr/>
              <a:lstStyle/>
              <a:p>
                <a:r>
                  <a:rPr lang="en-US">
                    <a:noFill/>
                  </a:rPr>
                  <a:t> </a:t>
                </a:r>
              </a:p>
            </p:txBody>
          </p:sp>
        </mc:Fallback>
      </mc:AlternateContent>
      <p:sp>
        <p:nvSpPr>
          <p:cNvPr id="5" name="Text Box 69">
            <a:extLst>
              <a:ext uri="{FF2B5EF4-FFF2-40B4-BE49-F238E27FC236}">
                <a16:creationId xmlns:a16="http://schemas.microsoft.com/office/drawing/2014/main" id="{47935EEA-7079-4106-911C-A6E49E64DEBF}"/>
              </a:ext>
            </a:extLst>
          </p:cNvPr>
          <p:cNvSpPr txBox="1">
            <a:spLocks noChangeArrowheads="1"/>
          </p:cNvSpPr>
          <p:nvPr/>
        </p:nvSpPr>
        <p:spPr bwMode="auto">
          <a:xfrm>
            <a:off x="3894137" y="2839614"/>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spcBef>
                <a:spcPct val="50000"/>
              </a:spcBef>
              <a:defRPr/>
            </a:pPr>
            <a:r>
              <a:rPr lang="en-US" sz="1200">
                <a:latin typeface="Arial" charset="0"/>
                <a:ea typeface="ＭＳ Ｐゴシック" charset="0"/>
              </a:rPr>
              <a:t>Direction of motion</a:t>
            </a:r>
          </a:p>
        </p:txBody>
      </p:sp>
      <p:grpSp>
        <p:nvGrpSpPr>
          <p:cNvPr id="6" name="Group 5">
            <a:extLst>
              <a:ext uri="{FF2B5EF4-FFF2-40B4-BE49-F238E27FC236}">
                <a16:creationId xmlns:a16="http://schemas.microsoft.com/office/drawing/2014/main" id="{6DA13379-6709-0F90-43FD-AD933F5E0DAE}"/>
              </a:ext>
            </a:extLst>
          </p:cNvPr>
          <p:cNvGrpSpPr>
            <a:grpSpLocks/>
          </p:cNvGrpSpPr>
          <p:nvPr/>
        </p:nvGrpSpPr>
        <p:grpSpPr bwMode="auto">
          <a:xfrm>
            <a:off x="1760537" y="3068215"/>
            <a:ext cx="2590800" cy="1463675"/>
            <a:chOff x="144" y="1584"/>
            <a:chExt cx="1632" cy="922"/>
          </a:xfrm>
        </p:grpSpPr>
        <p:sp>
          <p:nvSpPr>
            <p:cNvPr id="24" name="Line 66">
              <a:extLst>
                <a:ext uri="{FF2B5EF4-FFF2-40B4-BE49-F238E27FC236}">
                  <a16:creationId xmlns:a16="http://schemas.microsoft.com/office/drawing/2014/main" id="{A9EADFDD-8670-42EA-A2BD-9C299208F4DE}"/>
                </a:ext>
              </a:extLst>
            </p:cNvPr>
            <p:cNvSpPr>
              <a:spLocks noChangeShapeType="1"/>
            </p:cNvSpPr>
            <p:nvPr/>
          </p:nvSpPr>
          <p:spPr bwMode="auto">
            <a:xfrm>
              <a:off x="144" y="1584"/>
              <a:ext cx="1632" cy="9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a:latin typeface="Arial" charset="0"/>
                <a:ea typeface="ＭＳ Ｐゴシック" charset="0"/>
              </a:endParaRPr>
            </a:p>
          </p:txBody>
        </p:sp>
        <p:sp>
          <p:nvSpPr>
            <p:cNvPr id="25" name="Line 67">
              <a:extLst>
                <a:ext uri="{FF2B5EF4-FFF2-40B4-BE49-F238E27FC236}">
                  <a16:creationId xmlns:a16="http://schemas.microsoft.com/office/drawing/2014/main" id="{0BBA92A6-667E-4AEC-B94C-07D9C1AC9AA6}"/>
                </a:ext>
              </a:extLst>
            </p:cNvPr>
            <p:cNvSpPr>
              <a:spLocks noChangeShapeType="1"/>
            </p:cNvSpPr>
            <p:nvPr/>
          </p:nvSpPr>
          <p:spPr bwMode="auto">
            <a:xfrm flipH="1">
              <a:off x="192" y="2496"/>
              <a:ext cx="15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a:latin typeface="Arial" charset="0"/>
                <a:ea typeface="ＭＳ Ｐゴシック" charset="0"/>
              </a:endParaRPr>
            </a:p>
          </p:txBody>
        </p:sp>
        <p:sp>
          <p:nvSpPr>
            <p:cNvPr id="26" name="Rectangle 25">
              <a:extLst>
                <a:ext uri="{FF2B5EF4-FFF2-40B4-BE49-F238E27FC236}">
                  <a16:creationId xmlns:a16="http://schemas.microsoft.com/office/drawing/2014/main" id="{157248F6-3BDF-463C-B912-2DB3E24CC3EC}"/>
                </a:ext>
              </a:extLst>
            </p:cNvPr>
            <p:cNvSpPr>
              <a:spLocks noChangeArrowheads="1"/>
            </p:cNvSpPr>
            <p:nvPr/>
          </p:nvSpPr>
          <p:spPr bwMode="auto">
            <a:xfrm rot="1670968">
              <a:off x="912" y="1872"/>
              <a:ext cx="288" cy="19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a:latin typeface="Arial" charset="0"/>
                <a:ea typeface="ＭＳ Ｐゴシック" charset="0"/>
              </a:endParaRPr>
            </a:p>
          </p:txBody>
        </p:sp>
        <p:sp>
          <p:nvSpPr>
            <p:cNvPr id="27" name="Line 70">
              <a:extLst>
                <a:ext uri="{FF2B5EF4-FFF2-40B4-BE49-F238E27FC236}">
                  <a16:creationId xmlns:a16="http://schemas.microsoft.com/office/drawing/2014/main" id="{00FB9AFB-C2A1-4D72-978F-C921379C589D}"/>
                </a:ext>
              </a:extLst>
            </p:cNvPr>
            <p:cNvSpPr>
              <a:spLocks noChangeShapeType="1"/>
            </p:cNvSpPr>
            <p:nvPr/>
          </p:nvSpPr>
          <p:spPr bwMode="auto">
            <a:xfrm>
              <a:off x="1344" y="1584"/>
              <a:ext cx="336"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a:latin typeface="Arial" charset="0"/>
                <a:ea typeface="ＭＳ Ｐゴシック" charset="0"/>
              </a:endParaRPr>
            </a:p>
          </p:txBody>
        </p:sp>
        <p:sp>
          <p:nvSpPr>
            <p:cNvPr id="28" name="Text Box 79">
              <a:extLst>
                <a:ext uri="{FF2B5EF4-FFF2-40B4-BE49-F238E27FC236}">
                  <a16:creationId xmlns:a16="http://schemas.microsoft.com/office/drawing/2014/main" id="{9131BF7F-AE95-4F0C-A744-FF2AAF24AC96}"/>
                </a:ext>
              </a:extLst>
            </p:cNvPr>
            <p:cNvSpPr txBox="1">
              <a:spLocks noChangeArrowheads="1"/>
            </p:cNvSpPr>
            <p:nvPr/>
          </p:nvSpPr>
          <p:spPr bwMode="auto">
            <a:xfrm>
              <a:off x="1440" y="2352"/>
              <a:ext cx="33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spcBef>
                  <a:spcPct val="50000"/>
                </a:spcBef>
                <a:defRPr/>
              </a:pPr>
              <a:r>
                <a:rPr lang="el-GR" altLang="en-US" sz="1000">
                  <a:cs typeface="Arial" pitchFamily="34" charset="0"/>
                </a:rPr>
                <a:t>θ</a:t>
              </a:r>
            </a:p>
          </p:txBody>
        </p:sp>
      </p:grpSp>
      <p:sp>
        <p:nvSpPr>
          <p:cNvPr id="9" name="Text Box 121">
            <a:extLst>
              <a:ext uri="{FF2B5EF4-FFF2-40B4-BE49-F238E27FC236}">
                <a16:creationId xmlns:a16="http://schemas.microsoft.com/office/drawing/2014/main" id="{DCD1ACFB-36B5-4C26-9E06-2EE35D24775C}"/>
              </a:ext>
            </a:extLst>
          </p:cNvPr>
          <p:cNvSpPr txBox="1">
            <a:spLocks noChangeArrowheads="1"/>
          </p:cNvSpPr>
          <p:nvPr/>
        </p:nvSpPr>
        <p:spPr bwMode="auto">
          <a:xfrm>
            <a:off x="1989137" y="4516014"/>
            <a:ext cx="15240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spcBef>
                <a:spcPct val="50000"/>
              </a:spcBef>
              <a:defRPr/>
            </a:pPr>
            <a:r>
              <a:rPr lang="en-US" sz="1200">
                <a:latin typeface="Arial" charset="0"/>
                <a:ea typeface="ＭＳ Ｐゴシック" charset="0"/>
              </a:rPr>
              <a:t>NO friction</a:t>
            </a:r>
          </a:p>
        </p:txBody>
      </p:sp>
      <p:sp>
        <p:nvSpPr>
          <p:cNvPr id="34" name="Text Box 120">
            <a:extLst>
              <a:ext uri="{FF2B5EF4-FFF2-40B4-BE49-F238E27FC236}">
                <a16:creationId xmlns:a16="http://schemas.microsoft.com/office/drawing/2014/main" id="{573F9338-30E9-418F-AA93-3B209093C876}"/>
              </a:ext>
            </a:extLst>
          </p:cNvPr>
          <p:cNvSpPr txBox="1">
            <a:spLocks noChangeArrowheads="1"/>
          </p:cNvSpPr>
          <p:nvPr/>
        </p:nvSpPr>
        <p:spPr bwMode="auto">
          <a:xfrm>
            <a:off x="1824831" y="6419462"/>
            <a:ext cx="15240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spcBef>
                <a:spcPct val="50000"/>
              </a:spcBef>
              <a:defRPr/>
            </a:pPr>
            <a:r>
              <a:rPr lang="en-US" sz="1200">
                <a:latin typeface="Arial" charset="0"/>
                <a:ea typeface="ＭＳ Ｐゴシック" charset="0"/>
              </a:rPr>
              <a:t>With friction</a:t>
            </a:r>
          </a:p>
        </p:txBody>
      </p:sp>
      <p:sp>
        <p:nvSpPr>
          <p:cNvPr id="51" name="Text Box 19">
            <a:extLst>
              <a:ext uri="{FF2B5EF4-FFF2-40B4-BE49-F238E27FC236}">
                <a16:creationId xmlns:a16="http://schemas.microsoft.com/office/drawing/2014/main" id="{7D458F5E-4889-F01E-18FA-42C897F9CAAD}"/>
              </a:ext>
            </a:extLst>
          </p:cNvPr>
          <p:cNvSpPr txBox="1">
            <a:spLocks noChangeArrowheads="1"/>
          </p:cNvSpPr>
          <p:nvPr/>
        </p:nvSpPr>
        <p:spPr bwMode="auto">
          <a:xfrm>
            <a:off x="1981200" y="189725"/>
            <a:ext cx="8382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sz="2800" b="1">
                <a:solidFill>
                  <a:schemeClr val="bg1"/>
                </a:solidFill>
                <a:latin typeface="Arial" charset="0"/>
                <a:ea typeface="ＭＳ Ｐゴシック" charset="0"/>
              </a:rPr>
              <a:t>DRAW THE FREE-BODY DIAGRAM OF FORCES</a:t>
            </a:r>
          </a:p>
        </p:txBody>
      </p:sp>
      <p:grpSp>
        <p:nvGrpSpPr>
          <p:cNvPr id="56" name="Group 55">
            <a:extLst>
              <a:ext uri="{FF2B5EF4-FFF2-40B4-BE49-F238E27FC236}">
                <a16:creationId xmlns:a16="http://schemas.microsoft.com/office/drawing/2014/main" id="{41AAC727-0AD7-94B5-C8B3-6293BE781F10}"/>
              </a:ext>
            </a:extLst>
          </p:cNvPr>
          <p:cNvGrpSpPr/>
          <p:nvPr/>
        </p:nvGrpSpPr>
        <p:grpSpPr>
          <a:xfrm>
            <a:off x="5113346" y="3112965"/>
            <a:ext cx="1524004" cy="1623877"/>
            <a:chOff x="3589346" y="3112964"/>
            <a:chExt cx="1524004" cy="1623877"/>
          </a:xfrm>
        </p:grpSpPr>
        <p:grpSp>
          <p:nvGrpSpPr>
            <p:cNvPr id="8" name="Group 7">
              <a:extLst>
                <a:ext uri="{FF2B5EF4-FFF2-40B4-BE49-F238E27FC236}">
                  <a16:creationId xmlns:a16="http://schemas.microsoft.com/office/drawing/2014/main" id="{AADAF0B1-D619-637F-14FF-4A71DA5E7DFA}"/>
                </a:ext>
              </a:extLst>
            </p:cNvPr>
            <p:cNvGrpSpPr>
              <a:grpSpLocks/>
            </p:cNvGrpSpPr>
            <p:nvPr/>
          </p:nvGrpSpPr>
          <p:grpSpPr bwMode="auto">
            <a:xfrm>
              <a:off x="3589346" y="3136640"/>
              <a:ext cx="1524004" cy="1600201"/>
              <a:chOff x="2256" y="1680"/>
              <a:chExt cx="960" cy="1008"/>
            </a:xfrm>
          </p:grpSpPr>
          <p:sp>
            <p:nvSpPr>
              <p:cNvPr id="10" name="Oval 9">
                <a:extLst>
                  <a:ext uri="{FF2B5EF4-FFF2-40B4-BE49-F238E27FC236}">
                    <a16:creationId xmlns:a16="http://schemas.microsoft.com/office/drawing/2014/main" id="{12A61674-3810-4EB1-B1CE-011222E0F5D7}"/>
                  </a:ext>
                </a:extLst>
              </p:cNvPr>
              <p:cNvSpPr>
                <a:spLocks noChangeArrowheads="1"/>
              </p:cNvSpPr>
              <p:nvPr/>
            </p:nvSpPr>
            <p:spPr bwMode="auto">
              <a:xfrm>
                <a:off x="2619" y="2083"/>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b="1">
                  <a:latin typeface="Arial" charset="0"/>
                  <a:ea typeface="ＭＳ Ｐゴシック" charset="0"/>
                </a:endParaRPr>
              </a:p>
            </p:txBody>
          </p:sp>
          <p:sp>
            <p:nvSpPr>
              <p:cNvPr id="11" name="Line 27">
                <a:extLst>
                  <a:ext uri="{FF2B5EF4-FFF2-40B4-BE49-F238E27FC236}">
                    <a16:creationId xmlns:a16="http://schemas.microsoft.com/office/drawing/2014/main" id="{951C5455-3EBB-4F3D-8527-5028FEDB7FB6}"/>
                  </a:ext>
                </a:extLst>
              </p:cNvPr>
              <p:cNvSpPr>
                <a:spLocks noChangeShapeType="1"/>
              </p:cNvSpPr>
              <p:nvPr/>
            </p:nvSpPr>
            <p:spPr bwMode="auto">
              <a:xfrm flipV="1">
                <a:off x="2640" y="1824"/>
                <a:ext cx="192"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b="1">
                  <a:latin typeface="Arial" charset="0"/>
                  <a:ea typeface="ＭＳ Ｐゴシック" charset="0"/>
                </a:endParaRPr>
              </a:p>
            </p:txBody>
          </p:sp>
          <p:sp>
            <p:nvSpPr>
              <p:cNvPr id="12" name="Line 28">
                <a:extLst>
                  <a:ext uri="{FF2B5EF4-FFF2-40B4-BE49-F238E27FC236}">
                    <a16:creationId xmlns:a16="http://schemas.microsoft.com/office/drawing/2014/main" id="{677C2552-B680-44B8-9EBD-68F01C0AC5A6}"/>
                  </a:ext>
                </a:extLst>
              </p:cNvPr>
              <p:cNvSpPr>
                <a:spLocks noChangeShapeType="1"/>
              </p:cNvSpPr>
              <p:nvPr/>
            </p:nvSpPr>
            <p:spPr bwMode="auto">
              <a:xfrm>
                <a:off x="2640" y="2112"/>
                <a:ext cx="0" cy="38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b="1">
                  <a:latin typeface="Arial" charset="0"/>
                  <a:ea typeface="ＭＳ Ｐゴシック" charset="0"/>
                </a:endParaRPr>
              </a:p>
            </p:txBody>
          </p:sp>
          <p:sp>
            <p:nvSpPr>
              <p:cNvPr id="13" name="Text Box 29">
                <a:extLst>
                  <a:ext uri="{FF2B5EF4-FFF2-40B4-BE49-F238E27FC236}">
                    <a16:creationId xmlns:a16="http://schemas.microsoft.com/office/drawing/2014/main" id="{909233D1-2882-46F5-BCDB-7F9026E74D2F}"/>
                  </a:ext>
                </a:extLst>
              </p:cNvPr>
              <p:cNvSpPr txBox="1">
                <a:spLocks noChangeArrowheads="1"/>
              </p:cNvSpPr>
              <p:nvPr/>
            </p:nvSpPr>
            <p:spPr bwMode="auto">
              <a:xfrm>
                <a:off x="2544" y="2515"/>
                <a:ext cx="28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spcBef>
                    <a:spcPct val="50000"/>
                  </a:spcBef>
                  <a:defRPr/>
                </a:pPr>
                <a:r>
                  <a:rPr lang="en-US" sz="1200" b="1">
                    <a:latin typeface="Arial" charset="0"/>
                    <a:ea typeface="ＭＳ Ｐゴシック" charset="0"/>
                  </a:rPr>
                  <a:t>F</a:t>
                </a:r>
                <a:r>
                  <a:rPr lang="en-US" sz="1200" b="1" baseline="-25000">
                    <a:latin typeface="Arial" charset="0"/>
                    <a:ea typeface="ＭＳ Ｐゴシック" charset="0"/>
                  </a:rPr>
                  <a:t>g</a:t>
                </a:r>
                <a:endParaRPr lang="en-US" sz="1200" b="1">
                  <a:latin typeface="Arial" charset="0"/>
                  <a:ea typeface="ＭＳ Ｐゴシック" charset="0"/>
                </a:endParaRPr>
              </a:p>
            </p:txBody>
          </p:sp>
          <p:sp>
            <p:nvSpPr>
              <p:cNvPr id="14" name="Line 31">
                <a:extLst>
                  <a:ext uri="{FF2B5EF4-FFF2-40B4-BE49-F238E27FC236}">
                    <a16:creationId xmlns:a16="http://schemas.microsoft.com/office/drawing/2014/main" id="{A7CF1C25-D777-4FFC-B688-B8A3B34C651A}"/>
                  </a:ext>
                </a:extLst>
              </p:cNvPr>
              <p:cNvSpPr>
                <a:spLocks noChangeShapeType="1"/>
              </p:cNvSpPr>
              <p:nvPr/>
            </p:nvSpPr>
            <p:spPr bwMode="auto">
              <a:xfrm>
                <a:off x="2592" y="2544"/>
                <a:ext cx="96" cy="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b="1">
                  <a:latin typeface="Arial" charset="0"/>
                  <a:ea typeface="ＭＳ Ｐゴシック" charset="0"/>
                </a:endParaRPr>
              </a:p>
            </p:txBody>
          </p:sp>
          <p:sp>
            <p:nvSpPr>
              <p:cNvPr id="16" name="Line 73">
                <a:extLst>
                  <a:ext uri="{FF2B5EF4-FFF2-40B4-BE49-F238E27FC236}">
                    <a16:creationId xmlns:a16="http://schemas.microsoft.com/office/drawing/2014/main" id="{DA1B4358-DEB6-4CE5-84A8-5347FCF8BA62}"/>
                  </a:ext>
                </a:extLst>
              </p:cNvPr>
              <p:cNvSpPr>
                <a:spLocks noChangeShapeType="1"/>
              </p:cNvSpPr>
              <p:nvPr/>
            </p:nvSpPr>
            <p:spPr bwMode="auto">
              <a:xfrm>
                <a:off x="2832" y="1680"/>
                <a:ext cx="96" cy="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b="1">
                  <a:latin typeface="Arial" charset="0"/>
                  <a:ea typeface="ＭＳ Ｐゴシック" charset="0"/>
                </a:endParaRPr>
              </a:p>
            </p:txBody>
          </p:sp>
          <p:sp>
            <p:nvSpPr>
              <p:cNvPr id="17" name="Line 75">
                <a:extLst>
                  <a:ext uri="{FF2B5EF4-FFF2-40B4-BE49-F238E27FC236}">
                    <a16:creationId xmlns:a16="http://schemas.microsoft.com/office/drawing/2014/main" id="{64BDB47E-EA81-4462-B695-E5EBFF409B08}"/>
                  </a:ext>
                </a:extLst>
              </p:cNvPr>
              <p:cNvSpPr>
                <a:spLocks noChangeShapeType="1"/>
              </p:cNvSpPr>
              <p:nvPr/>
            </p:nvSpPr>
            <p:spPr bwMode="auto">
              <a:xfrm flipV="1">
                <a:off x="2352" y="1968"/>
                <a:ext cx="384" cy="576"/>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b="1">
                  <a:latin typeface="Arial" charset="0"/>
                  <a:ea typeface="ＭＳ Ｐゴシック" charset="0"/>
                </a:endParaRPr>
              </a:p>
            </p:txBody>
          </p:sp>
          <p:sp>
            <p:nvSpPr>
              <p:cNvPr id="18" name="Line 76">
                <a:extLst>
                  <a:ext uri="{FF2B5EF4-FFF2-40B4-BE49-F238E27FC236}">
                    <a16:creationId xmlns:a16="http://schemas.microsoft.com/office/drawing/2014/main" id="{8F647C89-522E-4D16-A132-F7C6BDE8A54C}"/>
                  </a:ext>
                </a:extLst>
              </p:cNvPr>
              <p:cNvSpPr>
                <a:spLocks noChangeShapeType="1"/>
              </p:cNvSpPr>
              <p:nvPr/>
            </p:nvSpPr>
            <p:spPr bwMode="auto">
              <a:xfrm>
                <a:off x="2256" y="1872"/>
                <a:ext cx="816" cy="48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b="1">
                  <a:latin typeface="Arial" charset="0"/>
                  <a:ea typeface="ＭＳ Ｐゴシック" charset="0"/>
                </a:endParaRPr>
              </a:p>
            </p:txBody>
          </p:sp>
          <p:sp>
            <p:nvSpPr>
              <p:cNvPr id="19" name="Line 77">
                <a:extLst>
                  <a:ext uri="{FF2B5EF4-FFF2-40B4-BE49-F238E27FC236}">
                    <a16:creationId xmlns:a16="http://schemas.microsoft.com/office/drawing/2014/main" id="{2162E1E6-D34F-4B05-935E-4E28CAE380E8}"/>
                  </a:ext>
                </a:extLst>
              </p:cNvPr>
              <p:cNvSpPr>
                <a:spLocks noChangeShapeType="1"/>
              </p:cNvSpPr>
              <p:nvPr/>
            </p:nvSpPr>
            <p:spPr bwMode="auto">
              <a:xfrm>
                <a:off x="2448" y="2400"/>
                <a:ext cx="192" cy="96"/>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b="1">
                  <a:latin typeface="Arial" charset="0"/>
                  <a:ea typeface="ＭＳ Ｐゴシック" charset="0"/>
                </a:endParaRPr>
              </a:p>
            </p:txBody>
          </p:sp>
          <p:sp>
            <p:nvSpPr>
              <p:cNvPr id="20" name="Line 78">
                <a:extLst>
                  <a:ext uri="{FF2B5EF4-FFF2-40B4-BE49-F238E27FC236}">
                    <a16:creationId xmlns:a16="http://schemas.microsoft.com/office/drawing/2014/main" id="{822F3207-E409-4654-B0E8-F5D8C9929816}"/>
                  </a:ext>
                </a:extLst>
              </p:cNvPr>
              <p:cNvSpPr>
                <a:spLocks noChangeShapeType="1"/>
              </p:cNvSpPr>
              <p:nvPr/>
            </p:nvSpPr>
            <p:spPr bwMode="auto">
              <a:xfrm flipV="1">
                <a:off x="2640" y="2208"/>
                <a:ext cx="192" cy="288"/>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b="1">
                  <a:latin typeface="Arial" charset="0"/>
                  <a:ea typeface="ＭＳ Ｐゴシック" charset="0"/>
                </a:endParaRPr>
              </a:p>
            </p:txBody>
          </p:sp>
          <p:sp>
            <p:nvSpPr>
              <p:cNvPr id="21" name="Text Box 106">
                <a:extLst>
                  <a:ext uri="{FF2B5EF4-FFF2-40B4-BE49-F238E27FC236}">
                    <a16:creationId xmlns:a16="http://schemas.microsoft.com/office/drawing/2014/main" id="{26004924-5DAC-44C1-817C-E071A2BA4E22}"/>
                  </a:ext>
                </a:extLst>
              </p:cNvPr>
              <p:cNvSpPr txBox="1">
                <a:spLocks noChangeArrowheads="1"/>
              </p:cNvSpPr>
              <p:nvPr/>
            </p:nvSpPr>
            <p:spPr bwMode="auto">
              <a:xfrm>
                <a:off x="2522" y="2150"/>
                <a:ext cx="288"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spcBef>
                    <a:spcPct val="50000"/>
                  </a:spcBef>
                  <a:defRPr/>
                </a:pPr>
                <a:r>
                  <a:rPr lang="el-GR" altLang="en-US" sz="1000" b="1">
                    <a:cs typeface="Arial" pitchFamily="34" charset="0"/>
                  </a:rPr>
                  <a:t>θ</a:t>
                </a:r>
              </a:p>
            </p:txBody>
          </p:sp>
          <p:sp>
            <p:nvSpPr>
              <p:cNvPr id="22" name="Text Box 107">
                <a:extLst>
                  <a:ext uri="{FF2B5EF4-FFF2-40B4-BE49-F238E27FC236}">
                    <a16:creationId xmlns:a16="http://schemas.microsoft.com/office/drawing/2014/main" id="{3626D753-A98E-404F-9051-B7301B4560F6}"/>
                  </a:ext>
                </a:extLst>
              </p:cNvPr>
              <p:cNvSpPr txBox="1">
                <a:spLocks noChangeArrowheads="1"/>
              </p:cNvSpPr>
              <p:nvPr/>
            </p:nvSpPr>
            <p:spPr bwMode="auto">
              <a:xfrm>
                <a:off x="2256" y="2496"/>
                <a:ext cx="192"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spcBef>
                    <a:spcPct val="50000"/>
                  </a:spcBef>
                  <a:defRPr/>
                </a:pPr>
                <a:r>
                  <a:rPr lang="en-US" sz="1000" b="1" i="1">
                    <a:latin typeface="Times New Roman" charset="0"/>
                    <a:ea typeface="ＭＳ Ｐゴシック" charset="0"/>
                  </a:rPr>
                  <a:t>y</a:t>
                </a:r>
              </a:p>
            </p:txBody>
          </p:sp>
          <p:sp>
            <p:nvSpPr>
              <p:cNvPr id="23" name="Text Box 108">
                <a:extLst>
                  <a:ext uri="{FF2B5EF4-FFF2-40B4-BE49-F238E27FC236}">
                    <a16:creationId xmlns:a16="http://schemas.microsoft.com/office/drawing/2014/main" id="{D77481AC-7819-4769-AECA-23D5CBD57E9C}"/>
                  </a:ext>
                </a:extLst>
              </p:cNvPr>
              <p:cNvSpPr txBox="1">
                <a:spLocks noChangeArrowheads="1"/>
              </p:cNvSpPr>
              <p:nvPr/>
            </p:nvSpPr>
            <p:spPr bwMode="auto">
              <a:xfrm>
                <a:off x="3024" y="2294"/>
                <a:ext cx="192"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spcBef>
                    <a:spcPct val="50000"/>
                  </a:spcBef>
                  <a:defRPr/>
                </a:pPr>
                <a:r>
                  <a:rPr lang="en-US" sz="1000" b="1" i="1">
                    <a:latin typeface="Times New Roman" charset="0"/>
                    <a:ea typeface="ＭＳ Ｐゴシック" charset="0"/>
                  </a:rPr>
                  <a:t>x</a:t>
                </a:r>
              </a:p>
            </p:txBody>
          </p:sp>
        </p:grpSp>
        <p:sp>
          <p:nvSpPr>
            <p:cNvPr id="55" name="Text Box 28">
              <a:extLst>
                <a:ext uri="{FF2B5EF4-FFF2-40B4-BE49-F238E27FC236}">
                  <a16:creationId xmlns:a16="http://schemas.microsoft.com/office/drawing/2014/main" id="{A88F8DB4-1BF3-8535-565B-C83CB917B384}"/>
                </a:ext>
              </a:extLst>
            </p:cNvPr>
            <p:cNvSpPr txBox="1">
              <a:spLocks noChangeArrowheads="1"/>
            </p:cNvSpPr>
            <p:nvPr/>
          </p:nvSpPr>
          <p:spPr bwMode="auto">
            <a:xfrm>
              <a:off x="4407156" y="3112964"/>
              <a:ext cx="457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sz="1200" b="1">
                  <a:latin typeface="Arial" charset="0"/>
                  <a:ea typeface="ＭＳ Ｐゴシック" charset="0"/>
                </a:rPr>
                <a:t>N</a:t>
              </a:r>
            </a:p>
          </p:txBody>
        </p:sp>
      </p:grpSp>
      <mc:AlternateContent xmlns:mc="http://schemas.openxmlformats.org/markup-compatibility/2006">
        <mc:Choice xmlns:a14="http://schemas.microsoft.com/office/drawing/2010/main" Requires="a14">
          <p:sp>
            <p:nvSpPr>
              <p:cNvPr id="57" name="Object 63">
                <a:extLst>
                  <a:ext uri="{FF2B5EF4-FFF2-40B4-BE49-F238E27FC236}">
                    <a16:creationId xmlns:a16="http://schemas.microsoft.com/office/drawing/2014/main" id="{52770E07-0E43-A451-B5B8-F6237B1085E7}"/>
                  </a:ext>
                </a:extLst>
              </p:cNvPr>
              <p:cNvSpPr txBox="1"/>
              <p:nvPr/>
            </p:nvSpPr>
            <p:spPr bwMode="auto">
              <a:xfrm>
                <a:off x="7442719" y="2810430"/>
                <a:ext cx="4335237" cy="2136674"/>
              </a:xfrm>
              <a:prstGeom prst="rect">
                <a:avLst/>
              </a:prstGeom>
              <a:noFill/>
              <a:ln>
                <a:noFill/>
              </a:ln>
              <a:effectLst/>
            </p:spPr>
            <p:txBody>
              <a:bodyPr>
                <a:noAutofit/>
              </a:bodyPr>
              <a:lstStyle/>
              <a:p>
                <a:pPr/>
                <a14:m>
                  <m:oMathPara xmlns:m="http://schemas.openxmlformats.org/officeDocument/2006/math">
                    <m:oMathParaPr>
                      <m:jc m:val="left"/>
                    </m:oMathParaPr>
                    <m:oMath>
                      <m:nary>
                        <m:naryPr>
                          <m:chr m:val="∑"/>
                          <m:subHide m:val="on"/>
                          <m:supHide m:val="on"/>
                          <m:ctrlPr>
                            <a:rPr lang="en-US" sz="2000" i="1" smtClean="0">
                              <a:solidFill>
                                <a:srgbClr val="000000"/>
                              </a:solidFill>
                              <a:latin typeface="Cambria Math" panose="02040503050406030204" pitchFamily="18" charset="0"/>
                            </a:rPr>
                          </m:ctrlPr>
                        </m:naryPr>
                        <m:sub/>
                        <m:sup/>
                        <m:e>
                          <m:sSub>
                            <m:sSubPr>
                              <m:ctrlPr>
                                <a:rPr lang="en-US" sz="2000">
                                  <a:solidFill>
                                    <a:srgbClr val="000000"/>
                                  </a:solidFill>
                                  <a:latin typeface="Cambria Math" panose="02040503050406030204" pitchFamily="18" charset="0"/>
                                </a:rPr>
                              </m:ctrlPr>
                            </m:sSubPr>
                            <m:e>
                              <m:r>
                                <m:rPr>
                                  <m:sty m:val="p"/>
                                </m:rPr>
                                <a:rPr lang="en-US" sz="2000">
                                  <a:solidFill>
                                    <a:srgbClr val="000000"/>
                                  </a:solidFill>
                                  <a:latin typeface="Cambria Math" panose="02040503050406030204" pitchFamily="18" charset="0"/>
                                </a:rPr>
                                <m:t>F</m:t>
                              </m:r>
                            </m:e>
                            <m:sub>
                              <m:r>
                                <m:rPr>
                                  <m:sty m:val="p"/>
                                </m:rPr>
                                <a:rPr lang="en-US" sz="2000">
                                  <a:solidFill>
                                    <a:srgbClr val="000000"/>
                                  </a:solidFill>
                                  <a:latin typeface="Cambria Math" panose="02040503050406030204" pitchFamily="18" charset="0"/>
                                </a:rPr>
                                <m:t>y</m:t>
                              </m:r>
                            </m:sub>
                          </m:sSub>
                        </m:e>
                      </m:nary>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𝑁</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𝑊</m:t>
                      </m:r>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𝐹</m:t>
                          </m:r>
                        </m:e>
                        <m:sub>
                          <m:r>
                            <a:rPr lang="en-US" sz="2000" i="1">
                              <a:solidFill>
                                <a:srgbClr val="000000"/>
                              </a:solidFill>
                              <a:latin typeface="Cambria Math" panose="02040503050406030204" pitchFamily="18" charset="0"/>
                            </a:rPr>
                            <m:t>𝑔</m:t>
                          </m:r>
                        </m:sub>
                      </m:sSub>
                      <m:r>
                        <a:rPr lang="en-US" sz="2000" i="1">
                          <a:solidFill>
                            <a:srgbClr val="000000"/>
                          </a:solidFill>
                          <a:latin typeface="Cambria Math" panose="02040503050406030204" pitchFamily="18" charset="0"/>
                        </a:rPr>
                        <m:t>)</m:t>
                      </m:r>
                      <m:func>
                        <m:funcPr>
                          <m:ctrlPr>
                            <a:rPr lang="en-US" sz="2000" b="0" i="0" smtClean="0">
                              <a:solidFill>
                                <a:srgbClr val="000000"/>
                              </a:solidFill>
                              <a:latin typeface="Cambria Math" panose="02040503050406030204" pitchFamily="18" charset="0"/>
                            </a:rPr>
                          </m:ctrlPr>
                        </m:funcPr>
                        <m:fName>
                          <m:r>
                            <m:rPr>
                              <m:sty m:val="p"/>
                            </m:rPr>
                            <a:rPr lang="en-US" sz="2000" b="0" i="0" smtClean="0">
                              <a:solidFill>
                                <a:srgbClr val="000000"/>
                              </a:solidFill>
                              <a:latin typeface="Cambria Math" panose="02040503050406030204" pitchFamily="18" charset="0"/>
                            </a:rPr>
                            <m:t>c</m:t>
                          </m:r>
                          <m:r>
                            <m:rPr>
                              <m:sty m:val="p"/>
                            </m:rPr>
                            <a:rPr lang="en-US" sz="2000">
                              <a:solidFill>
                                <a:srgbClr val="000000"/>
                              </a:solidFill>
                              <a:latin typeface="Cambria Math" panose="02040503050406030204" pitchFamily="18" charset="0"/>
                            </a:rPr>
                            <m:t>os</m:t>
                          </m:r>
                        </m:fName>
                        <m:e>
                          <m:r>
                            <a:rPr lang="en-US" sz="2000" i="1">
                              <a:solidFill>
                                <a:srgbClr val="000000"/>
                              </a:solidFill>
                              <a:latin typeface="Cambria Math" panose="02040503050406030204" pitchFamily="18" charset="0"/>
                              <a:ea typeface="Cambria Math" panose="02040503050406030204" pitchFamily="18" charset="0"/>
                            </a:rPr>
                            <m:t>𝜃</m:t>
                          </m:r>
                        </m:e>
                      </m:func>
                      <m:r>
                        <a:rPr lang="en-US" sz="2000" i="1">
                          <a:solidFill>
                            <a:srgbClr val="000000"/>
                          </a:solidFill>
                          <a:latin typeface="Cambria Math" panose="02040503050406030204" pitchFamily="18" charset="0"/>
                        </a:rPr>
                        <m:t>=0</m:t>
                      </m:r>
                    </m:oMath>
                  </m:oMathPara>
                </a14:m>
                <a:endParaRPr lang="en-US" sz="2000" dirty="0"/>
              </a:p>
              <a:p>
                <a:endParaRPr lang="en-US" sz="2000" dirty="0"/>
              </a:p>
              <a:p>
                <a:pPr/>
                <a14:m>
                  <m:oMathPara xmlns:m="http://schemas.openxmlformats.org/officeDocument/2006/math">
                    <m:oMathParaPr>
                      <m:jc m:val="left"/>
                    </m:oMathParaPr>
                    <m:oMath>
                      <m:nary>
                        <m:naryPr>
                          <m:chr m:val="∑"/>
                          <m:subHide m:val="on"/>
                          <m:supHide m:val="on"/>
                          <m:ctrlPr>
                            <a:rPr lang="en-US" sz="2000" i="1">
                              <a:solidFill>
                                <a:srgbClr val="000000"/>
                              </a:solidFill>
                              <a:latin typeface="Cambria Math" panose="02040503050406030204" pitchFamily="18" charset="0"/>
                            </a:rPr>
                          </m:ctrlPr>
                        </m:naryPr>
                        <m:sub/>
                        <m:sup/>
                        <m:e>
                          <m:sSub>
                            <m:sSubPr>
                              <m:ctrlPr>
                                <a:rPr lang="en-US" sz="2000">
                                  <a:solidFill>
                                    <a:srgbClr val="000000"/>
                                  </a:solidFill>
                                  <a:latin typeface="Cambria Math" panose="02040503050406030204" pitchFamily="18" charset="0"/>
                                </a:rPr>
                              </m:ctrlPr>
                            </m:sSubPr>
                            <m:e>
                              <m:r>
                                <m:rPr>
                                  <m:sty m:val="p"/>
                                </m:rPr>
                                <a:rPr lang="en-US" sz="2000">
                                  <a:solidFill>
                                    <a:srgbClr val="000000"/>
                                  </a:solidFill>
                                  <a:latin typeface="Cambria Math" panose="02040503050406030204" pitchFamily="18" charset="0"/>
                                </a:rPr>
                                <m:t>F</m:t>
                              </m:r>
                            </m:e>
                            <m:sub>
                              <m:r>
                                <m:rPr>
                                  <m:sty m:val="p"/>
                                </m:rPr>
                                <a:rPr lang="en-US" sz="2000">
                                  <a:solidFill>
                                    <a:srgbClr val="000000"/>
                                  </a:solidFill>
                                  <a:latin typeface="Cambria Math" panose="02040503050406030204" pitchFamily="18" charset="0"/>
                                </a:rPr>
                                <m:t>x</m:t>
                              </m:r>
                            </m:sub>
                          </m:sSub>
                        </m:e>
                      </m:nary>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𝑊</m:t>
                      </m:r>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𝐹</m:t>
                          </m:r>
                        </m:e>
                        <m:sub>
                          <m:r>
                            <a:rPr lang="en-US" sz="2000" i="1">
                              <a:solidFill>
                                <a:srgbClr val="000000"/>
                              </a:solidFill>
                              <a:latin typeface="Cambria Math" panose="02040503050406030204" pitchFamily="18" charset="0"/>
                            </a:rPr>
                            <m:t>𝑔</m:t>
                          </m:r>
                        </m:sub>
                      </m:sSub>
                      <m:r>
                        <a:rPr lang="en-US" sz="2000" i="1">
                          <a:solidFill>
                            <a:srgbClr val="000000"/>
                          </a:solidFill>
                          <a:latin typeface="Cambria Math" panose="02040503050406030204" pitchFamily="18" charset="0"/>
                        </a:rPr>
                        <m:t>)</m:t>
                      </m:r>
                      <m:func>
                        <m:funcPr>
                          <m:ctrlPr>
                            <a:rPr lang="en-US" sz="2000">
                              <a:solidFill>
                                <a:srgbClr val="000000"/>
                              </a:solidFill>
                              <a:latin typeface="Cambria Math" panose="02040503050406030204" pitchFamily="18" charset="0"/>
                            </a:rPr>
                          </m:ctrlPr>
                        </m:funcPr>
                        <m:fName>
                          <m:r>
                            <a:rPr lang="en-US" sz="2000">
                              <a:solidFill>
                                <a:srgbClr val="000000"/>
                              </a:solidFill>
                              <a:latin typeface="Cambria Math" panose="02040503050406030204" pitchFamily="18" charset="0"/>
                            </a:rPr>
                            <m:t> </m:t>
                          </m:r>
                          <m:r>
                            <m:rPr>
                              <m:sty m:val="p"/>
                            </m:rPr>
                            <a:rPr lang="en-US" sz="2000">
                              <a:solidFill>
                                <a:srgbClr val="000000"/>
                              </a:solidFill>
                              <a:latin typeface="Cambria Math" panose="02040503050406030204" pitchFamily="18" charset="0"/>
                            </a:rPr>
                            <m:t>sin</m:t>
                          </m:r>
                        </m:fName>
                        <m:e>
                          <m:r>
                            <a:rPr lang="en-US" sz="2000" i="1">
                              <a:solidFill>
                                <a:srgbClr val="000000"/>
                              </a:solidFill>
                              <a:latin typeface="Cambria Math" panose="02040503050406030204" pitchFamily="18" charset="0"/>
                              <a:ea typeface="Cambria Math" panose="02040503050406030204" pitchFamily="18" charset="0"/>
                            </a:rPr>
                            <m:t>𝜃</m:t>
                          </m:r>
                        </m:e>
                      </m:func>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𝑚</m:t>
                      </m:r>
                      <m:r>
                        <a:rPr lang="en-US" sz="2000" i="1">
                          <a:solidFill>
                            <a:srgbClr val="000000"/>
                          </a:solidFill>
                          <a:latin typeface="Cambria Math" panose="02040503050406030204" pitchFamily="18" charset="0"/>
                        </a:rPr>
                        <m:t>·</m:t>
                      </m:r>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𝑎</m:t>
                          </m:r>
                        </m:e>
                        <m:sub>
                          <m:r>
                            <a:rPr lang="en-US" sz="2000" b="0" i="1" smtClean="0">
                              <a:solidFill>
                                <a:srgbClr val="000000"/>
                              </a:solidFill>
                              <a:latin typeface="Cambria Math" panose="02040503050406030204" pitchFamily="18" charset="0"/>
                            </a:rPr>
                            <m:t>𝑥</m:t>
                          </m:r>
                        </m:sub>
                      </m:sSub>
                    </m:oMath>
                  </m:oMathPara>
                </a14:m>
                <a:endParaRPr lang="en-US" sz="2000" i="1" dirty="0"/>
              </a:p>
            </p:txBody>
          </p:sp>
        </mc:Choice>
        <mc:Fallback>
          <p:sp>
            <p:nvSpPr>
              <p:cNvPr id="57" name="Object 63">
                <a:extLst>
                  <a:ext uri="{FF2B5EF4-FFF2-40B4-BE49-F238E27FC236}">
                    <a16:creationId xmlns:a16="http://schemas.microsoft.com/office/drawing/2014/main" id="{52770E07-0E43-A451-B5B8-F6237B1085E7}"/>
                  </a:ext>
                </a:extLst>
              </p:cNvPr>
              <p:cNvSpPr txBox="1">
                <a:spLocks noRot="1" noChangeAspect="1" noMove="1" noResize="1" noEditPoints="1" noAdjustHandles="1" noChangeArrowheads="1" noChangeShapeType="1" noTextEdit="1"/>
              </p:cNvSpPr>
              <p:nvPr/>
            </p:nvSpPr>
            <p:spPr bwMode="auto">
              <a:xfrm>
                <a:off x="7442719" y="2810430"/>
                <a:ext cx="4335237" cy="2136674"/>
              </a:xfrm>
              <a:prstGeom prst="rect">
                <a:avLst/>
              </a:prstGeom>
              <a:blipFill>
                <a:blip r:embed="rId4"/>
                <a:stretch>
                  <a:fillRect/>
                </a:stretch>
              </a:blipFill>
              <a:ln>
                <a:noFill/>
              </a:ln>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9" name="Object 63">
                <a:extLst>
                  <a:ext uri="{FF2B5EF4-FFF2-40B4-BE49-F238E27FC236}">
                    <a16:creationId xmlns:a16="http://schemas.microsoft.com/office/drawing/2014/main" id="{1949CE93-7A2B-7E1C-9175-7502AADE013F}"/>
                  </a:ext>
                </a:extLst>
              </p:cNvPr>
              <p:cNvSpPr txBox="1"/>
              <p:nvPr/>
            </p:nvSpPr>
            <p:spPr bwMode="auto">
              <a:xfrm>
                <a:off x="7268550" y="4884941"/>
                <a:ext cx="4335237" cy="1881641"/>
              </a:xfrm>
              <a:prstGeom prst="rect">
                <a:avLst/>
              </a:prstGeom>
              <a:noFill/>
              <a:ln>
                <a:noFill/>
              </a:ln>
              <a:effectLst/>
            </p:spPr>
            <p:txBody>
              <a:bodyPr>
                <a:noAutofit/>
              </a:bodyPr>
              <a:lstStyle/>
              <a:p>
                <a:pPr/>
                <a14:m>
                  <m:oMathPara xmlns:m="http://schemas.openxmlformats.org/officeDocument/2006/math">
                    <m:oMathParaPr>
                      <m:jc m:val="left"/>
                    </m:oMathParaPr>
                    <m:oMath>
                      <m:nary>
                        <m:naryPr>
                          <m:chr m:val="∑"/>
                          <m:subHide m:val="on"/>
                          <m:supHide m:val="on"/>
                          <m:ctrlPr>
                            <a:rPr lang="en-US" sz="2000" i="1">
                              <a:solidFill>
                                <a:srgbClr val="000000"/>
                              </a:solidFill>
                              <a:latin typeface="Cambria Math" panose="02040503050406030204" pitchFamily="18" charset="0"/>
                            </a:rPr>
                          </m:ctrlPr>
                        </m:naryPr>
                        <m:sub/>
                        <m:sup/>
                        <m:e>
                          <m:sSub>
                            <m:sSubPr>
                              <m:ctrlPr>
                                <a:rPr lang="en-US" sz="2000">
                                  <a:solidFill>
                                    <a:srgbClr val="000000"/>
                                  </a:solidFill>
                                  <a:latin typeface="Cambria Math" panose="02040503050406030204" pitchFamily="18" charset="0"/>
                                </a:rPr>
                              </m:ctrlPr>
                            </m:sSubPr>
                            <m:e>
                              <m:r>
                                <m:rPr>
                                  <m:sty m:val="p"/>
                                </m:rPr>
                                <a:rPr lang="en-US" sz="2000">
                                  <a:solidFill>
                                    <a:srgbClr val="000000"/>
                                  </a:solidFill>
                                  <a:latin typeface="Cambria Math" panose="02040503050406030204" pitchFamily="18" charset="0"/>
                                </a:rPr>
                                <m:t>F</m:t>
                              </m:r>
                            </m:e>
                            <m:sub>
                              <m:r>
                                <m:rPr>
                                  <m:sty m:val="p"/>
                                </m:rPr>
                                <a:rPr lang="en-US" sz="2000">
                                  <a:solidFill>
                                    <a:srgbClr val="000000"/>
                                  </a:solidFill>
                                  <a:latin typeface="Cambria Math" panose="02040503050406030204" pitchFamily="18" charset="0"/>
                                </a:rPr>
                                <m:t>y</m:t>
                              </m:r>
                            </m:sub>
                          </m:sSub>
                        </m:e>
                      </m:nary>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𝑁</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𝑊</m:t>
                      </m:r>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𝐹</m:t>
                          </m:r>
                        </m:e>
                        <m:sub>
                          <m:r>
                            <a:rPr lang="en-US" sz="2000" i="1">
                              <a:solidFill>
                                <a:srgbClr val="000000"/>
                              </a:solidFill>
                              <a:latin typeface="Cambria Math" panose="02040503050406030204" pitchFamily="18" charset="0"/>
                            </a:rPr>
                            <m:t>𝑔</m:t>
                          </m:r>
                        </m:sub>
                      </m:sSub>
                      <m:r>
                        <a:rPr lang="en-US" sz="2000" i="1">
                          <a:solidFill>
                            <a:srgbClr val="000000"/>
                          </a:solidFill>
                          <a:latin typeface="Cambria Math" panose="02040503050406030204" pitchFamily="18" charset="0"/>
                        </a:rPr>
                        <m:t>)</m:t>
                      </m:r>
                      <m:func>
                        <m:funcPr>
                          <m:ctrlPr>
                            <a:rPr lang="en-US" sz="2000" b="0" i="0" smtClean="0">
                              <a:solidFill>
                                <a:srgbClr val="000000"/>
                              </a:solidFill>
                              <a:latin typeface="Cambria Math" panose="02040503050406030204" pitchFamily="18" charset="0"/>
                            </a:rPr>
                          </m:ctrlPr>
                        </m:funcPr>
                        <m:fName>
                          <m:r>
                            <m:rPr>
                              <m:sty m:val="p"/>
                            </m:rPr>
                            <a:rPr lang="en-US" sz="2000" b="0" i="0" smtClean="0">
                              <a:solidFill>
                                <a:srgbClr val="000000"/>
                              </a:solidFill>
                              <a:latin typeface="Cambria Math" panose="02040503050406030204" pitchFamily="18" charset="0"/>
                            </a:rPr>
                            <m:t>c</m:t>
                          </m:r>
                          <m:r>
                            <m:rPr>
                              <m:sty m:val="p"/>
                            </m:rPr>
                            <a:rPr lang="en-US" sz="2000">
                              <a:solidFill>
                                <a:srgbClr val="000000"/>
                              </a:solidFill>
                              <a:latin typeface="Cambria Math" panose="02040503050406030204" pitchFamily="18" charset="0"/>
                            </a:rPr>
                            <m:t>os</m:t>
                          </m:r>
                        </m:fName>
                        <m:e>
                          <m:r>
                            <a:rPr lang="en-US" sz="2000" i="1">
                              <a:solidFill>
                                <a:srgbClr val="000000"/>
                              </a:solidFill>
                              <a:latin typeface="Cambria Math" panose="02040503050406030204" pitchFamily="18" charset="0"/>
                              <a:ea typeface="Cambria Math" panose="02040503050406030204" pitchFamily="18" charset="0"/>
                            </a:rPr>
                            <m:t>𝜃</m:t>
                          </m:r>
                        </m:e>
                      </m:func>
                      <m:r>
                        <a:rPr lang="en-US" sz="2000" i="1">
                          <a:solidFill>
                            <a:srgbClr val="000000"/>
                          </a:solidFill>
                          <a:latin typeface="Cambria Math" panose="02040503050406030204" pitchFamily="18" charset="0"/>
                        </a:rPr>
                        <m:t>=0</m:t>
                      </m:r>
                    </m:oMath>
                  </m:oMathPara>
                </a14:m>
                <a:endParaRPr lang="en-US" sz="2000" dirty="0"/>
              </a:p>
              <a:p>
                <a:endParaRPr lang="en-US" sz="2000" dirty="0"/>
              </a:p>
              <a:p>
                <a:pPr/>
                <a14:m>
                  <m:oMathPara xmlns:m="http://schemas.openxmlformats.org/officeDocument/2006/math">
                    <m:oMathParaPr>
                      <m:jc m:val="left"/>
                    </m:oMathParaPr>
                    <m:oMath>
                      <m:nary>
                        <m:naryPr>
                          <m:chr m:val="∑"/>
                          <m:subHide m:val="on"/>
                          <m:supHide m:val="on"/>
                          <m:ctrlPr>
                            <a:rPr lang="en-US" sz="2000" i="1">
                              <a:solidFill>
                                <a:srgbClr val="000000"/>
                              </a:solidFill>
                              <a:latin typeface="Cambria Math" panose="02040503050406030204" pitchFamily="18" charset="0"/>
                            </a:rPr>
                          </m:ctrlPr>
                        </m:naryPr>
                        <m:sub/>
                        <m:sup/>
                        <m:e>
                          <m:sSub>
                            <m:sSubPr>
                              <m:ctrlPr>
                                <a:rPr lang="en-US" sz="2000">
                                  <a:solidFill>
                                    <a:srgbClr val="000000"/>
                                  </a:solidFill>
                                  <a:latin typeface="Cambria Math" panose="02040503050406030204" pitchFamily="18" charset="0"/>
                                </a:rPr>
                              </m:ctrlPr>
                            </m:sSubPr>
                            <m:e>
                              <m:r>
                                <m:rPr>
                                  <m:sty m:val="p"/>
                                </m:rPr>
                                <a:rPr lang="en-US" sz="2000">
                                  <a:solidFill>
                                    <a:srgbClr val="000000"/>
                                  </a:solidFill>
                                  <a:latin typeface="Cambria Math" panose="02040503050406030204" pitchFamily="18" charset="0"/>
                                </a:rPr>
                                <m:t>F</m:t>
                              </m:r>
                            </m:e>
                            <m:sub>
                              <m:r>
                                <m:rPr>
                                  <m:sty m:val="p"/>
                                </m:rPr>
                                <a:rPr lang="en-US" sz="2000">
                                  <a:solidFill>
                                    <a:srgbClr val="000000"/>
                                  </a:solidFill>
                                  <a:latin typeface="Cambria Math" panose="02040503050406030204" pitchFamily="18" charset="0"/>
                                </a:rPr>
                                <m:t>x</m:t>
                              </m:r>
                            </m:sub>
                          </m:sSub>
                        </m:e>
                      </m:nary>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𝑊</m:t>
                      </m:r>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𝐹</m:t>
                          </m:r>
                        </m:e>
                        <m:sub>
                          <m:r>
                            <a:rPr lang="en-US" sz="2000" i="1">
                              <a:solidFill>
                                <a:srgbClr val="000000"/>
                              </a:solidFill>
                              <a:latin typeface="Cambria Math" panose="02040503050406030204" pitchFamily="18" charset="0"/>
                            </a:rPr>
                            <m:t>𝑔</m:t>
                          </m:r>
                        </m:sub>
                      </m:sSub>
                      <m:r>
                        <a:rPr lang="en-US" sz="2000" i="1">
                          <a:solidFill>
                            <a:srgbClr val="000000"/>
                          </a:solidFill>
                          <a:latin typeface="Cambria Math" panose="02040503050406030204" pitchFamily="18" charset="0"/>
                        </a:rPr>
                        <m:t>)</m:t>
                      </m:r>
                      <m:func>
                        <m:funcPr>
                          <m:ctrlPr>
                            <a:rPr lang="en-US" sz="2000" b="0" i="0" smtClean="0">
                              <a:solidFill>
                                <a:srgbClr val="000000"/>
                              </a:solidFill>
                              <a:latin typeface="Cambria Math" panose="02040503050406030204" pitchFamily="18" charset="0"/>
                            </a:rPr>
                          </m:ctrlPr>
                        </m:funcPr>
                        <m:fName>
                          <m:r>
                            <m:rPr>
                              <m:sty m:val="p"/>
                            </m:rPr>
                            <a:rPr lang="en-US" sz="2000" b="0" i="0" smtClean="0">
                              <a:solidFill>
                                <a:srgbClr val="000000"/>
                              </a:solidFill>
                              <a:latin typeface="Cambria Math" panose="02040503050406030204" pitchFamily="18" charset="0"/>
                            </a:rPr>
                            <m:t>s</m:t>
                          </m:r>
                          <m:r>
                            <m:rPr>
                              <m:sty m:val="p"/>
                            </m:rPr>
                            <a:rPr lang="en-US" sz="2000">
                              <a:solidFill>
                                <a:srgbClr val="000000"/>
                              </a:solidFill>
                              <a:latin typeface="Cambria Math" panose="02040503050406030204" pitchFamily="18" charset="0"/>
                            </a:rPr>
                            <m:t>in</m:t>
                          </m:r>
                        </m:fName>
                        <m:e>
                          <m:r>
                            <a:rPr lang="en-US" sz="2000" i="1">
                              <a:solidFill>
                                <a:srgbClr val="000000"/>
                              </a:solidFill>
                              <a:latin typeface="Cambria Math" panose="02040503050406030204" pitchFamily="18" charset="0"/>
                              <a:ea typeface="Cambria Math" panose="02040503050406030204" pitchFamily="18" charset="0"/>
                            </a:rPr>
                            <m:t>𝜃</m:t>
                          </m:r>
                          <m:r>
                            <a:rPr lang="en-US" sz="2000" i="1">
                              <a:solidFill>
                                <a:srgbClr val="000000"/>
                              </a:solidFill>
                              <a:latin typeface="Cambria Math" panose="02040503050406030204" pitchFamily="18" charset="0"/>
                              <a:ea typeface="Cambria Math" panose="02040503050406030204" pitchFamily="18" charset="0"/>
                            </a:rPr>
                            <m:t>−</m:t>
                          </m:r>
                          <m:r>
                            <a:rPr lang="en-US" sz="2000" i="1">
                              <a:solidFill>
                                <a:srgbClr val="000000"/>
                              </a:solidFill>
                              <a:latin typeface="Cambria Math" panose="02040503050406030204" pitchFamily="18" charset="0"/>
                              <a:ea typeface="Cambria Math" panose="02040503050406030204" pitchFamily="18" charset="0"/>
                            </a:rPr>
                            <m:t>𝑓</m:t>
                          </m:r>
                        </m:e>
                      </m:func>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𝑚</m:t>
                      </m:r>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𝑎</m:t>
                          </m:r>
                        </m:e>
                        <m:sub>
                          <m:r>
                            <a:rPr lang="en-US" sz="2000" i="1">
                              <a:solidFill>
                                <a:srgbClr val="000000"/>
                              </a:solidFill>
                              <a:latin typeface="Cambria Math" panose="02040503050406030204" pitchFamily="18" charset="0"/>
                            </a:rPr>
                            <m:t>𝑥</m:t>
                          </m:r>
                        </m:sub>
                      </m:sSub>
                    </m:oMath>
                  </m:oMathPara>
                </a14:m>
                <a:endParaRPr lang="en-US" sz="2000" i="1" dirty="0"/>
              </a:p>
            </p:txBody>
          </p:sp>
        </mc:Choice>
        <mc:Fallback>
          <p:sp>
            <p:nvSpPr>
              <p:cNvPr id="59" name="Object 63">
                <a:extLst>
                  <a:ext uri="{FF2B5EF4-FFF2-40B4-BE49-F238E27FC236}">
                    <a16:creationId xmlns:a16="http://schemas.microsoft.com/office/drawing/2014/main" id="{1949CE93-7A2B-7E1C-9175-7502AADE013F}"/>
                  </a:ext>
                </a:extLst>
              </p:cNvPr>
              <p:cNvSpPr txBox="1">
                <a:spLocks noRot="1" noChangeAspect="1" noMove="1" noResize="1" noEditPoints="1" noAdjustHandles="1" noChangeArrowheads="1" noChangeShapeType="1" noTextEdit="1"/>
              </p:cNvSpPr>
              <p:nvPr/>
            </p:nvSpPr>
            <p:spPr bwMode="auto">
              <a:xfrm>
                <a:off x="7268550" y="4884941"/>
                <a:ext cx="4335237" cy="1881641"/>
              </a:xfrm>
              <a:prstGeom prst="rect">
                <a:avLst/>
              </a:prstGeom>
              <a:blipFill>
                <a:blip r:embed="rId5"/>
                <a:stretch>
                  <a:fillRect/>
                </a:stretch>
              </a:blipFill>
              <a:ln>
                <a:noFill/>
              </a:ln>
              <a:effectLst/>
            </p:spPr>
            <p:txBody>
              <a:bodyPr/>
              <a:lstStyle/>
              <a:p>
                <a:r>
                  <a:rPr lang="en-US">
                    <a:noFill/>
                  </a:rPr>
                  <a:t> </a:t>
                </a:r>
              </a:p>
            </p:txBody>
          </p:sp>
        </mc:Fallback>
      </mc:AlternateContent>
      <p:grpSp>
        <p:nvGrpSpPr>
          <p:cNvPr id="61" name="Group 60">
            <a:extLst>
              <a:ext uri="{FF2B5EF4-FFF2-40B4-BE49-F238E27FC236}">
                <a16:creationId xmlns:a16="http://schemas.microsoft.com/office/drawing/2014/main" id="{6EB50197-ECDF-B1C9-A899-E974D8DFCE10}"/>
              </a:ext>
            </a:extLst>
          </p:cNvPr>
          <p:cNvGrpSpPr/>
          <p:nvPr/>
        </p:nvGrpSpPr>
        <p:grpSpPr>
          <a:xfrm>
            <a:off x="4949040" y="5094166"/>
            <a:ext cx="1524004" cy="1630103"/>
            <a:chOff x="3425040" y="5094165"/>
            <a:chExt cx="1524004" cy="1630103"/>
          </a:xfrm>
        </p:grpSpPr>
        <p:grpSp>
          <p:nvGrpSpPr>
            <p:cNvPr id="33" name="Group 32">
              <a:extLst>
                <a:ext uri="{FF2B5EF4-FFF2-40B4-BE49-F238E27FC236}">
                  <a16:creationId xmlns:a16="http://schemas.microsoft.com/office/drawing/2014/main" id="{EF8AD4B3-F51A-A044-8243-7801A92B6055}"/>
                </a:ext>
              </a:extLst>
            </p:cNvPr>
            <p:cNvGrpSpPr>
              <a:grpSpLocks/>
            </p:cNvGrpSpPr>
            <p:nvPr/>
          </p:nvGrpSpPr>
          <p:grpSpPr bwMode="auto">
            <a:xfrm>
              <a:off x="3425040" y="5124067"/>
              <a:ext cx="1524004" cy="1600201"/>
              <a:chOff x="2256" y="3120"/>
              <a:chExt cx="960" cy="1008"/>
            </a:xfrm>
          </p:grpSpPr>
          <p:sp>
            <p:nvSpPr>
              <p:cNvPr id="35" name="Oval 34">
                <a:extLst>
                  <a:ext uri="{FF2B5EF4-FFF2-40B4-BE49-F238E27FC236}">
                    <a16:creationId xmlns:a16="http://schemas.microsoft.com/office/drawing/2014/main" id="{6B9D4B6F-151E-4968-8D8D-B5B316229528}"/>
                  </a:ext>
                </a:extLst>
              </p:cNvPr>
              <p:cNvSpPr>
                <a:spLocks noChangeArrowheads="1"/>
              </p:cNvSpPr>
              <p:nvPr/>
            </p:nvSpPr>
            <p:spPr bwMode="auto">
              <a:xfrm>
                <a:off x="2619" y="3523"/>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b="1">
                  <a:latin typeface="Arial" charset="0"/>
                  <a:ea typeface="ＭＳ Ｐゴシック" charset="0"/>
                </a:endParaRPr>
              </a:p>
            </p:txBody>
          </p:sp>
          <p:sp>
            <p:nvSpPr>
              <p:cNvPr id="36" name="Line 83">
                <a:extLst>
                  <a:ext uri="{FF2B5EF4-FFF2-40B4-BE49-F238E27FC236}">
                    <a16:creationId xmlns:a16="http://schemas.microsoft.com/office/drawing/2014/main" id="{B8CF2632-49E6-4078-96B5-A22E249890BD}"/>
                  </a:ext>
                </a:extLst>
              </p:cNvPr>
              <p:cNvSpPr>
                <a:spLocks noChangeShapeType="1"/>
              </p:cNvSpPr>
              <p:nvPr/>
            </p:nvSpPr>
            <p:spPr bwMode="auto">
              <a:xfrm flipV="1">
                <a:off x="2640" y="3264"/>
                <a:ext cx="192"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b="1">
                  <a:latin typeface="Arial" charset="0"/>
                  <a:ea typeface="ＭＳ Ｐゴシック" charset="0"/>
                </a:endParaRPr>
              </a:p>
            </p:txBody>
          </p:sp>
          <p:sp>
            <p:nvSpPr>
              <p:cNvPr id="37" name="Line 84">
                <a:extLst>
                  <a:ext uri="{FF2B5EF4-FFF2-40B4-BE49-F238E27FC236}">
                    <a16:creationId xmlns:a16="http://schemas.microsoft.com/office/drawing/2014/main" id="{76CDBE00-BBC5-45D0-976D-3FDA5A76ABAB}"/>
                  </a:ext>
                </a:extLst>
              </p:cNvPr>
              <p:cNvSpPr>
                <a:spLocks noChangeShapeType="1"/>
              </p:cNvSpPr>
              <p:nvPr/>
            </p:nvSpPr>
            <p:spPr bwMode="auto">
              <a:xfrm>
                <a:off x="2640" y="3552"/>
                <a:ext cx="0" cy="38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b="1">
                  <a:latin typeface="Arial" charset="0"/>
                  <a:ea typeface="ＭＳ Ｐゴシック" charset="0"/>
                </a:endParaRPr>
              </a:p>
            </p:txBody>
          </p:sp>
          <p:sp>
            <p:nvSpPr>
              <p:cNvPr id="38" name="Text Box 85">
                <a:extLst>
                  <a:ext uri="{FF2B5EF4-FFF2-40B4-BE49-F238E27FC236}">
                    <a16:creationId xmlns:a16="http://schemas.microsoft.com/office/drawing/2014/main" id="{CB50B2D1-FA52-4E24-A19F-6A374207058D}"/>
                  </a:ext>
                </a:extLst>
              </p:cNvPr>
              <p:cNvSpPr txBox="1">
                <a:spLocks noChangeArrowheads="1"/>
              </p:cNvSpPr>
              <p:nvPr/>
            </p:nvSpPr>
            <p:spPr bwMode="auto">
              <a:xfrm>
                <a:off x="2544" y="3955"/>
                <a:ext cx="28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spcBef>
                    <a:spcPct val="50000"/>
                  </a:spcBef>
                  <a:defRPr/>
                </a:pPr>
                <a:r>
                  <a:rPr lang="en-US" sz="1200" b="1" dirty="0" err="1">
                    <a:latin typeface="Arial" charset="0"/>
                    <a:ea typeface="ＭＳ Ｐゴシック" charset="0"/>
                  </a:rPr>
                  <a:t>F</a:t>
                </a:r>
                <a:r>
                  <a:rPr lang="en-US" sz="1200" b="1" baseline="-25000" dirty="0" err="1">
                    <a:latin typeface="Arial" charset="0"/>
                    <a:ea typeface="ＭＳ Ｐゴシック" charset="0"/>
                  </a:rPr>
                  <a:t>g</a:t>
                </a:r>
                <a:endParaRPr lang="en-US" sz="1200" b="1" dirty="0">
                  <a:latin typeface="Arial" charset="0"/>
                  <a:ea typeface="ＭＳ Ｐゴシック" charset="0"/>
                </a:endParaRPr>
              </a:p>
            </p:txBody>
          </p:sp>
          <p:sp>
            <p:nvSpPr>
              <p:cNvPr id="39" name="Line 86">
                <a:extLst>
                  <a:ext uri="{FF2B5EF4-FFF2-40B4-BE49-F238E27FC236}">
                    <a16:creationId xmlns:a16="http://schemas.microsoft.com/office/drawing/2014/main" id="{F4FAC0DB-8F40-46C1-A43D-8CC92DA7F652}"/>
                  </a:ext>
                </a:extLst>
              </p:cNvPr>
              <p:cNvSpPr>
                <a:spLocks noChangeShapeType="1"/>
              </p:cNvSpPr>
              <p:nvPr/>
            </p:nvSpPr>
            <p:spPr bwMode="auto">
              <a:xfrm>
                <a:off x="2592" y="3984"/>
                <a:ext cx="96" cy="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b="1">
                  <a:latin typeface="Arial" charset="0"/>
                  <a:ea typeface="ＭＳ Ｐゴシック" charset="0"/>
                </a:endParaRPr>
              </a:p>
            </p:txBody>
          </p:sp>
          <p:sp>
            <p:nvSpPr>
              <p:cNvPr id="41" name="Line 93">
                <a:extLst>
                  <a:ext uri="{FF2B5EF4-FFF2-40B4-BE49-F238E27FC236}">
                    <a16:creationId xmlns:a16="http://schemas.microsoft.com/office/drawing/2014/main" id="{67144880-C1B3-4AD4-9D75-DA4BF2C607A0}"/>
                  </a:ext>
                </a:extLst>
              </p:cNvPr>
              <p:cNvSpPr>
                <a:spLocks noChangeShapeType="1"/>
              </p:cNvSpPr>
              <p:nvPr/>
            </p:nvSpPr>
            <p:spPr bwMode="auto">
              <a:xfrm>
                <a:off x="2832" y="3120"/>
                <a:ext cx="96" cy="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b="1">
                  <a:latin typeface="Arial" charset="0"/>
                  <a:ea typeface="ＭＳ Ｐゴシック" charset="0"/>
                </a:endParaRPr>
              </a:p>
            </p:txBody>
          </p:sp>
          <p:sp>
            <p:nvSpPr>
              <p:cNvPr id="42" name="Line 94">
                <a:extLst>
                  <a:ext uri="{FF2B5EF4-FFF2-40B4-BE49-F238E27FC236}">
                    <a16:creationId xmlns:a16="http://schemas.microsoft.com/office/drawing/2014/main" id="{08D3142C-DD3B-4FB6-AF2A-8406AED57D16}"/>
                  </a:ext>
                </a:extLst>
              </p:cNvPr>
              <p:cNvSpPr>
                <a:spLocks noChangeShapeType="1"/>
              </p:cNvSpPr>
              <p:nvPr/>
            </p:nvSpPr>
            <p:spPr bwMode="auto">
              <a:xfrm flipV="1">
                <a:off x="2352" y="3408"/>
                <a:ext cx="384" cy="576"/>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b="1">
                  <a:latin typeface="Arial" charset="0"/>
                  <a:ea typeface="ＭＳ Ｐゴシック" charset="0"/>
                </a:endParaRPr>
              </a:p>
            </p:txBody>
          </p:sp>
          <p:sp>
            <p:nvSpPr>
              <p:cNvPr id="43" name="Line 95">
                <a:extLst>
                  <a:ext uri="{FF2B5EF4-FFF2-40B4-BE49-F238E27FC236}">
                    <a16:creationId xmlns:a16="http://schemas.microsoft.com/office/drawing/2014/main" id="{98971285-F685-4A54-A393-9B298C636590}"/>
                  </a:ext>
                </a:extLst>
              </p:cNvPr>
              <p:cNvSpPr>
                <a:spLocks noChangeShapeType="1"/>
              </p:cNvSpPr>
              <p:nvPr/>
            </p:nvSpPr>
            <p:spPr bwMode="auto">
              <a:xfrm>
                <a:off x="2256" y="3312"/>
                <a:ext cx="816" cy="48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b="1">
                  <a:latin typeface="Arial" charset="0"/>
                  <a:ea typeface="ＭＳ Ｐゴシック" charset="0"/>
                </a:endParaRPr>
              </a:p>
            </p:txBody>
          </p:sp>
          <p:sp>
            <p:nvSpPr>
              <p:cNvPr id="44" name="Line 96">
                <a:extLst>
                  <a:ext uri="{FF2B5EF4-FFF2-40B4-BE49-F238E27FC236}">
                    <a16:creationId xmlns:a16="http://schemas.microsoft.com/office/drawing/2014/main" id="{23863691-1FCF-433F-B0A7-D44B09410031}"/>
                  </a:ext>
                </a:extLst>
              </p:cNvPr>
              <p:cNvSpPr>
                <a:spLocks noChangeShapeType="1"/>
              </p:cNvSpPr>
              <p:nvPr/>
            </p:nvSpPr>
            <p:spPr bwMode="auto">
              <a:xfrm>
                <a:off x="2448" y="3840"/>
                <a:ext cx="192" cy="96"/>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b="1">
                  <a:latin typeface="Arial" charset="0"/>
                  <a:ea typeface="ＭＳ Ｐゴシック" charset="0"/>
                </a:endParaRPr>
              </a:p>
            </p:txBody>
          </p:sp>
          <p:sp>
            <p:nvSpPr>
              <p:cNvPr id="45" name="Line 97">
                <a:extLst>
                  <a:ext uri="{FF2B5EF4-FFF2-40B4-BE49-F238E27FC236}">
                    <a16:creationId xmlns:a16="http://schemas.microsoft.com/office/drawing/2014/main" id="{424B9FEF-3317-417C-BCEA-B7091FCD3D1D}"/>
                  </a:ext>
                </a:extLst>
              </p:cNvPr>
              <p:cNvSpPr>
                <a:spLocks noChangeShapeType="1"/>
              </p:cNvSpPr>
              <p:nvPr/>
            </p:nvSpPr>
            <p:spPr bwMode="auto">
              <a:xfrm flipV="1">
                <a:off x="2640" y="3648"/>
                <a:ext cx="192" cy="288"/>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b="1">
                  <a:latin typeface="Arial" charset="0"/>
                  <a:ea typeface="ＭＳ Ｐゴシック" charset="0"/>
                </a:endParaRPr>
              </a:p>
            </p:txBody>
          </p:sp>
          <p:sp>
            <p:nvSpPr>
              <p:cNvPr id="46" name="Line 99">
                <a:extLst>
                  <a:ext uri="{FF2B5EF4-FFF2-40B4-BE49-F238E27FC236}">
                    <a16:creationId xmlns:a16="http://schemas.microsoft.com/office/drawing/2014/main" id="{B57218F8-6736-470F-9DCE-CB4A599391AA}"/>
                  </a:ext>
                </a:extLst>
              </p:cNvPr>
              <p:cNvSpPr>
                <a:spLocks noChangeShapeType="1"/>
              </p:cNvSpPr>
              <p:nvPr/>
            </p:nvSpPr>
            <p:spPr bwMode="auto">
              <a:xfrm flipH="1" flipV="1">
                <a:off x="2496" y="3456"/>
                <a:ext cx="144"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b="1">
                  <a:latin typeface="Arial" charset="0"/>
                  <a:ea typeface="ＭＳ Ｐゴシック" charset="0"/>
                </a:endParaRPr>
              </a:p>
            </p:txBody>
          </p:sp>
          <p:sp>
            <p:nvSpPr>
              <p:cNvPr id="47" name="Text Box 100">
                <a:extLst>
                  <a:ext uri="{FF2B5EF4-FFF2-40B4-BE49-F238E27FC236}">
                    <a16:creationId xmlns:a16="http://schemas.microsoft.com/office/drawing/2014/main" id="{3A8ACDCE-0541-4542-ABED-B0A736BB357C}"/>
                  </a:ext>
                </a:extLst>
              </p:cNvPr>
              <p:cNvSpPr txBox="1">
                <a:spLocks noChangeArrowheads="1"/>
              </p:cNvSpPr>
              <p:nvPr/>
            </p:nvSpPr>
            <p:spPr bwMode="auto">
              <a:xfrm>
                <a:off x="2400" y="3312"/>
                <a:ext cx="28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spcBef>
                    <a:spcPct val="50000"/>
                  </a:spcBef>
                  <a:defRPr/>
                </a:pPr>
                <a:r>
                  <a:rPr lang="en-US" sz="1200" b="1" i="1" dirty="0">
                    <a:solidFill>
                      <a:srgbClr val="FF0000"/>
                    </a:solidFill>
                    <a:latin typeface="Times New Roman" charset="0"/>
                    <a:ea typeface="ＭＳ Ｐゴシック" charset="0"/>
                  </a:rPr>
                  <a:t>f</a:t>
                </a:r>
              </a:p>
            </p:txBody>
          </p:sp>
          <p:sp>
            <p:nvSpPr>
              <p:cNvPr id="48" name="Line 101">
                <a:extLst>
                  <a:ext uri="{FF2B5EF4-FFF2-40B4-BE49-F238E27FC236}">
                    <a16:creationId xmlns:a16="http://schemas.microsoft.com/office/drawing/2014/main" id="{D8BEA3E8-AD42-468C-83C8-E3804DB81600}"/>
                  </a:ext>
                </a:extLst>
              </p:cNvPr>
              <p:cNvSpPr>
                <a:spLocks noChangeShapeType="1"/>
              </p:cNvSpPr>
              <p:nvPr/>
            </p:nvSpPr>
            <p:spPr bwMode="auto">
              <a:xfrm>
                <a:off x="2448" y="3312"/>
                <a:ext cx="96" cy="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b="1">
                  <a:latin typeface="Arial" charset="0"/>
                  <a:ea typeface="ＭＳ Ｐゴシック" charset="0"/>
                </a:endParaRPr>
              </a:p>
            </p:txBody>
          </p:sp>
          <p:sp>
            <p:nvSpPr>
              <p:cNvPr id="49" name="Text Box 114">
                <a:extLst>
                  <a:ext uri="{FF2B5EF4-FFF2-40B4-BE49-F238E27FC236}">
                    <a16:creationId xmlns:a16="http://schemas.microsoft.com/office/drawing/2014/main" id="{7AC1A9E2-43FD-46A4-897F-0A790DEDD2DE}"/>
                  </a:ext>
                </a:extLst>
              </p:cNvPr>
              <p:cNvSpPr txBox="1">
                <a:spLocks noChangeArrowheads="1"/>
              </p:cNvSpPr>
              <p:nvPr/>
            </p:nvSpPr>
            <p:spPr bwMode="auto">
              <a:xfrm>
                <a:off x="3024" y="3734"/>
                <a:ext cx="192"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spcBef>
                    <a:spcPct val="50000"/>
                  </a:spcBef>
                  <a:defRPr/>
                </a:pPr>
                <a:r>
                  <a:rPr lang="en-US" sz="1000" b="1" i="1">
                    <a:latin typeface="Times New Roman" charset="0"/>
                    <a:ea typeface="ＭＳ Ｐゴシック" charset="0"/>
                  </a:rPr>
                  <a:t>x</a:t>
                </a:r>
              </a:p>
            </p:txBody>
          </p:sp>
          <p:sp>
            <p:nvSpPr>
              <p:cNvPr id="50" name="Text Box 115">
                <a:extLst>
                  <a:ext uri="{FF2B5EF4-FFF2-40B4-BE49-F238E27FC236}">
                    <a16:creationId xmlns:a16="http://schemas.microsoft.com/office/drawing/2014/main" id="{C815AFB7-5E54-45AD-B24B-4197FA733E43}"/>
                  </a:ext>
                </a:extLst>
              </p:cNvPr>
              <p:cNvSpPr txBox="1">
                <a:spLocks noChangeArrowheads="1"/>
              </p:cNvSpPr>
              <p:nvPr/>
            </p:nvSpPr>
            <p:spPr bwMode="auto">
              <a:xfrm>
                <a:off x="2256" y="3936"/>
                <a:ext cx="192"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spcBef>
                    <a:spcPct val="50000"/>
                  </a:spcBef>
                  <a:defRPr/>
                </a:pPr>
                <a:r>
                  <a:rPr lang="en-US" sz="1000" b="1" i="1">
                    <a:latin typeface="Times New Roman" charset="0"/>
                    <a:ea typeface="ＭＳ Ｐゴシック" charset="0"/>
                  </a:rPr>
                  <a:t>y</a:t>
                </a:r>
              </a:p>
            </p:txBody>
          </p:sp>
        </p:grpSp>
        <p:sp>
          <p:nvSpPr>
            <p:cNvPr id="60" name="Text Box 28">
              <a:extLst>
                <a:ext uri="{FF2B5EF4-FFF2-40B4-BE49-F238E27FC236}">
                  <a16:creationId xmlns:a16="http://schemas.microsoft.com/office/drawing/2014/main" id="{0ED16419-78B7-405C-CB08-34ECEC184C91}"/>
                </a:ext>
              </a:extLst>
            </p:cNvPr>
            <p:cNvSpPr txBox="1">
              <a:spLocks noChangeArrowheads="1"/>
            </p:cNvSpPr>
            <p:nvPr/>
          </p:nvSpPr>
          <p:spPr bwMode="auto">
            <a:xfrm>
              <a:off x="4251644" y="5094165"/>
              <a:ext cx="457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sz="1200" b="1">
                  <a:latin typeface="Arial" charset="0"/>
                  <a:ea typeface="ＭＳ Ｐゴシック" charset="0"/>
                </a:rPr>
                <a:t>N</a:t>
              </a:r>
            </a:p>
          </p:txBody>
        </p:sp>
      </p:grpSp>
      <p:grpSp>
        <p:nvGrpSpPr>
          <p:cNvPr id="62" name="Group 61">
            <a:extLst>
              <a:ext uri="{FF2B5EF4-FFF2-40B4-BE49-F238E27FC236}">
                <a16:creationId xmlns:a16="http://schemas.microsoft.com/office/drawing/2014/main" id="{9F7B9F6E-A7A8-D1EB-EB85-E9AFB9C35DEF}"/>
              </a:ext>
            </a:extLst>
          </p:cNvPr>
          <p:cNvGrpSpPr>
            <a:grpSpLocks/>
          </p:cNvGrpSpPr>
          <p:nvPr/>
        </p:nvGrpSpPr>
        <p:grpSpPr bwMode="auto">
          <a:xfrm>
            <a:off x="1661010" y="4984107"/>
            <a:ext cx="2590800" cy="1463675"/>
            <a:chOff x="144" y="1584"/>
            <a:chExt cx="1632" cy="922"/>
          </a:xfrm>
        </p:grpSpPr>
        <p:sp>
          <p:nvSpPr>
            <p:cNvPr id="63" name="Line 66">
              <a:extLst>
                <a:ext uri="{FF2B5EF4-FFF2-40B4-BE49-F238E27FC236}">
                  <a16:creationId xmlns:a16="http://schemas.microsoft.com/office/drawing/2014/main" id="{6F53A03A-06E5-56BE-252E-B2377FC7F662}"/>
                </a:ext>
              </a:extLst>
            </p:cNvPr>
            <p:cNvSpPr>
              <a:spLocks noChangeShapeType="1"/>
            </p:cNvSpPr>
            <p:nvPr/>
          </p:nvSpPr>
          <p:spPr bwMode="auto">
            <a:xfrm>
              <a:off x="144" y="1584"/>
              <a:ext cx="1632" cy="9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a:latin typeface="Arial" charset="0"/>
                <a:ea typeface="ＭＳ Ｐゴシック" charset="0"/>
              </a:endParaRPr>
            </a:p>
          </p:txBody>
        </p:sp>
        <p:sp>
          <p:nvSpPr>
            <p:cNvPr id="5120" name="Line 67">
              <a:extLst>
                <a:ext uri="{FF2B5EF4-FFF2-40B4-BE49-F238E27FC236}">
                  <a16:creationId xmlns:a16="http://schemas.microsoft.com/office/drawing/2014/main" id="{BB485EE0-22B1-8FFD-DCB5-942EEE87D3CA}"/>
                </a:ext>
              </a:extLst>
            </p:cNvPr>
            <p:cNvSpPr>
              <a:spLocks noChangeShapeType="1"/>
            </p:cNvSpPr>
            <p:nvPr/>
          </p:nvSpPr>
          <p:spPr bwMode="auto">
            <a:xfrm flipH="1">
              <a:off x="192" y="2496"/>
              <a:ext cx="15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a:latin typeface="Arial" charset="0"/>
                <a:ea typeface="ＭＳ Ｐゴシック" charset="0"/>
              </a:endParaRPr>
            </a:p>
          </p:txBody>
        </p:sp>
        <p:sp>
          <p:nvSpPr>
            <p:cNvPr id="5121" name="Rectangle 5120">
              <a:extLst>
                <a:ext uri="{FF2B5EF4-FFF2-40B4-BE49-F238E27FC236}">
                  <a16:creationId xmlns:a16="http://schemas.microsoft.com/office/drawing/2014/main" id="{C550C25D-5478-E1AC-2D4D-91E3F88DC376}"/>
                </a:ext>
              </a:extLst>
            </p:cNvPr>
            <p:cNvSpPr>
              <a:spLocks noChangeArrowheads="1"/>
            </p:cNvSpPr>
            <p:nvPr/>
          </p:nvSpPr>
          <p:spPr bwMode="auto">
            <a:xfrm rot="1670968">
              <a:off x="912" y="1872"/>
              <a:ext cx="288" cy="19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a:latin typeface="Arial" charset="0"/>
                <a:ea typeface="ＭＳ Ｐゴシック" charset="0"/>
              </a:endParaRPr>
            </a:p>
          </p:txBody>
        </p:sp>
        <p:sp>
          <p:nvSpPr>
            <p:cNvPr id="5128" name="Line 70">
              <a:extLst>
                <a:ext uri="{FF2B5EF4-FFF2-40B4-BE49-F238E27FC236}">
                  <a16:creationId xmlns:a16="http://schemas.microsoft.com/office/drawing/2014/main" id="{4AC88A8E-3E2C-42E3-8BD3-C57C22E9FF77}"/>
                </a:ext>
              </a:extLst>
            </p:cNvPr>
            <p:cNvSpPr>
              <a:spLocks noChangeShapeType="1"/>
            </p:cNvSpPr>
            <p:nvPr/>
          </p:nvSpPr>
          <p:spPr bwMode="auto">
            <a:xfrm>
              <a:off x="1344" y="1584"/>
              <a:ext cx="336"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a:latin typeface="Arial" charset="0"/>
                <a:ea typeface="ＭＳ Ｐゴシック" charset="0"/>
              </a:endParaRPr>
            </a:p>
          </p:txBody>
        </p:sp>
        <p:sp>
          <p:nvSpPr>
            <p:cNvPr id="5131" name="Text Box 79">
              <a:extLst>
                <a:ext uri="{FF2B5EF4-FFF2-40B4-BE49-F238E27FC236}">
                  <a16:creationId xmlns:a16="http://schemas.microsoft.com/office/drawing/2014/main" id="{C930369F-E4D3-2656-807B-CE7C9D689DBA}"/>
                </a:ext>
              </a:extLst>
            </p:cNvPr>
            <p:cNvSpPr txBox="1">
              <a:spLocks noChangeArrowheads="1"/>
            </p:cNvSpPr>
            <p:nvPr/>
          </p:nvSpPr>
          <p:spPr bwMode="auto">
            <a:xfrm>
              <a:off x="1440" y="2352"/>
              <a:ext cx="33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spcBef>
                  <a:spcPct val="50000"/>
                </a:spcBef>
                <a:defRPr/>
              </a:pPr>
              <a:r>
                <a:rPr lang="el-GR" altLang="en-US" sz="1000">
                  <a:cs typeface="Arial" pitchFamily="34" charset="0"/>
                </a:rPr>
                <a:t>θ</a:t>
              </a:r>
            </a:p>
          </p:txBody>
        </p:sp>
      </p:grpSp>
      <p:sp>
        <p:nvSpPr>
          <p:cNvPr id="5134" name="Text Box 69">
            <a:extLst>
              <a:ext uri="{FF2B5EF4-FFF2-40B4-BE49-F238E27FC236}">
                <a16:creationId xmlns:a16="http://schemas.microsoft.com/office/drawing/2014/main" id="{5F657A07-FD9E-EB56-5349-2574DB0B9F86}"/>
              </a:ext>
            </a:extLst>
          </p:cNvPr>
          <p:cNvSpPr txBox="1">
            <a:spLocks noChangeArrowheads="1"/>
          </p:cNvSpPr>
          <p:nvPr/>
        </p:nvSpPr>
        <p:spPr bwMode="auto">
          <a:xfrm>
            <a:off x="3831932" y="4802157"/>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spcBef>
                <a:spcPct val="50000"/>
              </a:spcBef>
              <a:defRPr/>
            </a:pPr>
            <a:r>
              <a:rPr lang="en-US" sz="1200">
                <a:latin typeface="Arial" charset="0"/>
                <a:ea typeface="ＭＳ Ｐゴシック" charset="0"/>
              </a:rPr>
              <a:t>Direction of motion</a:t>
            </a:r>
          </a:p>
        </p:txBody>
      </p:sp>
      <p:sp>
        <p:nvSpPr>
          <p:cNvPr id="2" name="Title 3">
            <a:extLst>
              <a:ext uri="{FF2B5EF4-FFF2-40B4-BE49-F238E27FC236}">
                <a16:creationId xmlns:a16="http://schemas.microsoft.com/office/drawing/2014/main" id="{0249A21E-246E-9D49-CF71-926A6073A648}"/>
              </a:ext>
            </a:extLst>
          </p:cNvPr>
          <p:cNvSpPr txBox="1">
            <a:spLocks/>
          </p:cNvSpPr>
          <p:nvPr/>
        </p:nvSpPr>
        <p:spPr>
          <a:xfrm>
            <a:off x="0" y="-2467"/>
            <a:ext cx="12192000" cy="646331"/>
          </a:xfrm>
          <a:prstGeom prst="rect">
            <a:avLst/>
          </a:prstGeom>
          <a:solidFill>
            <a:schemeClr val="accent6">
              <a:lumMod val="40000"/>
              <a:lumOff val="60000"/>
            </a:schemeClr>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ea typeface="STKaiti" panose="020B0503020204020204" pitchFamily="2" charset="-122"/>
                <a:cs typeface="Times New Roman" panose="02020603050405020304" pitchFamily="18" charset="0"/>
              </a:rPr>
              <a:t>Drawing a Free Body Diagram</a:t>
            </a:r>
            <a:r>
              <a:rPr lang="en-US" sz="3200" b="1" dirty="0">
                <a:latin typeface="Times New Roman" panose="02020603050405020304" pitchFamily="18" charset="0"/>
                <a:ea typeface="STKaiti" panose="020B0503020204020204" pitchFamily="2" charset="-122"/>
                <a:cs typeface="Times New Roman" panose="02020603050405020304" pitchFamily="18" charset="0"/>
              </a:rPr>
              <a:t> </a:t>
            </a:r>
          </a:p>
        </p:txBody>
      </p:sp>
      <p:grpSp>
        <p:nvGrpSpPr>
          <p:cNvPr id="5143" name="Group 5142">
            <a:extLst>
              <a:ext uri="{FF2B5EF4-FFF2-40B4-BE49-F238E27FC236}">
                <a16:creationId xmlns:a16="http://schemas.microsoft.com/office/drawing/2014/main" id="{E891AE1E-F508-0C59-BA7A-E407507D2142}"/>
              </a:ext>
            </a:extLst>
          </p:cNvPr>
          <p:cNvGrpSpPr/>
          <p:nvPr/>
        </p:nvGrpSpPr>
        <p:grpSpPr>
          <a:xfrm>
            <a:off x="5323140" y="3556380"/>
            <a:ext cx="2539800" cy="760320"/>
            <a:chOff x="5323140" y="3556380"/>
            <a:chExt cx="2539800" cy="760320"/>
          </a:xfrm>
        </p:grpSpPr>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23E6DD71-5B87-1201-AD17-2F184CDBE94F}"/>
                    </a:ext>
                  </a:extLst>
                </p14:cNvPr>
                <p14:cNvContentPartPr/>
                <p14:nvPr/>
              </p14:nvContentPartPr>
              <p14:xfrm>
                <a:off x="5736420" y="3823860"/>
                <a:ext cx="54360" cy="19440"/>
              </p14:xfrm>
            </p:contentPart>
          </mc:Choice>
          <mc:Fallback xmlns="">
            <p:pic>
              <p:nvPicPr>
                <p:cNvPr id="4" name="Ink 3">
                  <a:extLst>
                    <a:ext uri="{FF2B5EF4-FFF2-40B4-BE49-F238E27FC236}">
                      <a16:creationId xmlns:a16="http://schemas.microsoft.com/office/drawing/2014/main" id="{23E6DD71-5B87-1201-AD17-2F184CDBE94F}"/>
                    </a:ext>
                  </a:extLst>
                </p:cNvPr>
                <p:cNvPicPr/>
                <p:nvPr/>
              </p:nvPicPr>
              <p:blipFill>
                <a:blip r:embed="rId7"/>
                <a:stretch>
                  <a:fillRect/>
                </a:stretch>
              </p:blipFill>
              <p:spPr>
                <a:xfrm>
                  <a:off x="5727420" y="3815220"/>
                  <a:ext cx="72000" cy="370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C0CE9897-9F65-7AD7-26B4-F8908CE2661E}"/>
                    </a:ext>
                  </a:extLst>
                </p14:cNvPr>
                <p14:cNvContentPartPr/>
                <p14:nvPr/>
              </p14:nvContentPartPr>
              <p14:xfrm>
                <a:off x="5779260" y="3756540"/>
                <a:ext cx="92160" cy="75240"/>
              </p14:xfrm>
            </p:contentPart>
          </mc:Choice>
          <mc:Fallback xmlns="">
            <p:pic>
              <p:nvPicPr>
                <p:cNvPr id="7" name="Ink 6">
                  <a:extLst>
                    <a:ext uri="{FF2B5EF4-FFF2-40B4-BE49-F238E27FC236}">
                      <a16:creationId xmlns:a16="http://schemas.microsoft.com/office/drawing/2014/main" id="{C0CE9897-9F65-7AD7-26B4-F8908CE2661E}"/>
                    </a:ext>
                  </a:extLst>
                </p:cNvPr>
                <p:cNvPicPr/>
                <p:nvPr/>
              </p:nvPicPr>
              <p:blipFill>
                <a:blip r:embed="rId9"/>
                <a:stretch>
                  <a:fillRect/>
                </a:stretch>
              </p:blipFill>
              <p:spPr>
                <a:xfrm>
                  <a:off x="5770620" y="3747540"/>
                  <a:ext cx="109800" cy="928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 name="Ink 14">
                  <a:extLst>
                    <a:ext uri="{FF2B5EF4-FFF2-40B4-BE49-F238E27FC236}">
                      <a16:creationId xmlns:a16="http://schemas.microsoft.com/office/drawing/2014/main" id="{A0F7BC07-F69D-39A4-EEDB-DD36D31B5258}"/>
                    </a:ext>
                  </a:extLst>
                </p14:cNvPr>
                <p14:cNvContentPartPr/>
                <p14:nvPr/>
              </p14:nvContentPartPr>
              <p14:xfrm>
                <a:off x="5897700" y="3854460"/>
                <a:ext cx="75600" cy="23760"/>
              </p14:xfrm>
            </p:contentPart>
          </mc:Choice>
          <mc:Fallback xmlns="">
            <p:pic>
              <p:nvPicPr>
                <p:cNvPr id="15" name="Ink 14">
                  <a:extLst>
                    <a:ext uri="{FF2B5EF4-FFF2-40B4-BE49-F238E27FC236}">
                      <a16:creationId xmlns:a16="http://schemas.microsoft.com/office/drawing/2014/main" id="{A0F7BC07-F69D-39A4-EEDB-DD36D31B5258}"/>
                    </a:ext>
                  </a:extLst>
                </p:cNvPr>
                <p:cNvPicPr/>
                <p:nvPr/>
              </p:nvPicPr>
              <p:blipFill>
                <a:blip r:embed="rId11"/>
                <a:stretch>
                  <a:fillRect/>
                </a:stretch>
              </p:blipFill>
              <p:spPr>
                <a:xfrm>
                  <a:off x="5889060" y="3845460"/>
                  <a:ext cx="9324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9" name="Ink 28">
                  <a:extLst>
                    <a:ext uri="{FF2B5EF4-FFF2-40B4-BE49-F238E27FC236}">
                      <a16:creationId xmlns:a16="http://schemas.microsoft.com/office/drawing/2014/main" id="{2E24AB08-F1F6-8438-29F7-4C4AE608F1CE}"/>
                    </a:ext>
                  </a:extLst>
                </p14:cNvPr>
                <p14:cNvContentPartPr/>
                <p14:nvPr/>
              </p14:nvContentPartPr>
              <p14:xfrm>
                <a:off x="5984820" y="3901620"/>
                <a:ext cx="66600" cy="41760"/>
              </p14:xfrm>
            </p:contentPart>
          </mc:Choice>
          <mc:Fallback xmlns="">
            <p:pic>
              <p:nvPicPr>
                <p:cNvPr id="29" name="Ink 28">
                  <a:extLst>
                    <a:ext uri="{FF2B5EF4-FFF2-40B4-BE49-F238E27FC236}">
                      <a16:creationId xmlns:a16="http://schemas.microsoft.com/office/drawing/2014/main" id="{2E24AB08-F1F6-8438-29F7-4C4AE608F1CE}"/>
                    </a:ext>
                  </a:extLst>
                </p:cNvPr>
                <p:cNvPicPr/>
                <p:nvPr/>
              </p:nvPicPr>
              <p:blipFill>
                <a:blip r:embed="rId13"/>
                <a:stretch>
                  <a:fillRect/>
                </a:stretch>
              </p:blipFill>
              <p:spPr>
                <a:xfrm>
                  <a:off x="5975820" y="3892980"/>
                  <a:ext cx="8424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0" name="Ink 29">
                  <a:extLst>
                    <a:ext uri="{FF2B5EF4-FFF2-40B4-BE49-F238E27FC236}">
                      <a16:creationId xmlns:a16="http://schemas.microsoft.com/office/drawing/2014/main" id="{93CE16B2-98AE-771E-DA49-B2AA03C6788C}"/>
                    </a:ext>
                  </a:extLst>
                </p14:cNvPr>
                <p14:cNvContentPartPr/>
                <p14:nvPr/>
              </p14:nvContentPartPr>
              <p14:xfrm>
                <a:off x="5959260" y="3868860"/>
                <a:ext cx="105480" cy="94680"/>
              </p14:xfrm>
            </p:contentPart>
          </mc:Choice>
          <mc:Fallback xmlns="">
            <p:pic>
              <p:nvPicPr>
                <p:cNvPr id="30" name="Ink 29">
                  <a:extLst>
                    <a:ext uri="{FF2B5EF4-FFF2-40B4-BE49-F238E27FC236}">
                      <a16:creationId xmlns:a16="http://schemas.microsoft.com/office/drawing/2014/main" id="{93CE16B2-98AE-771E-DA49-B2AA03C6788C}"/>
                    </a:ext>
                  </a:extLst>
                </p:cNvPr>
                <p:cNvPicPr/>
                <p:nvPr/>
              </p:nvPicPr>
              <p:blipFill>
                <a:blip r:embed="rId15"/>
                <a:stretch>
                  <a:fillRect/>
                </a:stretch>
              </p:blipFill>
              <p:spPr>
                <a:xfrm>
                  <a:off x="5950260" y="3859860"/>
                  <a:ext cx="123120" cy="1123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31" name="Ink 30">
                  <a:extLst>
                    <a:ext uri="{FF2B5EF4-FFF2-40B4-BE49-F238E27FC236}">
                      <a16:creationId xmlns:a16="http://schemas.microsoft.com/office/drawing/2014/main" id="{4E64689D-110A-333B-BD3C-979FA71A9716}"/>
                    </a:ext>
                  </a:extLst>
                </p14:cNvPr>
                <p14:cNvContentPartPr/>
                <p14:nvPr/>
              </p14:nvContentPartPr>
              <p14:xfrm>
                <a:off x="5997780" y="3621900"/>
                <a:ext cx="133560" cy="128520"/>
              </p14:xfrm>
            </p:contentPart>
          </mc:Choice>
          <mc:Fallback xmlns="">
            <p:pic>
              <p:nvPicPr>
                <p:cNvPr id="31" name="Ink 30">
                  <a:extLst>
                    <a:ext uri="{FF2B5EF4-FFF2-40B4-BE49-F238E27FC236}">
                      <a16:creationId xmlns:a16="http://schemas.microsoft.com/office/drawing/2014/main" id="{4E64689D-110A-333B-BD3C-979FA71A9716}"/>
                    </a:ext>
                  </a:extLst>
                </p:cNvPr>
                <p:cNvPicPr/>
                <p:nvPr/>
              </p:nvPicPr>
              <p:blipFill>
                <a:blip r:embed="rId17"/>
                <a:stretch>
                  <a:fillRect/>
                </a:stretch>
              </p:blipFill>
              <p:spPr>
                <a:xfrm>
                  <a:off x="5988780" y="3613260"/>
                  <a:ext cx="15120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32" name="Ink 31">
                  <a:extLst>
                    <a:ext uri="{FF2B5EF4-FFF2-40B4-BE49-F238E27FC236}">
                      <a16:creationId xmlns:a16="http://schemas.microsoft.com/office/drawing/2014/main" id="{C5D68897-A716-B83E-29C4-B13659EDE7CA}"/>
                    </a:ext>
                  </a:extLst>
                </p14:cNvPr>
                <p14:cNvContentPartPr/>
                <p14:nvPr/>
              </p14:nvContentPartPr>
              <p14:xfrm>
                <a:off x="5993820" y="3703620"/>
                <a:ext cx="96840" cy="3240"/>
              </p14:xfrm>
            </p:contentPart>
          </mc:Choice>
          <mc:Fallback xmlns="">
            <p:pic>
              <p:nvPicPr>
                <p:cNvPr id="32" name="Ink 31">
                  <a:extLst>
                    <a:ext uri="{FF2B5EF4-FFF2-40B4-BE49-F238E27FC236}">
                      <a16:creationId xmlns:a16="http://schemas.microsoft.com/office/drawing/2014/main" id="{C5D68897-A716-B83E-29C4-B13659EDE7CA}"/>
                    </a:ext>
                  </a:extLst>
                </p:cNvPr>
                <p:cNvPicPr/>
                <p:nvPr/>
              </p:nvPicPr>
              <p:blipFill>
                <a:blip r:embed="rId19"/>
                <a:stretch>
                  <a:fillRect/>
                </a:stretch>
              </p:blipFill>
              <p:spPr>
                <a:xfrm>
                  <a:off x="5984820" y="3694980"/>
                  <a:ext cx="11448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40" name="Ink 39">
                  <a:extLst>
                    <a:ext uri="{FF2B5EF4-FFF2-40B4-BE49-F238E27FC236}">
                      <a16:creationId xmlns:a16="http://schemas.microsoft.com/office/drawing/2014/main" id="{DCDD62C5-3213-11CC-B6A8-87B4A6E6BDFF}"/>
                    </a:ext>
                  </a:extLst>
                </p14:cNvPr>
                <p14:cNvContentPartPr/>
                <p14:nvPr/>
              </p14:nvContentPartPr>
              <p14:xfrm>
                <a:off x="6145020" y="3685980"/>
                <a:ext cx="114840" cy="194400"/>
              </p14:xfrm>
            </p:contentPart>
          </mc:Choice>
          <mc:Fallback xmlns="">
            <p:pic>
              <p:nvPicPr>
                <p:cNvPr id="40" name="Ink 39">
                  <a:extLst>
                    <a:ext uri="{FF2B5EF4-FFF2-40B4-BE49-F238E27FC236}">
                      <a16:creationId xmlns:a16="http://schemas.microsoft.com/office/drawing/2014/main" id="{DCDD62C5-3213-11CC-B6A8-87B4A6E6BDFF}"/>
                    </a:ext>
                  </a:extLst>
                </p:cNvPr>
                <p:cNvPicPr/>
                <p:nvPr/>
              </p:nvPicPr>
              <p:blipFill>
                <a:blip r:embed="rId21"/>
                <a:stretch>
                  <a:fillRect/>
                </a:stretch>
              </p:blipFill>
              <p:spPr>
                <a:xfrm>
                  <a:off x="6136380" y="3677340"/>
                  <a:ext cx="132480" cy="2120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52" name="Ink 51">
                  <a:extLst>
                    <a:ext uri="{FF2B5EF4-FFF2-40B4-BE49-F238E27FC236}">
                      <a16:creationId xmlns:a16="http://schemas.microsoft.com/office/drawing/2014/main" id="{2B49055C-E756-C652-DC95-6C2BACF0EDCC}"/>
                    </a:ext>
                  </a:extLst>
                </p14:cNvPr>
                <p14:cNvContentPartPr/>
                <p14:nvPr/>
              </p14:nvContentPartPr>
              <p14:xfrm>
                <a:off x="6371100" y="3585540"/>
                <a:ext cx="27000" cy="208800"/>
              </p14:xfrm>
            </p:contentPart>
          </mc:Choice>
          <mc:Fallback xmlns="">
            <p:pic>
              <p:nvPicPr>
                <p:cNvPr id="52" name="Ink 51">
                  <a:extLst>
                    <a:ext uri="{FF2B5EF4-FFF2-40B4-BE49-F238E27FC236}">
                      <a16:creationId xmlns:a16="http://schemas.microsoft.com/office/drawing/2014/main" id="{2B49055C-E756-C652-DC95-6C2BACF0EDCC}"/>
                    </a:ext>
                  </a:extLst>
                </p:cNvPr>
                <p:cNvPicPr/>
                <p:nvPr/>
              </p:nvPicPr>
              <p:blipFill>
                <a:blip r:embed="rId23"/>
                <a:stretch>
                  <a:fillRect/>
                </a:stretch>
              </p:blipFill>
              <p:spPr>
                <a:xfrm>
                  <a:off x="6362460" y="3576900"/>
                  <a:ext cx="44640" cy="2264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53" name="Ink 52">
                  <a:extLst>
                    <a:ext uri="{FF2B5EF4-FFF2-40B4-BE49-F238E27FC236}">
                      <a16:creationId xmlns:a16="http://schemas.microsoft.com/office/drawing/2014/main" id="{2B752FC0-11B5-A2A7-D0A3-9C56D5CD8E3D}"/>
                    </a:ext>
                  </a:extLst>
                </p14:cNvPr>
                <p14:cNvContentPartPr/>
                <p14:nvPr/>
              </p14:nvContentPartPr>
              <p14:xfrm>
                <a:off x="5884380" y="3586620"/>
                <a:ext cx="67680" cy="209880"/>
              </p14:xfrm>
            </p:contentPart>
          </mc:Choice>
          <mc:Fallback xmlns="">
            <p:pic>
              <p:nvPicPr>
                <p:cNvPr id="53" name="Ink 52">
                  <a:extLst>
                    <a:ext uri="{FF2B5EF4-FFF2-40B4-BE49-F238E27FC236}">
                      <a16:creationId xmlns:a16="http://schemas.microsoft.com/office/drawing/2014/main" id="{2B752FC0-11B5-A2A7-D0A3-9C56D5CD8E3D}"/>
                    </a:ext>
                  </a:extLst>
                </p:cNvPr>
                <p:cNvPicPr/>
                <p:nvPr/>
              </p:nvPicPr>
              <p:blipFill>
                <a:blip r:embed="rId25"/>
                <a:stretch>
                  <a:fillRect/>
                </a:stretch>
              </p:blipFill>
              <p:spPr>
                <a:xfrm>
                  <a:off x="5875380" y="3577620"/>
                  <a:ext cx="8532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54" name="Ink 53">
                  <a:extLst>
                    <a:ext uri="{FF2B5EF4-FFF2-40B4-BE49-F238E27FC236}">
                      <a16:creationId xmlns:a16="http://schemas.microsoft.com/office/drawing/2014/main" id="{BCFA4943-55F4-D66D-BAB0-28A70EE1C5CE}"/>
                    </a:ext>
                  </a:extLst>
                </p14:cNvPr>
                <p14:cNvContentPartPr/>
                <p14:nvPr/>
              </p14:nvContentPartPr>
              <p14:xfrm>
                <a:off x="6434460" y="3735300"/>
                <a:ext cx="108720" cy="87840"/>
              </p14:xfrm>
            </p:contentPart>
          </mc:Choice>
          <mc:Fallback xmlns="">
            <p:pic>
              <p:nvPicPr>
                <p:cNvPr id="54" name="Ink 53">
                  <a:extLst>
                    <a:ext uri="{FF2B5EF4-FFF2-40B4-BE49-F238E27FC236}">
                      <a16:creationId xmlns:a16="http://schemas.microsoft.com/office/drawing/2014/main" id="{BCFA4943-55F4-D66D-BAB0-28A70EE1C5CE}"/>
                    </a:ext>
                  </a:extLst>
                </p:cNvPr>
                <p:cNvPicPr/>
                <p:nvPr/>
              </p:nvPicPr>
              <p:blipFill>
                <a:blip r:embed="rId27"/>
                <a:stretch>
                  <a:fillRect/>
                </a:stretch>
              </p:blipFill>
              <p:spPr>
                <a:xfrm>
                  <a:off x="6425820" y="3726300"/>
                  <a:ext cx="126360" cy="1054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58" name="Ink 57">
                  <a:extLst>
                    <a:ext uri="{FF2B5EF4-FFF2-40B4-BE49-F238E27FC236}">
                      <a16:creationId xmlns:a16="http://schemas.microsoft.com/office/drawing/2014/main" id="{08002AE3-0FED-712A-E581-5C7D5143031A}"/>
                    </a:ext>
                  </a:extLst>
                </p14:cNvPr>
                <p14:cNvContentPartPr/>
                <p14:nvPr/>
              </p14:nvContentPartPr>
              <p14:xfrm>
                <a:off x="6454980" y="3734220"/>
                <a:ext cx="100440" cy="122400"/>
              </p14:xfrm>
            </p:contentPart>
          </mc:Choice>
          <mc:Fallback xmlns="">
            <p:pic>
              <p:nvPicPr>
                <p:cNvPr id="58" name="Ink 57">
                  <a:extLst>
                    <a:ext uri="{FF2B5EF4-FFF2-40B4-BE49-F238E27FC236}">
                      <a16:creationId xmlns:a16="http://schemas.microsoft.com/office/drawing/2014/main" id="{08002AE3-0FED-712A-E581-5C7D5143031A}"/>
                    </a:ext>
                  </a:extLst>
                </p:cNvPr>
                <p:cNvPicPr/>
                <p:nvPr/>
              </p:nvPicPr>
              <p:blipFill>
                <a:blip r:embed="rId29"/>
                <a:stretch>
                  <a:fillRect/>
                </a:stretch>
              </p:blipFill>
              <p:spPr>
                <a:xfrm>
                  <a:off x="6445980" y="3725580"/>
                  <a:ext cx="11808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5123" name="Ink 5122">
                  <a:extLst>
                    <a:ext uri="{FF2B5EF4-FFF2-40B4-BE49-F238E27FC236}">
                      <a16:creationId xmlns:a16="http://schemas.microsoft.com/office/drawing/2014/main" id="{195A4D3B-49A7-5A88-FBD2-E0A32884B950}"/>
                    </a:ext>
                  </a:extLst>
                </p14:cNvPr>
                <p14:cNvContentPartPr/>
                <p14:nvPr/>
              </p14:nvContentPartPr>
              <p14:xfrm>
                <a:off x="6681780" y="3687420"/>
                <a:ext cx="102600" cy="12960"/>
              </p14:xfrm>
            </p:contentPart>
          </mc:Choice>
          <mc:Fallback xmlns="">
            <p:pic>
              <p:nvPicPr>
                <p:cNvPr id="5123" name="Ink 5122">
                  <a:extLst>
                    <a:ext uri="{FF2B5EF4-FFF2-40B4-BE49-F238E27FC236}">
                      <a16:creationId xmlns:a16="http://schemas.microsoft.com/office/drawing/2014/main" id="{195A4D3B-49A7-5A88-FBD2-E0A32884B950}"/>
                    </a:ext>
                  </a:extLst>
                </p:cNvPr>
                <p:cNvPicPr/>
                <p:nvPr/>
              </p:nvPicPr>
              <p:blipFill>
                <a:blip r:embed="rId31"/>
                <a:stretch>
                  <a:fillRect/>
                </a:stretch>
              </p:blipFill>
              <p:spPr>
                <a:xfrm>
                  <a:off x="6672780" y="3678780"/>
                  <a:ext cx="12024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5124" name="Ink 5123">
                  <a:extLst>
                    <a:ext uri="{FF2B5EF4-FFF2-40B4-BE49-F238E27FC236}">
                      <a16:creationId xmlns:a16="http://schemas.microsoft.com/office/drawing/2014/main" id="{F9E7126B-AD74-1A14-92DE-EBF96F439BC3}"/>
                    </a:ext>
                  </a:extLst>
                </p14:cNvPr>
                <p14:cNvContentPartPr/>
                <p14:nvPr/>
              </p14:nvContentPartPr>
              <p14:xfrm>
                <a:off x="6698340" y="3723780"/>
                <a:ext cx="94320" cy="3600"/>
              </p14:xfrm>
            </p:contentPart>
          </mc:Choice>
          <mc:Fallback xmlns="">
            <p:pic>
              <p:nvPicPr>
                <p:cNvPr id="5124" name="Ink 5123">
                  <a:extLst>
                    <a:ext uri="{FF2B5EF4-FFF2-40B4-BE49-F238E27FC236}">
                      <a16:creationId xmlns:a16="http://schemas.microsoft.com/office/drawing/2014/main" id="{F9E7126B-AD74-1A14-92DE-EBF96F439BC3}"/>
                    </a:ext>
                  </a:extLst>
                </p:cNvPr>
                <p:cNvPicPr/>
                <p:nvPr/>
              </p:nvPicPr>
              <p:blipFill>
                <a:blip r:embed="rId33"/>
                <a:stretch>
                  <a:fillRect/>
                </a:stretch>
              </p:blipFill>
              <p:spPr>
                <a:xfrm>
                  <a:off x="6689700" y="3714780"/>
                  <a:ext cx="11196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5125" name="Ink 5124">
                  <a:extLst>
                    <a:ext uri="{FF2B5EF4-FFF2-40B4-BE49-F238E27FC236}">
                      <a16:creationId xmlns:a16="http://schemas.microsoft.com/office/drawing/2014/main" id="{51F9B7D2-75B1-15F9-C094-9157C5AD5084}"/>
                    </a:ext>
                  </a:extLst>
                </p14:cNvPr>
                <p14:cNvContentPartPr/>
                <p14:nvPr/>
              </p14:nvContentPartPr>
              <p14:xfrm>
                <a:off x="6891660" y="3592380"/>
                <a:ext cx="154080" cy="139320"/>
              </p14:xfrm>
            </p:contentPart>
          </mc:Choice>
          <mc:Fallback xmlns="">
            <p:pic>
              <p:nvPicPr>
                <p:cNvPr id="5125" name="Ink 5124">
                  <a:extLst>
                    <a:ext uri="{FF2B5EF4-FFF2-40B4-BE49-F238E27FC236}">
                      <a16:creationId xmlns:a16="http://schemas.microsoft.com/office/drawing/2014/main" id="{51F9B7D2-75B1-15F9-C094-9157C5AD5084}"/>
                    </a:ext>
                  </a:extLst>
                </p:cNvPr>
                <p:cNvPicPr/>
                <p:nvPr/>
              </p:nvPicPr>
              <p:blipFill>
                <a:blip r:embed="rId35"/>
                <a:stretch>
                  <a:fillRect/>
                </a:stretch>
              </p:blipFill>
              <p:spPr>
                <a:xfrm>
                  <a:off x="6882660" y="3583380"/>
                  <a:ext cx="17172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5126" name="Ink 5125">
                  <a:extLst>
                    <a:ext uri="{FF2B5EF4-FFF2-40B4-BE49-F238E27FC236}">
                      <a16:creationId xmlns:a16="http://schemas.microsoft.com/office/drawing/2014/main" id="{D3E3E492-751E-FC5F-3156-2C131955281A}"/>
                    </a:ext>
                  </a:extLst>
                </p14:cNvPr>
                <p14:cNvContentPartPr/>
                <p14:nvPr/>
              </p14:nvContentPartPr>
              <p14:xfrm>
                <a:off x="6898860" y="3673740"/>
                <a:ext cx="84600" cy="3960"/>
              </p14:xfrm>
            </p:contentPart>
          </mc:Choice>
          <mc:Fallback xmlns="">
            <p:pic>
              <p:nvPicPr>
                <p:cNvPr id="5126" name="Ink 5125">
                  <a:extLst>
                    <a:ext uri="{FF2B5EF4-FFF2-40B4-BE49-F238E27FC236}">
                      <a16:creationId xmlns:a16="http://schemas.microsoft.com/office/drawing/2014/main" id="{D3E3E492-751E-FC5F-3156-2C131955281A}"/>
                    </a:ext>
                  </a:extLst>
                </p:cNvPr>
                <p:cNvPicPr/>
                <p:nvPr/>
              </p:nvPicPr>
              <p:blipFill>
                <a:blip r:embed="rId37"/>
                <a:stretch>
                  <a:fillRect/>
                </a:stretch>
              </p:blipFill>
              <p:spPr>
                <a:xfrm>
                  <a:off x="6890220" y="3664740"/>
                  <a:ext cx="10224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5127" name="Ink 5126">
                  <a:extLst>
                    <a:ext uri="{FF2B5EF4-FFF2-40B4-BE49-F238E27FC236}">
                      <a16:creationId xmlns:a16="http://schemas.microsoft.com/office/drawing/2014/main" id="{E10C1EF0-ED43-5A9E-4504-51265F152988}"/>
                    </a:ext>
                  </a:extLst>
                </p14:cNvPr>
                <p14:cNvContentPartPr/>
                <p14:nvPr/>
              </p14:nvContentPartPr>
              <p14:xfrm>
                <a:off x="6984540" y="3672300"/>
                <a:ext cx="164160" cy="244800"/>
              </p14:xfrm>
            </p:contentPart>
          </mc:Choice>
          <mc:Fallback xmlns="">
            <p:pic>
              <p:nvPicPr>
                <p:cNvPr id="5127" name="Ink 5126">
                  <a:extLst>
                    <a:ext uri="{FF2B5EF4-FFF2-40B4-BE49-F238E27FC236}">
                      <a16:creationId xmlns:a16="http://schemas.microsoft.com/office/drawing/2014/main" id="{E10C1EF0-ED43-5A9E-4504-51265F152988}"/>
                    </a:ext>
                  </a:extLst>
                </p:cNvPr>
                <p:cNvPicPr/>
                <p:nvPr/>
              </p:nvPicPr>
              <p:blipFill>
                <a:blip r:embed="rId39"/>
                <a:stretch>
                  <a:fillRect/>
                </a:stretch>
              </p:blipFill>
              <p:spPr>
                <a:xfrm>
                  <a:off x="6975900" y="3663660"/>
                  <a:ext cx="181800" cy="2624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5130" name="Ink 5129">
                  <a:extLst>
                    <a:ext uri="{FF2B5EF4-FFF2-40B4-BE49-F238E27FC236}">
                      <a16:creationId xmlns:a16="http://schemas.microsoft.com/office/drawing/2014/main" id="{94F71D02-045B-A860-FCFC-3F770B177663}"/>
                    </a:ext>
                  </a:extLst>
                </p14:cNvPr>
                <p14:cNvContentPartPr/>
                <p14:nvPr/>
              </p14:nvContentPartPr>
              <p14:xfrm>
                <a:off x="7207380" y="3603900"/>
                <a:ext cx="167040" cy="127440"/>
              </p14:xfrm>
            </p:contentPart>
          </mc:Choice>
          <mc:Fallback xmlns="">
            <p:pic>
              <p:nvPicPr>
                <p:cNvPr id="5130" name="Ink 5129">
                  <a:extLst>
                    <a:ext uri="{FF2B5EF4-FFF2-40B4-BE49-F238E27FC236}">
                      <a16:creationId xmlns:a16="http://schemas.microsoft.com/office/drawing/2014/main" id="{94F71D02-045B-A860-FCFC-3F770B177663}"/>
                    </a:ext>
                  </a:extLst>
                </p:cNvPr>
                <p:cNvPicPr/>
                <p:nvPr/>
              </p:nvPicPr>
              <p:blipFill>
                <a:blip r:embed="rId41"/>
                <a:stretch>
                  <a:fillRect/>
                </a:stretch>
              </p:blipFill>
              <p:spPr>
                <a:xfrm>
                  <a:off x="7198740" y="3595260"/>
                  <a:ext cx="18468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5132" name="Ink 5131">
                  <a:extLst>
                    <a:ext uri="{FF2B5EF4-FFF2-40B4-BE49-F238E27FC236}">
                      <a16:creationId xmlns:a16="http://schemas.microsoft.com/office/drawing/2014/main" id="{008DE88B-2E58-FDBA-36E4-991FA4659D3E}"/>
                    </a:ext>
                  </a:extLst>
                </p14:cNvPr>
                <p14:cNvContentPartPr/>
                <p14:nvPr/>
              </p14:nvContentPartPr>
              <p14:xfrm>
                <a:off x="7411140" y="3672660"/>
                <a:ext cx="11520" cy="44640"/>
              </p14:xfrm>
            </p:contentPart>
          </mc:Choice>
          <mc:Fallback xmlns="">
            <p:pic>
              <p:nvPicPr>
                <p:cNvPr id="5132" name="Ink 5131">
                  <a:extLst>
                    <a:ext uri="{FF2B5EF4-FFF2-40B4-BE49-F238E27FC236}">
                      <a16:creationId xmlns:a16="http://schemas.microsoft.com/office/drawing/2014/main" id="{008DE88B-2E58-FDBA-36E4-991FA4659D3E}"/>
                    </a:ext>
                  </a:extLst>
                </p:cNvPr>
                <p:cNvPicPr/>
                <p:nvPr/>
              </p:nvPicPr>
              <p:blipFill>
                <a:blip r:embed="rId43"/>
                <a:stretch>
                  <a:fillRect/>
                </a:stretch>
              </p:blipFill>
              <p:spPr>
                <a:xfrm>
                  <a:off x="7402140" y="3663660"/>
                  <a:ext cx="29160" cy="622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5133" name="Ink 5132">
                  <a:extLst>
                    <a:ext uri="{FF2B5EF4-FFF2-40B4-BE49-F238E27FC236}">
                      <a16:creationId xmlns:a16="http://schemas.microsoft.com/office/drawing/2014/main" id="{C491EFF2-9CCF-9ECC-5217-B9CF3E65D189}"/>
                    </a:ext>
                  </a:extLst>
                </p14:cNvPr>
                <p14:cNvContentPartPr/>
                <p14:nvPr/>
              </p14:nvContentPartPr>
              <p14:xfrm>
                <a:off x="7405380" y="3627300"/>
                <a:ext cx="720" cy="6840"/>
              </p14:xfrm>
            </p:contentPart>
          </mc:Choice>
          <mc:Fallback xmlns="">
            <p:pic>
              <p:nvPicPr>
                <p:cNvPr id="5133" name="Ink 5132">
                  <a:extLst>
                    <a:ext uri="{FF2B5EF4-FFF2-40B4-BE49-F238E27FC236}">
                      <a16:creationId xmlns:a16="http://schemas.microsoft.com/office/drawing/2014/main" id="{C491EFF2-9CCF-9ECC-5217-B9CF3E65D189}"/>
                    </a:ext>
                  </a:extLst>
                </p:cNvPr>
                <p:cNvPicPr/>
                <p:nvPr/>
              </p:nvPicPr>
              <p:blipFill>
                <a:blip r:embed="rId45"/>
                <a:stretch>
                  <a:fillRect/>
                </a:stretch>
              </p:blipFill>
              <p:spPr>
                <a:xfrm>
                  <a:off x="7396380" y="3618300"/>
                  <a:ext cx="1836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5135" name="Ink 5134">
                  <a:extLst>
                    <a:ext uri="{FF2B5EF4-FFF2-40B4-BE49-F238E27FC236}">
                      <a16:creationId xmlns:a16="http://schemas.microsoft.com/office/drawing/2014/main" id="{652E80D2-EF84-A12B-C7CA-25B284B15130}"/>
                    </a:ext>
                  </a:extLst>
                </p14:cNvPr>
                <p14:cNvContentPartPr/>
                <p14:nvPr/>
              </p14:nvContentPartPr>
              <p14:xfrm>
                <a:off x="7469100" y="3639540"/>
                <a:ext cx="151560" cy="89280"/>
              </p14:xfrm>
            </p:contentPart>
          </mc:Choice>
          <mc:Fallback xmlns="">
            <p:pic>
              <p:nvPicPr>
                <p:cNvPr id="5135" name="Ink 5134">
                  <a:extLst>
                    <a:ext uri="{FF2B5EF4-FFF2-40B4-BE49-F238E27FC236}">
                      <a16:creationId xmlns:a16="http://schemas.microsoft.com/office/drawing/2014/main" id="{652E80D2-EF84-A12B-C7CA-25B284B15130}"/>
                    </a:ext>
                  </a:extLst>
                </p:cNvPr>
                <p:cNvPicPr/>
                <p:nvPr/>
              </p:nvPicPr>
              <p:blipFill>
                <a:blip r:embed="rId47"/>
                <a:stretch>
                  <a:fillRect/>
                </a:stretch>
              </p:blipFill>
              <p:spPr>
                <a:xfrm>
                  <a:off x="7460460" y="3630540"/>
                  <a:ext cx="16920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5136" name="Ink 5135">
                  <a:extLst>
                    <a:ext uri="{FF2B5EF4-FFF2-40B4-BE49-F238E27FC236}">
                      <a16:creationId xmlns:a16="http://schemas.microsoft.com/office/drawing/2014/main" id="{5B87E535-22C8-99BE-EDEC-9198672D9EF1}"/>
                    </a:ext>
                  </a:extLst>
                </p14:cNvPr>
                <p14:cNvContentPartPr/>
                <p14:nvPr/>
              </p14:nvContentPartPr>
              <p14:xfrm>
                <a:off x="7665300" y="3556380"/>
                <a:ext cx="197640" cy="180000"/>
              </p14:xfrm>
            </p:contentPart>
          </mc:Choice>
          <mc:Fallback xmlns="">
            <p:pic>
              <p:nvPicPr>
                <p:cNvPr id="5136" name="Ink 5135">
                  <a:extLst>
                    <a:ext uri="{FF2B5EF4-FFF2-40B4-BE49-F238E27FC236}">
                      <a16:creationId xmlns:a16="http://schemas.microsoft.com/office/drawing/2014/main" id="{5B87E535-22C8-99BE-EDEC-9198672D9EF1}"/>
                    </a:ext>
                  </a:extLst>
                </p:cNvPr>
                <p:cNvPicPr/>
                <p:nvPr/>
              </p:nvPicPr>
              <p:blipFill>
                <a:blip r:embed="rId49"/>
                <a:stretch>
                  <a:fillRect/>
                </a:stretch>
              </p:blipFill>
              <p:spPr>
                <a:xfrm>
                  <a:off x="7656660" y="3547740"/>
                  <a:ext cx="21528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5138" name="Ink 5137">
                  <a:extLst>
                    <a:ext uri="{FF2B5EF4-FFF2-40B4-BE49-F238E27FC236}">
                      <a16:creationId xmlns:a16="http://schemas.microsoft.com/office/drawing/2014/main" id="{3B57932D-102B-D3D1-98BB-CB791C06497D}"/>
                    </a:ext>
                  </a:extLst>
                </p14:cNvPr>
                <p14:cNvContentPartPr/>
                <p14:nvPr/>
              </p14:nvContentPartPr>
              <p14:xfrm>
                <a:off x="5610420" y="3824580"/>
                <a:ext cx="55800" cy="75600"/>
              </p14:xfrm>
            </p:contentPart>
          </mc:Choice>
          <mc:Fallback xmlns="">
            <p:pic>
              <p:nvPicPr>
                <p:cNvPr id="5138" name="Ink 5137">
                  <a:extLst>
                    <a:ext uri="{FF2B5EF4-FFF2-40B4-BE49-F238E27FC236}">
                      <a16:creationId xmlns:a16="http://schemas.microsoft.com/office/drawing/2014/main" id="{3B57932D-102B-D3D1-98BB-CB791C06497D}"/>
                    </a:ext>
                  </a:extLst>
                </p:cNvPr>
                <p:cNvPicPr/>
                <p:nvPr/>
              </p:nvPicPr>
              <p:blipFill>
                <a:blip r:embed="rId51"/>
                <a:stretch>
                  <a:fillRect/>
                </a:stretch>
              </p:blipFill>
              <p:spPr>
                <a:xfrm>
                  <a:off x="5601780" y="3815580"/>
                  <a:ext cx="7344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5139" name="Ink 5138">
                  <a:extLst>
                    <a:ext uri="{FF2B5EF4-FFF2-40B4-BE49-F238E27FC236}">
                      <a16:creationId xmlns:a16="http://schemas.microsoft.com/office/drawing/2014/main" id="{47A6FADE-6BB8-6E22-2D45-4BF68B39E871}"/>
                    </a:ext>
                  </a:extLst>
                </p14:cNvPr>
                <p14:cNvContentPartPr/>
                <p14:nvPr/>
              </p14:nvContentPartPr>
              <p14:xfrm>
                <a:off x="5516820" y="3945900"/>
                <a:ext cx="62280" cy="115560"/>
              </p14:xfrm>
            </p:contentPart>
          </mc:Choice>
          <mc:Fallback xmlns="">
            <p:pic>
              <p:nvPicPr>
                <p:cNvPr id="5139" name="Ink 5138">
                  <a:extLst>
                    <a:ext uri="{FF2B5EF4-FFF2-40B4-BE49-F238E27FC236}">
                      <a16:creationId xmlns:a16="http://schemas.microsoft.com/office/drawing/2014/main" id="{47A6FADE-6BB8-6E22-2D45-4BF68B39E871}"/>
                    </a:ext>
                  </a:extLst>
                </p:cNvPr>
                <p:cNvPicPr/>
                <p:nvPr/>
              </p:nvPicPr>
              <p:blipFill>
                <a:blip r:embed="rId53"/>
                <a:stretch>
                  <a:fillRect/>
                </a:stretch>
              </p:blipFill>
              <p:spPr>
                <a:xfrm>
                  <a:off x="5507820" y="3937260"/>
                  <a:ext cx="7992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5140" name="Ink 5139">
                  <a:extLst>
                    <a:ext uri="{FF2B5EF4-FFF2-40B4-BE49-F238E27FC236}">
                      <a16:creationId xmlns:a16="http://schemas.microsoft.com/office/drawing/2014/main" id="{A0467E9F-46A3-DEF6-9F6A-4DC2FB5773CB}"/>
                    </a:ext>
                  </a:extLst>
                </p14:cNvPr>
                <p14:cNvContentPartPr/>
                <p14:nvPr/>
              </p14:nvContentPartPr>
              <p14:xfrm>
                <a:off x="5407020" y="4111860"/>
                <a:ext cx="66960" cy="65880"/>
              </p14:xfrm>
            </p:contentPart>
          </mc:Choice>
          <mc:Fallback xmlns="">
            <p:pic>
              <p:nvPicPr>
                <p:cNvPr id="5140" name="Ink 5139">
                  <a:extLst>
                    <a:ext uri="{FF2B5EF4-FFF2-40B4-BE49-F238E27FC236}">
                      <a16:creationId xmlns:a16="http://schemas.microsoft.com/office/drawing/2014/main" id="{A0467E9F-46A3-DEF6-9F6A-4DC2FB5773CB}"/>
                    </a:ext>
                  </a:extLst>
                </p:cNvPr>
                <p:cNvPicPr/>
                <p:nvPr/>
              </p:nvPicPr>
              <p:blipFill>
                <a:blip r:embed="rId55"/>
                <a:stretch>
                  <a:fillRect/>
                </a:stretch>
              </p:blipFill>
              <p:spPr>
                <a:xfrm>
                  <a:off x="5398020" y="4102860"/>
                  <a:ext cx="8460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5141" name="Ink 5140">
                  <a:extLst>
                    <a:ext uri="{FF2B5EF4-FFF2-40B4-BE49-F238E27FC236}">
                      <a16:creationId xmlns:a16="http://schemas.microsoft.com/office/drawing/2014/main" id="{78F8DF44-1DF6-9F68-CC46-F4AB73B80FDA}"/>
                    </a:ext>
                  </a:extLst>
                </p14:cNvPr>
                <p14:cNvContentPartPr/>
                <p14:nvPr/>
              </p14:nvContentPartPr>
              <p14:xfrm>
                <a:off x="5349780" y="4198620"/>
                <a:ext cx="46800" cy="99000"/>
              </p14:xfrm>
            </p:contentPart>
          </mc:Choice>
          <mc:Fallback xmlns="">
            <p:pic>
              <p:nvPicPr>
                <p:cNvPr id="5141" name="Ink 5140">
                  <a:extLst>
                    <a:ext uri="{FF2B5EF4-FFF2-40B4-BE49-F238E27FC236}">
                      <a16:creationId xmlns:a16="http://schemas.microsoft.com/office/drawing/2014/main" id="{78F8DF44-1DF6-9F68-CC46-F4AB73B80FDA}"/>
                    </a:ext>
                  </a:extLst>
                </p:cNvPr>
                <p:cNvPicPr/>
                <p:nvPr/>
              </p:nvPicPr>
              <p:blipFill>
                <a:blip r:embed="rId57"/>
                <a:stretch>
                  <a:fillRect/>
                </a:stretch>
              </p:blipFill>
              <p:spPr>
                <a:xfrm>
                  <a:off x="5341140" y="4189980"/>
                  <a:ext cx="64440" cy="1166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5142" name="Ink 5141">
                  <a:extLst>
                    <a:ext uri="{FF2B5EF4-FFF2-40B4-BE49-F238E27FC236}">
                      <a16:creationId xmlns:a16="http://schemas.microsoft.com/office/drawing/2014/main" id="{3C4A1545-34AB-E6F7-76B7-93503ADC47C9}"/>
                    </a:ext>
                  </a:extLst>
                </p14:cNvPr>
                <p14:cNvContentPartPr/>
                <p14:nvPr/>
              </p14:nvContentPartPr>
              <p14:xfrm>
                <a:off x="5323140" y="4167300"/>
                <a:ext cx="132120" cy="149400"/>
              </p14:xfrm>
            </p:contentPart>
          </mc:Choice>
          <mc:Fallback xmlns="">
            <p:pic>
              <p:nvPicPr>
                <p:cNvPr id="5142" name="Ink 5141">
                  <a:extLst>
                    <a:ext uri="{FF2B5EF4-FFF2-40B4-BE49-F238E27FC236}">
                      <a16:creationId xmlns:a16="http://schemas.microsoft.com/office/drawing/2014/main" id="{3C4A1545-34AB-E6F7-76B7-93503ADC47C9}"/>
                    </a:ext>
                  </a:extLst>
                </p:cNvPr>
                <p:cNvPicPr/>
                <p:nvPr/>
              </p:nvPicPr>
              <p:blipFill>
                <a:blip r:embed="rId59"/>
                <a:stretch>
                  <a:fillRect/>
                </a:stretch>
              </p:blipFill>
              <p:spPr>
                <a:xfrm>
                  <a:off x="5314500" y="4158660"/>
                  <a:ext cx="149760" cy="167040"/>
                </a:xfrm>
                <a:prstGeom prst="rect">
                  <a:avLst/>
                </a:prstGeom>
              </p:spPr>
            </p:pic>
          </mc:Fallback>
        </mc:AlternateContent>
      </p:grpSp>
      <p:grpSp>
        <p:nvGrpSpPr>
          <p:cNvPr id="5153" name="Group 5152">
            <a:extLst>
              <a:ext uri="{FF2B5EF4-FFF2-40B4-BE49-F238E27FC236}">
                <a16:creationId xmlns:a16="http://schemas.microsoft.com/office/drawing/2014/main" id="{6CA5596F-800C-4D43-152A-014A83198E4F}"/>
              </a:ext>
            </a:extLst>
          </p:cNvPr>
          <p:cNvGrpSpPr/>
          <p:nvPr/>
        </p:nvGrpSpPr>
        <p:grpSpPr>
          <a:xfrm>
            <a:off x="4787820" y="3693900"/>
            <a:ext cx="572760" cy="320040"/>
            <a:chOff x="4787820" y="3693900"/>
            <a:chExt cx="572760" cy="320040"/>
          </a:xfrm>
        </p:grpSpPr>
        <mc:AlternateContent xmlns:mc="http://schemas.openxmlformats.org/markup-compatibility/2006" xmlns:p14="http://schemas.microsoft.com/office/powerpoint/2010/main">
          <mc:Choice Requires="p14">
            <p:contentPart p14:bwMode="auto" r:id="rId60">
              <p14:nvContentPartPr>
                <p14:cNvPr id="5144" name="Ink 5143">
                  <a:extLst>
                    <a:ext uri="{FF2B5EF4-FFF2-40B4-BE49-F238E27FC236}">
                      <a16:creationId xmlns:a16="http://schemas.microsoft.com/office/drawing/2014/main" id="{7DAF68FE-4B5C-13B9-1737-69EB0B289EC4}"/>
                    </a:ext>
                  </a:extLst>
                </p14:cNvPr>
                <p14:cNvContentPartPr/>
                <p14:nvPr/>
              </p14:nvContentPartPr>
              <p14:xfrm>
                <a:off x="4895100" y="3721260"/>
                <a:ext cx="103680" cy="167040"/>
              </p14:xfrm>
            </p:contentPart>
          </mc:Choice>
          <mc:Fallback xmlns="">
            <p:pic>
              <p:nvPicPr>
                <p:cNvPr id="5144" name="Ink 5143">
                  <a:extLst>
                    <a:ext uri="{FF2B5EF4-FFF2-40B4-BE49-F238E27FC236}">
                      <a16:creationId xmlns:a16="http://schemas.microsoft.com/office/drawing/2014/main" id="{7DAF68FE-4B5C-13B9-1737-69EB0B289EC4}"/>
                    </a:ext>
                  </a:extLst>
                </p:cNvPr>
                <p:cNvPicPr/>
                <p:nvPr/>
              </p:nvPicPr>
              <p:blipFill>
                <a:blip r:embed="rId61"/>
                <a:stretch>
                  <a:fillRect/>
                </a:stretch>
              </p:blipFill>
              <p:spPr>
                <a:xfrm>
                  <a:off x="4886460" y="3712620"/>
                  <a:ext cx="121320" cy="1846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5145" name="Ink 5144">
                  <a:extLst>
                    <a:ext uri="{FF2B5EF4-FFF2-40B4-BE49-F238E27FC236}">
                      <a16:creationId xmlns:a16="http://schemas.microsoft.com/office/drawing/2014/main" id="{BA38F960-62B4-9B84-3C40-76C53DEC5F6E}"/>
                    </a:ext>
                  </a:extLst>
                </p14:cNvPr>
                <p14:cNvContentPartPr/>
                <p14:nvPr/>
              </p14:nvContentPartPr>
              <p14:xfrm>
                <a:off x="4923540" y="3805140"/>
                <a:ext cx="73800" cy="7200"/>
              </p14:xfrm>
            </p:contentPart>
          </mc:Choice>
          <mc:Fallback xmlns="">
            <p:pic>
              <p:nvPicPr>
                <p:cNvPr id="5145" name="Ink 5144">
                  <a:extLst>
                    <a:ext uri="{FF2B5EF4-FFF2-40B4-BE49-F238E27FC236}">
                      <a16:creationId xmlns:a16="http://schemas.microsoft.com/office/drawing/2014/main" id="{BA38F960-62B4-9B84-3C40-76C53DEC5F6E}"/>
                    </a:ext>
                  </a:extLst>
                </p:cNvPr>
                <p:cNvPicPr/>
                <p:nvPr/>
              </p:nvPicPr>
              <p:blipFill>
                <a:blip r:embed="rId63"/>
                <a:stretch>
                  <a:fillRect/>
                </a:stretch>
              </p:blipFill>
              <p:spPr>
                <a:xfrm>
                  <a:off x="4914540" y="3796500"/>
                  <a:ext cx="9144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5148" name="Ink 5147">
                  <a:extLst>
                    <a:ext uri="{FF2B5EF4-FFF2-40B4-BE49-F238E27FC236}">
                      <a16:creationId xmlns:a16="http://schemas.microsoft.com/office/drawing/2014/main" id="{FBB08D09-0C95-1F4B-BE02-76320FF79E84}"/>
                    </a:ext>
                  </a:extLst>
                </p14:cNvPr>
                <p14:cNvContentPartPr/>
                <p14:nvPr/>
              </p14:nvContentPartPr>
              <p14:xfrm>
                <a:off x="5012100" y="3775260"/>
                <a:ext cx="92520" cy="207360"/>
              </p14:xfrm>
            </p:contentPart>
          </mc:Choice>
          <mc:Fallback xmlns="">
            <p:pic>
              <p:nvPicPr>
                <p:cNvPr id="5148" name="Ink 5147">
                  <a:extLst>
                    <a:ext uri="{FF2B5EF4-FFF2-40B4-BE49-F238E27FC236}">
                      <a16:creationId xmlns:a16="http://schemas.microsoft.com/office/drawing/2014/main" id="{FBB08D09-0C95-1F4B-BE02-76320FF79E84}"/>
                    </a:ext>
                  </a:extLst>
                </p:cNvPr>
                <p:cNvPicPr/>
                <p:nvPr/>
              </p:nvPicPr>
              <p:blipFill>
                <a:blip r:embed="rId65"/>
                <a:stretch>
                  <a:fillRect/>
                </a:stretch>
              </p:blipFill>
              <p:spPr>
                <a:xfrm>
                  <a:off x="5003100" y="3766620"/>
                  <a:ext cx="11016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5149" name="Ink 5148">
                  <a:extLst>
                    <a:ext uri="{FF2B5EF4-FFF2-40B4-BE49-F238E27FC236}">
                      <a16:creationId xmlns:a16="http://schemas.microsoft.com/office/drawing/2014/main" id="{847C8325-C7D1-9B29-EB4E-FC5825837C98}"/>
                    </a:ext>
                  </a:extLst>
                </p14:cNvPr>
                <p14:cNvContentPartPr/>
                <p14:nvPr/>
              </p14:nvContentPartPr>
              <p14:xfrm>
                <a:off x="5146740" y="3693900"/>
                <a:ext cx="38160" cy="225720"/>
              </p14:xfrm>
            </p:contentPart>
          </mc:Choice>
          <mc:Fallback xmlns="">
            <p:pic>
              <p:nvPicPr>
                <p:cNvPr id="5149" name="Ink 5148">
                  <a:extLst>
                    <a:ext uri="{FF2B5EF4-FFF2-40B4-BE49-F238E27FC236}">
                      <a16:creationId xmlns:a16="http://schemas.microsoft.com/office/drawing/2014/main" id="{847C8325-C7D1-9B29-EB4E-FC5825837C98}"/>
                    </a:ext>
                  </a:extLst>
                </p:cNvPr>
                <p:cNvPicPr/>
                <p:nvPr/>
              </p:nvPicPr>
              <p:blipFill>
                <a:blip r:embed="rId67"/>
                <a:stretch>
                  <a:fillRect/>
                </a:stretch>
              </p:blipFill>
              <p:spPr>
                <a:xfrm>
                  <a:off x="5138100" y="3685260"/>
                  <a:ext cx="55800" cy="24336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5150" name="Ink 5149">
                  <a:extLst>
                    <a:ext uri="{FF2B5EF4-FFF2-40B4-BE49-F238E27FC236}">
                      <a16:creationId xmlns:a16="http://schemas.microsoft.com/office/drawing/2014/main" id="{5139F2A1-9D40-0775-F414-3FB9F441AF14}"/>
                    </a:ext>
                  </a:extLst>
                </p14:cNvPr>
                <p14:cNvContentPartPr/>
                <p14:nvPr/>
              </p14:nvContentPartPr>
              <p14:xfrm>
                <a:off x="4787820" y="3722340"/>
                <a:ext cx="43200" cy="184680"/>
              </p14:xfrm>
            </p:contentPart>
          </mc:Choice>
          <mc:Fallback xmlns="">
            <p:pic>
              <p:nvPicPr>
                <p:cNvPr id="5150" name="Ink 5149">
                  <a:extLst>
                    <a:ext uri="{FF2B5EF4-FFF2-40B4-BE49-F238E27FC236}">
                      <a16:creationId xmlns:a16="http://schemas.microsoft.com/office/drawing/2014/main" id="{5139F2A1-9D40-0775-F414-3FB9F441AF14}"/>
                    </a:ext>
                  </a:extLst>
                </p:cNvPr>
                <p:cNvPicPr/>
                <p:nvPr/>
              </p:nvPicPr>
              <p:blipFill>
                <a:blip r:embed="rId69"/>
                <a:stretch>
                  <a:fillRect/>
                </a:stretch>
              </p:blipFill>
              <p:spPr>
                <a:xfrm>
                  <a:off x="4778820" y="3713700"/>
                  <a:ext cx="60840" cy="20232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5151" name="Ink 5150">
                  <a:extLst>
                    <a:ext uri="{FF2B5EF4-FFF2-40B4-BE49-F238E27FC236}">
                      <a16:creationId xmlns:a16="http://schemas.microsoft.com/office/drawing/2014/main" id="{0C96F56E-9BDF-5CAF-41C8-6222C8ABE723}"/>
                    </a:ext>
                  </a:extLst>
                </p14:cNvPr>
                <p14:cNvContentPartPr/>
                <p14:nvPr/>
              </p14:nvContentPartPr>
              <p14:xfrm>
                <a:off x="5223420" y="3809100"/>
                <a:ext cx="73440" cy="66600"/>
              </p14:xfrm>
            </p:contentPart>
          </mc:Choice>
          <mc:Fallback xmlns="">
            <p:pic>
              <p:nvPicPr>
                <p:cNvPr id="5151" name="Ink 5150">
                  <a:extLst>
                    <a:ext uri="{FF2B5EF4-FFF2-40B4-BE49-F238E27FC236}">
                      <a16:creationId xmlns:a16="http://schemas.microsoft.com/office/drawing/2014/main" id="{0C96F56E-9BDF-5CAF-41C8-6222C8ABE723}"/>
                    </a:ext>
                  </a:extLst>
                </p:cNvPr>
                <p:cNvPicPr/>
                <p:nvPr/>
              </p:nvPicPr>
              <p:blipFill>
                <a:blip r:embed="rId71"/>
                <a:stretch>
                  <a:fillRect/>
                </a:stretch>
              </p:blipFill>
              <p:spPr>
                <a:xfrm>
                  <a:off x="5214780" y="3800100"/>
                  <a:ext cx="91080" cy="842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5152" name="Ink 5151">
                  <a:extLst>
                    <a:ext uri="{FF2B5EF4-FFF2-40B4-BE49-F238E27FC236}">
                      <a16:creationId xmlns:a16="http://schemas.microsoft.com/office/drawing/2014/main" id="{C4F0BEFC-E8C4-951C-052A-C591BB786069}"/>
                    </a:ext>
                  </a:extLst>
                </p14:cNvPr>
                <p14:cNvContentPartPr/>
                <p14:nvPr/>
              </p14:nvContentPartPr>
              <p14:xfrm>
                <a:off x="5243940" y="3776340"/>
                <a:ext cx="116640" cy="237600"/>
              </p14:xfrm>
            </p:contentPart>
          </mc:Choice>
          <mc:Fallback xmlns="">
            <p:pic>
              <p:nvPicPr>
                <p:cNvPr id="5152" name="Ink 5151">
                  <a:extLst>
                    <a:ext uri="{FF2B5EF4-FFF2-40B4-BE49-F238E27FC236}">
                      <a16:creationId xmlns:a16="http://schemas.microsoft.com/office/drawing/2014/main" id="{C4F0BEFC-E8C4-951C-052A-C591BB786069}"/>
                    </a:ext>
                  </a:extLst>
                </p:cNvPr>
                <p:cNvPicPr/>
                <p:nvPr/>
              </p:nvPicPr>
              <p:blipFill>
                <a:blip r:embed="rId73"/>
                <a:stretch>
                  <a:fillRect/>
                </a:stretch>
              </p:blipFill>
              <p:spPr>
                <a:xfrm>
                  <a:off x="5234940" y="3767700"/>
                  <a:ext cx="134280" cy="255240"/>
                </a:xfrm>
                <a:prstGeom prst="rect">
                  <a:avLst/>
                </a:prstGeom>
              </p:spPr>
            </p:pic>
          </mc:Fallback>
        </mc:AlternateContent>
      </p:grpSp>
      <p:grpSp>
        <p:nvGrpSpPr>
          <p:cNvPr id="5184" name="Group 5183">
            <a:extLst>
              <a:ext uri="{FF2B5EF4-FFF2-40B4-BE49-F238E27FC236}">
                <a16:creationId xmlns:a16="http://schemas.microsoft.com/office/drawing/2014/main" id="{05FAFC91-C438-8EB7-B897-7585E97EBAD7}"/>
              </a:ext>
            </a:extLst>
          </p:cNvPr>
          <p:cNvGrpSpPr/>
          <p:nvPr/>
        </p:nvGrpSpPr>
        <p:grpSpPr>
          <a:xfrm>
            <a:off x="3771540" y="3685620"/>
            <a:ext cx="916200" cy="386280"/>
            <a:chOff x="3771540" y="3685620"/>
            <a:chExt cx="916200" cy="386280"/>
          </a:xfrm>
        </p:grpSpPr>
        <mc:AlternateContent xmlns:mc="http://schemas.openxmlformats.org/markup-compatibility/2006" xmlns:p14="http://schemas.microsoft.com/office/powerpoint/2010/main">
          <mc:Choice Requires="p14">
            <p:contentPart p14:bwMode="auto" r:id="rId74">
              <p14:nvContentPartPr>
                <p14:cNvPr id="5157" name="Ink 5156">
                  <a:extLst>
                    <a:ext uri="{FF2B5EF4-FFF2-40B4-BE49-F238E27FC236}">
                      <a16:creationId xmlns:a16="http://schemas.microsoft.com/office/drawing/2014/main" id="{B4BB7EB2-514A-C721-82BE-E70725B25B3F}"/>
                    </a:ext>
                  </a:extLst>
                </p14:cNvPr>
                <p14:cNvContentPartPr/>
                <p14:nvPr/>
              </p14:nvContentPartPr>
              <p14:xfrm>
                <a:off x="3791340" y="3817020"/>
                <a:ext cx="2520" cy="5040"/>
              </p14:xfrm>
            </p:contentPart>
          </mc:Choice>
          <mc:Fallback xmlns="">
            <p:pic>
              <p:nvPicPr>
                <p:cNvPr id="5157" name="Ink 5156">
                  <a:extLst>
                    <a:ext uri="{FF2B5EF4-FFF2-40B4-BE49-F238E27FC236}">
                      <a16:creationId xmlns:a16="http://schemas.microsoft.com/office/drawing/2014/main" id="{B4BB7EB2-514A-C721-82BE-E70725B25B3F}"/>
                    </a:ext>
                  </a:extLst>
                </p:cNvPr>
                <p:cNvPicPr/>
                <p:nvPr/>
              </p:nvPicPr>
              <p:blipFill>
                <a:blip r:embed="rId75"/>
                <a:stretch>
                  <a:fillRect/>
                </a:stretch>
              </p:blipFill>
              <p:spPr>
                <a:xfrm>
                  <a:off x="3782340" y="3808020"/>
                  <a:ext cx="2016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5158" name="Ink 5157">
                  <a:extLst>
                    <a:ext uri="{FF2B5EF4-FFF2-40B4-BE49-F238E27FC236}">
                      <a16:creationId xmlns:a16="http://schemas.microsoft.com/office/drawing/2014/main" id="{3DF41E50-1565-7827-2A5A-00AED5D2E33F}"/>
                    </a:ext>
                  </a:extLst>
                </p14:cNvPr>
                <p14:cNvContentPartPr/>
                <p14:nvPr/>
              </p14:nvContentPartPr>
              <p14:xfrm>
                <a:off x="3778020" y="3736380"/>
                <a:ext cx="128160" cy="201240"/>
              </p14:xfrm>
            </p:contentPart>
          </mc:Choice>
          <mc:Fallback xmlns="">
            <p:pic>
              <p:nvPicPr>
                <p:cNvPr id="5158" name="Ink 5157">
                  <a:extLst>
                    <a:ext uri="{FF2B5EF4-FFF2-40B4-BE49-F238E27FC236}">
                      <a16:creationId xmlns:a16="http://schemas.microsoft.com/office/drawing/2014/main" id="{3DF41E50-1565-7827-2A5A-00AED5D2E33F}"/>
                    </a:ext>
                  </a:extLst>
                </p:cNvPr>
                <p:cNvPicPr/>
                <p:nvPr/>
              </p:nvPicPr>
              <p:blipFill>
                <a:blip r:embed="rId77"/>
                <a:stretch>
                  <a:fillRect/>
                </a:stretch>
              </p:blipFill>
              <p:spPr>
                <a:xfrm>
                  <a:off x="3769020" y="3727740"/>
                  <a:ext cx="145800" cy="21888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159" name="Ink 5158">
                  <a:extLst>
                    <a:ext uri="{FF2B5EF4-FFF2-40B4-BE49-F238E27FC236}">
                      <a16:creationId xmlns:a16="http://schemas.microsoft.com/office/drawing/2014/main" id="{C8A56BA4-A962-0BDA-BAC5-31E63F454E7E}"/>
                    </a:ext>
                  </a:extLst>
                </p14:cNvPr>
                <p14:cNvContentPartPr/>
                <p14:nvPr/>
              </p14:nvContentPartPr>
              <p14:xfrm>
                <a:off x="3771540" y="3862380"/>
                <a:ext cx="63720" cy="5760"/>
              </p14:xfrm>
            </p:contentPart>
          </mc:Choice>
          <mc:Fallback xmlns="">
            <p:pic>
              <p:nvPicPr>
                <p:cNvPr id="5159" name="Ink 5158">
                  <a:extLst>
                    <a:ext uri="{FF2B5EF4-FFF2-40B4-BE49-F238E27FC236}">
                      <a16:creationId xmlns:a16="http://schemas.microsoft.com/office/drawing/2014/main" id="{C8A56BA4-A962-0BDA-BAC5-31E63F454E7E}"/>
                    </a:ext>
                  </a:extLst>
                </p:cNvPr>
                <p:cNvPicPr/>
                <p:nvPr/>
              </p:nvPicPr>
              <p:blipFill>
                <a:blip r:embed="rId79"/>
                <a:stretch>
                  <a:fillRect/>
                </a:stretch>
              </p:blipFill>
              <p:spPr>
                <a:xfrm>
                  <a:off x="3762540" y="3853380"/>
                  <a:ext cx="8136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160" name="Ink 5159">
                  <a:extLst>
                    <a:ext uri="{FF2B5EF4-FFF2-40B4-BE49-F238E27FC236}">
                      <a16:creationId xmlns:a16="http://schemas.microsoft.com/office/drawing/2014/main" id="{869AE69A-7AFB-A378-4668-56B6A4CBDDC7}"/>
                    </a:ext>
                  </a:extLst>
                </p14:cNvPr>
                <p14:cNvContentPartPr/>
                <p14:nvPr/>
              </p14:nvContentPartPr>
              <p14:xfrm>
                <a:off x="3848220" y="3844020"/>
                <a:ext cx="123840" cy="227880"/>
              </p14:xfrm>
            </p:contentPart>
          </mc:Choice>
          <mc:Fallback xmlns="">
            <p:pic>
              <p:nvPicPr>
                <p:cNvPr id="5160" name="Ink 5159">
                  <a:extLst>
                    <a:ext uri="{FF2B5EF4-FFF2-40B4-BE49-F238E27FC236}">
                      <a16:creationId xmlns:a16="http://schemas.microsoft.com/office/drawing/2014/main" id="{869AE69A-7AFB-A378-4668-56B6A4CBDDC7}"/>
                    </a:ext>
                  </a:extLst>
                </p:cNvPr>
                <p:cNvPicPr/>
                <p:nvPr/>
              </p:nvPicPr>
              <p:blipFill>
                <a:blip r:embed="rId81"/>
                <a:stretch>
                  <a:fillRect/>
                </a:stretch>
              </p:blipFill>
              <p:spPr>
                <a:xfrm>
                  <a:off x="3839220" y="3835020"/>
                  <a:ext cx="141480" cy="24552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162" name="Ink 5161">
                  <a:extLst>
                    <a:ext uri="{FF2B5EF4-FFF2-40B4-BE49-F238E27FC236}">
                      <a16:creationId xmlns:a16="http://schemas.microsoft.com/office/drawing/2014/main" id="{2F39C073-5E35-BE82-FAFD-B6C4F5713591}"/>
                    </a:ext>
                  </a:extLst>
                </p14:cNvPr>
                <p14:cNvContentPartPr/>
                <p14:nvPr/>
              </p14:nvContentPartPr>
              <p14:xfrm>
                <a:off x="4019580" y="3747540"/>
                <a:ext cx="122760" cy="179640"/>
              </p14:xfrm>
            </p:contentPart>
          </mc:Choice>
          <mc:Fallback xmlns="">
            <p:pic>
              <p:nvPicPr>
                <p:cNvPr id="5162" name="Ink 5161">
                  <a:extLst>
                    <a:ext uri="{FF2B5EF4-FFF2-40B4-BE49-F238E27FC236}">
                      <a16:creationId xmlns:a16="http://schemas.microsoft.com/office/drawing/2014/main" id="{2F39C073-5E35-BE82-FAFD-B6C4F5713591}"/>
                    </a:ext>
                  </a:extLst>
                </p:cNvPr>
                <p:cNvPicPr/>
                <p:nvPr/>
              </p:nvPicPr>
              <p:blipFill>
                <a:blip r:embed="rId83"/>
                <a:stretch>
                  <a:fillRect/>
                </a:stretch>
              </p:blipFill>
              <p:spPr>
                <a:xfrm>
                  <a:off x="4010580" y="3738540"/>
                  <a:ext cx="14040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163" name="Ink 5162">
                  <a:extLst>
                    <a:ext uri="{FF2B5EF4-FFF2-40B4-BE49-F238E27FC236}">
                      <a16:creationId xmlns:a16="http://schemas.microsoft.com/office/drawing/2014/main" id="{1674F743-0374-1172-7CCE-8BA675683F00}"/>
                    </a:ext>
                  </a:extLst>
                </p14:cNvPr>
                <p14:cNvContentPartPr/>
                <p14:nvPr/>
              </p14:nvContentPartPr>
              <p14:xfrm>
                <a:off x="4164660" y="3812340"/>
                <a:ext cx="87480" cy="100080"/>
              </p14:xfrm>
            </p:contentPart>
          </mc:Choice>
          <mc:Fallback xmlns="">
            <p:pic>
              <p:nvPicPr>
                <p:cNvPr id="5163" name="Ink 5162">
                  <a:extLst>
                    <a:ext uri="{FF2B5EF4-FFF2-40B4-BE49-F238E27FC236}">
                      <a16:creationId xmlns:a16="http://schemas.microsoft.com/office/drawing/2014/main" id="{1674F743-0374-1172-7CCE-8BA675683F00}"/>
                    </a:ext>
                  </a:extLst>
                </p:cNvPr>
                <p:cNvPicPr/>
                <p:nvPr/>
              </p:nvPicPr>
              <p:blipFill>
                <a:blip r:embed="rId85"/>
                <a:stretch>
                  <a:fillRect/>
                </a:stretch>
              </p:blipFill>
              <p:spPr>
                <a:xfrm>
                  <a:off x="4155660" y="3803700"/>
                  <a:ext cx="10512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165" name="Ink 5164">
                  <a:extLst>
                    <a:ext uri="{FF2B5EF4-FFF2-40B4-BE49-F238E27FC236}">
                      <a16:creationId xmlns:a16="http://schemas.microsoft.com/office/drawing/2014/main" id="{41B16FDF-6E50-2C14-6CA3-031A7E17B6C3}"/>
                    </a:ext>
                  </a:extLst>
                </p14:cNvPr>
                <p14:cNvContentPartPr/>
                <p14:nvPr/>
              </p14:nvContentPartPr>
              <p14:xfrm>
                <a:off x="4268340" y="3809460"/>
                <a:ext cx="87120" cy="104760"/>
              </p14:xfrm>
            </p:contentPart>
          </mc:Choice>
          <mc:Fallback xmlns="">
            <p:pic>
              <p:nvPicPr>
                <p:cNvPr id="5165" name="Ink 5164">
                  <a:extLst>
                    <a:ext uri="{FF2B5EF4-FFF2-40B4-BE49-F238E27FC236}">
                      <a16:creationId xmlns:a16="http://schemas.microsoft.com/office/drawing/2014/main" id="{41B16FDF-6E50-2C14-6CA3-031A7E17B6C3}"/>
                    </a:ext>
                  </a:extLst>
                </p:cNvPr>
                <p:cNvPicPr/>
                <p:nvPr/>
              </p:nvPicPr>
              <p:blipFill>
                <a:blip r:embed="rId87"/>
                <a:stretch>
                  <a:fillRect/>
                </a:stretch>
              </p:blipFill>
              <p:spPr>
                <a:xfrm>
                  <a:off x="4259340" y="3800820"/>
                  <a:ext cx="10476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180" name="Ink 5179">
                  <a:extLst>
                    <a:ext uri="{FF2B5EF4-FFF2-40B4-BE49-F238E27FC236}">
                      <a16:creationId xmlns:a16="http://schemas.microsoft.com/office/drawing/2014/main" id="{37C0DAB1-4AFF-0F7A-2553-827A56B3C822}"/>
                    </a:ext>
                  </a:extLst>
                </p14:cNvPr>
                <p14:cNvContentPartPr/>
                <p14:nvPr/>
              </p14:nvContentPartPr>
              <p14:xfrm>
                <a:off x="4337460" y="3685620"/>
                <a:ext cx="165240" cy="248400"/>
              </p14:xfrm>
            </p:contentPart>
          </mc:Choice>
          <mc:Fallback xmlns="">
            <p:pic>
              <p:nvPicPr>
                <p:cNvPr id="5180" name="Ink 5179">
                  <a:extLst>
                    <a:ext uri="{FF2B5EF4-FFF2-40B4-BE49-F238E27FC236}">
                      <a16:creationId xmlns:a16="http://schemas.microsoft.com/office/drawing/2014/main" id="{37C0DAB1-4AFF-0F7A-2553-827A56B3C822}"/>
                    </a:ext>
                  </a:extLst>
                </p:cNvPr>
                <p:cNvPicPr/>
                <p:nvPr/>
              </p:nvPicPr>
              <p:blipFill>
                <a:blip r:embed="rId89"/>
                <a:stretch>
                  <a:fillRect/>
                </a:stretch>
              </p:blipFill>
              <p:spPr>
                <a:xfrm>
                  <a:off x="4328460" y="3676620"/>
                  <a:ext cx="182880" cy="26604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181" name="Ink 5180">
                  <a:extLst>
                    <a:ext uri="{FF2B5EF4-FFF2-40B4-BE49-F238E27FC236}">
                      <a16:creationId xmlns:a16="http://schemas.microsoft.com/office/drawing/2014/main" id="{368697A9-E131-A049-D8AB-6E6EF82A019D}"/>
                    </a:ext>
                  </a:extLst>
                </p14:cNvPr>
                <p14:cNvContentPartPr/>
                <p14:nvPr/>
              </p14:nvContentPartPr>
              <p14:xfrm>
                <a:off x="4585500" y="3811260"/>
                <a:ext cx="102240" cy="12600"/>
              </p14:xfrm>
            </p:contentPart>
          </mc:Choice>
          <mc:Fallback xmlns="">
            <p:pic>
              <p:nvPicPr>
                <p:cNvPr id="5181" name="Ink 5180">
                  <a:extLst>
                    <a:ext uri="{FF2B5EF4-FFF2-40B4-BE49-F238E27FC236}">
                      <a16:creationId xmlns:a16="http://schemas.microsoft.com/office/drawing/2014/main" id="{368697A9-E131-A049-D8AB-6E6EF82A019D}"/>
                    </a:ext>
                  </a:extLst>
                </p:cNvPr>
                <p:cNvPicPr/>
                <p:nvPr/>
              </p:nvPicPr>
              <p:blipFill>
                <a:blip r:embed="rId91"/>
                <a:stretch>
                  <a:fillRect/>
                </a:stretch>
              </p:blipFill>
              <p:spPr>
                <a:xfrm>
                  <a:off x="4576500" y="3802260"/>
                  <a:ext cx="11988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182" name="Ink 5181">
                  <a:extLst>
                    <a:ext uri="{FF2B5EF4-FFF2-40B4-BE49-F238E27FC236}">
                      <a16:creationId xmlns:a16="http://schemas.microsoft.com/office/drawing/2014/main" id="{F8386FAB-0B15-5E33-83B6-96C2CC3F7BCE}"/>
                    </a:ext>
                  </a:extLst>
                </p14:cNvPr>
                <p14:cNvContentPartPr/>
                <p14:nvPr/>
              </p14:nvContentPartPr>
              <p14:xfrm>
                <a:off x="4544100" y="3896220"/>
                <a:ext cx="109080" cy="11880"/>
              </p14:xfrm>
            </p:contentPart>
          </mc:Choice>
          <mc:Fallback xmlns="">
            <p:pic>
              <p:nvPicPr>
                <p:cNvPr id="5182" name="Ink 5181">
                  <a:extLst>
                    <a:ext uri="{FF2B5EF4-FFF2-40B4-BE49-F238E27FC236}">
                      <a16:creationId xmlns:a16="http://schemas.microsoft.com/office/drawing/2014/main" id="{F8386FAB-0B15-5E33-83B6-96C2CC3F7BCE}"/>
                    </a:ext>
                  </a:extLst>
                </p:cNvPr>
                <p:cNvPicPr/>
                <p:nvPr/>
              </p:nvPicPr>
              <p:blipFill>
                <a:blip r:embed="rId93"/>
                <a:stretch>
                  <a:fillRect/>
                </a:stretch>
              </p:blipFill>
              <p:spPr>
                <a:xfrm>
                  <a:off x="4535100" y="3887580"/>
                  <a:ext cx="126720" cy="29520"/>
                </a:xfrm>
                <a:prstGeom prst="rect">
                  <a:avLst/>
                </a:prstGeom>
              </p:spPr>
            </p:pic>
          </mc:Fallback>
        </mc:AlternateContent>
      </p:grpSp>
      <p:grpSp>
        <p:nvGrpSpPr>
          <p:cNvPr id="5214" name="Group 5213">
            <a:extLst>
              <a:ext uri="{FF2B5EF4-FFF2-40B4-BE49-F238E27FC236}">
                <a16:creationId xmlns:a16="http://schemas.microsoft.com/office/drawing/2014/main" id="{E363DC96-B5C9-AFCE-FDBA-C0BD2A0D2FA9}"/>
              </a:ext>
            </a:extLst>
          </p:cNvPr>
          <p:cNvGrpSpPr/>
          <p:nvPr/>
        </p:nvGrpSpPr>
        <p:grpSpPr>
          <a:xfrm>
            <a:off x="4570740" y="5657340"/>
            <a:ext cx="2127600" cy="629640"/>
            <a:chOff x="4570740" y="5657340"/>
            <a:chExt cx="2127600" cy="629640"/>
          </a:xfrm>
        </p:grpSpPr>
        <mc:AlternateContent xmlns:mc="http://schemas.openxmlformats.org/markup-compatibility/2006" xmlns:p14="http://schemas.microsoft.com/office/powerpoint/2010/main">
          <mc:Choice Requires="p14">
            <p:contentPart p14:bwMode="auto" r:id="rId94">
              <p14:nvContentPartPr>
                <p14:cNvPr id="5185" name="Ink 5184">
                  <a:extLst>
                    <a:ext uri="{FF2B5EF4-FFF2-40B4-BE49-F238E27FC236}">
                      <a16:creationId xmlns:a16="http://schemas.microsoft.com/office/drawing/2014/main" id="{5A3AF2B9-C7E6-966E-9B6B-8688F896BB54}"/>
                    </a:ext>
                  </a:extLst>
                </p14:cNvPr>
                <p14:cNvContentPartPr/>
                <p14:nvPr/>
              </p14:nvContentPartPr>
              <p14:xfrm>
                <a:off x="5599980" y="5777580"/>
                <a:ext cx="45720" cy="25560"/>
              </p14:xfrm>
            </p:contentPart>
          </mc:Choice>
          <mc:Fallback xmlns="">
            <p:pic>
              <p:nvPicPr>
                <p:cNvPr id="5185" name="Ink 5184">
                  <a:extLst>
                    <a:ext uri="{FF2B5EF4-FFF2-40B4-BE49-F238E27FC236}">
                      <a16:creationId xmlns:a16="http://schemas.microsoft.com/office/drawing/2014/main" id="{5A3AF2B9-C7E6-966E-9B6B-8688F896BB54}"/>
                    </a:ext>
                  </a:extLst>
                </p:cNvPr>
                <p:cNvPicPr/>
                <p:nvPr/>
              </p:nvPicPr>
              <p:blipFill>
                <a:blip r:embed="rId95"/>
                <a:stretch>
                  <a:fillRect/>
                </a:stretch>
              </p:blipFill>
              <p:spPr>
                <a:xfrm>
                  <a:off x="5590980" y="5768580"/>
                  <a:ext cx="63360" cy="4320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186" name="Ink 5185">
                  <a:extLst>
                    <a:ext uri="{FF2B5EF4-FFF2-40B4-BE49-F238E27FC236}">
                      <a16:creationId xmlns:a16="http://schemas.microsoft.com/office/drawing/2014/main" id="{7C803805-A52E-17A5-9052-7399DEB3ED08}"/>
                    </a:ext>
                  </a:extLst>
                </p14:cNvPr>
                <p14:cNvContentPartPr/>
                <p14:nvPr/>
              </p14:nvContentPartPr>
              <p14:xfrm>
                <a:off x="5699700" y="5825460"/>
                <a:ext cx="74160" cy="34560"/>
              </p14:xfrm>
            </p:contentPart>
          </mc:Choice>
          <mc:Fallback xmlns="">
            <p:pic>
              <p:nvPicPr>
                <p:cNvPr id="5186" name="Ink 5185">
                  <a:extLst>
                    <a:ext uri="{FF2B5EF4-FFF2-40B4-BE49-F238E27FC236}">
                      <a16:creationId xmlns:a16="http://schemas.microsoft.com/office/drawing/2014/main" id="{7C803805-A52E-17A5-9052-7399DEB3ED08}"/>
                    </a:ext>
                  </a:extLst>
                </p:cNvPr>
                <p:cNvPicPr/>
                <p:nvPr/>
              </p:nvPicPr>
              <p:blipFill>
                <a:blip r:embed="rId97"/>
                <a:stretch>
                  <a:fillRect/>
                </a:stretch>
              </p:blipFill>
              <p:spPr>
                <a:xfrm>
                  <a:off x="5690700" y="5816460"/>
                  <a:ext cx="91800" cy="5220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187" name="Ink 5186">
                  <a:extLst>
                    <a:ext uri="{FF2B5EF4-FFF2-40B4-BE49-F238E27FC236}">
                      <a16:creationId xmlns:a16="http://schemas.microsoft.com/office/drawing/2014/main" id="{52C07946-5AB6-BB44-10B5-5D93B36A5F6C}"/>
                    </a:ext>
                  </a:extLst>
                </p14:cNvPr>
                <p14:cNvContentPartPr/>
                <p14:nvPr/>
              </p14:nvContentPartPr>
              <p14:xfrm>
                <a:off x="5792940" y="5870100"/>
                <a:ext cx="46080" cy="31320"/>
              </p14:xfrm>
            </p:contentPart>
          </mc:Choice>
          <mc:Fallback xmlns="">
            <p:pic>
              <p:nvPicPr>
                <p:cNvPr id="5187" name="Ink 5186">
                  <a:extLst>
                    <a:ext uri="{FF2B5EF4-FFF2-40B4-BE49-F238E27FC236}">
                      <a16:creationId xmlns:a16="http://schemas.microsoft.com/office/drawing/2014/main" id="{52C07946-5AB6-BB44-10B5-5D93B36A5F6C}"/>
                    </a:ext>
                  </a:extLst>
                </p:cNvPr>
                <p:cNvPicPr/>
                <p:nvPr/>
              </p:nvPicPr>
              <p:blipFill>
                <a:blip r:embed="rId99"/>
                <a:stretch>
                  <a:fillRect/>
                </a:stretch>
              </p:blipFill>
              <p:spPr>
                <a:xfrm>
                  <a:off x="5783940" y="5861460"/>
                  <a:ext cx="6372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5188" name="Ink 5187">
                  <a:extLst>
                    <a:ext uri="{FF2B5EF4-FFF2-40B4-BE49-F238E27FC236}">
                      <a16:creationId xmlns:a16="http://schemas.microsoft.com/office/drawing/2014/main" id="{30FEC1F7-9B5D-054E-5C96-325546C6875A}"/>
                    </a:ext>
                  </a:extLst>
                </p14:cNvPr>
                <p14:cNvContentPartPr/>
                <p14:nvPr/>
              </p14:nvContentPartPr>
              <p14:xfrm>
                <a:off x="5791860" y="5848500"/>
                <a:ext cx="74520" cy="87840"/>
              </p14:xfrm>
            </p:contentPart>
          </mc:Choice>
          <mc:Fallback xmlns="">
            <p:pic>
              <p:nvPicPr>
                <p:cNvPr id="5188" name="Ink 5187">
                  <a:extLst>
                    <a:ext uri="{FF2B5EF4-FFF2-40B4-BE49-F238E27FC236}">
                      <a16:creationId xmlns:a16="http://schemas.microsoft.com/office/drawing/2014/main" id="{30FEC1F7-9B5D-054E-5C96-325546C6875A}"/>
                    </a:ext>
                  </a:extLst>
                </p:cNvPr>
                <p:cNvPicPr/>
                <p:nvPr/>
              </p:nvPicPr>
              <p:blipFill>
                <a:blip r:embed="rId101"/>
                <a:stretch>
                  <a:fillRect/>
                </a:stretch>
              </p:blipFill>
              <p:spPr>
                <a:xfrm>
                  <a:off x="5782860" y="5839500"/>
                  <a:ext cx="92160" cy="10548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5189" name="Ink 5188">
                  <a:extLst>
                    <a:ext uri="{FF2B5EF4-FFF2-40B4-BE49-F238E27FC236}">
                      <a16:creationId xmlns:a16="http://schemas.microsoft.com/office/drawing/2014/main" id="{01B8F39D-D0D6-8330-39E9-76D652DBA533}"/>
                    </a:ext>
                  </a:extLst>
                </p14:cNvPr>
                <p14:cNvContentPartPr/>
                <p14:nvPr/>
              </p14:nvContentPartPr>
              <p14:xfrm>
                <a:off x="5878620" y="5666700"/>
                <a:ext cx="152640" cy="101160"/>
              </p14:xfrm>
            </p:contentPart>
          </mc:Choice>
          <mc:Fallback xmlns="">
            <p:pic>
              <p:nvPicPr>
                <p:cNvPr id="5189" name="Ink 5188">
                  <a:extLst>
                    <a:ext uri="{FF2B5EF4-FFF2-40B4-BE49-F238E27FC236}">
                      <a16:creationId xmlns:a16="http://schemas.microsoft.com/office/drawing/2014/main" id="{01B8F39D-D0D6-8330-39E9-76D652DBA533}"/>
                    </a:ext>
                  </a:extLst>
                </p:cNvPr>
                <p:cNvPicPr/>
                <p:nvPr/>
              </p:nvPicPr>
              <p:blipFill>
                <a:blip r:embed="rId103"/>
                <a:stretch>
                  <a:fillRect/>
                </a:stretch>
              </p:blipFill>
              <p:spPr>
                <a:xfrm>
                  <a:off x="5869980" y="5657700"/>
                  <a:ext cx="17028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5190" name="Ink 5189">
                  <a:extLst>
                    <a:ext uri="{FF2B5EF4-FFF2-40B4-BE49-F238E27FC236}">
                      <a16:creationId xmlns:a16="http://schemas.microsoft.com/office/drawing/2014/main" id="{977DFA1E-1F43-405A-103A-B608A62D7C08}"/>
                    </a:ext>
                  </a:extLst>
                </p14:cNvPr>
                <p14:cNvContentPartPr/>
                <p14:nvPr/>
              </p14:nvContentPartPr>
              <p14:xfrm>
                <a:off x="5880780" y="5739420"/>
                <a:ext cx="101160" cy="3600"/>
              </p14:xfrm>
            </p:contentPart>
          </mc:Choice>
          <mc:Fallback xmlns="">
            <p:pic>
              <p:nvPicPr>
                <p:cNvPr id="5190" name="Ink 5189">
                  <a:extLst>
                    <a:ext uri="{FF2B5EF4-FFF2-40B4-BE49-F238E27FC236}">
                      <a16:creationId xmlns:a16="http://schemas.microsoft.com/office/drawing/2014/main" id="{977DFA1E-1F43-405A-103A-B608A62D7C08}"/>
                    </a:ext>
                  </a:extLst>
                </p:cNvPr>
                <p:cNvPicPr/>
                <p:nvPr/>
              </p:nvPicPr>
              <p:blipFill>
                <a:blip r:embed="rId105"/>
                <a:stretch>
                  <a:fillRect/>
                </a:stretch>
              </p:blipFill>
              <p:spPr>
                <a:xfrm>
                  <a:off x="5871780" y="5730420"/>
                  <a:ext cx="11880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5191" name="Ink 5190">
                  <a:extLst>
                    <a:ext uri="{FF2B5EF4-FFF2-40B4-BE49-F238E27FC236}">
                      <a16:creationId xmlns:a16="http://schemas.microsoft.com/office/drawing/2014/main" id="{BEC8F29F-BE91-8EA6-1155-4A1CD9CDE269}"/>
                    </a:ext>
                  </a:extLst>
                </p14:cNvPr>
                <p14:cNvContentPartPr/>
                <p14:nvPr/>
              </p14:nvContentPartPr>
              <p14:xfrm>
                <a:off x="5999580" y="5743740"/>
                <a:ext cx="111240" cy="225360"/>
              </p14:xfrm>
            </p:contentPart>
          </mc:Choice>
          <mc:Fallback xmlns="">
            <p:pic>
              <p:nvPicPr>
                <p:cNvPr id="5191" name="Ink 5190">
                  <a:extLst>
                    <a:ext uri="{FF2B5EF4-FFF2-40B4-BE49-F238E27FC236}">
                      <a16:creationId xmlns:a16="http://schemas.microsoft.com/office/drawing/2014/main" id="{BEC8F29F-BE91-8EA6-1155-4A1CD9CDE269}"/>
                    </a:ext>
                  </a:extLst>
                </p:cNvPr>
                <p:cNvPicPr/>
                <p:nvPr/>
              </p:nvPicPr>
              <p:blipFill>
                <a:blip r:embed="rId107"/>
                <a:stretch>
                  <a:fillRect/>
                </a:stretch>
              </p:blipFill>
              <p:spPr>
                <a:xfrm>
                  <a:off x="5990940" y="5734740"/>
                  <a:ext cx="128880"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5192" name="Ink 5191">
                  <a:extLst>
                    <a:ext uri="{FF2B5EF4-FFF2-40B4-BE49-F238E27FC236}">
                      <a16:creationId xmlns:a16="http://schemas.microsoft.com/office/drawing/2014/main" id="{22642201-227D-D7D8-1A16-ED2631D33A9A}"/>
                    </a:ext>
                  </a:extLst>
                </p14:cNvPr>
                <p14:cNvContentPartPr/>
                <p14:nvPr/>
              </p14:nvContentPartPr>
              <p14:xfrm>
                <a:off x="6188940" y="5657340"/>
                <a:ext cx="112680" cy="122760"/>
              </p14:xfrm>
            </p:contentPart>
          </mc:Choice>
          <mc:Fallback xmlns="">
            <p:pic>
              <p:nvPicPr>
                <p:cNvPr id="5192" name="Ink 5191">
                  <a:extLst>
                    <a:ext uri="{FF2B5EF4-FFF2-40B4-BE49-F238E27FC236}">
                      <a16:creationId xmlns:a16="http://schemas.microsoft.com/office/drawing/2014/main" id="{22642201-227D-D7D8-1A16-ED2631D33A9A}"/>
                    </a:ext>
                  </a:extLst>
                </p:cNvPr>
                <p:cNvPicPr/>
                <p:nvPr/>
              </p:nvPicPr>
              <p:blipFill>
                <a:blip r:embed="rId109"/>
                <a:stretch>
                  <a:fillRect/>
                </a:stretch>
              </p:blipFill>
              <p:spPr>
                <a:xfrm>
                  <a:off x="6179940" y="5648340"/>
                  <a:ext cx="13032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5193" name="Ink 5192">
                  <a:extLst>
                    <a:ext uri="{FF2B5EF4-FFF2-40B4-BE49-F238E27FC236}">
                      <a16:creationId xmlns:a16="http://schemas.microsoft.com/office/drawing/2014/main" id="{81782C9B-7E16-EF67-7943-FBB531FEA205}"/>
                    </a:ext>
                  </a:extLst>
                </p14:cNvPr>
                <p14:cNvContentPartPr/>
                <p14:nvPr/>
              </p14:nvContentPartPr>
              <p14:xfrm>
                <a:off x="6366420" y="5727180"/>
                <a:ext cx="6120" cy="72720"/>
              </p14:xfrm>
            </p:contentPart>
          </mc:Choice>
          <mc:Fallback xmlns="">
            <p:pic>
              <p:nvPicPr>
                <p:cNvPr id="5193" name="Ink 5192">
                  <a:extLst>
                    <a:ext uri="{FF2B5EF4-FFF2-40B4-BE49-F238E27FC236}">
                      <a16:creationId xmlns:a16="http://schemas.microsoft.com/office/drawing/2014/main" id="{81782C9B-7E16-EF67-7943-FBB531FEA205}"/>
                    </a:ext>
                  </a:extLst>
                </p:cNvPr>
                <p:cNvPicPr/>
                <p:nvPr/>
              </p:nvPicPr>
              <p:blipFill>
                <a:blip r:embed="rId111"/>
                <a:stretch>
                  <a:fillRect/>
                </a:stretch>
              </p:blipFill>
              <p:spPr>
                <a:xfrm>
                  <a:off x="6357420" y="5718540"/>
                  <a:ext cx="23760" cy="903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5194" name="Ink 5193">
                  <a:extLst>
                    <a:ext uri="{FF2B5EF4-FFF2-40B4-BE49-F238E27FC236}">
                      <a16:creationId xmlns:a16="http://schemas.microsoft.com/office/drawing/2014/main" id="{03C8F61B-FA77-7824-5473-4B44405FC549}"/>
                    </a:ext>
                  </a:extLst>
                </p14:cNvPr>
                <p14:cNvContentPartPr/>
                <p14:nvPr/>
              </p14:nvContentPartPr>
              <p14:xfrm>
                <a:off x="6350940" y="5688300"/>
                <a:ext cx="360" cy="2520"/>
              </p14:xfrm>
            </p:contentPart>
          </mc:Choice>
          <mc:Fallback xmlns="">
            <p:pic>
              <p:nvPicPr>
                <p:cNvPr id="5194" name="Ink 5193">
                  <a:extLst>
                    <a:ext uri="{FF2B5EF4-FFF2-40B4-BE49-F238E27FC236}">
                      <a16:creationId xmlns:a16="http://schemas.microsoft.com/office/drawing/2014/main" id="{03C8F61B-FA77-7824-5473-4B44405FC549}"/>
                    </a:ext>
                  </a:extLst>
                </p:cNvPr>
                <p:cNvPicPr/>
                <p:nvPr/>
              </p:nvPicPr>
              <p:blipFill>
                <a:blip r:embed="rId113"/>
                <a:stretch>
                  <a:fillRect/>
                </a:stretch>
              </p:blipFill>
              <p:spPr>
                <a:xfrm>
                  <a:off x="6341940" y="5679660"/>
                  <a:ext cx="1800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5195" name="Ink 5194">
                  <a:extLst>
                    <a:ext uri="{FF2B5EF4-FFF2-40B4-BE49-F238E27FC236}">
                      <a16:creationId xmlns:a16="http://schemas.microsoft.com/office/drawing/2014/main" id="{3D285AFD-EFA9-0A5B-BB83-1EC8297A210E}"/>
                    </a:ext>
                  </a:extLst>
                </p14:cNvPr>
                <p14:cNvContentPartPr/>
                <p14:nvPr/>
              </p14:nvContentPartPr>
              <p14:xfrm>
                <a:off x="6424020" y="5714580"/>
                <a:ext cx="86760" cy="115920"/>
              </p14:xfrm>
            </p:contentPart>
          </mc:Choice>
          <mc:Fallback xmlns="">
            <p:pic>
              <p:nvPicPr>
                <p:cNvPr id="5195" name="Ink 5194">
                  <a:extLst>
                    <a:ext uri="{FF2B5EF4-FFF2-40B4-BE49-F238E27FC236}">
                      <a16:creationId xmlns:a16="http://schemas.microsoft.com/office/drawing/2014/main" id="{3D285AFD-EFA9-0A5B-BB83-1EC8297A210E}"/>
                    </a:ext>
                  </a:extLst>
                </p:cNvPr>
                <p:cNvPicPr/>
                <p:nvPr/>
              </p:nvPicPr>
              <p:blipFill>
                <a:blip r:embed="rId115"/>
                <a:stretch>
                  <a:fillRect/>
                </a:stretch>
              </p:blipFill>
              <p:spPr>
                <a:xfrm>
                  <a:off x="6415380" y="5705580"/>
                  <a:ext cx="10440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5196" name="Ink 5195">
                  <a:extLst>
                    <a:ext uri="{FF2B5EF4-FFF2-40B4-BE49-F238E27FC236}">
                      <a16:creationId xmlns:a16="http://schemas.microsoft.com/office/drawing/2014/main" id="{9263EDEA-2557-9493-CBC6-6AA5E105EA27}"/>
                    </a:ext>
                  </a:extLst>
                </p14:cNvPr>
                <p14:cNvContentPartPr/>
                <p14:nvPr/>
              </p14:nvContentPartPr>
              <p14:xfrm>
                <a:off x="6565860" y="5683620"/>
                <a:ext cx="132480" cy="159120"/>
              </p14:xfrm>
            </p:contentPart>
          </mc:Choice>
          <mc:Fallback xmlns="">
            <p:pic>
              <p:nvPicPr>
                <p:cNvPr id="5196" name="Ink 5195">
                  <a:extLst>
                    <a:ext uri="{FF2B5EF4-FFF2-40B4-BE49-F238E27FC236}">
                      <a16:creationId xmlns:a16="http://schemas.microsoft.com/office/drawing/2014/main" id="{9263EDEA-2557-9493-CBC6-6AA5E105EA27}"/>
                    </a:ext>
                  </a:extLst>
                </p:cNvPr>
                <p:cNvPicPr/>
                <p:nvPr/>
              </p:nvPicPr>
              <p:blipFill>
                <a:blip r:embed="rId117"/>
                <a:stretch>
                  <a:fillRect/>
                </a:stretch>
              </p:blipFill>
              <p:spPr>
                <a:xfrm>
                  <a:off x="6557220" y="5674980"/>
                  <a:ext cx="150120" cy="17676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5197" name="Ink 5196">
                  <a:extLst>
                    <a:ext uri="{FF2B5EF4-FFF2-40B4-BE49-F238E27FC236}">
                      <a16:creationId xmlns:a16="http://schemas.microsoft.com/office/drawing/2014/main" id="{F5AD28A8-1FFC-53CA-C0B8-601B1ADFEC9C}"/>
                    </a:ext>
                  </a:extLst>
                </p14:cNvPr>
                <p14:cNvContentPartPr/>
                <p14:nvPr/>
              </p14:nvContentPartPr>
              <p14:xfrm>
                <a:off x="5467500" y="5809260"/>
                <a:ext cx="81360" cy="95760"/>
              </p14:xfrm>
            </p:contentPart>
          </mc:Choice>
          <mc:Fallback xmlns="">
            <p:pic>
              <p:nvPicPr>
                <p:cNvPr id="5197" name="Ink 5196">
                  <a:extLst>
                    <a:ext uri="{FF2B5EF4-FFF2-40B4-BE49-F238E27FC236}">
                      <a16:creationId xmlns:a16="http://schemas.microsoft.com/office/drawing/2014/main" id="{F5AD28A8-1FFC-53CA-C0B8-601B1ADFEC9C}"/>
                    </a:ext>
                  </a:extLst>
                </p:cNvPr>
                <p:cNvPicPr/>
                <p:nvPr/>
              </p:nvPicPr>
              <p:blipFill>
                <a:blip r:embed="rId119"/>
                <a:stretch>
                  <a:fillRect/>
                </a:stretch>
              </p:blipFill>
              <p:spPr>
                <a:xfrm>
                  <a:off x="5458860" y="5800620"/>
                  <a:ext cx="9900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5198" name="Ink 5197">
                  <a:extLst>
                    <a:ext uri="{FF2B5EF4-FFF2-40B4-BE49-F238E27FC236}">
                      <a16:creationId xmlns:a16="http://schemas.microsoft.com/office/drawing/2014/main" id="{85406084-2ACA-3247-D61E-C8E817A633C8}"/>
                    </a:ext>
                  </a:extLst>
                </p14:cNvPr>
                <p14:cNvContentPartPr/>
                <p14:nvPr/>
              </p14:nvContentPartPr>
              <p14:xfrm>
                <a:off x="5341500" y="5957580"/>
                <a:ext cx="34560" cy="95400"/>
              </p14:xfrm>
            </p:contentPart>
          </mc:Choice>
          <mc:Fallback xmlns="">
            <p:pic>
              <p:nvPicPr>
                <p:cNvPr id="5198" name="Ink 5197">
                  <a:extLst>
                    <a:ext uri="{FF2B5EF4-FFF2-40B4-BE49-F238E27FC236}">
                      <a16:creationId xmlns:a16="http://schemas.microsoft.com/office/drawing/2014/main" id="{85406084-2ACA-3247-D61E-C8E817A633C8}"/>
                    </a:ext>
                  </a:extLst>
                </p:cNvPr>
                <p:cNvPicPr/>
                <p:nvPr/>
              </p:nvPicPr>
              <p:blipFill>
                <a:blip r:embed="rId121"/>
                <a:stretch>
                  <a:fillRect/>
                </a:stretch>
              </p:blipFill>
              <p:spPr>
                <a:xfrm>
                  <a:off x="5332500" y="5948580"/>
                  <a:ext cx="5220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5199" name="Ink 5198">
                  <a:extLst>
                    <a:ext uri="{FF2B5EF4-FFF2-40B4-BE49-F238E27FC236}">
                      <a16:creationId xmlns:a16="http://schemas.microsoft.com/office/drawing/2014/main" id="{8ADD7008-E4D3-6EBA-4036-F7045F0EC7AF}"/>
                    </a:ext>
                  </a:extLst>
                </p14:cNvPr>
                <p14:cNvContentPartPr/>
                <p14:nvPr/>
              </p14:nvContentPartPr>
              <p14:xfrm>
                <a:off x="5240700" y="6131820"/>
                <a:ext cx="65520" cy="61560"/>
              </p14:xfrm>
            </p:contentPart>
          </mc:Choice>
          <mc:Fallback xmlns="">
            <p:pic>
              <p:nvPicPr>
                <p:cNvPr id="5199" name="Ink 5198">
                  <a:extLst>
                    <a:ext uri="{FF2B5EF4-FFF2-40B4-BE49-F238E27FC236}">
                      <a16:creationId xmlns:a16="http://schemas.microsoft.com/office/drawing/2014/main" id="{8ADD7008-E4D3-6EBA-4036-F7045F0EC7AF}"/>
                    </a:ext>
                  </a:extLst>
                </p:cNvPr>
                <p:cNvPicPr/>
                <p:nvPr/>
              </p:nvPicPr>
              <p:blipFill>
                <a:blip r:embed="rId123"/>
                <a:stretch>
                  <a:fillRect/>
                </a:stretch>
              </p:blipFill>
              <p:spPr>
                <a:xfrm>
                  <a:off x="5231700" y="6123180"/>
                  <a:ext cx="83160" cy="7920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5200" name="Ink 5199">
                  <a:extLst>
                    <a:ext uri="{FF2B5EF4-FFF2-40B4-BE49-F238E27FC236}">
                      <a16:creationId xmlns:a16="http://schemas.microsoft.com/office/drawing/2014/main" id="{C16383C1-9186-6D17-510E-A22FA96F8301}"/>
                    </a:ext>
                  </a:extLst>
                </p14:cNvPr>
                <p14:cNvContentPartPr/>
                <p14:nvPr/>
              </p14:nvContentPartPr>
              <p14:xfrm>
                <a:off x="5206860" y="6218220"/>
                <a:ext cx="41400" cy="68760"/>
              </p14:xfrm>
            </p:contentPart>
          </mc:Choice>
          <mc:Fallback xmlns="">
            <p:pic>
              <p:nvPicPr>
                <p:cNvPr id="5200" name="Ink 5199">
                  <a:extLst>
                    <a:ext uri="{FF2B5EF4-FFF2-40B4-BE49-F238E27FC236}">
                      <a16:creationId xmlns:a16="http://schemas.microsoft.com/office/drawing/2014/main" id="{C16383C1-9186-6D17-510E-A22FA96F8301}"/>
                    </a:ext>
                  </a:extLst>
                </p:cNvPr>
                <p:cNvPicPr/>
                <p:nvPr/>
              </p:nvPicPr>
              <p:blipFill>
                <a:blip r:embed="rId125"/>
                <a:stretch>
                  <a:fillRect/>
                </a:stretch>
              </p:blipFill>
              <p:spPr>
                <a:xfrm>
                  <a:off x="5198220" y="6209220"/>
                  <a:ext cx="59040" cy="8640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5201" name="Ink 5200">
                  <a:extLst>
                    <a:ext uri="{FF2B5EF4-FFF2-40B4-BE49-F238E27FC236}">
                      <a16:creationId xmlns:a16="http://schemas.microsoft.com/office/drawing/2014/main" id="{92DE1766-6E70-0F0F-789C-468AF88AE142}"/>
                    </a:ext>
                  </a:extLst>
                </p14:cNvPr>
                <p14:cNvContentPartPr/>
                <p14:nvPr/>
              </p14:nvContentPartPr>
              <p14:xfrm>
                <a:off x="5368140" y="5928060"/>
                <a:ext cx="81360" cy="128520"/>
              </p14:xfrm>
            </p:contentPart>
          </mc:Choice>
          <mc:Fallback xmlns="">
            <p:pic>
              <p:nvPicPr>
                <p:cNvPr id="5201" name="Ink 5200">
                  <a:extLst>
                    <a:ext uri="{FF2B5EF4-FFF2-40B4-BE49-F238E27FC236}">
                      <a16:creationId xmlns:a16="http://schemas.microsoft.com/office/drawing/2014/main" id="{92DE1766-6E70-0F0F-789C-468AF88AE142}"/>
                    </a:ext>
                  </a:extLst>
                </p:cNvPr>
                <p:cNvPicPr/>
                <p:nvPr/>
              </p:nvPicPr>
              <p:blipFill>
                <a:blip r:embed="rId127"/>
                <a:stretch>
                  <a:fillRect/>
                </a:stretch>
              </p:blipFill>
              <p:spPr>
                <a:xfrm>
                  <a:off x="5359140" y="5919060"/>
                  <a:ext cx="9900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5202" name="Ink 5201">
                  <a:extLst>
                    <a:ext uri="{FF2B5EF4-FFF2-40B4-BE49-F238E27FC236}">
                      <a16:creationId xmlns:a16="http://schemas.microsoft.com/office/drawing/2014/main" id="{2AEB47CA-EFB2-4F44-B9BC-A57BD7DB7D39}"/>
                    </a:ext>
                  </a:extLst>
                </p14:cNvPr>
                <p14:cNvContentPartPr/>
                <p14:nvPr/>
              </p14:nvContentPartPr>
              <p14:xfrm>
                <a:off x="5282100" y="6101580"/>
                <a:ext cx="68040" cy="82440"/>
              </p14:xfrm>
            </p:contentPart>
          </mc:Choice>
          <mc:Fallback xmlns="">
            <p:pic>
              <p:nvPicPr>
                <p:cNvPr id="5202" name="Ink 5201">
                  <a:extLst>
                    <a:ext uri="{FF2B5EF4-FFF2-40B4-BE49-F238E27FC236}">
                      <a16:creationId xmlns:a16="http://schemas.microsoft.com/office/drawing/2014/main" id="{2AEB47CA-EFB2-4F44-B9BC-A57BD7DB7D39}"/>
                    </a:ext>
                  </a:extLst>
                </p:cNvPr>
                <p:cNvPicPr/>
                <p:nvPr/>
              </p:nvPicPr>
              <p:blipFill>
                <a:blip r:embed="rId129"/>
                <a:stretch>
                  <a:fillRect/>
                </a:stretch>
              </p:blipFill>
              <p:spPr>
                <a:xfrm>
                  <a:off x="5273460" y="6092580"/>
                  <a:ext cx="8568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5203" name="Ink 5202">
                  <a:extLst>
                    <a:ext uri="{FF2B5EF4-FFF2-40B4-BE49-F238E27FC236}">
                      <a16:creationId xmlns:a16="http://schemas.microsoft.com/office/drawing/2014/main" id="{38DBF4BD-4B5E-5B20-5745-DFAE22C217CD}"/>
                    </a:ext>
                  </a:extLst>
                </p14:cNvPr>
                <p14:cNvContentPartPr/>
                <p14:nvPr/>
              </p14:nvContentPartPr>
              <p14:xfrm>
                <a:off x="5224140" y="6133260"/>
                <a:ext cx="172440" cy="127800"/>
              </p14:xfrm>
            </p:contentPart>
          </mc:Choice>
          <mc:Fallback xmlns="">
            <p:pic>
              <p:nvPicPr>
                <p:cNvPr id="5203" name="Ink 5202">
                  <a:extLst>
                    <a:ext uri="{FF2B5EF4-FFF2-40B4-BE49-F238E27FC236}">
                      <a16:creationId xmlns:a16="http://schemas.microsoft.com/office/drawing/2014/main" id="{38DBF4BD-4B5E-5B20-5745-DFAE22C217CD}"/>
                    </a:ext>
                  </a:extLst>
                </p:cNvPr>
                <p:cNvPicPr/>
                <p:nvPr/>
              </p:nvPicPr>
              <p:blipFill>
                <a:blip r:embed="rId131"/>
                <a:stretch>
                  <a:fillRect/>
                </a:stretch>
              </p:blipFill>
              <p:spPr>
                <a:xfrm>
                  <a:off x="5215500" y="6124620"/>
                  <a:ext cx="19008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5206" name="Ink 5205">
                  <a:extLst>
                    <a:ext uri="{FF2B5EF4-FFF2-40B4-BE49-F238E27FC236}">
                      <a16:creationId xmlns:a16="http://schemas.microsoft.com/office/drawing/2014/main" id="{65AAD890-8DDA-464A-962B-9CAD3781C39F}"/>
                    </a:ext>
                  </a:extLst>
                </p14:cNvPr>
                <p14:cNvContentPartPr/>
                <p14:nvPr/>
              </p14:nvContentPartPr>
              <p14:xfrm>
                <a:off x="4570740" y="5860020"/>
                <a:ext cx="168840" cy="190440"/>
              </p14:xfrm>
            </p:contentPart>
          </mc:Choice>
          <mc:Fallback xmlns="">
            <p:pic>
              <p:nvPicPr>
                <p:cNvPr id="5206" name="Ink 5205">
                  <a:extLst>
                    <a:ext uri="{FF2B5EF4-FFF2-40B4-BE49-F238E27FC236}">
                      <a16:creationId xmlns:a16="http://schemas.microsoft.com/office/drawing/2014/main" id="{65AAD890-8DDA-464A-962B-9CAD3781C39F}"/>
                    </a:ext>
                  </a:extLst>
                </p:cNvPr>
                <p:cNvPicPr/>
                <p:nvPr/>
              </p:nvPicPr>
              <p:blipFill>
                <a:blip r:embed="rId133"/>
                <a:stretch>
                  <a:fillRect/>
                </a:stretch>
              </p:blipFill>
              <p:spPr>
                <a:xfrm>
                  <a:off x="4561740" y="5851380"/>
                  <a:ext cx="186480" cy="20808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5207" name="Ink 5206">
                  <a:extLst>
                    <a:ext uri="{FF2B5EF4-FFF2-40B4-BE49-F238E27FC236}">
                      <a16:creationId xmlns:a16="http://schemas.microsoft.com/office/drawing/2014/main" id="{5CE9E9C7-770D-0C33-4F4B-A6BC603D039E}"/>
                    </a:ext>
                  </a:extLst>
                </p14:cNvPr>
                <p14:cNvContentPartPr/>
                <p14:nvPr/>
              </p14:nvContentPartPr>
              <p14:xfrm>
                <a:off x="4607820" y="5968740"/>
                <a:ext cx="96480" cy="5760"/>
              </p14:xfrm>
            </p:contentPart>
          </mc:Choice>
          <mc:Fallback xmlns="">
            <p:pic>
              <p:nvPicPr>
                <p:cNvPr id="5207" name="Ink 5206">
                  <a:extLst>
                    <a:ext uri="{FF2B5EF4-FFF2-40B4-BE49-F238E27FC236}">
                      <a16:creationId xmlns:a16="http://schemas.microsoft.com/office/drawing/2014/main" id="{5CE9E9C7-770D-0C33-4F4B-A6BC603D039E}"/>
                    </a:ext>
                  </a:extLst>
                </p:cNvPr>
                <p:cNvPicPr/>
                <p:nvPr/>
              </p:nvPicPr>
              <p:blipFill>
                <a:blip r:embed="rId135"/>
                <a:stretch>
                  <a:fillRect/>
                </a:stretch>
              </p:blipFill>
              <p:spPr>
                <a:xfrm>
                  <a:off x="4599180" y="5960100"/>
                  <a:ext cx="11412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5208" name="Ink 5207">
                  <a:extLst>
                    <a:ext uri="{FF2B5EF4-FFF2-40B4-BE49-F238E27FC236}">
                      <a16:creationId xmlns:a16="http://schemas.microsoft.com/office/drawing/2014/main" id="{69792515-A9FB-844F-2427-0857E3BC00E7}"/>
                    </a:ext>
                  </a:extLst>
                </p14:cNvPr>
                <p14:cNvContentPartPr/>
                <p14:nvPr/>
              </p14:nvContentPartPr>
              <p14:xfrm>
                <a:off x="4677300" y="5968380"/>
                <a:ext cx="114840" cy="230760"/>
              </p14:xfrm>
            </p:contentPart>
          </mc:Choice>
          <mc:Fallback xmlns="">
            <p:pic>
              <p:nvPicPr>
                <p:cNvPr id="5208" name="Ink 5207">
                  <a:extLst>
                    <a:ext uri="{FF2B5EF4-FFF2-40B4-BE49-F238E27FC236}">
                      <a16:creationId xmlns:a16="http://schemas.microsoft.com/office/drawing/2014/main" id="{69792515-A9FB-844F-2427-0857E3BC00E7}"/>
                    </a:ext>
                  </a:extLst>
                </p:cNvPr>
                <p:cNvPicPr/>
                <p:nvPr/>
              </p:nvPicPr>
              <p:blipFill>
                <a:blip r:embed="rId137"/>
                <a:stretch>
                  <a:fillRect/>
                </a:stretch>
              </p:blipFill>
              <p:spPr>
                <a:xfrm>
                  <a:off x="4668300" y="5959740"/>
                  <a:ext cx="132480" cy="24840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5210" name="Ink 5209">
                  <a:extLst>
                    <a:ext uri="{FF2B5EF4-FFF2-40B4-BE49-F238E27FC236}">
                      <a16:creationId xmlns:a16="http://schemas.microsoft.com/office/drawing/2014/main" id="{1E34A5F2-D0B9-0EA0-133D-15A37F1473A8}"/>
                    </a:ext>
                  </a:extLst>
                </p14:cNvPr>
                <p14:cNvContentPartPr/>
                <p14:nvPr/>
              </p14:nvContentPartPr>
              <p14:xfrm>
                <a:off x="4881780" y="5880180"/>
                <a:ext cx="82440" cy="111960"/>
              </p14:xfrm>
            </p:contentPart>
          </mc:Choice>
          <mc:Fallback xmlns="">
            <p:pic>
              <p:nvPicPr>
                <p:cNvPr id="5210" name="Ink 5209">
                  <a:extLst>
                    <a:ext uri="{FF2B5EF4-FFF2-40B4-BE49-F238E27FC236}">
                      <a16:creationId xmlns:a16="http://schemas.microsoft.com/office/drawing/2014/main" id="{1E34A5F2-D0B9-0EA0-133D-15A37F1473A8}"/>
                    </a:ext>
                  </a:extLst>
                </p:cNvPr>
                <p:cNvPicPr/>
                <p:nvPr/>
              </p:nvPicPr>
              <p:blipFill>
                <a:blip r:embed="rId139"/>
                <a:stretch>
                  <a:fillRect/>
                </a:stretch>
              </p:blipFill>
              <p:spPr>
                <a:xfrm>
                  <a:off x="4872780" y="5871180"/>
                  <a:ext cx="100080" cy="12960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5211" name="Ink 5210">
                  <a:extLst>
                    <a:ext uri="{FF2B5EF4-FFF2-40B4-BE49-F238E27FC236}">
                      <a16:creationId xmlns:a16="http://schemas.microsoft.com/office/drawing/2014/main" id="{578A9CEA-7B70-A2FF-B496-FD8A815100C1}"/>
                    </a:ext>
                  </a:extLst>
                </p14:cNvPr>
                <p14:cNvContentPartPr/>
                <p14:nvPr/>
              </p14:nvContentPartPr>
              <p14:xfrm>
                <a:off x="4968540" y="5924460"/>
                <a:ext cx="68760" cy="75240"/>
              </p14:xfrm>
            </p:contentPart>
          </mc:Choice>
          <mc:Fallback xmlns="">
            <p:pic>
              <p:nvPicPr>
                <p:cNvPr id="5211" name="Ink 5210">
                  <a:extLst>
                    <a:ext uri="{FF2B5EF4-FFF2-40B4-BE49-F238E27FC236}">
                      <a16:creationId xmlns:a16="http://schemas.microsoft.com/office/drawing/2014/main" id="{578A9CEA-7B70-A2FF-B496-FD8A815100C1}"/>
                    </a:ext>
                  </a:extLst>
                </p:cNvPr>
                <p:cNvPicPr/>
                <p:nvPr/>
              </p:nvPicPr>
              <p:blipFill>
                <a:blip r:embed="rId141"/>
                <a:stretch>
                  <a:fillRect/>
                </a:stretch>
              </p:blipFill>
              <p:spPr>
                <a:xfrm>
                  <a:off x="4959540" y="5915820"/>
                  <a:ext cx="86400" cy="9288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5212" name="Ink 5211">
                  <a:extLst>
                    <a:ext uri="{FF2B5EF4-FFF2-40B4-BE49-F238E27FC236}">
                      <a16:creationId xmlns:a16="http://schemas.microsoft.com/office/drawing/2014/main" id="{D2261C04-B0F6-3552-6E3B-93B3F23B1541}"/>
                    </a:ext>
                  </a:extLst>
                </p14:cNvPr>
                <p14:cNvContentPartPr/>
                <p14:nvPr/>
              </p14:nvContentPartPr>
              <p14:xfrm>
                <a:off x="5068980" y="5913300"/>
                <a:ext cx="63000" cy="81360"/>
              </p14:xfrm>
            </p:contentPart>
          </mc:Choice>
          <mc:Fallback xmlns="">
            <p:pic>
              <p:nvPicPr>
                <p:cNvPr id="5212" name="Ink 5211">
                  <a:extLst>
                    <a:ext uri="{FF2B5EF4-FFF2-40B4-BE49-F238E27FC236}">
                      <a16:creationId xmlns:a16="http://schemas.microsoft.com/office/drawing/2014/main" id="{D2261C04-B0F6-3552-6E3B-93B3F23B1541}"/>
                    </a:ext>
                  </a:extLst>
                </p:cNvPr>
                <p:cNvPicPr/>
                <p:nvPr/>
              </p:nvPicPr>
              <p:blipFill>
                <a:blip r:embed="rId143"/>
                <a:stretch>
                  <a:fillRect/>
                </a:stretch>
              </p:blipFill>
              <p:spPr>
                <a:xfrm>
                  <a:off x="5059980" y="5904660"/>
                  <a:ext cx="8064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5213" name="Ink 5212">
                  <a:extLst>
                    <a:ext uri="{FF2B5EF4-FFF2-40B4-BE49-F238E27FC236}">
                      <a16:creationId xmlns:a16="http://schemas.microsoft.com/office/drawing/2014/main" id="{75845EB2-0E46-C23E-2070-5BBACB790702}"/>
                    </a:ext>
                  </a:extLst>
                </p14:cNvPr>
                <p14:cNvContentPartPr/>
                <p14:nvPr/>
              </p14:nvContentPartPr>
              <p14:xfrm>
                <a:off x="5185620" y="5850300"/>
                <a:ext cx="124560" cy="136800"/>
              </p14:xfrm>
            </p:contentPart>
          </mc:Choice>
          <mc:Fallback xmlns="">
            <p:pic>
              <p:nvPicPr>
                <p:cNvPr id="5213" name="Ink 5212">
                  <a:extLst>
                    <a:ext uri="{FF2B5EF4-FFF2-40B4-BE49-F238E27FC236}">
                      <a16:creationId xmlns:a16="http://schemas.microsoft.com/office/drawing/2014/main" id="{75845EB2-0E46-C23E-2070-5BBACB790702}"/>
                    </a:ext>
                  </a:extLst>
                </p:cNvPr>
                <p:cNvPicPr/>
                <p:nvPr/>
              </p:nvPicPr>
              <p:blipFill>
                <a:blip r:embed="rId145"/>
                <a:stretch>
                  <a:fillRect/>
                </a:stretch>
              </p:blipFill>
              <p:spPr>
                <a:xfrm>
                  <a:off x="5176620" y="5841300"/>
                  <a:ext cx="142200" cy="154440"/>
                </a:xfrm>
                <a:prstGeom prst="rect">
                  <a:avLst/>
                </a:prstGeom>
              </p:spPr>
            </p:pic>
          </mc:Fallback>
        </mc:AlternateContent>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17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8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14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18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15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2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83" grpId="0"/>
      <p:bldP spid="57" grpId="0"/>
      <p:bldP spid="59"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E0FE41FE-6886-6666-C4A3-7315FF3A1C7E}"/>
              </a:ext>
            </a:extLst>
          </p:cNvPr>
          <p:cNvSpPr txBox="1">
            <a:spLocks/>
          </p:cNvSpPr>
          <p:nvPr/>
        </p:nvSpPr>
        <p:spPr>
          <a:xfrm>
            <a:off x="0" y="-7441"/>
            <a:ext cx="12192000" cy="646331"/>
          </a:xfrm>
          <a:prstGeom prst="rect">
            <a:avLst/>
          </a:prstGeom>
          <a:solidFill>
            <a:schemeClr val="accent6">
              <a:lumMod val="40000"/>
              <a:lumOff val="60000"/>
            </a:schemeClr>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ea typeface="STKaiti" panose="020B0503020204020204" pitchFamily="2" charset="-122"/>
                <a:cs typeface="Times New Roman" panose="02020603050405020304" pitchFamily="18" charset="0"/>
              </a:rPr>
              <a:t>Problem solving  (Newton’s Law of Motion)</a:t>
            </a:r>
            <a:r>
              <a:rPr lang="en-US" sz="3200" b="1" dirty="0">
                <a:latin typeface="Times New Roman" panose="02020603050405020304" pitchFamily="18" charset="0"/>
                <a:ea typeface="STKaiti" panose="020B0503020204020204" pitchFamily="2" charset="-122"/>
                <a:cs typeface="Times New Roman" panose="02020603050405020304" pitchFamily="18" charset="0"/>
              </a:rPr>
              <a:t> </a:t>
            </a:r>
          </a:p>
        </p:txBody>
      </p:sp>
      <p:sp>
        <p:nvSpPr>
          <p:cNvPr id="9" name="TextBox 8">
            <a:extLst>
              <a:ext uri="{FF2B5EF4-FFF2-40B4-BE49-F238E27FC236}">
                <a16:creationId xmlns:a16="http://schemas.microsoft.com/office/drawing/2014/main" id="{FE706476-99EC-D33C-EFC1-45B31F6B076E}"/>
              </a:ext>
            </a:extLst>
          </p:cNvPr>
          <p:cNvSpPr txBox="1"/>
          <p:nvPr/>
        </p:nvSpPr>
        <p:spPr>
          <a:xfrm>
            <a:off x="492370" y="975226"/>
            <a:ext cx="11136923" cy="3046988"/>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40) As shown in the figure, the block of mass 30.0 kg slides on the frictionless horizontal surface. If the two forces acting on the block are 30.0 N, what is the magnitude of the resulting </a:t>
            </a:r>
            <a:r>
              <a:rPr lang="en-US" sz="32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acceleration </a:t>
            </a:r>
            <a:r>
              <a:rPr lang="en-US" sz="3200" dirty="0">
                <a:latin typeface="Times New Roman" panose="02020603050405020304" pitchFamily="18" charset="0"/>
                <a:cs typeface="Times New Roman" panose="02020603050405020304" pitchFamily="18" charset="0"/>
              </a:rPr>
              <a:t>of the block?</a:t>
            </a:r>
          </a:p>
          <a:p>
            <a:endParaRPr lang="en-US" sz="3200" dirty="0">
              <a:latin typeface="Times New Roman" panose="02020603050405020304" pitchFamily="18" charset="0"/>
              <a:cs typeface="Times New Roman" panose="02020603050405020304" pitchFamily="18" charset="0"/>
            </a:endParaRPr>
          </a:p>
          <a:p>
            <a:r>
              <a:rPr lang="en-US" sz="3200" b="1" dirty="0">
                <a:solidFill>
                  <a:srgbClr val="0070C0"/>
                </a:solidFill>
                <a:latin typeface="Times New Roman" panose="02020603050405020304" pitchFamily="18" charset="0"/>
                <a:cs typeface="Times New Roman" panose="02020603050405020304" pitchFamily="18" charset="0"/>
              </a:rPr>
              <a:t>Answer: 1.87 m/s</a:t>
            </a:r>
            <a:r>
              <a:rPr lang="en-US" sz="3200" b="1" baseline="30000" dirty="0">
                <a:solidFill>
                  <a:srgbClr val="0070C0"/>
                </a:solidFill>
                <a:latin typeface="Times New Roman" panose="02020603050405020304" pitchFamily="18" charset="0"/>
                <a:cs typeface="Times New Roman" panose="02020603050405020304" pitchFamily="18" charset="0"/>
              </a:rPr>
              <a:t>2</a:t>
            </a:r>
          </a:p>
        </p:txBody>
      </p:sp>
      <p:pic>
        <p:nvPicPr>
          <p:cNvPr id="5" name="Picture 4">
            <a:extLst>
              <a:ext uri="{FF2B5EF4-FFF2-40B4-BE49-F238E27FC236}">
                <a16:creationId xmlns:a16="http://schemas.microsoft.com/office/drawing/2014/main" id="{7C9E246E-C5AE-3794-3749-87FF1C213CFD}"/>
              </a:ext>
            </a:extLst>
          </p:cNvPr>
          <p:cNvPicPr>
            <a:picLocks noChangeAspect="1"/>
          </p:cNvPicPr>
          <p:nvPr/>
        </p:nvPicPr>
        <p:blipFill>
          <a:blip r:embed="rId2"/>
          <a:stretch>
            <a:fillRect/>
          </a:stretch>
        </p:blipFill>
        <p:spPr>
          <a:xfrm>
            <a:off x="6205036" y="2916005"/>
            <a:ext cx="4985113" cy="2522160"/>
          </a:xfrm>
          <a:prstGeom prst="rect">
            <a:avLst/>
          </a:prstGeom>
        </p:spPr>
      </p:pic>
    </p:spTree>
    <p:extLst>
      <p:ext uri="{BB962C8B-B14F-4D97-AF65-F5344CB8AC3E}">
        <p14:creationId xmlns:p14="http://schemas.microsoft.com/office/powerpoint/2010/main" val="222557207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B902B-94F2-AB6A-0EF9-C6F214BA7E6A}"/>
            </a:ext>
          </a:extLst>
        </p:cNvPr>
        <p:cNvGrpSpPr/>
        <p:nvPr/>
      </p:nvGrpSpPr>
      <p:grpSpPr>
        <a:xfrm>
          <a:off x="0" y="0"/>
          <a:ext cx="0" cy="0"/>
          <a:chOff x="0" y="0"/>
          <a:chExt cx="0" cy="0"/>
        </a:xfrm>
      </p:grpSpPr>
      <p:grpSp>
        <p:nvGrpSpPr>
          <p:cNvPr id="13" name="Group 12">
            <a:extLst>
              <a:ext uri="{FF2B5EF4-FFF2-40B4-BE49-F238E27FC236}">
                <a16:creationId xmlns:a16="http://schemas.microsoft.com/office/drawing/2014/main" id="{41F46032-395E-462F-CA05-3506813A25AA}"/>
              </a:ext>
            </a:extLst>
          </p:cNvPr>
          <p:cNvGrpSpPr/>
          <p:nvPr/>
        </p:nvGrpSpPr>
        <p:grpSpPr>
          <a:xfrm>
            <a:off x="621338" y="928883"/>
            <a:ext cx="840960" cy="284040"/>
            <a:chOff x="621338" y="928883"/>
            <a:chExt cx="840960" cy="284040"/>
          </a:xfrm>
        </p:grpSpPr>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F49C06E2-5CF5-6BA9-AFC1-1011B4D9DCD2}"/>
                    </a:ext>
                  </a:extLst>
                </p14:cNvPr>
                <p14:cNvContentPartPr/>
                <p14:nvPr/>
              </p14:nvContentPartPr>
              <p14:xfrm>
                <a:off x="621338" y="928883"/>
                <a:ext cx="157320" cy="216000"/>
              </p14:xfrm>
            </p:contentPart>
          </mc:Choice>
          <mc:Fallback xmlns="">
            <p:pic>
              <p:nvPicPr>
                <p:cNvPr id="5" name="Ink 4">
                  <a:extLst>
                    <a:ext uri="{FF2B5EF4-FFF2-40B4-BE49-F238E27FC236}">
                      <a16:creationId xmlns:a16="http://schemas.microsoft.com/office/drawing/2014/main" id="{F49C06E2-5CF5-6BA9-AFC1-1011B4D9DCD2}"/>
                    </a:ext>
                  </a:extLst>
                </p:cNvPr>
                <p:cNvPicPr/>
                <p:nvPr/>
              </p:nvPicPr>
              <p:blipFill>
                <a:blip r:embed="rId4"/>
                <a:stretch>
                  <a:fillRect/>
                </a:stretch>
              </p:blipFill>
              <p:spPr>
                <a:xfrm>
                  <a:off x="612338" y="920243"/>
                  <a:ext cx="174960" cy="2336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3A2A33EB-090B-B06F-8D3D-6CEF78E43A64}"/>
                    </a:ext>
                  </a:extLst>
                </p14:cNvPr>
                <p14:cNvContentPartPr/>
                <p14:nvPr/>
              </p14:nvContentPartPr>
              <p14:xfrm>
                <a:off x="735098" y="1059563"/>
                <a:ext cx="81000" cy="153360"/>
              </p14:xfrm>
            </p:contentPart>
          </mc:Choice>
          <mc:Fallback xmlns="">
            <p:pic>
              <p:nvPicPr>
                <p:cNvPr id="6" name="Ink 5">
                  <a:extLst>
                    <a:ext uri="{FF2B5EF4-FFF2-40B4-BE49-F238E27FC236}">
                      <a16:creationId xmlns:a16="http://schemas.microsoft.com/office/drawing/2014/main" id="{3A2A33EB-090B-B06F-8D3D-6CEF78E43A64}"/>
                    </a:ext>
                  </a:extLst>
                </p:cNvPr>
                <p:cNvPicPr/>
                <p:nvPr/>
              </p:nvPicPr>
              <p:blipFill>
                <a:blip r:embed="rId6"/>
                <a:stretch>
                  <a:fillRect/>
                </a:stretch>
              </p:blipFill>
              <p:spPr>
                <a:xfrm>
                  <a:off x="726098" y="1050563"/>
                  <a:ext cx="9864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916AE91F-0C48-9258-7920-81B9826B8A6F}"/>
                    </a:ext>
                  </a:extLst>
                </p14:cNvPr>
                <p14:cNvContentPartPr/>
                <p14:nvPr/>
              </p14:nvContentPartPr>
              <p14:xfrm>
                <a:off x="890258" y="1145243"/>
                <a:ext cx="4680" cy="29160"/>
              </p14:xfrm>
            </p:contentPart>
          </mc:Choice>
          <mc:Fallback xmlns="">
            <p:pic>
              <p:nvPicPr>
                <p:cNvPr id="7" name="Ink 6">
                  <a:extLst>
                    <a:ext uri="{FF2B5EF4-FFF2-40B4-BE49-F238E27FC236}">
                      <a16:creationId xmlns:a16="http://schemas.microsoft.com/office/drawing/2014/main" id="{916AE91F-0C48-9258-7920-81B9826B8A6F}"/>
                    </a:ext>
                  </a:extLst>
                </p:cNvPr>
                <p:cNvPicPr/>
                <p:nvPr/>
              </p:nvPicPr>
              <p:blipFill>
                <a:blip r:embed="rId8"/>
                <a:stretch>
                  <a:fillRect/>
                </a:stretch>
              </p:blipFill>
              <p:spPr>
                <a:xfrm>
                  <a:off x="881618" y="1136243"/>
                  <a:ext cx="22320" cy="468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 name="Ink 7">
                  <a:extLst>
                    <a:ext uri="{FF2B5EF4-FFF2-40B4-BE49-F238E27FC236}">
                      <a16:creationId xmlns:a16="http://schemas.microsoft.com/office/drawing/2014/main" id="{B20BCCC7-954C-1F09-C3A1-56ACC55BAD4C}"/>
                    </a:ext>
                  </a:extLst>
                </p14:cNvPr>
                <p14:cNvContentPartPr/>
                <p14:nvPr/>
              </p14:nvContentPartPr>
              <p14:xfrm>
                <a:off x="907898" y="1079723"/>
                <a:ext cx="46800" cy="93600"/>
              </p14:xfrm>
            </p:contentPart>
          </mc:Choice>
          <mc:Fallback xmlns="">
            <p:pic>
              <p:nvPicPr>
                <p:cNvPr id="8" name="Ink 7">
                  <a:extLst>
                    <a:ext uri="{FF2B5EF4-FFF2-40B4-BE49-F238E27FC236}">
                      <a16:creationId xmlns:a16="http://schemas.microsoft.com/office/drawing/2014/main" id="{B20BCCC7-954C-1F09-C3A1-56ACC55BAD4C}"/>
                    </a:ext>
                  </a:extLst>
                </p:cNvPr>
                <p:cNvPicPr/>
                <p:nvPr/>
              </p:nvPicPr>
              <p:blipFill>
                <a:blip r:embed="rId10"/>
                <a:stretch>
                  <a:fillRect/>
                </a:stretch>
              </p:blipFill>
              <p:spPr>
                <a:xfrm>
                  <a:off x="898898" y="1070723"/>
                  <a:ext cx="64440"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0" name="Ink 9">
                  <a:extLst>
                    <a:ext uri="{FF2B5EF4-FFF2-40B4-BE49-F238E27FC236}">
                      <a16:creationId xmlns:a16="http://schemas.microsoft.com/office/drawing/2014/main" id="{1A4634B8-F295-6F2A-8964-F40E77AD7724}"/>
                    </a:ext>
                  </a:extLst>
                </p14:cNvPr>
                <p14:cNvContentPartPr/>
                <p14:nvPr/>
              </p14:nvContentPartPr>
              <p14:xfrm>
                <a:off x="927338" y="965963"/>
                <a:ext cx="14040" cy="37080"/>
              </p14:xfrm>
            </p:contentPart>
          </mc:Choice>
          <mc:Fallback xmlns="">
            <p:pic>
              <p:nvPicPr>
                <p:cNvPr id="10" name="Ink 9">
                  <a:extLst>
                    <a:ext uri="{FF2B5EF4-FFF2-40B4-BE49-F238E27FC236}">
                      <a16:creationId xmlns:a16="http://schemas.microsoft.com/office/drawing/2014/main" id="{1A4634B8-F295-6F2A-8964-F40E77AD7724}"/>
                    </a:ext>
                  </a:extLst>
                </p:cNvPr>
                <p:cNvPicPr/>
                <p:nvPr/>
              </p:nvPicPr>
              <p:blipFill>
                <a:blip r:embed="rId12"/>
                <a:stretch>
                  <a:fillRect/>
                </a:stretch>
              </p:blipFill>
              <p:spPr>
                <a:xfrm>
                  <a:off x="918698" y="956963"/>
                  <a:ext cx="3168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1" name="Ink 10">
                  <a:extLst>
                    <a:ext uri="{FF2B5EF4-FFF2-40B4-BE49-F238E27FC236}">
                      <a16:creationId xmlns:a16="http://schemas.microsoft.com/office/drawing/2014/main" id="{A1DC4300-A42A-B0E3-4A37-850A7C9C8134}"/>
                    </a:ext>
                  </a:extLst>
                </p14:cNvPr>
                <p14:cNvContentPartPr/>
                <p14:nvPr/>
              </p14:nvContentPartPr>
              <p14:xfrm>
                <a:off x="1003658" y="1007003"/>
                <a:ext cx="229320" cy="146880"/>
              </p14:xfrm>
            </p:contentPart>
          </mc:Choice>
          <mc:Fallback xmlns="">
            <p:pic>
              <p:nvPicPr>
                <p:cNvPr id="11" name="Ink 10">
                  <a:extLst>
                    <a:ext uri="{FF2B5EF4-FFF2-40B4-BE49-F238E27FC236}">
                      <a16:creationId xmlns:a16="http://schemas.microsoft.com/office/drawing/2014/main" id="{A1DC4300-A42A-B0E3-4A37-850A7C9C8134}"/>
                    </a:ext>
                  </a:extLst>
                </p:cNvPr>
                <p:cNvPicPr/>
                <p:nvPr/>
              </p:nvPicPr>
              <p:blipFill>
                <a:blip r:embed="rId14"/>
                <a:stretch>
                  <a:fillRect/>
                </a:stretch>
              </p:blipFill>
              <p:spPr>
                <a:xfrm>
                  <a:off x="994658" y="998363"/>
                  <a:ext cx="246960" cy="1645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2" name="Ink 11">
                  <a:extLst>
                    <a:ext uri="{FF2B5EF4-FFF2-40B4-BE49-F238E27FC236}">
                      <a16:creationId xmlns:a16="http://schemas.microsoft.com/office/drawing/2014/main" id="{CADA838F-907A-1D2C-FA4F-BD85BA1EC149}"/>
                    </a:ext>
                  </a:extLst>
                </p14:cNvPr>
                <p14:cNvContentPartPr/>
                <p14:nvPr/>
              </p14:nvContentPartPr>
              <p14:xfrm>
                <a:off x="1324418" y="1007003"/>
                <a:ext cx="137880" cy="133200"/>
              </p14:xfrm>
            </p:contentPart>
          </mc:Choice>
          <mc:Fallback xmlns="">
            <p:pic>
              <p:nvPicPr>
                <p:cNvPr id="12" name="Ink 11">
                  <a:extLst>
                    <a:ext uri="{FF2B5EF4-FFF2-40B4-BE49-F238E27FC236}">
                      <a16:creationId xmlns:a16="http://schemas.microsoft.com/office/drawing/2014/main" id="{CADA838F-907A-1D2C-FA4F-BD85BA1EC149}"/>
                    </a:ext>
                  </a:extLst>
                </p:cNvPr>
                <p:cNvPicPr/>
                <p:nvPr/>
              </p:nvPicPr>
              <p:blipFill>
                <a:blip r:embed="rId16"/>
                <a:stretch>
                  <a:fillRect/>
                </a:stretch>
              </p:blipFill>
              <p:spPr>
                <a:xfrm>
                  <a:off x="1315418" y="998003"/>
                  <a:ext cx="155520" cy="150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7">
            <p14:nvContentPartPr>
              <p14:cNvPr id="14" name="Ink 13">
                <a:extLst>
                  <a:ext uri="{FF2B5EF4-FFF2-40B4-BE49-F238E27FC236}">
                    <a16:creationId xmlns:a16="http://schemas.microsoft.com/office/drawing/2014/main" id="{3D3680B1-9ACB-40B0-E216-CF7BB26966CC}"/>
                  </a:ext>
                </a:extLst>
              </p14:cNvPr>
              <p14:cNvContentPartPr/>
              <p14:nvPr/>
            </p14:nvContentPartPr>
            <p14:xfrm>
              <a:off x="1628258" y="1000523"/>
              <a:ext cx="6840" cy="25920"/>
            </p14:xfrm>
          </p:contentPart>
        </mc:Choice>
        <mc:Fallback xmlns="">
          <p:pic>
            <p:nvPicPr>
              <p:cNvPr id="14" name="Ink 13">
                <a:extLst>
                  <a:ext uri="{FF2B5EF4-FFF2-40B4-BE49-F238E27FC236}">
                    <a16:creationId xmlns:a16="http://schemas.microsoft.com/office/drawing/2014/main" id="{3D3680B1-9ACB-40B0-E216-CF7BB26966CC}"/>
                  </a:ext>
                </a:extLst>
              </p:cNvPr>
              <p:cNvPicPr/>
              <p:nvPr/>
            </p:nvPicPr>
            <p:blipFill>
              <a:blip r:embed="rId18"/>
              <a:stretch>
                <a:fillRect/>
              </a:stretch>
            </p:blipFill>
            <p:spPr>
              <a:xfrm>
                <a:off x="1619618" y="991523"/>
                <a:ext cx="2448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5" name="Ink 14">
                <a:extLst>
                  <a:ext uri="{FF2B5EF4-FFF2-40B4-BE49-F238E27FC236}">
                    <a16:creationId xmlns:a16="http://schemas.microsoft.com/office/drawing/2014/main" id="{92C69E43-0A9F-C4F3-0D33-803E3EB56F81}"/>
                  </a:ext>
                </a:extLst>
              </p14:cNvPr>
              <p14:cNvContentPartPr/>
              <p14:nvPr/>
            </p14:nvContentPartPr>
            <p14:xfrm>
              <a:off x="1625738" y="1128323"/>
              <a:ext cx="5760" cy="3600"/>
            </p14:xfrm>
          </p:contentPart>
        </mc:Choice>
        <mc:Fallback xmlns="">
          <p:pic>
            <p:nvPicPr>
              <p:cNvPr id="15" name="Ink 14">
                <a:extLst>
                  <a:ext uri="{FF2B5EF4-FFF2-40B4-BE49-F238E27FC236}">
                    <a16:creationId xmlns:a16="http://schemas.microsoft.com/office/drawing/2014/main" id="{92C69E43-0A9F-C4F3-0D33-803E3EB56F81}"/>
                  </a:ext>
                </a:extLst>
              </p:cNvPr>
              <p:cNvPicPr/>
              <p:nvPr/>
            </p:nvPicPr>
            <p:blipFill>
              <a:blip r:embed="rId20"/>
              <a:stretch>
                <a:fillRect/>
              </a:stretch>
            </p:blipFill>
            <p:spPr>
              <a:xfrm>
                <a:off x="1616738" y="1119323"/>
                <a:ext cx="23400" cy="21240"/>
              </a:xfrm>
              <a:prstGeom prst="rect">
                <a:avLst/>
              </a:prstGeom>
            </p:spPr>
          </p:pic>
        </mc:Fallback>
      </mc:AlternateContent>
      <p:grpSp>
        <p:nvGrpSpPr>
          <p:cNvPr id="21" name="Group 20">
            <a:extLst>
              <a:ext uri="{FF2B5EF4-FFF2-40B4-BE49-F238E27FC236}">
                <a16:creationId xmlns:a16="http://schemas.microsoft.com/office/drawing/2014/main" id="{5220E80D-CFC0-D27E-C2C6-9147F46EAC33}"/>
              </a:ext>
            </a:extLst>
          </p:cNvPr>
          <p:cNvGrpSpPr/>
          <p:nvPr/>
        </p:nvGrpSpPr>
        <p:grpSpPr>
          <a:xfrm>
            <a:off x="1862978" y="957323"/>
            <a:ext cx="780480" cy="170640"/>
            <a:chOff x="1862978" y="957323"/>
            <a:chExt cx="780480" cy="170640"/>
          </a:xfrm>
        </p:grpSpPr>
        <mc:AlternateContent xmlns:mc="http://schemas.openxmlformats.org/markup-compatibility/2006" xmlns:p14="http://schemas.microsoft.com/office/powerpoint/2010/main">
          <mc:Choice Requires="p14">
            <p:contentPart p14:bwMode="auto" r:id="rId21">
              <p14:nvContentPartPr>
                <p14:cNvPr id="16" name="Ink 15">
                  <a:extLst>
                    <a:ext uri="{FF2B5EF4-FFF2-40B4-BE49-F238E27FC236}">
                      <a16:creationId xmlns:a16="http://schemas.microsoft.com/office/drawing/2014/main" id="{7BB0C821-AD59-46CC-8655-1B52AABF11AE}"/>
                    </a:ext>
                  </a:extLst>
                </p14:cNvPr>
                <p14:cNvContentPartPr/>
                <p14:nvPr/>
              </p14:nvContentPartPr>
              <p14:xfrm>
                <a:off x="1862978" y="962723"/>
                <a:ext cx="270360" cy="165240"/>
              </p14:xfrm>
            </p:contentPart>
          </mc:Choice>
          <mc:Fallback xmlns="">
            <p:pic>
              <p:nvPicPr>
                <p:cNvPr id="16" name="Ink 15">
                  <a:extLst>
                    <a:ext uri="{FF2B5EF4-FFF2-40B4-BE49-F238E27FC236}">
                      <a16:creationId xmlns:a16="http://schemas.microsoft.com/office/drawing/2014/main" id="{7BB0C821-AD59-46CC-8655-1B52AABF11AE}"/>
                    </a:ext>
                  </a:extLst>
                </p:cNvPr>
                <p:cNvPicPr/>
                <p:nvPr/>
              </p:nvPicPr>
              <p:blipFill>
                <a:blip r:embed="rId22"/>
                <a:stretch>
                  <a:fillRect/>
                </a:stretch>
              </p:blipFill>
              <p:spPr>
                <a:xfrm>
                  <a:off x="1853978" y="954083"/>
                  <a:ext cx="288000" cy="18288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7" name="Ink 16">
                  <a:extLst>
                    <a:ext uri="{FF2B5EF4-FFF2-40B4-BE49-F238E27FC236}">
                      <a16:creationId xmlns:a16="http://schemas.microsoft.com/office/drawing/2014/main" id="{1B0FF494-E710-252B-6C57-45C40F5DE0B4}"/>
                    </a:ext>
                  </a:extLst>
                </p14:cNvPr>
                <p14:cNvContentPartPr/>
                <p14:nvPr/>
              </p14:nvContentPartPr>
              <p14:xfrm>
                <a:off x="2137298" y="967403"/>
                <a:ext cx="165600" cy="136440"/>
              </p14:xfrm>
            </p:contentPart>
          </mc:Choice>
          <mc:Fallback xmlns="">
            <p:pic>
              <p:nvPicPr>
                <p:cNvPr id="17" name="Ink 16">
                  <a:extLst>
                    <a:ext uri="{FF2B5EF4-FFF2-40B4-BE49-F238E27FC236}">
                      <a16:creationId xmlns:a16="http://schemas.microsoft.com/office/drawing/2014/main" id="{1B0FF494-E710-252B-6C57-45C40F5DE0B4}"/>
                    </a:ext>
                  </a:extLst>
                </p:cNvPr>
                <p:cNvPicPr/>
                <p:nvPr/>
              </p:nvPicPr>
              <p:blipFill>
                <a:blip r:embed="rId24"/>
                <a:stretch>
                  <a:fillRect/>
                </a:stretch>
              </p:blipFill>
              <p:spPr>
                <a:xfrm>
                  <a:off x="2128298" y="958763"/>
                  <a:ext cx="18324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8" name="Ink 17">
                  <a:extLst>
                    <a:ext uri="{FF2B5EF4-FFF2-40B4-BE49-F238E27FC236}">
                      <a16:creationId xmlns:a16="http://schemas.microsoft.com/office/drawing/2014/main" id="{FD06EA48-1680-25AA-62DC-978A5E8FE7B0}"/>
                    </a:ext>
                  </a:extLst>
                </p14:cNvPr>
                <p14:cNvContentPartPr/>
                <p14:nvPr/>
              </p14:nvContentPartPr>
              <p14:xfrm>
                <a:off x="2316218" y="964163"/>
                <a:ext cx="118080" cy="154440"/>
              </p14:xfrm>
            </p:contentPart>
          </mc:Choice>
          <mc:Fallback xmlns="">
            <p:pic>
              <p:nvPicPr>
                <p:cNvPr id="18" name="Ink 17">
                  <a:extLst>
                    <a:ext uri="{FF2B5EF4-FFF2-40B4-BE49-F238E27FC236}">
                      <a16:creationId xmlns:a16="http://schemas.microsoft.com/office/drawing/2014/main" id="{FD06EA48-1680-25AA-62DC-978A5E8FE7B0}"/>
                    </a:ext>
                  </a:extLst>
                </p:cNvPr>
                <p:cNvPicPr/>
                <p:nvPr/>
              </p:nvPicPr>
              <p:blipFill>
                <a:blip r:embed="rId26"/>
                <a:stretch>
                  <a:fillRect/>
                </a:stretch>
              </p:blipFill>
              <p:spPr>
                <a:xfrm>
                  <a:off x="2307218" y="955163"/>
                  <a:ext cx="135720" cy="17208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0" name="Ink 19">
                  <a:extLst>
                    <a:ext uri="{FF2B5EF4-FFF2-40B4-BE49-F238E27FC236}">
                      <a16:creationId xmlns:a16="http://schemas.microsoft.com/office/drawing/2014/main" id="{D8A2DA5B-EAA6-C29A-6327-D23D5415D4F6}"/>
                    </a:ext>
                  </a:extLst>
                </p14:cNvPr>
                <p14:cNvContentPartPr/>
                <p14:nvPr/>
              </p14:nvContentPartPr>
              <p14:xfrm>
                <a:off x="2526818" y="957323"/>
                <a:ext cx="116640" cy="162720"/>
              </p14:xfrm>
            </p:contentPart>
          </mc:Choice>
          <mc:Fallback xmlns="">
            <p:pic>
              <p:nvPicPr>
                <p:cNvPr id="20" name="Ink 19">
                  <a:extLst>
                    <a:ext uri="{FF2B5EF4-FFF2-40B4-BE49-F238E27FC236}">
                      <a16:creationId xmlns:a16="http://schemas.microsoft.com/office/drawing/2014/main" id="{D8A2DA5B-EAA6-C29A-6327-D23D5415D4F6}"/>
                    </a:ext>
                  </a:extLst>
                </p:cNvPr>
                <p:cNvPicPr/>
                <p:nvPr/>
              </p:nvPicPr>
              <p:blipFill>
                <a:blip r:embed="rId28"/>
                <a:stretch>
                  <a:fillRect/>
                </a:stretch>
              </p:blipFill>
              <p:spPr>
                <a:xfrm>
                  <a:off x="2517818" y="948323"/>
                  <a:ext cx="134280" cy="180360"/>
                </a:xfrm>
                <a:prstGeom prst="rect">
                  <a:avLst/>
                </a:prstGeom>
              </p:spPr>
            </p:pic>
          </mc:Fallback>
        </mc:AlternateContent>
      </p:grpSp>
      <p:grpSp>
        <p:nvGrpSpPr>
          <p:cNvPr id="36" name="Group 35">
            <a:extLst>
              <a:ext uri="{FF2B5EF4-FFF2-40B4-BE49-F238E27FC236}">
                <a16:creationId xmlns:a16="http://schemas.microsoft.com/office/drawing/2014/main" id="{69C6DB88-3CDF-D483-4B83-13C7AFDE89D6}"/>
              </a:ext>
            </a:extLst>
          </p:cNvPr>
          <p:cNvGrpSpPr/>
          <p:nvPr/>
        </p:nvGrpSpPr>
        <p:grpSpPr>
          <a:xfrm>
            <a:off x="2791058" y="901883"/>
            <a:ext cx="499320" cy="270360"/>
            <a:chOff x="2791058" y="901883"/>
            <a:chExt cx="499320" cy="270360"/>
          </a:xfrm>
        </p:grpSpPr>
        <mc:AlternateContent xmlns:mc="http://schemas.openxmlformats.org/markup-compatibility/2006" xmlns:p14="http://schemas.microsoft.com/office/powerpoint/2010/main">
          <mc:Choice Requires="p14">
            <p:contentPart p14:bwMode="auto" r:id="rId29">
              <p14:nvContentPartPr>
                <p14:cNvPr id="22" name="Ink 21">
                  <a:extLst>
                    <a:ext uri="{FF2B5EF4-FFF2-40B4-BE49-F238E27FC236}">
                      <a16:creationId xmlns:a16="http://schemas.microsoft.com/office/drawing/2014/main" id="{71360879-227B-648F-EA66-A43225413AB5}"/>
                    </a:ext>
                  </a:extLst>
                </p14:cNvPr>
                <p14:cNvContentPartPr/>
                <p14:nvPr/>
              </p14:nvContentPartPr>
              <p14:xfrm>
                <a:off x="2791058" y="911243"/>
                <a:ext cx="81000" cy="228240"/>
              </p14:xfrm>
            </p:contentPart>
          </mc:Choice>
          <mc:Fallback xmlns="">
            <p:pic>
              <p:nvPicPr>
                <p:cNvPr id="22" name="Ink 21">
                  <a:extLst>
                    <a:ext uri="{FF2B5EF4-FFF2-40B4-BE49-F238E27FC236}">
                      <a16:creationId xmlns:a16="http://schemas.microsoft.com/office/drawing/2014/main" id="{71360879-227B-648F-EA66-A43225413AB5}"/>
                    </a:ext>
                  </a:extLst>
                </p:cNvPr>
                <p:cNvPicPr/>
                <p:nvPr/>
              </p:nvPicPr>
              <p:blipFill>
                <a:blip r:embed="rId30"/>
                <a:stretch>
                  <a:fillRect/>
                </a:stretch>
              </p:blipFill>
              <p:spPr>
                <a:xfrm>
                  <a:off x="2782058" y="902603"/>
                  <a:ext cx="98640" cy="2458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3" name="Ink 22">
                  <a:extLst>
                    <a:ext uri="{FF2B5EF4-FFF2-40B4-BE49-F238E27FC236}">
                      <a16:creationId xmlns:a16="http://schemas.microsoft.com/office/drawing/2014/main" id="{08992349-D3EB-3429-9D35-E65BE5960954}"/>
                    </a:ext>
                  </a:extLst>
                </p14:cNvPr>
                <p14:cNvContentPartPr/>
                <p14:nvPr/>
              </p14:nvContentPartPr>
              <p14:xfrm>
                <a:off x="2979338" y="943643"/>
                <a:ext cx="8640" cy="151200"/>
              </p14:xfrm>
            </p:contentPart>
          </mc:Choice>
          <mc:Fallback xmlns="">
            <p:pic>
              <p:nvPicPr>
                <p:cNvPr id="23" name="Ink 22">
                  <a:extLst>
                    <a:ext uri="{FF2B5EF4-FFF2-40B4-BE49-F238E27FC236}">
                      <a16:creationId xmlns:a16="http://schemas.microsoft.com/office/drawing/2014/main" id="{08992349-D3EB-3429-9D35-E65BE5960954}"/>
                    </a:ext>
                  </a:extLst>
                </p:cNvPr>
                <p:cNvPicPr/>
                <p:nvPr/>
              </p:nvPicPr>
              <p:blipFill>
                <a:blip r:embed="rId32"/>
                <a:stretch>
                  <a:fillRect/>
                </a:stretch>
              </p:blipFill>
              <p:spPr>
                <a:xfrm>
                  <a:off x="2970338" y="934643"/>
                  <a:ext cx="26280" cy="16884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4" name="Ink 23">
                  <a:extLst>
                    <a:ext uri="{FF2B5EF4-FFF2-40B4-BE49-F238E27FC236}">
                      <a16:creationId xmlns:a16="http://schemas.microsoft.com/office/drawing/2014/main" id="{94A67892-E2C3-7EE6-C218-C8C266044039}"/>
                    </a:ext>
                  </a:extLst>
                </p14:cNvPr>
                <p14:cNvContentPartPr/>
                <p14:nvPr/>
              </p14:nvContentPartPr>
              <p14:xfrm>
                <a:off x="2962778" y="929243"/>
                <a:ext cx="187200" cy="144360"/>
              </p14:xfrm>
            </p:contentPart>
          </mc:Choice>
          <mc:Fallback xmlns="">
            <p:pic>
              <p:nvPicPr>
                <p:cNvPr id="24" name="Ink 23">
                  <a:extLst>
                    <a:ext uri="{FF2B5EF4-FFF2-40B4-BE49-F238E27FC236}">
                      <a16:creationId xmlns:a16="http://schemas.microsoft.com/office/drawing/2014/main" id="{94A67892-E2C3-7EE6-C218-C8C266044039}"/>
                    </a:ext>
                  </a:extLst>
                </p:cNvPr>
                <p:cNvPicPr/>
                <p:nvPr/>
              </p:nvPicPr>
              <p:blipFill>
                <a:blip r:embed="rId34"/>
                <a:stretch>
                  <a:fillRect/>
                </a:stretch>
              </p:blipFill>
              <p:spPr>
                <a:xfrm>
                  <a:off x="2953778" y="920243"/>
                  <a:ext cx="204840" cy="1620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5" name="Ink 24">
                  <a:extLst>
                    <a:ext uri="{FF2B5EF4-FFF2-40B4-BE49-F238E27FC236}">
                      <a16:creationId xmlns:a16="http://schemas.microsoft.com/office/drawing/2014/main" id="{D4102AD6-E29F-0D37-E404-2136B75E8BE5}"/>
                    </a:ext>
                  </a:extLst>
                </p14:cNvPr>
                <p14:cNvContentPartPr/>
                <p14:nvPr/>
              </p14:nvContentPartPr>
              <p14:xfrm>
                <a:off x="3237818" y="901883"/>
                <a:ext cx="52560" cy="270360"/>
              </p14:xfrm>
            </p:contentPart>
          </mc:Choice>
          <mc:Fallback xmlns="">
            <p:pic>
              <p:nvPicPr>
                <p:cNvPr id="25" name="Ink 24">
                  <a:extLst>
                    <a:ext uri="{FF2B5EF4-FFF2-40B4-BE49-F238E27FC236}">
                      <a16:creationId xmlns:a16="http://schemas.microsoft.com/office/drawing/2014/main" id="{D4102AD6-E29F-0D37-E404-2136B75E8BE5}"/>
                    </a:ext>
                  </a:extLst>
                </p:cNvPr>
                <p:cNvPicPr/>
                <p:nvPr/>
              </p:nvPicPr>
              <p:blipFill>
                <a:blip r:embed="rId36"/>
                <a:stretch>
                  <a:fillRect/>
                </a:stretch>
              </p:blipFill>
              <p:spPr>
                <a:xfrm>
                  <a:off x="3229178" y="893243"/>
                  <a:ext cx="70200" cy="288000"/>
                </a:xfrm>
                <a:prstGeom prst="rect">
                  <a:avLst/>
                </a:prstGeom>
              </p:spPr>
            </p:pic>
          </mc:Fallback>
        </mc:AlternateContent>
      </p:grpSp>
      <p:grpSp>
        <p:nvGrpSpPr>
          <p:cNvPr id="35" name="Group 34">
            <a:extLst>
              <a:ext uri="{FF2B5EF4-FFF2-40B4-BE49-F238E27FC236}">
                <a16:creationId xmlns:a16="http://schemas.microsoft.com/office/drawing/2014/main" id="{79C6A773-8B15-F515-D7C4-6A48180F3B19}"/>
              </a:ext>
            </a:extLst>
          </p:cNvPr>
          <p:cNvGrpSpPr/>
          <p:nvPr/>
        </p:nvGrpSpPr>
        <p:grpSpPr>
          <a:xfrm>
            <a:off x="3488738" y="970283"/>
            <a:ext cx="126000" cy="86040"/>
            <a:chOff x="3488738" y="970283"/>
            <a:chExt cx="126000" cy="86040"/>
          </a:xfrm>
        </p:grpSpPr>
        <mc:AlternateContent xmlns:mc="http://schemas.openxmlformats.org/markup-compatibility/2006" xmlns:p14="http://schemas.microsoft.com/office/powerpoint/2010/main">
          <mc:Choice Requires="p14">
            <p:contentPart p14:bwMode="auto" r:id="rId37">
              <p14:nvContentPartPr>
                <p14:cNvPr id="26" name="Ink 25">
                  <a:extLst>
                    <a:ext uri="{FF2B5EF4-FFF2-40B4-BE49-F238E27FC236}">
                      <a16:creationId xmlns:a16="http://schemas.microsoft.com/office/drawing/2014/main" id="{FFDACF5D-DEE6-6C47-BA62-8AE0D101070D}"/>
                    </a:ext>
                  </a:extLst>
                </p14:cNvPr>
                <p14:cNvContentPartPr/>
                <p14:nvPr/>
              </p14:nvContentPartPr>
              <p14:xfrm>
                <a:off x="3495218" y="970283"/>
                <a:ext cx="119520" cy="15840"/>
              </p14:xfrm>
            </p:contentPart>
          </mc:Choice>
          <mc:Fallback xmlns="">
            <p:pic>
              <p:nvPicPr>
                <p:cNvPr id="26" name="Ink 25">
                  <a:extLst>
                    <a:ext uri="{FF2B5EF4-FFF2-40B4-BE49-F238E27FC236}">
                      <a16:creationId xmlns:a16="http://schemas.microsoft.com/office/drawing/2014/main" id="{FFDACF5D-DEE6-6C47-BA62-8AE0D101070D}"/>
                    </a:ext>
                  </a:extLst>
                </p:cNvPr>
                <p:cNvPicPr/>
                <p:nvPr/>
              </p:nvPicPr>
              <p:blipFill>
                <a:blip r:embed="rId38"/>
                <a:stretch>
                  <a:fillRect/>
                </a:stretch>
              </p:blipFill>
              <p:spPr>
                <a:xfrm>
                  <a:off x="3486578" y="961643"/>
                  <a:ext cx="13716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7" name="Ink 26">
                  <a:extLst>
                    <a:ext uri="{FF2B5EF4-FFF2-40B4-BE49-F238E27FC236}">
                      <a16:creationId xmlns:a16="http://schemas.microsoft.com/office/drawing/2014/main" id="{C606AC10-8173-7F19-DAAD-8E5AADD03E5E}"/>
                    </a:ext>
                  </a:extLst>
                </p14:cNvPr>
                <p14:cNvContentPartPr/>
                <p14:nvPr/>
              </p14:nvContentPartPr>
              <p14:xfrm>
                <a:off x="3488738" y="1037963"/>
                <a:ext cx="102600" cy="18360"/>
              </p14:xfrm>
            </p:contentPart>
          </mc:Choice>
          <mc:Fallback xmlns="">
            <p:pic>
              <p:nvPicPr>
                <p:cNvPr id="27" name="Ink 26">
                  <a:extLst>
                    <a:ext uri="{FF2B5EF4-FFF2-40B4-BE49-F238E27FC236}">
                      <a16:creationId xmlns:a16="http://schemas.microsoft.com/office/drawing/2014/main" id="{C606AC10-8173-7F19-DAAD-8E5AADD03E5E}"/>
                    </a:ext>
                  </a:extLst>
                </p:cNvPr>
                <p:cNvPicPr/>
                <p:nvPr/>
              </p:nvPicPr>
              <p:blipFill>
                <a:blip r:embed="rId40"/>
                <a:stretch>
                  <a:fillRect/>
                </a:stretch>
              </p:blipFill>
              <p:spPr>
                <a:xfrm>
                  <a:off x="3480098" y="1029323"/>
                  <a:ext cx="120240" cy="36000"/>
                </a:xfrm>
                <a:prstGeom prst="rect">
                  <a:avLst/>
                </a:prstGeom>
              </p:spPr>
            </p:pic>
          </mc:Fallback>
        </mc:AlternateContent>
      </p:grpSp>
      <p:grpSp>
        <p:nvGrpSpPr>
          <p:cNvPr id="34" name="Group 33">
            <a:extLst>
              <a:ext uri="{FF2B5EF4-FFF2-40B4-BE49-F238E27FC236}">
                <a16:creationId xmlns:a16="http://schemas.microsoft.com/office/drawing/2014/main" id="{16368118-5BEB-82F4-141F-60113965C3A1}"/>
              </a:ext>
            </a:extLst>
          </p:cNvPr>
          <p:cNvGrpSpPr/>
          <p:nvPr/>
        </p:nvGrpSpPr>
        <p:grpSpPr>
          <a:xfrm>
            <a:off x="3775298" y="904043"/>
            <a:ext cx="1113480" cy="446760"/>
            <a:chOff x="3775298" y="904043"/>
            <a:chExt cx="1113480" cy="446760"/>
          </a:xfrm>
        </p:grpSpPr>
        <mc:AlternateContent xmlns:mc="http://schemas.openxmlformats.org/markup-compatibility/2006" xmlns:p14="http://schemas.microsoft.com/office/powerpoint/2010/main">
          <mc:Choice Requires="p14">
            <p:contentPart p14:bwMode="auto" r:id="rId41">
              <p14:nvContentPartPr>
                <p14:cNvPr id="28" name="Ink 27">
                  <a:extLst>
                    <a:ext uri="{FF2B5EF4-FFF2-40B4-BE49-F238E27FC236}">
                      <a16:creationId xmlns:a16="http://schemas.microsoft.com/office/drawing/2014/main" id="{23A2CC04-075C-9FF6-A346-E1EB54DF26E1}"/>
                    </a:ext>
                  </a:extLst>
                </p14:cNvPr>
                <p14:cNvContentPartPr/>
                <p14:nvPr/>
              </p14:nvContentPartPr>
              <p14:xfrm>
                <a:off x="3775298" y="913763"/>
                <a:ext cx="133560" cy="172800"/>
              </p14:xfrm>
            </p:contentPart>
          </mc:Choice>
          <mc:Fallback xmlns="">
            <p:pic>
              <p:nvPicPr>
                <p:cNvPr id="28" name="Ink 27">
                  <a:extLst>
                    <a:ext uri="{FF2B5EF4-FFF2-40B4-BE49-F238E27FC236}">
                      <a16:creationId xmlns:a16="http://schemas.microsoft.com/office/drawing/2014/main" id="{23A2CC04-075C-9FF6-A346-E1EB54DF26E1}"/>
                    </a:ext>
                  </a:extLst>
                </p:cNvPr>
                <p:cNvPicPr/>
                <p:nvPr/>
              </p:nvPicPr>
              <p:blipFill>
                <a:blip r:embed="rId42"/>
                <a:stretch>
                  <a:fillRect/>
                </a:stretch>
              </p:blipFill>
              <p:spPr>
                <a:xfrm>
                  <a:off x="3766658" y="905123"/>
                  <a:ext cx="151200" cy="19044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9" name="Ink 28">
                  <a:extLst>
                    <a:ext uri="{FF2B5EF4-FFF2-40B4-BE49-F238E27FC236}">
                      <a16:creationId xmlns:a16="http://schemas.microsoft.com/office/drawing/2014/main" id="{24AE3812-79B2-DDEF-A422-36F41A254C0E}"/>
                    </a:ext>
                  </a:extLst>
                </p14:cNvPr>
                <p14:cNvContentPartPr/>
                <p14:nvPr/>
              </p14:nvContentPartPr>
              <p14:xfrm>
                <a:off x="3980858" y="916643"/>
                <a:ext cx="157320" cy="174240"/>
              </p14:xfrm>
            </p:contentPart>
          </mc:Choice>
          <mc:Fallback xmlns="">
            <p:pic>
              <p:nvPicPr>
                <p:cNvPr id="29" name="Ink 28">
                  <a:extLst>
                    <a:ext uri="{FF2B5EF4-FFF2-40B4-BE49-F238E27FC236}">
                      <a16:creationId xmlns:a16="http://schemas.microsoft.com/office/drawing/2014/main" id="{24AE3812-79B2-DDEF-A422-36F41A254C0E}"/>
                    </a:ext>
                  </a:extLst>
                </p:cNvPr>
                <p:cNvPicPr/>
                <p:nvPr/>
              </p:nvPicPr>
              <p:blipFill>
                <a:blip r:embed="rId44"/>
                <a:stretch>
                  <a:fillRect/>
                </a:stretch>
              </p:blipFill>
              <p:spPr>
                <a:xfrm>
                  <a:off x="3972218" y="908003"/>
                  <a:ext cx="17496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0" name="Ink 29">
                  <a:extLst>
                    <a:ext uri="{FF2B5EF4-FFF2-40B4-BE49-F238E27FC236}">
                      <a16:creationId xmlns:a16="http://schemas.microsoft.com/office/drawing/2014/main" id="{A41EB686-544C-9F9C-70B8-87D67EAA23CC}"/>
                    </a:ext>
                  </a:extLst>
                </p14:cNvPr>
                <p14:cNvContentPartPr/>
                <p14:nvPr/>
              </p14:nvContentPartPr>
              <p14:xfrm>
                <a:off x="4210538" y="983603"/>
                <a:ext cx="4680" cy="5760"/>
              </p14:xfrm>
            </p:contentPart>
          </mc:Choice>
          <mc:Fallback xmlns="">
            <p:pic>
              <p:nvPicPr>
                <p:cNvPr id="30" name="Ink 29">
                  <a:extLst>
                    <a:ext uri="{FF2B5EF4-FFF2-40B4-BE49-F238E27FC236}">
                      <a16:creationId xmlns:a16="http://schemas.microsoft.com/office/drawing/2014/main" id="{A41EB686-544C-9F9C-70B8-87D67EAA23CC}"/>
                    </a:ext>
                  </a:extLst>
                </p:cNvPr>
                <p:cNvPicPr/>
                <p:nvPr/>
              </p:nvPicPr>
              <p:blipFill>
                <a:blip r:embed="rId46"/>
                <a:stretch>
                  <a:fillRect/>
                </a:stretch>
              </p:blipFill>
              <p:spPr>
                <a:xfrm>
                  <a:off x="4201538" y="974603"/>
                  <a:ext cx="2232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1" name="Ink 30">
                  <a:extLst>
                    <a:ext uri="{FF2B5EF4-FFF2-40B4-BE49-F238E27FC236}">
                      <a16:creationId xmlns:a16="http://schemas.microsoft.com/office/drawing/2014/main" id="{8F2A2CBA-1092-D24D-4875-AFC629013B12}"/>
                    </a:ext>
                  </a:extLst>
                </p14:cNvPr>
                <p14:cNvContentPartPr/>
                <p14:nvPr/>
              </p14:nvContentPartPr>
              <p14:xfrm>
                <a:off x="4328258" y="904043"/>
                <a:ext cx="149040" cy="155160"/>
              </p14:xfrm>
            </p:contentPart>
          </mc:Choice>
          <mc:Fallback xmlns="">
            <p:pic>
              <p:nvPicPr>
                <p:cNvPr id="31" name="Ink 30">
                  <a:extLst>
                    <a:ext uri="{FF2B5EF4-FFF2-40B4-BE49-F238E27FC236}">
                      <a16:creationId xmlns:a16="http://schemas.microsoft.com/office/drawing/2014/main" id="{8F2A2CBA-1092-D24D-4875-AFC629013B12}"/>
                    </a:ext>
                  </a:extLst>
                </p:cNvPr>
                <p:cNvPicPr/>
                <p:nvPr/>
              </p:nvPicPr>
              <p:blipFill>
                <a:blip r:embed="rId48"/>
                <a:stretch>
                  <a:fillRect/>
                </a:stretch>
              </p:blipFill>
              <p:spPr>
                <a:xfrm>
                  <a:off x="4319618" y="895043"/>
                  <a:ext cx="16668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2" name="Ink 31">
                  <a:extLst>
                    <a:ext uri="{FF2B5EF4-FFF2-40B4-BE49-F238E27FC236}">
                      <a16:creationId xmlns:a16="http://schemas.microsoft.com/office/drawing/2014/main" id="{A0F42784-1ED0-D2EF-3CD7-D121C3D3F147}"/>
                    </a:ext>
                  </a:extLst>
                </p14:cNvPr>
                <p14:cNvContentPartPr/>
                <p14:nvPr/>
              </p14:nvContentPartPr>
              <p14:xfrm>
                <a:off x="4559738" y="929963"/>
                <a:ext cx="329040" cy="420840"/>
              </p14:xfrm>
            </p:contentPart>
          </mc:Choice>
          <mc:Fallback xmlns="">
            <p:pic>
              <p:nvPicPr>
                <p:cNvPr id="32" name="Ink 31">
                  <a:extLst>
                    <a:ext uri="{FF2B5EF4-FFF2-40B4-BE49-F238E27FC236}">
                      <a16:creationId xmlns:a16="http://schemas.microsoft.com/office/drawing/2014/main" id="{A0F42784-1ED0-D2EF-3CD7-D121C3D3F147}"/>
                    </a:ext>
                  </a:extLst>
                </p:cNvPr>
                <p:cNvPicPr/>
                <p:nvPr/>
              </p:nvPicPr>
              <p:blipFill>
                <a:blip r:embed="rId50"/>
                <a:stretch>
                  <a:fillRect/>
                </a:stretch>
              </p:blipFill>
              <p:spPr>
                <a:xfrm>
                  <a:off x="4550738" y="920963"/>
                  <a:ext cx="346680" cy="43848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3" name="Ink 32">
                  <a:extLst>
                    <a:ext uri="{FF2B5EF4-FFF2-40B4-BE49-F238E27FC236}">
                      <a16:creationId xmlns:a16="http://schemas.microsoft.com/office/drawing/2014/main" id="{A7D4D369-9FD3-44F4-949E-04B76FF0CD52}"/>
                    </a:ext>
                  </a:extLst>
                </p14:cNvPr>
                <p14:cNvContentPartPr/>
                <p14:nvPr/>
              </p14:nvContentPartPr>
              <p14:xfrm>
                <a:off x="4537058" y="905843"/>
                <a:ext cx="43560" cy="126360"/>
              </p14:xfrm>
            </p:contentPart>
          </mc:Choice>
          <mc:Fallback xmlns="">
            <p:pic>
              <p:nvPicPr>
                <p:cNvPr id="33" name="Ink 32">
                  <a:extLst>
                    <a:ext uri="{FF2B5EF4-FFF2-40B4-BE49-F238E27FC236}">
                      <a16:creationId xmlns:a16="http://schemas.microsoft.com/office/drawing/2014/main" id="{A7D4D369-9FD3-44F4-949E-04B76FF0CD52}"/>
                    </a:ext>
                  </a:extLst>
                </p:cNvPr>
                <p:cNvPicPr/>
                <p:nvPr/>
              </p:nvPicPr>
              <p:blipFill>
                <a:blip r:embed="rId52"/>
                <a:stretch>
                  <a:fillRect/>
                </a:stretch>
              </p:blipFill>
              <p:spPr>
                <a:xfrm>
                  <a:off x="4528058" y="897203"/>
                  <a:ext cx="61200" cy="144000"/>
                </a:xfrm>
                <a:prstGeom prst="rect">
                  <a:avLst/>
                </a:prstGeom>
              </p:spPr>
            </p:pic>
          </mc:Fallback>
        </mc:AlternateContent>
      </p:grpSp>
      <p:grpSp>
        <p:nvGrpSpPr>
          <p:cNvPr id="52" name="Group 51">
            <a:extLst>
              <a:ext uri="{FF2B5EF4-FFF2-40B4-BE49-F238E27FC236}">
                <a16:creationId xmlns:a16="http://schemas.microsoft.com/office/drawing/2014/main" id="{9091D6EA-6735-D64C-937F-6870D3462190}"/>
              </a:ext>
            </a:extLst>
          </p:cNvPr>
          <p:cNvGrpSpPr/>
          <p:nvPr/>
        </p:nvGrpSpPr>
        <p:grpSpPr>
          <a:xfrm>
            <a:off x="2851538" y="1288523"/>
            <a:ext cx="230760" cy="339480"/>
            <a:chOff x="2851538" y="1288523"/>
            <a:chExt cx="230760" cy="339480"/>
          </a:xfrm>
        </p:grpSpPr>
        <mc:AlternateContent xmlns:mc="http://schemas.openxmlformats.org/markup-compatibility/2006" xmlns:p14="http://schemas.microsoft.com/office/powerpoint/2010/main">
          <mc:Choice Requires="p14">
            <p:contentPart p14:bwMode="auto" r:id="rId53">
              <p14:nvContentPartPr>
                <p14:cNvPr id="37" name="Ink 36">
                  <a:extLst>
                    <a:ext uri="{FF2B5EF4-FFF2-40B4-BE49-F238E27FC236}">
                      <a16:creationId xmlns:a16="http://schemas.microsoft.com/office/drawing/2014/main" id="{124B6584-1C39-EBC3-50AA-96CFD25C6CA0}"/>
                    </a:ext>
                  </a:extLst>
                </p14:cNvPr>
                <p14:cNvContentPartPr/>
                <p14:nvPr/>
              </p14:nvContentPartPr>
              <p14:xfrm>
                <a:off x="2866298" y="1410923"/>
                <a:ext cx="180360" cy="217080"/>
              </p14:xfrm>
            </p:contentPart>
          </mc:Choice>
          <mc:Fallback xmlns="">
            <p:pic>
              <p:nvPicPr>
                <p:cNvPr id="37" name="Ink 36">
                  <a:extLst>
                    <a:ext uri="{FF2B5EF4-FFF2-40B4-BE49-F238E27FC236}">
                      <a16:creationId xmlns:a16="http://schemas.microsoft.com/office/drawing/2014/main" id="{124B6584-1C39-EBC3-50AA-96CFD25C6CA0}"/>
                    </a:ext>
                  </a:extLst>
                </p:cNvPr>
                <p:cNvPicPr/>
                <p:nvPr/>
              </p:nvPicPr>
              <p:blipFill>
                <a:blip r:embed="rId54"/>
                <a:stretch>
                  <a:fillRect/>
                </a:stretch>
              </p:blipFill>
              <p:spPr>
                <a:xfrm>
                  <a:off x="2857298" y="1401923"/>
                  <a:ext cx="198000" cy="23472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8" name="Ink 37">
                  <a:extLst>
                    <a:ext uri="{FF2B5EF4-FFF2-40B4-BE49-F238E27FC236}">
                      <a16:creationId xmlns:a16="http://schemas.microsoft.com/office/drawing/2014/main" id="{C8FAA980-67BB-CCBC-3E88-DBECD74B5C68}"/>
                    </a:ext>
                  </a:extLst>
                </p14:cNvPr>
                <p14:cNvContentPartPr/>
                <p14:nvPr/>
              </p14:nvContentPartPr>
              <p14:xfrm>
                <a:off x="2851538" y="1539803"/>
                <a:ext cx="116280" cy="10440"/>
              </p14:xfrm>
            </p:contentPart>
          </mc:Choice>
          <mc:Fallback xmlns="">
            <p:pic>
              <p:nvPicPr>
                <p:cNvPr id="38" name="Ink 37">
                  <a:extLst>
                    <a:ext uri="{FF2B5EF4-FFF2-40B4-BE49-F238E27FC236}">
                      <a16:creationId xmlns:a16="http://schemas.microsoft.com/office/drawing/2014/main" id="{C8FAA980-67BB-CCBC-3E88-DBECD74B5C68}"/>
                    </a:ext>
                  </a:extLst>
                </p:cNvPr>
                <p:cNvPicPr/>
                <p:nvPr/>
              </p:nvPicPr>
              <p:blipFill>
                <a:blip r:embed="rId56"/>
                <a:stretch>
                  <a:fillRect/>
                </a:stretch>
              </p:blipFill>
              <p:spPr>
                <a:xfrm>
                  <a:off x="2842538" y="1531163"/>
                  <a:ext cx="13392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40" name="Ink 39">
                  <a:extLst>
                    <a:ext uri="{FF2B5EF4-FFF2-40B4-BE49-F238E27FC236}">
                      <a16:creationId xmlns:a16="http://schemas.microsoft.com/office/drawing/2014/main" id="{CD2D7486-3E0E-750F-3D91-0EA9C7DBB149}"/>
                    </a:ext>
                  </a:extLst>
                </p14:cNvPr>
                <p14:cNvContentPartPr/>
                <p14:nvPr/>
              </p14:nvContentPartPr>
              <p14:xfrm>
                <a:off x="2878178" y="1319123"/>
                <a:ext cx="193320" cy="20160"/>
              </p14:xfrm>
            </p:contentPart>
          </mc:Choice>
          <mc:Fallback xmlns="">
            <p:pic>
              <p:nvPicPr>
                <p:cNvPr id="40" name="Ink 39">
                  <a:extLst>
                    <a:ext uri="{FF2B5EF4-FFF2-40B4-BE49-F238E27FC236}">
                      <a16:creationId xmlns:a16="http://schemas.microsoft.com/office/drawing/2014/main" id="{CD2D7486-3E0E-750F-3D91-0EA9C7DBB149}"/>
                    </a:ext>
                  </a:extLst>
                </p:cNvPr>
                <p:cNvPicPr/>
                <p:nvPr/>
              </p:nvPicPr>
              <p:blipFill>
                <a:blip r:embed="rId58"/>
                <a:stretch>
                  <a:fillRect/>
                </a:stretch>
              </p:blipFill>
              <p:spPr>
                <a:xfrm>
                  <a:off x="2869538" y="1310123"/>
                  <a:ext cx="21096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41" name="Ink 40">
                  <a:extLst>
                    <a:ext uri="{FF2B5EF4-FFF2-40B4-BE49-F238E27FC236}">
                      <a16:creationId xmlns:a16="http://schemas.microsoft.com/office/drawing/2014/main" id="{50CC695B-9946-26EA-430B-8F103092C865}"/>
                    </a:ext>
                  </a:extLst>
                </p14:cNvPr>
                <p14:cNvContentPartPr/>
                <p14:nvPr/>
              </p14:nvContentPartPr>
              <p14:xfrm>
                <a:off x="3033338" y="1288523"/>
                <a:ext cx="48960" cy="83880"/>
              </p14:xfrm>
            </p:contentPart>
          </mc:Choice>
          <mc:Fallback xmlns="">
            <p:pic>
              <p:nvPicPr>
                <p:cNvPr id="41" name="Ink 40">
                  <a:extLst>
                    <a:ext uri="{FF2B5EF4-FFF2-40B4-BE49-F238E27FC236}">
                      <a16:creationId xmlns:a16="http://schemas.microsoft.com/office/drawing/2014/main" id="{50CC695B-9946-26EA-430B-8F103092C865}"/>
                    </a:ext>
                  </a:extLst>
                </p:cNvPr>
                <p:cNvPicPr/>
                <p:nvPr/>
              </p:nvPicPr>
              <p:blipFill>
                <a:blip r:embed="rId60"/>
                <a:stretch>
                  <a:fillRect/>
                </a:stretch>
              </p:blipFill>
              <p:spPr>
                <a:xfrm>
                  <a:off x="3024698" y="1279523"/>
                  <a:ext cx="66600" cy="101520"/>
                </a:xfrm>
                <a:prstGeom prst="rect">
                  <a:avLst/>
                </a:prstGeom>
              </p:spPr>
            </p:pic>
          </mc:Fallback>
        </mc:AlternateContent>
      </p:grpSp>
      <p:grpSp>
        <p:nvGrpSpPr>
          <p:cNvPr id="51" name="Group 50">
            <a:extLst>
              <a:ext uri="{FF2B5EF4-FFF2-40B4-BE49-F238E27FC236}">
                <a16:creationId xmlns:a16="http://schemas.microsoft.com/office/drawing/2014/main" id="{34125032-293D-2760-463F-A21ACF3AD391}"/>
              </a:ext>
            </a:extLst>
          </p:cNvPr>
          <p:cNvGrpSpPr/>
          <p:nvPr/>
        </p:nvGrpSpPr>
        <p:grpSpPr>
          <a:xfrm>
            <a:off x="3273458" y="1445483"/>
            <a:ext cx="127080" cy="95760"/>
            <a:chOff x="3273458" y="1445483"/>
            <a:chExt cx="127080" cy="95760"/>
          </a:xfrm>
        </p:grpSpPr>
        <mc:AlternateContent xmlns:mc="http://schemas.openxmlformats.org/markup-compatibility/2006" xmlns:p14="http://schemas.microsoft.com/office/powerpoint/2010/main">
          <mc:Choice Requires="p14">
            <p:contentPart p14:bwMode="auto" r:id="rId61">
              <p14:nvContentPartPr>
                <p14:cNvPr id="42" name="Ink 41">
                  <a:extLst>
                    <a:ext uri="{FF2B5EF4-FFF2-40B4-BE49-F238E27FC236}">
                      <a16:creationId xmlns:a16="http://schemas.microsoft.com/office/drawing/2014/main" id="{77484A2A-2697-E764-D245-82E852302401}"/>
                    </a:ext>
                  </a:extLst>
                </p14:cNvPr>
                <p14:cNvContentPartPr/>
                <p14:nvPr/>
              </p14:nvContentPartPr>
              <p14:xfrm>
                <a:off x="3294338" y="1445483"/>
                <a:ext cx="106200" cy="18000"/>
              </p14:xfrm>
            </p:contentPart>
          </mc:Choice>
          <mc:Fallback xmlns="">
            <p:pic>
              <p:nvPicPr>
                <p:cNvPr id="42" name="Ink 41">
                  <a:extLst>
                    <a:ext uri="{FF2B5EF4-FFF2-40B4-BE49-F238E27FC236}">
                      <a16:creationId xmlns:a16="http://schemas.microsoft.com/office/drawing/2014/main" id="{77484A2A-2697-E764-D245-82E852302401}"/>
                    </a:ext>
                  </a:extLst>
                </p:cNvPr>
                <p:cNvPicPr/>
                <p:nvPr/>
              </p:nvPicPr>
              <p:blipFill>
                <a:blip r:embed="rId62"/>
                <a:stretch>
                  <a:fillRect/>
                </a:stretch>
              </p:blipFill>
              <p:spPr>
                <a:xfrm>
                  <a:off x="3285698" y="1436483"/>
                  <a:ext cx="123840"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43" name="Ink 42">
                  <a:extLst>
                    <a:ext uri="{FF2B5EF4-FFF2-40B4-BE49-F238E27FC236}">
                      <a16:creationId xmlns:a16="http://schemas.microsoft.com/office/drawing/2014/main" id="{3C25325C-ACAD-B6EA-37F9-B5CAB1132127}"/>
                    </a:ext>
                  </a:extLst>
                </p14:cNvPr>
                <p14:cNvContentPartPr/>
                <p14:nvPr/>
              </p14:nvContentPartPr>
              <p14:xfrm>
                <a:off x="3273458" y="1527923"/>
                <a:ext cx="94320" cy="13320"/>
              </p14:xfrm>
            </p:contentPart>
          </mc:Choice>
          <mc:Fallback xmlns="">
            <p:pic>
              <p:nvPicPr>
                <p:cNvPr id="43" name="Ink 42">
                  <a:extLst>
                    <a:ext uri="{FF2B5EF4-FFF2-40B4-BE49-F238E27FC236}">
                      <a16:creationId xmlns:a16="http://schemas.microsoft.com/office/drawing/2014/main" id="{3C25325C-ACAD-B6EA-37F9-B5CAB1132127}"/>
                    </a:ext>
                  </a:extLst>
                </p:cNvPr>
                <p:cNvPicPr/>
                <p:nvPr/>
              </p:nvPicPr>
              <p:blipFill>
                <a:blip r:embed="rId64"/>
                <a:stretch>
                  <a:fillRect/>
                </a:stretch>
              </p:blipFill>
              <p:spPr>
                <a:xfrm>
                  <a:off x="3264818" y="1518923"/>
                  <a:ext cx="111960" cy="30960"/>
                </a:xfrm>
                <a:prstGeom prst="rect">
                  <a:avLst/>
                </a:prstGeom>
              </p:spPr>
            </p:pic>
          </mc:Fallback>
        </mc:AlternateContent>
      </p:grpSp>
      <p:grpSp>
        <p:nvGrpSpPr>
          <p:cNvPr id="50" name="Group 49">
            <a:extLst>
              <a:ext uri="{FF2B5EF4-FFF2-40B4-BE49-F238E27FC236}">
                <a16:creationId xmlns:a16="http://schemas.microsoft.com/office/drawing/2014/main" id="{305530AB-D299-C4AB-BD3A-CCB976284188}"/>
              </a:ext>
            </a:extLst>
          </p:cNvPr>
          <p:cNvGrpSpPr/>
          <p:nvPr/>
        </p:nvGrpSpPr>
        <p:grpSpPr>
          <a:xfrm>
            <a:off x="3603578" y="1389683"/>
            <a:ext cx="1031040" cy="204120"/>
            <a:chOff x="3603578" y="1389683"/>
            <a:chExt cx="1031040" cy="204120"/>
          </a:xfrm>
        </p:grpSpPr>
        <mc:AlternateContent xmlns:mc="http://schemas.openxmlformats.org/markup-compatibility/2006" xmlns:p14="http://schemas.microsoft.com/office/powerpoint/2010/main">
          <mc:Choice Requires="p14">
            <p:contentPart p14:bwMode="auto" r:id="rId65">
              <p14:nvContentPartPr>
                <p14:cNvPr id="44" name="Ink 43">
                  <a:extLst>
                    <a:ext uri="{FF2B5EF4-FFF2-40B4-BE49-F238E27FC236}">
                      <a16:creationId xmlns:a16="http://schemas.microsoft.com/office/drawing/2014/main" id="{81176359-A9B6-01F6-5254-E9DE13432E6B}"/>
                    </a:ext>
                  </a:extLst>
                </p14:cNvPr>
                <p14:cNvContentPartPr/>
                <p14:nvPr/>
              </p14:nvContentPartPr>
              <p14:xfrm>
                <a:off x="3603578" y="1406963"/>
                <a:ext cx="156600" cy="186840"/>
              </p14:xfrm>
            </p:contentPart>
          </mc:Choice>
          <mc:Fallback xmlns="">
            <p:pic>
              <p:nvPicPr>
                <p:cNvPr id="44" name="Ink 43">
                  <a:extLst>
                    <a:ext uri="{FF2B5EF4-FFF2-40B4-BE49-F238E27FC236}">
                      <a16:creationId xmlns:a16="http://schemas.microsoft.com/office/drawing/2014/main" id="{81176359-A9B6-01F6-5254-E9DE13432E6B}"/>
                    </a:ext>
                  </a:extLst>
                </p:cNvPr>
                <p:cNvPicPr/>
                <p:nvPr/>
              </p:nvPicPr>
              <p:blipFill>
                <a:blip r:embed="rId66"/>
                <a:stretch>
                  <a:fillRect/>
                </a:stretch>
              </p:blipFill>
              <p:spPr>
                <a:xfrm>
                  <a:off x="3594938" y="1397963"/>
                  <a:ext cx="174240" cy="20448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45" name="Ink 44">
                  <a:extLst>
                    <a:ext uri="{FF2B5EF4-FFF2-40B4-BE49-F238E27FC236}">
                      <a16:creationId xmlns:a16="http://schemas.microsoft.com/office/drawing/2014/main" id="{3C04D463-6AC7-8161-3DB1-802F2D82AA58}"/>
                    </a:ext>
                  </a:extLst>
                </p14:cNvPr>
                <p14:cNvContentPartPr/>
                <p14:nvPr/>
              </p14:nvContentPartPr>
              <p14:xfrm>
                <a:off x="3808058" y="1399043"/>
                <a:ext cx="138600" cy="191160"/>
              </p14:xfrm>
            </p:contentPart>
          </mc:Choice>
          <mc:Fallback xmlns="">
            <p:pic>
              <p:nvPicPr>
                <p:cNvPr id="45" name="Ink 44">
                  <a:extLst>
                    <a:ext uri="{FF2B5EF4-FFF2-40B4-BE49-F238E27FC236}">
                      <a16:creationId xmlns:a16="http://schemas.microsoft.com/office/drawing/2014/main" id="{3C04D463-6AC7-8161-3DB1-802F2D82AA58}"/>
                    </a:ext>
                  </a:extLst>
                </p:cNvPr>
                <p:cNvPicPr/>
                <p:nvPr/>
              </p:nvPicPr>
              <p:blipFill>
                <a:blip r:embed="rId68"/>
                <a:stretch>
                  <a:fillRect/>
                </a:stretch>
              </p:blipFill>
              <p:spPr>
                <a:xfrm>
                  <a:off x="3799418" y="1390403"/>
                  <a:ext cx="156240" cy="2088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6" name="Ink 45">
                  <a:extLst>
                    <a:ext uri="{FF2B5EF4-FFF2-40B4-BE49-F238E27FC236}">
                      <a16:creationId xmlns:a16="http://schemas.microsoft.com/office/drawing/2014/main" id="{06FDC3B6-A7A1-0996-D9D9-E3EF4DAF5870}"/>
                    </a:ext>
                  </a:extLst>
                </p14:cNvPr>
                <p14:cNvContentPartPr/>
                <p14:nvPr/>
              </p14:nvContentPartPr>
              <p14:xfrm>
                <a:off x="4047098" y="1484363"/>
                <a:ext cx="6840" cy="3240"/>
              </p14:xfrm>
            </p:contentPart>
          </mc:Choice>
          <mc:Fallback xmlns="">
            <p:pic>
              <p:nvPicPr>
                <p:cNvPr id="46" name="Ink 45">
                  <a:extLst>
                    <a:ext uri="{FF2B5EF4-FFF2-40B4-BE49-F238E27FC236}">
                      <a16:creationId xmlns:a16="http://schemas.microsoft.com/office/drawing/2014/main" id="{06FDC3B6-A7A1-0996-D9D9-E3EF4DAF5870}"/>
                    </a:ext>
                  </a:extLst>
                </p:cNvPr>
                <p:cNvPicPr/>
                <p:nvPr/>
              </p:nvPicPr>
              <p:blipFill>
                <a:blip r:embed="rId70"/>
                <a:stretch>
                  <a:fillRect/>
                </a:stretch>
              </p:blipFill>
              <p:spPr>
                <a:xfrm>
                  <a:off x="4038098" y="1475363"/>
                  <a:ext cx="2448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47" name="Ink 46">
                  <a:extLst>
                    <a:ext uri="{FF2B5EF4-FFF2-40B4-BE49-F238E27FC236}">
                      <a16:creationId xmlns:a16="http://schemas.microsoft.com/office/drawing/2014/main" id="{7D0619DB-6F9C-4D39-30A2-68A0BD27A522}"/>
                    </a:ext>
                  </a:extLst>
                </p14:cNvPr>
                <p14:cNvContentPartPr/>
                <p14:nvPr/>
              </p14:nvContentPartPr>
              <p14:xfrm>
                <a:off x="4186778" y="1410563"/>
                <a:ext cx="141840" cy="161640"/>
              </p14:xfrm>
            </p:contentPart>
          </mc:Choice>
          <mc:Fallback xmlns="">
            <p:pic>
              <p:nvPicPr>
                <p:cNvPr id="47" name="Ink 46">
                  <a:extLst>
                    <a:ext uri="{FF2B5EF4-FFF2-40B4-BE49-F238E27FC236}">
                      <a16:creationId xmlns:a16="http://schemas.microsoft.com/office/drawing/2014/main" id="{7D0619DB-6F9C-4D39-30A2-68A0BD27A522}"/>
                    </a:ext>
                  </a:extLst>
                </p:cNvPr>
                <p:cNvPicPr/>
                <p:nvPr/>
              </p:nvPicPr>
              <p:blipFill>
                <a:blip r:embed="rId72"/>
                <a:stretch>
                  <a:fillRect/>
                </a:stretch>
              </p:blipFill>
              <p:spPr>
                <a:xfrm>
                  <a:off x="4178138" y="1401563"/>
                  <a:ext cx="159480" cy="17928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48" name="Ink 47">
                  <a:extLst>
                    <a:ext uri="{FF2B5EF4-FFF2-40B4-BE49-F238E27FC236}">
                      <a16:creationId xmlns:a16="http://schemas.microsoft.com/office/drawing/2014/main" id="{4F534635-46D6-6A4C-3470-971ABB44A0D9}"/>
                    </a:ext>
                  </a:extLst>
                </p14:cNvPr>
                <p14:cNvContentPartPr/>
                <p14:nvPr/>
              </p14:nvContentPartPr>
              <p14:xfrm>
                <a:off x="4460378" y="1418123"/>
                <a:ext cx="19080" cy="141840"/>
              </p14:xfrm>
            </p:contentPart>
          </mc:Choice>
          <mc:Fallback xmlns="">
            <p:pic>
              <p:nvPicPr>
                <p:cNvPr id="48" name="Ink 47">
                  <a:extLst>
                    <a:ext uri="{FF2B5EF4-FFF2-40B4-BE49-F238E27FC236}">
                      <a16:creationId xmlns:a16="http://schemas.microsoft.com/office/drawing/2014/main" id="{4F534635-46D6-6A4C-3470-971ABB44A0D9}"/>
                    </a:ext>
                  </a:extLst>
                </p:cNvPr>
                <p:cNvPicPr/>
                <p:nvPr/>
              </p:nvPicPr>
              <p:blipFill>
                <a:blip r:embed="rId74"/>
                <a:stretch>
                  <a:fillRect/>
                </a:stretch>
              </p:blipFill>
              <p:spPr>
                <a:xfrm>
                  <a:off x="4451378" y="1409123"/>
                  <a:ext cx="36720"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49" name="Ink 48">
                  <a:extLst>
                    <a:ext uri="{FF2B5EF4-FFF2-40B4-BE49-F238E27FC236}">
                      <a16:creationId xmlns:a16="http://schemas.microsoft.com/office/drawing/2014/main" id="{15590B92-E5DA-C29D-AFA1-182A84FFC84C}"/>
                    </a:ext>
                  </a:extLst>
                </p14:cNvPr>
                <p14:cNvContentPartPr/>
                <p14:nvPr/>
              </p14:nvContentPartPr>
              <p14:xfrm>
                <a:off x="4457498" y="1389683"/>
                <a:ext cx="177120" cy="189000"/>
              </p14:xfrm>
            </p:contentPart>
          </mc:Choice>
          <mc:Fallback xmlns="">
            <p:pic>
              <p:nvPicPr>
                <p:cNvPr id="49" name="Ink 48">
                  <a:extLst>
                    <a:ext uri="{FF2B5EF4-FFF2-40B4-BE49-F238E27FC236}">
                      <a16:creationId xmlns:a16="http://schemas.microsoft.com/office/drawing/2014/main" id="{15590B92-E5DA-C29D-AFA1-182A84FFC84C}"/>
                    </a:ext>
                  </a:extLst>
                </p:cNvPr>
                <p:cNvPicPr/>
                <p:nvPr/>
              </p:nvPicPr>
              <p:blipFill>
                <a:blip r:embed="rId76"/>
                <a:stretch>
                  <a:fillRect/>
                </a:stretch>
              </p:blipFill>
              <p:spPr>
                <a:xfrm>
                  <a:off x="4448858" y="1380683"/>
                  <a:ext cx="194760" cy="206640"/>
                </a:xfrm>
                <a:prstGeom prst="rect">
                  <a:avLst/>
                </a:prstGeom>
              </p:spPr>
            </p:pic>
          </mc:Fallback>
        </mc:AlternateContent>
      </p:grpSp>
      <p:grpSp>
        <p:nvGrpSpPr>
          <p:cNvPr id="56" name="Group 55">
            <a:extLst>
              <a:ext uri="{FF2B5EF4-FFF2-40B4-BE49-F238E27FC236}">
                <a16:creationId xmlns:a16="http://schemas.microsoft.com/office/drawing/2014/main" id="{6B7AD5E7-7D46-83F3-4770-5285DBA40CF9}"/>
              </a:ext>
            </a:extLst>
          </p:cNvPr>
          <p:cNvGrpSpPr/>
          <p:nvPr/>
        </p:nvGrpSpPr>
        <p:grpSpPr>
          <a:xfrm>
            <a:off x="4859618" y="1348643"/>
            <a:ext cx="597240" cy="242640"/>
            <a:chOff x="4859618" y="1348643"/>
            <a:chExt cx="597240" cy="242640"/>
          </a:xfrm>
        </p:grpSpPr>
        <mc:AlternateContent xmlns:mc="http://schemas.openxmlformats.org/markup-compatibility/2006" xmlns:p14="http://schemas.microsoft.com/office/powerpoint/2010/main">
          <mc:Choice Requires="p14">
            <p:contentPart p14:bwMode="auto" r:id="rId77">
              <p14:nvContentPartPr>
                <p14:cNvPr id="53" name="Ink 52">
                  <a:extLst>
                    <a:ext uri="{FF2B5EF4-FFF2-40B4-BE49-F238E27FC236}">
                      <a16:creationId xmlns:a16="http://schemas.microsoft.com/office/drawing/2014/main" id="{28586A69-F4C2-B886-8658-AC1F5629026E}"/>
                    </a:ext>
                  </a:extLst>
                </p14:cNvPr>
                <p14:cNvContentPartPr/>
                <p14:nvPr/>
              </p14:nvContentPartPr>
              <p14:xfrm>
                <a:off x="4859618" y="1494443"/>
                <a:ext cx="90000" cy="86040"/>
              </p14:xfrm>
            </p:contentPart>
          </mc:Choice>
          <mc:Fallback xmlns="">
            <p:pic>
              <p:nvPicPr>
                <p:cNvPr id="53" name="Ink 52">
                  <a:extLst>
                    <a:ext uri="{FF2B5EF4-FFF2-40B4-BE49-F238E27FC236}">
                      <a16:creationId xmlns:a16="http://schemas.microsoft.com/office/drawing/2014/main" id="{28586A69-F4C2-B886-8658-AC1F5629026E}"/>
                    </a:ext>
                  </a:extLst>
                </p:cNvPr>
                <p:cNvPicPr/>
                <p:nvPr/>
              </p:nvPicPr>
              <p:blipFill>
                <a:blip r:embed="rId78"/>
                <a:stretch>
                  <a:fillRect/>
                </a:stretch>
              </p:blipFill>
              <p:spPr>
                <a:xfrm>
                  <a:off x="4850978" y="1485803"/>
                  <a:ext cx="10764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54" name="Ink 53">
                  <a:extLst>
                    <a:ext uri="{FF2B5EF4-FFF2-40B4-BE49-F238E27FC236}">
                      <a16:creationId xmlns:a16="http://schemas.microsoft.com/office/drawing/2014/main" id="{D8E26D37-65EF-BEAF-27C9-82C6FCB581CE}"/>
                    </a:ext>
                  </a:extLst>
                </p14:cNvPr>
                <p14:cNvContentPartPr/>
                <p14:nvPr/>
              </p14:nvContentPartPr>
              <p14:xfrm>
                <a:off x="5072738" y="1467083"/>
                <a:ext cx="137880" cy="102240"/>
              </p14:xfrm>
            </p:contentPart>
          </mc:Choice>
          <mc:Fallback xmlns="">
            <p:pic>
              <p:nvPicPr>
                <p:cNvPr id="54" name="Ink 53">
                  <a:extLst>
                    <a:ext uri="{FF2B5EF4-FFF2-40B4-BE49-F238E27FC236}">
                      <a16:creationId xmlns:a16="http://schemas.microsoft.com/office/drawing/2014/main" id="{D8E26D37-65EF-BEAF-27C9-82C6FCB581CE}"/>
                    </a:ext>
                  </a:extLst>
                </p:cNvPr>
                <p:cNvPicPr/>
                <p:nvPr/>
              </p:nvPicPr>
              <p:blipFill>
                <a:blip r:embed="rId80"/>
                <a:stretch>
                  <a:fillRect/>
                </a:stretch>
              </p:blipFill>
              <p:spPr>
                <a:xfrm>
                  <a:off x="5063738" y="1458443"/>
                  <a:ext cx="155520" cy="11988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55" name="Ink 54">
                  <a:extLst>
                    <a:ext uri="{FF2B5EF4-FFF2-40B4-BE49-F238E27FC236}">
                      <a16:creationId xmlns:a16="http://schemas.microsoft.com/office/drawing/2014/main" id="{01455020-B12D-6895-50EA-3908D50C26C5}"/>
                    </a:ext>
                  </a:extLst>
                </p14:cNvPr>
                <p14:cNvContentPartPr/>
                <p14:nvPr/>
              </p14:nvContentPartPr>
              <p14:xfrm>
                <a:off x="5251658" y="1348643"/>
                <a:ext cx="205200" cy="242640"/>
              </p14:xfrm>
            </p:contentPart>
          </mc:Choice>
          <mc:Fallback xmlns="">
            <p:pic>
              <p:nvPicPr>
                <p:cNvPr id="55" name="Ink 54">
                  <a:extLst>
                    <a:ext uri="{FF2B5EF4-FFF2-40B4-BE49-F238E27FC236}">
                      <a16:creationId xmlns:a16="http://schemas.microsoft.com/office/drawing/2014/main" id="{01455020-B12D-6895-50EA-3908D50C26C5}"/>
                    </a:ext>
                  </a:extLst>
                </p:cNvPr>
                <p:cNvPicPr/>
                <p:nvPr/>
              </p:nvPicPr>
              <p:blipFill>
                <a:blip r:embed="rId82"/>
                <a:stretch>
                  <a:fillRect/>
                </a:stretch>
              </p:blipFill>
              <p:spPr>
                <a:xfrm>
                  <a:off x="5243018" y="1339643"/>
                  <a:ext cx="222840" cy="260280"/>
                </a:xfrm>
                <a:prstGeom prst="rect">
                  <a:avLst/>
                </a:prstGeom>
              </p:spPr>
            </p:pic>
          </mc:Fallback>
        </mc:AlternateContent>
      </p:grpSp>
      <p:grpSp>
        <p:nvGrpSpPr>
          <p:cNvPr id="64" name="Group 63">
            <a:extLst>
              <a:ext uri="{FF2B5EF4-FFF2-40B4-BE49-F238E27FC236}">
                <a16:creationId xmlns:a16="http://schemas.microsoft.com/office/drawing/2014/main" id="{E7FCD3F9-1931-3543-F2B8-6B05E613178E}"/>
              </a:ext>
            </a:extLst>
          </p:cNvPr>
          <p:cNvGrpSpPr/>
          <p:nvPr/>
        </p:nvGrpSpPr>
        <p:grpSpPr>
          <a:xfrm>
            <a:off x="5671418" y="1270523"/>
            <a:ext cx="1056960" cy="291240"/>
            <a:chOff x="5671418" y="1270523"/>
            <a:chExt cx="1056960" cy="291240"/>
          </a:xfrm>
        </p:grpSpPr>
        <mc:AlternateContent xmlns:mc="http://schemas.openxmlformats.org/markup-compatibility/2006" xmlns:p14="http://schemas.microsoft.com/office/powerpoint/2010/main">
          <mc:Choice Requires="p14">
            <p:contentPart p14:bwMode="auto" r:id="rId83">
              <p14:nvContentPartPr>
                <p14:cNvPr id="57" name="Ink 56">
                  <a:extLst>
                    <a:ext uri="{FF2B5EF4-FFF2-40B4-BE49-F238E27FC236}">
                      <a16:creationId xmlns:a16="http://schemas.microsoft.com/office/drawing/2014/main" id="{29A11BDA-80DA-1A21-992A-67445B38D84C}"/>
                    </a:ext>
                  </a:extLst>
                </p14:cNvPr>
                <p14:cNvContentPartPr/>
                <p14:nvPr/>
              </p14:nvContentPartPr>
              <p14:xfrm>
                <a:off x="5671418" y="1299683"/>
                <a:ext cx="192960" cy="262080"/>
              </p14:xfrm>
            </p:contentPart>
          </mc:Choice>
          <mc:Fallback xmlns="">
            <p:pic>
              <p:nvPicPr>
                <p:cNvPr id="57" name="Ink 56">
                  <a:extLst>
                    <a:ext uri="{FF2B5EF4-FFF2-40B4-BE49-F238E27FC236}">
                      <a16:creationId xmlns:a16="http://schemas.microsoft.com/office/drawing/2014/main" id="{29A11BDA-80DA-1A21-992A-67445B38D84C}"/>
                    </a:ext>
                  </a:extLst>
                </p:cNvPr>
                <p:cNvPicPr/>
                <p:nvPr/>
              </p:nvPicPr>
              <p:blipFill>
                <a:blip r:embed="rId84"/>
                <a:stretch>
                  <a:fillRect/>
                </a:stretch>
              </p:blipFill>
              <p:spPr>
                <a:xfrm>
                  <a:off x="5662418" y="1291043"/>
                  <a:ext cx="210600" cy="27972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58" name="Ink 57">
                  <a:extLst>
                    <a:ext uri="{FF2B5EF4-FFF2-40B4-BE49-F238E27FC236}">
                      <a16:creationId xmlns:a16="http://schemas.microsoft.com/office/drawing/2014/main" id="{8F5F28C3-3522-0A41-5214-0DA02BDD5CD0}"/>
                    </a:ext>
                  </a:extLst>
                </p14:cNvPr>
                <p14:cNvContentPartPr/>
                <p14:nvPr/>
              </p14:nvContentPartPr>
              <p14:xfrm>
                <a:off x="6016298" y="1402643"/>
                <a:ext cx="96120" cy="4320"/>
              </p14:xfrm>
            </p:contentPart>
          </mc:Choice>
          <mc:Fallback xmlns="">
            <p:pic>
              <p:nvPicPr>
                <p:cNvPr id="58" name="Ink 57">
                  <a:extLst>
                    <a:ext uri="{FF2B5EF4-FFF2-40B4-BE49-F238E27FC236}">
                      <a16:creationId xmlns:a16="http://schemas.microsoft.com/office/drawing/2014/main" id="{8F5F28C3-3522-0A41-5214-0DA02BDD5CD0}"/>
                    </a:ext>
                  </a:extLst>
                </p:cNvPr>
                <p:cNvPicPr/>
                <p:nvPr/>
              </p:nvPicPr>
              <p:blipFill>
                <a:blip r:embed="rId86"/>
                <a:stretch>
                  <a:fillRect/>
                </a:stretch>
              </p:blipFill>
              <p:spPr>
                <a:xfrm>
                  <a:off x="6007658" y="1394003"/>
                  <a:ext cx="11376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59" name="Ink 58">
                  <a:extLst>
                    <a:ext uri="{FF2B5EF4-FFF2-40B4-BE49-F238E27FC236}">
                      <a16:creationId xmlns:a16="http://schemas.microsoft.com/office/drawing/2014/main" id="{9B38D3D9-F96F-35BB-66C1-E8F600ABCB78}"/>
                    </a:ext>
                  </a:extLst>
                </p14:cNvPr>
                <p14:cNvContentPartPr/>
                <p14:nvPr/>
              </p14:nvContentPartPr>
              <p14:xfrm>
                <a:off x="6009098" y="1455203"/>
                <a:ext cx="63720" cy="4320"/>
              </p14:xfrm>
            </p:contentPart>
          </mc:Choice>
          <mc:Fallback xmlns="">
            <p:pic>
              <p:nvPicPr>
                <p:cNvPr id="59" name="Ink 58">
                  <a:extLst>
                    <a:ext uri="{FF2B5EF4-FFF2-40B4-BE49-F238E27FC236}">
                      <a16:creationId xmlns:a16="http://schemas.microsoft.com/office/drawing/2014/main" id="{9B38D3D9-F96F-35BB-66C1-E8F600ABCB78}"/>
                    </a:ext>
                  </a:extLst>
                </p:cNvPr>
                <p:cNvPicPr/>
                <p:nvPr/>
              </p:nvPicPr>
              <p:blipFill>
                <a:blip r:embed="rId88"/>
                <a:stretch>
                  <a:fillRect/>
                </a:stretch>
              </p:blipFill>
              <p:spPr>
                <a:xfrm>
                  <a:off x="6000458" y="1446563"/>
                  <a:ext cx="8136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60" name="Ink 59">
                  <a:extLst>
                    <a:ext uri="{FF2B5EF4-FFF2-40B4-BE49-F238E27FC236}">
                      <a16:creationId xmlns:a16="http://schemas.microsoft.com/office/drawing/2014/main" id="{754DC6BD-5B71-A94A-0D5C-807574DA472F}"/>
                    </a:ext>
                  </a:extLst>
                </p14:cNvPr>
                <p14:cNvContentPartPr/>
                <p14:nvPr/>
              </p14:nvContentPartPr>
              <p14:xfrm>
                <a:off x="6217538" y="1358363"/>
                <a:ext cx="149040" cy="145080"/>
              </p14:xfrm>
            </p:contentPart>
          </mc:Choice>
          <mc:Fallback xmlns="">
            <p:pic>
              <p:nvPicPr>
                <p:cNvPr id="60" name="Ink 59">
                  <a:extLst>
                    <a:ext uri="{FF2B5EF4-FFF2-40B4-BE49-F238E27FC236}">
                      <a16:creationId xmlns:a16="http://schemas.microsoft.com/office/drawing/2014/main" id="{754DC6BD-5B71-A94A-0D5C-807574DA472F}"/>
                    </a:ext>
                  </a:extLst>
                </p:cNvPr>
                <p:cNvPicPr/>
                <p:nvPr/>
              </p:nvPicPr>
              <p:blipFill>
                <a:blip r:embed="rId90"/>
                <a:stretch>
                  <a:fillRect/>
                </a:stretch>
              </p:blipFill>
              <p:spPr>
                <a:xfrm>
                  <a:off x="6208538" y="1349723"/>
                  <a:ext cx="166680" cy="16272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61" name="Ink 60">
                  <a:extLst>
                    <a:ext uri="{FF2B5EF4-FFF2-40B4-BE49-F238E27FC236}">
                      <a16:creationId xmlns:a16="http://schemas.microsoft.com/office/drawing/2014/main" id="{EE100C6E-BC67-7D44-63A8-73D70258C9FF}"/>
                    </a:ext>
                  </a:extLst>
                </p14:cNvPr>
                <p14:cNvContentPartPr/>
                <p14:nvPr/>
              </p14:nvContentPartPr>
              <p14:xfrm>
                <a:off x="6426698" y="1363403"/>
                <a:ext cx="159840" cy="152640"/>
              </p14:xfrm>
            </p:contentPart>
          </mc:Choice>
          <mc:Fallback xmlns="">
            <p:pic>
              <p:nvPicPr>
                <p:cNvPr id="61" name="Ink 60">
                  <a:extLst>
                    <a:ext uri="{FF2B5EF4-FFF2-40B4-BE49-F238E27FC236}">
                      <a16:creationId xmlns:a16="http://schemas.microsoft.com/office/drawing/2014/main" id="{EE100C6E-BC67-7D44-63A8-73D70258C9FF}"/>
                    </a:ext>
                  </a:extLst>
                </p:cNvPr>
                <p:cNvPicPr/>
                <p:nvPr/>
              </p:nvPicPr>
              <p:blipFill>
                <a:blip r:embed="rId92"/>
                <a:stretch>
                  <a:fillRect/>
                </a:stretch>
              </p:blipFill>
              <p:spPr>
                <a:xfrm>
                  <a:off x="6417698" y="1354403"/>
                  <a:ext cx="177480" cy="17028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62" name="Ink 61">
                  <a:extLst>
                    <a:ext uri="{FF2B5EF4-FFF2-40B4-BE49-F238E27FC236}">
                      <a16:creationId xmlns:a16="http://schemas.microsoft.com/office/drawing/2014/main" id="{D634C855-FCDE-EE6F-3579-7E6C5C1679F6}"/>
                    </a:ext>
                  </a:extLst>
                </p14:cNvPr>
                <p14:cNvContentPartPr/>
                <p14:nvPr/>
              </p14:nvContentPartPr>
              <p14:xfrm>
                <a:off x="6670778" y="1274123"/>
                <a:ext cx="360" cy="360"/>
              </p14:xfrm>
            </p:contentPart>
          </mc:Choice>
          <mc:Fallback xmlns="">
            <p:pic>
              <p:nvPicPr>
                <p:cNvPr id="62" name="Ink 61">
                  <a:extLst>
                    <a:ext uri="{FF2B5EF4-FFF2-40B4-BE49-F238E27FC236}">
                      <a16:creationId xmlns:a16="http://schemas.microsoft.com/office/drawing/2014/main" id="{D634C855-FCDE-EE6F-3579-7E6C5C1679F6}"/>
                    </a:ext>
                  </a:extLst>
                </p:cNvPr>
                <p:cNvPicPr/>
                <p:nvPr/>
              </p:nvPicPr>
              <p:blipFill>
                <a:blip r:embed="rId94"/>
                <a:stretch>
                  <a:fillRect/>
                </a:stretch>
              </p:blipFill>
              <p:spPr>
                <a:xfrm>
                  <a:off x="6661778" y="126548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63" name="Ink 62">
                  <a:extLst>
                    <a:ext uri="{FF2B5EF4-FFF2-40B4-BE49-F238E27FC236}">
                      <a16:creationId xmlns:a16="http://schemas.microsoft.com/office/drawing/2014/main" id="{4D1DA106-1876-F8D5-08C9-97D0E2589871}"/>
                    </a:ext>
                  </a:extLst>
                </p14:cNvPr>
                <p14:cNvContentPartPr/>
                <p14:nvPr/>
              </p14:nvContentPartPr>
              <p14:xfrm>
                <a:off x="6656018" y="1270523"/>
                <a:ext cx="72360" cy="75240"/>
              </p14:xfrm>
            </p:contentPart>
          </mc:Choice>
          <mc:Fallback xmlns="">
            <p:pic>
              <p:nvPicPr>
                <p:cNvPr id="63" name="Ink 62">
                  <a:extLst>
                    <a:ext uri="{FF2B5EF4-FFF2-40B4-BE49-F238E27FC236}">
                      <a16:creationId xmlns:a16="http://schemas.microsoft.com/office/drawing/2014/main" id="{4D1DA106-1876-F8D5-08C9-97D0E2589871}"/>
                    </a:ext>
                  </a:extLst>
                </p:cNvPr>
                <p:cNvPicPr/>
                <p:nvPr/>
              </p:nvPicPr>
              <p:blipFill>
                <a:blip r:embed="rId96"/>
                <a:stretch>
                  <a:fillRect/>
                </a:stretch>
              </p:blipFill>
              <p:spPr>
                <a:xfrm>
                  <a:off x="6647018" y="1261523"/>
                  <a:ext cx="90000" cy="92880"/>
                </a:xfrm>
                <a:prstGeom prst="rect">
                  <a:avLst/>
                </a:prstGeom>
              </p:spPr>
            </p:pic>
          </mc:Fallback>
        </mc:AlternateContent>
      </p:grpSp>
      <p:grpSp>
        <p:nvGrpSpPr>
          <p:cNvPr id="73" name="Group 72">
            <a:extLst>
              <a:ext uri="{FF2B5EF4-FFF2-40B4-BE49-F238E27FC236}">
                <a16:creationId xmlns:a16="http://schemas.microsoft.com/office/drawing/2014/main" id="{F934B669-4593-CECC-FE58-CF07FEFAF5A4}"/>
              </a:ext>
            </a:extLst>
          </p:cNvPr>
          <p:cNvGrpSpPr/>
          <p:nvPr/>
        </p:nvGrpSpPr>
        <p:grpSpPr>
          <a:xfrm>
            <a:off x="2785658" y="1795403"/>
            <a:ext cx="311400" cy="183240"/>
            <a:chOff x="2785658" y="1795403"/>
            <a:chExt cx="311400" cy="183240"/>
          </a:xfrm>
        </p:grpSpPr>
        <mc:AlternateContent xmlns:mc="http://schemas.openxmlformats.org/markup-compatibility/2006" xmlns:p14="http://schemas.microsoft.com/office/powerpoint/2010/main">
          <mc:Choice Requires="p14">
            <p:contentPart p14:bwMode="auto" r:id="rId97">
              <p14:nvContentPartPr>
                <p14:cNvPr id="65" name="Ink 64">
                  <a:extLst>
                    <a:ext uri="{FF2B5EF4-FFF2-40B4-BE49-F238E27FC236}">
                      <a16:creationId xmlns:a16="http://schemas.microsoft.com/office/drawing/2014/main" id="{06BC4D41-F218-26FB-2CE3-35D2EA06DE26}"/>
                    </a:ext>
                  </a:extLst>
                </p14:cNvPr>
                <p14:cNvContentPartPr/>
                <p14:nvPr/>
              </p14:nvContentPartPr>
              <p14:xfrm>
                <a:off x="2785658" y="1795403"/>
                <a:ext cx="129960" cy="143640"/>
              </p14:xfrm>
            </p:contentPart>
          </mc:Choice>
          <mc:Fallback xmlns="">
            <p:pic>
              <p:nvPicPr>
                <p:cNvPr id="65" name="Ink 64">
                  <a:extLst>
                    <a:ext uri="{FF2B5EF4-FFF2-40B4-BE49-F238E27FC236}">
                      <a16:creationId xmlns:a16="http://schemas.microsoft.com/office/drawing/2014/main" id="{06BC4D41-F218-26FB-2CE3-35D2EA06DE26}"/>
                    </a:ext>
                  </a:extLst>
                </p:cNvPr>
                <p:cNvPicPr/>
                <p:nvPr/>
              </p:nvPicPr>
              <p:blipFill>
                <a:blip r:embed="rId98"/>
                <a:stretch>
                  <a:fillRect/>
                </a:stretch>
              </p:blipFill>
              <p:spPr>
                <a:xfrm>
                  <a:off x="2776658" y="1786763"/>
                  <a:ext cx="14760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66" name="Ink 65">
                  <a:extLst>
                    <a:ext uri="{FF2B5EF4-FFF2-40B4-BE49-F238E27FC236}">
                      <a16:creationId xmlns:a16="http://schemas.microsoft.com/office/drawing/2014/main" id="{6873AFD9-A3D7-A5D9-9788-760EEC908B5D}"/>
                    </a:ext>
                  </a:extLst>
                </p14:cNvPr>
                <p14:cNvContentPartPr/>
                <p14:nvPr/>
              </p14:nvContentPartPr>
              <p14:xfrm>
                <a:off x="3007778" y="1882883"/>
                <a:ext cx="79200" cy="82800"/>
              </p14:xfrm>
            </p:contentPart>
          </mc:Choice>
          <mc:Fallback xmlns="">
            <p:pic>
              <p:nvPicPr>
                <p:cNvPr id="66" name="Ink 65">
                  <a:extLst>
                    <a:ext uri="{FF2B5EF4-FFF2-40B4-BE49-F238E27FC236}">
                      <a16:creationId xmlns:a16="http://schemas.microsoft.com/office/drawing/2014/main" id="{6873AFD9-A3D7-A5D9-9788-760EEC908B5D}"/>
                    </a:ext>
                  </a:extLst>
                </p:cNvPr>
                <p:cNvPicPr/>
                <p:nvPr/>
              </p:nvPicPr>
              <p:blipFill>
                <a:blip r:embed="rId100"/>
                <a:stretch>
                  <a:fillRect/>
                </a:stretch>
              </p:blipFill>
              <p:spPr>
                <a:xfrm>
                  <a:off x="2998778" y="1873883"/>
                  <a:ext cx="9684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67" name="Ink 66">
                  <a:extLst>
                    <a:ext uri="{FF2B5EF4-FFF2-40B4-BE49-F238E27FC236}">
                      <a16:creationId xmlns:a16="http://schemas.microsoft.com/office/drawing/2014/main" id="{D4CDFEE7-8DB1-4356-1542-C0F455CA380A}"/>
                    </a:ext>
                  </a:extLst>
                </p14:cNvPr>
                <p14:cNvContentPartPr/>
                <p14:nvPr/>
              </p14:nvContentPartPr>
              <p14:xfrm>
                <a:off x="3011018" y="1873883"/>
                <a:ext cx="86040" cy="104760"/>
              </p14:xfrm>
            </p:contentPart>
          </mc:Choice>
          <mc:Fallback xmlns="">
            <p:pic>
              <p:nvPicPr>
                <p:cNvPr id="67" name="Ink 66">
                  <a:extLst>
                    <a:ext uri="{FF2B5EF4-FFF2-40B4-BE49-F238E27FC236}">
                      <a16:creationId xmlns:a16="http://schemas.microsoft.com/office/drawing/2014/main" id="{D4CDFEE7-8DB1-4356-1542-C0F455CA380A}"/>
                    </a:ext>
                  </a:extLst>
                </p:cNvPr>
                <p:cNvPicPr/>
                <p:nvPr/>
              </p:nvPicPr>
              <p:blipFill>
                <a:blip r:embed="rId102"/>
                <a:stretch>
                  <a:fillRect/>
                </a:stretch>
              </p:blipFill>
              <p:spPr>
                <a:xfrm>
                  <a:off x="3002378" y="1865243"/>
                  <a:ext cx="103680" cy="122400"/>
                </a:xfrm>
                <a:prstGeom prst="rect">
                  <a:avLst/>
                </a:prstGeom>
              </p:spPr>
            </p:pic>
          </mc:Fallback>
        </mc:AlternateContent>
      </p:grpSp>
      <p:grpSp>
        <p:nvGrpSpPr>
          <p:cNvPr id="72" name="Group 71">
            <a:extLst>
              <a:ext uri="{FF2B5EF4-FFF2-40B4-BE49-F238E27FC236}">
                <a16:creationId xmlns:a16="http://schemas.microsoft.com/office/drawing/2014/main" id="{318D4CE4-3875-D90C-50FF-EF7FEBEBE827}"/>
              </a:ext>
            </a:extLst>
          </p:cNvPr>
          <p:cNvGrpSpPr/>
          <p:nvPr/>
        </p:nvGrpSpPr>
        <p:grpSpPr>
          <a:xfrm>
            <a:off x="3270218" y="1857683"/>
            <a:ext cx="98280" cy="61560"/>
            <a:chOff x="3270218" y="1857683"/>
            <a:chExt cx="98280" cy="61560"/>
          </a:xfrm>
        </p:grpSpPr>
        <mc:AlternateContent xmlns:mc="http://schemas.openxmlformats.org/markup-compatibility/2006" xmlns:p14="http://schemas.microsoft.com/office/powerpoint/2010/main">
          <mc:Choice Requires="p14">
            <p:contentPart p14:bwMode="auto" r:id="rId103">
              <p14:nvContentPartPr>
                <p14:cNvPr id="68" name="Ink 67">
                  <a:extLst>
                    <a:ext uri="{FF2B5EF4-FFF2-40B4-BE49-F238E27FC236}">
                      <a16:creationId xmlns:a16="http://schemas.microsoft.com/office/drawing/2014/main" id="{D0EAC5E2-05BA-9B05-63FE-09B3E49BDDA1}"/>
                    </a:ext>
                  </a:extLst>
                </p14:cNvPr>
                <p14:cNvContentPartPr/>
                <p14:nvPr/>
              </p14:nvContentPartPr>
              <p14:xfrm>
                <a:off x="3270218" y="1857683"/>
                <a:ext cx="74160" cy="4680"/>
              </p14:xfrm>
            </p:contentPart>
          </mc:Choice>
          <mc:Fallback xmlns="">
            <p:pic>
              <p:nvPicPr>
                <p:cNvPr id="68" name="Ink 67">
                  <a:extLst>
                    <a:ext uri="{FF2B5EF4-FFF2-40B4-BE49-F238E27FC236}">
                      <a16:creationId xmlns:a16="http://schemas.microsoft.com/office/drawing/2014/main" id="{D0EAC5E2-05BA-9B05-63FE-09B3E49BDDA1}"/>
                    </a:ext>
                  </a:extLst>
                </p:cNvPr>
                <p:cNvPicPr/>
                <p:nvPr/>
              </p:nvPicPr>
              <p:blipFill>
                <a:blip r:embed="rId104"/>
                <a:stretch>
                  <a:fillRect/>
                </a:stretch>
              </p:blipFill>
              <p:spPr>
                <a:xfrm>
                  <a:off x="3261218" y="1848683"/>
                  <a:ext cx="91800" cy="2232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69" name="Ink 68">
                  <a:extLst>
                    <a:ext uri="{FF2B5EF4-FFF2-40B4-BE49-F238E27FC236}">
                      <a16:creationId xmlns:a16="http://schemas.microsoft.com/office/drawing/2014/main" id="{76D5C7FF-A519-D976-8603-B29074EED365}"/>
                    </a:ext>
                  </a:extLst>
                </p14:cNvPr>
                <p14:cNvContentPartPr/>
                <p14:nvPr/>
              </p14:nvContentPartPr>
              <p14:xfrm>
                <a:off x="3275618" y="1911683"/>
                <a:ext cx="92880" cy="7560"/>
              </p14:xfrm>
            </p:contentPart>
          </mc:Choice>
          <mc:Fallback xmlns="">
            <p:pic>
              <p:nvPicPr>
                <p:cNvPr id="69" name="Ink 68">
                  <a:extLst>
                    <a:ext uri="{FF2B5EF4-FFF2-40B4-BE49-F238E27FC236}">
                      <a16:creationId xmlns:a16="http://schemas.microsoft.com/office/drawing/2014/main" id="{76D5C7FF-A519-D976-8603-B29074EED365}"/>
                    </a:ext>
                  </a:extLst>
                </p:cNvPr>
                <p:cNvPicPr/>
                <p:nvPr/>
              </p:nvPicPr>
              <p:blipFill>
                <a:blip r:embed="rId106"/>
                <a:stretch>
                  <a:fillRect/>
                </a:stretch>
              </p:blipFill>
              <p:spPr>
                <a:xfrm>
                  <a:off x="3266978" y="1903043"/>
                  <a:ext cx="110520" cy="25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7">
            <p14:nvContentPartPr>
              <p14:cNvPr id="70" name="Ink 69">
                <a:extLst>
                  <a:ext uri="{FF2B5EF4-FFF2-40B4-BE49-F238E27FC236}">
                    <a16:creationId xmlns:a16="http://schemas.microsoft.com/office/drawing/2014/main" id="{E2FFFF94-C20D-09C2-8958-0A904C793C7E}"/>
                  </a:ext>
                </a:extLst>
              </p14:cNvPr>
              <p14:cNvContentPartPr/>
              <p14:nvPr/>
            </p14:nvContentPartPr>
            <p14:xfrm>
              <a:off x="3541298" y="1812683"/>
              <a:ext cx="135000" cy="154080"/>
            </p14:xfrm>
          </p:contentPart>
        </mc:Choice>
        <mc:Fallback xmlns="">
          <p:pic>
            <p:nvPicPr>
              <p:cNvPr id="70" name="Ink 69">
                <a:extLst>
                  <a:ext uri="{FF2B5EF4-FFF2-40B4-BE49-F238E27FC236}">
                    <a16:creationId xmlns:a16="http://schemas.microsoft.com/office/drawing/2014/main" id="{E2FFFF94-C20D-09C2-8958-0A904C793C7E}"/>
                  </a:ext>
                </a:extLst>
              </p:cNvPr>
              <p:cNvPicPr/>
              <p:nvPr/>
            </p:nvPicPr>
            <p:blipFill>
              <a:blip r:embed="rId108"/>
              <a:stretch>
                <a:fillRect/>
              </a:stretch>
            </p:blipFill>
            <p:spPr>
              <a:xfrm>
                <a:off x="3532298" y="1804043"/>
                <a:ext cx="152640"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71" name="Ink 70">
                <a:extLst>
                  <a:ext uri="{FF2B5EF4-FFF2-40B4-BE49-F238E27FC236}">
                    <a16:creationId xmlns:a16="http://schemas.microsoft.com/office/drawing/2014/main" id="{189D14B3-7E64-B601-88F7-EA8D39F2B7F7}"/>
                  </a:ext>
                </a:extLst>
              </p14:cNvPr>
              <p14:cNvContentPartPr/>
              <p14:nvPr/>
            </p14:nvContentPartPr>
            <p14:xfrm>
              <a:off x="3545618" y="2069003"/>
              <a:ext cx="360" cy="360"/>
            </p14:xfrm>
          </p:contentPart>
        </mc:Choice>
        <mc:Fallback xmlns="">
          <p:pic>
            <p:nvPicPr>
              <p:cNvPr id="71" name="Ink 70">
                <a:extLst>
                  <a:ext uri="{FF2B5EF4-FFF2-40B4-BE49-F238E27FC236}">
                    <a16:creationId xmlns:a16="http://schemas.microsoft.com/office/drawing/2014/main" id="{189D14B3-7E64-B601-88F7-EA8D39F2B7F7}"/>
                  </a:ext>
                </a:extLst>
              </p:cNvPr>
              <p:cNvPicPr/>
              <p:nvPr/>
            </p:nvPicPr>
            <p:blipFill>
              <a:blip r:embed="rId94"/>
              <a:stretch>
                <a:fillRect/>
              </a:stretch>
            </p:blipFill>
            <p:spPr>
              <a:xfrm>
                <a:off x="3536978" y="206036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74" name="Ink 73">
                <a:extLst>
                  <a:ext uri="{FF2B5EF4-FFF2-40B4-BE49-F238E27FC236}">
                    <a16:creationId xmlns:a16="http://schemas.microsoft.com/office/drawing/2014/main" id="{EFA7D2E2-2F79-819D-932D-83D48A22C360}"/>
                  </a:ext>
                </a:extLst>
              </p14:cNvPr>
              <p14:cNvContentPartPr/>
              <p14:nvPr/>
            </p14:nvContentPartPr>
            <p14:xfrm>
              <a:off x="9769658" y="4094003"/>
              <a:ext cx="139680" cy="105120"/>
            </p14:xfrm>
          </p:contentPart>
        </mc:Choice>
        <mc:Fallback xmlns="">
          <p:pic>
            <p:nvPicPr>
              <p:cNvPr id="74" name="Ink 73">
                <a:extLst>
                  <a:ext uri="{FF2B5EF4-FFF2-40B4-BE49-F238E27FC236}">
                    <a16:creationId xmlns:a16="http://schemas.microsoft.com/office/drawing/2014/main" id="{EFA7D2E2-2F79-819D-932D-83D48A22C360}"/>
                  </a:ext>
                </a:extLst>
              </p:cNvPr>
              <p:cNvPicPr/>
              <p:nvPr/>
            </p:nvPicPr>
            <p:blipFill>
              <a:blip r:embed="rId111"/>
              <a:stretch>
                <a:fillRect/>
              </a:stretch>
            </p:blipFill>
            <p:spPr>
              <a:xfrm>
                <a:off x="9761018" y="4085003"/>
                <a:ext cx="157320" cy="122760"/>
              </a:xfrm>
              <a:prstGeom prst="rect">
                <a:avLst/>
              </a:prstGeom>
            </p:spPr>
          </p:pic>
        </mc:Fallback>
      </mc:AlternateContent>
      <p:grpSp>
        <p:nvGrpSpPr>
          <p:cNvPr id="78" name="Group 77">
            <a:extLst>
              <a:ext uri="{FF2B5EF4-FFF2-40B4-BE49-F238E27FC236}">
                <a16:creationId xmlns:a16="http://schemas.microsoft.com/office/drawing/2014/main" id="{65AB62B2-7C0C-9D3C-4542-7FE8F7B0E98E}"/>
              </a:ext>
            </a:extLst>
          </p:cNvPr>
          <p:cNvGrpSpPr/>
          <p:nvPr/>
        </p:nvGrpSpPr>
        <p:grpSpPr>
          <a:xfrm>
            <a:off x="9897458" y="3825443"/>
            <a:ext cx="1450080" cy="330840"/>
            <a:chOff x="9897458" y="3825443"/>
            <a:chExt cx="1450080" cy="330840"/>
          </a:xfrm>
        </p:grpSpPr>
        <mc:AlternateContent xmlns:mc="http://schemas.openxmlformats.org/markup-compatibility/2006" xmlns:p14="http://schemas.microsoft.com/office/powerpoint/2010/main">
          <mc:Choice Requires="p14">
            <p:contentPart p14:bwMode="auto" r:id="rId112">
              <p14:nvContentPartPr>
                <p14:cNvPr id="75" name="Ink 74">
                  <a:extLst>
                    <a:ext uri="{FF2B5EF4-FFF2-40B4-BE49-F238E27FC236}">
                      <a16:creationId xmlns:a16="http://schemas.microsoft.com/office/drawing/2014/main" id="{AA6CBDBE-E844-E209-332B-F633BE0BD9CE}"/>
                    </a:ext>
                  </a:extLst>
                </p14:cNvPr>
                <p14:cNvContentPartPr/>
                <p14:nvPr/>
              </p14:nvContentPartPr>
              <p14:xfrm>
                <a:off x="9897458" y="4012643"/>
                <a:ext cx="1102680" cy="143640"/>
              </p14:xfrm>
            </p:contentPart>
          </mc:Choice>
          <mc:Fallback xmlns="">
            <p:pic>
              <p:nvPicPr>
                <p:cNvPr id="75" name="Ink 74">
                  <a:extLst>
                    <a:ext uri="{FF2B5EF4-FFF2-40B4-BE49-F238E27FC236}">
                      <a16:creationId xmlns:a16="http://schemas.microsoft.com/office/drawing/2014/main" id="{AA6CBDBE-E844-E209-332B-F633BE0BD9CE}"/>
                    </a:ext>
                  </a:extLst>
                </p:cNvPr>
                <p:cNvPicPr/>
                <p:nvPr/>
              </p:nvPicPr>
              <p:blipFill>
                <a:blip r:embed="rId113"/>
                <a:stretch>
                  <a:fillRect/>
                </a:stretch>
              </p:blipFill>
              <p:spPr>
                <a:xfrm>
                  <a:off x="9888458" y="4003643"/>
                  <a:ext cx="112032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6" name="Ink 75">
                  <a:extLst>
                    <a:ext uri="{FF2B5EF4-FFF2-40B4-BE49-F238E27FC236}">
                      <a16:creationId xmlns:a16="http://schemas.microsoft.com/office/drawing/2014/main" id="{8B7D2482-5944-63AD-5AAF-DEB8BD8219A7}"/>
                    </a:ext>
                  </a:extLst>
                </p14:cNvPr>
                <p14:cNvContentPartPr/>
                <p14:nvPr/>
              </p14:nvContentPartPr>
              <p14:xfrm>
                <a:off x="11170778" y="3825443"/>
                <a:ext cx="176760" cy="232560"/>
              </p14:xfrm>
            </p:contentPart>
          </mc:Choice>
          <mc:Fallback xmlns="">
            <p:pic>
              <p:nvPicPr>
                <p:cNvPr id="76" name="Ink 75">
                  <a:extLst>
                    <a:ext uri="{FF2B5EF4-FFF2-40B4-BE49-F238E27FC236}">
                      <a16:creationId xmlns:a16="http://schemas.microsoft.com/office/drawing/2014/main" id="{8B7D2482-5944-63AD-5AAF-DEB8BD8219A7}"/>
                    </a:ext>
                  </a:extLst>
                </p:cNvPr>
                <p:cNvPicPr/>
                <p:nvPr/>
              </p:nvPicPr>
              <p:blipFill>
                <a:blip r:embed="rId115"/>
                <a:stretch>
                  <a:fillRect/>
                </a:stretch>
              </p:blipFill>
              <p:spPr>
                <a:xfrm>
                  <a:off x="11162138" y="3816803"/>
                  <a:ext cx="194400" cy="25020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7" name="Ink 76">
                  <a:extLst>
                    <a:ext uri="{FF2B5EF4-FFF2-40B4-BE49-F238E27FC236}">
                      <a16:creationId xmlns:a16="http://schemas.microsoft.com/office/drawing/2014/main" id="{8CFFCBDA-0ECD-FB3E-3721-3287800BEC49}"/>
                    </a:ext>
                  </a:extLst>
                </p14:cNvPr>
                <p14:cNvContentPartPr/>
                <p14:nvPr/>
              </p14:nvContentPartPr>
              <p14:xfrm>
                <a:off x="11172938" y="3926243"/>
                <a:ext cx="131400" cy="9000"/>
              </p14:xfrm>
            </p:contentPart>
          </mc:Choice>
          <mc:Fallback xmlns="">
            <p:pic>
              <p:nvPicPr>
                <p:cNvPr id="77" name="Ink 76">
                  <a:extLst>
                    <a:ext uri="{FF2B5EF4-FFF2-40B4-BE49-F238E27FC236}">
                      <a16:creationId xmlns:a16="http://schemas.microsoft.com/office/drawing/2014/main" id="{8CFFCBDA-0ECD-FB3E-3721-3287800BEC49}"/>
                    </a:ext>
                  </a:extLst>
                </p:cNvPr>
                <p:cNvPicPr/>
                <p:nvPr/>
              </p:nvPicPr>
              <p:blipFill>
                <a:blip r:embed="rId117"/>
                <a:stretch>
                  <a:fillRect/>
                </a:stretch>
              </p:blipFill>
              <p:spPr>
                <a:xfrm>
                  <a:off x="11163938" y="3917243"/>
                  <a:ext cx="149040" cy="26640"/>
                </a:xfrm>
                <a:prstGeom prst="rect">
                  <a:avLst/>
                </a:prstGeom>
              </p:spPr>
            </p:pic>
          </mc:Fallback>
        </mc:AlternateContent>
      </p:grpSp>
      <p:grpSp>
        <p:nvGrpSpPr>
          <p:cNvPr id="81" name="Group 80">
            <a:extLst>
              <a:ext uri="{FF2B5EF4-FFF2-40B4-BE49-F238E27FC236}">
                <a16:creationId xmlns:a16="http://schemas.microsoft.com/office/drawing/2014/main" id="{2FFE36DA-AE4A-C9E6-E51F-2EE00CD86681}"/>
              </a:ext>
            </a:extLst>
          </p:cNvPr>
          <p:cNvGrpSpPr/>
          <p:nvPr/>
        </p:nvGrpSpPr>
        <p:grpSpPr>
          <a:xfrm>
            <a:off x="11121098" y="3647963"/>
            <a:ext cx="290880" cy="72000"/>
            <a:chOff x="11121098" y="3647963"/>
            <a:chExt cx="290880" cy="72000"/>
          </a:xfrm>
        </p:grpSpPr>
        <mc:AlternateContent xmlns:mc="http://schemas.openxmlformats.org/markup-compatibility/2006" xmlns:p14="http://schemas.microsoft.com/office/powerpoint/2010/main">
          <mc:Choice Requires="p14">
            <p:contentPart p14:bwMode="auto" r:id="rId118">
              <p14:nvContentPartPr>
                <p14:cNvPr id="79" name="Ink 78">
                  <a:extLst>
                    <a:ext uri="{FF2B5EF4-FFF2-40B4-BE49-F238E27FC236}">
                      <a16:creationId xmlns:a16="http://schemas.microsoft.com/office/drawing/2014/main" id="{505AAEA9-CF5A-8FAE-234A-F6C5F1A8F09B}"/>
                    </a:ext>
                  </a:extLst>
                </p14:cNvPr>
                <p14:cNvContentPartPr/>
                <p14:nvPr/>
              </p14:nvContentPartPr>
              <p14:xfrm>
                <a:off x="11121098" y="3678563"/>
                <a:ext cx="281520" cy="24480"/>
              </p14:xfrm>
            </p:contentPart>
          </mc:Choice>
          <mc:Fallback xmlns="">
            <p:pic>
              <p:nvPicPr>
                <p:cNvPr id="79" name="Ink 78">
                  <a:extLst>
                    <a:ext uri="{FF2B5EF4-FFF2-40B4-BE49-F238E27FC236}">
                      <a16:creationId xmlns:a16="http://schemas.microsoft.com/office/drawing/2014/main" id="{505AAEA9-CF5A-8FAE-234A-F6C5F1A8F09B}"/>
                    </a:ext>
                  </a:extLst>
                </p:cNvPr>
                <p:cNvPicPr/>
                <p:nvPr/>
              </p:nvPicPr>
              <p:blipFill>
                <a:blip r:embed="rId119"/>
                <a:stretch>
                  <a:fillRect/>
                </a:stretch>
              </p:blipFill>
              <p:spPr>
                <a:xfrm>
                  <a:off x="11112098" y="3669563"/>
                  <a:ext cx="29916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80" name="Ink 79">
                  <a:extLst>
                    <a:ext uri="{FF2B5EF4-FFF2-40B4-BE49-F238E27FC236}">
                      <a16:creationId xmlns:a16="http://schemas.microsoft.com/office/drawing/2014/main" id="{71E49B4A-074A-4A45-F64F-64E2BBE6A1A0}"/>
                    </a:ext>
                  </a:extLst>
                </p14:cNvPr>
                <p14:cNvContentPartPr/>
                <p14:nvPr/>
              </p14:nvContentPartPr>
              <p14:xfrm>
                <a:off x="11334578" y="3647963"/>
                <a:ext cx="77400" cy="72000"/>
              </p14:xfrm>
            </p:contentPart>
          </mc:Choice>
          <mc:Fallback xmlns="">
            <p:pic>
              <p:nvPicPr>
                <p:cNvPr id="80" name="Ink 79">
                  <a:extLst>
                    <a:ext uri="{FF2B5EF4-FFF2-40B4-BE49-F238E27FC236}">
                      <a16:creationId xmlns:a16="http://schemas.microsoft.com/office/drawing/2014/main" id="{71E49B4A-074A-4A45-F64F-64E2BBE6A1A0}"/>
                    </a:ext>
                  </a:extLst>
                </p:cNvPr>
                <p:cNvPicPr/>
                <p:nvPr/>
              </p:nvPicPr>
              <p:blipFill>
                <a:blip r:embed="rId121"/>
                <a:stretch>
                  <a:fillRect/>
                </a:stretch>
              </p:blipFill>
              <p:spPr>
                <a:xfrm>
                  <a:off x="11325938" y="3638963"/>
                  <a:ext cx="95040" cy="896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2">
            <p14:nvContentPartPr>
              <p14:cNvPr id="94" name="Ink 93">
                <a:extLst>
                  <a:ext uri="{FF2B5EF4-FFF2-40B4-BE49-F238E27FC236}">
                    <a16:creationId xmlns:a16="http://schemas.microsoft.com/office/drawing/2014/main" id="{BC8E3884-718D-48FB-EFC3-6B2FD10480EF}"/>
                  </a:ext>
                </a:extLst>
              </p14:cNvPr>
              <p14:cNvContentPartPr/>
              <p14:nvPr/>
            </p14:nvContentPartPr>
            <p14:xfrm>
              <a:off x="8899178" y="3865763"/>
              <a:ext cx="152280" cy="52560"/>
            </p14:xfrm>
          </p:contentPart>
        </mc:Choice>
        <mc:Fallback xmlns="">
          <p:pic>
            <p:nvPicPr>
              <p:cNvPr id="94" name="Ink 93">
                <a:extLst>
                  <a:ext uri="{FF2B5EF4-FFF2-40B4-BE49-F238E27FC236}">
                    <a16:creationId xmlns:a16="http://schemas.microsoft.com/office/drawing/2014/main" id="{BC8E3884-718D-48FB-EFC3-6B2FD10480EF}"/>
                  </a:ext>
                </a:extLst>
              </p:cNvPr>
              <p:cNvPicPr/>
              <p:nvPr/>
            </p:nvPicPr>
            <p:blipFill>
              <a:blip r:embed="rId123"/>
              <a:stretch>
                <a:fillRect/>
              </a:stretch>
            </p:blipFill>
            <p:spPr>
              <a:xfrm>
                <a:off x="8881538" y="3848123"/>
                <a:ext cx="187920" cy="88200"/>
              </a:xfrm>
              <a:prstGeom prst="rect">
                <a:avLst/>
              </a:prstGeom>
            </p:spPr>
          </p:pic>
        </mc:Fallback>
      </mc:AlternateContent>
      <p:grpSp>
        <p:nvGrpSpPr>
          <p:cNvPr id="144" name="Group 143">
            <a:extLst>
              <a:ext uri="{FF2B5EF4-FFF2-40B4-BE49-F238E27FC236}">
                <a16:creationId xmlns:a16="http://schemas.microsoft.com/office/drawing/2014/main" id="{17EF3AB9-E722-0A03-1F18-45A81FD26ED8}"/>
              </a:ext>
            </a:extLst>
          </p:cNvPr>
          <p:cNvGrpSpPr/>
          <p:nvPr/>
        </p:nvGrpSpPr>
        <p:grpSpPr>
          <a:xfrm>
            <a:off x="9241898" y="4009403"/>
            <a:ext cx="2871000" cy="767160"/>
            <a:chOff x="9241898" y="4009403"/>
            <a:chExt cx="2871000" cy="767160"/>
          </a:xfrm>
        </p:grpSpPr>
        <mc:AlternateContent xmlns:mc="http://schemas.openxmlformats.org/markup-compatibility/2006" xmlns:p14="http://schemas.microsoft.com/office/powerpoint/2010/main">
          <mc:Choice Requires="p14">
            <p:contentPart p14:bwMode="auto" r:id="rId124">
              <p14:nvContentPartPr>
                <p14:cNvPr id="84" name="Ink 83">
                  <a:extLst>
                    <a:ext uri="{FF2B5EF4-FFF2-40B4-BE49-F238E27FC236}">
                      <a16:creationId xmlns:a16="http://schemas.microsoft.com/office/drawing/2014/main" id="{FDACC338-3C1C-59A6-9E17-0B544A124683}"/>
                    </a:ext>
                  </a:extLst>
                </p14:cNvPr>
                <p14:cNvContentPartPr/>
                <p14:nvPr/>
              </p14:nvContentPartPr>
              <p14:xfrm>
                <a:off x="9752018" y="4200563"/>
                <a:ext cx="1125360" cy="434520"/>
              </p14:xfrm>
            </p:contentPart>
          </mc:Choice>
          <mc:Fallback xmlns="">
            <p:pic>
              <p:nvPicPr>
                <p:cNvPr id="84" name="Ink 83">
                  <a:extLst>
                    <a:ext uri="{FF2B5EF4-FFF2-40B4-BE49-F238E27FC236}">
                      <a16:creationId xmlns:a16="http://schemas.microsoft.com/office/drawing/2014/main" id="{FDACC338-3C1C-59A6-9E17-0B544A124683}"/>
                    </a:ext>
                  </a:extLst>
                </p:cNvPr>
                <p:cNvPicPr/>
                <p:nvPr/>
              </p:nvPicPr>
              <p:blipFill>
                <a:blip r:embed="rId125"/>
                <a:stretch>
                  <a:fillRect/>
                </a:stretch>
              </p:blipFill>
              <p:spPr>
                <a:xfrm>
                  <a:off x="9734018" y="4182923"/>
                  <a:ext cx="1161000" cy="47016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85" name="Ink 84">
                  <a:extLst>
                    <a:ext uri="{FF2B5EF4-FFF2-40B4-BE49-F238E27FC236}">
                      <a16:creationId xmlns:a16="http://schemas.microsoft.com/office/drawing/2014/main" id="{8EBCB4BA-81AB-9C91-1786-F2025A6EF2AA}"/>
                    </a:ext>
                  </a:extLst>
                </p14:cNvPr>
                <p14:cNvContentPartPr/>
                <p14:nvPr/>
              </p14:nvContentPartPr>
              <p14:xfrm>
                <a:off x="10666058" y="4542203"/>
                <a:ext cx="226800" cy="141120"/>
              </p14:xfrm>
            </p:contentPart>
          </mc:Choice>
          <mc:Fallback xmlns="">
            <p:pic>
              <p:nvPicPr>
                <p:cNvPr id="85" name="Ink 84">
                  <a:extLst>
                    <a:ext uri="{FF2B5EF4-FFF2-40B4-BE49-F238E27FC236}">
                      <a16:creationId xmlns:a16="http://schemas.microsoft.com/office/drawing/2014/main" id="{8EBCB4BA-81AB-9C91-1786-F2025A6EF2AA}"/>
                    </a:ext>
                  </a:extLst>
                </p:cNvPr>
                <p:cNvPicPr/>
                <p:nvPr/>
              </p:nvPicPr>
              <p:blipFill>
                <a:blip r:embed="rId127"/>
                <a:stretch>
                  <a:fillRect/>
                </a:stretch>
              </p:blipFill>
              <p:spPr>
                <a:xfrm>
                  <a:off x="10648418" y="4524203"/>
                  <a:ext cx="262440" cy="17676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86" name="Ink 85">
                  <a:extLst>
                    <a:ext uri="{FF2B5EF4-FFF2-40B4-BE49-F238E27FC236}">
                      <a16:creationId xmlns:a16="http://schemas.microsoft.com/office/drawing/2014/main" id="{3D43BC36-F55B-1E49-5C46-C80DD46282C8}"/>
                    </a:ext>
                  </a:extLst>
                </p14:cNvPr>
                <p14:cNvContentPartPr/>
                <p14:nvPr/>
              </p14:nvContentPartPr>
              <p14:xfrm>
                <a:off x="11077898" y="4566323"/>
                <a:ext cx="204840" cy="210240"/>
              </p14:xfrm>
            </p:contentPart>
          </mc:Choice>
          <mc:Fallback xmlns="">
            <p:pic>
              <p:nvPicPr>
                <p:cNvPr id="86" name="Ink 85">
                  <a:extLst>
                    <a:ext uri="{FF2B5EF4-FFF2-40B4-BE49-F238E27FC236}">
                      <a16:creationId xmlns:a16="http://schemas.microsoft.com/office/drawing/2014/main" id="{3D43BC36-F55B-1E49-5C46-C80DD46282C8}"/>
                    </a:ext>
                  </a:extLst>
                </p:cNvPr>
                <p:cNvPicPr/>
                <p:nvPr/>
              </p:nvPicPr>
              <p:blipFill>
                <a:blip r:embed="rId129"/>
                <a:stretch>
                  <a:fillRect/>
                </a:stretch>
              </p:blipFill>
              <p:spPr>
                <a:xfrm>
                  <a:off x="11059898" y="4548683"/>
                  <a:ext cx="240480" cy="24588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87" name="Ink 86">
                  <a:extLst>
                    <a:ext uri="{FF2B5EF4-FFF2-40B4-BE49-F238E27FC236}">
                      <a16:creationId xmlns:a16="http://schemas.microsoft.com/office/drawing/2014/main" id="{BCB125C0-CFE2-50C6-C804-14CC26509063}"/>
                    </a:ext>
                  </a:extLst>
                </p14:cNvPr>
                <p14:cNvContentPartPr/>
                <p14:nvPr/>
              </p14:nvContentPartPr>
              <p14:xfrm>
                <a:off x="11053778" y="4661363"/>
                <a:ext cx="157320" cy="7920"/>
              </p14:xfrm>
            </p:contentPart>
          </mc:Choice>
          <mc:Fallback xmlns="">
            <p:pic>
              <p:nvPicPr>
                <p:cNvPr id="87" name="Ink 86">
                  <a:extLst>
                    <a:ext uri="{FF2B5EF4-FFF2-40B4-BE49-F238E27FC236}">
                      <a16:creationId xmlns:a16="http://schemas.microsoft.com/office/drawing/2014/main" id="{BCB125C0-CFE2-50C6-C804-14CC26509063}"/>
                    </a:ext>
                  </a:extLst>
                </p:cNvPr>
                <p:cNvPicPr/>
                <p:nvPr/>
              </p:nvPicPr>
              <p:blipFill>
                <a:blip r:embed="rId131"/>
                <a:stretch>
                  <a:fillRect/>
                </a:stretch>
              </p:blipFill>
              <p:spPr>
                <a:xfrm>
                  <a:off x="11035778" y="4643723"/>
                  <a:ext cx="19296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91" name="Ink 90">
                  <a:extLst>
                    <a:ext uri="{FF2B5EF4-FFF2-40B4-BE49-F238E27FC236}">
                      <a16:creationId xmlns:a16="http://schemas.microsoft.com/office/drawing/2014/main" id="{86B08A8D-4053-A952-C0E8-EFAA141C8DD8}"/>
                    </a:ext>
                  </a:extLst>
                </p14:cNvPr>
                <p14:cNvContentPartPr/>
                <p14:nvPr/>
              </p14:nvContentPartPr>
              <p14:xfrm>
                <a:off x="10591178" y="4209923"/>
                <a:ext cx="2520" cy="1080"/>
              </p14:xfrm>
            </p:contentPart>
          </mc:Choice>
          <mc:Fallback xmlns="">
            <p:pic>
              <p:nvPicPr>
                <p:cNvPr id="91" name="Ink 90">
                  <a:extLst>
                    <a:ext uri="{FF2B5EF4-FFF2-40B4-BE49-F238E27FC236}">
                      <a16:creationId xmlns:a16="http://schemas.microsoft.com/office/drawing/2014/main" id="{86B08A8D-4053-A952-C0E8-EFAA141C8DD8}"/>
                    </a:ext>
                  </a:extLst>
                </p:cNvPr>
                <p:cNvPicPr/>
                <p:nvPr/>
              </p:nvPicPr>
              <p:blipFill>
                <a:blip r:embed="rId133"/>
                <a:stretch>
                  <a:fillRect/>
                </a:stretch>
              </p:blipFill>
              <p:spPr>
                <a:xfrm>
                  <a:off x="10573178" y="4192283"/>
                  <a:ext cx="3816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95" name="Ink 94">
                  <a:extLst>
                    <a:ext uri="{FF2B5EF4-FFF2-40B4-BE49-F238E27FC236}">
                      <a16:creationId xmlns:a16="http://schemas.microsoft.com/office/drawing/2014/main" id="{BE4EDAF5-A63B-21BD-0794-ED3B12352DEB}"/>
                    </a:ext>
                  </a:extLst>
                </p14:cNvPr>
                <p14:cNvContentPartPr/>
                <p14:nvPr/>
              </p14:nvContentPartPr>
              <p14:xfrm>
                <a:off x="9241898" y="4009403"/>
                <a:ext cx="201600" cy="96120"/>
              </p14:xfrm>
            </p:contentPart>
          </mc:Choice>
          <mc:Fallback xmlns="">
            <p:pic>
              <p:nvPicPr>
                <p:cNvPr id="95" name="Ink 94">
                  <a:extLst>
                    <a:ext uri="{FF2B5EF4-FFF2-40B4-BE49-F238E27FC236}">
                      <a16:creationId xmlns:a16="http://schemas.microsoft.com/office/drawing/2014/main" id="{BE4EDAF5-A63B-21BD-0794-ED3B12352DEB}"/>
                    </a:ext>
                  </a:extLst>
                </p:cNvPr>
                <p:cNvPicPr/>
                <p:nvPr/>
              </p:nvPicPr>
              <p:blipFill>
                <a:blip r:embed="rId135"/>
                <a:stretch>
                  <a:fillRect/>
                </a:stretch>
              </p:blipFill>
              <p:spPr>
                <a:xfrm>
                  <a:off x="9223898" y="3991403"/>
                  <a:ext cx="23724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96" name="Ink 95">
                  <a:extLst>
                    <a:ext uri="{FF2B5EF4-FFF2-40B4-BE49-F238E27FC236}">
                      <a16:creationId xmlns:a16="http://schemas.microsoft.com/office/drawing/2014/main" id="{CE0667AD-A42D-15B9-5EF6-1D28B39A49C5}"/>
                    </a:ext>
                  </a:extLst>
                </p14:cNvPr>
                <p14:cNvContentPartPr/>
                <p14:nvPr/>
              </p14:nvContentPartPr>
              <p14:xfrm>
                <a:off x="9574178" y="4155923"/>
                <a:ext cx="124560" cy="35280"/>
              </p14:xfrm>
            </p:contentPart>
          </mc:Choice>
          <mc:Fallback xmlns="">
            <p:pic>
              <p:nvPicPr>
                <p:cNvPr id="96" name="Ink 95">
                  <a:extLst>
                    <a:ext uri="{FF2B5EF4-FFF2-40B4-BE49-F238E27FC236}">
                      <a16:creationId xmlns:a16="http://schemas.microsoft.com/office/drawing/2014/main" id="{CE0667AD-A42D-15B9-5EF6-1D28B39A49C5}"/>
                    </a:ext>
                  </a:extLst>
                </p:cNvPr>
                <p:cNvPicPr/>
                <p:nvPr/>
              </p:nvPicPr>
              <p:blipFill>
                <a:blip r:embed="rId137"/>
                <a:stretch>
                  <a:fillRect/>
                </a:stretch>
              </p:blipFill>
              <p:spPr>
                <a:xfrm>
                  <a:off x="9556538" y="4137923"/>
                  <a:ext cx="160200" cy="7092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106" name="Ink 105">
                  <a:extLst>
                    <a:ext uri="{FF2B5EF4-FFF2-40B4-BE49-F238E27FC236}">
                      <a16:creationId xmlns:a16="http://schemas.microsoft.com/office/drawing/2014/main" id="{E27FCDFE-0B27-3A13-AD2D-1CAB8D0C1EE2}"/>
                    </a:ext>
                  </a:extLst>
                </p14:cNvPr>
                <p14:cNvContentPartPr/>
                <p14:nvPr/>
              </p14:nvContentPartPr>
              <p14:xfrm>
                <a:off x="9795578" y="4187963"/>
                <a:ext cx="109080" cy="1080"/>
              </p14:xfrm>
            </p:contentPart>
          </mc:Choice>
          <mc:Fallback xmlns="">
            <p:pic>
              <p:nvPicPr>
                <p:cNvPr id="106" name="Ink 105">
                  <a:extLst>
                    <a:ext uri="{FF2B5EF4-FFF2-40B4-BE49-F238E27FC236}">
                      <a16:creationId xmlns:a16="http://schemas.microsoft.com/office/drawing/2014/main" id="{E27FCDFE-0B27-3A13-AD2D-1CAB8D0C1EE2}"/>
                    </a:ext>
                  </a:extLst>
                </p:cNvPr>
                <p:cNvPicPr/>
                <p:nvPr/>
              </p:nvPicPr>
              <p:blipFill>
                <a:blip r:embed="rId139"/>
                <a:stretch>
                  <a:fillRect/>
                </a:stretch>
              </p:blipFill>
              <p:spPr>
                <a:xfrm>
                  <a:off x="9777938" y="4170323"/>
                  <a:ext cx="14472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107" name="Ink 106">
                  <a:extLst>
                    <a:ext uri="{FF2B5EF4-FFF2-40B4-BE49-F238E27FC236}">
                      <a16:creationId xmlns:a16="http://schemas.microsoft.com/office/drawing/2014/main" id="{F8694150-B683-2410-7D90-02D5A6C43F79}"/>
                    </a:ext>
                  </a:extLst>
                </p14:cNvPr>
                <p14:cNvContentPartPr/>
                <p14:nvPr/>
              </p14:nvContentPartPr>
              <p14:xfrm>
                <a:off x="9937778" y="4198403"/>
                <a:ext cx="145080" cy="4320"/>
              </p14:xfrm>
            </p:contentPart>
          </mc:Choice>
          <mc:Fallback xmlns="">
            <p:pic>
              <p:nvPicPr>
                <p:cNvPr id="107" name="Ink 106">
                  <a:extLst>
                    <a:ext uri="{FF2B5EF4-FFF2-40B4-BE49-F238E27FC236}">
                      <a16:creationId xmlns:a16="http://schemas.microsoft.com/office/drawing/2014/main" id="{F8694150-B683-2410-7D90-02D5A6C43F79}"/>
                    </a:ext>
                  </a:extLst>
                </p:cNvPr>
                <p:cNvPicPr/>
                <p:nvPr/>
              </p:nvPicPr>
              <p:blipFill>
                <a:blip r:embed="rId141"/>
                <a:stretch>
                  <a:fillRect/>
                </a:stretch>
              </p:blipFill>
              <p:spPr>
                <a:xfrm>
                  <a:off x="9920138" y="4180763"/>
                  <a:ext cx="18072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109" name="Ink 108">
                  <a:extLst>
                    <a:ext uri="{FF2B5EF4-FFF2-40B4-BE49-F238E27FC236}">
                      <a16:creationId xmlns:a16="http://schemas.microsoft.com/office/drawing/2014/main" id="{539AFCF3-8D7C-185A-3FA5-3E9B8280749C}"/>
                    </a:ext>
                  </a:extLst>
                </p14:cNvPr>
                <p14:cNvContentPartPr/>
                <p14:nvPr/>
              </p14:nvContentPartPr>
              <p14:xfrm>
                <a:off x="10582538" y="4182563"/>
                <a:ext cx="160560" cy="4320"/>
              </p14:xfrm>
            </p:contentPart>
          </mc:Choice>
          <mc:Fallback xmlns="">
            <p:pic>
              <p:nvPicPr>
                <p:cNvPr id="109" name="Ink 108">
                  <a:extLst>
                    <a:ext uri="{FF2B5EF4-FFF2-40B4-BE49-F238E27FC236}">
                      <a16:creationId xmlns:a16="http://schemas.microsoft.com/office/drawing/2014/main" id="{539AFCF3-8D7C-185A-3FA5-3E9B8280749C}"/>
                    </a:ext>
                  </a:extLst>
                </p:cNvPr>
                <p:cNvPicPr/>
                <p:nvPr/>
              </p:nvPicPr>
              <p:blipFill>
                <a:blip r:embed="rId143"/>
                <a:stretch>
                  <a:fillRect/>
                </a:stretch>
              </p:blipFill>
              <p:spPr>
                <a:xfrm>
                  <a:off x="10564538" y="4164923"/>
                  <a:ext cx="19620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110" name="Ink 109">
                  <a:extLst>
                    <a:ext uri="{FF2B5EF4-FFF2-40B4-BE49-F238E27FC236}">
                      <a16:creationId xmlns:a16="http://schemas.microsoft.com/office/drawing/2014/main" id="{C211C3C6-DC2B-E8B9-6BDA-FE7E7295C65A}"/>
                    </a:ext>
                  </a:extLst>
                </p14:cNvPr>
                <p14:cNvContentPartPr/>
                <p14:nvPr/>
              </p14:nvContentPartPr>
              <p14:xfrm>
                <a:off x="10855778" y="4183283"/>
                <a:ext cx="140400" cy="4320"/>
              </p14:xfrm>
            </p:contentPart>
          </mc:Choice>
          <mc:Fallback xmlns="">
            <p:pic>
              <p:nvPicPr>
                <p:cNvPr id="110" name="Ink 109">
                  <a:extLst>
                    <a:ext uri="{FF2B5EF4-FFF2-40B4-BE49-F238E27FC236}">
                      <a16:creationId xmlns:a16="http://schemas.microsoft.com/office/drawing/2014/main" id="{C211C3C6-DC2B-E8B9-6BDA-FE7E7295C65A}"/>
                    </a:ext>
                  </a:extLst>
                </p:cNvPr>
                <p:cNvPicPr/>
                <p:nvPr/>
              </p:nvPicPr>
              <p:blipFill>
                <a:blip r:embed="rId145"/>
                <a:stretch>
                  <a:fillRect/>
                </a:stretch>
              </p:blipFill>
              <p:spPr>
                <a:xfrm>
                  <a:off x="10838138" y="4165283"/>
                  <a:ext cx="17604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111" name="Ink 110">
                  <a:extLst>
                    <a:ext uri="{FF2B5EF4-FFF2-40B4-BE49-F238E27FC236}">
                      <a16:creationId xmlns:a16="http://schemas.microsoft.com/office/drawing/2014/main" id="{4FB55E6D-4D49-1875-E0F4-B99499BCC4E9}"/>
                    </a:ext>
                  </a:extLst>
                </p14:cNvPr>
                <p14:cNvContentPartPr/>
                <p14:nvPr/>
              </p14:nvContentPartPr>
              <p14:xfrm>
                <a:off x="11000138" y="4149803"/>
                <a:ext cx="93960" cy="108000"/>
              </p14:xfrm>
            </p:contentPart>
          </mc:Choice>
          <mc:Fallback xmlns="">
            <p:pic>
              <p:nvPicPr>
                <p:cNvPr id="111" name="Ink 110">
                  <a:extLst>
                    <a:ext uri="{FF2B5EF4-FFF2-40B4-BE49-F238E27FC236}">
                      <a16:creationId xmlns:a16="http://schemas.microsoft.com/office/drawing/2014/main" id="{4FB55E6D-4D49-1875-E0F4-B99499BCC4E9}"/>
                    </a:ext>
                  </a:extLst>
                </p:cNvPr>
                <p:cNvPicPr/>
                <p:nvPr/>
              </p:nvPicPr>
              <p:blipFill>
                <a:blip r:embed="rId147"/>
                <a:stretch>
                  <a:fillRect/>
                </a:stretch>
              </p:blipFill>
              <p:spPr>
                <a:xfrm>
                  <a:off x="10982138" y="4131803"/>
                  <a:ext cx="12960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12" name="Ink 111">
                  <a:extLst>
                    <a:ext uri="{FF2B5EF4-FFF2-40B4-BE49-F238E27FC236}">
                      <a16:creationId xmlns:a16="http://schemas.microsoft.com/office/drawing/2014/main" id="{B0B5458B-8418-2664-FD4C-3DBA0C9D0897}"/>
                    </a:ext>
                  </a:extLst>
                </p14:cNvPr>
                <p14:cNvContentPartPr/>
                <p14:nvPr/>
              </p14:nvContentPartPr>
              <p14:xfrm>
                <a:off x="11014178" y="4156283"/>
                <a:ext cx="57240" cy="15840"/>
              </p14:xfrm>
            </p:contentPart>
          </mc:Choice>
          <mc:Fallback xmlns="">
            <p:pic>
              <p:nvPicPr>
                <p:cNvPr id="112" name="Ink 111">
                  <a:extLst>
                    <a:ext uri="{FF2B5EF4-FFF2-40B4-BE49-F238E27FC236}">
                      <a16:creationId xmlns:a16="http://schemas.microsoft.com/office/drawing/2014/main" id="{B0B5458B-8418-2664-FD4C-3DBA0C9D0897}"/>
                    </a:ext>
                  </a:extLst>
                </p:cNvPr>
                <p:cNvPicPr/>
                <p:nvPr/>
              </p:nvPicPr>
              <p:blipFill>
                <a:blip r:embed="rId149"/>
                <a:stretch>
                  <a:fillRect/>
                </a:stretch>
              </p:blipFill>
              <p:spPr>
                <a:xfrm>
                  <a:off x="10996538" y="4138643"/>
                  <a:ext cx="92880" cy="5148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17" name="Ink 116">
                  <a:extLst>
                    <a:ext uri="{FF2B5EF4-FFF2-40B4-BE49-F238E27FC236}">
                      <a16:creationId xmlns:a16="http://schemas.microsoft.com/office/drawing/2014/main" id="{527328CE-C18E-7DEE-8113-46D2EB35AEC9}"/>
                    </a:ext>
                  </a:extLst>
                </p14:cNvPr>
                <p14:cNvContentPartPr/>
                <p14:nvPr/>
              </p14:nvContentPartPr>
              <p14:xfrm>
                <a:off x="11351498" y="4286603"/>
                <a:ext cx="18360" cy="23400"/>
              </p14:xfrm>
            </p:contentPart>
          </mc:Choice>
          <mc:Fallback xmlns="">
            <p:pic>
              <p:nvPicPr>
                <p:cNvPr id="117" name="Ink 116">
                  <a:extLst>
                    <a:ext uri="{FF2B5EF4-FFF2-40B4-BE49-F238E27FC236}">
                      <a16:creationId xmlns:a16="http://schemas.microsoft.com/office/drawing/2014/main" id="{527328CE-C18E-7DEE-8113-46D2EB35AEC9}"/>
                    </a:ext>
                  </a:extLst>
                </p:cNvPr>
                <p:cNvPicPr/>
                <p:nvPr/>
              </p:nvPicPr>
              <p:blipFill>
                <a:blip r:embed="rId151"/>
                <a:stretch>
                  <a:fillRect/>
                </a:stretch>
              </p:blipFill>
              <p:spPr>
                <a:xfrm>
                  <a:off x="11333858" y="4268603"/>
                  <a:ext cx="5400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125" name="Ink 124">
                  <a:extLst>
                    <a:ext uri="{FF2B5EF4-FFF2-40B4-BE49-F238E27FC236}">
                      <a16:creationId xmlns:a16="http://schemas.microsoft.com/office/drawing/2014/main" id="{9EB875A8-8C16-E3C3-A666-EC7CCE46FFBD}"/>
                    </a:ext>
                  </a:extLst>
                </p14:cNvPr>
                <p14:cNvContentPartPr/>
                <p14:nvPr/>
              </p14:nvContentPartPr>
              <p14:xfrm>
                <a:off x="11094098" y="4332323"/>
                <a:ext cx="92880" cy="6480"/>
              </p14:xfrm>
            </p:contentPart>
          </mc:Choice>
          <mc:Fallback xmlns="">
            <p:pic>
              <p:nvPicPr>
                <p:cNvPr id="125" name="Ink 124">
                  <a:extLst>
                    <a:ext uri="{FF2B5EF4-FFF2-40B4-BE49-F238E27FC236}">
                      <a16:creationId xmlns:a16="http://schemas.microsoft.com/office/drawing/2014/main" id="{9EB875A8-8C16-E3C3-A666-EC7CCE46FFBD}"/>
                    </a:ext>
                  </a:extLst>
                </p:cNvPr>
                <p:cNvPicPr/>
                <p:nvPr/>
              </p:nvPicPr>
              <p:blipFill>
                <a:blip r:embed="rId161"/>
                <a:stretch>
                  <a:fillRect/>
                </a:stretch>
              </p:blipFill>
              <p:spPr>
                <a:xfrm>
                  <a:off x="11085458" y="4323683"/>
                  <a:ext cx="11052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26" name="Ink 125">
                  <a:extLst>
                    <a:ext uri="{FF2B5EF4-FFF2-40B4-BE49-F238E27FC236}">
                      <a16:creationId xmlns:a16="http://schemas.microsoft.com/office/drawing/2014/main" id="{A827B74E-D7BC-A10C-4D50-155263A58072}"/>
                    </a:ext>
                  </a:extLst>
                </p14:cNvPr>
                <p14:cNvContentPartPr/>
                <p14:nvPr/>
              </p14:nvContentPartPr>
              <p14:xfrm>
                <a:off x="11091938" y="4375523"/>
                <a:ext cx="90000" cy="3240"/>
              </p14:xfrm>
            </p:contentPart>
          </mc:Choice>
          <mc:Fallback xmlns="">
            <p:pic>
              <p:nvPicPr>
                <p:cNvPr id="126" name="Ink 125">
                  <a:extLst>
                    <a:ext uri="{FF2B5EF4-FFF2-40B4-BE49-F238E27FC236}">
                      <a16:creationId xmlns:a16="http://schemas.microsoft.com/office/drawing/2014/main" id="{A827B74E-D7BC-A10C-4D50-155263A58072}"/>
                    </a:ext>
                  </a:extLst>
                </p:cNvPr>
                <p:cNvPicPr/>
                <p:nvPr/>
              </p:nvPicPr>
              <p:blipFill>
                <a:blip r:embed="rId163"/>
                <a:stretch>
                  <a:fillRect/>
                </a:stretch>
              </p:blipFill>
              <p:spPr>
                <a:xfrm>
                  <a:off x="11083298" y="4366883"/>
                  <a:ext cx="10764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27" name="Ink 126">
                  <a:extLst>
                    <a:ext uri="{FF2B5EF4-FFF2-40B4-BE49-F238E27FC236}">
                      <a16:creationId xmlns:a16="http://schemas.microsoft.com/office/drawing/2014/main" id="{C28AFACE-90CE-F3F4-66AA-972430FB0262}"/>
                    </a:ext>
                  </a:extLst>
                </p14:cNvPr>
                <p14:cNvContentPartPr/>
                <p14:nvPr/>
              </p14:nvContentPartPr>
              <p14:xfrm>
                <a:off x="11277698" y="4205243"/>
                <a:ext cx="137160" cy="171720"/>
              </p14:xfrm>
            </p:contentPart>
          </mc:Choice>
          <mc:Fallback xmlns="">
            <p:pic>
              <p:nvPicPr>
                <p:cNvPr id="127" name="Ink 126">
                  <a:extLst>
                    <a:ext uri="{FF2B5EF4-FFF2-40B4-BE49-F238E27FC236}">
                      <a16:creationId xmlns:a16="http://schemas.microsoft.com/office/drawing/2014/main" id="{C28AFACE-90CE-F3F4-66AA-972430FB0262}"/>
                    </a:ext>
                  </a:extLst>
                </p:cNvPr>
                <p:cNvPicPr/>
                <p:nvPr/>
              </p:nvPicPr>
              <p:blipFill>
                <a:blip r:embed="rId165"/>
                <a:stretch>
                  <a:fillRect/>
                </a:stretch>
              </p:blipFill>
              <p:spPr>
                <a:xfrm>
                  <a:off x="11269058" y="4196603"/>
                  <a:ext cx="154800" cy="18936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28" name="Ink 127">
                  <a:extLst>
                    <a:ext uri="{FF2B5EF4-FFF2-40B4-BE49-F238E27FC236}">
                      <a16:creationId xmlns:a16="http://schemas.microsoft.com/office/drawing/2014/main" id="{19D78014-D138-AE6B-FA40-1E99C9DB1F5C}"/>
                    </a:ext>
                  </a:extLst>
                </p14:cNvPr>
                <p14:cNvContentPartPr/>
                <p14:nvPr/>
              </p14:nvContentPartPr>
              <p14:xfrm>
                <a:off x="11273018" y="4314323"/>
                <a:ext cx="74160" cy="9000"/>
              </p14:xfrm>
            </p:contentPart>
          </mc:Choice>
          <mc:Fallback xmlns="">
            <p:pic>
              <p:nvPicPr>
                <p:cNvPr id="128" name="Ink 127">
                  <a:extLst>
                    <a:ext uri="{FF2B5EF4-FFF2-40B4-BE49-F238E27FC236}">
                      <a16:creationId xmlns:a16="http://schemas.microsoft.com/office/drawing/2014/main" id="{19D78014-D138-AE6B-FA40-1E99C9DB1F5C}"/>
                    </a:ext>
                  </a:extLst>
                </p:cNvPr>
                <p:cNvPicPr/>
                <p:nvPr/>
              </p:nvPicPr>
              <p:blipFill>
                <a:blip r:embed="rId167"/>
                <a:stretch>
                  <a:fillRect/>
                </a:stretch>
              </p:blipFill>
              <p:spPr>
                <a:xfrm>
                  <a:off x="11264018" y="4305683"/>
                  <a:ext cx="9180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29" name="Ink 128">
                  <a:extLst>
                    <a:ext uri="{FF2B5EF4-FFF2-40B4-BE49-F238E27FC236}">
                      <a16:creationId xmlns:a16="http://schemas.microsoft.com/office/drawing/2014/main" id="{ED81D049-DC74-3F1C-3B34-191820A6735C}"/>
                    </a:ext>
                  </a:extLst>
                </p14:cNvPr>
                <p14:cNvContentPartPr/>
                <p14:nvPr/>
              </p14:nvContentPartPr>
              <p14:xfrm>
                <a:off x="11428178" y="4213883"/>
                <a:ext cx="93960" cy="156600"/>
              </p14:xfrm>
            </p:contentPart>
          </mc:Choice>
          <mc:Fallback xmlns="">
            <p:pic>
              <p:nvPicPr>
                <p:cNvPr id="129" name="Ink 128">
                  <a:extLst>
                    <a:ext uri="{FF2B5EF4-FFF2-40B4-BE49-F238E27FC236}">
                      <a16:creationId xmlns:a16="http://schemas.microsoft.com/office/drawing/2014/main" id="{ED81D049-DC74-3F1C-3B34-191820A6735C}"/>
                    </a:ext>
                  </a:extLst>
                </p:cNvPr>
                <p:cNvPicPr/>
                <p:nvPr/>
              </p:nvPicPr>
              <p:blipFill>
                <a:blip r:embed="rId169"/>
                <a:stretch>
                  <a:fillRect/>
                </a:stretch>
              </p:blipFill>
              <p:spPr>
                <a:xfrm>
                  <a:off x="11419178" y="4204883"/>
                  <a:ext cx="11160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30" name="Ink 129">
                  <a:extLst>
                    <a:ext uri="{FF2B5EF4-FFF2-40B4-BE49-F238E27FC236}">
                      <a16:creationId xmlns:a16="http://schemas.microsoft.com/office/drawing/2014/main" id="{B2ADABF6-92FE-40AF-8132-D9A52657B6E8}"/>
                    </a:ext>
                  </a:extLst>
                </p14:cNvPr>
                <p14:cNvContentPartPr/>
                <p14:nvPr/>
              </p14:nvContentPartPr>
              <p14:xfrm>
                <a:off x="11555618" y="4240163"/>
                <a:ext cx="103680" cy="126360"/>
              </p14:xfrm>
            </p:contentPart>
          </mc:Choice>
          <mc:Fallback xmlns="">
            <p:pic>
              <p:nvPicPr>
                <p:cNvPr id="130" name="Ink 129">
                  <a:extLst>
                    <a:ext uri="{FF2B5EF4-FFF2-40B4-BE49-F238E27FC236}">
                      <a16:creationId xmlns:a16="http://schemas.microsoft.com/office/drawing/2014/main" id="{B2ADABF6-92FE-40AF-8132-D9A52657B6E8}"/>
                    </a:ext>
                  </a:extLst>
                </p:cNvPr>
                <p:cNvPicPr/>
                <p:nvPr/>
              </p:nvPicPr>
              <p:blipFill>
                <a:blip r:embed="rId171"/>
                <a:stretch>
                  <a:fillRect/>
                </a:stretch>
              </p:blipFill>
              <p:spPr>
                <a:xfrm>
                  <a:off x="11546618" y="4231163"/>
                  <a:ext cx="12132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31" name="Ink 130">
                  <a:extLst>
                    <a:ext uri="{FF2B5EF4-FFF2-40B4-BE49-F238E27FC236}">
                      <a16:creationId xmlns:a16="http://schemas.microsoft.com/office/drawing/2014/main" id="{AF244C3C-B17C-34F5-19E3-C97F6B734A59}"/>
                    </a:ext>
                  </a:extLst>
                </p14:cNvPr>
                <p14:cNvContentPartPr/>
                <p14:nvPr/>
              </p14:nvContentPartPr>
              <p14:xfrm>
                <a:off x="11686298" y="4231523"/>
                <a:ext cx="97920" cy="122760"/>
              </p14:xfrm>
            </p:contentPart>
          </mc:Choice>
          <mc:Fallback xmlns="">
            <p:pic>
              <p:nvPicPr>
                <p:cNvPr id="131" name="Ink 130">
                  <a:extLst>
                    <a:ext uri="{FF2B5EF4-FFF2-40B4-BE49-F238E27FC236}">
                      <a16:creationId xmlns:a16="http://schemas.microsoft.com/office/drawing/2014/main" id="{AF244C3C-B17C-34F5-19E3-C97F6B734A59}"/>
                    </a:ext>
                  </a:extLst>
                </p:cNvPr>
                <p:cNvPicPr/>
                <p:nvPr/>
              </p:nvPicPr>
              <p:blipFill>
                <a:blip r:embed="rId173"/>
                <a:stretch>
                  <a:fillRect/>
                </a:stretch>
              </p:blipFill>
              <p:spPr>
                <a:xfrm>
                  <a:off x="11677298" y="4222523"/>
                  <a:ext cx="11556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32" name="Ink 131">
                  <a:extLst>
                    <a:ext uri="{FF2B5EF4-FFF2-40B4-BE49-F238E27FC236}">
                      <a16:creationId xmlns:a16="http://schemas.microsoft.com/office/drawing/2014/main" id="{2CF0E319-9BCA-9647-CB7E-4F5F08DE6E2D}"/>
                    </a:ext>
                  </a:extLst>
                </p14:cNvPr>
                <p14:cNvContentPartPr/>
                <p14:nvPr/>
              </p14:nvContentPartPr>
              <p14:xfrm>
                <a:off x="11810138" y="4209203"/>
                <a:ext cx="128520" cy="150840"/>
              </p14:xfrm>
            </p:contentPart>
          </mc:Choice>
          <mc:Fallback xmlns="">
            <p:pic>
              <p:nvPicPr>
                <p:cNvPr id="132" name="Ink 131">
                  <a:extLst>
                    <a:ext uri="{FF2B5EF4-FFF2-40B4-BE49-F238E27FC236}">
                      <a16:creationId xmlns:a16="http://schemas.microsoft.com/office/drawing/2014/main" id="{2CF0E319-9BCA-9647-CB7E-4F5F08DE6E2D}"/>
                    </a:ext>
                  </a:extLst>
                </p:cNvPr>
                <p:cNvPicPr/>
                <p:nvPr/>
              </p:nvPicPr>
              <p:blipFill>
                <a:blip r:embed="rId175"/>
                <a:stretch>
                  <a:fillRect/>
                </a:stretch>
              </p:blipFill>
              <p:spPr>
                <a:xfrm>
                  <a:off x="11801498" y="4200203"/>
                  <a:ext cx="146160" cy="16848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33" name="Ink 132">
                  <a:extLst>
                    <a:ext uri="{FF2B5EF4-FFF2-40B4-BE49-F238E27FC236}">
                      <a16:creationId xmlns:a16="http://schemas.microsoft.com/office/drawing/2014/main" id="{085C72CA-B084-D1CF-CCC3-81DC2924BE2C}"/>
                    </a:ext>
                  </a:extLst>
                </p14:cNvPr>
                <p14:cNvContentPartPr/>
                <p14:nvPr/>
              </p14:nvContentPartPr>
              <p14:xfrm>
                <a:off x="12009218" y="4222523"/>
                <a:ext cx="1440" cy="1440"/>
              </p14:xfrm>
            </p:contentPart>
          </mc:Choice>
          <mc:Fallback xmlns="">
            <p:pic>
              <p:nvPicPr>
                <p:cNvPr id="133" name="Ink 132">
                  <a:extLst>
                    <a:ext uri="{FF2B5EF4-FFF2-40B4-BE49-F238E27FC236}">
                      <a16:creationId xmlns:a16="http://schemas.microsoft.com/office/drawing/2014/main" id="{085C72CA-B084-D1CF-CCC3-81DC2924BE2C}"/>
                    </a:ext>
                  </a:extLst>
                </p:cNvPr>
                <p:cNvPicPr/>
                <p:nvPr/>
              </p:nvPicPr>
              <p:blipFill>
                <a:blip r:embed="rId177"/>
                <a:stretch>
                  <a:fillRect/>
                </a:stretch>
              </p:blipFill>
              <p:spPr>
                <a:xfrm>
                  <a:off x="12000578" y="4213523"/>
                  <a:ext cx="1908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34" name="Ink 133">
                  <a:extLst>
                    <a:ext uri="{FF2B5EF4-FFF2-40B4-BE49-F238E27FC236}">
                      <a16:creationId xmlns:a16="http://schemas.microsoft.com/office/drawing/2014/main" id="{9A403209-F277-4EF6-AD15-ECDF8EC0E497}"/>
                    </a:ext>
                  </a:extLst>
                </p14:cNvPr>
                <p14:cNvContentPartPr/>
                <p14:nvPr/>
              </p14:nvContentPartPr>
              <p14:xfrm>
                <a:off x="11971778" y="4199483"/>
                <a:ext cx="129240" cy="160200"/>
              </p14:xfrm>
            </p:contentPart>
          </mc:Choice>
          <mc:Fallback xmlns="">
            <p:pic>
              <p:nvPicPr>
                <p:cNvPr id="134" name="Ink 133">
                  <a:extLst>
                    <a:ext uri="{FF2B5EF4-FFF2-40B4-BE49-F238E27FC236}">
                      <a16:creationId xmlns:a16="http://schemas.microsoft.com/office/drawing/2014/main" id="{9A403209-F277-4EF6-AD15-ECDF8EC0E497}"/>
                    </a:ext>
                  </a:extLst>
                </p:cNvPr>
                <p:cNvPicPr/>
                <p:nvPr/>
              </p:nvPicPr>
              <p:blipFill>
                <a:blip r:embed="rId179"/>
                <a:stretch>
                  <a:fillRect/>
                </a:stretch>
              </p:blipFill>
              <p:spPr>
                <a:xfrm>
                  <a:off x="11962778" y="4190843"/>
                  <a:ext cx="146880" cy="17784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35" name="Ink 134">
                  <a:extLst>
                    <a:ext uri="{FF2B5EF4-FFF2-40B4-BE49-F238E27FC236}">
                      <a16:creationId xmlns:a16="http://schemas.microsoft.com/office/drawing/2014/main" id="{4D5A7E31-4002-819D-A26C-E7735C83ADEA}"/>
                    </a:ext>
                  </a:extLst>
                </p14:cNvPr>
                <p14:cNvContentPartPr/>
                <p14:nvPr/>
              </p14:nvContentPartPr>
              <p14:xfrm>
                <a:off x="12095618" y="4136843"/>
                <a:ext cx="17280" cy="29160"/>
              </p14:xfrm>
            </p:contentPart>
          </mc:Choice>
          <mc:Fallback xmlns="">
            <p:pic>
              <p:nvPicPr>
                <p:cNvPr id="135" name="Ink 134">
                  <a:extLst>
                    <a:ext uri="{FF2B5EF4-FFF2-40B4-BE49-F238E27FC236}">
                      <a16:creationId xmlns:a16="http://schemas.microsoft.com/office/drawing/2014/main" id="{4D5A7E31-4002-819D-A26C-E7735C83ADEA}"/>
                    </a:ext>
                  </a:extLst>
                </p:cNvPr>
                <p:cNvPicPr/>
                <p:nvPr/>
              </p:nvPicPr>
              <p:blipFill>
                <a:blip r:embed="rId181"/>
                <a:stretch>
                  <a:fillRect/>
                </a:stretch>
              </p:blipFill>
              <p:spPr>
                <a:xfrm>
                  <a:off x="12086978" y="4127843"/>
                  <a:ext cx="34920" cy="4680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37" name="Ink 136">
                  <a:extLst>
                    <a:ext uri="{FF2B5EF4-FFF2-40B4-BE49-F238E27FC236}">
                      <a16:creationId xmlns:a16="http://schemas.microsoft.com/office/drawing/2014/main" id="{5C01BAB4-8731-734B-118B-1487D5549D5C}"/>
                    </a:ext>
                  </a:extLst>
                </p14:cNvPr>
                <p14:cNvContentPartPr/>
                <p14:nvPr/>
              </p14:nvContentPartPr>
              <p14:xfrm>
                <a:off x="11968898" y="4223963"/>
                <a:ext cx="118440" cy="89640"/>
              </p14:xfrm>
            </p:contentPart>
          </mc:Choice>
          <mc:Fallback xmlns="">
            <p:pic>
              <p:nvPicPr>
                <p:cNvPr id="137" name="Ink 136">
                  <a:extLst>
                    <a:ext uri="{FF2B5EF4-FFF2-40B4-BE49-F238E27FC236}">
                      <a16:creationId xmlns:a16="http://schemas.microsoft.com/office/drawing/2014/main" id="{5C01BAB4-8731-734B-118B-1487D5549D5C}"/>
                    </a:ext>
                  </a:extLst>
                </p:cNvPr>
                <p:cNvPicPr/>
                <p:nvPr/>
              </p:nvPicPr>
              <p:blipFill>
                <a:blip r:embed="rId183"/>
                <a:stretch>
                  <a:fillRect/>
                </a:stretch>
              </p:blipFill>
              <p:spPr>
                <a:xfrm>
                  <a:off x="11959898" y="4215323"/>
                  <a:ext cx="136080" cy="10728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38" name="Ink 137">
                  <a:extLst>
                    <a:ext uri="{FF2B5EF4-FFF2-40B4-BE49-F238E27FC236}">
                      <a16:creationId xmlns:a16="http://schemas.microsoft.com/office/drawing/2014/main" id="{B4A7A635-883B-E9DA-152C-4403C2C6A2EB}"/>
                    </a:ext>
                  </a:extLst>
                </p14:cNvPr>
                <p14:cNvContentPartPr/>
                <p14:nvPr/>
              </p14:nvContentPartPr>
              <p14:xfrm>
                <a:off x="9749138" y="4209923"/>
                <a:ext cx="18360" cy="128880"/>
              </p14:xfrm>
            </p:contentPart>
          </mc:Choice>
          <mc:Fallback xmlns="">
            <p:pic>
              <p:nvPicPr>
                <p:cNvPr id="138" name="Ink 137">
                  <a:extLst>
                    <a:ext uri="{FF2B5EF4-FFF2-40B4-BE49-F238E27FC236}">
                      <a16:creationId xmlns:a16="http://schemas.microsoft.com/office/drawing/2014/main" id="{B4A7A635-883B-E9DA-152C-4403C2C6A2EB}"/>
                    </a:ext>
                  </a:extLst>
                </p:cNvPr>
                <p:cNvPicPr/>
                <p:nvPr/>
              </p:nvPicPr>
              <p:blipFill>
                <a:blip r:embed="rId185"/>
                <a:stretch>
                  <a:fillRect/>
                </a:stretch>
              </p:blipFill>
              <p:spPr>
                <a:xfrm>
                  <a:off x="9740498" y="4201283"/>
                  <a:ext cx="3600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39" name="Ink 138">
                  <a:extLst>
                    <a:ext uri="{FF2B5EF4-FFF2-40B4-BE49-F238E27FC236}">
                      <a16:creationId xmlns:a16="http://schemas.microsoft.com/office/drawing/2014/main" id="{2C43D6E5-2AB6-2973-FD9B-7AFA5F992A91}"/>
                    </a:ext>
                  </a:extLst>
                </p14:cNvPr>
                <p14:cNvContentPartPr/>
                <p14:nvPr/>
              </p14:nvContentPartPr>
              <p14:xfrm>
                <a:off x="9763538" y="4402883"/>
                <a:ext cx="3960" cy="145080"/>
              </p14:xfrm>
            </p:contentPart>
          </mc:Choice>
          <mc:Fallback xmlns="">
            <p:pic>
              <p:nvPicPr>
                <p:cNvPr id="139" name="Ink 138">
                  <a:extLst>
                    <a:ext uri="{FF2B5EF4-FFF2-40B4-BE49-F238E27FC236}">
                      <a16:creationId xmlns:a16="http://schemas.microsoft.com/office/drawing/2014/main" id="{2C43D6E5-2AB6-2973-FD9B-7AFA5F992A91}"/>
                    </a:ext>
                  </a:extLst>
                </p:cNvPr>
                <p:cNvPicPr/>
                <p:nvPr/>
              </p:nvPicPr>
              <p:blipFill>
                <a:blip r:embed="rId187"/>
                <a:stretch>
                  <a:fillRect/>
                </a:stretch>
              </p:blipFill>
              <p:spPr>
                <a:xfrm>
                  <a:off x="9754898" y="4394243"/>
                  <a:ext cx="21600" cy="16272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40" name="Ink 139">
                  <a:extLst>
                    <a:ext uri="{FF2B5EF4-FFF2-40B4-BE49-F238E27FC236}">
                      <a16:creationId xmlns:a16="http://schemas.microsoft.com/office/drawing/2014/main" id="{D59D7464-2B22-F557-75CF-3AB97D7552FE}"/>
                    </a:ext>
                  </a:extLst>
                </p14:cNvPr>
                <p14:cNvContentPartPr/>
                <p14:nvPr/>
              </p14:nvContentPartPr>
              <p14:xfrm>
                <a:off x="9795938" y="4647323"/>
                <a:ext cx="4680" cy="128880"/>
              </p14:xfrm>
            </p:contentPart>
          </mc:Choice>
          <mc:Fallback xmlns="">
            <p:pic>
              <p:nvPicPr>
                <p:cNvPr id="140" name="Ink 139">
                  <a:extLst>
                    <a:ext uri="{FF2B5EF4-FFF2-40B4-BE49-F238E27FC236}">
                      <a16:creationId xmlns:a16="http://schemas.microsoft.com/office/drawing/2014/main" id="{D59D7464-2B22-F557-75CF-3AB97D7552FE}"/>
                    </a:ext>
                  </a:extLst>
                </p:cNvPr>
                <p:cNvPicPr/>
                <p:nvPr/>
              </p:nvPicPr>
              <p:blipFill>
                <a:blip r:embed="rId189"/>
                <a:stretch>
                  <a:fillRect/>
                </a:stretch>
              </p:blipFill>
              <p:spPr>
                <a:xfrm>
                  <a:off x="9786938" y="4638323"/>
                  <a:ext cx="22320" cy="146520"/>
                </a:xfrm>
                <a:prstGeom prst="rect">
                  <a:avLst/>
                </a:prstGeom>
              </p:spPr>
            </p:pic>
          </mc:Fallback>
        </mc:AlternateContent>
      </p:grpSp>
      <p:grpSp>
        <p:nvGrpSpPr>
          <p:cNvPr id="169" name="Group 168">
            <a:extLst>
              <a:ext uri="{FF2B5EF4-FFF2-40B4-BE49-F238E27FC236}">
                <a16:creationId xmlns:a16="http://schemas.microsoft.com/office/drawing/2014/main" id="{1183D5EF-3246-E1BB-7496-01FDD945B146}"/>
              </a:ext>
            </a:extLst>
          </p:cNvPr>
          <p:cNvGrpSpPr/>
          <p:nvPr/>
        </p:nvGrpSpPr>
        <p:grpSpPr>
          <a:xfrm>
            <a:off x="9699098" y="4859003"/>
            <a:ext cx="2178000" cy="312840"/>
            <a:chOff x="9699098" y="4859003"/>
            <a:chExt cx="2178000" cy="312840"/>
          </a:xfrm>
        </p:grpSpPr>
        <mc:AlternateContent xmlns:mc="http://schemas.openxmlformats.org/markup-compatibility/2006" xmlns:p14="http://schemas.microsoft.com/office/powerpoint/2010/main">
          <mc:Choice Requires="p14">
            <p:contentPart p14:bwMode="auto" r:id="rId190">
              <p14:nvContentPartPr>
                <p14:cNvPr id="141" name="Ink 140">
                  <a:extLst>
                    <a:ext uri="{FF2B5EF4-FFF2-40B4-BE49-F238E27FC236}">
                      <a16:creationId xmlns:a16="http://schemas.microsoft.com/office/drawing/2014/main" id="{D1708633-C3C3-30EE-C734-65EE2C635161}"/>
                    </a:ext>
                  </a:extLst>
                </p14:cNvPr>
                <p14:cNvContentPartPr/>
                <p14:nvPr/>
              </p14:nvContentPartPr>
              <p14:xfrm>
                <a:off x="9818258" y="4859003"/>
                <a:ext cx="5040" cy="149760"/>
              </p14:xfrm>
            </p:contentPart>
          </mc:Choice>
          <mc:Fallback xmlns="">
            <p:pic>
              <p:nvPicPr>
                <p:cNvPr id="141" name="Ink 140">
                  <a:extLst>
                    <a:ext uri="{FF2B5EF4-FFF2-40B4-BE49-F238E27FC236}">
                      <a16:creationId xmlns:a16="http://schemas.microsoft.com/office/drawing/2014/main" id="{D1708633-C3C3-30EE-C734-65EE2C635161}"/>
                    </a:ext>
                  </a:extLst>
                </p:cNvPr>
                <p:cNvPicPr/>
                <p:nvPr/>
              </p:nvPicPr>
              <p:blipFill>
                <a:blip r:embed="rId191"/>
                <a:stretch>
                  <a:fillRect/>
                </a:stretch>
              </p:blipFill>
              <p:spPr>
                <a:xfrm>
                  <a:off x="9809618" y="4850003"/>
                  <a:ext cx="2268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42" name="Ink 141">
                  <a:extLst>
                    <a:ext uri="{FF2B5EF4-FFF2-40B4-BE49-F238E27FC236}">
                      <a16:creationId xmlns:a16="http://schemas.microsoft.com/office/drawing/2014/main" id="{77A5DAEA-8F7F-0EDE-86F2-423CD40EA90F}"/>
                    </a:ext>
                  </a:extLst>
                </p14:cNvPr>
                <p14:cNvContentPartPr/>
                <p14:nvPr/>
              </p14:nvContentPartPr>
              <p14:xfrm>
                <a:off x="9699098" y="4944683"/>
                <a:ext cx="241560" cy="123480"/>
              </p14:xfrm>
            </p:contentPart>
          </mc:Choice>
          <mc:Fallback xmlns="">
            <p:pic>
              <p:nvPicPr>
                <p:cNvPr id="142" name="Ink 141">
                  <a:extLst>
                    <a:ext uri="{FF2B5EF4-FFF2-40B4-BE49-F238E27FC236}">
                      <a16:creationId xmlns:a16="http://schemas.microsoft.com/office/drawing/2014/main" id="{77A5DAEA-8F7F-0EDE-86F2-423CD40EA90F}"/>
                    </a:ext>
                  </a:extLst>
                </p:cNvPr>
                <p:cNvPicPr/>
                <p:nvPr/>
              </p:nvPicPr>
              <p:blipFill>
                <a:blip r:embed="rId193"/>
                <a:stretch>
                  <a:fillRect/>
                </a:stretch>
              </p:blipFill>
              <p:spPr>
                <a:xfrm>
                  <a:off x="9690098" y="4935683"/>
                  <a:ext cx="25920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60" name="Ink 159">
                  <a:extLst>
                    <a:ext uri="{FF2B5EF4-FFF2-40B4-BE49-F238E27FC236}">
                      <a16:creationId xmlns:a16="http://schemas.microsoft.com/office/drawing/2014/main" id="{3000653F-CB51-4460-0960-8ED16ECB219A}"/>
                    </a:ext>
                  </a:extLst>
                </p14:cNvPr>
                <p14:cNvContentPartPr/>
                <p14:nvPr/>
              </p14:nvContentPartPr>
              <p14:xfrm>
                <a:off x="10671098" y="4969883"/>
                <a:ext cx="208800" cy="177840"/>
              </p14:xfrm>
            </p:contentPart>
          </mc:Choice>
          <mc:Fallback xmlns="">
            <p:pic>
              <p:nvPicPr>
                <p:cNvPr id="160" name="Ink 159">
                  <a:extLst>
                    <a:ext uri="{FF2B5EF4-FFF2-40B4-BE49-F238E27FC236}">
                      <a16:creationId xmlns:a16="http://schemas.microsoft.com/office/drawing/2014/main" id="{3000653F-CB51-4460-0960-8ED16ECB219A}"/>
                    </a:ext>
                  </a:extLst>
                </p:cNvPr>
                <p:cNvPicPr/>
                <p:nvPr/>
              </p:nvPicPr>
              <p:blipFill>
                <a:blip r:embed="rId209"/>
                <a:stretch>
                  <a:fillRect/>
                </a:stretch>
              </p:blipFill>
              <p:spPr>
                <a:xfrm>
                  <a:off x="10662098" y="4961243"/>
                  <a:ext cx="226440" cy="19548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61" name="Ink 160">
                  <a:extLst>
                    <a:ext uri="{FF2B5EF4-FFF2-40B4-BE49-F238E27FC236}">
                      <a16:creationId xmlns:a16="http://schemas.microsoft.com/office/drawing/2014/main" id="{019D1842-A44C-1ACA-22C8-F174BDBB2395}"/>
                    </a:ext>
                  </a:extLst>
                </p14:cNvPr>
                <p14:cNvContentPartPr/>
                <p14:nvPr/>
              </p14:nvContentPartPr>
              <p14:xfrm>
                <a:off x="10675418" y="5079683"/>
                <a:ext cx="107640" cy="6480"/>
              </p14:xfrm>
            </p:contentPart>
          </mc:Choice>
          <mc:Fallback xmlns="">
            <p:pic>
              <p:nvPicPr>
                <p:cNvPr id="161" name="Ink 160">
                  <a:extLst>
                    <a:ext uri="{FF2B5EF4-FFF2-40B4-BE49-F238E27FC236}">
                      <a16:creationId xmlns:a16="http://schemas.microsoft.com/office/drawing/2014/main" id="{019D1842-A44C-1ACA-22C8-F174BDBB2395}"/>
                    </a:ext>
                  </a:extLst>
                </p:cNvPr>
                <p:cNvPicPr/>
                <p:nvPr/>
              </p:nvPicPr>
              <p:blipFill>
                <a:blip r:embed="rId211"/>
                <a:stretch>
                  <a:fillRect/>
                </a:stretch>
              </p:blipFill>
              <p:spPr>
                <a:xfrm>
                  <a:off x="10666418" y="5071043"/>
                  <a:ext cx="12528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62" name="Ink 161">
                  <a:extLst>
                    <a:ext uri="{FF2B5EF4-FFF2-40B4-BE49-F238E27FC236}">
                      <a16:creationId xmlns:a16="http://schemas.microsoft.com/office/drawing/2014/main" id="{0C32DA32-2960-505C-AB7F-7BBDFE63BE9E}"/>
                    </a:ext>
                  </a:extLst>
                </p14:cNvPr>
                <p14:cNvContentPartPr/>
                <p14:nvPr/>
              </p14:nvContentPartPr>
              <p14:xfrm>
                <a:off x="10886378" y="5024243"/>
                <a:ext cx="165600" cy="139320"/>
              </p14:xfrm>
            </p:contentPart>
          </mc:Choice>
          <mc:Fallback xmlns="">
            <p:pic>
              <p:nvPicPr>
                <p:cNvPr id="162" name="Ink 161">
                  <a:extLst>
                    <a:ext uri="{FF2B5EF4-FFF2-40B4-BE49-F238E27FC236}">
                      <a16:creationId xmlns:a16="http://schemas.microsoft.com/office/drawing/2014/main" id="{0C32DA32-2960-505C-AB7F-7BBDFE63BE9E}"/>
                    </a:ext>
                  </a:extLst>
                </p:cNvPr>
                <p:cNvPicPr/>
                <p:nvPr/>
              </p:nvPicPr>
              <p:blipFill>
                <a:blip r:embed="rId213"/>
                <a:stretch>
                  <a:fillRect/>
                </a:stretch>
              </p:blipFill>
              <p:spPr>
                <a:xfrm>
                  <a:off x="10877738" y="5015243"/>
                  <a:ext cx="18324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63" name="Ink 162">
                  <a:extLst>
                    <a:ext uri="{FF2B5EF4-FFF2-40B4-BE49-F238E27FC236}">
                      <a16:creationId xmlns:a16="http://schemas.microsoft.com/office/drawing/2014/main" id="{1A1341F2-FF54-28E2-F7BA-4B88564E466B}"/>
                    </a:ext>
                  </a:extLst>
                </p14:cNvPr>
                <p14:cNvContentPartPr/>
                <p14:nvPr/>
              </p14:nvContentPartPr>
              <p14:xfrm>
                <a:off x="11103818" y="5134763"/>
                <a:ext cx="2160" cy="34920"/>
              </p14:xfrm>
            </p:contentPart>
          </mc:Choice>
          <mc:Fallback xmlns="">
            <p:pic>
              <p:nvPicPr>
                <p:cNvPr id="163" name="Ink 162">
                  <a:extLst>
                    <a:ext uri="{FF2B5EF4-FFF2-40B4-BE49-F238E27FC236}">
                      <a16:creationId xmlns:a16="http://schemas.microsoft.com/office/drawing/2014/main" id="{1A1341F2-FF54-28E2-F7BA-4B88564E466B}"/>
                    </a:ext>
                  </a:extLst>
                </p:cNvPr>
                <p:cNvPicPr/>
                <p:nvPr/>
              </p:nvPicPr>
              <p:blipFill>
                <a:blip r:embed="rId215"/>
                <a:stretch>
                  <a:fillRect/>
                </a:stretch>
              </p:blipFill>
              <p:spPr>
                <a:xfrm>
                  <a:off x="11095178" y="5126123"/>
                  <a:ext cx="1980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64" name="Ink 163">
                  <a:extLst>
                    <a:ext uri="{FF2B5EF4-FFF2-40B4-BE49-F238E27FC236}">
                      <a16:creationId xmlns:a16="http://schemas.microsoft.com/office/drawing/2014/main" id="{94D61665-04FA-0CB7-BEF5-949A5156AC61}"/>
                    </a:ext>
                  </a:extLst>
                </p14:cNvPr>
                <p14:cNvContentPartPr/>
                <p14:nvPr/>
              </p14:nvContentPartPr>
              <p14:xfrm>
                <a:off x="11150978" y="5046923"/>
                <a:ext cx="360" cy="360"/>
              </p14:xfrm>
            </p:contentPart>
          </mc:Choice>
          <mc:Fallback xmlns="">
            <p:pic>
              <p:nvPicPr>
                <p:cNvPr id="164" name="Ink 163">
                  <a:extLst>
                    <a:ext uri="{FF2B5EF4-FFF2-40B4-BE49-F238E27FC236}">
                      <a16:creationId xmlns:a16="http://schemas.microsoft.com/office/drawing/2014/main" id="{94D61665-04FA-0CB7-BEF5-949A5156AC61}"/>
                    </a:ext>
                  </a:extLst>
                </p:cNvPr>
                <p:cNvPicPr/>
                <p:nvPr/>
              </p:nvPicPr>
              <p:blipFill>
                <a:blip r:embed="rId195"/>
                <a:stretch>
                  <a:fillRect/>
                </a:stretch>
              </p:blipFill>
              <p:spPr>
                <a:xfrm>
                  <a:off x="11142338" y="503792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165" name="Ink 164">
                  <a:extLst>
                    <a:ext uri="{FF2B5EF4-FFF2-40B4-BE49-F238E27FC236}">
                      <a16:creationId xmlns:a16="http://schemas.microsoft.com/office/drawing/2014/main" id="{8D5955DE-DBD3-1F24-3B2B-54BDEADE3814}"/>
                    </a:ext>
                  </a:extLst>
                </p14:cNvPr>
                <p14:cNvContentPartPr/>
                <p14:nvPr/>
              </p14:nvContentPartPr>
              <p14:xfrm>
                <a:off x="11195978" y="5058083"/>
                <a:ext cx="132480" cy="96840"/>
              </p14:xfrm>
            </p:contentPart>
          </mc:Choice>
          <mc:Fallback xmlns="">
            <p:pic>
              <p:nvPicPr>
                <p:cNvPr id="165" name="Ink 164">
                  <a:extLst>
                    <a:ext uri="{FF2B5EF4-FFF2-40B4-BE49-F238E27FC236}">
                      <a16:creationId xmlns:a16="http://schemas.microsoft.com/office/drawing/2014/main" id="{8D5955DE-DBD3-1F24-3B2B-54BDEADE3814}"/>
                    </a:ext>
                  </a:extLst>
                </p:cNvPr>
                <p:cNvPicPr/>
                <p:nvPr/>
              </p:nvPicPr>
              <p:blipFill>
                <a:blip r:embed="rId218"/>
                <a:stretch>
                  <a:fillRect/>
                </a:stretch>
              </p:blipFill>
              <p:spPr>
                <a:xfrm>
                  <a:off x="11187338" y="5049083"/>
                  <a:ext cx="150120" cy="11448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166" name="Ink 165">
                  <a:extLst>
                    <a:ext uri="{FF2B5EF4-FFF2-40B4-BE49-F238E27FC236}">
                      <a16:creationId xmlns:a16="http://schemas.microsoft.com/office/drawing/2014/main" id="{5124984D-FA46-A760-5350-23FE4F328AA0}"/>
                    </a:ext>
                  </a:extLst>
                </p14:cNvPr>
                <p14:cNvContentPartPr/>
                <p14:nvPr/>
              </p14:nvContentPartPr>
              <p14:xfrm>
                <a:off x="11427818" y="5016323"/>
                <a:ext cx="146520" cy="155520"/>
              </p14:xfrm>
            </p:contentPart>
          </mc:Choice>
          <mc:Fallback xmlns="">
            <p:pic>
              <p:nvPicPr>
                <p:cNvPr id="166" name="Ink 165">
                  <a:extLst>
                    <a:ext uri="{FF2B5EF4-FFF2-40B4-BE49-F238E27FC236}">
                      <a16:creationId xmlns:a16="http://schemas.microsoft.com/office/drawing/2014/main" id="{5124984D-FA46-A760-5350-23FE4F328AA0}"/>
                    </a:ext>
                  </a:extLst>
                </p:cNvPr>
                <p:cNvPicPr/>
                <p:nvPr/>
              </p:nvPicPr>
              <p:blipFill>
                <a:blip r:embed="rId220"/>
                <a:stretch>
                  <a:fillRect/>
                </a:stretch>
              </p:blipFill>
              <p:spPr>
                <a:xfrm>
                  <a:off x="11418818" y="5007323"/>
                  <a:ext cx="16416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167" name="Ink 166">
                  <a:extLst>
                    <a:ext uri="{FF2B5EF4-FFF2-40B4-BE49-F238E27FC236}">
                      <a16:creationId xmlns:a16="http://schemas.microsoft.com/office/drawing/2014/main" id="{6B4903D1-A69E-7A5F-29AB-604EDD47DC6E}"/>
                    </a:ext>
                  </a:extLst>
                </p14:cNvPr>
                <p14:cNvContentPartPr/>
                <p14:nvPr/>
              </p14:nvContentPartPr>
              <p14:xfrm>
                <a:off x="11612498" y="5031443"/>
                <a:ext cx="173880" cy="135360"/>
              </p14:xfrm>
            </p:contentPart>
          </mc:Choice>
          <mc:Fallback xmlns="">
            <p:pic>
              <p:nvPicPr>
                <p:cNvPr id="167" name="Ink 166">
                  <a:extLst>
                    <a:ext uri="{FF2B5EF4-FFF2-40B4-BE49-F238E27FC236}">
                      <a16:creationId xmlns:a16="http://schemas.microsoft.com/office/drawing/2014/main" id="{6B4903D1-A69E-7A5F-29AB-604EDD47DC6E}"/>
                    </a:ext>
                  </a:extLst>
                </p:cNvPr>
                <p:cNvPicPr/>
                <p:nvPr/>
              </p:nvPicPr>
              <p:blipFill>
                <a:blip r:embed="rId222"/>
                <a:stretch>
                  <a:fillRect/>
                </a:stretch>
              </p:blipFill>
              <p:spPr>
                <a:xfrm>
                  <a:off x="11603498" y="5022443"/>
                  <a:ext cx="191520" cy="15300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168" name="Ink 167">
                  <a:extLst>
                    <a:ext uri="{FF2B5EF4-FFF2-40B4-BE49-F238E27FC236}">
                      <a16:creationId xmlns:a16="http://schemas.microsoft.com/office/drawing/2014/main" id="{0E409D60-1614-0FDB-5A12-3677A94DA296}"/>
                    </a:ext>
                  </a:extLst>
                </p14:cNvPr>
                <p14:cNvContentPartPr/>
                <p14:nvPr/>
              </p14:nvContentPartPr>
              <p14:xfrm>
                <a:off x="11826338" y="4985003"/>
                <a:ext cx="50760" cy="56160"/>
              </p14:xfrm>
            </p:contentPart>
          </mc:Choice>
          <mc:Fallback xmlns="">
            <p:pic>
              <p:nvPicPr>
                <p:cNvPr id="168" name="Ink 167">
                  <a:extLst>
                    <a:ext uri="{FF2B5EF4-FFF2-40B4-BE49-F238E27FC236}">
                      <a16:creationId xmlns:a16="http://schemas.microsoft.com/office/drawing/2014/main" id="{0E409D60-1614-0FDB-5A12-3677A94DA296}"/>
                    </a:ext>
                  </a:extLst>
                </p:cNvPr>
                <p:cNvPicPr/>
                <p:nvPr/>
              </p:nvPicPr>
              <p:blipFill>
                <a:blip r:embed="rId224"/>
                <a:stretch>
                  <a:fillRect/>
                </a:stretch>
              </p:blipFill>
              <p:spPr>
                <a:xfrm>
                  <a:off x="11817338" y="4976363"/>
                  <a:ext cx="68400" cy="73800"/>
                </a:xfrm>
                <a:prstGeom prst="rect">
                  <a:avLst/>
                </a:prstGeom>
              </p:spPr>
            </p:pic>
          </mc:Fallback>
        </mc:AlternateContent>
      </p:grpSp>
      <p:grpSp>
        <p:nvGrpSpPr>
          <p:cNvPr id="202" name="Group 201">
            <a:extLst>
              <a:ext uri="{FF2B5EF4-FFF2-40B4-BE49-F238E27FC236}">
                <a16:creationId xmlns:a16="http://schemas.microsoft.com/office/drawing/2014/main" id="{1C6FCE37-0337-B054-CDD2-0C14334E436D}"/>
              </a:ext>
            </a:extLst>
          </p:cNvPr>
          <p:cNvGrpSpPr/>
          <p:nvPr/>
        </p:nvGrpSpPr>
        <p:grpSpPr>
          <a:xfrm>
            <a:off x="9508298" y="5355083"/>
            <a:ext cx="1926000" cy="1217160"/>
            <a:chOff x="9508298" y="5355083"/>
            <a:chExt cx="1926000" cy="1217160"/>
          </a:xfrm>
        </p:grpSpPr>
        <mc:AlternateContent xmlns:mc="http://schemas.openxmlformats.org/markup-compatibility/2006" xmlns:p14="http://schemas.microsoft.com/office/powerpoint/2010/main">
          <mc:Choice Requires="p14">
            <p:contentPart p14:bwMode="auto" r:id="rId225">
              <p14:nvContentPartPr>
                <p14:cNvPr id="170" name="Ink 169">
                  <a:extLst>
                    <a:ext uri="{FF2B5EF4-FFF2-40B4-BE49-F238E27FC236}">
                      <a16:creationId xmlns:a16="http://schemas.microsoft.com/office/drawing/2014/main" id="{3FE85E87-A60F-92D6-A4B3-AE66439347E0}"/>
                    </a:ext>
                  </a:extLst>
                </p14:cNvPr>
                <p14:cNvContentPartPr/>
                <p14:nvPr/>
              </p14:nvContentPartPr>
              <p14:xfrm>
                <a:off x="9543218" y="5616443"/>
                <a:ext cx="360" cy="2160"/>
              </p14:xfrm>
            </p:contentPart>
          </mc:Choice>
          <mc:Fallback xmlns="">
            <p:pic>
              <p:nvPicPr>
                <p:cNvPr id="170" name="Ink 169">
                  <a:extLst>
                    <a:ext uri="{FF2B5EF4-FFF2-40B4-BE49-F238E27FC236}">
                      <a16:creationId xmlns:a16="http://schemas.microsoft.com/office/drawing/2014/main" id="{3FE85E87-A60F-92D6-A4B3-AE66439347E0}"/>
                    </a:ext>
                  </a:extLst>
                </p:cNvPr>
                <p:cNvPicPr/>
                <p:nvPr/>
              </p:nvPicPr>
              <p:blipFill>
                <a:blip r:embed="rId226"/>
                <a:stretch>
                  <a:fillRect/>
                </a:stretch>
              </p:blipFill>
              <p:spPr>
                <a:xfrm>
                  <a:off x="9534218" y="5607803"/>
                  <a:ext cx="1800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171" name="Ink 170">
                  <a:extLst>
                    <a:ext uri="{FF2B5EF4-FFF2-40B4-BE49-F238E27FC236}">
                      <a16:creationId xmlns:a16="http://schemas.microsoft.com/office/drawing/2014/main" id="{8528D258-F147-EDCB-5FB4-B25DA8AEB7D7}"/>
                    </a:ext>
                  </a:extLst>
                </p14:cNvPr>
                <p14:cNvContentPartPr/>
                <p14:nvPr/>
              </p14:nvContentPartPr>
              <p14:xfrm>
                <a:off x="9543578" y="5603843"/>
                <a:ext cx="1630800" cy="968400"/>
              </p14:xfrm>
            </p:contentPart>
          </mc:Choice>
          <mc:Fallback xmlns="">
            <p:pic>
              <p:nvPicPr>
                <p:cNvPr id="171" name="Ink 170">
                  <a:extLst>
                    <a:ext uri="{FF2B5EF4-FFF2-40B4-BE49-F238E27FC236}">
                      <a16:creationId xmlns:a16="http://schemas.microsoft.com/office/drawing/2014/main" id="{8528D258-F147-EDCB-5FB4-B25DA8AEB7D7}"/>
                    </a:ext>
                  </a:extLst>
                </p:cNvPr>
                <p:cNvPicPr/>
                <p:nvPr/>
              </p:nvPicPr>
              <p:blipFill>
                <a:blip r:embed="rId228"/>
                <a:stretch>
                  <a:fillRect/>
                </a:stretch>
              </p:blipFill>
              <p:spPr>
                <a:xfrm>
                  <a:off x="9534938" y="5595203"/>
                  <a:ext cx="1648440" cy="986040"/>
                </a:xfrm>
                <a:prstGeom prst="rect">
                  <a:avLst/>
                </a:prstGeom>
              </p:spPr>
            </p:pic>
          </mc:Fallback>
        </mc:AlternateContent>
        <mc:AlternateContent xmlns:mc="http://schemas.openxmlformats.org/markup-compatibility/2006" xmlns:p14="http://schemas.microsoft.com/office/powerpoint/2010/main">
          <mc:Choice Requires="p14">
            <p:contentPart p14:bwMode="auto" r:id="rId229">
              <p14:nvContentPartPr>
                <p14:cNvPr id="172" name="Ink 171">
                  <a:extLst>
                    <a:ext uri="{FF2B5EF4-FFF2-40B4-BE49-F238E27FC236}">
                      <a16:creationId xmlns:a16="http://schemas.microsoft.com/office/drawing/2014/main" id="{8358E070-710D-D229-2B6F-8B079E815C86}"/>
                    </a:ext>
                  </a:extLst>
                </p14:cNvPr>
                <p14:cNvContentPartPr/>
                <p14:nvPr/>
              </p14:nvContentPartPr>
              <p14:xfrm>
                <a:off x="9808178" y="6215843"/>
                <a:ext cx="168840" cy="210960"/>
              </p14:xfrm>
            </p:contentPart>
          </mc:Choice>
          <mc:Fallback xmlns="">
            <p:pic>
              <p:nvPicPr>
                <p:cNvPr id="172" name="Ink 171">
                  <a:extLst>
                    <a:ext uri="{FF2B5EF4-FFF2-40B4-BE49-F238E27FC236}">
                      <a16:creationId xmlns:a16="http://schemas.microsoft.com/office/drawing/2014/main" id="{8358E070-710D-D229-2B6F-8B079E815C86}"/>
                    </a:ext>
                  </a:extLst>
                </p:cNvPr>
                <p:cNvPicPr/>
                <p:nvPr/>
              </p:nvPicPr>
              <p:blipFill>
                <a:blip r:embed="rId230"/>
                <a:stretch>
                  <a:fillRect/>
                </a:stretch>
              </p:blipFill>
              <p:spPr>
                <a:xfrm>
                  <a:off x="9799538" y="6206843"/>
                  <a:ext cx="186480" cy="22860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173" name="Ink 172">
                  <a:extLst>
                    <a:ext uri="{FF2B5EF4-FFF2-40B4-BE49-F238E27FC236}">
                      <a16:creationId xmlns:a16="http://schemas.microsoft.com/office/drawing/2014/main" id="{63A16391-07B1-D170-1388-2190D167D358}"/>
                    </a:ext>
                  </a:extLst>
                </p14:cNvPr>
                <p14:cNvContentPartPr/>
                <p14:nvPr/>
              </p14:nvContentPartPr>
              <p14:xfrm>
                <a:off x="9795218" y="6328163"/>
                <a:ext cx="151200" cy="21240"/>
              </p14:xfrm>
            </p:contentPart>
          </mc:Choice>
          <mc:Fallback xmlns="">
            <p:pic>
              <p:nvPicPr>
                <p:cNvPr id="173" name="Ink 172">
                  <a:extLst>
                    <a:ext uri="{FF2B5EF4-FFF2-40B4-BE49-F238E27FC236}">
                      <a16:creationId xmlns:a16="http://schemas.microsoft.com/office/drawing/2014/main" id="{63A16391-07B1-D170-1388-2190D167D358}"/>
                    </a:ext>
                  </a:extLst>
                </p:cNvPr>
                <p:cNvPicPr/>
                <p:nvPr/>
              </p:nvPicPr>
              <p:blipFill>
                <a:blip r:embed="rId232"/>
                <a:stretch>
                  <a:fillRect/>
                </a:stretch>
              </p:blipFill>
              <p:spPr>
                <a:xfrm>
                  <a:off x="9786218" y="6319523"/>
                  <a:ext cx="16884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233">
              <p14:nvContentPartPr>
                <p14:cNvPr id="175" name="Ink 174">
                  <a:extLst>
                    <a:ext uri="{FF2B5EF4-FFF2-40B4-BE49-F238E27FC236}">
                      <a16:creationId xmlns:a16="http://schemas.microsoft.com/office/drawing/2014/main" id="{22E19548-C491-241D-8A0E-07FF7C1CD931}"/>
                    </a:ext>
                  </a:extLst>
                </p14:cNvPr>
                <p14:cNvContentPartPr/>
                <p14:nvPr/>
              </p14:nvContentPartPr>
              <p14:xfrm>
                <a:off x="11107418" y="5585843"/>
                <a:ext cx="5760" cy="114120"/>
              </p14:xfrm>
            </p:contentPart>
          </mc:Choice>
          <mc:Fallback xmlns="">
            <p:pic>
              <p:nvPicPr>
                <p:cNvPr id="175" name="Ink 174">
                  <a:extLst>
                    <a:ext uri="{FF2B5EF4-FFF2-40B4-BE49-F238E27FC236}">
                      <a16:creationId xmlns:a16="http://schemas.microsoft.com/office/drawing/2014/main" id="{22E19548-C491-241D-8A0E-07FF7C1CD931}"/>
                    </a:ext>
                  </a:extLst>
                </p:cNvPr>
                <p:cNvPicPr/>
                <p:nvPr/>
              </p:nvPicPr>
              <p:blipFill>
                <a:blip r:embed="rId234"/>
                <a:stretch>
                  <a:fillRect/>
                </a:stretch>
              </p:blipFill>
              <p:spPr>
                <a:xfrm>
                  <a:off x="11098418" y="5577203"/>
                  <a:ext cx="2340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235">
              <p14:nvContentPartPr>
                <p14:cNvPr id="176" name="Ink 175">
                  <a:extLst>
                    <a:ext uri="{FF2B5EF4-FFF2-40B4-BE49-F238E27FC236}">
                      <a16:creationId xmlns:a16="http://schemas.microsoft.com/office/drawing/2014/main" id="{83155B7A-36F3-AAFB-C9C3-8EA12C8F23B0}"/>
                    </a:ext>
                  </a:extLst>
                </p14:cNvPr>
                <p14:cNvContentPartPr/>
                <p14:nvPr/>
              </p14:nvContentPartPr>
              <p14:xfrm>
                <a:off x="11096258" y="5807963"/>
                <a:ext cx="15840" cy="135360"/>
              </p14:xfrm>
            </p:contentPart>
          </mc:Choice>
          <mc:Fallback xmlns="">
            <p:pic>
              <p:nvPicPr>
                <p:cNvPr id="176" name="Ink 175">
                  <a:extLst>
                    <a:ext uri="{FF2B5EF4-FFF2-40B4-BE49-F238E27FC236}">
                      <a16:creationId xmlns:a16="http://schemas.microsoft.com/office/drawing/2014/main" id="{83155B7A-36F3-AAFB-C9C3-8EA12C8F23B0}"/>
                    </a:ext>
                  </a:extLst>
                </p:cNvPr>
                <p:cNvPicPr/>
                <p:nvPr/>
              </p:nvPicPr>
              <p:blipFill>
                <a:blip r:embed="rId236"/>
                <a:stretch>
                  <a:fillRect/>
                </a:stretch>
              </p:blipFill>
              <p:spPr>
                <a:xfrm>
                  <a:off x="11087618" y="5798963"/>
                  <a:ext cx="33480" cy="153000"/>
                </a:xfrm>
                <a:prstGeom prst="rect">
                  <a:avLst/>
                </a:prstGeom>
              </p:spPr>
            </p:pic>
          </mc:Fallback>
        </mc:AlternateContent>
        <mc:AlternateContent xmlns:mc="http://schemas.openxmlformats.org/markup-compatibility/2006" xmlns:p14="http://schemas.microsoft.com/office/powerpoint/2010/main">
          <mc:Choice Requires="p14">
            <p:contentPart p14:bwMode="auto" r:id="rId237">
              <p14:nvContentPartPr>
                <p14:cNvPr id="177" name="Ink 176">
                  <a:extLst>
                    <a:ext uri="{FF2B5EF4-FFF2-40B4-BE49-F238E27FC236}">
                      <a16:creationId xmlns:a16="http://schemas.microsoft.com/office/drawing/2014/main" id="{69433A63-1B01-24D3-652F-FE46281227BA}"/>
                    </a:ext>
                  </a:extLst>
                </p14:cNvPr>
                <p14:cNvContentPartPr/>
                <p14:nvPr/>
              </p14:nvContentPartPr>
              <p14:xfrm>
                <a:off x="11129738" y="6056723"/>
                <a:ext cx="17280" cy="132480"/>
              </p14:xfrm>
            </p:contentPart>
          </mc:Choice>
          <mc:Fallback xmlns="">
            <p:pic>
              <p:nvPicPr>
                <p:cNvPr id="177" name="Ink 176">
                  <a:extLst>
                    <a:ext uri="{FF2B5EF4-FFF2-40B4-BE49-F238E27FC236}">
                      <a16:creationId xmlns:a16="http://schemas.microsoft.com/office/drawing/2014/main" id="{69433A63-1B01-24D3-652F-FE46281227BA}"/>
                    </a:ext>
                  </a:extLst>
                </p:cNvPr>
                <p:cNvPicPr/>
                <p:nvPr/>
              </p:nvPicPr>
              <p:blipFill>
                <a:blip r:embed="rId238"/>
                <a:stretch>
                  <a:fillRect/>
                </a:stretch>
              </p:blipFill>
              <p:spPr>
                <a:xfrm>
                  <a:off x="11120738" y="6047723"/>
                  <a:ext cx="3492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239">
              <p14:nvContentPartPr>
                <p14:cNvPr id="178" name="Ink 177">
                  <a:extLst>
                    <a:ext uri="{FF2B5EF4-FFF2-40B4-BE49-F238E27FC236}">
                      <a16:creationId xmlns:a16="http://schemas.microsoft.com/office/drawing/2014/main" id="{22A0229E-F3AA-36E8-0EEE-E0BCD7B6D326}"/>
                    </a:ext>
                  </a:extLst>
                </p14:cNvPr>
                <p14:cNvContentPartPr/>
                <p14:nvPr/>
              </p14:nvContentPartPr>
              <p14:xfrm>
                <a:off x="11135498" y="6302243"/>
                <a:ext cx="10440" cy="127080"/>
              </p14:xfrm>
            </p:contentPart>
          </mc:Choice>
          <mc:Fallback xmlns="">
            <p:pic>
              <p:nvPicPr>
                <p:cNvPr id="178" name="Ink 177">
                  <a:extLst>
                    <a:ext uri="{FF2B5EF4-FFF2-40B4-BE49-F238E27FC236}">
                      <a16:creationId xmlns:a16="http://schemas.microsoft.com/office/drawing/2014/main" id="{22A0229E-F3AA-36E8-0EEE-E0BCD7B6D326}"/>
                    </a:ext>
                  </a:extLst>
                </p:cNvPr>
                <p:cNvPicPr/>
                <p:nvPr/>
              </p:nvPicPr>
              <p:blipFill>
                <a:blip r:embed="rId240"/>
                <a:stretch>
                  <a:fillRect/>
                </a:stretch>
              </p:blipFill>
              <p:spPr>
                <a:xfrm>
                  <a:off x="11126498" y="6293243"/>
                  <a:ext cx="28080"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241">
              <p14:nvContentPartPr>
                <p14:cNvPr id="179" name="Ink 178">
                  <a:extLst>
                    <a:ext uri="{FF2B5EF4-FFF2-40B4-BE49-F238E27FC236}">
                      <a16:creationId xmlns:a16="http://schemas.microsoft.com/office/drawing/2014/main" id="{1070AD9F-E7D4-1933-4B42-9534D766EB2A}"/>
                    </a:ext>
                  </a:extLst>
                </p14:cNvPr>
                <p14:cNvContentPartPr/>
                <p14:nvPr/>
              </p14:nvContentPartPr>
              <p14:xfrm>
                <a:off x="11123618" y="6505283"/>
                <a:ext cx="360" cy="360"/>
              </p14:xfrm>
            </p:contentPart>
          </mc:Choice>
          <mc:Fallback xmlns="">
            <p:pic>
              <p:nvPicPr>
                <p:cNvPr id="179" name="Ink 178">
                  <a:extLst>
                    <a:ext uri="{FF2B5EF4-FFF2-40B4-BE49-F238E27FC236}">
                      <a16:creationId xmlns:a16="http://schemas.microsoft.com/office/drawing/2014/main" id="{1070AD9F-E7D4-1933-4B42-9534D766EB2A}"/>
                    </a:ext>
                  </a:extLst>
                </p:cNvPr>
                <p:cNvPicPr/>
                <p:nvPr/>
              </p:nvPicPr>
              <p:blipFill>
                <a:blip r:embed="rId195"/>
                <a:stretch>
                  <a:fillRect/>
                </a:stretch>
              </p:blipFill>
              <p:spPr>
                <a:xfrm>
                  <a:off x="11114978" y="649664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80" name="Ink 179">
                  <a:extLst>
                    <a:ext uri="{FF2B5EF4-FFF2-40B4-BE49-F238E27FC236}">
                      <a16:creationId xmlns:a16="http://schemas.microsoft.com/office/drawing/2014/main" id="{7D90A147-000D-893F-6AD8-673F378917C7}"/>
                    </a:ext>
                  </a:extLst>
                </p14:cNvPr>
                <p14:cNvContentPartPr/>
                <p14:nvPr/>
              </p14:nvContentPartPr>
              <p14:xfrm>
                <a:off x="11067098" y="6360203"/>
                <a:ext cx="197280" cy="142200"/>
              </p14:xfrm>
            </p:contentPart>
          </mc:Choice>
          <mc:Fallback xmlns="">
            <p:pic>
              <p:nvPicPr>
                <p:cNvPr id="180" name="Ink 179">
                  <a:extLst>
                    <a:ext uri="{FF2B5EF4-FFF2-40B4-BE49-F238E27FC236}">
                      <a16:creationId xmlns:a16="http://schemas.microsoft.com/office/drawing/2014/main" id="{7D90A147-000D-893F-6AD8-673F378917C7}"/>
                    </a:ext>
                  </a:extLst>
                </p:cNvPr>
                <p:cNvPicPr/>
                <p:nvPr/>
              </p:nvPicPr>
              <p:blipFill>
                <a:blip r:embed="rId243"/>
                <a:stretch>
                  <a:fillRect/>
                </a:stretch>
              </p:blipFill>
              <p:spPr>
                <a:xfrm>
                  <a:off x="11058458" y="6351563"/>
                  <a:ext cx="21492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81" name="Ink 180">
                  <a:extLst>
                    <a:ext uri="{FF2B5EF4-FFF2-40B4-BE49-F238E27FC236}">
                      <a16:creationId xmlns:a16="http://schemas.microsoft.com/office/drawing/2014/main" id="{EFD2C98E-F8BB-A29B-CC5D-4D96C02149D8}"/>
                    </a:ext>
                  </a:extLst>
                </p14:cNvPr>
                <p14:cNvContentPartPr/>
                <p14:nvPr/>
              </p14:nvContentPartPr>
              <p14:xfrm>
                <a:off x="11292818" y="5976803"/>
                <a:ext cx="141480" cy="192960"/>
              </p14:xfrm>
            </p:contentPart>
          </mc:Choice>
          <mc:Fallback xmlns="">
            <p:pic>
              <p:nvPicPr>
                <p:cNvPr id="181" name="Ink 180">
                  <a:extLst>
                    <a:ext uri="{FF2B5EF4-FFF2-40B4-BE49-F238E27FC236}">
                      <a16:creationId xmlns:a16="http://schemas.microsoft.com/office/drawing/2014/main" id="{EFD2C98E-F8BB-A29B-CC5D-4D96C02149D8}"/>
                    </a:ext>
                  </a:extLst>
                </p:cNvPr>
                <p:cNvPicPr/>
                <p:nvPr/>
              </p:nvPicPr>
              <p:blipFill>
                <a:blip r:embed="rId245"/>
                <a:stretch>
                  <a:fillRect/>
                </a:stretch>
              </p:blipFill>
              <p:spPr>
                <a:xfrm>
                  <a:off x="11283818" y="5967803"/>
                  <a:ext cx="159120" cy="21060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82" name="Ink 181">
                  <a:extLst>
                    <a:ext uri="{FF2B5EF4-FFF2-40B4-BE49-F238E27FC236}">
                      <a16:creationId xmlns:a16="http://schemas.microsoft.com/office/drawing/2014/main" id="{EA431C3A-7DCF-585A-0E90-E7187BE287A5}"/>
                    </a:ext>
                  </a:extLst>
                </p14:cNvPr>
                <p14:cNvContentPartPr/>
                <p14:nvPr/>
              </p14:nvContentPartPr>
              <p14:xfrm>
                <a:off x="11312258" y="6057803"/>
                <a:ext cx="75960" cy="3600"/>
              </p14:xfrm>
            </p:contentPart>
          </mc:Choice>
          <mc:Fallback xmlns="">
            <p:pic>
              <p:nvPicPr>
                <p:cNvPr id="182" name="Ink 181">
                  <a:extLst>
                    <a:ext uri="{FF2B5EF4-FFF2-40B4-BE49-F238E27FC236}">
                      <a16:creationId xmlns:a16="http://schemas.microsoft.com/office/drawing/2014/main" id="{EA431C3A-7DCF-585A-0E90-E7187BE287A5}"/>
                    </a:ext>
                  </a:extLst>
                </p:cNvPr>
                <p:cNvPicPr/>
                <p:nvPr/>
              </p:nvPicPr>
              <p:blipFill>
                <a:blip r:embed="rId247"/>
                <a:stretch>
                  <a:fillRect/>
                </a:stretch>
              </p:blipFill>
              <p:spPr>
                <a:xfrm>
                  <a:off x="11303618" y="6048803"/>
                  <a:ext cx="9360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86" name="Ink 185">
                  <a:extLst>
                    <a:ext uri="{FF2B5EF4-FFF2-40B4-BE49-F238E27FC236}">
                      <a16:creationId xmlns:a16="http://schemas.microsoft.com/office/drawing/2014/main" id="{E2EAD3D9-6CB4-B72A-85E0-DA809729A99E}"/>
                    </a:ext>
                  </a:extLst>
                </p14:cNvPr>
                <p14:cNvContentPartPr/>
                <p14:nvPr/>
              </p14:nvContentPartPr>
              <p14:xfrm>
                <a:off x="9508298" y="5607443"/>
                <a:ext cx="185400" cy="2880"/>
              </p14:xfrm>
            </p:contentPart>
          </mc:Choice>
          <mc:Fallback xmlns="">
            <p:pic>
              <p:nvPicPr>
                <p:cNvPr id="186" name="Ink 185">
                  <a:extLst>
                    <a:ext uri="{FF2B5EF4-FFF2-40B4-BE49-F238E27FC236}">
                      <a16:creationId xmlns:a16="http://schemas.microsoft.com/office/drawing/2014/main" id="{E2EAD3D9-6CB4-B72A-85E0-DA809729A99E}"/>
                    </a:ext>
                  </a:extLst>
                </p:cNvPr>
                <p:cNvPicPr/>
                <p:nvPr/>
              </p:nvPicPr>
              <p:blipFill>
                <a:blip r:embed="rId253"/>
                <a:stretch>
                  <a:fillRect/>
                </a:stretch>
              </p:blipFill>
              <p:spPr>
                <a:xfrm>
                  <a:off x="9499658" y="5598443"/>
                  <a:ext cx="20304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87" name="Ink 186">
                  <a:extLst>
                    <a:ext uri="{FF2B5EF4-FFF2-40B4-BE49-F238E27FC236}">
                      <a16:creationId xmlns:a16="http://schemas.microsoft.com/office/drawing/2014/main" id="{AC8BF9FB-4EB3-AF03-C099-44B5BB7D14D9}"/>
                    </a:ext>
                  </a:extLst>
                </p14:cNvPr>
                <p14:cNvContentPartPr/>
                <p14:nvPr/>
              </p14:nvContentPartPr>
              <p14:xfrm>
                <a:off x="10001858" y="5589443"/>
                <a:ext cx="316800" cy="15480"/>
              </p14:xfrm>
            </p:contentPart>
          </mc:Choice>
          <mc:Fallback xmlns="">
            <p:pic>
              <p:nvPicPr>
                <p:cNvPr id="187" name="Ink 186">
                  <a:extLst>
                    <a:ext uri="{FF2B5EF4-FFF2-40B4-BE49-F238E27FC236}">
                      <a16:creationId xmlns:a16="http://schemas.microsoft.com/office/drawing/2014/main" id="{AC8BF9FB-4EB3-AF03-C099-44B5BB7D14D9}"/>
                    </a:ext>
                  </a:extLst>
                </p:cNvPr>
                <p:cNvPicPr/>
                <p:nvPr/>
              </p:nvPicPr>
              <p:blipFill>
                <a:blip r:embed="rId255"/>
                <a:stretch>
                  <a:fillRect/>
                </a:stretch>
              </p:blipFill>
              <p:spPr>
                <a:xfrm>
                  <a:off x="9992858" y="5580443"/>
                  <a:ext cx="33444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88" name="Ink 187">
                  <a:extLst>
                    <a:ext uri="{FF2B5EF4-FFF2-40B4-BE49-F238E27FC236}">
                      <a16:creationId xmlns:a16="http://schemas.microsoft.com/office/drawing/2014/main" id="{EF0C35C4-00BF-3BFD-47EE-AC53A37B1EF0}"/>
                    </a:ext>
                  </a:extLst>
                </p14:cNvPr>
                <p14:cNvContentPartPr/>
                <p14:nvPr/>
              </p14:nvContentPartPr>
              <p14:xfrm>
                <a:off x="10531418" y="5586563"/>
                <a:ext cx="276480" cy="8640"/>
              </p14:xfrm>
            </p:contentPart>
          </mc:Choice>
          <mc:Fallback xmlns="">
            <p:pic>
              <p:nvPicPr>
                <p:cNvPr id="188" name="Ink 187">
                  <a:extLst>
                    <a:ext uri="{FF2B5EF4-FFF2-40B4-BE49-F238E27FC236}">
                      <a16:creationId xmlns:a16="http://schemas.microsoft.com/office/drawing/2014/main" id="{EF0C35C4-00BF-3BFD-47EE-AC53A37B1EF0}"/>
                    </a:ext>
                  </a:extLst>
                </p:cNvPr>
                <p:cNvPicPr/>
                <p:nvPr/>
              </p:nvPicPr>
              <p:blipFill>
                <a:blip r:embed="rId257"/>
                <a:stretch>
                  <a:fillRect/>
                </a:stretch>
              </p:blipFill>
              <p:spPr>
                <a:xfrm>
                  <a:off x="10522778" y="5577563"/>
                  <a:ext cx="29412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89" name="Ink 188">
                  <a:extLst>
                    <a:ext uri="{FF2B5EF4-FFF2-40B4-BE49-F238E27FC236}">
                      <a16:creationId xmlns:a16="http://schemas.microsoft.com/office/drawing/2014/main" id="{5AFFCEEB-EF1C-56AE-AD03-8856B3698BAC}"/>
                    </a:ext>
                  </a:extLst>
                </p14:cNvPr>
                <p14:cNvContentPartPr/>
                <p14:nvPr/>
              </p14:nvContentPartPr>
              <p14:xfrm>
                <a:off x="10967378" y="5591243"/>
                <a:ext cx="182880" cy="6840"/>
              </p14:xfrm>
            </p:contentPart>
          </mc:Choice>
          <mc:Fallback xmlns="">
            <p:pic>
              <p:nvPicPr>
                <p:cNvPr id="189" name="Ink 188">
                  <a:extLst>
                    <a:ext uri="{FF2B5EF4-FFF2-40B4-BE49-F238E27FC236}">
                      <a16:creationId xmlns:a16="http://schemas.microsoft.com/office/drawing/2014/main" id="{5AFFCEEB-EF1C-56AE-AD03-8856B3698BAC}"/>
                    </a:ext>
                  </a:extLst>
                </p:cNvPr>
                <p:cNvPicPr/>
                <p:nvPr/>
              </p:nvPicPr>
              <p:blipFill>
                <a:blip r:embed="rId259"/>
                <a:stretch>
                  <a:fillRect/>
                </a:stretch>
              </p:blipFill>
              <p:spPr>
                <a:xfrm>
                  <a:off x="10958378" y="5582603"/>
                  <a:ext cx="20052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90" name="Ink 189">
                  <a:extLst>
                    <a:ext uri="{FF2B5EF4-FFF2-40B4-BE49-F238E27FC236}">
                      <a16:creationId xmlns:a16="http://schemas.microsoft.com/office/drawing/2014/main" id="{FD83178D-4974-5550-BE9F-2C0191320748}"/>
                    </a:ext>
                  </a:extLst>
                </p14:cNvPr>
                <p14:cNvContentPartPr/>
                <p14:nvPr/>
              </p14:nvContentPartPr>
              <p14:xfrm>
                <a:off x="10950818" y="5555963"/>
                <a:ext cx="124920" cy="165960"/>
              </p14:xfrm>
            </p:contentPart>
          </mc:Choice>
          <mc:Fallback xmlns="">
            <p:pic>
              <p:nvPicPr>
                <p:cNvPr id="190" name="Ink 189">
                  <a:extLst>
                    <a:ext uri="{FF2B5EF4-FFF2-40B4-BE49-F238E27FC236}">
                      <a16:creationId xmlns:a16="http://schemas.microsoft.com/office/drawing/2014/main" id="{FD83178D-4974-5550-BE9F-2C0191320748}"/>
                    </a:ext>
                  </a:extLst>
                </p:cNvPr>
                <p:cNvPicPr/>
                <p:nvPr/>
              </p:nvPicPr>
              <p:blipFill>
                <a:blip r:embed="rId261"/>
                <a:stretch>
                  <a:fillRect/>
                </a:stretch>
              </p:blipFill>
              <p:spPr>
                <a:xfrm>
                  <a:off x="10941818" y="5546963"/>
                  <a:ext cx="142560" cy="18360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93" name="Ink 192">
                  <a:extLst>
                    <a:ext uri="{FF2B5EF4-FFF2-40B4-BE49-F238E27FC236}">
                      <a16:creationId xmlns:a16="http://schemas.microsoft.com/office/drawing/2014/main" id="{5DE094E9-A76E-B334-67BD-F9C0CADF2083}"/>
                    </a:ext>
                  </a:extLst>
                </p14:cNvPr>
                <p14:cNvContentPartPr/>
                <p14:nvPr/>
              </p14:nvContentPartPr>
              <p14:xfrm>
                <a:off x="9898898" y="5355083"/>
                <a:ext cx="137880" cy="196200"/>
              </p14:xfrm>
            </p:contentPart>
          </mc:Choice>
          <mc:Fallback xmlns="">
            <p:pic>
              <p:nvPicPr>
                <p:cNvPr id="193" name="Ink 192">
                  <a:extLst>
                    <a:ext uri="{FF2B5EF4-FFF2-40B4-BE49-F238E27FC236}">
                      <a16:creationId xmlns:a16="http://schemas.microsoft.com/office/drawing/2014/main" id="{5DE094E9-A76E-B334-67BD-F9C0CADF2083}"/>
                    </a:ext>
                  </a:extLst>
                </p:cNvPr>
                <p:cNvPicPr/>
                <p:nvPr/>
              </p:nvPicPr>
              <p:blipFill>
                <a:blip r:embed="rId263"/>
                <a:stretch>
                  <a:fillRect/>
                </a:stretch>
              </p:blipFill>
              <p:spPr>
                <a:xfrm>
                  <a:off x="9889898" y="5346083"/>
                  <a:ext cx="155520" cy="21384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94" name="Ink 193">
                  <a:extLst>
                    <a:ext uri="{FF2B5EF4-FFF2-40B4-BE49-F238E27FC236}">
                      <a16:creationId xmlns:a16="http://schemas.microsoft.com/office/drawing/2014/main" id="{452A6958-4258-7802-1FB3-606C0666C3A9}"/>
                    </a:ext>
                  </a:extLst>
                </p14:cNvPr>
                <p14:cNvContentPartPr/>
                <p14:nvPr/>
              </p14:nvContentPartPr>
              <p14:xfrm>
                <a:off x="9878378" y="5481443"/>
                <a:ext cx="89640" cy="9000"/>
              </p14:xfrm>
            </p:contentPart>
          </mc:Choice>
          <mc:Fallback xmlns="">
            <p:pic>
              <p:nvPicPr>
                <p:cNvPr id="194" name="Ink 193">
                  <a:extLst>
                    <a:ext uri="{FF2B5EF4-FFF2-40B4-BE49-F238E27FC236}">
                      <a16:creationId xmlns:a16="http://schemas.microsoft.com/office/drawing/2014/main" id="{452A6958-4258-7802-1FB3-606C0666C3A9}"/>
                    </a:ext>
                  </a:extLst>
                </p:cNvPr>
                <p:cNvPicPr/>
                <p:nvPr/>
              </p:nvPicPr>
              <p:blipFill>
                <a:blip r:embed="rId265"/>
                <a:stretch>
                  <a:fillRect/>
                </a:stretch>
              </p:blipFill>
              <p:spPr>
                <a:xfrm>
                  <a:off x="9869378" y="5472803"/>
                  <a:ext cx="107280" cy="26640"/>
                </a:xfrm>
                <a:prstGeom prst="rect">
                  <a:avLst/>
                </a:prstGeom>
              </p:spPr>
            </p:pic>
          </mc:Fallback>
        </mc:AlternateContent>
      </p:grpSp>
      <p:grpSp>
        <p:nvGrpSpPr>
          <p:cNvPr id="207" name="Group 206">
            <a:extLst>
              <a:ext uri="{FF2B5EF4-FFF2-40B4-BE49-F238E27FC236}">
                <a16:creationId xmlns:a16="http://schemas.microsoft.com/office/drawing/2014/main" id="{3B935B8B-27F2-6762-2681-1853AFDCBA97}"/>
              </a:ext>
            </a:extLst>
          </p:cNvPr>
          <p:cNvGrpSpPr/>
          <p:nvPr/>
        </p:nvGrpSpPr>
        <p:grpSpPr>
          <a:xfrm>
            <a:off x="8726220" y="3998460"/>
            <a:ext cx="337680" cy="148320"/>
            <a:chOff x="8726220" y="3998460"/>
            <a:chExt cx="337680" cy="148320"/>
          </a:xfrm>
        </p:grpSpPr>
        <mc:AlternateContent xmlns:mc="http://schemas.openxmlformats.org/markup-compatibility/2006" xmlns:p14="http://schemas.microsoft.com/office/powerpoint/2010/main">
          <mc:Choice Requires="p14">
            <p:contentPart p14:bwMode="auto" r:id="rId266">
              <p14:nvContentPartPr>
                <p14:cNvPr id="204" name="Ink 203">
                  <a:extLst>
                    <a:ext uri="{FF2B5EF4-FFF2-40B4-BE49-F238E27FC236}">
                      <a16:creationId xmlns:a16="http://schemas.microsoft.com/office/drawing/2014/main" id="{BAF3EA7C-E09C-316E-2BE2-7BDBD0F8B2BC}"/>
                    </a:ext>
                  </a:extLst>
                </p14:cNvPr>
                <p14:cNvContentPartPr/>
                <p14:nvPr/>
              </p14:nvContentPartPr>
              <p14:xfrm>
                <a:off x="8726220" y="3998460"/>
                <a:ext cx="170640" cy="148320"/>
              </p14:xfrm>
            </p:contentPart>
          </mc:Choice>
          <mc:Fallback xmlns="">
            <p:pic>
              <p:nvPicPr>
                <p:cNvPr id="204" name="Ink 203">
                  <a:extLst>
                    <a:ext uri="{FF2B5EF4-FFF2-40B4-BE49-F238E27FC236}">
                      <a16:creationId xmlns:a16="http://schemas.microsoft.com/office/drawing/2014/main" id="{BAF3EA7C-E09C-316E-2BE2-7BDBD0F8B2BC}"/>
                    </a:ext>
                  </a:extLst>
                </p:cNvPr>
                <p:cNvPicPr/>
                <p:nvPr/>
              </p:nvPicPr>
              <p:blipFill>
                <a:blip r:embed="rId271"/>
                <a:stretch>
                  <a:fillRect/>
                </a:stretch>
              </p:blipFill>
              <p:spPr>
                <a:xfrm>
                  <a:off x="8717220" y="3989820"/>
                  <a:ext cx="18828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205" name="Ink 204">
                  <a:extLst>
                    <a:ext uri="{FF2B5EF4-FFF2-40B4-BE49-F238E27FC236}">
                      <a16:creationId xmlns:a16="http://schemas.microsoft.com/office/drawing/2014/main" id="{65A58291-6B77-F77E-5ED8-D0A3293068F4}"/>
                    </a:ext>
                  </a:extLst>
                </p14:cNvPr>
                <p14:cNvContentPartPr/>
                <p14:nvPr/>
              </p14:nvContentPartPr>
              <p14:xfrm>
                <a:off x="8892900" y="4022220"/>
                <a:ext cx="117360" cy="123840"/>
              </p14:xfrm>
            </p:contentPart>
          </mc:Choice>
          <mc:Fallback xmlns="">
            <p:pic>
              <p:nvPicPr>
                <p:cNvPr id="205" name="Ink 204">
                  <a:extLst>
                    <a:ext uri="{FF2B5EF4-FFF2-40B4-BE49-F238E27FC236}">
                      <a16:creationId xmlns:a16="http://schemas.microsoft.com/office/drawing/2014/main" id="{65A58291-6B77-F77E-5ED8-D0A3293068F4}"/>
                    </a:ext>
                  </a:extLst>
                </p:cNvPr>
                <p:cNvPicPr/>
                <p:nvPr/>
              </p:nvPicPr>
              <p:blipFill>
                <a:blip r:embed="rId273"/>
                <a:stretch>
                  <a:fillRect/>
                </a:stretch>
              </p:blipFill>
              <p:spPr>
                <a:xfrm>
                  <a:off x="8884260" y="4013220"/>
                  <a:ext cx="135000" cy="14148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206" name="Ink 205">
                  <a:extLst>
                    <a:ext uri="{FF2B5EF4-FFF2-40B4-BE49-F238E27FC236}">
                      <a16:creationId xmlns:a16="http://schemas.microsoft.com/office/drawing/2014/main" id="{1E9ABE3F-85AF-0EFE-0658-AD38AC3B77CF}"/>
                    </a:ext>
                  </a:extLst>
                </p14:cNvPr>
                <p14:cNvContentPartPr/>
                <p14:nvPr/>
              </p14:nvContentPartPr>
              <p14:xfrm>
                <a:off x="9045900" y="4012140"/>
                <a:ext cx="18000" cy="57960"/>
              </p14:xfrm>
            </p:contentPart>
          </mc:Choice>
          <mc:Fallback xmlns="">
            <p:pic>
              <p:nvPicPr>
                <p:cNvPr id="206" name="Ink 205">
                  <a:extLst>
                    <a:ext uri="{FF2B5EF4-FFF2-40B4-BE49-F238E27FC236}">
                      <a16:creationId xmlns:a16="http://schemas.microsoft.com/office/drawing/2014/main" id="{1E9ABE3F-85AF-0EFE-0658-AD38AC3B77CF}"/>
                    </a:ext>
                  </a:extLst>
                </p:cNvPr>
                <p:cNvPicPr/>
                <p:nvPr/>
              </p:nvPicPr>
              <p:blipFill>
                <a:blip r:embed="rId275"/>
                <a:stretch>
                  <a:fillRect/>
                </a:stretch>
              </p:blipFill>
              <p:spPr>
                <a:xfrm>
                  <a:off x="9037260" y="4003140"/>
                  <a:ext cx="35640" cy="75600"/>
                </a:xfrm>
                <a:prstGeom prst="rect">
                  <a:avLst/>
                </a:prstGeom>
              </p:spPr>
            </p:pic>
          </mc:Fallback>
        </mc:AlternateContent>
      </p:grpSp>
      <p:grpSp>
        <p:nvGrpSpPr>
          <p:cNvPr id="217" name="Group 216">
            <a:extLst>
              <a:ext uri="{FF2B5EF4-FFF2-40B4-BE49-F238E27FC236}">
                <a16:creationId xmlns:a16="http://schemas.microsoft.com/office/drawing/2014/main" id="{CC371E1F-3D33-BD76-D80E-11FC6D41F560}"/>
              </a:ext>
            </a:extLst>
          </p:cNvPr>
          <p:cNvGrpSpPr/>
          <p:nvPr/>
        </p:nvGrpSpPr>
        <p:grpSpPr>
          <a:xfrm>
            <a:off x="10134540" y="4206540"/>
            <a:ext cx="421200" cy="179640"/>
            <a:chOff x="10134540" y="4206540"/>
            <a:chExt cx="421200" cy="179640"/>
          </a:xfrm>
        </p:grpSpPr>
        <mc:AlternateContent xmlns:mc="http://schemas.openxmlformats.org/markup-compatibility/2006" xmlns:p14="http://schemas.microsoft.com/office/powerpoint/2010/main">
          <mc:Choice Requires="p14">
            <p:contentPart p14:bwMode="auto" r:id="rId276">
              <p14:nvContentPartPr>
                <p14:cNvPr id="208" name="Ink 207">
                  <a:extLst>
                    <a:ext uri="{FF2B5EF4-FFF2-40B4-BE49-F238E27FC236}">
                      <a16:creationId xmlns:a16="http://schemas.microsoft.com/office/drawing/2014/main" id="{A1498F6F-25CE-E01F-7319-BC3E9BB27B79}"/>
                    </a:ext>
                  </a:extLst>
                </p14:cNvPr>
                <p14:cNvContentPartPr/>
                <p14:nvPr/>
              </p14:nvContentPartPr>
              <p14:xfrm>
                <a:off x="10134540" y="4206540"/>
                <a:ext cx="23760" cy="156960"/>
              </p14:xfrm>
            </p:contentPart>
          </mc:Choice>
          <mc:Fallback xmlns="">
            <p:pic>
              <p:nvPicPr>
                <p:cNvPr id="208" name="Ink 207">
                  <a:extLst>
                    <a:ext uri="{FF2B5EF4-FFF2-40B4-BE49-F238E27FC236}">
                      <a16:creationId xmlns:a16="http://schemas.microsoft.com/office/drawing/2014/main" id="{A1498F6F-25CE-E01F-7319-BC3E9BB27B79}"/>
                    </a:ext>
                  </a:extLst>
                </p:cNvPr>
                <p:cNvPicPr/>
                <p:nvPr/>
              </p:nvPicPr>
              <p:blipFill>
                <a:blip r:embed="rId277"/>
                <a:stretch>
                  <a:fillRect/>
                </a:stretch>
              </p:blipFill>
              <p:spPr>
                <a:xfrm>
                  <a:off x="10125540" y="4197900"/>
                  <a:ext cx="4140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209" name="Ink 208">
                  <a:extLst>
                    <a:ext uri="{FF2B5EF4-FFF2-40B4-BE49-F238E27FC236}">
                      <a16:creationId xmlns:a16="http://schemas.microsoft.com/office/drawing/2014/main" id="{0BAD1FD7-FA13-8A87-418C-C8E2E80CD470}"/>
                    </a:ext>
                  </a:extLst>
                </p14:cNvPr>
                <p14:cNvContentPartPr/>
                <p14:nvPr/>
              </p14:nvContentPartPr>
              <p14:xfrm>
                <a:off x="10267020" y="4263420"/>
                <a:ext cx="101520" cy="114840"/>
              </p14:xfrm>
            </p:contentPart>
          </mc:Choice>
          <mc:Fallback xmlns="">
            <p:pic>
              <p:nvPicPr>
                <p:cNvPr id="209" name="Ink 208">
                  <a:extLst>
                    <a:ext uri="{FF2B5EF4-FFF2-40B4-BE49-F238E27FC236}">
                      <a16:creationId xmlns:a16="http://schemas.microsoft.com/office/drawing/2014/main" id="{0BAD1FD7-FA13-8A87-418C-C8E2E80CD470}"/>
                    </a:ext>
                  </a:extLst>
                </p:cNvPr>
                <p:cNvPicPr/>
                <p:nvPr/>
              </p:nvPicPr>
              <p:blipFill>
                <a:blip r:embed="rId279"/>
                <a:stretch>
                  <a:fillRect/>
                </a:stretch>
              </p:blipFill>
              <p:spPr>
                <a:xfrm>
                  <a:off x="10258380" y="4254780"/>
                  <a:ext cx="11916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210" name="Ink 209">
                  <a:extLst>
                    <a:ext uri="{FF2B5EF4-FFF2-40B4-BE49-F238E27FC236}">
                      <a16:creationId xmlns:a16="http://schemas.microsoft.com/office/drawing/2014/main" id="{00F46E2E-339F-B074-7A70-D660DC136DBC}"/>
                    </a:ext>
                  </a:extLst>
                </p14:cNvPr>
                <p14:cNvContentPartPr/>
                <p14:nvPr/>
              </p14:nvContentPartPr>
              <p14:xfrm>
                <a:off x="10375380" y="4295100"/>
                <a:ext cx="101520" cy="91080"/>
              </p14:xfrm>
            </p:contentPart>
          </mc:Choice>
          <mc:Fallback xmlns="">
            <p:pic>
              <p:nvPicPr>
                <p:cNvPr id="210" name="Ink 209">
                  <a:extLst>
                    <a:ext uri="{FF2B5EF4-FFF2-40B4-BE49-F238E27FC236}">
                      <a16:creationId xmlns:a16="http://schemas.microsoft.com/office/drawing/2014/main" id="{00F46E2E-339F-B074-7A70-D660DC136DBC}"/>
                    </a:ext>
                  </a:extLst>
                </p:cNvPr>
                <p:cNvPicPr/>
                <p:nvPr/>
              </p:nvPicPr>
              <p:blipFill>
                <a:blip r:embed="rId281"/>
                <a:stretch>
                  <a:fillRect/>
                </a:stretch>
              </p:blipFill>
              <p:spPr>
                <a:xfrm>
                  <a:off x="10366740" y="4286100"/>
                  <a:ext cx="119160" cy="10872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211" name="Ink 210">
                  <a:extLst>
                    <a:ext uri="{FF2B5EF4-FFF2-40B4-BE49-F238E27FC236}">
                      <a16:creationId xmlns:a16="http://schemas.microsoft.com/office/drawing/2014/main" id="{E9A617A6-4039-B878-5D26-3D91A629E91B}"/>
                    </a:ext>
                  </a:extLst>
                </p14:cNvPr>
                <p14:cNvContentPartPr/>
                <p14:nvPr/>
              </p14:nvContentPartPr>
              <p14:xfrm>
                <a:off x="10522980" y="4243980"/>
                <a:ext cx="32760" cy="42480"/>
              </p14:xfrm>
            </p:contentPart>
          </mc:Choice>
          <mc:Fallback xmlns="">
            <p:pic>
              <p:nvPicPr>
                <p:cNvPr id="211" name="Ink 210">
                  <a:extLst>
                    <a:ext uri="{FF2B5EF4-FFF2-40B4-BE49-F238E27FC236}">
                      <a16:creationId xmlns:a16="http://schemas.microsoft.com/office/drawing/2014/main" id="{E9A617A6-4039-B878-5D26-3D91A629E91B}"/>
                    </a:ext>
                  </a:extLst>
                </p:cNvPr>
                <p:cNvPicPr/>
                <p:nvPr/>
              </p:nvPicPr>
              <p:blipFill>
                <a:blip r:embed="rId283"/>
                <a:stretch>
                  <a:fillRect/>
                </a:stretch>
              </p:blipFill>
              <p:spPr>
                <a:xfrm>
                  <a:off x="10514340" y="4234980"/>
                  <a:ext cx="50400" cy="60120"/>
                </a:xfrm>
                <a:prstGeom prst="rect">
                  <a:avLst/>
                </a:prstGeom>
              </p:spPr>
            </p:pic>
          </mc:Fallback>
        </mc:AlternateContent>
      </p:grpSp>
      <p:grpSp>
        <p:nvGrpSpPr>
          <p:cNvPr id="216" name="Group 215">
            <a:extLst>
              <a:ext uri="{FF2B5EF4-FFF2-40B4-BE49-F238E27FC236}">
                <a16:creationId xmlns:a16="http://schemas.microsoft.com/office/drawing/2014/main" id="{456430BA-E57F-7A4A-3F8C-A82198B20D49}"/>
              </a:ext>
            </a:extLst>
          </p:cNvPr>
          <p:cNvGrpSpPr/>
          <p:nvPr/>
        </p:nvGrpSpPr>
        <p:grpSpPr>
          <a:xfrm>
            <a:off x="9909900" y="5626380"/>
            <a:ext cx="619920" cy="248400"/>
            <a:chOff x="9909900" y="5626380"/>
            <a:chExt cx="619920" cy="248400"/>
          </a:xfrm>
        </p:grpSpPr>
        <mc:AlternateContent xmlns:mc="http://schemas.openxmlformats.org/markup-compatibility/2006" xmlns:p14="http://schemas.microsoft.com/office/powerpoint/2010/main">
          <mc:Choice Requires="p14">
            <p:contentPart p14:bwMode="auto" r:id="rId284">
              <p14:nvContentPartPr>
                <p14:cNvPr id="212" name="Ink 211">
                  <a:extLst>
                    <a:ext uri="{FF2B5EF4-FFF2-40B4-BE49-F238E27FC236}">
                      <a16:creationId xmlns:a16="http://schemas.microsoft.com/office/drawing/2014/main" id="{8AC73A2D-25F3-597C-9F9A-CDCBA4A842D6}"/>
                    </a:ext>
                  </a:extLst>
                </p14:cNvPr>
                <p14:cNvContentPartPr/>
                <p14:nvPr/>
              </p14:nvContentPartPr>
              <p14:xfrm>
                <a:off x="9909900" y="5626380"/>
                <a:ext cx="73440" cy="234000"/>
              </p14:xfrm>
            </p:contentPart>
          </mc:Choice>
          <mc:Fallback xmlns="">
            <p:pic>
              <p:nvPicPr>
                <p:cNvPr id="212" name="Ink 211">
                  <a:extLst>
                    <a:ext uri="{FF2B5EF4-FFF2-40B4-BE49-F238E27FC236}">
                      <a16:creationId xmlns:a16="http://schemas.microsoft.com/office/drawing/2014/main" id="{8AC73A2D-25F3-597C-9F9A-CDCBA4A842D6}"/>
                    </a:ext>
                  </a:extLst>
                </p:cNvPr>
                <p:cNvPicPr/>
                <p:nvPr/>
              </p:nvPicPr>
              <p:blipFill>
                <a:blip r:embed="rId285"/>
                <a:stretch>
                  <a:fillRect/>
                </a:stretch>
              </p:blipFill>
              <p:spPr>
                <a:xfrm>
                  <a:off x="9901260" y="5617380"/>
                  <a:ext cx="91080" cy="25164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213" name="Ink 212">
                  <a:extLst>
                    <a:ext uri="{FF2B5EF4-FFF2-40B4-BE49-F238E27FC236}">
                      <a16:creationId xmlns:a16="http://schemas.microsoft.com/office/drawing/2014/main" id="{0AFA3290-E1E0-5B98-4D81-02460DDDEA04}"/>
                    </a:ext>
                  </a:extLst>
                </p14:cNvPr>
                <p14:cNvContentPartPr/>
                <p14:nvPr/>
              </p14:nvContentPartPr>
              <p14:xfrm>
                <a:off x="10101780" y="5709180"/>
                <a:ext cx="158400" cy="153720"/>
              </p14:xfrm>
            </p:contentPart>
          </mc:Choice>
          <mc:Fallback xmlns="">
            <p:pic>
              <p:nvPicPr>
                <p:cNvPr id="213" name="Ink 212">
                  <a:extLst>
                    <a:ext uri="{FF2B5EF4-FFF2-40B4-BE49-F238E27FC236}">
                      <a16:creationId xmlns:a16="http://schemas.microsoft.com/office/drawing/2014/main" id="{0AFA3290-E1E0-5B98-4D81-02460DDDEA04}"/>
                    </a:ext>
                  </a:extLst>
                </p:cNvPr>
                <p:cNvPicPr/>
                <p:nvPr/>
              </p:nvPicPr>
              <p:blipFill>
                <a:blip r:embed="rId287"/>
                <a:stretch>
                  <a:fillRect/>
                </a:stretch>
              </p:blipFill>
              <p:spPr>
                <a:xfrm>
                  <a:off x="10093140" y="5700540"/>
                  <a:ext cx="176040" cy="17136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214" name="Ink 213">
                  <a:extLst>
                    <a:ext uri="{FF2B5EF4-FFF2-40B4-BE49-F238E27FC236}">
                      <a16:creationId xmlns:a16="http://schemas.microsoft.com/office/drawing/2014/main" id="{15CA2674-1A2A-CFD5-D57E-7D2CDCA725D4}"/>
                    </a:ext>
                  </a:extLst>
                </p14:cNvPr>
                <p14:cNvContentPartPr/>
                <p14:nvPr/>
              </p14:nvContentPartPr>
              <p14:xfrm>
                <a:off x="10281060" y="5731140"/>
                <a:ext cx="149760" cy="143640"/>
              </p14:xfrm>
            </p:contentPart>
          </mc:Choice>
          <mc:Fallback xmlns="">
            <p:pic>
              <p:nvPicPr>
                <p:cNvPr id="214" name="Ink 213">
                  <a:extLst>
                    <a:ext uri="{FF2B5EF4-FFF2-40B4-BE49-F238E27FC236}">
                      <a16:creationId xmlns:a16="http://schemas.microsoft.com/office/drawing/2014/main" id="{15CA2674-1A2A-CFD5-D57E-7D2CDCA725D4}"/>
                    </a:ext>
                  </a:extLst>
                </p:cNvPr>
                <p:cNvPicPr/>
                <p:nvPr/>
              </p:nvPicPr>
              <p:blipFill>
                <a:blip r:embed="rId289"/>
                <a:stretch>
                  <a:fillRect/>
                </a:stretch>
              </p:blipFill>
              <p:spPr>
                <a:xfrm>
                  <a:off x="10272060" y="5722500"/>
                  <a:ext cx="16740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215" name="Ink 214">
                  <a:extLst>
                    <a:ext uri="{FF2B5EF4-FFF2-40B4-BE49-F238E27FC236}">
                      <a16:creationId xmlns:a16="http://schemas.microsoft.com/office/drawing/2014/main" id="{2CA2480C-6035-03BC-C72E-E73B3C80AC8A}"/>
                    </a:ext>
                  </a:extLst>
                </p14:cNvPr>
                <p14:cNvContentPartPr/>
                <p14:nvPr/>
              </p14:nvContentPartPr>
              <p14:xfrm>
                <a:off x="10500660" y="5712780"/>
                <a:ext cx="29160" cy="24840"/>
              </p14:xfrm>
            </p:contentPart>
          </mc:Choice>
          <mc:Fallback xmlns="">
            <p:pic>
              <p:nvPicPr>
                <p:cNvPr id="215" name="Ink 214">
                  <a:extLst>
                    <a:ext uri="{FF2B5EF4-FFF2-40B4-BE49-F238E27FC236}">
                      <a16:creationId xmlns:a16="http://schemas.microsoft.com/office/drawing/2014/main" id="{2CA2480C-6035-03BC-C72E-E73B3C80AC8A}"/>
                    </a:ext>
                  </a:extLst>
                </p:cNvPr>
                <p:cNvPicPr/>
                <p:nvPr/>
              </p:nvPicPr>
              <p:blipFill>
                <a:blip r:embed="rId291"/>
                <a:stretch>
                  <a:fillRect/>
                </a:stretch>
              </p:blipFill>
              <p:spPr>
                <a:xfrm>
                  <a:off x="10491660" y="5704140"/>
                  <a:ext cx="46800" cy="42480"/>
                </a:xfrm>
                <a:prstGeom prst="rect">
                  <a:avLst/>
                </a:prstGeom>
              </p:spPr>
            </p:pic>
          </mc:Fallback>
        </mc:AlternateContent>
      </p:grpSp>
      <p:grpSp>
        <p:nvGrpSpPr>
          <p:cNvPr id="231" name="Group 230">
            <a:extLst>
              <a:ext uri="{FF2B5EF4-FFF2-40B4-BE49-F238E27FC236}">
                <a16:creationId xmlns:a16="http://schemas.microsoft.com/office/drawing/2014/main" id="{D8FC991B-510E-D2A4-5567-9417D38F604E}"/>
              </a:ext>
            </a:extLst>
          </p:cNvPr>
          <p:cNvGrpSpPr/>
          <p:nvPr/>
        </p:nvGrpSpPr>
        <p:grpSpPr>
          <a:xfrm>
            <a:off x="649620" y="2177580"/>
            <a:ext cx="301680" cy="414720"/>
            <a:chOff x="649620" y="2177580"/>
            <a:chExt cx="301680" cy="414720"/>
          </a:xfrm>
        </p:grpSpPr>
        <mc:AlternateContent xmlns:mc="http://schemas.openxmlformats.org/markup-compatibility/2006" xmlns:p14="http://schemas.microsoft.com/office/powerpoint/2010/main">
          <mc:Choice Requires="p14">
            <p:contentPart p14:bwMode="auto" r:id="rId292">
              <p14:nvContentPartPr>
                <p14:cNvPr id="218" name="Ink 217">
                  <a:extLst>
                    <a:ext uri="{FF2B5EF4-FFF2-40B4-BE49-F238E27FC236}">
                      <a16:creationId xmlns:a16="http://schemas.microsoft.com/office/drawing/2014/main" id="{E2D4B833-FED0-FBDB-223C-7F2B925BD990}"/>
                    </a:ext>
                  </a:extLst>
                </p14:cNvPr>
                <p14:cNvContentPartPr/>
                <p14:nvPr/>
              </p14:nvContentPartPr>
              <p14:xfrm>
                <a:off x="662220" y="2197380"/>
                <a:ext cx="5760" cy="140400"/>
              </p14:xfrm>
            </p:contentPart>
          </mc:Choice>
          <mc:Fallback xmlns="">
            <p:pic>
              <p:nvPicPr>
                <p:cNvPr id="218" name="Ink 217">
                  <a:extLst>
                    <a:ext uri="{FF2B5EF4-FFF2-40B4-BE49-F238E27FC236}">
                      <a16:creationId xmlns:a16="http://schemas.microsoft.com/office/drawing/2014/main" id="{E2D4B833-FED0-FBDB-223C-7F2B925BD990}"/>
                    </a:ext>
                  </a:extLst>
                </p:cNvPr>
                <p:cNvPicPr/>
                <p:nvPr/>
              </p:nvPicPr>
              <p:blipFill>
                <a:blip r:embed="rId293"/>
                <a:stretch>
                  <a:fillRect/>
                </a:stretch>
              </p:blipFill>
              <p:spPr>
                <a:xfrm>
                  <a:off x="653580" y="2188380"/>
                  <a:ext cx="2340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219" name="Ink 218">
                  <a:extLst>
                    <a:ext uri="{FF2B5EF4-FFF2-40B4-BE49-F238E27FC236}">
                      <a16:creationId xmlns:a16="http://schemas.microsoft.com/office/drawing/2014/main" id="{A778A7D7-2613-A364-B497-BADBC04390B5}"/>
                    </a:ext>
                  </a:extLst>
                </p14:cNvPr>
                <p14:cNvContentPartPr/>
                <p14:nvPr/>
              </p14:nvContentPartPr>
              <p14:xfrm>
                <a:off x="649620" y="2177580"/>
                <a:ext cx="159480" cy="216720"/>
              </p14:xfrm>
            </p:contentPart>
          </mc:Choice>
          <mc:Fallback xmlns="">
            <p:pic>
              <p:nvPicPr>
                <p:cNvPr id="219" name="Ink 218">
                  <a:extLst>
                    <a:ext uri="{FF2B5EF4-FFF2-40B4-BE49-F238E27FC236}">
                      <a16:creationId xmlns:a16="http://schemas.microsoft.com/office/drawing/2014/main" id="{A778A7D7-2613-A364-B497-BADBC04390B5}"/>
                    </a:ext>
                  </a:extLst>
                </p:cNvPr>
                <p:cNvPicPr/>
                <p:nvPr/>
              </p:nvPicPr>
              <p:blipFill>
                <a:blip r:embed="rId295"/>
                <a:stretch>
                  <a:fillRect/>
                </a:stretch>
              </p:blipFill>
              <p:spPr>
                <a:xfrm>
                  <a:off x="640620" y="2168940"/>
                  <a:ext cx="177120" cy="23436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220" name="Ink 219">
                  <a:extLst>
                    <a:ext uri="{FF2B5EF4-FFF2-40B4-BE49-F238E27FC236}">
                      <a16:creationId xmlns:a16="http://schemas.microsoft.com/office/drawing/2014/main" id="{BF8FCB05-0034-731C-B27F-6C7B36C91D48}"/>
                    </a:ext>
                  </a:extLst>
                </p14:cNvPr>
                <p14:cNvContentPartPr/>
                <p14:nvPr/>
              </p14:nvContentPartPr>
              <p14:xfrm>
                <a:off x="786780" y="2314020"/>
                <a:ext cx="164520" cy="278280"/>
              </p14:xfrm>
            </p:contentPart>
          </mc:Choice>
          <mc:Fallback xmlns="">
            <p:pic>
              <p:nvPicPr>
                <p:cNvPr id="220" name="Ink 219">
                  <a:extLst>
                    <a:ext uri="{FF2B5EF4-FFF2-40B4-BE49-F238E27FC236}">
                      <a16:creationId xmlns:a16="http://schemas.microsoft.com/office/drawing/2014/main" id="{BF8FCB05-0034-731C-B27F-6C7B36C91D48}"/>
                    </a:ext>
                  </a:extLst>
                </p:cNvPr>
                <p:cNvPicPr/>
                <p:nvPr/>
              </p:nvPicPr>
              <p:blipFill>
                <a:blip r:embed="rId297"/>
                <a:stretch>
                  <a:fillRect/>
                </a:stretch>
              </p:blipFill>
              <p:spPr>
                <a:xfrm>
                  <a:off x="778140" y="2305020"/>
                  <a:ext cx="182160" cy="295920"/>
                </a:xfrm>
                <a:prstGeom prst="rect">
                  <a:avLst/>
                </a:prstGeom>
              </p:spPr>
            </p:pic>
          </mc:Fallback>
        </mc:AlternateContent>
      </p:grpSp>
      <p:grpSp>
        <p:nvGrpSpPr>
          <p:cNvPr id="230" name="Group 229">
            <a:extLst>
              <a:ext uri="{FF2B5EF4-FFF2-40B4-BE49-F238E27FC236}">
                <a16:creationId xmlns:a16="http://schemas.microsoft.com/office/drawing/2014/main" id="{69FF4BA3-A0B6-81C0-3395-FF37FE46D387}"/>
              </a:ext>
            </a:extLst>
          </p:cNvPr>
          <p:cNvGrpSpPr/>
          <p:nvPr/>
        </p:nvGrpSpPr>
        <p:grpSpPr>
          <a:xfrm>
            <a:off x="1135260" y="2188740"/>
            <a:ext cx="1379880" cy="212760"/>
            <a:chOff x="1135260" y="2188740"/>
            <a:chExt cx="1379880" cy="212760"/>
          </a:xfrm>
        </p:grpSpPr>
        <mc:AlternateContent xmlns:mc="http://schemas.openxmlformats.org/markup-compatibility/2006" xmlns:p14="http://schemas.microsoft.com/office/powerpoint/2010/main">
          <mc:Choice Requires="p14">
            <p:contentPart p14:bwMode="auto" r:id="rId298">
              <p14:nvContentPartPr>
                <p14:cNvPr id="221" name="Ink 220">
                  <a:extLst>
                    <a:ext uri="{FF2B5EF4-FFF2-40B4-BE49-F238E27FC236}">
                      <a16:creationId xmlns:a16="http://schemas.microsoft.com/office/drawing/2014/main" id="{85D41411-9573-FFB8-22FD-89028F7E34B1}"/>
                    </a:ext>
                  </a:extLst>
                </p14:cNvPr>
                <p14:cNvContentPartPr/>
                <p14:nvPr/>
              </p14:nvContentPartPr>
              <p14:xfrm>
                <a:off x="1135260" y="2213580"/>
                <a:ext cx="133560" cy="175680"/>
              </p14:xfrm>
            </p:contentPart>
          </mc:Choice>
          <mc:Fallback xmlns="">
            <p:pic>
              <p:nvPicPr>
                <p:cNvPr id="221" name="Ink 220">
                  <a:extLst>
                    <a:ext uri="{FF2B5EF4-FFF2-40B4-BE49-F238E27FC236}">
                      <a16:creationId xmlns:a16="http://schemas.microsoft.com/office/drawing/2014/main" id="{85D41411-9573-FFB8-22FD-89028F7E34B1}"/>
                    </a:ext>
                  </a:extLst>
                </p:cNvPr>
                <p:cNvPicPr/>
                <p:nvPr/>
              </p:nvPicPr>
              <p:blipFill>
                <a:blip r:embed="rId299"/>
                <a:stretch>
                  <a:fillRect/>
                </a:stretch>
              </p:blipFill>
              <p:spPr>
                <a:xfrm>
                  <a:off x="1126260" y="2204940"/>
                  <a:ext cx="151200" cy="19332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222" name="Ink 221">
                  <a:extLst>
                    <a:ext uri="{FF2B5EF4-FFF2-40B4-BE49-F238E27FC236}">
                      <a16:creationId xmlns:a16="http://schemas.microsoft.com/office/drawing/2014/main" id="{DEA2DCCB-AA3C-6B95-FAB9-EE8BF6250567}"/>
                    </a:ext>
                  </a:extLst>
                </p14:cNvPr>
                <p14:cNvContentPartPr/>
                <p14:nvPr/>
              </p14:nvContentPartPr>
              <p14:xfrm>
                <a:off x="1302660" y="2188740"/>
                <a:ext cx="482040" cy="212760"/>
              </p14:xfrm>
            </p:contentPart>
          </mc:Choice>
          <mc:Fallback xmlns="">
            <p:pic>
              <p:nvPicPr>
                <p:cNvPr id="222" name="Ink 221">
                  <a:extLst>
                    <a:ext uri="{FF2B5EF4-FFF2-40B4-BE49-F238E27FC236}">
                      <a16:creationId xmlns:a16="http://schemas.microsoft.com/office/drawing/2014/main" id="{DEA2DCCB-AA3C-6B95-FAB9-EE8BF6250567}"/>
                    </a:ext>
                  </a:extLst>
                </p:cNvPr>
                <p:cNvPicPr/>
                <p:nvPr/>
              </p:nvPicPr>
              <p:blipFill>
                <a:blip r:embed="rId301"/>
                <a:stretch>
                  <a:fillRect/>
                </a:stretch>
              </p:blipFill>
              <p:spPr>
                <a:xfrm>
                  <a:off x="1294020" y="2179740"/>
                  <a:ext cx="499680" cy="230400"/>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223" name="Ink 222">
                  <a:extLst>
                    <a:ext uri="{FF2B5EF4-FFF2-40B4-BE49-F238E27FC236}">
                      <a16:creationId xmlns:a16="http://schemas.microsoft.com/office/drawing/2014/main" id="{2629998D-CFF5-7A47-4348-CC4D99C40545}"/>
                    </a:ext>
                  </a:extLst>
                </p14:cNvPr>
                <p14:cNvContentPartPr/>
                <p14:nvPr/>
              </p14:nvContentPartPr>
              <p14:xfrm>
                <a:off x="1684620" y="2285220"/>
                <a:ext cx="578160" cy="99720"/>
              </p14:xfrm>
            </p:contentPart>
          </mc:Choice>
          <mc:Fallback xmlns="">
            <p:pic>
              <p:nvPicPr>
                <p:cNvPr id="223" name="Ink 222">
                  <a:extLst>
                    <a:ext uri="{FF2B5EF4-FFF2-40B4-BE49-F238E27FC236}">
                      <a16:creationId xmlns:a16="http://schemas.microsoft.com/office/drawing/2014/main" id="{2629998D-CFF5-7A47-4348-CC4D99C40545}"/>
                    </a:ext>
                  </a:extLst>
                </p:cNvPr>
                <p:cNvPicPr/>
                <p:nvPr/>
              </p:nvPicPr>
              <p:blipFill>
                <a:blip r:embed="rId303"/>
                <a:stretch>
                  <a:fillRect/>
                </a:stretch>
              </p:blipFill>
              <p:spPr>
                <a:xfrm>
                  <a:off x="1675980" y="2276220"/>
                  <a:ext cx="59580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224" name="Ink 223">
                  <a:extLst>
                    <a:ext uri="{FF2B5EF4-FFF2-40B4-BE49-F238E27FC236}">
                      <a16:creationId xmlns:a16="http://schemas.microsoft.com/office/drawing/2014/main" id="{47D1C2A5-1E29-BBBD-8ED2-58BBEB9D4405}"/>
                    </a:ext>
                  </a:extLst>
                </p14:cNvPr>
                <p14:cNvContentPartPr/>
                <p14:nvPr/>
              </p14:nvContentPartPr>
              <p14:xfrm>
                <a:off x="2305260" y="2279100"/>
                <a:ext cx="17280" cy="37800"/>
              </p14:xfrm>
            </p:contentPart>
          </mc:Choice>
          <mc:Fallback xmlns="">
            <p:pic>
              <p:nvPicPr>
                <p:cNvPr id="224" name="Ink 223">
                  <a:extLst>
                    <a:ext uri="{FF2B5EF4-FFF2-40B4-BE49-F238E27FC236}">
                      <a16:creationId xmlns:a16="http://schemas.microsoft.com/office/drawing/2014/main" id="{47D1C2A5-1E29-BBBD-8ED2-58BBEB9D4405}"/>
                    </a:ext>
                  </a:extLst>
                </p:cNvPr>
                <p:cNvPicPr/>
                <p:nvPr/>
              </p:nvPicPr>
              <p:blipFill>
                <a:blip r:embed="rId305"/>
                <a:stretch>
                  <a:fillRect/>
                </a:stretch>
              </p:blipFill>
              <p:spPr>
                <a:xfrm>
                  <a:off x="2296260" y="2270460"/>
                  <a:ext cx="3492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306">
              <p14:nvContentPartPr>
                <p14:cNvPr id="225" name="Ink 224">
                  <a:extLst>
                    <a:ext uri="{FF2B5EF4-FFF2-40B4-BE49-F238E27FC236}">
                      <a16:creationId xmlns:a16="http://schemas.microsoft.com/office/drawing/2014/main" id="{FB350034-A3C5-1556-3B2C-95151EACB946}"/>
                    </a:ext>
                  </a:extLst>
                </p14:cNvPr>
                <p14:cNvContentPartPr/>
                <p14:nvPr/>
              </p14:nvContentPartPr>
              <p14:xfrm>
                <a:off x="2418300" y="2279820"/>
                <a:ext cx="96840" cy="114120"/>
              </p14:xfrm>
            </p:contentPart>
          </mc:Choice>
          <mc:Fallback xmlns="">
            <p:pic>
              <p:nvPicPr>
                <p:cNvPr id="225" name="Ink 224">
                  <a:extLst>
                    <a:ext uri="{FF2B5EF4-FFF2-40B4-BE49-F238E27FC236}">
                      <a16:creationId xmlns:a16="http://schemas.microsoft.com/office/drawing/2014/main" id="{FB350034-A3C5-1556-3B2C-95151EACB946}"/>
                    </a:ext>
                  </a:extLst>
                </p:cNvPr>
                <p:cNvPicPr/>
                <p:nvPr/>
              </p:nvPicPr>
              <p:blipFill>
                <a:blip r:embed="rId307"/>
                <a:stretch>
                  <a:fillRect/>
                </a:stretch>
              </p:blipFill>
              <p:spPr>
                <a:xfrm>
                  <a:off x="2409300" y="2271180"/>
                  <a:ext cx="114480" cy="131760"/>
                </a:xfrm>
                <a:prstGeom prst="rect">
                  <a:avLst/>
                </a:prstGeom>
              </p:spPr>
            </p:pic>
          </mc:Fallback>
        </mc:AlternateContent>
      </p:grpSp>
      <p:grpSp>
        <p:nvGrpSpPr>
          <p:cNvPr id="229" name="Group 228">
            <a:extLst>
              <a:ext uri="{FF2B5EF4-FFF2-40B4-BE49-F238E27FC236}">
                <a16:creationId xmlns:a16="http://schemas.microsoft.com/office/drawing/2014/main" id="{9A66923A-2A66-285C-EF42-19493F768209}"/>
              </a:ext>
            </a:extLst>
          </p:cNvPr>
          <p:cNvGrpSpPr/>
          <p:nvPr/>
        </p:nvGrpSpPr>
        <p:grpSpPr>
          <a:xfrm>
            <a:off x="2758860" y="2111700"/>
            <a:ext cx="604800" cy="257040"/>
            <a:chOff x="2758860" y="2111700"/>
            <a:chExt cx="604800" cy="257040"/>
          </a:xfrm>
        </p:grpSpPr>
        <mc:AlternateContent xmlns:mc="http://schemas.openxmlformats.org/markup-compatibility/2006" xmlns:p14="http://schemas.microsoft.com/office/powerpoint/2010/main">
          <mc:Choice Requires="p14">
            <p:contentPart p14:bwMode="auto" r:id="rId308">
              <p14:nvContentPartPr>
                <p14:cNvPr id="226" name="Ink 225">
                  <a:extLst>
                    <a:ext uri="{FF2B5EF4-FFF2-40B4-BE49-F238E27FC236}">
                      <a16:creationId xmlns:a16="http://schemas.microsoft.com/office/drawing/2014/main" id="{65744141-881F-DAC5-FA4B-309090D9C247}"/>
                    </a:ext>
                  </a:extLst>
                </p14:cNvPr>
                <p14:cNvContentPartPr/>
                <p14:nvPr/>
              </p14:nvContentPartPr>
              <p14:xfrm>
                <a:off x="2758860" y="2229060"/>
                <a:ext cx="138240" cy="139680"/>
              </p14:xfrm>
            </p:contentPart>
          </mc:Choice>
          <mc:Fallback xmlns="">
            <p:pic>
              <p:nvPicPr>
                <p:cNvPr id="226" name="Ink 225">
                  <a:extLst>
                    <a:ext uri="{FF2B5EF4-FFF2-40B4-BE49-F238E27FC236}">
                      <a16:creationId xmlns:a16="http://schemas.microsoft.com/office/drawing/2014/main" id="{65744141-881F-DAC5-FA4B-309090D9C247}"/>
                    </a:ext>
                  </a:extLst>
                </p:cNvPr>
                <p:cNvPicPr/>
                <p:nvPr/>
              </p:nvPicPr>
              <p:blipFill>
                <a:blip r:embed="rId309"/>
                <a:stretch>
                  <a:fillRect/>
                </a:stretch>
              </p:blipFill>
              <p:spPr>
                <a:xfrm>
                  <a:off x="2749860" y="2220420"/>
                  <a:ext cx="15588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310">
              <p14:nvContentPartPr>
                <p14:cNvPr id="227" name="Ink 226">
                  <a:extLst>
                    <a:ext uri="{FF2B5EF4-FFF2-40B4-BE49-F238E27FC236}">
                      <a16:creationId xmlns:a16="http://schemas.microsoft.com/office/drawing/2014/main" id="{F4B0DBF8-FA76-F784-29D2-2445E9FF482A}"/>
                    </a:ext>
                  </a:extLst>
                </p14:cNvPr>
                <p14:cNvContentPartPr/>
                <p14:nvPr/>
              </p14:nvContentPartPr>
              <p14:xfrm>
                <a:off x="2997540" y="2196300"/>
                <a:ext cx="149040" cy="106200"/>
              </p14:xfrm>
            </p:contentPart>
          </mc:Choice>
          <mc:Fallback xmlns="">
            <p:pic>
              <p:nvPicPr>
                <p:cNvPr id="227" name="Ink 226">
                  <a:extLst>
                    <a:ext uri="{FF2B5EF4-FFF2-40B4-BE49-F238E27FC236}">
                      <a16:creationId xmlns:a16="http://schemas.microsoft.com/office/drawing/2014/main" id="{F4B0DBF8-FA76-F784-29D2-2445E9FF482A}"/>
                    </a:ext>
                  </a:extLst>
                </p:cNvPr>
                <p:cNvPicPr/>
                <p:nvPr/>
              </p:nvPicPr>
              <p:blipFill>
                <a:blip r:embed="rId311"/>
                <a:stretch>
                  <a:fillRect/>
                </a:stretch>
              </p:blipFill>
              <p:spPr>
                <a:xfrm>
                  <a:off x="2988900" y="2187660"/>
                  <a:ext cx="16668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228" name="Ink 227">
                  <a:extLst>
                    <a:ext uri="{FF2B5EF4-FFF2-40B4-BE49-F238E27FC236}">
                      <a16:creationId xmlns:a16="http://schemas.microsoft.com/office/drawing/2014/main" id="{FD6DD138-1109-B7AF-93B5-E6D869646FFA}"/>
                    </a:ext>
                  </a:extLst>
                </p14:cNvPr>
                <p14:cNvContentPartPr/>
                <p14:nvPr/>
              </p14:nvContentPartPr>
              <p14:xfrm>
                <a:off x="3185820" y="2111700"/>
                <a:ext cx="177840" cy="177480"/>
              </p14:xfrm>
            </p:contentPart>
          </mc:Choice>
          <mc:Fallback xmlns="">
            <p:pic>
              <p:nvPicPr>
                <p:cNvPr id="228" name="Ink 227">
                  <a:extLst>
                    <a:ext uri="{FF2B5EF4-FFF2-40B4-BE49-F238E27FC236}">
                      <a16:creationId xmlns:a16="http://schemas.microsoft.com/office/drawing/2014/main" id="{FD6DD138-1109-B7AF-93B5-E6D869646FFA}"/>
                    </a:ext>
                  </a:extLst>
                </p:cNvPr>
                <p:cNvPicPr/>
                <p:nvPr/>
              </p:nvPicPr>
              <p:blipFill>
                <a:blip r:embed="rId313"/>
                <a:stretch>
                  <a:fillRect/>
                </a:stretch>
              </p:blipFill>
              <p:spPr>
                <a:xfrm>
                  <a:off x="3176820" y="2103060"/>
                  <a:ext cx="195480" cy="195120"/>
                </a:xfrm>
                <a:prstGeom prst="rect">
                  <a:avLst/>
                </a:prstGeom>
              </p:spPr>
            </p:pic>
          </mc:Fallback>
        </mc:AlternateContent>
      </p:grpSp>
      <p:grpSp>
        <p:nvGrpSpPr>
          <p:cNvPr id="236" name="Group 235">
            <a:extLst>
              <a:ext uri="{FF2B5EF4-FFF2-40B4-BE49-F238E27FC236}">
                <a16:creationId xmlns:a16="http://schemas.microsoft.com/office/drawing/2014/main" id="{873212D9-31F6-2042-CDE3-684B4465BCA9}"/>
              </a:ext>
            </a:extLst>
          </p:cNvPr>
          <p:cNvGrpSpPr/>
          <p:nvPr/>
        </p:nvGrpSpPr>
        <p:grpSpPr>
          <a:xfrm>
            <a:off x="3621060" y="2151660"/>
            <a:ext cx="840600" cy="216360"/>
            <a:chOff x="3621060" y="2151660"/>
            <a:chExt cx="840600" cy="216360"/>
          </a:xfrm>
        </p:grpSpPr>
        <mc:AlternateContent xmlns:mc="http://schemas.openxmlformats.org/markup-compatibility/2006" xmlns:p14="http://schemas.microsoft.com/office/powerpoint/2010/main">
          <mc:Choice Requires="p14">
            <p:contentPart p14:bwMode="auto" r:id="rId314">
              <p14:nvContentPartPr>
                <p14:cNvPr id="232" name="Ink 231">
                  <a:extLst>
                    <a:ext uri="{FF2B5EF4-FFF2-40B4-BE49-F238E27FC236}">
                      <a16:creationId xmlns:a16="http://schemas.microsoft.com/office/drawing/2014/main" id="{C72638F7-F50A-5609-D7A8-02ECBA0C7CCE}"/>
                    </a:ext>
                  </a:extLst>
                </p14:cNvPr>
                <p14:cNvContentPartPr/>
                <p14:nvPr/>
              </p14:nvContentPartPr>
              <p14:xfrm>
                <a:off x="3621060" y="2156700"/>
                <a:ext cx="200520" cy="182880"/>
              </p14:xfrm>
            </p:contentPart>
          </mc:Choice>
          <mc:Fallback xmlns="">
            <p:pic>
              <p:nvPicPr>
                <p:cNvPr id="232" name="Ink 231">
                  <a:extLst>
                    <a:ext uri="{FF2B5EF4-FFF2-40B4-BE49-F238E27FC236}">
                      <a16:creationId xmlns:a16="http://schemas.microsoft.com/office/drawing/2014/main" id="{C72638F7-F50A-5609-D7A8-02ECBA0C7CCE}"/>
                    </a:ext>
                  </a:extLst>
                </p:cNvPr>
                <p:cNvPicPr/>
                <p:nvPr/>
              </p:nvPicPr>
              <p:blipFill>
                <a:blip r:embed="rId315"/>
                <a:stretch>
                  <a:fillRect/>
                </a:stretch>
              </p:blipFill>
              <p:spPr>
                <a:xfrm>
                  <a:off x="3612060" y="2147700"/>
                  <a:ext cx="218160" cy="200520"/>
                </a:xfrm>
                <a:prstGeom prst="rect">
                  <a:avLst/>
                </a:prstGeom>
              </p:spPr>
            </p:pic>
          </mc:Fallback>
        </mc:AlternateContent>
        <mc:AlternateContent xmlns:mc="http://schemas.openxmlformats.org/markup-compatibility/2006" xmlns:p14="http://schemas.microsoft.com/office/powerpoint/2010/main">
          <mc:Choice Requires="p14">
            <p:contentPart p14:bwMode="auto" r:id="rId316">
              <p14:nvContentPartPr>
                <p14:cNvPr id="233" name="Ink 232">
                  <a:extLst>
                    <a:ext uri="{FF2B5EF4-FFF2-40B4-BE49-F238E27FC236}">
                      <a16:creationId xmlns:a16="http://schemas.microsoft.com/office/drawing/2014/main" id="{CAEFD1D3-1EAD-DB8C-E81F-D951EE39A242}"/>
                    </a:ext>
                  </a:extLst>
                </p14:cNvPr>
                <p14:cNvContentPartPr/>
                <p14:nvPr/>
              </p14:nvContentPartPr>
              <p14:xfrm>
                <a:off x="3807540" y="2217900"/>
                <a:ext cx="158400" cy="106560"/>
              </p14:xfrm>
            </p:contentPart>
          </mc:Choice>
          <mc:Fallback xmlns="">
            <p:pic>
              <p:nvPicPr>
                <p:cNvPr id="233" name="Ink 232">
                  <a:extLst>
                    <a:ext uri="{FF2B5EF4-FFF2-40B4-BE49-F238E27FC236}">
                      <a16:creationId xmlns:a16="http://schemas.microsoft.com/office/drawing/2014/main" id="{CAEFD1D3-1EAD-DB8C-E81F-D951EE39A242}"/>
                    </a:ext>
                  </a:extLst>
                </p:cNvPr>
                <p:cNvPicPr/>
                <p:nvPr/>
              </p:nvPicPr>
              <p:blipFill>
                <a:blip r:embed="rId317"/>
                <a:stretch>
                  <a:fillRect/>
                </a:stretch>
              </p:blipFill>
              <p:spPr>
                <a:xfrm>
                  <a:off x="3798540" y="2209260"/>
                  <a:ext cx="17604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318">
              <p14:nvContentPartPr>
                <p14:cNvPr id="234" name="Ink 233">
                  <a:extLst>
                    <a:ext uri="{FF2B5EF4-FFF2-40B4-BE49-F238E27FC236}">
                      <a16:creationId xmlns:a16="http://schemas.microsoft.com/office/drawing/2014/main" id="{04B4FA99-8F2F-1C28-2F12-35EF924B5729}"/>
                    </a:ext>
                  </a:extLst>
                </p14:cNvPr>
                <p14:cNvContentPartPr/>
                <p14:nvPr/>
              </p14:nvContentPartPr>
              <p14:xfrm>
                <a:off x="4039380" y="2151660"/>
                <a:ext cx="339480" cy="168840"/>
              </p14:xfrm>
            </p:contentPart>
          </mc:Choice>
          <mc:Fallback xmlns="">
            <p:pic>
              <p:nvPicPr>
                <p:cNvPr id="234" name="Ink 233">
                  <a:extLst>
                    <a:ext uri="{FF2B5EF4-FFF2-40B4-BE49-F238E27FC236}">
                      <a16:creationId xmlns:a16="http://schemas.microsoft.com/office/drawing/2014/main" id="{04B4FA99-8F2F-1C28-2F12-35EF924B5729}"/>
                    </a:ext>
                  </a:extLst>
                </p:cNvPr>
                <p:cNvPicPr/>
                <p:nvPr/>
              </p:nvPicPr>
              <p:blipFill>
                <a:blip r:embed="rId319"/>
                <a:stretch>
                  <a:fillRect/>
                </a:stretch>
              </p:blipFill>
              <p:spPr>
                <a:xfrm>
                  <a:off x="4030380" y="2142660"/>
                  <a:ext cx="35712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320">
              <p14:nvContentPartPr>
                <p14:cNvPr id="235" name="Ink 234">
                  <a:extLst>
                    <a:ext uri="{FF2B5EF4-FFF2-40B4-BE49-F238E27FC236}">
                      <a16:creationId xmlns:a16="http://schemas.microsoft.com/office/drawing/2014/main" id="{52EAABCD-F6D5-AEF9-6996-6DEB6ACA6F41}"/>
                    </a:ext>
                  </a:extLst>
                </p14:cNvPr>
                <p14:cNvContentPartPr/>
                <p14:nvPr/>
              </p14:nvContentPartPr>
              <p14:xfrm>
                <a:off x="4442220" y="2280900"/>
                <a:ext cx="19440" cy="87120"/>
              </p14:xfrm>
            </p:contentPart>
          </mc:Choice>
          <mc:Fallback xmlns="">
            <p:pic>
              <p:nvPicPr>
                <p:cNvPr id="235" name="Ink 234">
                  <a:extLst>
                    <a:ext uri="{FF2B5EF4-FFF2-40B4-BE49-F238E27FC236}">
                      <a16:creationId xmlns:a16="http://schemas.microsoft.com/office/drawing/2014/main" id="{52EAABCD-F6D5-AEF9-6996-6DEB6ACA6F41}"/>
                    </a:ext>
                  </a:extLst>
                </p:cNvPr>
                <p:cNvPicPr/>
                <p:nvPr/>
              </p:nvPicPr>
              <p:blipFill>
                <a:blip r:embed="rId321"/>
                <a:stretch>
                  <a:fillRect/>
                </a:stretch>
              </p:blipFill>
              <p:spPr>
                <a:xfrm>
                  <a:off x="4433220" y="2271900"/>
                  <a:ext cx="37080" cy="104760"/>
                </a:xfrm>
                <a:prstGeom prst="rect">
                  <a:avLst/>
                </a:prstGeom>
              </p:spPr>
            </p:pic>
          </mc:Fallback>
        </mc:AlternateContent>
      </p:grpSp>
      <p:grpSp>
        <p:nvGrpSpPr>
          <p:cNvPr id="251" name="Group 250">
            <a:extLst>
              <a:ext uri="{FF2B5EF4-FFF2-40B4-BE49-F238E27FC236}">
                <a16:creationId xmlns:a16="http://schemas.microsoft.com/office/drawing/2014/main" id="{73F4B34E-8C8B-5775-2C38-5CB7D26F7182}"/>
              </a:ext>
            </a:extLst>
          </p:cNvPr>
          <p:cNvGrpSpPr/>
          <p:nvPr/>
        </p:nvGrpSpPr>
        <p:grpSpPr>
          <a:xfrm>
            <a:off x="2154420" y="2568900"/>
            <a:ext cx="626040" cy="303480"/>
            <a:chOff x="2154420" y="2568900"/>
            <a:chExt cx="626040" cy="303480"/>
          </a:xfrm>
        </p:grpSpPr>
        <mc:AlternateContent xmlns:mc="http://schemas.openxmlformats.org/markup-compatibility/2006" xmlns:p14="http://schemas.microsoft.com/office/powerpoint/2010/main">
          <mc:Choice Requires="p14">
            <p:contentPart p14:bwMode="auto" r:id="rId322">
              <p14:nvContentPartPr>
                <p14:cNvPr id="237" name="Ink 236">
                  <a:extLst>
                    <a:ext uri="{FF2B5EF4-FFF2-40B4-BE49-F238E27FC236}">
                      <a16:creationId xmlns:a16="http://schemas.microsoft.com/office/drawing/2014/main" id="{46F6F141-A0B6-6CAD-5AAC-BC16A8BFEB03}"/>
                    </a:ext>
                  </a:extLst>
                </p14:cNvPr>
                <p14:cNvContentPartPr/>
                <p14:nvPr/>
              </p14:nvContentPartPr>
              <p14:xfrm>
                <a:off x="2199060" y="2580420"/>
                <a:ext cx="214560" cy="8280"/>
              </p14:xfrm>
            </p:contentPart>
          </mc:Choice>
          <mc:Fallback xmlns="">
            <p:pic>
              <p:nvPicPr>
                <p:cNvPr id="237" name="Ink 236">
                  <a:extLst>
                    <a:ext uri="{FF2B5EF4-FFF2-40B4-BE49-F238E27FC236}">
                      <a16:creationId xmlns:a16="http://schemas.microsoft.com/office/drawing/2014/main" id="{46F6F141-A0B6-6CAD-5AAC-BC16A8BFEB03}"/>
                    </a:ext>
                  </a:extLst>
                </p:cNvPr>
                <p:cNvPicPr/>
                <p:nvPr/>
              </p:nvPicPr>
              <p:blipFill>
                <a:blip r:embed="rId323"/>
                <a:stretch>
                  <a:fillRect/>
                </a:stretch>
              </p:blipFill>
              <p:spPr>
                <a:xfrm>
                  <a:off x="2190060" y="2571420"/>
                  <a:ext cx="23220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324">
              <p14:nvContentPartPr>
                <p14:cNvPr id="238" name="Ink 237">
                  <a:extLst>
                    <a:ext uri="{FF2B5EF4-FFF2-40B4-BE49-F238E27FC236}">
                      <a16:creationId xmlns:a16="http://schemas.microsoft.com/office/drawing/2014/main" id="{066930A6-52D6-084A-1246-861CD0B97964}"/>
                    </a:ext>
                  </a:extLst>
                </p14:cNvPr>
                <p14:cNvContentPartPr/>
                <p14:nvPr/>
              </p14:nvContentPartPr>
              <p14:xfrm>
                <a:off x="2154420" y="2613180"/>
                <a:ext cx="238320" cy="195120"/>
              </p14:xfrm>
            </p:contentPart>
          </mc:Choice>
          <mc:Fallback xmlns="">
            <p:pic>
              <p:nvPicPr>
                <p:cNvPr id="238" name="Ink 237">
                  <a:extLst>
                    <a:ext uri="{FF2B5EF4-FFF2-40B4-BE49-F238E27FC236}">
                      <a16:creationId xmlns:a16="http://schemas.microsoft.com/office/drawing/2014/main" id="{066930A6-52D6-084A-1246-861CD0B97964}"/>
                    </a:ext>
                  </a:extLst>
                </p:cNvPr>
                <p:cNvPicPr/>
                <p:nvPr/>
              </p:nvPicPr>
              <p:blipFill>
                <a:blip r:embed="rId325"/>
                <a:stretch>
                  <a:fillRect/>
                </a:stretch>
              </p:blipFill>
              <p:spPr>
                <a:xfrm>
                  <a:off x="2145780" y="2604540"/>
                  <a:ext cx="255960" cy="212760"/>
                </a:xfrm>
                <a:prstGeom prst="rect">
                  <a:avLst/>
                </a:prstGeom>
              </p:spPr>
            </p:pic>
          </mc:Fallback>
        </mc:AlternateContent>
        <mc:AlternateContent xmlns:mc="http://schemas.openxmlformats.org/markup-compatibility/2006" xmlns:p14="http://schemas.microsoft.com/office/powerpoint/2010/main">
          <mc:Choice Requires="p14">
            <p:contentPart p14:bwMode="auto" r:id="rId326">
              <p14:nvContentPartPr>
                <p14:cNvPr id="239" name="Ink 238">
                  <a:extLst>
                    <a:ext uri="{FF2B5EF4-FFF2-40B4-BE49-F238E27FC236}">
                      <a16:creationId xmlns:a16="http://schemas.microsoft.com/office/drawing/2014/main" id="{D9171E53-2808-13CE-D5EF-78B5D70FA88F}"/>
                    </a:ext>
                  </a:extLst>
                </p14:cNvPr>
                <p14:cNvContentPartPr/>
                <p14:nvPr/>
              </p14:nvContentPartPr>
              <p14:xfrm>
                <a:off x="2508300" y="2586900"/>
                <a:ext cx="24480" cy="206640"/>
              </p14:xfrm>
            </p:contentPart>
          </mc:Choice>
          <mc:Fallback xmlns="">
            <p:pic>
              <p:nvPicPr>
                <p:cNvPr id="239" name="Ink 238">
                  <a:extLst>
                    <a:ext uri="{FF2B5EF4-FFF2-40B4-BE49-F238E27FC236}">
                      <a16:creationId xmlns:a16="http://schemas.microsoft.com/office/drawing/2014/main" id="{D9171E53-2808-13CE-D5EF-78B5D70FA88F}"/>
                    </a:ext>
                  </a:extLst>
                </p:cNvPr>
                <p:cNvPicPr/>
                <p:nvPr/>
              </p:nvPicPr>
              <p:blipFill>
                <a:blip r:embed="rId327"/>
                <a:stretch>
                  <a:fillRect/>
                </a:stretch>
              </p:blipFill>
              <p:spPr>
                <a:xfrm>
                  <a:off x="2499300" y="2577900"/>
                  <a:ext cx="42120" cy="224280"/>
                </a:xfrm>
                <a:prstGeom prst="rect">
                  <a:avLst/>
                </a:prstGeom>
              </p:spPr>
            </p:pic>
          </mc:Fallback>
        </mc:AlternateContent>
        <mc:AlternateContent xmlns:mc="http://schemas.openxmlformats.org/markup-compatibility/2006" xmlns:p14="http://schemas.microsoft.com/office/powerpoint/2010/main">
          <mc:Choice Requires="p14">
            <p:contentPart p14:bwMode="auto" r:id="rId328">
              <p14:nvContentPartPr>
                <p14:cNvPr id="240" name="Ink 239">
                  <a:extLst>
                    <a:ext uri="{FF2B5EF4-FFF2-40B4-BE49-F238E27FC236}">
                      <a16:creationId xmlns:a16="http://schemas.microsoft.com/office/drawing/2014/main" id="{0008AC9E-576A-D06F-A3DA-74A21F573306}"/>
                    </a:ext>
                  </a:extLst>
                </p14:cNvPr>
                <p14:cNvContentPartPr/>
                <p14:nvPr/>
              </p14:nvContentPartPr>
              <p14:xfrm>
                <a:off x="2507220" y="2568900"/>
                <a:ext cx="159120" cy="20520"/>
              </p14:xfrm>
            </p:contentPart>
          </mc:Choice>
          <mc:Fallback xmlns="">
            <p:pic>
              <p:nvPicPr>
                <p:cNvPr id="240" name="Ink 239">
                  <a:extLst>
                    <a:ext uri="{FF2B5EF4-FFF2-40B4-BE49-F238E27FC236}">
                      <a16:creationId xmlns:a16="http://schemas.microsoft.com/office/drawing/2014/main" id="{0008AC9E-576A-D06F-A3DA-74A21F573306}"/>
                    </a:ext>
                  </a:extLst>
                </p:cNvPr>
                <p:cNvPicPr/>
                <p:nvPr/>
              </p:nvPicPr>
              <p:blipFill>
                <a:blip r:embed="rId329"/>
                <a:stretch>
                  <a:fillRect/>
                </a:stretch>
              </p:blipFill>
              <p:spPr>
                <a:xfrm>
                  <a:off x="2498580" y="2559900"/>
                  <a:ext cx="17676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330">
              <p14:nvContentPartPr>
                <p14:cNvPr id="241" name="Ink 240">
                  <a:extLst>
                    <a:ext uri="{FF2B5EF4-FFF2-40B4-BE49-F238E27FC236}">
                      <a16:creationId xmlns:a16="http://schemas.microsoft.com/office/drawing/2014/main" id="{E03AC0D2-B379-B701-8E08-9CCEF32DDE36}"/>
                    </a:ext>
                  </a:extLst>
                </p14:cNvPr>
                <p14:cNvContentPartPr/>
                <p14:nvPr/>
              </p14:nvContentPartPr>
              <p14:xfrm>
                <a:off x="2504340" y="2677260"/>
                <a:ext cx="110520" cy="16920"/>
              </p14:xfrm>
            </p:contentPart>
          </mc:Choice>
          <mc:Fallback xmlns="">
            <p:pic>
              <p:nvPicPr>
                <p:cNvPr id="241" name="Ink 240">
                  <a:extLst>
                    <a:ext uri="{FF2B5EF4-FFF2-40B4-BE49-F238E27FC236}">
                      <a16:creationId xmlns:a16="http://schemas.microsoft.com/office/drawing/2014/main" id="{E03AC0D2-B379-B701-8E08-9CCEF32DDE36}"/>
                    </a:ext>
                  </a:extLst>
                </p:cNvPr>
                <p:cNvPicPr/>
                <p:nvPr/>
              </p:nvPicPr>
              <p:blipFill>
                <a:blip r:embed="rId331"/>
                <a:stretch>
                  <a:fillRect/>
                </a:stretch>
              </p:blipFill>
              <p:spPr>
                <a:xfrm>
                  <a:off x="2495700" y="2668620"/>
                  <a:ext cx="12816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332">
              <p14:nvContentPartPr>
                <p14:cNvPr id="242" name="Ink 241">
                  <a:extLst>
                    <a:ext uri="{FF2B5EF4-FFF2-40B4-BE49-F238E27FC236}">
                      <a16:creationId xmlns:a16="http://schemas.microsoft.com/office/drawing/2014/main" id="{F38165A3-3C25-C6A2-9D8A-7D5972753E16}"/>
                    </a:ext>
                  </a:extLst>
                </p14:cNvPr>
                <p14:cNvContentPartPr/>
                <p14:nvPr/>
              </p14:nvContentPartPr>
              <p14:xfrm>
                <a:off x="2682540" y="2735580"/>
                <a:ext cx="84960" cy="76680"/>
              </p14:xfrm>
            </p:contentPart>
          </mc:Choice>
          <mc:Fallback xmlns="">
            <p:pic>
              <p:nvPicPr>
                <p:cNvPr id="242" name="Ink 241">
                  <a:extLst>
                    <a:ext uri="{FF2B5EF4-FFF2-40B4-BE49-F238E27FC236}">
                      <a16:creationId xmlns:a16="http://schemas.microsoft.com/office/drawing/2014/main" id="{F38165A3-3C25-C6A2-9D8A-7D5972753E16}"/>
                    </a:ext>
                  </a:extLst>
                </p:cNvPr>
                <p:cNvPicPr/>
                <p:nvPr/>
              </p:nvPicPr>
              <p:blipFill>
                <a:blip r:embed="rId333"/>
                <a:stretch>
                  <a:fillRect/>
                </a:stretch>
              </p:blipFill>
              <p:spPr>
                <a:xfrm>
                  <a:off x="2673540" y="2726580"/>
                  <a:ext cx="10260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334">
              <p14:nvContentPartPr>
                <p14:cNvPr id="243" name="Ink 242">
                  <a:extLst>
                    <a:ext uri="{FF2B5EF4-FFF2-40B4-BE49-F238E27FC236}">
                      <a16:creationId xmlns:a16="http://schemas.microsoft.com/office/drawing/2014/main" id="{4D1ED9B9-B104-85AE-5F57-1BE89BA4C1C4}"/>
                    </a:ext>
                  </a:extLst>
                </p14:cNvPr>
                <p14:cNvContentPartPr/>
                <p14:nvPr/>
              </p14:nvContentPartPr>
              <p14:xfrm>
                <a:off x="2622780" y="2702100"/>
                <a:ext cx="157680" cy="170280"/>
              </p14:xfrm>
            </p:contentPart>
          </mc:Choice>
          <mc:Fallback xmlns="">
            <p:pic>
              <p:nvPicPr>
                <p:cNvPr id="243" name="Ink 242">
                  <a:extLst>
                    <a:ext uri="{FF2B5EF4-FFF2-40B4-BE49-F238E27FC236}">
                      <a16:creationId xmlns:a16="http://schemas.microsoft.com/office/drawing/2014/main" id="{4D1ED9B9-B104-85AE-5F57-1BE89BA4C1C4}"/>
                    </a:ext>
                  </a:extLst>
                </p:cNvPr>
                <p:cNvPicPr/>
                <p:nvPr/>
              </p:nvPicPr>
              <p:blipFill>
                <a:blip r:embed="rId335"/>
                <a:stretch>
                  <a:fillRect/>
                </a:stretch>
              </p:blipFill>
              <p:spPr>
                <a:xfrm>
                  <a:off x="2614140" y="2693100"/>
                  <a:ext cx="175320" cy="187920"/>
                </a:xfrm>
                <a:prstGeom prst="rect">
                  <a:avLst/>
                </a:prstGeom>
              </p:spPr>
            </p:pic>
          </mc:Fallback>
        </mc:AlternateContent>
      </p:grpSp>
      <p:grpSp>
        <p:nvGrpSpPr>
          <p:cNvPr id="250" name="Group 249">
            <a:extLst>
              <a:ext uri="{FF2B5EF4-FFF2-40B4-BE49-F238E27FC236}">
                <a16:creationId xmlns:a16="http://schemas.microsoft.com/office/drawing/2014/main" id="{D46DFC3A-6858-E201-4B9D-A5497A7B9625}"/>
              </a:ext>
            </a:extLst>
          </p:cNvPr>
          <p:cNvGrpSpPr/>
          <p:nvPr/>
        </p:nvGrpSpPr>
        <p:grpSpPr>
          <a:xfrm>
            <a:off x="2997180" y="2575380"/>
            <a:ext cx="1187280" cy="194400"/>
            <a:chOff x="2997180" y="2575380"/>
            <a:chExt cx="1187280" cy="194400"/>
          </a:xfrm>
        </p:grpSpPr>
        <mc:AlternateContent xmlns:mc="http://schemas.openxmlformats.org/markup-compatibility/2006" xmlns:p14="http://schemas.microsoft.com/office/powerpoint/2010/main">
          <mc:Choice Requires="p14">
            <p:contentPart p14:bwMode="auto" r:id="rId336">
              <p14:nvContentPartPr>
                <p14:cNvPr id="244" name="Ink 243">
                  <a:extLst>
                    <a:ext uri="{FF2B5EF4-FFF2-40B4-BE49-F238E27FC236}">
                      <a16:creationId xmlns:a16="http://schemas.microsoft.com/office/drawing/2014/main" id="{D8052FCD-4190-1AF1-897D-A3D11E8D8CAE}"/>
                    </a:ext>
                  </a:extLst>
                </p14:cNvPr>
                <p14:cNvContentPartPr/>
                <p14:nvPr/>
              </p14:nvContentPartPr>
              <p14:xfrm>
                <a:off x="3030300" y="2667900"/>
                <a:ext cx="128880" cy="16200"/>
              </p14:xfrm>
            </p:contentPart>
          </mc:Choice>
          <mc:Fallback xmlns="">
            <p:pic>
              <p:nvPicPr>
                <p:cNvPr id="244" name="Ink 243">
                  <a:extLst>
                    <a:ext uri="{FF2B5EF4-FFF2-40B4-BE49-F238E27FC236}">
                      <a16:creationId xmlns:a16="http://schemas.microsoft.com/office/drawing/2014/main" id="{D8052FCD-4190-1AF1-897D-A3D11E8D8CAE}"/>
                    </a:ext>
                  </a:extLst>
                </p:cNvPr>
                <p:cNvPicPr/>
                <p:nvPr/>
              </p:nvPicPr>
              <p:blipFill>
                <a:blip r:embed="rId337"/>
                <a:stretch>
                  <a:fillRect/>
                </a:stretch>
              </p:blipFill>
              <p:spPr>
                <a:xfrm>
                  <a:off x="3021660" y="2658900"/>
                  <a:ext cx="14652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338">
              <p14:nvContentPartPr>
                <p14:cNvPr id="245" name="Ink 244">
                  <a:extLst>
                    <a:ext uri="{FF2B5EF4-FFF2-40B4-BE49-F238E27FC236}">
                      <a16:creationId xmlns:a16="http://schemas.microsoft.com/office/drawing/2014/main" id="{7EB3A788-68FB-D16B-312A-0FA9B6EF2089}"/>
                    </a:ext>
                  </a:extLst>
                </p14:cNvPr>
                <p14:cNvContentPartPr/>
                <p14:nvPr/>
              </p14:nvContentPartPr>
              <p14:xfrm>
                <a:off x="2997180" y="2759340"/>
                <a:ext cx="165960" cy="10440"/>
              </p14:xfrm>
            </p:contentPart>
          </mc:Choice>
          <mc:Fallback xmlns="">
            <p:pic>
              <p:nvPicPr>
                <p:cNvPr id="245" name="Ink 244">
                  <a:extLst>
                    <a:ext uri="{FF2B5EF4-FFF2-40B4-BE49-F238E27FC236}">
                      <a16:creationId xmlns:a16="http://schemas.microsoft.com/office/drawing/2014/main" id="{7EB3A788-68FB-D16B-312A-0FA9B6EF2089}"/>
                    </a:ext>
                  </a:extLst>
                </p:cNvPr>
                <p:cNvPicPr/>
                <p:nvPr/>
              </p:nvPicPr>
              <p:blipFill>
                <a:blip r:embed="rId339"/>
                <a:stretch>
                  <a:fillRect/>
                </a:stretch>
              </p:blipFill>
              <p:spPr>
                <a:xfrm>
                  <a:off x="2988180" y="2750700"/>
                  <a:ext cx="18360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340">
              <p14:nvContentPartPr>
                <p14:cNvPr id="246" name="Ink 245">
                  <a:extLst>
                    <a:ext uri="{FF2B5EF4-FFF2-40B4-BE49-F238E27FC236}">
                      <a16:creationId xmlns:a16="http://schemas.microsoft.com/office/drawing/2014/main" id="{AB857F3A-90D1-5043-27D4-346F01065F7E}"/>
                    </a:ext>
                  </a:extLst>
                </p14:cNvPr>
                <p14:cNvContentPartPr/>
                <p14:nvPr/>
              </p14:nvContentPartPr>
              <p14:xfrm>
                <a:off x="3329820" y="2594820"/>
                <a:ext cx="351000" cy="165240"/>
              </p14:xfrm>
            </p:contentPart>
          </mc:Choice>
          <mc:Fallback xmlns="">
            <p:pic>
              <p:nvPicPr>
                <p:cNvPr id="246" name="Ink 245">
                  <a:extLst>
                    <a:ext uri="{FF2B5EF4-FFF2-40B4-BE49-F238E27FC236}">
                      <a16:creationId xmlns:a16="http://schemas.microsoft.com/office/drawing/2014/main" id="{AB857F3A-90D1-5043-27D4-346F01065F7E}"/>
                    </a:ext>
                  </a:extLst>
                </p:cNvPr>
                <p:cNvPicPr/>
                <p:nvPr/>
              </p:nvPicPr>
              <p:blipFill>
                <a:blip r:embed="rId341"/>
                <a:stretch>
                  <a:fillRect/>
                </a:stretch>
              </p:blipFill>
              <p:spPr>
                <a:xfrm>
                  <a:off x="3320820" y="2586180"/>
                  <a:ext cx="368640" cy="182880"/>
                </a:xfrm>
                <a:prstGeom prst="rect">
                  <a:avLst/>
                </a:prstGeom>
              </p:spPr>
            </p:pic>
          </mc:Fallback>
        </mc:AlternateContent>
        <mc:AlternateContent xmlns:mc="http://schemas.openxmlformats.org/markup-compatibility/2006" xmlns:p14="http://schemas.microsoft.com/office/powerpoint/2010/main">
          <mc:Choice Requires="p14">
            <p:contentPart p14:bwMode="auto" r:id="rId342">
              <p14:nvContentPartPr>
                <p14:cNvPr id="247" name="Ink 246">
                  <a:extLst>
                    <a:ext uri="{FF2B5EF4-FFF2-40B4-BE49-F238E27FC236}">
                      <a16:creationId xmlns:a16="http://schemas.microsoft.com/office/drawing/2014/main" id="{E142AC79-3622-0715-8F8D-C96682228E7B}"/>
                    </a:ext>
                  </a:extLst>
                </p14:cNvPr>
                <p14:cNvContentPartPr/>
                <p14:nvPr/>
              </p14:nvContentPartPr>
              <p14:xfrm>
                <a:off x="3785580" y="2575380"/>
                <a:ext cx="153720" cy="151200"/>
              </p14:xfrm>
            </p:contentPart>
          </mc:Choice>
          <mc:Fallback xmlns="">
            <p:pic>
              <p:nvPicPr>
                <p:cNvPr id="247" name="Ink 246">
                  <a:extLst>
                    <a:ext uri="{FF2B5EF4-FFF2-40B4-BE49-F238E27FC236}">
                      <a16:creationId xmlns:a16="http://schemas.microsoft.com/office/drawing/2014/main" id="{E142AC79-3622-0715-8F8D-C96682228E7B}"/>
                    </a:ext>
                  </a:extLst>
                </p:cNvPr>
                <p:cNvPicPr/>
                <p:nvPr/>
              </p:nvPicPr>
              <p:blipFill>
                <a:blip r:embed="rId343"/>
                <a:stretch>
                  <a:fillRect/>
                </a:stretch>
              </p:blipFill>
              <p:spPr>
                <a:xfrm>
                  <a:off x="3776580" y="2566740"/>
                  <a:ext cx="171360" cy="168840"/>
                </a:xfrm>
                <a:prstGeom prst="rect">
                  <a:avLst/>
                </a:prstGeom>
              </p:spPr>
            </p:pic>
          </mc:Fallback>
        </mc:AlternateContent>
        <mc:AlternateContent xmlns:mc="http://schemas.openxmlformats.org/markup-compatibility/2006" xmlns:p14="http://schemas.microsoft.com/office/powerpoint/2010/main">
          <mc:Choice Requires="p14">
            <p:contentPart p14:bwMode="auto" r:id="rId344">
              <p14:nvContentPartPr>
                <p14:cNvPr id="248" name="Ink 247">
                  <a:extLst>
                    <a:ext uri="{FF2B5EF4-FFF2-40B4-BE49-F238E27FC236}">
                      <a16:creationId xmlns:a16="http://schemas.microsoft.com/office/drawing/2014/main" id="{6E31E322-5ED0-4EEF-1A44-5FA43B3C316C}"/>
                    </a:ext>
                  </a:extLst>
                </p14:cNvPr>
                <p14:cNvContentPartPr/>
                <p14:nvPr/>
              </p14:nvContentPartPr>
              <p14:xfrm>
                <a:off x="4037580" y="2619660"/>
                <a:ext cx="124200" cy="124560"/>
              </p14:xfrm>
            </p:contentPart>
          </mc:Choice>
          <mc:Fallback xmlns="">
            <p:pic>
              <p:nvPicPr>
                <p:cNvPr id="248" name="Ink 247">
                  <a:extLst>
                    <a:ext uri="{FF2B5EF4-FFF2-40B4-BE49-F238E27FC236}">
                      <a16:creationId xmlns:a16="http://schemas.microsoft.com/office/drawing/2014/main" id="{6E31E322-5ED0-4EEF-1A44-5FA43B3C316C}"/>
                    </a:ext>
                  </a:extLst>
                </p:cNvPr>
                <p:cNvPicPr/>
                <p:nvPr/>
              </p:nvPicPr>
              <p:blipFill>
                <a:blip r:embed="rId345"/>
                <a:stretch>
                  <a:fillRect/>
                </a:stretch>
              </p:blipFill>
              <p:spPr>
                <a:xfrm>
                  <a:off x="4028580" y="2611020"/>
                  <a:ext cx="14184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346">
              <p14:nvContentPartPr>
                <p14:cNvPr id="249" name="Ink 248">
                  <a:extLst>
                    <a:ext uri="{FF2B5EF4-FFF2-40B4-BE49-F238E27FC236}">
                      <a16:creationId xmlns:a16="http://schemas.microsoft.com/office/drawing/2014/main" id="{15DFC615-5666-94E7-60A0-723CEBE93DC2}"/>
                    </a:ext>
                  </a:extLst>
                </p14:cNvPr>
                <p14:cNvContentPartPr/>
                <p14:nvPr/>
              </p14:nvContentPartPr>
              <p14:xfrm>
                <a:off x="4046220" y="2619300"/>
                <a:ext cx="138240" cy="118800"/>
              </p14:xfrm>
            </p:contentPart>
          </mc:Choice>
          <mc:Fallback xmlns="">
            <p:pic>
              <p:nvPicPr>
                <p:cNvPr id="249" name="Ink 248">
                  <a:extLst>
                    <a:ext uri="{FF2B5EF4-FFF2-40B4-BE49-F238E27FC236}">
                      <a16:creationId xmlns:a16="http://schemas.microsoft.com/office/drawing/2014/main" id="{15DFC615-5666-94E7-60A0-723CEBE93DC2}"/>
                    </a:ext>
                  </a:extLst>
                </p:cNvPr>
                <p:cNvPicPr/>
                <p:nvPr/>
              </p:nvPicPr>
              <p:blipFill>
                <a:blip r:embed="rId347"/>
                <a:stretch>
                  <a:fillRect/>
                </a:stretch>
              </p:blipFill>
              <p:spPr>
                <a:xfrm>
                  <a:off x="4037220" y="2610660"/>
                  <a:ext cx="155880" cy="136440"/>
                </a:xfrm>
                <a:prstGeom prst="rect">
                  <a:avLst/>
                </a:prstGeom>
              </p:spPr>
            </p:pic>
          </mc:Fallback>
        </mc:AlternateContent>
      </p:grpSp>
      <p:grpSp>
        <p:nvGrpSpPr>
          <p:cNvPr id="260" name="Group 259">
            <a:extLst>
              <a:ext uri="{FF2B5EF4-FFF2-40B4-BE49-F238E27FC236}">
                <a16:creationId xmlns:a16="http://schemas.microsoft.com/office/drawing/2014/main" id="{F8F4A6D3-4C3E-D7B9-356B-431489542498}"/>
              </a:ext>
            </a:extLst>
          </p:cNvPr>
          <p:cNvGrpSpPr/>
          <p:nvPr/>
        </p:nvGrpSpPr>
        <p:grpSpPr>
          <a:xfrm>
            <a:off x="1139940" y="3167940"/>
            <a:ext cx="221400" cy="260280"/>
            <a:chOff x="1139940" y="3167940"/>
            <a:chExt cx="221400" cy="260280"/>
          </a:xfrm>
        </p:grpSpPr>
        <mc:AlternateContent xmlns:mc="http://schemas.openxmlformats.org/markup-compatibility/2006" xmlns:p14="http://schemas.microsoft.com/office/powerpoint/2010/main">
          <mc:Choice Requires="p14">
            <p:contentPart p14:bwMode="auto" r:id="rId348">
              <p14:nvContentPartPr>
                <p14:cNvPr id="252" name="Ink 251">
                  <a:extLst>
                    <a:ext uri="{FF2B5EF4-FFF2-40B4-BE49-F238E27FC236}">
                      <a16:creationId xmlns:a16="http://schemas.microsoft.com/office/drawing/2014/main" id="{64A0DB66-A676-2200-B285-70E7284E567D}"/>
                    </a:ext>
                  </a:extLst>
                </p14:cNvPr>
                <p14:cNvContentPartPr/>
                <p14:nvPr/>
              </p14:nvContentPartPr>
              <p14:xfrm>
                <a:off x="1139940" y="3167940"/>
                <a:ext cx="221400" cy="260280"/>
              </p14:xfrm>
            </p:contentPart>
          </mc:Choice>
          <mc:Fallback xmlns="">
            <p:pic>
              <p:nvPicPr>
                <p:cNvPr id="252" name="Ink 251">
                  <a:extLst>
                    <a:ext uri="{FF2B5EF4-FFF2-40B4-BE49-F238E27FC236}">
                      <a16:creationId xmlns:a16="http://schemas.microsoft.com/office/drawing/2014/main" id="{64A0DB66-A676-2200-B285-70E7284E567D}"/>
                    </a:ext>
                  </a:extLst>
                </p:cNvPr>
                <p:cNvPicPr/>
                <p:nvPr/>
              </p:nvPicPr>
              <p:blipFill>
                <a:blip r:embed="rId349"/>
                <a:stretch>
                  <a:fillRect/>
                </a:stretch>
              </p:blipFill>
              <p:spPr>
                <a:xfrm>
                  <a:off x="1130940" y="3158940"/>
                  <a:ext cx="239040" cy="277920"/>
                </a:xfrm>
                <a:prstGeom prst="rect">
                  <a:avLst/>
                </a:prstGeom>
              </p:spPr>
            </p:pic>
          </mc:Fallback>
        </mc:AlternateContent>
        <mc:AlternateContent xmlns:mc="http://schemas.openxmlformats.org/markup-compatibility/2006" xmlns:p14="http://schemas.microsoft.com/office/powerpoint/2010/main">
          <mc:Choice Requires="p14">
            <p:contentPart p14:bwMode="auto" r:id="rId350">
              <p14:nvContentPartPr>
                <p14:cNvPr id="253" name="Ink 252">
                  <a:extLst>
                    <a:ext uri="{FF2B5EF4-FFF2-40B4-BE49-F238E27FC236}">
                      <a16:creationId xmlns:a16="http://schemas.microsoft.com/office/drawing/2014/main" id="{C39F15E1-ABBE-A8DC-C9A5-4DB6726A1F96}"/>
                    </a:ext>
                  </a:extLst>
                </p14:cNvPr>
                <p14:cNvContentPartPr/>
                <p14:nvPr/>
              </p14:nvContentPartPr>
              <p14:xfrm>
                <a:off x="1150020" y="3281340"/>
                <a:ext cx="207720" cy="14400"/>
              </p14:xfrm>
            </p:contentPart>
          </mc:Choice>
          <mc:Fallback xmlns="">
            <p:pic>
              <p:nvPicPr>
                <p:cNvPr id="253" name="Ink 252">
                  <a:extLst>
                    <a:ext uri="{FF2B5EF4-FFF2-40B4-BE49-F238E27FC236}">
                      <a16:creationId xmlns:a16="http://schemas.microsoft.com/office/drawing/2014/main" id="{C39F15E1-ABBE-A8DC-C9A5-4DB6726A1F96}"/>
                    </a:ext>
                  </a:extLst>
                </p:cNvPr>
                <p:cNvPicPr/>
                <p:nvPr/>
              </p:nvPicPr>
              <p:blipFill>
                <a:blip r:embed="rId351"/>
                <a:stretch>
                  <a:fillRect/>
                </a:stretch>
              </p:blipFill>
              <p:spPr>
                <a:xfrm>
                  <a:off x="1141380" y="3272340"/>
                  <a:ext cx="225360" cy="32040"/>
                </a:xfrm>
                <a:prstGeom prst="rect">
                  <a:avLst/>
                </a:prstGeom>
              </p:spPr>
            </p:pic>
          </mc:Fallback>
        </mc:AlternateContent>
      </p:grpSp>
      <p:grpSp>
        <p:nvGrpSpPr>
          <p:cNvPr id="259" name="Group 258">
            <a:extLst>
              <a:ext uri="{FF2B5EF4-FFF2-40B4-BE49-F238E27FC236}">
                <a16:creationId xmlns:a16="http://schemas.microsoft.com/office/drawing/2014/main" id="{73598420-B074-1694-E5C6-2FDD8FEA5292}"/>
              </a:ext>
            </a:extLst>
          </p:cNvPr>
          <p:cNvGrpSpPr/>
          <p:nvPr/>
        </p:nvGrpSpPr>
        <p:grpSpPr>
          <a:xfrm>
            <a:off x="1123020" y="2994420"/>
            <a:ext cx="250560" cy="81360"/>
            <a:chOff x="1123020" y="2994420"/>
            <a:chExt cx="250560" cy="81360"/>
          </a:xfrm>
        </p:grpSpPr>
        <mc:AlternateContent xmlns:mc="http://schemas.openxmlformats.org/markup-compatibility/2006" xmlns:p14="http://schemas.microsoft.com/office/powerpoint/2010/main">
          <mc:Choice Requires="p14">
            <p:contentPart p14:bwMode="auto" r:id="rId352">
              <p14:nvContentPartPr>
                <p14:cNvPr id="254" name="Ink 253">
                  <a:extLst>
                    <a:ext uri="{FF2B5EF4-FFF2-40B4-BE49-F238E27FC236}">
                      <a16:creationId xmlns:a16="http://schemas.microsoft.com/office/drawing/2014/main" id="{2F51CC66-1553-DC8F-72AD-73627F480E1A}"/>
                    </a:ext>
                  </a:extLst>
                </p14:cNvPr>
                <p14:cNvContentPartPr/>
                <p14:nvPr/>
              </p14:nvContentPartPr>
              <p14:xfrm>
                <a:off x="1123020" y="3018540"/>
                <a:ext cx="194040" cy="8280"/>
              </p14:xfrm>
            </p:contentPart>
          </mc:Choice>
          <mc:Fallback xmlns="">
            <p:pic>
              <p:nvPicPr>
                <p:cNvPr id="254" name="Ink 253">
                  <a:extLst>
                    <a:ext uri="{FF2B5EF4-FFF2-40B4-BE49-F238E27FC236}">
                      <a16:creationId xmlns:a16="http://schemas.microsoft.com/office/drawing/2014/main" id="{2F51CC66-1553-DC8F-72AD-73627F480E1A}"/>
                    </a:ext>
                  </a:extLst>
                </p:cNvPr>
                <p:cNvPicPr/>
                <p:nvPr/>
              </p:nvPicPr>
              <p:blipFill>
                <a:blip r:embed="rId353"/>
                <a:stretch>
                  <a:fillRect/>
                </a:stretch>
              </p:blipFill>
              <p:spPr>
                <a:xfrm>
                  <a:off x="1114380" y="3009540"/>
                  <a:ext cx="21168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354">
              <p14:nvContentPartPr>
                <p14:cNvPr id="255" name="Ink 254">
                  <a:extLst>
                    <a:ext uri="{FF2B5EF4-FFF2-40B4-BE49-F238E27FC236}">
                      <a16:creationId xmlns:a16="http://schemas.microsoft.com/office/drawing/2014/main" id="{D6427752-47B5-43B3-1764-C3B071A13B45}"/>
                    </a:ext>
                  </a:extLst>
                </p14:cNvPr>
                <p14:cNvContentPartPr/>
                <p14:nvPr/>
              </p14:nvContentPartPr>
              <p14:xfrm>
                <a:off x="1322100" y="2994420"/>
                <a:ext cx="51480" cy="81360"/>
              </p14:xfrm>
            </p:contentPart>
          </mc:Choice>
          <mc:Fallback xmlns="">
            <p:pic>
              <p:nvPicPr>
                <p:cNvPr id="255" name="Ink 254">
                  <a:extLst>
                    <a:ext uri="{FF2B5EF4-FFF2-40B4-BE49-F238E27FC236}">
                      <a16:creationId xmlns:a16="http://schemas.microsoft.com/office/drawing/2014/main" id="{D6427752-47B5-43B3-1764-C3B071A13B45}"/>
                    </a:ext>
                  </a:extLst>
                </p:cNvPr>
                <p:cNvPicPr/>
                <p:nvPr/>
              </p:nvPicPr>
              <p:blipFill>
                <a:blip r:embed="rId355"/>
                <a:stretch>
                  <a:fillRect/>
                </a:stretch>
              </p:blipFill>
              <p:spPr>
                <a:xfrm>
                  <a:off x="1313460" y="2985780"/>
                  <a:ext cx="69120" cy="99000"/>
                </a:xfrm>
                <a:prstGeom prst="rect">
                  <a:avLst/>
                </a:prstGeom>
              </p:spPr>
            </p:pic>
          </mc:Fallback>
        </mc:AlternateContent>
      </p:grpSp>
      <p:grpSp>
        <p:nvGrpSpPr>
          <p:cNvPr id="258" name="Group 257">
            <a:extLst>
              <a:ext uri="{FF2B5EF4-FFF2-40B4-BE49-F238E27FC236}">
                <a16:creationId xmlns:a16="http://schemas.microsoft.com/office/drawing/2014/main" id="{343E2389-74B2-B299-6AE6-14673F2A64BA}"/>
              </a:ext>
            </a:extLst>
          </p:cNvPr>
          <p:cNvGrpSpPr/>
          <p:nvPr/>
        </p:nvGrpSpPr>
        <p:grpSpPr>
          <a:xfrm>
            <a:off x="1554300" y="3194940"/>
            <a:ext cx="230760" cy="261000"/>
            <a:chOff x="1554300" y="3194940"/>
            <a:chExt cx="230760" cy="261000"/>
          </a:xfrm>
        </p:grpSpPr>
        <mc:AlternateContent xmlns:mc="http://schemas.openxmlformats.org/markup-compatibility/2006" xmlns:p14="http://schemas.microsoft.com/office/powerpoint/2010/main">
          <mc:Choice Requires="p14">
            <p:contentPart p14:bwMode="auto" r:id="rId356">
              <p14:nvContentPartPr>
                <p14:cNvPr id="256" name="Ink 255">
                  <a:extLst>
                    <a:ext uri="{FF2B5EF4-FFF2-40B4-BE49-F238E27FC236}">
                      <a16:creationId xmlns:a16="http://schemas.microsoft.com/office/drawing/2014/main" id="{19A4C965-6AFC-1039-FE94-F2928A2989C6}"/>
                    </a:ext>
                  </a:extLst>
                </p14:cNvPr>
                <p14:cNvContentPartPr/>
                <p14:nvPr/>
              </p14:nvContentPartPr>
              <p14:xfrm>
                <a:off x="1554300" y="3280620"/>
                <a:ext cx="230760" cy="8640"/>
              </p14:xfrm>
            </p:contentPart>
          </mc:Choice>
          <mc:Fallback xmlns="">
            <p:pic>
              <p:nvPicPr>
                <p:cNvPr id="256" name="Ink 255">
                  <a:extLst>
                    <a:ext uri="{FF2B5EF4-FFF2-40B4-BE49-F238E27FC236}">
                      <a16:creationId xmlns:a16="http://schemas.microsoft.com/office/drawing/2014/main" id="{19A4C965-6AFC-1039-FE94-F2928A2989C6}"/>
                    </a:ext>
                  </a:extLst>
                </p:cNvPr>
                <p:cNvPicPr/>
                <p:nvPr/>
              </p:nvPicPr>
              <p:blipFill>
                <a:blip r:embed="rId357"/>
                <a:stretch>
                  <a:fillRect/>
                </a:stretch>
              </p:blipFill>
              <p:spPr>
                <a:xfrm>
                  <a:off x="1545660" y="3271980"/>
                  <a:ext cx="24840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358">
              <p14:nvContentPartPr>
                <p14:cNvPr id="257" name="Ink 256">
                  <a:extLst>
                    <a:ext uri="{FF2B5EF4-FFF2-40B4-BE49-F238E27FC236}">
                      <a16:creationId xmlns:a16="http://schemas.microsoft.com/office/drawing/2014/main" id="{265882E8-3A61-5675-008D-F545FC438683}"/>
                    </a:ext>
                  </a:extLst>
                </p14:cNvPr>
                <p14:cNvContentPartPr/>
                <p14:nvPr/>
              </p14:nvContentPartPr>
              <p14:xfrm>
                <a:off x="1670940" y="3194940"/>
                <a:ext cx="26640" cy="261000"/>
              </p14:xfrm>
            </p:contentPart>
          </mc:Choice>
          <mc:Fallback xmlns="">
            <p:pic>
              <p:nvPicPr>
                <p:cNvPr id="257" name="Ink 256">
                  <a:extLst>
                    <a:ext uri="{FF2B5EF4-FFF2-40B4-BE49-F238E27FC236}">
                      <a16:creationId xmlns:a16="http://schemas.microsoft.com/office/drawing/2014/main" id="{265882E8-3A61-5675-008D-F545FC438683}"/>
                    </a:ext>
                  </a:extLst>
                </p:cNvPr>
                <p:cNvPicPr/>
                <p:nvPr/>
              </p:nvPicPr>
              <p:blipFill>
                <a:blip r:embed="rId359"/>
                <a:stretch>
                  <a:fillRect/>
                </a:stretch>
              </p:blipFill>
              <p:spPr>
                <a:xfrm>
                  <a:off x="1661940" y="3186300"/>
                  <a:ext cx="44280" cy="2786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60">
            <p14:nvContentPartPr>
              <p14:cNvPr id="262" name="Ink 261">
                <a:extLst>
                  <a:ext uri="{FF2B5EF4-FFF2-40B4-BE49-F238E27FC236}">
                    <a16:creationId xmlns:a16="http://schemas.microsoft.com/office/drawing/2014/main" id="{AB34983A-61B8-A3F5-E222-52A21E50742C}"/>
                  </a:ext>
                </a:extLst>
              </p14:cNvPr>
              <p14:cNvContentPartPr/>
              <p14:nvPr/>
            </p14:nvContentPartPr>
            <p14:xfrm rot="442200">
              <a:off x="1955188" y="3015768"/>
              <a:ext cx="62944" cy="460944"/>
            </p14:xfrm>
          </p:contentPart>
        </mc:Choice>
        <mc:Fallback xmlns="">
          <p:pic>
            <p:nvPicPr>
              <p:cNvPr id="262" name="Ink 261">
                <a:extLst>
                  <a:ext uri="{FF2B5EF4-FFF2-40B4-BE49-F238E27FC236}">
                    <a16:creationId xmlns:a16="http://schemas.microsoft.com/office/drawing/2014/main" id="{AB34983A-61B8-A3F5-E222-52A21E50742C}"/>
                  </a:ext>
                </a:extLst>
              </p:cNvPr>
              <p:cNvPicPr/>
              <p:nvPr/>
            </p:nvPicPr>
            <p:blipFill>
              <a:blip r:embed="rId361"/>
              <a:stretch>
                <a:fillRect/>
              </a:stretch>
            </p:blipFill>
            <p:spPr>
              <a:xfrm rot="442200">
                <a:off x="1946144" y="3007125"/>
                <a:ext cx="80670" cy="478590"/>
              </a:xfrm>
              <a:prstGeom prst="rect">
                <a:avLst/>
              </a:prstGeom>
            </p:spPr>
          </p:pic>
        </mc:Fallback>
      </mc:AlternateContent>
      <p:grpSp>
        <p:nvGrpSpPr>
          <p:cNvPr id="271" name="Group 270">
            <a:extLst>
              <a:ext uri="{FF2B5EF4-FFF2-40B4-BE49-F238E27FC236}">
                <a16:creationId xmlns:a16="http://schemas.microsoft.com/office/drawing/2014/main" id="{33732D49-1AF2-0B76-9AAF-4E6667A899C5}"/>
              </a:ext>
            </a:extLst>
          </p:cNvPr>
          <p:cNvGrpSpPr/>
          <p:nvPr/>
        </p:nvGrpSpPr>
        <p:grpSpPr>
          <a:xfrm>
            <a:off x="1988460" y="3039780"/>
            <a:ext cx="1319760" cy="361080"/>
            <a:chOff x="1988460" y="3039780"/>
            <a:chExt cx="1319760" cy="361080"/>
          </a:xfrm>
        </p:grpSpPr>
        <mc:AlternateContent xmlns:mc="http://schemas.openxmlformats.org/markup-compatibility/2006" xmlns:p14="http://schemas.microsoft.com/office/powerpoint/2010/main">
          <mc:Choice Requires="p14">
            <p:contentPart p14:bwMode="auto" r:id="rId362">
              <p14:nvContentPartPr>
                <p14:cNvPr id="263" name="Ink 262">
                  <a:extLst>
                    <a:ext uri="{FF2B5EF4-FFF2-40B4-BE49-F238E27FC236}">
                      <a16:creationId xmlns:a16="http://schemas.microsoft.com/office/drawing/2014/main" id="{CF554A3A-9F04-3C79-A8A0-3695D2B94050}"/>
                    </a:ext>
                  </a:extLst>
                </p14:cNvPr>
                <p14:cNvContentPartPr/>
                <p14:nvPr/>
              </p14:nvContentPartPr>
              <p14:xfrm>
                <a:off x="1998540" y="3053100"/>
                <a:ext cx="200160" cy="23400"/>
              </p14:xfrm>
            </p:contentPart>
          </mc:Choice>
          <mc:Fallback xmlns="">
            <p:pic>
              <p:nvPicPr>
                <p:cNvPr id="263" name="Ink 262">
                  <a:extLst>
                    <a:ext uri="{FF2B5EF4-FFF2-40B4-BE49-F238E27FC236}">
                      <a16:creationId xmlns:a16="http://schemas.microsoft.com/office/drawing/2014/main" id="{CF554A3A-9F04-3C79-A8A0-3695D2B94050}"/>
                    </a:ext>
                  </a:extLst>
                </p:cNvPr>
                <p:cNvPicPr/>
                <p:nvPr/>
              </p:nvPicPr>
              <p:blipFill>
                <a:blip r:embed="rId363"/>
                <a:stretch>
                  <a:fillRect/>
                </a:stretch>
              </p:blipFill>
              <p:spPr>
                <a:xfrm>
                  <a:off x="1989900" y="3044460"/>
                  <a:ext cx="21780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364">
              <p14:nvContentPartPr>
                <p14:cNvPr id="264" name="Ink 263">
                  <a:extLst>
                    <a:ext uri="{FF2B5EF4-FFF2-40B4-BE49-F238E27FC236}">
                      <a16:creationId xmlns:a16="http://schemas.microsoft.com/office/drawing/2014/main" id="{B49368B4-2112-B4E8-4359-9BE759B80B7B}"/>
                    </a:ext>
                  </a:extLst>
                </p14:cNvPr>
                <p14:cNvContentPartPr/>
                <p14:nvPr/>
              </p14:nvContentPartPr>
              <p14:xfrm>
                <a:off x="1988460" y="3238140"/>
                <a:ext cx="158040" cy="10080"/>
              </p14:xfrm>
            </p:contentPart>
          </mc:Choice>
          <mc:Fallback xmlns="">
            <p:pic>
              <p:nvPicPr>
                <p:cNvPr id="264" name="Ink 263">
                  <a:extLst>
                    <a:ext uri="{FF2B5EF4-FFF2-40B4-BE49-F238E27FC236}">
                      <a16:creationId xmlns:a16="http://schemas.microsoft.com/office/drawing/2014/main" id="{B49368B4-2112-B4E8-4359-9BE759B80B7B}"/>
                    </a:ext>
                  </a:extLst>
                </p:cNvPr>
                <p:cNvPicPr/>
                <p:nvPr/>
              </p:nvPicPr>
              <p:blipFill>
                <a:blip r:embed="rId365"/>
                <a:stretch>
                  <a:fillRect/>
                </a:stretch>
              </p:blipFill>
              <p:spPr>
                <a:xfrm>
                  <a:off x="1979820" y="3229140"/>
                  <a:ext cx="175680" cy="27720"/>
                </a:xfrm>
                <a:prstGeom prst="rect">
                  <a:avLst/>
                </a:prstGeom>
              </p:spPr>
            </p:pic>
          </mc:Fallback>
        </mc:AlternateContent>
        <mc:AlternateContent xmlns:mc="http://schemas.openxmlformats.org/markup-compatibility/2006" xmlns:p14="http://schemas.microsoft.com/office/powerpoint/2010/main">
          <mc:Choice Requires="p14">
            <p:contentPart p14:bwMode="auto" r:id="rId366">
              <p14:nvContentPartPr>
                <p14:cNvPr id="265" name="Ink 264">
                  <a:extLst>
                    <a:ext uri="{FF2B5EF4-FFF2-40B4-BE49-F238E27FC236}">
                      <a16:creationId xmlns:a16="http://schemas.microsoft.com/office/drawing/2014/main" id="{90D86352-542E-C510-F397-964DE59CB22F}"/>
                    </a:ext>
                  </a:extLst>
                </p14:cNvPr>
                <p14:cNvContentPartPr/>
                <p14:nvPr/>
              </p14:nvContentPartPr>
              <p14:xfrm>
                <a:off x="2258100" y="3152460"/>
                <a:ext cx="163080" cy="248400"/>
              </p14:xfrm>
            </p:contentPart>
          </mc:Choice>
          <mc:Fallback xmlns="">
            <p:pic>
              <p:nvPicPr>
                <p:cNvPr id="265" name="Ink 264">
                  <a:extLst>
                    <a:ext uri="{FF2B5EF4-FFF2-40B4-BE49-F238E27FC236}">
                      <a16:creationId xmlns:a16="http://schemas.microsoft.com/office/drawing/2014/main" id="{90D86352-542E-C510-F397-964DE59CB22F}"/>
                    </a:ext>
                  </a:extLst>
                </p:cNvPr>
                <p:cNvPicPr/>
                <p:nvPr/>
              </p:nvPicPr>
              <p:blipFill>
                <a:blip r:embed="rId367"/>
                <a:stretch>
                  <a:fillRect/>
                </a:stretch>
              </p:blipFill>
              <p:spPr>
                <a:xfrm>
                  <a:off x="2249100" y="3143460"/>
                  <a:ext cx="180720" cy="266040"/>
                </a:xfrm>
                <a:prstGeom prst="rect">
                  <a:avLst/>
                </a:prstGeom>
              </p:spPr>
            </p:pic>
          </mc:Fallback>
        </mc:AlternateContent>
        <mc:AlternateContent xmlns:mc="http://schemas.openxmlformats.org/markup-compatibility/2006" xmlns:p14="http://schemas.microsoft.com/office/powerpoint/2010/main">
          <mc:Choice Requires="p14">
            <p:contentPart p14:bwMode="auto" r:id="rId368">
              <p14:nvContentPartPr>
                <p14:cNvPr id="266" name="Ink 265">
                  <a:extLst>
                    <a:ext uri="{FF2B5EF4-FFF2-40B4-BE49-F238E27FC236}">
                      <a16:creationId xmlns:a16="http://schemas.microsoft.com/office/drawing/2014/main" id="{71EE3E32-C171-2863-59D3-030825E92B05}"/>
                    </a:ext>
                  </a:extLst>
                </p14:cNvPr>
                <p14:cNvContentPartPr/>
                <p14:nvPr/>
              </p14:nvContentPartPr>
              <p14:xfrm>
                <a:off x="2471220" y="3216900"/>
                <a:ext cx="120600" cy="171360"/>
              </p14:xfrm>
            </p:contentPart>
          </mc:Choice>
          <mc:Fallback xmlns="">
            <p:pic>
              <p:nvPicPr>
                <p:cNvPr id="266" name="Ink 265">
                  <a:extLst>
                    <a:ext uri="{FF2B5EF4-FFF2-40B4-BE49-F238E27FC236}">
                      <a16:creationId xmlns:a16="http://schemas.microsoft.com/office/drawing/2014/main" id="{71EE3E32-C171-2863-59D3-030825E92B05}"/>
                    </a:ext>
                  </a:extLst>
                </p:cNvPr>
                <p:cNvPicPr/>
                <p:nvPr/>
              </p:nvPicPr>
              <p:blipFill>
                <a:blip r:embed="rId369"/>
                <a:stretch>
                  <a:fillRect/>
                </a:stretch>
              </p:blipFill>
              <p:spPr>
                <a:xfrm>
                  <a:off x="2462220" y="3208260"/>
                  <a:ext cx="13824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370">
              <p14:nvContentPartPr>
                <p14:cNvPr id="267" name="Ink 266">
                  <a:extLst>
                    <a:ext uri="{FF2B5EF4-FFF2-40B4-BE49-F238E27FC236}">
                      <a16:creationId xmlns:a16="http://schemas.microsoft.com/office/drawing/2014/main" id="{14E74CC2-3586-D6D3-F8FA-9285152A6652}"/>
                    </a:ext>
                  </a:extLst>
                </p14:cNvPr>
                <p14:cNvContentPartPr/>
                <p14:nvPr/>
              </p14:nvContentPartPr>
              <p14:xfrm>
                <a:off x="2643660" y="3193500"/>
                <a:ext cx="200160" cy="152280"/>
              </p14:xfrm>
            </p:contentPart>
          </mc:Choice>
          <mc:Fallback xmlns="">
            <p:pic>
              <p:nvPicPr>
                <p:cNvPr id="267" name="Ink 266">
                  <a:extLst>
                    <a:ext uri="{FF2B5EF4-FFF2-40B4-BE49-F238E27FC236}">
                      <a16:creationId xmlns:a16="http://schemas.microsoft.com/office/drawing/2014/main" id="{14E74CC2-3586-D6D3-F8FA-9285152A6652}"/>
                    </a:ext>
                  </a:extLst>
                </p:cNvPr>
                <p:cNvPicPr/>
                <p:nvPr/>
              </p:nvPicPr>
              <p:blipFill>
                <a:blip r:embed="rId371"/>
                <a:stretch>
                  <a:fillRect/>
                </a:stretch>
              </p:blipFill>
              <p:spPr>
                <a:xfrm>
                  <a:off x="2635020" y="3184500"/>
                  <a:ext cx="217800"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372">
              <p14:nvContentPartPr>
                <p14:cNvPr id="268" name="Ink 267">
                  <a:extLst>
                    <a:ext uri="{FF2B5EF4-FFF2-40B4-BE49-F238E27FC236}">
                      <a16:creationId xmlns:a16="http://schemas.microsoft.com/office/drawing/2014/main" id="{E30426C4-1C57-457E-B4AD-3AF9CA0F0B01}"/>
                    </a:ext>
                  </a:extLst>
                </p14:cNvPr>
                <p14:cNvContentPartPr/>
                <p14:nvPr/>
              </p14:nvContentPartPr>
              <p14:xfrm>
                <a:off x="2914380" y="3140940"/>
                <a:ext cx="133200" cy="189720"/>
              </p14:xfrm>
            </p:contentPart>
          </mc:Choice>
          <mc:Fallback xmlns="">
            <p:pic>
              <p:nvPicPr>
                <p:cNvPr id="268" name="Ink 267">
                  <a:extLst>
                    <a:ext uri="{FF2B5EF4-FFF2-40B4-BE49-F238E27FC236}">
                      <a16:creationId xmlns:a16="http://schemas.microsoft.com/office/drawing/2014/main" id="{E30426C4-1C57-457E-B4AD-3AF9CA0F0B01}"/>
                    </a:ext>
                  </a:extLst>
                </p:cNvPr>
                <p:cNvPicPr/>
                <p:nvPr/>
              </p:nvPicPr>
              <p:blipFill>
                <a:blip r:embed="rId373"/>
                <a:stretch>
                  <a:fillRect/>
                </a:stretch>
              </p:blipFill>
              <p:spPr>
                <a:xfrm>
                  <a:off x="2905740" y="3132300"/>
                  <a:ext cx="150840" cy="207360"/>
                </a:xfrm>
                <a:prstGeom prst="rect">
                  <a:avLst/>
                </a:prstGeom>
              </p:spPr>
            </p:pic>
          </mc:Fallback>
        </mc:AlternateContent>
        <mc:AlternateContent xmlns:mc="http://schemas.openxmlformats.org/markup-compatibility/2006" xmlns:p14="http://schemas.microsoft.com/office/powerpoint/2010/main">
          <mc:Choice Requires="p14">
            <p:contentPart p14:bwMode="auto" r:id="rId374">
              <p14:nvContentPartPr>
                <p14:cNvPr id="269" name="Ink 268">
                  <a:extLst>
                    <a:ext uri="{FF2B5EF4-FFF2-40B4-BE49-F238E27FC236}">
                      <a16:creationId xmlns:a16="http://schemas.microsoft.com/office/drawing/2014/main" id="{52636292-537F-F5D1-08CD-4B466B69055F}"/>
                    </a:ext>
                  </a:extLst>
                </p14:cNvPr>
                <p14:cNvContentPartPr/>
                <p14:nvPr/>
              </p14:nvContentPartPr>
              <p14:xfrm>
                <a:off x="3088620" y="3124740"/>
                <a:ext cx="140760" cy="225000"/>
              </p14:xfrm>
            </p:contentPart>
          </mc:Choice>
          <mc:Fallback xmlns="">
            <p:pic>
              <p:nvPicPr>
                <p:cNvPr id="269" name="Ink 268">
                  <a:extLst>
                    <a:ext uri="{FF2B5EF4-FFF2-40B4-BE49-F238E27FC236}">
                      <a16:creationId xmlns:a16="http://schemas.microsoft.com/office/drawing/2014/main" id="{52636292-537F-F5D1-08CD-4B466B69055F}"/>
                    </a:ext>
                  </a:extLst>
                </p:cNvPr>
                <p:cNvPicPr/>
                <p:nvPr/>
              </p:nvPicPr>
              <p:blipFill>
                <a:blip r:embed="rId375"/>
                <a:stretch>
                  <a:fillRect/>
                </a:stretch>
              </p:blipFill>
              <p:spPr>
                <a:xfrm>
                  <a:off x="3079620" y="3115740"/>
                  <a:ext cx="158400" cy="242640"/>
                </a:xfrm>
                <a:prstGeom prst="rect">
                  <a:avLst/>
                </a:prstGeom>
              </p:spPr>
            </p:pic>
          </mc:Fallback>
        </mc:AlternateContent>
        <mc:AlternateContent xmlns:mc="http://schemas.openxmlformats.org/markup-compatibility/2006" xmlns:p14="http://schemas.microsoft.com/office/powerpoint/2010/main">
          <mc:Choice Requires="p14">
            <p:contentPart p14:bwMode="auto" r:id="rId376">
              <p14:nvContentPartPr>
                <p14:cNvPr id="270" name="Ink 269">
                  <a:extLst>
                    <a:ext uri="{FF2B5EF4-FFF2-40B4-BE49-F238E27FC236}">
                      <a16:creationId xmlns:a16="http://schemas.microsoft.com/office/drawing/2014/main" id="{28EFFFF9-99B9-75A3-FF28-EBE8A21D89B5}"/>
                    </a:ext>
                  </a:extLst>
                </p14:cNvPr>
                <p14:cNvContentPartPr/>
                <p14:nvPr/>
              </p14:nvContentPartPr>
              <p14:xfrm>
                <a:off x="3240180" y="3039780"/>
                <a:ext cx="68040" cy="64440"/>
              </p14:xfrm>
            </p:contentPart>
          </mc:Choice>
          <mc:Fallback xmlns="">
            <p:pic>
              <p:nvPicPr>
                <p:cNvPr id="270" name="Ink 269">
                  <a:extLst>
                    <a:ext uri="{FF2B5EF4-FFF2-40B4-BE49-F238E27FC236}">
                      <a16:creationId xmlns:a16="http://schemas.microsoft.com/office/drawing/2014/main" id="{28EFFFF9-99B9-75A3-FF28-EBE8A21D89B5}"/>
                    </a:ext>
                  </a:extLst>
                </p:cNvPr>
                <p:cNvPicPr/>
                <p:nvPr/>
              </p:nvPicPr>
              <p:blipFill>
                <a:blip r:embed="rId377"/>
                <a:stretch>
                  <a:fillRect/>
                </a:stretch>
              </p:blipFill>
              <p:spPr>
                <a:xfrm>
                  <a:off x="3231180" y="3031140"/>
                  <a:ext cx="85680" cy="82080"/>
                </a:xfrm>
                <a:prstGeom prst="rect">
                  <a:avLst/>
                </a:prstGeom>
              </p:spPr>
            </p:pic>
          </mc:Fallback>
        </mc:AlternateContent>
      </p:grpSp>
      <p:grpSp>
        <p:nvGrpSpPr>
          <p:cNvPr id="279" name="Group 278">
            <a:extLst>
              <a:ext uri="{FF2B5EF4-FFF2-40B4-BE49-F238E27FC236}">
                <a16:creationId xmlns:a16="http://schemas.microsoft.com/office/drawing/2014/main" id="{1A3BF733-A691-FA6C-12F3-04E339C5B495}"/>
              </a:ext>
            </a:extLst>
          </p:cNvPr>
          <p:cNvGrpSpPr/>
          <p:nvPr/>
        </p:nvGrpSpPr>
        <p:grpSpPr>
          <a:xfrm>
            <a:off x="3401460" y="3229500"/>
            <a:ext cx="173520" cy="88560"/>
            <a:chOff x="3401460" y="3229500"/>
            <a:chExt cx="173520" cy="88560"/>
          </a:xfrm>
        </p:grpSpPr>
        <mc:AlternateContent xmlns:mc="http://schemas.openxmlformats.org/markup-compatibility/2006" xmlns:p14="http://schemas.microsoft.com/office/powerpoint/2010/main">
          <mc:Choice Requires="p14">
            <p:contentPart p14:bwMode="auto" r:id="rId378">
              <p14:nvContentPartPr>
                <p14:cNvPr id="272" name="Ink 271">
                  <a:extLst>
                    <a:ext uri="{FF2B5EF4-FFF2-40B4-BE49-F238E27FC236}">
                      <a16:creationId xmlns:a16="http://schemas.microsoft.com/office/drawing/2014/main" id="{EDB23ACF-22CF-57DF-1683-65FDD6E5E7EA}"/>
                    </a:ext>
                  </a:extLst>
                </p14:cNvPr>
                <p14:cNvContentPartPr/>
                <p14:nvPr/>
              </p14:nvContentPartPr>
              <p14:xfrm>
                <a:off x="3411900" y="3229500"/>
                <a:ext cx="124560" cy="38160"/>
              </p14:xfrm>
            </p:contentPart>
          </mc:Choice>
          <mc:Fallback xmlns="">
            <p:pic>
              <p:nvPicPr>
                <p:cNvPr id="272" name="Ink 271">
                  <a:extLst>
                    <a:ext uri="{FF2B5EF4-FFF2-40B4-BE49-F238E27FC236}">
                      <a16:creationId xmlns:a16="http://schemas.microsoft.com/office/drawing/2014/main" id="{EDB23ACF-22CF-57DF-1683-65FDD6E5E7EA}"/>
                    </a:ext>
                  </a:extLst>
                </p:cNvPr>
                <p:cNvPicPr/>
                <p:nvPr/>
              </p:nvPicPr>
              <p:blipFill>
                <a:blip r:embed="rId379"/>
                <a:stretch>
                  <a:fillRect/>
                </a:stretch>
              </p:blipFill>
              <p:spPr>
                <a:xfrm>
                  <a:off x="3402900" y="3220860"/>
                  <a:ext cx="14220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380">
              <p14:nvContentPartPr>
                <p14:cNvPr id="273" name="Ink 272">
                  <a:extLst>
                    <a:ext uri="{FF2B5EF4-FFF2-40B4-BE49-F238E27FC236}">
                      <a16:creationId xmlns:a16="http://schemas.microsoft.com/office/drawing/2014/main" id="{7DA08D92-C2CE-8495-E0B3-52CA968393F5}"/>
                    </a:ext>
                  </a:extLst>
                </p14:cNvPr>
                <p14:cNvContentPartPr/>
                <p14:nvPr/>
              </p14:nvContentPartPr>
              <p14:xfrm>
                <a:off x="3401460" y="3297900"/>
                <a:ext cx="173520" cy="20160"/>
              </p14:xfrm>
            </p:contentPart>
          </mc:Choice>
          <mc:Fallback xmlns="">
            <p:pic>
              <p:nvPicPr>
                <p:cNvPr id="273" name="Ink 272">
                  <a:extLst>
                    <a:ext uri="{FF2B5EF4-FFF2-40B4-BE49-F238E27FC236}">
                      <a16:creationId xmlns:a16="http://schemas.microsoft.com/office/drawing/2014/main" id="{7DA08D92-C2CE-8495-E0B3-52CA968393F5}"/>
                    </a:ext>
                  </a:extLst>
                </p:cNvPr>
                <p:cNvPicPr/>
                <p:nvPr/>
              </p:nvPicPr>
              <p:blipFill>
                <a:blip r:embed="rId381"/>
                <a:stretch>
                  <a:fillRect/>
                </a:stretch>
              </p:blipFill>
              <p:spPr>
                <a:xfrm>
                  <a:off x="3392820" y="3288900"/>
                  <a:ext cx="191160" cy="37800"/>
                </a:xfrm>
                <a:prstGeom prst="rect">
                  <a:avLst/>
                </a:prstGeom>
              </p:spPr>
            </p:pic>
          </mc:Fallback>
        </mc:AlternateContent>
      </p:grpSp>
      <p:grpSp>
        <p:nvGrpSpPr>
          <p:cNvPr id="278" name="Group 277">
            <a:extLst>
              <a:ext uri="{FF2B5EF4-FFF2-40B4-BE49-F238E27FC236}">
                <a16:creationId xmlns:a16="http://schemas.microsoft.com/office/drawing/2014/main" id="{7FE4BB8B-1D72-8191-2A18-4267FFD1F716}"/>
              </a:ext>
            </a:extLst>
          </p:cNvPr>
          <p:cNvGrpSpPr/>
          <p:nvPr/>
        </p:nvGrpSpPr>
        <p:grpSpPr>
          <a:xfrm>
            <a:off x="3815100" y="3097020"/>
            <a:ext cx="870120" cy="191520"/>
            <a:chOff x="3815100" y="3097020"/>
            <a:chExt cx="870120" cy="191520"/>
          </a:xfrm>
        </p:grpSpPr>
        <mc:AlternateContent xmlns:mc="http://schemas.openxmlformats.org/markup-compatibility/2006" xmlns:p14="http://schemas.microsoft.com/office/powerpoint/2010/main">
          <mc:Choice Requires="p14">
            <p:contentPart p14:bwMode="auto" r:id="rId382">
              <p14:nvContentPartPr>
                <p14:cNvPr id="274" name="Ink 273">
                  <a:extLst>
                    <a:ext uri="{FF2B5EF4-FFF2-40B4-BE49-F238E27FC236}">
                      <a16:creationId xmlns:a16="http://schemas.microsoft.com/office/drawing/2014/main" id="{965FBD51-C547-4031-1BED-FCC8D441F6CA}"/>
                    </a:ext>
                  </a:extLst>
                </p14:cNvPr>
                <p14:cNvContentPartPr/>
                <p14:nvPr/>
              </p14:nvContentPartPr>
              <p14:xfrm>
                <a:off x="3815100" y="3124380"/>
                <a:ext cx="269640" cy="164160"/>
              </p14:xfrm>
            </p:contentPart>
          </mc:Choice>
          <mc:Fallback xmlns="">
            <p:pic>
              <p:nvPicPr>
                <p:cNvPr id="274" name="Ink 273">
                  <a:extLst>
                    <a:ext uri="{FF2B5EF4-FFF2-40B4-BE49-F238E27FC236}">
                      <a16:creationId xmlns:a16="http://schemas.microsoft.com/office/drawing/2014/main" id="{965FBD51-C547-4031-1BED-FCC8D441F6CA}"/>
                    </a:ext>
                  </a:extLst>
                </p:cNvPr>
                <p:cNvPicPr/>
                <p:nvPr/>
              </p:nvPicPr>
              <p:blipFill>
                <a:blip r:embed="rId383"/>
                <a:stretch>
                  <a:fillRect/>
                </a:stretch>
              </p:blipFill>
              <p:spPr>
                <a:xfrm>
                  <a:off x="3806460" y="3115380"/>
                  <a:ext cx="287280" cy="181800"/>
                </a:xfrm>
                <a:prstGeom prst="rect">
                  <a:avLst/>
                </a:prstGeom>
              </p:spPr>
            </p:pic>
          </mc:Fallback>
        </mc:AlternateContent>
        <mc:AlternateContent xmlns:mc="http://schemas.openxmlformats.org/markup-compatibility/2006" xmlns:p14="http://schemas.microsoft.com/office/powerpoint/2010/main">
          <mc:Choice Requires="p14">
            <p:contentPart p14:bwMode="auto" r:id="rId384">
              <p14:nvContentPartPr>
                <p14:cNvPr id="275" name="Ink 274">
                  <a:extLst>
                    <a:ext uri="{FF2B5EF4-FFF2-40B4-BE49-F238E27FC236}">
                      <a16:creationId xmlns:a16="http://schemas.microsoft.com/office/drawing/2014/main" id="{DA0E0467-76CF-29FF-4646-793A9E71BAE2}"/>
                    </a:ext>
                  </a:extLst>
                </p14:cNvPr>
                <p14:cNvContentPartPr/>
                <p14:nvPr/>
              </p14:nvContentPartPr>
              <p14:xfrm>
                <a:off x="4238100" y="3097020"/>
                <a:ext cx="171720" cy="168120"/>
              </p14:xfrm>
            </p:contentPart>
          </mc:Choice>
          <mc:Fallback xmlns="">
            <p:pic>
              <p:nvPicPr>
                <p:cNvPr id="275" name="Ink 274">
                  <a:extLst>
                    <a:ext uri="{FF2B5EF4-FFF2-40B4-BE49-F238E27FC236}">
                      <a16:creationId xmlns:a16="http://schemas.microsoft.com/office/drawing/2014/main" id="{DA0E0467-76CF-29FF-4646-793A9E71BAE2}"/>
                    </a:ext>
                  </a:extLst>
                </p:cNvPr>
                <p:cNvPicPr/>
                <p:nvPr/>
              </p:nvPicPr>
              <p:blipFill>
                <a:blip r:embed="rId385"/>
                <a:stretch>
                  <a:fillRect/>
                </a:stretch>
              </p:blipFill>
              <p:spPr>
                <a:xfrm>
                  <a:off x="4229460" y="3088020"/>
                  <a:ext cx="18936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386">
              <p14:nvContentPartPr>
                <p14:cNvPr id="276" name="Ink 275">
                  <a:extLst>
                    <a:ext uri="{FF2B5EF4-FFF2-40B4-BE49-F238E27FC236}">
                      <a16:creationId xmlns:a16="http://schemas.microsoft.com/office/drawing/2014/main" id="{9D93CEE1-5F3B-8DF7-A3F8-C339281D0CBD}"/>
                    </a:ext>
                  </a:extLst>
                </p14:cNvPr>
                <p14:cNvContentPartPr/>
                <p14:nvPr/>
              </p14:nvContentPartPr>
              <p14:xfrm>
                <a:off x="4554540" y="3175860"/>
                <a:ext cx="120960" cy="94320"/>
              </p14:xfrm>
            </p:contentPart>
          </mc:Choice>
          <mc:Fallback xmlns="">
            <p:pic>
              <p:nvPicPr>
                <p:cNvPr id="276" name="Ink 275">
                  <a:extLst>
                    <a:ext uri="{FF2B5EF4-FFF2-40B4-BE49-F238E27FC236}">
                      <a16:creationId xmlns:a16="http://schemas.microsoft.com/office/drawing/2014/main" id="{9D93CEE1-5F3B-8DF7-A3F8-C339281D0CBD}"/>
                    </a:ext>
                  </a:extLst>
                </p:cNvPr>
                <p:cNvPicPr/>
                <p:nvPr/>
              </p:nvPicPr>
              <p:blipFill>
                <a:blip r:embed="rId387"/>
                <a:stretch>
                  <a:fillRect/>
                </a:stretch>
              </p:blipFill>
              <p:spPr>
                <a:xfrm>
                  <a:off x="4545900" y="3166860"/>
                  <a:ext cx="138600" cy="111960"/>
                </a:xfrm>
                <a:prstGeom prst="rect">
                  <a:avLst/>
                </a:prstGeom>
              </p:spPr>
            </p:pic>
          </mc:Fallback>
        </mc:AlternateContent>
        <mc:AlternateContent xmlns:mc="http://schemas.openxmlformats.org/markup-compatibility/2006" xmlns:p14="http://schemas.microsoft.com/office/powerpoint/2010/main">
          <mc:Choice Requires="p14">
            <p:contentPart p14:bwMode="auto" r:id="rId388">
              <p14:nvContentPartPr>
                <p14:cNvPr id="277" name="Ink 276">
                  <a:extLst>
                    <a:ext uri="{FF2B5EF4-FFF2-40B4-BE49-F238E27FC236}">
                      <a16:creationId xmlns:a16="http://schemas.microsoft.com/office/drawing/2014/main" id="{62C1C806-4B41-9674-D530-1F96AD966CF7}"/>
                    </a:ext>
                  </a:extLst>
                </p14:cNvPr>
                <p14:cNvContentPartPr/>
                <p14:nvPr/>
              </p14:nvContentPartPr>
              <p14:xfrm>
                <a:off x="4532580" y="3183060"/>
                <a:ext cx="152640" cy="103680"/>
              </p14:xfrm>
            </p:contentPart>
          </mc:Choice>
          <mc:Fallback xmlns="">
            <p:pic>
              <p:nvPicPr>
                <p:cNvPr id="277" name="Ink 276">
                  <a:extLst>
                    <a:ext uri="{FF2B5EF4-FFF2-40B4-BE49-F238E27FC236}">
                      <a16:creationId xmlns:a16="http://schemas.microsoft.com/office/drawing/2014/main" id="{62C1C806-4B41-9674-D530-1F96AD966CF7}"/>
                    </a:ext>
                  </a:extLst>
                </p:cNvPr>
                <p:cNvPicPr/>
                <p:nvPr/>
              </p:nvPicPr>
              <p:blipFill>
                <a:blip r:embed="rId389"/>
                <a:stretch>
                  <a:fillRect/>
                </a:stretch>
              </p:blipFill>
              <p:spPr>
                <a:xfrm>
                  <a:off x="4523940" y="3174420"/>
                  <a:ext cx="170280" cy="121320"/>
                </a:xfrm>
                <a:prstGeom prst="rect">
                  <a:avLst/>
                </a:prstGeom>
              </p:spPr>
            </p:pic>
          </mc:Fallback>
        </mc:AlternateContent>
      </p:grpSp>
      <p:grpSp>
        <p:nvGrpSpPr>
          <p:cNvPr id="302" name="Group 301">
            <a:extLst>
              <a:ext uri="{FF2B5EF4-FFF2-40B4-BE49-F238E27FC236}">
                <a16:creationId xmlns:a16="http://schemas.microsoft.com/office/drawing/2014/main" id="{39AC8724-4AD9-929D-81BC-4B64A9038555}"/>
              </a:ext>
            </a:extLst>
          </p:cNvPr>
          <p:cNvGrpSpPr/>
          <p:nvPr/>
        </p:nvGrpSpPr>
        <p:grpSpPr>
          <a:xfrm>
            <a:off x="1094580" y="3597420"/>
            <a:ext cx="2732400" cy="704520"/>
            <a:chOff x="1094580" y="3597420"/>
            <a:chExt cx="2732400" cy="704520"/>
          </a:xfrm>
        </p:grpSpPr>
        <mc:AlternateContent xmlns:mc="http://schemas.openxmlformats.org/markup-compatibility/2006" xmlns:p14="http://schemas.microsoft.com/office/powerpoint/2010/main">
          <mc:Choice Requires="p14">
            <p:contentPart p14:bwMode="auto" r:id="rId390">
              <p14:nvContentPartPr>
                <p14:cNvPr id="280" name="Ink 279">
                  <a:extLst>
                    <a:ext uri="{FF2B5EF4-FFF2-40B4-BE49-F238E27FC236}">
                      <a16:creationId xmlns:a16="http://schemas.microsoft.com/office/drawing/2014/main" id="{521549F9-5BEF-B19B-FD27-B0FB1A3AB0B3}"/>
                    </a:ext>
                  </a:extLst>
                </p14:cNvPr>
                <p14:cNvContentPartPr/>
                <p14:nvPr/>
              </p14:nvContentPartPr>
              <p14:xfrm>
                <a:off x="1249740" y="3759780"/>
                <a:ext cx="154800" cy="239760"/>
              </p14:xfrm>
            </p:contentPart>
          </mc:Choice>
          <mc:Fallback xmlns="">
            <p:pic>
              <p:nvPicPr>
                <p:cNvPr id="280" name="Ink 279">
                  <a:extLst>
                    <a:ext uri="{FF2B5EF4-FFF2-40B4-BE49-F238E27FC236}">
                      <a16:creationId xmlns:a16="http://schemas.microsoft.com/office/drawing/2014/main" id="{521549F9-5BEF-B19B-FD27-B0FB1A3AB0B3}"/>
                    </a:ext>
                  </a:extLst>
                </p:cNvPr>
                <p:cNvPicPr/>
                <p:nvPr/>
              </p:nvPicPr>
              <p:blipFill>
                <a:blip r:embed="rId391"/>
                <a:stretch>
                  <a:fillRect/>
                </a:stretch>
              </p:blipFill>
              <p:spPr>
                <a:xfrm>
                  <a:off x="1240740" y="3751140"/>
                  <a:ext cx="172440" cy="257400"/>
                </a:xfrm>
                <a:prstGeom prst="rect">
                  <a:avLst/>
                </a:prstGeom>
              </p:spPr>
            </p:pic>
          </mc:Fallback>
        </mc:AlternateContent>
        <mc:AlternateContent xmlns:mc="http://schemas.openxmlformats.org/markup-compatibility/2006" xmlns:p14="http://schemas.microsoft.com/office/powerpoint/2010/main">
          <mc:Choice Requires="p14">
            <p:contentPart p14:bwMode="auto" r:id="rId392">
              <p14:nvContentPartPr>
                <p14:cNvPr id="281" name="Ink 280">
                  <a:extLst>
                    <a:ext uri="{FF2B5EF4-FFF2-40B4-BE49-F238E27FC236}">
                      <a16:creationId xmlns:a16="http://schemas.microsoft.com/office/drawing/2014/main" id="{F3F4244D-9AF4-F4B8-919C-4B463E7C9D5C}"/>
                    </a:ext>
                  </a:extLst>
                </p14:cNvPr>
                <p14:cNvContentPartPr/>
                <p14:nvPr/>
              </p14:nvContentPartPr>
              <p14:xfrm>
                <a:off x="1220220" y="3908820"/>
                <a:ext cx="134640" cy="13680"/>
              </p14:xfrm>
            </p:contentPart>
          </mc:Choice>
          <mc:Fallback xmlns="">
            <p:pic>
              <p:nvPicPr>
                <p:cNvPr id="281" name="Ink 280">
                  <a:extLst>
                    <a:ext uri="{FF2B5EF4-FFF2-40B4-BE49-F238E27FC236}">
                      <a16:creationId xmlns:a16="http://schemas.microsoft.com/office/drawing/2014/main" id="{F3F4244D-9AF4-F4B8-919C-4B463E7C9D5C}"/>
                    </a:ext>
                  </a:extLst>
                </p:cNvPr>
                <p:cNvPicPr/>
                <p:nvPr/>
              </p:nvPicPr>
              <p:blipFill>
                <a:blip r:embed="rId393"/>
                <a:stretch>
                  <a:fillRect/>
                </a:stretch>
              </p:blipFill>
              <p:spPr>
                <a:xfrm>
                  <a:off x="1211580" y="3899820"/>
                  <a:ext cx="152280" cy="31320"/>
                </a:xfrm>
                <a:prstGeom prst="rect">
                  <a:avLst/>
                </a:prstGeom>
              </p:spPr>
            </p:pic>
          </mc:Fallback>
        </mc:AlternateContent>
        <mc:AlternateContent xmlns:mc="http://schemas.openxmlformats.org/markup-compatibility/2006" xmlns:p14="http://schemas.microsoft.com/office/powerpoint/2010/main">
          <mc:Choice Requires="p14">
            <p:contentPart p14:bwMode="auto" r:id="rId394">
              <p14:nvContentPartPr>
                <p14:cNvPr id="284" name="Ink 283">
                  <a:extLst>
                    <a:ext uri="{FF2B5EF4-FFF2-40B4-BE49-F238E27FC236}">
                      <a16:creationId xmlns:a16="http://schemas.microsoft.com/office/drawing/2014/main" id="{6652BFBE-D151-9299-8B4D-18AE69F57CAC}"/>
                    </a:ext>
                  </a:extLst>
                </p14:cNvPr>
                <p14:cNvContentPartPr/>
                <p14:nvPr/>
              </p14:nvContentPartPr>
              <p14:xfrm>
                <a:off x="1588140" y="3830700"/>
                <a:ext cx="187920" cy="29520"/>
              </p14:xfrm>
            </p:contentPart>
          </mc:Choice>
          <mc:Fallback xmlns="">
            <p:pic>
              <p:nvPicPr>
                <p:cNvPr id="284" name="Ink 283">
                  <a:extLst>
                    <a:ext uri="{FF2B5EF4-FFF2-40B4-BE49-F238E27FC236}">
                      <a16:creationId xmlns:a16="http://schemas.microsoft.com/office/drawing/2014/main" id="{6652BFBE-D151-9299-8B4D-18AE69F57CAC}"/>
                    </a:ext>
                  </a:extLst>
                </p:cNvPr>
                <p:cNvPicPr/>
                <p:nvPr/>
              </p:nvPicPr>
              <p:blipFill>
                <a:blip r:embed="rId399"/>
                <a:stretch>
                  <a:fillRect/>
                </a:stretch>
              </p:blipFill>
              <p:spPr>
                <a:xfrm>
                  <a:off x="1579500" y="3822060"/>
                  <a:ext cx="20556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400">
              <p14:nvContentPartPr>
                <p14:cNvPr id="285" name="Ink 284">
                  <a:extLst>
                    <a:ext uri="{FF2B5EF4-FFF2-40B4-BE49-F238E27FC236}">
                      <a16:creationId xmlns:a16="http://schemas.microsoft.com/office/drawing/2014/main" id="{863F937D-AFFC-8DA4-C97D-90468EBBED34}"/>
                    </a:ext>
                  </a:extLst>
                </p14:cNvPr>
                <p14:cNvContentPartPr/>
                <p14:nvPr/>
              </p14:nvContentPartPr>
              <p14:xfrm>
                <a:off x="1694700" y="3737460"/>
                <a:ext cx="16920" cy="214560"/>
              </p14:xfrm>
            </p:contentPart>
          </mc:Choice>
          <mc:Fallback xmlns="">
            <p:pic>
              <p:nvPicPr>
                <p:cNvPr id="285" name="Ink 284">
                  <a:extLst>
                    <a:ext uri="{FF2B5EF4-FFF2-40B4-BE49-F238E27FC236}">
                      <a16:creationId xmlns:a16="http://schemas.microsoft.com/office/drawing/2014/main" id="{863F937D-AFFC-8DA4-C97D-90468EBBED34}"/>
                    </a:ext>
                  </a:extLst>
                </p:cNvPr>
                <p:cNvPicPr/>
                <p:nvPr/>
              </p:nvPicPr>
              <p:blipFill>
                <a:blip r:embed="rId401"/>
                <a:stretch>
                  <a:fillRect/>
                </a:stretch>
              </p:blipFill>
              <p:spPr>
                <a:xfrm>
                  <a:off x="1686060" y="3728820"/>
                  <a:ext cx="34560" cy="232200"/>
                </a:xfrm>
                <a:prstGeom prst="rect">
                  <a:avLst/>
                </a:prstGeom>
              </p:spPr>
            </p:pic>
          </mc:Fallback>
        </mc:AlternateContent>
        <mc:AlternateContent xmlns:mc="http://schemas.openxmlformats.org/markup-compatibility/2006" xmlns:p14="http://schemas.microsoft.com/office/powerpoint/2010/main">
          <mc:Choice Requires="p14">
            <p:contentPart p14:bwMode="auto" r:id="rId402">
              <p14:nvContentPartPr>
                <p14:cNvPr id="286" name="Ink 285">
                  <a:extLst>
                    <a:ext uri="{FF2B5EF4-FFF2-40B4-BE49-F238E27FC236}">
                      <a16:creationId xmlns:a16="http://schemas.microsoft.com/office/drawing/2014/main" id="{6879A103-B87A-B4C3-1C31-AB1123A4E110}"/>
                    </a:ext>
                  </a:extLst>
                </p14:cNvPr>
                <p14:cNvContentPartPr/>
                <p14:nvPr/>
              </p14:nvContentPartPr>
              <p14:xfrm>
                <a:off x="1958220" y="3697140"/>
                <a:ext cx="164160" cy="221040"/>
              </p14:xfrm>
            </p:contentPart>
          </mc:Choice>
          <mc:Fallback xmlns="">
            <p:pic>
              <p:nvPicPr>
                <p:cNvPr id="286" name="Ink 285">
                  <a:extLst>
                    <a:ext uri="{FF2B5EF4-FFF2-40B4-BE49-F238E27FC236}">
                      <a16:creationId xmlns:a16="http://schemas.microsoft.com/office/drawing/2014/main" id="{6879A103-B87A-B4C3-1C31-AB1123A4E110}"/>
                    </a:ext>
                  </a:extLst>
                </p:cNvPr>
                <p:cNvPicPr/>
                <p:nvPr/>
              </p:nvPicPr>
              <p:blipFill>
                <a:blip r:embed="rId403"/>
                <a:stretch>
                  <a:fillRect/>
                </a:stretch>
              </p:blipFill>
              <p:spPr>
                <a:xfrm>
                  <a:off x="1949220" y="3688140"/>
                  <a:ext cx="181800" cy="238680"/>
                </a:xfrm>
                <a:prstGeom prst="rect">
                  <a:avLst/>
                </a:prstGeom>
              </p:spPr>
            </p:pic>
          </mc:Fallback>
        </mc:AlternateContent>
        <mc:AlternateContent xmlns:mc="http://schemas.openxmlformats.org/markup-compatibility/2006" xmlns:p14="http://schemas.microsoft.com/office/powerpoint/2010/main">
          <mc:Choice Requires="p14">
            <p:contentPart p14:bwMode="auto" r:id="rId404">
              <p14:nvContentPartPr>
                <p14:cNvPr id="287" name="Ink 286">
                  <a:extLst>
                    <a:ext uri="{FF2B5EF4-FFF2-40B4-BE49-F238E27FC236}">
                      <a16:creationId xmlns:a16="http://schemas.microsoft.com/office/drawing/2014/main" id="{10730C04-9624-7588-8857-795A0177F105}"/>
                    </a:ext>
                  </a:extLst>
                </p14:cNvPr>
                <p14:cNvContentPartPr/>
                <p14:nvPr/>
              </p14:nvContentPartPr>
              <p14:xfrm>
                <a:off x="1949220" y="3817020"/>
                <a:ext cx="120240" cy="16920"/>
              </p14:xfrm>
            </p:contentPart>
          </mc:Choice>
          <mc:Fallback xmlns="">
            <p:pic>
              <p:nvPicPr>
                <p:cNvPr id="287" name="Ink 286">
                  <a:extLst>
                    <a:ext uri="{FF2B5EF4-FFF2-40B4-BE49-F238E27FC236}">
                      <a16:creationId xmlns:a16="http://schemas.microsoft.com/office/drawing/2014/main" id="{10730C04-9624-7588-8857-795A0177F105}"/>
                    </a:ext>
                  </a:extLst>
                </p:cNvPr>
                <p:cNvPicPr/>
                <p:nvPr/>
              </p:nvPicPr>
              <p:blipFill>
                <a:blip r:embed="rId405"/>
                <a:stretch>
                  <a:fillRect/>
                </a:stretch>
              </p:blipFill>
              <p:spPr>
                <a:xfrm>
                  <a:off x="1940220" y="3808020"/>
                  <a:ext cx="13788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406">
              <p14:nvContentPartPr>
                <p14:cNvPr id="288" name="Ink 287">
                  <a:extLst>
                    <a:ext uri="{FF2B5EF4-FFF2-40B4-BE49-F238E27FC236}">
                      <a16:creationId xmlns:a16="http://schemas.microsoft.com/office/drawing/2014/main" id="{4251F14A-E6D2-2929-B96C-0394AE772180}"/>
                    </a:ext>
                  </a:extLst>
                </p14:cNvPr>
                <p14:cNvContentPartPr/>
                <p14:nvPr/>
              </p14:nvContentPartPr>
              <p14:xfrm>
                <a:off x="2205540" y="3693900"/>
                <a:ext cx="294840" cy="201960"/>
              </p14:xfrm>
            </p:contentPart>
          </mc:Choice>
          <mc:Fallback xmlns="">
            <p:pic>
              <p:nvPicPr>
                <p:cNvPr id="288" name="Ink 287">
                  <a:extLst>
                    <a:ext uri="{FF2B5EF4-FFF2-40B4-BE49-F238E27FC236}">
                      <a16:creationId xmlns:a16="http://schemas.microsoft.com/office/drawing/2014/main" id="{4251F14A-E6D2-2929-B96C-0394AE772180}"/>
                    </a:ext>
                  </a:extLst>
                </p:cNvPr>
                <p:cNvPicPr/>
                <p:nvPr/>
              </p:nvPicPr>
              <p:blipFill>
                <a:blip r:embed="rId407"/>
                <a:stretch>
                  <a:fillRect/>
                </a:stretch>
              </p:blipFill>
              <p:spPr>
                <a:xfrm>
                  <a:off x="2196900" y="3685260"/>
                  <a:ext cx="312480" cy="219600"/>
                </a:xfrm>
                <a:prstGeom prst="rect">
                  <a:avLst/>
                </a:prstGeom>
              </p:spPr>
            </p:pic>
          </mc:Fallback>
        </mc:AlternateContent>
        <mc:AlternateContent xmlns:mc="http://schemas.openxmlformats.org/markup-compatibility/2006" xmlns:p14="http://schemas.microsoft.com/office/powerpoint/2010/main">
          <mc:Choice Requires="p14">
            <p:contentPart p14:bwMode="auto" r:id="rId408">
              <p14:nvContentPartPr>
                <p14:cNvPr id="289" name="Ink 288">
                  <a:extLst>
                    <a:ext uri="{FF2B5EF4-FFF2-40B4-BE49-F238E27FC236}">
                      <a16:creationId xmlns:a16="http://schemas.microsoft.com/office/drawing/2014/main" id="{496E8B8F-ECE2-3DB1-CD5F-43411AC79D8A}"/>
                    </a:ext>
                  </a:extLst>
                </p14:cNvPr>
                <p14:cNvContentPartPr/>
                <p14:nvPr/>
              </p14:nvContentPartPr>
              <p14:xfrm>
                <a:off x="2577780" y="3723420"/>
                <a:ext cx="137520" cy="143280"/>
              </p14:xfrm>
            </p:contentPart>
          </mc:Choice>
          <mc:Fallback xmlns="">
            <p:pic>
              <p:nvPicPr>
                <p:cNvPr id="289" name="Ink 288">
                  <a:extLst>
                    <a:ext uri="{FF2B5EF4-FFF2-40B4-BE49-F238E27FC236}">
                      <a16:creationId xmlns:a16="http://schemas.microsoft.com/office/drawing/2014/main" id="{496E8B8F-ECE2-3DB1-CD5F-43411AC79D8A}"/>
                    </a:ext>
                  </a:extLst>
                </p:cNvPr>
                <p:cNvPicPr/>
                <p:nvPr/>
              </p:nvPicPr>
              <p:blipFill>
                <a:blip r:embed="rId409"/>
                <a:stretch>
                  <a:fillRect/>
                </a:stretch>
              </p:blipFill>
              <p:spPr>
                <a:xfrm>
                  <a:off x="2569140" y="3714420"/>
                  <a:ext cx="15516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410">
              <p14:nvContentPartPr>
                <p14:cNvPr id="290" name="Ink 289">
                  <a:extLst>
                    <a:ext uri="{FF2B5EF4-FFF2-40B4-BE49-F238E27FC236}">
                      <a16:creationId xmlns:a16="http://schemas.microsoft.com/office/drawing/2014/main" id="{90C040DD-7BDC-A604-4FDD-7D4BD014130C}"/>
                    </a:ext>
                  </a:extLst>
                </p14:cNvPr>
                <p14:cNvContentPartPr/>
                <p14:nvPr/>
              </p14:nvContentPartPr>
              <p14:xfrm>
                <a:off x="2807100" y="3679140"/>
                <a:ext cx="153720" cy="189720"/>
              </p14:xfrm>
            </p:contentPart>
          </mc:Choice>
          <mc:Fallback xmlns="">
            <p:pic>
              <p:nvPicPr>
                <p:cNvPr id="290" name="Ink 289">
                  <a:extLst>
                    <a:ext uri="{FF2B5EF4-FFF2-40B4-BE49-F238E27FC236}">
                      <a16:creationId xmlns:a16="http://schemas.microsoft.com/office/drawing/2014/main" id="{90C040DD-7BDC-A604-4FDD-7D4BD014130C}"/>
                    </a:ext>
                  </a:extLst>
                </p:cNvPr>
                <p:cNvPicPr/>
                <p:nvPr/>
              </p:nvPicPr>
              <p:blipFill>
                <a:blip r:embed="rId411"/>
                <a:stretch>
                  <a:fillRect/>
                </a:stretch>
              </p:blipFill>
              <p:spPr>
                <a:xfrm>
                  <a:off x="2798460" y="3670140"/>
                  <a:ext cx="171360" cy="207360"/>
                </a:xfrm>
                <a:prstGeom prst="rect">
                  <a:avLst/>
                </a:prstGeom>
              </p:spPr>
            </p:pic>
          </mc:Fallback>
        </mc:AlternateContent>
        <mc:AlternateContent xmlns:mc="http://schemas.openxmlformats.org/markup-compatibility/2006" xmlns:p14="http://schemas.microsoft.com/office/powerpoint/2010/main">
          <mc:Choice Requires="p14">
            <p:contentPart p14:bwMode="auto" r:id="rId412">
              <p14:nvContentPartPr>
                <p14:cNvPr id="291" name="Ink 290">
                  <a:extLst>
                    <a:ext uri="{FF2B5EF4-FFF2-40B4-BE49-F238E27FC236}">
                      <a16:creationId xmlns:a16="http://schemas.microsoft.com/office/drawing/2014/main" id="{10882572-55C5-4D97-B55F-3424564A6A45}"/>
                    </a:ext>
                  </a:extLst>
                </p14:cNvPr>
                <p14:cNvContentPartPr/>
                <p14:nvPr/>
              </p14:nvContentPartPr>
              <p14:xfrm>
                <a:off x="2961540" y="3686340"/>
                <a:ext cx="149760" cy="168120"/>
              </p14:xfrm>
            </p:contentPart>
          </mc:Choice>
          <mc:Fallback xmlns="">
            <p:pic>
              <p:nvPicPr>
                <p:cNvPr id="291" name="Ink 290">
                  <a:extLst>
                    <a:ext uri="{FF2B5EF4-FFF2-40B4-BE49-F238E27FC236}">
                      <a16:creationId xmlns:a16="http://schemas.microsoft.com/office/drawing/2014/main" id="{10882572-55C5-4D97-B55F-3424564A6A45}"/>
                    </a:ext>
                  </a:extLst>
                </p:cNvPr>
                <p:cNvPicPr/>
                <p:nvPr/>
              </p:nvPicPr>
              <p:blipFill>
                <a:blip r:embed="rId413"/>
                <a:stretch>
                  <a:fillRect/>
                </a:stretch>
              </p:blipFill>
              <p:spPr>
                <a:xfrm>
                  <a:off x="2952540" y="3677700"/>
                  <a:ext cx="16740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414">
              <p14:nvContentPartPr>
                <p14:cNvPr id="292" name="Ink 291">
                  <a:extLst>
                    <a:ext uri="{FF2B5EF4-FFF2-40B4-BE49-F238E27FC236}">
                      <a16:creationId xmlns:a16="http://schemas.microsoft.com/office/drawing/2014/main" id="{3BDAAB44-0F4B-9C8F-0A83-AC585AC9F503}"/>
                    </a:ext>
                  </a:extLst>
                </p14:cNvPr>
                <p14:cNvContentPartPr/>
                <p14:nvPr/>
              </p14:nvContentPartPr>
              <p14:xfrm>
                <a:off x="3121380" y="3597420"/>
                <a:ext cx="39240" cy="38880"/>
              </p14:xfrm>
            </p:contentPart>
          </mc:Choice>
          <mc:Fallback xmlns="">
            <p:pic>
              <p:nvPicPr>
                <p:cNvPr id="292" name="Ink 291">
                  <a:extLst>
                    <a:ext uri="{FF2B5EF4-FFF2-40B4-BE49-F238E27FC236}">
                      <a16:creationId xmlns:a16="http://schemas.microsoft.com/office/drawing/2014/main" id="{3BDAAB44-0F4B-9C8F-0A83-AC585AC9F503}"/>
                    </a:ext>
                  </a:extLst>
                </p:cNvPr>
                <p:cNvPicPr/>
                <p:nvPr/>
              </p:nvPicPr>
              <p:blipFill>
                <a:blip r:embed="rId415"/>
                <a:stretch>
                  <a:fillRect/>
                </a:stretch>
              </p:blipFill>
              <p:spPr>
                <a:xfrm>
                  <a:off x="3112380" y="3588420"/>
                  <a:ext cx="56880"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416">
              <p14:nvContentPartPr>
                <p14:cNvPr id="294" name="Ink 293">
                  <a:extLst>
                    <a:ext uri="{FF2B5EF4-FFF2-40B4-BE49-F238E27FC236}">
                      <a16:creationId xmlns:a16="http://schemas.microsoft.com/office/drawing/2014/main" id="{E8ACC166-BA86-B128-3B1C-DCFDE0A210D7}"/>
                    </a:ext>
                  </a:extLst>
                </p14:cNvPr>
                <p14:cNvContentPartPr/>
                <p14:nvPr/>
              </p14:nvContentPartPr>
              <p14:xfrm>
                <a:off x="1094580" y="3954900"/>
                <a:ext cx="2465280" cy="135000"/>
              </p14:xfrm>
            </p:contentPart>
          </mc:Choice>
          <mc:Fallback xmlns="">
            <p:pic>
              <p:nvPicPr>
                <p:cNvPr id="294" name="Ink 293">
                  <a:extLst>
                    <a:ext uri="{FF2B5EF4-FFF2-40B4-BE49-F238E27FC236}">
                      <a16:creationId xmlns:a16="http://schemas.microsoft.com/office/drawing/2014/main" id="{E8ACC166-BA86-B128-3B1C-DCFDE0A210D7}"/>
                    </a:ext>
                  </a:extLst>
                </p:cNvPr>
                <p:cNvPicPr/>
                <p:nvPr/>
              </p:nvPicPr>
              <p:blipFill>
                <a:blip r:embed="rId417"/>
                <a:stretch>
                  <a:fillRect/>
                </a:stretch>
              </p:blipFill>
              <p:spPr>
                <a:xfrm>
                  <a:off x="1085940" y="3946260"/>
                  <a:ext cx="248292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418">
              <p14:nvContentPartPr>
                <p14:cNvPr id="295" name="Ink 294">
                  <a:extLst>
                    <a:ext uri="{FF2B5EF4-FFF2-40B4-BE49-F238E27FC236}">
                      <a16:creationId xmlns:a16="http://schemas.microsoft.com/office/drawing/2014/main" id="{C7CFC9AF-8321-9507-869D-E67416E19D9B}"/>
                    </a:ext>
                  </a:extLst>
                </p14:cNvPr>
                <p14:cNvContentPartPr/>
                <p14:nvPr/>
              </p14:nvContentPartPr>
              <p14:xfrm>
                <a:off x="2013660" y="4157580"/>
                <a:ext cx="302760" cy="144360"/>
              </p14:xfrm>
            </p:contentPart>
          </mc:Choice>
          <mc:Fallback xmlns="">
            <p:pic>
              <p:nvPicPr>
                <p:cNvPr id="295" name="Ink 294">
                  <a:extLst>
                    <a:ext uri="{FF2B5EF4-FFF2-40B4-BE49-F238E27FC236}">
                      <a16:creationId xmlns:a16="http://schemas.microsoft.com/office/drawing/2014/main" id="{C7CFC9AF-8321-9507-869D-E67416E19D9B}"/>
                    </a:ext>
                  </a:extLst>
                </p:cNvPr>
                <p:cNvPicPr/>
                <p:nvPr/>
              </p:nvPicPr>
              <p:blipFill>
                <a:blip r:embed="rId419"/>
                <a:stretch>
                  <a:fillRect/>
                </a:stretch>
              </p:blipFill>
              <p:spPr>
                <a:xfrm>
                  <a:off x="2004660" y="4148940"/>
                  <a:ext cx="320400" cy="162000"/>
                </a:xfrm>
                <a:prstGeom prst="rect">
                  <a:avLst/>
                </a:prstGeom>
              </p:spPr>
            </p:pic>
          </mc:Fallback>
        </mc:AlternateContent>
        <mc:AlternateContent xmlns:mc="http://schemas.openxmlformats.org/markup-compatibility/2006" xmlns:p14="http://schemas.microsoft.com/office/powerpoint/2010/main">
          <mc:Choice Requires="p14">
            <p:contentPart p14:bwMode="auto" r:id="rId420">
              <p14:nvContentPartPr>
                <p14:cNvPr id="296" name="Ink 295">
                  <a:extLst>
                    <a:ext uri="{FF2B5EF4-FFF2-40B4-BE49-F238E27FC236}">
                      <a16:creationId xmlns:a16="http://schemas.microsoft.com/office/drawing/2014/main" id="{49656A70-C251-5F28-8216-B71ADEDC245E}"/>
                    </a:ext>
                  </a:extLst>
                </p14:cNvPr>
                <p14:cNvContentPartPr/>
                <p14:nvPr/>
              </p14:nvContentPartPr>
              <p14:xfrm>
                <a:off x="3635100" y="3806580"/>
                <a:ext cx="191880" cy="20520"/>
              </p14:xfrm>
            </p:contentPart>
          </mc:Choice>
          <mc:Fallback xmlns="">
            <p:pic>
              <p:nvPicPr>
                <p:cNvPr id="296" name="Ink 295">
                  <a:extLst>
                    <a:ext uri="{FF2B5EF4-FFF2-40B4-BE49-F238E27FC236}">
                      <a16:creationId xmlns:a16="http://schemas.microsoft.com/office/drawing/2014/main" id="{49656A70-C251-5F28-8216-B71ADEDC245E}"/>
                    </a:ext>
                  </a:extLst>
                </p:cNvPr>
                <p:cNvPicPr/>
                <p:nvPr/>
              </p:nvPicPr>
              <p:blipFill>
                <a:blip r:embed="rId421"/>
                <a:stretch>
                  <a:fillRect/>
                </a:stretch>
              </p:blipFill>
              <p:spPr>
                <a:xfrm>
                  <a:off x="3626100" y="3797940"/>
                  <a:ext cx="20952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422">
              <p14:nvContentPartPr>
                <p14:cNvPr id="297" name="Ink 296">
                  <a:extLst>
                    <a:ext uri="{FF2B5EF4-FFF2-40B4-BE49-F238E27FC236}">
                      <a16:creationId xmlns:a16="http://schemas.microsoft.com/office/drawing/2014/main" id="{15C5CB2E-0D02-483A-9944-3E9F0622C70C}"/>
                    </a:ext>
                  </a:extLst>
                </p14:cNvPr>
                <p14:cNvContentPartPr/>
                <p14:nvPr/>
              </p14:nvContentPartPr>
              <p14:xfrm>
                <a:off x="3606300" y="3891540"/>
                <a:ext cx="216360" cy="16920"/>
              </p14:xfrm>
            </p:contentPart>
          </mc:Choice>
          <mc:Fallback xmlns="">
            <p:pic>
              <p:nvPicPr>
                <p:cNvPr id="297" name="Ink 296">
                  <a:extLst>
                    <a:ext uri="{FF2B5EF4-FFF2-40B4-BE49-F238E27FC236}">
                      <a16:creationId xmlns:a16="http://schemas.microsoft.com/office/drawing/2014/main" id="{15C5CB2E-0D02-483A-9944-3E9F0622C70C}"/>
                    </a:ext>
                  </a:extLst>
                </p:cNvPr>
                <p:cNvPicPr/>
                <p:nvPr/>
              </p:nvPicPr>
              <p:blipFill>
                <a:blip r:embed="rId423"/>
                <a:stretch>
                  <a:fillRect/>
                </a:stretch>
              </p:blipFill>
              <p:spPr>
                <a:xfrm>
                  <a:off x="3597300" y="3882900"/>
                  <a:ext cx="234000" cy="34560"/>
                </a:xfrm>
                <a:prstGeom prst="rect">
                  <a:avLst/>
                </a:prstGeom>
              </p:spPr>
            </p:pic>
          </mc:Fallback>
        </mc:AlternateContent>
      </p:grpSp>
      <p:grpSp>
        <p:nvGrpSpPr>
          <p:cNvPr id="301" name="Group 300">
            <a:extLst>
              <a:ext uri="{FF2B5EF4-FFF2-40B4-BE49-F238E27FC236}">
                <a16:creationId xmlns:a16="http://schemas.microsoft.com/office/drawing/2014/main" id="{F3C91E91-2B1B-C9D5-61FD-8B586804D880}"/>
              </a:ext>
            </a:extLst>
          </p:cNvPr>
          <p:cNvGrpSpPr/>
          <p:nvPr/>
        </p:nvGrpSpPr>
        <p:grpSpPr>
          <a:xfrm>
            <a:off x="4121100" y="3774180"/>
            <a:ext cx="453960" cy="199800"/>
            <a:chOff x="4121100" y="3774180"/>
            <a:chExt cx="453960" cy="199800"/>
          </a:xfrm>
        </p:grpSpPr>
        <mc:AlternateContent xmlns:mc="http://schemas.openxmlformats.org/markup-compatibility/2006" xmlns:p14="http://schemas.microsoft.com/office/powerpoint/2010/main">
          <mc:Choice Requires="p14">
            <p:contentPart p14:bwMode="auto" r:id="rId424">
              <p14:nvContentPartPr>
                <p14:cNvPr id="298" name="Ink 297">
                  <a:extLst>
                    <a:ext uri="{FF2B5EF4-FFF2-40B4-BE49-F238E27FC236}">
                      <a16:creationId xmlns:a16="http://schemas.microsoft.com/office/drawing/2014/main" id="{B1E77389-517C-FB3B-1512-C96039B87144}"/>
                    </a:ext>
                  </a:extLst>
                </p14:cNvPr>
                <p14:cNvContentPartPr/>
                <p14:nvPr/>
              </p14:nvContentPartPr>
              <p14:xfrm>
                <a:off x="4121100" y="3774180"/>
                <a:ext cx="154080" cy="147960"/>
              </p14:xfrm>
            </p:contentPart>
          </mc:Choice>
          <mc:Fallback xmlns="">
            <p:pic>
              <p:nvPicPr>
                <p:cNvPr id="298" name="Ink 297">
                  <a:extLst>
                    <a:ext uri="{FF2B5EF4-FFF2-40B4-BE49-F238E27FC236}">
                      <a16:creationId xmlns:a16="http://schemas.microsoft.com/office/drawing/2014/main" id="{B1E77389-517C-FB3B-1512-C96039B87144}"/>
                    </a:ext>
                  </a:extLst>
                </p:cNvPr>
                <p:cNvPicPr/>
                <p:nvPr/>
              </p:nvPicPr>
              <p:blipFill>
                <a:blip r:embed="rId425"/>
                <a:stretch>
                  <a:fillRect/>
                </a:stretch>
              </p:blipFill>
              <p:spPr>
                <a:xfrm>
                  <a:off x="4112460" y="3765540"/>
                  <a:ext cx="17172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426">
              <p14:nvContentPartPr>
                <p14:cNvPr id="299" name="Ink 298">
                  <a:extLst>
                    <a:ext uri="{FF2B5EF4-FFF2-40B4-BE49-F238E27FC236}">
                      <a16:creationId xmlns:a16="http://schemas.microsoft.com/office/drawing/2014/main" id="{CFB08A05-87A1-B477-67BB-5E1B174F8050}"/>
                    </a:ext>
                  </a:extLst>
                </p14:cNvPr>
                <p14:cNvContentPartPr/>
                <p14:nvPr/>
              </p14:nvContentPartPr>
              <p14:xfrm>
                <a:off x="4444740" y="3832860"/>
                <a:ext cx="125640" cy="94680"/>
              </p14:xfrm>
            </p:contentPart>
          </mc:Choice>
          <mc:Fallback xmlns="">
            <p:pic>
              <p:nvPicPr>
                <p:cNvPr id="299" name="Ink 298">
                  <a:extLst>
                    <a:ext uri="{FF2B5EF4-FFF2-40B4-BE49-F238E27FC236}">
                      <a16:creationId xmlns:a16="http://schemas.microsoft.com/office/drawing/2014/main" id="{CFB08A05-87A1-B477-67BB-5E1B174F8050}"/>
                    </a:ext>
                  </a:extLst>
                </p:cNvPr>
                <p:cNvPicPr/>
                <p:nvPr/>
              </p:nvPicPr>
              <p:blipFill>
                <a:blip r:embed="rId427"/>
                <a:stretch>
                  <a:fillRect/>
                </a:stretch>
              </p:blipFill>
              <p:spPr>
                <a:xfrm>
                  <a:off x="4436100" y="3824220"/>
                  <a:ext cx="143280" cy="112320"/>
                </a:xfrm>
                <a:prstGeom prst="rect">
                  <a:avLst/>
                </a:prstGeom>
              </p:spPr>
            </p:pic>
          </mc:Fallback>
        </mc:AlternateContent>
        <mc:AlternateContent xmlns:mc="http://schemas.openxmlformats.org/markup-compatibility/2006" xmlns:p14="http://schemas.microsoft.com/office/powerpoint/2010/main">
          <mc:Choice Requires="p14">
            <p:contentPart p14:bwMode="auto" r:id="rId428">
              <p14:nvContentPartPr>
                <p14:cNvPr id="300" name="Ink 299">
                  <a:extLst>
                    <a:ext uri="{FF2B5EF4-FFF2-40B4-BE49-F238E27FC236}">
                      <a16:creationId xmlns:a16="http://schemas.microsoft.com/office/drawing/2014/main" id="{CB37E2B4-A110-61DF-56DA-AC4448BDAB25}"/>
                    </a:ext>
                  </a:extLst>
                </p14:cNvPr>
                <p14:cNvContentPartPr/>
                <p14:nvPr/>
              </p14:nvContentPartPr>
              <p14:xfrm>
                <a:off x="4444740" y="3842940"/>
                <a:ext cx="130320" cy="131040"/>
              </p14:xfrm>
            </p:contentPart>
          </mc:Choice>
          <mc:Fallback xmlns="">
            <p:pic>
              <p:nvPicPr>
                <p:cNvPr id="300" name="Ink 299">
                  <a:extLst>
                    <a:ext uri="{FF2B5EF4-FFF2-40B4-BE49-F238E27FC236}">
                      <a16:creationId xmlns:a16="http://schemas.microsoft.com/office/drawing/2014/main" id="{CB37E2B4-A110-61DF-56DA-AC4448BDAB25}"/>
                    </a:ext>
                  </a:extLst>
                </p:cNvPr>
                <p:cNvPicPr/>
                <p:nvPr/>
              </p:nvPicPr>
              <p:blipFill>
                <a:blip r:embed="rId429"/>
                <a:stretch>
                  <a:fillRect/>
                </a:stretch>
              </p:blipFill>
              <p:spPr>
                <a:xfrm>
                  <a:off x="4436100" y="3834300"/>
                  <a:ext cx="147960" cy="148680"/>
                </a:xfrm>
                <a:prstGeom prst="rect">
                  <a:avLst/>
                </a:prstGeom>
              </p:spPr>
            </p:pic>
          </mc:Fallback>
        </mc:AlternateContent>
      </p:grpSp>
      <p:grpSp>
        <p:nvGrpSpPr>
          <p:cNvPr id="346" name="Group 345">
            <a:extLst>
              <a:ext uri="{FF2B5EF4-FFF2-40B4-BE49-F238E27FC236}">
                <a16:creationId xmlns:a16="http://schemas.microsoft.com/office/drawing/2014/main" id="{16DF7258-F585-F6DC-7879-0CD5F978261F}"/>
              </a:ext>
            </a:extLst>
          </p:cNvPr>
          <p:cNvGrpSpPr/>
          <p:nvPr/>
        </p:nvGrpSpPr>
        <p:grpSpPr>
          <a:xfrm>
            <a:off x="3078540" y="4262700"/>
            <a:ext cx="4772160" cy="1017360"/>
            <a:chOff x="3078540" y="4262700"/>
            <a:chExt cx="4772160" cy="1017360"/>
          </a:xfrm>
        </p:grpSpPr>
        <mc:AlternateContent xmlns:mc="http://schemas.openxmlformats.org/markup-compatibility/2006" xmlns:p14="http://schemas.microsoft.com/office/powerpoint/2010/main">
          <mc:Choice Requires="p14">
            <p:contentPart p14:bwMode="auto" r:id="rId430">
              <p14:nvContentPartPr>
                <p14:cNvPr id="303" name="Ink 302">
                  <a:extLst>
                    <a:ext uri="{FF2B5EF4-FFF2-40B4-BE49-F238E27FC236}">
                      <a16:creationId xmlns:a16="http://schemas.microsoft.com/office/drawing/2014/main" id="{2A1617B4-BF6F-73C1-2CA1-A4FC3554A0E1}"/>
                    </a:ext>
                  </a:extLst>
                </p14:cNvPr>
                <p14:cNvContentPartPr/>
                <p14:nvPr/>
              </p14:nvContentPartPr>
              <p14:xfrm>
                <a:off x="3078540" y="4715220"/>
                <a:ext cx="152280" cy="174240"/>
              </p14:xfrm>
            </p:contentPart>
          </mc:Choice>
          <mc:Fallback xmlns="">
            <p:pic>
              <p:nvPicPr>
                <p:cNvPr id="303" name="Ink 302">
                  <a:extLst>
                    <a:ext uri="{FF2B5EF4-FFF2-40B4-BE49-F238E27FC236}">
                      <a16:creationId xmlns:a16="http://schemas.microsoft.com/office/drawing/2014/main" id="{2A1617B4-BF6F-73C1-2CA1-A4FC3554A0E1}"/>
                    </a:ext>
                  </a:extLst>
                </p:cNvPr>
                <p:cNvPicPr/>
                <p:nvPr/>
              </p:nvPicPr>
              <p:blipFill>
                <a:blip r:embed="rId431"/>
                <a:stretch>
                  <a:fillRect/>
                </a:stretch>
              </p:blipFill>
              <p:spPr>
                <a:xfrm>
                  <a:off x="3069540" y="4706220"/>
                  <a:ext cx="16992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432">
              <p14:nvContentPartPr>
                <p14:cNvPr id="304" name="Ink 303">
                  <a:extLst>
                    <a:ext uri="{FF2B5EF4-FFF2-40B4-BE49-F238E27FC236}">
                      <a16:creationId xmlns:a16="http://schemas.microsoft.com/office/drawing/2014/main" id="{538E2715-003A-2E56-407F-C594CEF17E9D}"/>
                    </a:ext>
                  </a:extLst>
                </p14:cNvPr>
                <p14:cNvContentPartPr/>
                <p14:nvPr/>
              </p14:nvContentPartPr>
              <p14:xfrm>
                <a:off x="3341340" y="4814220"/>
                <a:ext cx="128160" cy="117720"/>
              </p14:xfrm>
            </p:contentPart>
          </mc:Choice>
          <mc:Fallback xmlns="">
            <p:pic>
              <p:nvPicPr>
                <p:cNvPr id="304" name="Ink 303">
                  <a:extLst>
                    <a:ext uri="{FF2B5EF4-FFF2-40B4-BE49-F238E27FC236}">
                      <a16:creationId xmlns:a16="http://schemas.microsoft.com/office/drawing/2014/main" id="{538E2715-003A-2E56-407F-C594CEF17E9D}"/>
                    </a:ext>
                  </a:extLst>
                </p:cNvPr>
                <p:cNvPicPr/>
                <p:nvPr/>
              </p:nvPicPr>
              <p:blipFill>
                <a:blip r:embed="rId433"/>
                <a:stretch>
                  <a:fillRect/>
                </a:stretch>
              </p:blipFill>
              <p:spPr>
                <a:xfrm>
                  <a:off x="3332700" y="4805580"/>
                  <a:ext cx="145800"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434">
              <p14:nvContentPartPr>
                <p14:cNvPr id="305" name="Ink 304">
                  <a:extLst>
                    <a:ext uri="{FF2B5EF4-FFF2-40B4-BE49-F238E27FC236}">
                      <a16:creationId xmlns:a16="http://schemas.microsoft.com/office/drawing/2014/main" id="{4F065A68-49FE-80FE-80C2-213513DE4F55}"/>
                    </a:ext>
                  </a:extLst>
                </p14:cNvPr>
                <p14:cNvContentPartPr/>
                <p14:nvPr/>
              </p14:nvContentPartPr>
              <p14:xfrm>
                <a:off x="3332700" y="4800900"/>
                <a:ext cx="158760" cy="177840"/>
              </p14:xfrm>
            </p:contentPart>
          </mc:Choice>
          <mc:Fallback xmlns="">
            <p:pic>
              <p:nvPicPr>
                <p:cNvPr id="305" name="Ink 304">
                  <a:extLst>
                    <a:ext uri="{FF2B5EF4-FFF2-40B4-BE49-F238E27FC236}">
                      <a16:creationId xmlns:a16="http://schemas.microsoft.com/office/drawing/2014/main" id="{4F065A68-49FE-80FE-80C2-213513DE4F55}"/>
                    </a:ext>
                  </a:extLst>
                </p:cNvPr>
                <p:cNvPicPr/>
                <p:nvPr/>
              </p:nvPicPr>
              <p:blipFill>
                <a:blip r:embed="rId435"/>
                <a:stretch>
                  <a:fillRect/>
                </a:stretch>
              </p:blipFill>
              <p:spPr>
                <a:xfrm>
                  <a:off x="3324060" y="4792260"/>
                  <a:ext cx="176400" cy="195480"/>
                </a:xfrm>
                <a:prstGeom prst="rect">
                  <a:avLst/>
                </a:prstGeom>
              </p:spPr>
            </p:pic>
          </mc:Fallback>
        </mc:AlternateContent>
        <mc:AlternateContent xmlns:mc="http://schemas.openxmlformats.org/markup-compatibility/2006" xmlns:p14="http://schemas.microsoft.com/office/powerpoint/2010/main">
          <mc:Choice Requires="p14">
            <p:contentPart p14:bwMode="auto" r:id="rId436">
              <p14:nvContentPartPr>
                <p14:cNvPr id="306" name="Ink 305">
                  <a:extLst>
                    <a:ext uri="{FF2B5EF4-FFF2-40B4-BE49-F238E27FC236}">
                      <a16:creationId xmlns:a16="http://schemas.microsoft.com/office/drawing/2014/main" id="{D4800CE3-B381-EB34-13B2-EA146EC404C9}"/>
                    </a:ext>
                  </a:extLst>
                </p14:cNvPr>
                <p14:cNvContentPartPr/>
                <p14:nvPr/>
              </p14:nvContentPartPr>
              <p14:xfrm>
                <a:off x="3677580" y="4741140"/>
                <a:ext cx="112320" cy="29160"/>
              </p14:xfrm>
            </p:contentPart>
          </mc:Choice>
          <mc:Fallback xmlns="">
            <p:pic>
              <p:nvPicPr>
                <p:cNvPr id="306" name="Ink 305">
                  <a:extLst>
                    <a:ext uri="{FF2B5EF4-FFF2-40B4-BE49-F238E27FC236}">
                      <a16:creationId xmlns:a16="http://schemas.microsoft.com/office/drawing/2014/main" id="{D4800CE3-B381-EB34-13B2-EA146EC404C9}"/>
                    </a:ext>
                  </a:extLst>
                </p:cNvPr>
                <p:cNvPicPr/>
                <p:nvPr/>
              </p:nvPicPr>
              <p:blipFill>
                <a:blip r:embed="rId437"/>
                <a:stretch>
                  <a:fillRect/>
                </a:stretch>
              </p:blipFill>
              <p:spPr>
                <a:xfrm>
                  <a:off x="3668940" y="4732500"/>
                  <a:ext cx="129960" cy="46800"/>
                </a:xfrm>
                <a:prstGeom prst="rect">
                  <a:avLst/>
                </a:prstGeom>
              </p:spPr>
            </p:pic>
          </mc:Fallback>
        </mc:AlternateContent>
        <mc:AlternateContent xmlns:mc="http://schemas.openxmlformats.org/markup-compatibility/2006" xmlns:p14="http://schemas.microsoft.com/office/powerpoint/2010/main">
          <mc:Choice Requires="p14">
            <p:contentPart p14:bwMode="auto" r:id="rId438">
              <p14:nvContentPartPr>
                <p14:cNvPr id="307" name="Ink 306">
                  <a:extLst>
                    <a:ext uri="{FF2B5EF4-FFF2-40B4-BE49-F238E27FC236}">
                      <a16:creationId xmlns:a16="http://schemas.microsoft.com/office/drawing/2014/main" id="{885CDB3C-F080-6C3F-CAC5-358BE8C1E774}"/>
                    </a:ext>
                  </a:extLst>
                </p14:cNvPr>
                <p14:cNvContentPartPr/>
                <p14:nvPr/>
              </p14:nvContentPartPr>
              <p14:xfrm>
                <a:off x="3687660" y="4795140"/>
                <a:ext cx="97920" cy="14760"/>
              </p14:xfrm>
            </p:contentPart>
          </mc:Choice>
          <mc:Fallback xmlns="">
            <p:pic>
              <p:nvPicPr>
                <p:cNvPr id="307" name="Ink 306">
                  <a:extLst>
                    <a:ext uri="{FF2B5EF4-FFF2-40B4-BE49-F238E27FC236}">
                      <a16:creationId xmlns:a16="http://schemas.microsoft.com/office/drawing/2014/main" id="{885CDB3C-F080-6C3F-CAC5-358BE8C1E774}"/>
                    </a:ext>
                  </a:extLst>
                </p:cNvPr>
                <p:cNvPicPr/>
                <p:nvPr/>
              </p:nvPicPr>
              <p:blipFill>
                <a:blip r:embed="rId439"/>
                <a:stretch>
                  <a:fillRect/>
                </a:stretch>
              </p:blipFill>
              <p:spPr>
                <a:xfrm>
                  <a:off x="3679020" y="4786140"/>
                  <a:ext cx="115560" cy="32400"/>
                </a:xfrm>
                <a:prstGeom prst="rect">
                  <a:avLst/>
                </a:prstGeom>
              </p:spPr>
            </p:pic>
          </mc:Fallback>
        </mc:AlternateContent>
        <mc:AlternateContent xmlns:mc="http://schemas.openxmlformats.org/markup-compatibility/2006" xmlns:p14="http://schemas.microsoft.com/office/powerpoint/2010/main">
          <mc:Choice Requires="p14">
            <p:contentPart p14:bwMode="auto" r:id="rId440">
              <p14:nvContentPartPr>
                <p14:cNvPr id="308" name="Ink 307">
                  <a:extLst>
                    <a:ext uri="{FF2B5EF4-FFF2-40B4-BE49-F238E27FC236}">
                      <a16:creationId xmlns:a16="http://schemas.microsoft.com/office/drawing/2014/main" id="{BCCE7DB4-C469-0137-BDD5-DC8AE8472292}"/>
                    </a:ext>
                  </a:extLst>
                </p14:cNvPr>
                <p14:cNvContentPartPr/>
                <p14:nvPr/>
              </p14:nvContentPartPr>
              <p14:xfrm>
                <a:off x="3988620" y="4631340"/>
                <a:ext cx="155160" cy="190800"/>
              </p14:xfrm>
            </p:contentPart>
          </mc:Choice>
          <mc:Fallback xmlns="">
            <p:pic>
              <p:nvPicPr>
                <p:cNvPr id="308" name="Ink 307">
                  <a:extLst>
                    <a:ext uri="{FF2B5EF4-FFF2-40B4-BE49-F238E27FC236}">
                      <a16:creationId xmlns:a16="http://schemas.microsoft.com/office/drawing/2014/main" id="{BCCE7DB4-C469-0137-BDD5-DC8AE8472292}"/>
                    </a:ext>
                  </a:extLst>
                </p:cNvPr>
                <p:cNvPicPr/>
                <p:nvPr/>
              </p:nvPicPr>
              <p:blipFill>
                <a:blip r:embed="rId441"/>
                <a:stretch>
                  <a:fillRect/>
                </a:stretch>
              </p:blipFill>
              <p:spPr>
                <a:xfrm>
                  <a:off x="3979980" y="4622340"/>
                  <a:ext cx="172800" cy="208440"/>
                </a:xfrm>
                <a:prstGeom prst="rect">
                  <a:avLst/>
                </a:prstGeom>
              </p:spPr>
            </p:pic>
          </mc:Fallback>
        </mc:AlternateContent>
        <mc:AlternateContent xmlns:mc="http://schemas.openxmlformats.org/markup-compatibility/2006" xmlns:p14="http://schemas.microsoft.com/office/powerpoint/2010/main">
          <mc:Choice Requires="p14">
            <p:contentPart p14:bwMode="auto" r:id="rId442">
              <p14:nvContentPartPr>
                <p14:cNvPr id="309" name="Ink 308">
                  <a:extLst>
                    <a:ext uri="{FF2B5EF4-FFF2-40B4-BE49-F238E27FC236}">
                      <a16:creationId xmlns:a16="http://schemas.microsoft.com/office/drawing/2014/main" id="{7CBE3FBE-FCDC-16EB-5F7D-8A90A4509F67}"/>
                    </a:ext>
                  </a:extLst>
                </p14:cNvPr>
                <p14:cNvContentPartPr/>
                <p14:nvPr/>
              </p14:nvContentPartPr>
              <p14:xfrm>
                <a:off x="4226220" y="4614420"/>
                <a:ext cx="17280" cy="56880"/>
              </p14:xfrm>
            </p:contentPart>
          </mc:Choice>
          <mc:Fallback xmlns="">
            <p:pic>
              <p:nvPicPr>
                <p:cNvPr id="309" name="Ink 308">
                  <a:extLst>
                    <a:ext uri="{FF2B5EF4-FFF2-40B4-BE49-F238E27FC236}">
                      <a16:creationId xmlns:a16="http://schemas.microsoft.com/office/drawing/2014/main" id="{7CBE3FBE-FCDC-16EB-5F7D-8A90A4509F67}"/>
                    </a:ext>
                  </a:extLst>
                </p:cNvPr>
                <p:cNvPicPr/>
                <p:nvPr/>
              </p:nvPicPr>
              <p:blipFill>
                <a:blip r:embed="rId443"/>
                <a:stretch>
                  <a:fillRect/>
                </a:stretch>
              </p:blipFill>
              <p:spPr>
                <a:xfrm>
                  <a:off x="4217220" y="4605420"/>
                  <a:ext cx="34920" cy="74520"/>
                </a:xfrm>
                <a:prstGeom prst="rect">
                  <a:avLst/>
                </a:prstGeom>
              </p:spPr>
            </p:pic>
          </mc:Fallback>
        </mc:AlternateContent>
        <mc:AlternateContent xmlns:mc="http://schemas.openxmlformats.org/markup-compatibility/2006" xmlns:p14="http://schemas.microsoft.com/office/powerpoint/2010/main">
          <mc:Choice Requires="p14">
            <p:contentPart p14:bwMode="auto" r:id="rId444">
              <p14:nvContentPartPr>
                <p14:cNvPr id="310" name="Ink 309">
                  <a:extLst>
                    <a:ext uri="{FF2B5EF4-FFF2-40B4-BE49-F238E27FC236}">
                      <a16:creationId xmlns:a16="http://schemas.microsoft.com/office/drawing/2014/main" id="{4CB5AC17-6A6E-ABC8-343A-0111129085D7}"/>
                    </a:ext>
                  </a:extLst>
                </p14:cNvPr>
                <p14:cNvContentPartPr/>
                <p14:nvPr/>
              </p14:nvContentPartPr>
              <p14:xfrm>
                <a:off x="4220460" y="4600020"/>
                <a:ext cx="102600" cy="196560"/>
              </p14:xfrm>
            </p:contentPart>
          </mc:Choice>
          <mc:Fallback xmlns="">
            <p:pic>
              <p:nvPicPr>
                <p:cNvPr id="310" name="Ink 309">
                  <a:extLst>
                    <a:ext uri="{FF2B5EF4-FFF2-40B4-BE49-F238E27FC236}">
                      <a16:creationId xmlns:a16="http://schemas.microsoft.com/office/drawing/2014/main" id="{4CB5AC17-6A6E-ABC8-343A-0111129085D7}"/>
                    </a:ext>
                  </a:extLst>
                </p:cNvPr>
                <p:cNvPicPr/>
                <p:nvPr/>
              </p:nvPicPr>
              <p:blipFill>
                <a:blip r:embed="rId445"/>
                <a:stretch>
                  <a:fillRect/>
                </a:stretch>
              </p:blipFill>
              <p:spPr>
                <a:xfrm>
                  <a:off x="4211460" y="4591380"/>
                  <a:ext cx="120240" cy="214200"/>
                </a:xfrm>
                <a:prstGeom prst="rect">
                  <a:avLst/>
                </a:prstGeom>
              </p:spPr>
            </p:pic>
          </mc:Fallback>
        </mc:AlternateContent>
        <mc:AlternateContent xmlns:mc="http://schemas.openxmlformats.org/markup-compatibility/2006" xmlns:p14="http://schemas.microsoft.com/office/powerpoint/2010/main">
          <mc:Choice Requires="p14">
            <p:contentPart p14:bwMode="auto" r:id="rId446">
              <p14:nvContentPartPr>
                <p14:cNvPr id="311" name="Ink 310">
                  <a:extLst>
                    <a:ext uri="{FF2B5EF4-FFF2-40B4-BE49-F238E27FC236}">
                      <a16:creationId xmlns:a16="http://schemas.microsoft.com/office/drawing/2014/main" id="{DC350B5A-2640-6733-00C5-C542B1FC0B6C}"/>
                    </a:ext>
                  </a:extLst>
                </p14:cNvPr>
                <p14:cNvContentPartPr/>
                <p14:nvPr/>
              </p14:nvContentPartPr>
              <p14:xfrm>
                <a:off x="4432500" y="4647540"/>
                <a:ext cx="360" cy="360"/>
              </p14:xfrm>
            </p:contentPart>
          </mc:Choice>
          <mc:Fallback xmlns="">
            <p:pic>
              <p:nvPicPr>
                <p:cNvPr id="311" name="Ink 310">
                  <a:extLst>
                    <a:ext uri="{FF2B5EF4-FFF2-40B4-BE49-F238E27FC236}">
                      <a16:creationId xmlns:a16="http://schemas.microsoft.com/office/drawing/2014/main" id="{DC350B5A-2640-6733-00C5-C542B1FC0B6C}"/>
                    </a:ext>
                  </a:extLst>
                </p:cNvPr>
                <p:cNvPicPr/>
                <p:nvPr/>
              </p:nvPicPr>
              <p:blipFill>
                <a:blip r:embed="rId94"/>
                <a:stretch>
                  <a:fillRect/>
                </a:stretch>
              </p:blipFill>
              <p:spPr>
                <a:xfrm>
                  <a:off x="4423500" y="463854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47">
              <p14:nvContentPartPr>
                <p14:cNvPr id="312" name="Ink 311">
                  <a:extLst>
                    <a:ext uri="{FF2B5EF4-FFF2-40B4-BE49-F238E27FC236}">
                      <a16:creationId xmlns:a16="http://schemas.microsoft.com/office/drawing/2014/main" id="{8786601C-DE56-9891-F4FB-493B64BFC2F3}"/>
                    </a:ext>
                  </a:extLst>
                </p14:cNvPr>
                <p14:cNvContentPartPr/>
                <p14:nvPr/>
              </p14:nvContentPartPr>
              <p14:xfrm>
                <a:off x="4432500" y="4646460"/>
                <a:ext cx="24840" cy="54720"/>
              </p14:xfrm>
            </p:contentPart>
          </mc:Choice>
          <mc:Fallback xmlns="">
            <p:pic>
              <p:nvPicPr>
                <p:cNvPr id="312" name="Ink 311">
                  <a:extLst>
                    <a:ext uri="{FF2B5EF4-FFF2-40B4-BE49-F238E27FC236}">
                      <a16:creationId xmlns:a16="http://schemas.microsoft.com/office/drawing/2014/main" id="{8786601C-DE56-9891-F4FB-493B64BFC2F3}"/>
                    </a:ext>
                  </a:extLst>
                </p:cNvPr>
                <p:cNvPicPr/>
                <p:nvPr/>
              </p:nvPicPr>
              <p:blipFill>
                <a:blip r:embed="rId448"/>
                <a:stretch>
                  <a:fillRect/>
                </a:stretch>
              </p:blipFill>
              <p:spPr>
                <a:xfrm>
                  <a:off x="4423500" y="4637460"/>
                  <a:ext cx="42480" cy="72360"/>
                </a:xfrm>
                <a:prstGeom prst="rect">
                  <a:avLst/>
                </a:prstGeom>
              </p:spPr>
            </p:pic>
          </mc:Fallback>
        </mc:AlternateContent>
        <mc:AlternateContent xmlns:mc="http://schemas.openxmlformats.org/markup-compatibility/2006" xmlns:p14="http://schemas.microsoft.com/office/powerpoint/2010/main">
          <mc:Choice Requires="p14">
            <p:contentPart p14:bwMode="auto" r:id="rId449">
              <p14:nvContentPartPr>
                <p14:cNvPr id="313" name="Ink 312">
                  <a:extLst>
                    <a:ext uri="{FF2B5EF4-FFF2-40B4-BE49-F238E27FC236}">
                      <a16:creationId xmlns:a16="http://schemas.microsoft.com/office/drawing/2014/main" id="{C2242196-FACE-43D0-372F-09655BA6D70D}"/>
                    </a:ext>
                  </a:extLst>
                </p14:cNvPr>
                <p14:cNvContentPartPr/>
                <p14:nvPr/>
              </p14:nvContentPartPr>
              <p14:xfrm>
                <a:off x="4556700" y="4536660"/>
                <a:ext cx="162360" cy="219600"/>
              </p14:xfrm>
            </p:contentPart>
          </mc:Choice>
          <mc:Fallback xmlns="">
            <p:pic>
              <p:nvPicPr>
                <p:cNvPr id="313" name="Ink 312">
                  <a:extLst>
                    <a:ext uri="{FF2B5EF4-FFF2-40B4-BE49-F238E27FC236}">
                      <a16:creationId xmlns:a16="http://schemas.microsoft.com/office/drawing/2014/main" id="{C2242196-FACE-43D0-372F-09655BA6D70D}"/>
                    </a:ext>
                  </a:extLst>
                </p:cNvPr>
                <p:cNvPicPr/>
                <p:nvPr/>
              </p:nvPicPr>
              <p:blipFill>
                <a:blip r:embed="rId450"/>
                <a:stretch>
                  <a:fillRect/>
                </a:stretch>
              </p:blipFill>
              <p:spPr>
                <a:xfrm>
                  <a:off x="4548060" y="4527660"/>
                  <a:ext cx="180000" cy="237240"/>
                </a:xfrm>
                <a:prstGeom prst="rect">
                  <a:avLst/>
                </a:prstGeom>
              </p:spPr>
            </p:pic>
          </mc:Fallback>
        </mc:AlternateContent>
        <mc:AlternateContent xmlns:mc="http://schemas.openxmlformats.org/markup-compatibility/2006" xmlns:p14="http://schemas.microsoft.com/office/powerpoint/2010/main">
          <mc:Choice Requires="p14">
            <p:contentPart p14:bwMode="auto" r:id="rId451">
              <p14:nvContentPartPr>
                <p14:cNvPr id="314" name="Ink 313">
                  <a:extLst>
                    <a:ext uri="{FF2B5EF4-FFF2-40B4-BE49-F238E27FC236}">
                      <a16:creationId xmlns:a16="http://schemas.microsoft.com/office/drawing/2014/main" id="{278F01E2-7646-701A-E849-E00723F474C3}"/>
                    </a:ext>
                  </a:extLst>
                </p14:cNvPr>
                <p14:cNvContentPartPr/>
                <p14:nvPr/>
              </p14:nvContentPartPr>
              <p14:xfrm>
                <a:off x="4854060" y="4513260"/>
                <a:ext cx="177840" cy="188280"/>
              </p14:xfrm>
            </p:contentPart>
          </mc:Choice>
          <mc:Fallback xmlns="">
            <p:pic>
              <p:nvPicPr>
                <p:cNvPr id="314" name="Ink 313">
                  <a:extLst>
                    <a:ext uri="{FF2B5EF4-FFF2-40B4-BE49-F238E27FC236}">
                      <a16:creationId xmlns:a16="http://schemas.microsoft.com/office/drawing/2014/main" id="{278F01E2-7646-701A-E849-E00723F474C3}"/>
                    </a:ext>
                  </a:extLst>
                </p:cNvPr>
                <p:cNvPicPr/>
                <p:nvPr/>
              </p:nvPicPr>
              <p:blipFill>
                <a:blip r:embed="rId452"/>
                <a:stretch>
                  <a:fillRect/>
                </a:stretch>
              </p:blipFill>
              <p:spPr>
                <a:xfrm>
                  <a:off x="4845420" y="4504260"/>
                  <a:ext cx="195480" cy="205920"/>
                </a:xfrm>
                <a:prstGeom prst="rect">
                  <a:avLst/>
                </a:prstGeom>
              </p:spPr>
            </p:pic>
          </mc:Fallback>
        </mc:AlternateContent>
        <mc:AlternateContent xmlns:mc="http://schemas.openxmlformats.org/markup-compatibility/2006" xmlns:p14="http://schemas.microsoft.com/office/powerpoint/2010/main">
          <mc:Choice Requires="p14">
            <p:contentPart p14:bwMode="auto" r:id="rId453">
              <p14:nvContentPartPr>
                <p14:cNvPr id="315" name="Ink 314">
                  <a:extLst>
                    <a:ext uri="{FF2B5EF4-FFF2-40B4-BE49-F238E27FC236}">
                      <a16:creationId xmlns:a16="http://schemas.microsoft.com/office/drawing/2014/main" id="{498AE3BC-49E9-8622-9956-78A60EFFE53B}"/>
                    </a:ext>
                  </a:extLst>
                </p14:cNvPr>
                <p14:cNvContentPartPr/>
                <p14:nvPr/>
              </p14:nvContentPartPr>
              <p14:xfrm>
                <a:off x="5097780" y="4429380"/>
                <a:ext cx="74880" cy="455400"/>
              </p14:xfrm>
            </p:contentPart>
          </mc:Choice>
          <mc:Fallback xmlns="">
            <p:pic>
              <p:nvPicPr>
                <p:cNvPr id="315" name="Ink 314">
                  <a:extLst>
                    <a:ext uri="{FF2B5EF4-FFF2-40B4-BE49-F238E27FC236}">
                      <a16:creationId xmlns:a16="http://schemas.microsoft.com/office/drawing/2014/main" id="{498AE3BC-49E9-8622-9956-78A60EFFE53B}"/>
                    </a:ext>
                  </a:extLst>
                </p:cNvPr>
                <p:cNvPicPr/>
                <p:nvPr/>
              </p:nvPicPr>
              <p:blipFill>
                <a:blip r:embed="rId454"/>
                <a:stretch>
                  <a:fillRect/>
                </a:stretch>
              </p:blipFill>
              <p:spPr>
                <a:xfrm>
                  <a:off x="5088780" y="4420740"/>
                  <a:ext cx="92520" cy="473040"/>
                </a:xfrm>
                <a:prstGeom prst="rect">
                  <a:avLst/>
                </a:prstGeom>
              </p:spPr>
            </p:pic>
          </mc:Fallback>
        </mc:AlternateContent>
        <mc:AlternateContent xmlns:mc="http://schemas.openxmlformats.org/markup-compatibility/2006" xmlns:p14="http://schemas.microsoft.com/office/powerpoint/2010/main">
          <mc:Choice Requires="p14">
            <p:contentPart p14:bwMode="auto" r:id="rId455">
              <p14:nvContentPartPr>
                <p14:cNvPr id="316" name="Ink 315">
                  <a:extLst>
                    <a:ext uri="{FF2B5EF4-FFF2-40B4-BE49-F238E27FC236}">
                      <a16:creationId xmlns:a16="http://schemas.microsoft.com/office/drawing/2014/main" id="{CDFB78BF-DA97-F0EA-603D-BD02E9CC3482}"/>
                    </a:ext>
                  </a:extLst>
                </p14:cNvPr>
                <p14:cNvContentPartPr/>
                <p14:nvPr/>
              </p14:nvContentPartPr>
              <p14:xfrm>
                <a:off x="3885660" y="4530540"/>
                <a:ext cx="120240" cy="470880"/>
              </p14:xfrm>
            </p:contentPart>
          </mc:Choice>
          <mc:Fallback xmlns="">
            <p:pic>
              <p:nvPicPr>
                <p:cNvPr id="316" name="Ink 315">
                  <a:extLst>
                    <a:ext uri="{FF2B5EF4-FFF2-40B4-BE49-F238E27FC236}">
                      <a16:creationId xmlns:a16="http://schemas.microsoft.com/office/drawing/2014/main" id="{CDFB78BF-DA97-F0EA-603D-BD02E9CC3482}"/>
                    </a:ext>
                  </a:extLst>
                </p:cNvPr>
                <p:cNvPicPr/>
                <p:nvPr/>
              </p:nvPicPr>
              <p:blipFill>
                <a:blip r:embed="rId456"/>
                <a:stretch>
                  <a:fillRect/>
                </a:stretch>
              </p:blipFill>
              <p:spPr>
                <a:xfrm>
                  <a:off x="3877020" y="4521540"/>
                  <a:ext cx="137880" cy="488520"/>
                </a:xfrm>
                <a:prstGeom prst="rect">
                  <a:avLst/>
                </a:prstGeom>
              </p:spPr>
            </p:pic>
          </mc:Fallback>
        </mc:AlternateContent>
        <mc:AlternateContent xmlns:mc="http://schemas.openxmlformats.org/markup-compatibility/2006" xmlns:p14="http://schemas.microsoft.com/office/powerpoint/2010/main">
          <mc:Choice Requires="p14">
            <p:contentPart p14:bwMode="auto" r:id="rId457">
              <p14:nvContentPartPr>
                <p14:cNvPr id="318" name="Ink 317">
                  <a:extLst>
                    <a:ext uri="{FF2B5EF4-FFF2-40B4-BE49-F238E27FC236}">
                      <a16:creationId xmlns:a16="http://schemas.microsoft.com/office/drawing/2014/main" id="{C782ED35-0A16-8801-FAB1-995A28475F6A}"/>
                    </a:ext>
                  </a:extLst>
                </p14:cNvPr>
                <p14:cNvContentPartPr/>
                <p14:nvPr/>
              </p14:nvContentPartPr>
              <p14:xfrm>
                <a:off x="5348340" y="4585980"/>
                <a:ext cx="164880" cy="7200"/>
              </p14:xfrm>
            </p:contentPart>
          </mc:Choice>
          <mc:Fallback xmlns="">
            <p:pic>
              <p:nvPicPr>
                <p:cNvPr id="318" name="Ink 317">
                  <a:extLst>
                    <a:ext uri="{FF2B5EF4-FFF2-40B4-BE49-F238E27FC236}">
                      <a16:creationId xmlns:a16="http://schemas.microsoft.com/office/drawing/2014/main" id="{C782ED35-0A16-8801-FAB1-995A28475F6A}"/>
                    </a:ext>
                  </a:extLst>
                </p:cNvPr>
                <p:cNvPicPr/>
                <p:nvPr/>
              </p:nvPicPr>
              <p:blipFill>
                <a:blip r:embed="rId458"/>
                <a:stretch>
                  <a:fillRect/>
                </a:stretch>
              </p:blipFill>
              <p:spPr>
                <a:xfrm>
                  <a:off x="5339700" y="4576980"/>
                  <a:ext cx="18252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459">
              <p14:nvContentPartPr>
                <p14:cNvPr id="319" name="Ink 318">
                  <a:extLst>
                    <a:ext uri="{FF2B5EF4-FFF2-40B4-BE49-F238E27FC236}">
                      <a16:creationId xmlns:a16="http://schemas.microsoft.com/office/drawing/2014/main" id="{4752685B-355A-2D39-123B-2673CECDEF22}"/>
                    </a:ext>
                  </a:extLst>
                </p14:cNvPr>
                <p14:cNvContentPartPr/>
                <p14:nvPr/>
              </p14:nvContentPartPr>
              <p14:xfrm>
                <a:off x="5395140" y="4533780"/>
                <a:ext cx="34920" cy="212040"/>
              </p14:xfrm>
            </p:contentPart>
          </mc:Choice>
          <mc:Fallback xmlns="">
            <p:pic>
              <p:nvPicPr>
                <p:cNvPr id="319" name="Ink 318">
                  <a:extLst>
                    <a:ext uri="{FF2B5EF4-FFF2-40B4-BE49-F238E27FC236}">
                      <a16:creationId xmlns:a16="http://schemas.microsoft.com/office/drawing/2014/main" id="{4752685B-355A-2D39-123B-2673CECDEF22}"/>
                    </a:ext>
                  </a:extLst>
                </p:cNvPr>
                <p:cNvPicPr/>
                <p:nvPr/>
              </p:nvPicPr>
              <p:blipFill>
                <a:blip r:embed="rId460"/>
                <a:stretch>
                  <a:fillRect/>
                </a:stretch>
              </p:blipFill>
              <p:spPr>
                <a:xfrm>
                  <a:off x="5386500" y="4524780"/>
                  <a:ext cx="52560" cy="229680"/>
                </a:xfrm>
                <a:prstGeom prst="rect">
                  <a:avLst/>
                </a:prstGeom>
              </p:spPr>
            </p:pic>
          </mc:Fallback>
        </mc:AlternateContent>
        <mc:AlternateContent xmlns:mc="http://schemas.openxmlformats.org/markup-compatibility/2006" xmlns:p14="http://schemas.microsoft.com/office/powerpoint/2010/main">
          <mc:Choice Requires="p14">
            <p:contentPart p14:bwMode="auto" r:id="rId461">
              <p14:nvContentPartPr>
                <p14:cNvPr id="320" name="Ink 319">
                  <a:extLst>
                    <a:ext uri="{FF2B5EF4-FFF2-40B4-BE49-F238E27FC236}">
                      <a16:creationId xmlns:a16="http://schemas.microsoft.com/office/drawing/2014/main" id="{9B0546E8-E6A9-1C34-A1EB-93C704656F1D}"/>
                    </a:ext>
                  </a:extLst>
                </p14:cNvPr>
                <p14:cNvContentPartPr/>
                <p14:nvPr/>
              </p14:nvContentPartPr>
              <p14:xfrm>
                <a:off x="5621940" y="4463940"/>
                <a:ext cx="68760" cy="267480"/>
              </p14:xfrm>
            </p:contentPart>
          </mc:Choice>
          <mc:Fallback xmlns="">
            <p:pic>
              <p:nvPicPr>
                <p:cNvPr id="320" name="Ink 319">
                  <a:extLst>
                    <a:ext uri="{FF2B5EF4-FFF2-40B4-BE49-F238E27FC236}">
                      <a16:creationId xmlns:a16="http://schemas.microsoft.com/office/drawing/2014/main" id="{9B0546E8-E6A9-1C34-A1EB-93C704656F1D}"/>
                    </a:ext>
                  </a:extLst>
                </p:cNvPr>
                <p:cNvPicPr/>
                <p:nvPr/>
              </p:nvPicPr>
              <p:blipFill>
                <a:blip r:embed="rId462"/>
                <a:stretch>
                  <a:fillRect/>
                </a:stretch>
              </p:blipFill>
              <p:spPr>
                <a:xfrm>
                  <a:off x="5613300" y="4455300"/>
                  <a:ext cx="86400" cy="285120"/>
                </a:xfrm>
                <a:prstGeom prst="rect">
                  <a:avLst/>
                </a:prstGeom>
              </p:spPr>
            </p:pic>
          </mc:Fallback>
        </mc:AlternateContent>
        <mc:AlternateContent xmlns:mc="http://schemas.openxmlformats.org/markup-compatibility/2006" xmlns:p14="http://schemas.microsoft.com/office/powerpoint/2010/main">
          <mc:Choice Requires="p14">
            <p:contentPart p14:bwMode="auto" r:id="rId463">
              <p14:nvContentPartPr>
                <p14:cNvPr id="321" name="Ink 320">
                  <a:extLst>
                    <a:ext uri="{FF2B5EF4-FFF2-40B4-BE49-F238E27FC236}">
                      <a16:creationId xmlns:a16="http://schemas.microsoft.com/office/drawing/2014/main" id="{87847130-F6D0-002F-74BE-4A43CA238C1E}"/>
                    </a:ext>
                  </a:extLst>
                </p14:cNvPr>
                <p14:cNvContentPartPr/>
                <p14:nvPr/>
              </p14:nvContentPartPr>
              <p14:xfrm>
                <a:off x="5764500" y="4491660"/>
                <a:ext cx="96480" cy="177840"/>
              </p14:xfrm>
            </p:contentPart>
          </mc:Choice>
          <mc:Fallback xmlns="">
            <p:pic>
              <p:nvPicPr>
                <p:cNvPr id="321" name="Ink 320">
                  <a:extLst>
                    <a:ext uri="{FF2B5EF4-FFF2-40B4-BE49-F238E27FC236}">
                      <a16:creationId xmlns:a16="http://schemas.microsoft.com/office/drawing/2014/main" id="{87847130-F6D0-002F-74BE-4A43CA238C1E}"/>
                    </a:ext>
                  </a:extLst>
                </p:cNvPr>
                <p:cNvPicPr/>
                <p:nvPr/>
              </p:nvPicPr>
              <p:blipFill>
                <a:blip r:embed="rId464"/>
                <a:stretch>
                  <a:fillRect/>
                </a:stretch>
              </p:blipFill>
              <p:spPr>
                <a:xfrm>
                  <a:off x="5755500" y="4482660"/>
                  <a:ext cx="114120" cy="195480"/>
                </a:xfrm>
                <a:prstGeom prst="rect">
                  <a:avLst/>
                </a:prstGeom>
              </p:spPr>
            </p:pic>
          </mc:Fallback>
        </mc:AlternateContent>
        <mc:AlternateContent xmlns:mc="http://schemas.openxmlformats.org/markup-compatibility/2006" xmlns:p14="http://schemas.microsoft.com/office/powerpoint/2010/main">
          <mc:Choice Requires="p14">
            <p:contentPart p14:bwMode="auto" r:id="rId465">
              <p14:nvContentPartPr>
                <p14:cNvPr id="322" name="Ink 321">
                  <a:extLst>
                    <a:ext uri="{FF2B5EF4-FFF2-40B4-BE49-F238E27FC236}">
                      <a16:creationId xmlns:a16="http://schemas.microsoft.com/office/drawing/2014/main" id="{B59805A0-A2C1-649F-C54B-07C0DF9C133A}"/>
                    </a:ext>
                  </a:extLst>
                </p14:cNvPr>
                <p14:cNvContentPartPr/>
                <p14:nvPr/>
              </p14:nvContentPartPr>
              <p14:xfrm>
                <a:off x="5949180" y="4483740"/>
                <a:ext cx="14760" cy="32760"/>
              </p14:xfrm>
            </p:contentPart>
          </mc:Choice>
          <mc:Fallback xmlns="">
            <p:pic>
              <p:nvPicPr>
                <p:cNvPr id="322" name="Ink 321">
                  <a:extLst>
                    <a:ext uri="{FF2B5EF4-FFF2-40B4-BE49-F238E27FC236}">
                      <a16:creationId xmlns:a16="http://schemas.microsoft.com/office/drawing/2014/main" id="{B59805A0-A2C1-649F-C54B-07C0DF9C133A}"/>
                    </a:ext>
                  </a:extLst>
                </p:cNvPr>
                <p:cNvPicPr/>
                <p:nvPr/>
              </p:nvPicPr>
              <p:blipFill>
                <a:blip r:embed="rId466"/>
                <a:stretch>
                  <a:fillRect/>
                </a:stretch>
              </p:blipFill>
              <p:spPr>
                <a:xfrm>
                  <a:off x="5940180" y="4475100"/>
                  <a:ext cx="3240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467">
              <p14:nvContentPartPr>
                <p14:cNvPr id="323" name="Ink 322">
                  <a:extLst>
                    <a:ext uri="{FF2B5EF4-FFF2-40B4-BE49-F238E27FC236}">
                      <a16:creationId xmlns:a16="http://schemas.microsoft.com/office/drawing/2014/main" id="{0E901C2C-9AF0-4ED8-CD67-8F57C570B282}"/>
                    </a:ext>
                  </a:extLst>
                </p14:cNvPr>
                <p14:cNvContentPartPr/>
                <p14:nvPr/>
              </p14:nvContentPartPr>
              <p14:xfrm>
                <a:off x="5929740" y="4436220"/>
                <a:ext cx="101520" cy="192240"/>
              </p14:xfrm>
            </p:contentPart>
          </mc:Choice>
          <mc:Fallback xmlns="">
            <p:pic>
              <p:nvPicPr>
                <p:cNvPr id="323" name="Ink 322">
                  <a:extLst>
                    <a:ext uri="{FF2B5EF4-FFF2-40B4-BE49-F238E27FC236}">
                      <a16:creationId xmlns:a16="http://schemas.microsoft.com/office/drawing/2014/main" id="{0E901C2C-9AF0-4ED8-CD67-8F57C570B282}"/>
                    </a:ext>
                  </a:extLst>
                </p:cNvPr>
                <p:cNvPicPr/>
                <p:nvPr/>
              </p:nvPicPr>
              <p:blipFill>
                <a:blip r:embed="rId468"/>
                <a:stretch>
                  <a:fillRect/>
                </a:stretch>
              </p:blipFill>
              <p:spPr>
                <a:xfrm>
                  <a:off x="5921100" y="4427220"/>
                  <a:ext cx="119160"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469">
              <p14:nvContentPartPr>
                <p14:cNvPr id="324" name="Ink 323">
                  <a:extLst>
                    <a:ext uri="{FF2B5EF4-FFF2-40B4-BE49-F238E27FC236}">
                      <a16:creationId xmlns:a16="http://schemas.microsoft.com/office/drawing/2014/main" id="{CB3AEC58-A211-4F27-4015-BC450BC6624F}"/>
                    </a:ext>
                  </a:extLst>
                </p14:cNvPr>
                <p14:cNvContentPartPr/>
                <p14:nvPr/>
              </p14:nvContentPartPr>
              <p14:xfrm>
                <a:off x="6132420" y="4514700"/>
                <a:ext cx="35640" cy="38160"/>
              </p14:xfrm>
            </p:contentPart>
          </mc:Choice>
          <mc:Fallback xmlns="">
            <p:pic>
              <p:nvPicPr>
                <p:cNvPr id="324" name="Ink 323">
                  <a:extLst>
                    <a:ext uri="{FF2B5EF4-FFF2-40B4-BE49-F238E27FC236}">
                      <a16:creationId xmlns:a16="http://schemas.microsoft.com/office/drawing/2014/main" id="{CB3AEC58-A211-4F27-4015-BC450BC6624F}"/>
                    </a:ext>
                  </a:extLst>
                </p:cNvPr>
                <p:cNvPicPr/>
                <p:nvPr/>
              </p:nvPicPr>
              <p:blipFill>
                <a:blip r:embed="rId470"/>
                <a:stretch>
                  <a:fillRect/>
                </a:stretch>
              </p:blipFill>
              <p:spPr>
                <a:xfrm>
                  <a:off x="6123420" y="4505700"/>
                  <a:ext cx="5328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471">
              <p14:nvContentPartPr>
                <p14:cNvPr id="325" name="Ink 324">
                  <a:extLst>
                    <a:ext uri="{FF2B5EF4-FFF2-40B4-BE49-F238E27FC236}">
                      <a16:creationId xmlns:a16="http://schemas.microsoft.com/office/drawing/2014/main" id="{031B1EED-304D-FA2A-19C3-7CE14D508A58}"/>
                    </a:ext>
                  </a:extLst>
                </p14:cNvPr>
                <p14:cNvContentPartPr/>
                <p14:nvPr/>
              </p14:nvContentPartPr>
              <p14:xfrm>
                <a:off x="6263820" y="4400580"/>
                <a:ext cx="157320" cy="209880"/>
              </p14:xfrm>
            </p:contentPart>
          </mc:Choice>
          <mc:Fallback xmlns="">
            <p:pic>
              <p:nvPicPr>
                <p:cNvPr id="325" name="Ink 324">
                  <a:extLst>
                    <a:ext uri="{FF2B5EF4-FFF2-40B4-BE49-F238E27FC236}">
                      <a16:creationId xmlns:a16="http://schemas.microsoft.com/office/drawing/2014/main" id="{031B1EED-304D-FA2A-19C3-7CE14D508A58}"/>
                    </a:ext>
                  </a:extLst>
                </p:cNvPr>
                <p:cNvPicPr/>
                <p:nvPr/>
              </p:nvPicPr>
              <p:blipFill>
                <a:blip r:embed="rId472"/>
                <a:stretch>
                  <a:fillRect/>
                </a:stretch>
              </p:blipFill>
              <p:spPr>
                <a:xfrm>
                  <a:off x="6255180" y="4391940"/>
                  <a:ext cx="17496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473">
              <p14:nvContentPartPr>
                <p14:cNvPr id="326" name="Ink 325">
                  <a:extLst>
                    <a:ext uri="{FF2B5EF4-FFF2-40B4-BE49-F238E27FC236}">
                      <a16:creationId xmlns:a16="http://schemas.microsoft.com/office/drawing/2014/main" id="{793E2AF2-E3FC-B018-74E6-28F7C3DDC19B}"/>
                    </a:ext>
                  </a:extLst>
                </p14:cNvPr>
                <p14:cNvContentPartPr/>
                <p14:nvPr/>
              </p14:nvContentPartPr>
              <p14:xfrm>
                <a:off x="6508620" y="4406340"/>
                <a:ext cx="31680" cy="167040"/>
              </p14:xfrm>
            </p:contentPart>
          </mc:Choice>
          <mc:Fallback xmlns="">
            <p:pic>
              <p:nvPicPr>
                <p:cNvPr id="326" name="Ink 325">
                  <a:extLst>
                    <a:ext uri="{FF2B5EF4-FFF2-40B4-BE49-F238E27FC236}">
                      <a16:creationId xmlns:a16="http://schemas.microsoft.com/office/drawing/2014/main" id="{793E2AF2-E3FC-B018-74E6-28F7C3DDC19B}"/>
                    </a:ext>
                  </a:extLst>
                </p:cNvPr>
                <p:cNvPicPr/>
                <p:nvPr/>
              </p:nvPicPr>
              <p:blipFill>
                <a:blip r:embed="rId474"/>
                <a:stretch>
                  <a:fillRect/>
                </a:stretch>
              </p:blipFill>
              <p:spPr>
                <a:xfrm>
                  <a:off x="6499980" y="4397700"/>
                  <a:ext cx="49320" cy="184680"/>
                </a:xfrm>
                <a:prstGeom prst="rect">
                  <a:avLst/>
                </a:prstGeom>
              </p:spPr>
            </p:pic>
          </mc:Fallback>
        </mc:AlternateContent>
        <mc:AlternateContent xmlns:mc="http://schemas.openxmlformats.org/markup-compatibility/2006" xmlns:p14="http://schemas.microsoft.com/office/powerpoint/2010/main">
          <mc:Choice Requires="p14">
            <p:contentPart p14:bwMode="auto" r:id="rId475">
              <p14:nvContentPartPr>
                <p14:cNvPr id="327" name="Ink 326">
                  <a:extLst>
                    <a:ext uri="{FF2B5EF4-FFF2-40B4-BE49-F238E27FC236}">
                      <a16:creationId xmlns:a16="http://schemas.microsoft.com/office/drawing/2014/main" id="{54989E04-AADC-1EB7-D5B8-EB9817461CD4}"/>
                    </a:ext>
                  </a:extLst>
                </p14:cNvPr>
                <p14:cNvContentPartPr/>
                <p14:nvPr/>
              </p14:nvContentPartPr>
              <p14:xfrm>
                <a:off x="6514380" y="4374660"/>
                <a:ext cx="141480" cy="209160"/>
              </p14:xfrm>
            </p:contentPart>
          </mc:Choice>
          <mc:Fallback xmlns="">
            <p:pic>
              <p:nvPicPr>
                <p:cNvPr id="327" name="Ink 326">
                  <a:extLst>
                    <a:ext uri="{FF2B5EF4-FFF2-40B4-BE49-F238E27FC236}">
                      <a16:creationId xmlns:a16="http://schemas.microsoft.com/office/drawing/2014/main" id="{54989E04-AADC-1EB7-D5B8-EB9817461CD4}"/>
                    </a:ext>
                  </a:extLst>
                </p:cNvPr>
                <p:cNvPicPr/>
                <p:nvPr/>
              </p:nvPicPr>
              <p:blipFill>
                <a:blip r:embed="rId476"/>
                <a:stretch>
                  <a:fillRect/>
                </a:stretch>
              </p:blipFill>
              <p:spPr>
                <a:xfrm>
                  <a:off x="6505380" y="4365660"/>
                  <a:ext cx="159120"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477">
              <p14:nvContentPartPr>
                <p14:cNvPr id="329" name="Ink 328">
                  <a:extLst>
                    <a:ext uri="{FF2B5EF4-FFF2-40B4-BE49-F238E27FC236}">
                      <a16:creationId xmlns:a16="http://schemas.microsoft.com/office/drawing/2014/main" id="{F83BFE1F-F742-A282-1B3D-89A09D807FA4}"/>
                    </a:ext>
                  </a:extLst>
                </p14:cNvPr>
                <p14:cNvContentPartPr/>
                <p14:nvPr/>
              </p14:nvContentPartPr>
              <p14:xfrm>
                <a:off x="6685740" y="4331460"/>
                <a:ext cx="141120" cy="313920"/>
              </p14:xfrm>
            </p:contentPart>
          </mc:Choice>
          <mc:Fallback xmlns="">
            <p:pic>
              <p:nvPicPr>
                <p:cNvPr id="329" name="Ink 328">
                  <a:extLst>
                    <a:ext uri="{FF2B5EF4-FFF2-40B4-BE49-F238E27FC236}">
                      <a16:creationId xmlns:a16="http://schemas.microsoft.com/office/drawing/2014/main" id="{F83BFE1F-F742-A282-1B3D-89A09D807FA4}"/>
                    </a:ext>
                  </a:extLst>
                </p:cNvPr>
                <p:cNvPicPr/>
                <p:nvPr/>
              </p:nvPicPr>
              <p:blipFill>
                <a:blip r:embed="rId478"/>
                <a:stretch>
                  <a:fillRect/>
                </a:stretch>
              </p:blipFill>
              <p:spPr>
                <a:xfrm>
                  <a:off x="6676740" y="4322820"/>
                  <a:ext cx="158760" cy="331560"/>
                </a:xfrm>
                <a:prstGeom prst="rect">
                  <a:avLst/>
                </a:prstGeom>
              </p:spPr>
            </p:pic>
          </mc:Fallback>
        </mc:AlternateContent>
        <mc:AlternateContent xmlns:mc="http://schemas.openxmlformats.org/markup-compatibility/2006" xmlns:p14="http://schemas.microsoft.com/office/powerpoint/2010/main">
          <mc:Choice Requires="p14">
            <p:contentPart p14:bwMode="auto" r:id="rId479">
              <p14:nvContentPartPr>
                <p14:cNvPr id="330" name="Ink 329">
                  <a:extLst>
                    <a:ext uri="{FF2B5EF4-FFF2-40B4-BE49-F238E27FC236}">
                      <a16:creationId xmlns:a16="http://schemas.microsoft.com/office/drawing/2014/main" id="{20159B8D-69E5-39B3-6AD6-705ABEBAFD6A}"/>
                    </a:ext>
                  </a:extLst>
                </p14:cNvPr>
                <p14:cNvContentPartPr/>
                <p14:nvPr/>
              </p14:nvContentPartPr>
              <p14:xfrm>
                <a:off x="7012980" y="4362780"/>
                <a:ext cx="249480" cy="199080"/>
              </p14:xfrm>
            </p:contentPart>
          </mc:Choice>
          <mc:Fallback xmlns="">
            <p:pic>
              <p:nvPicPr>
                <p:cNvPr id="330" name="Ink 329">
                  <a:extLst>
                    <a:ext uri="{FF2B5EF4-FFF2-40B4-BE49-F238E27FC236}">
                      <a16:creationId xmlns:a16="http://schemas.microsoft.com/office/drawing/2014/main" id="{20159B8D-69E5-39B3-6AD6-705ABEBAFD6A}"/>
                    </a:ext>
                  </a:extLst>
                </p:cNvPr>
                <p:cNvPicPr/>
                <p:nvPr/>
              </p:nvPicPr>
              <p:blipFill>
                <a:blip r:embed="rId480"/>
                <a:stretch>
                  <a:fillRect/>
                </a:stretch>
              </p:blipFill>
              <p:spPr>
                <a:xfrm>
                  <a:off x="7003980" y="4354140"/>
                  <a:ext cx="267120" cy="216720"/>
                </a:xfrm>
                <a:prstGeom prst="rect">
                  <a:avLst/>
                </a:prstGeom>
              </p:spPr>
            </p:pic>
          </mc:Fallback>
        </mc:AlternateContent>
        <mc:AlternateContent xmlns:mc="http://schemas.openxmlformats.org/markup-compatibility/2006" xmlns:p14="http://schemas.microsoft.com/office/powerpoint/2010/main">
          <mc:Choice Requires="p14">
            <p:contentPart p14:bwMode="auto" r:id="rId481">
              <p14:nvContentPartPr>
                <p14:cNvPr id="331" name="Ink 330">
                  <a:extLst>
                    <a:ext uri="{FF2B5EF4-FFF2-40B4-BE49-F238E27FC236}">
                      <a16:creationId xmlns:a16="http://schemas.microsoft.com/office/drawing/2014/main" id="{499A91DA-AD6C-B8A4-55B3-B38B37F1307F}"/>
                    </a:ext>
                  </a:extLst>
                </p14:cNvPr>
                <p14:cNvContentPartPr/>
                <p14:nvPr/>
              </p14:nvContentPartPr>
              <p14:xfrm>
                <a:off x="7326900" y="4395900"/>
                <a:ext cx="111600" cy="150840"/>
              </p14:xfrm>
            </p:contentPart>
          </mc:Choice>
          <mc:Fallback xmlns="">
            <p:pic>
              <p:nvPicPr>
                <p:cNvPr id="331" name="Ink 330">
                  <a:extLst>
                    <a:ext uri="{FF2B5EF4-FFF2-40B4-BE49-F238E27FC236}">
                      <a16:creationId xmlns:a16="http://schemas.microsoft.com/office/drawing/2014/main" id="{499A91DA-AD6C-B8A4-55B3-B38B37F1307F}"/>
                    </a:ext>
                  </a:extLst>
                </p:cNvPr>
                <p:cNvPicPr/>
                <p:nvPr/>
              </p:nvPicPr>
              <p:blipFill>
                <a:blip r:embed="rId482"/>
                <a:stretch>
                  <a:fillRect/>
                </a:stretch>
              </p:blipFill>
              <p:spPr>
                <a:xfrm>
                  <a:off x="7318260" y="4386900"/>
                  <a:ext cx="129240" cy="168480"/>
                </a:xfrm>
                <a:prstGeom prst="rect">
                  <a:avLst/>
                </a:prstGeom>
              </p:spPr>
            </p:pic>
          </mc:Fallback>
        </mc:AlternateContent>
        <mc:AlternateContent xmlns:mc="http://schemas.openxmlformats.org/markup-compatibility/2006" xmlns:p14="http://schemas.microsoft.com/office/powerpoint/2010/main">
          <mc:Choice Requires="p14">
            <p:contentPart p14:bwMode="auto" r:id="rId483">
              <p14:nvContentPartPr>
                <p14:cNvPr id="332" name="Ink 331">
                  <a:extLst>
                    <a:ext uri="{FF2B5EF4-FFF2-40B4-BE49-F238E27FC236}">
                      <a16:creationId xmlns:a16="http://schemas.microsoft.com/office/drawing/2014/main" id="{D45978B2-6A20-5067-AB0E-E6F05D1813B1}"/>
                    </a:ext>
                  </a:extLst>
                </p14:cNvPr>
                <p14:cNvContentPartPr/>
                <p14:nvPr/>
              </p14:nvContentPartPr>
              <p14:xfrm>
                <a:off x="7507260" y="4372860"/>
                <a:ext cx="110160" cy="194760"/>
              </p14:xfrm>
            </p:contentPart>
          </mc:Choice>
          <mc:Fallback xmlns="">
            <p:pic>
              <p:nvPicPr>
                <p:cNvPr id="332" name="Ink 331">
                  <a:extLst>
                    <a:ext uri="{FF2B5EF4-FFF2-40B4-BE49-F238E27FC236}">
                      <a16:creationId xmlns:a16="http://schemas.microsoft.com/office/drawing/2014/main" id="{D45978B2-6A20-5067-AB0E-E6F05D1813B1}"/>
                    </a:ext>
                  </a:extLst>
                </p:cNvPr>
                <p:cNvPicPr/>
                <p:nvPr/>
              </p:nvPicPr>
              <p:blipFill>
                <a:blip r:embed="rId484"/>
                <a:stretch>
                  <a:fillRect/>
                </a:stretch>
              </p:blipFill>
              <p:spPr>
                <a:xfrm>
                  <a:off x="7498260" y="4364220"/>
                  <a:ext cx="127800" cy="212400"/>
                </a:xfrm>
                <a:prstGeom prst="rect">
                  <a:avLst/>
                </a:prstGeom>
              </p:spPr>
            </p:pic>
          </mc:Fallback>
        </mc:AlternateContent>
        <mc:AlternateContent xmlns:mc="http://schemas.openxmlformats.org/markup-compatibility/2006" xmlns:p14="http://schemas.microsoft.com/office/powerpoint/2010/main">
          <mc:Choice Requires="p14">
            <p:contentPart p14:bwMode="auto" r:id="rId485">
              <p14:nvContentPartPr>
                <p14:cNvPr id="333" name="Ink 332">
                  <a:extLst>
                    <a:ext uri="{FF2B5EF4-FFF2-40B4-BE49-F238E27FC236}">
                      <a16:creationId xmlns:a16="http://schemas.microsoft.com/office/drawing/2014/main" id="{BB5548F7-F284-E4DA-706A-277A982452A5}"/>
                    </a:ext>
                  </a:extLst>
                </p14:cNvPr>
                <p14:cNvContentPartPr/>
                <p14:nvPr/>
              </p14:nvContentPartPr>
              <p14:xfrm>
                <a:off x="7655580" y="4370700"/>
                <a:ext cx="137880" cy="172440"/>
              </p14:xfrm>
            </p:contentPart>
          </mc:Choice>
          <mc:Fallback xmlns="">
            <p:pic>
              <p:nvPicPr>
                <p:cNvPr id="333" name="Ink 332">
                  <a:extLst>
                    <a:ext uri="{FF2B5EF4-FFF2-40B4-BE49-F238E27FC236}">
                      <a16:creationId xmlns:a16="http://schemas.microsoft.com/office/drawing/2014/main" id="{BB5548F7-F284-E4DA-706A-277A982452A5}"/>
                    </a:ext>
                  </a:extLst>
                </p:cNvPr>
                <p:cNvPicPr/>
                <p:nvPr/>
              </p:nvPicPr>
              <p:blipFill>
                <a:blip r:embed="rId486"/>
                <a:stretch>
                  <a:fillRect/>
                </a:stretch>
              </p:blipFill>
              <p:spPr>
                <a:xfrm>
                  <a:off x="7646940" y="4362060"/>
                  <a:ext cx="15552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487">
              <p14:nvContentPartPr>
                <p14:cNvPr id="334" name="Ink 333">
                  <a:extLst>
                    <a:ext uri="{FF2B5EF4-FFF2-40B4-BE49-F238E27FC236}">
                      <a16:creationId xmlns:a16="http://schemas.microsoft.com/office/drawing/2014/main" id="{EECC80AF-93FD-08BB-7E4F-24A6EF75D888}"/>
                    </a:ext>
                  </a:extLst>
                </p14:cNvPr>
                <p14:cNvContentPartPr/>
                <p14:nvPr/>
              </p14:nvContentPartPr>
              <p14:xfrm>
                <a:off x="7823700" y="4262700"/>
                <a:ext cx="27000" cy="47520"/>
              </p14:xfrm>
            </p:contentPart>
          </mc:Choice>
          <mc:Fallback xmlns="">
            <p:pic>
              <p:nvPicPr>
                <p:cNvPr id="334" name="Ink 333">
                  <a:extLst>
                    <a:ext uri="{FF2B5EF4-FFF2-40B4-BE49-F238E27FC236}">
                      <a16:creationId xmlns:a16="http://schemas.microsoft.com/office/drawing/2014/main" id="{EECC80AF-93FD-08BB-7E4F-24A6EF75D888}"/>
                    </a:ext>
                  </a:extLst>
                </p:cNvPr>
                <p:cNvPicPr/>
                <p:nvPr/>
              </p:nvPicPr>
              <p:blipFill>
                <a:blip r:embed="rId488"/>
                <a:stretch>
                  <a:fillRect/>
                </a:stretch>
              </p:blipFill>
              <p:spPr>
                <a:xfrm>
                  <a:off x="7815060" y="4253700"/>
                  <a:ext cx="4464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489">
              <p14:nvContentPartPr>
                <p14:cNvPr id="336" name="Ink 335">
                  <a:extLst>
                    <a:ext uri="{FF2B5EF4-FFF2-40B4-BE49-F238E27FC236}">
                      <a16:creationId xmlns:a16="http://schemas.microsoft.com/office/drawing/2014/main" id="{C54899FD-B24E-554E-D85F-5783033B403A}"/>
                    </a:ext>
                  </a:extLst>
                </p14:cNvPr>
                <p14:cNvContentPartPr/>
                <p14:nvPr/>
              </p14:nvContentPartPr>
              <p14:xfrm>
                <a:off x="3775500" y="4619820"/>
                <a:ext cx="4018680" cy="299160"/>
              </p14:xfrm>
            </p:contentPart>
          </mc:Choice>
          <mc:Fallback xmlns="">
            <p:pic>
              <p:nvPicPr>
                <p:cNvPr id="336" name="Ink 335">
                  <a:extLst>
                    <a:ext uri="{FF2B5EF4-FFF2-40B4-BE49-F238E27FC236}">
                      <a16:creationId xmlns:a16="http://schemas.microsoft.com/office/drawing/2014/main" id="{C54899FD-B24E-554E-D85F-5783033B403A}"/>
                    </a:ext>
                  </a:extLst>
                </p:cNvPr>
                <p:cNvPicPr/>
                <p:nvPr/>
              </p:nvPicPr>
              <p:blipFill>
                <a:blip r:embed="rId490"/>
                <a:stretch>
                  <a:fillRect/>
                </a:stretch>
              </p:blipFill>
              <p:spPr>
                <a:xfrm>
                  <a:off x="3766860" y="4610820"/>
                  <a:ext cx="4036320" cy="316800"/>
                </a:xfrm>
                <a:prstGeom prst="rect">
                  <a:avLst/>
                </a:prstGeom>
              </p:spPr>
            </p:pic>
          </mc:Fallback>
        </mc:AlternateContent>
        <mc:AlternateContent xmlns:mc="http://schemas.openxmlformats.org/markup-compatibility/2006" xmlns:p14="http://schemas.microsoft.com/office/powerpoint/2010/main">
          <mc:Choice Requires="p14">
            <p:contentPart p14:bwMode="auto" r:id="rId491">
              <p14:nvContentPartPr>
                <p14:cNvPr id="338" name="Ink 337">
                  <a:extLst>
                    <a:ext uri="{FF2B5EF4-FFF2-40B4-BE49-F238E27FC236}">
                      <a16:creationId xmlns:a16="http://schemas.microsoft.com/office/drawing/2014/main" id="{C2709983-D595-EA96-05EA-9D7357CDEE4B}"/>
                    </a:ext>
                  </a:extLst>
                </p14:cNvPr>
                <p14:cNvContentPartPr/>
                <p14:nvPr/>
              </p14:nvContentPartPr>
              <p14:xfrm>
                <a:off x="5350500" y="4866780"/>
                <a:ext cx="149400" cy="225360"/>
              </p14:xfrm>
            </p:contentPart>
          </mc:Choice>
          <mc:Fallback xmlns="">
            <p:pic>
              <p:nvPicPr>
                <p:cNvPr id="338" name="Ink 337">
                  <a:extLst>
                    <a:ext uri="{FF2B5EF4-FFF2-40B4-BE49-F238E27FC236}">
                      <a16:creationId xmlns:a16="http://schemas.microsoft.com/office/drawing/2014/main" id="{C2709983-D595-EA96-05EA-9D7357CDEE4B}"/>
                    </a:ext>
                  </a:extLst>
                </p:cNvPr>
                <p:cNvPicPr/>
                <p:nvPr/>
              </p:nvPicPr>
              <p:blipFill>
                <a:blip r:embed="rId492"/>
                <a:stretch>
                  <a:fillRect/>
                </a:stretch>
              </p:blipFill>
              <p:spPr>
                <a:xfrm>
                  <a:off x="5341500" y="4858140"/>
                  <a:ext cx="167040"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493">
              <p14:nvContentPartPr>
                <p14:cNvPr id="339" name="Ink 338">
                  <a:extLst>
                    <a:ext uri="{FF2B5EF4-FFF2-40B4-BE49-F238E27FC236}">
                      <a16:creationId xmlns:a16="http://schemas.microsoft.com/office/drawing/2014/main" id="{E8822987-5818-C66C-00D4-CFDB41E86BCD}"/>
                    </a:ext>
                  </a:extLst>
                </p14:cNvPr>
                <p14:cNvContentPartPr/>
                <p14:nvPr/>
              </p14:nvContentPartPr>
              <p14:xfrm>
                <a:off x="5617620" y="4876140"/>
                <a:ext cx="3960" cy="11160"/>
              </p14:xfrm>
            </p:contentPart>
          </mc:Choice>
          <mc:Fallback xmlns="">
            <p:pic>
              <p:nvPicPr>
                <p:cNvPr id="339" name="Ink 338">
                  <a:extLst>
                    <a:ext uri="{FF2B5EF4-FFF2-40B4-BE49-F238E27FC236}">
                      <a16:creationId xmlns:a16="http://schemas.microsoft.com/office/drawing/2014/main" id="{E8822987-5818-C66C-00D4-CFDB41E86BCD}"/>
                    </a:ext>
                  </a:extLst>
                </p:cNvPr>
                <p:cNvPicPr/>
                <p:nvPr/>
              </p:nvPicPr>
              <p:blipFill>
                <a:blip r:embed="rId494"/>
                <a:stretch>
                  <a:fillRect/>
                </a:stretch>
              </p:blipFill>
              <p:spPr>
                <a:xfrm>
                  <a:off x="5608620" y="4867140"/>
                  <a:ext cx="2160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495">
              <p14:nvContentPartPr>
                <p14:cNvPr id="340" name="Ink 339">
                  <a:extLst>
                    <a:ext uri="{FF2B5EF4-FFF2-40B4-BE49-F238E27FC236}">
                      <a16:creationId xmlns:a16="http://schemas.microsoft.com/office/drawing/2014/main" id="{D33780D4-B811-8D63-DEB7-D5A39F734C26}"/>
                    </a:ext>
                  </a:extLst>
                </p14:cNvPr>
                <p14:cNvContentPartPr/>
                <p14:nvPr/>
              </p14:nvContentPartPr>
              <p14:xfrm>
                <a:off x="5593860" y="4858860"/>
                <a:ext cx="84960" cy="177120"/>
              </p14:xfrm>
            </p:contentPart>
          </mc:Choice>
          <mc:Fallback xmlns="">
            <p:pic>
              <p:nvPicPr>
                <p:cNvPr id="340" name="Ink 339">
                  <a:extLst>
                    <a:ext uri="{FF2B5EF4-FFF2-40B4-BE49-F238E27FC236}">
                      <a16:creationId xmlns:a16="http://schemas.microsoft.com/office/drawing/2014/main" id="{D33780D4-B811-8D63-DEB7-D5A39F734C26}"/>
                    </a:ext>
                  </a:extLst>
                </p:cNvPr>
                <p:cNvPicPr/>
                <p:nvPr/>
              </p:nvPicPr>
              <p:blipFill>
                <a:blip r:embed="rId496"/>
                <a:stretch>
                  <a:fillRect/>
                </a:stretch>
              </p:blipFill>
              <p:spPr>
                <a:xfrm>
                  <a:off x="5585220" y="4850220"/>
                  <a:ext cx="102600" cy="194760"/>
                </a:xfrm>
                <a:prstGeom prst="rect">
                  <a:avLst/>
                </a:prstGeom>
              </p:spPr>
            </p:pic>
          </mc:Fallback>
        </mc:AlternateContent>
        <mc:AlternateContent xmlns:mc="http://schemas.openxmlformats.org/markup-compatibility/2006" xmlns:p14="http://schemas.microsoft.com/office/powerpoint/2010/main">
          <mc:Choice Requires="p14">
            <p:contentPart p14:bwMode="auto" r:id="rId497">
              <p14:nvContentPartPr>
                <p14:cNvPr id="341" name="Ink 340">
                  <a:extLst>
                    <a:ext uri="{FF2B5EF4-FFF2-40B4-BE49-F238E27FC236}">
                      <a16:creationId xmlns:a16="http://schemas.microsoft.com/office/drawing/2014/main" id="{7F84B1D6-0AC4-C549-D8A6-66293B088D66}"/>
                    </a:ext>
                  </a:extLst>
                </p14:cNvPr>
                <p14:cNvContentPartPr/>
                <p14:nvPr/>
              </p14:nvContentPartPr>
              <p14:xfrm>
                <a:off x="5768460" y="4921860"/>
                <a:ext cx="25560" cy="47880"/>
              </p14:xfrm>
            </p:contentPart>
          </mc:Choice>
          <mc:Fallback xmlns="">
            <p:pic>
              <p:nvPicPr>
                <p:cNvPr id="341" name="Ink 340">
                  <a:extLst>
                    <a:ext uri="{FF2B5EF4-FFF2-40B4-BE49-F238E27FC236}">
                      <a16:creationId xmlns:a16="http://schemas.microsoft.com/office/drawing/2014/main" id="{7F84B1D6-0AC4-C549-D8A6-66293B088D66}"/>
                    </a:ext>
                  </a:extLst>
                </p:cNvPr>
                <p:cNvPicPr/>
                <p:nvPr/>
              </p:nvPicPr>
              <p:blipFill>
                <a:blip r:embed="rId498"/>
                <a:stretch>
                  <a:fillRect/>
                </a:stretch>
              </p:blipFill>
              <p:spPr>
                <a:xfrm>
                  <a:off x="5759460" y="4913220"/>
                  <a:ext cx="43200" cy="65520"/>
                </a:xfrm>
                <a:prstGeom prst="rect">
                  <a:avLst/>
                </a:prstGeom>
              </p:spPr>
            </p:pic>
          </mc:Fallback>
        </mc:AlternateContent>
        <mc:AlternateContent xmlns:mc="http://schemas.openxmlformats.org/markup-compatibility/2006" xmlns:p14="http://schemas.microsoft.com/office/powerpoint/2010/main">
          <mc:Choice Requires="p14">
            <p:contentPart p14:bwMode="auto" r:id="rId499">
              <p14:nvContentPartPr>
                <p14:cNvPr id="342" name="Ink 341">
                  <a:extLst>
                    <a:ext uri="{FF2B5EF4-FFF2-40B4-BE49-F238E27FC236}">
                      <a16:creationId xmlns:a16="http://schemas.microsoft.com/office/drawing/2014/main" id="{82FABAD1-EDA7-4BB0-5726-E747E74745DA}"/>
                    </a:ext>
                  </a:extLst>
                </p14:cNvPr>
                <p14:cNvContentPartPr/>
                <p14:nvPr/>
              </p14:nvContentPartPr>
              <p14:xfrm>
                <a:off x="5881500" y="4828980"/>
                <a:ext cx="125280" cy="187200"/>
              </p14:xfrm>
            </p:contentPart>
          </mc:Choice>
          <mc:Fallback xmlns="">
            <p:pic>
              <p:nvPicPr>
                <p:cNvPr id="342" name="Ink 341">
                  <a:extLst>
                    <a:ext uri="{FF2B5EF4-FFF2-40B4-BE49-F238E27FC236}">
                      <a16:creationId xmlns:a16="http://schemas.microsoft.com/office/drawing/2014/main" id="{82FABAD1-EDA7-4BB0-5726-E747E74745DA}"/>
                    </a:ext>
                  </a:extLst>
                </p:cNvPr>
                <p:cNvPicPr/>
                <p:nvPr/>
              </p:nvPicPr>
              <p:blipFill>
                <a:blip r:embed="rId500"/>
                <a:stretch>
                  <a:fillRect/>
                </a:stretch>
              </p:blipFill>
              <p:spPr>
                <a:xfrm>
                  <a:off x="5872860" y="4820340"/>
                  <a:ext cx="14292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501">
              <p14:nvContentPartPr>
                <p14:cNvPr id="343" name="Ink 342">
                  <a:extLst>
                    <a:ext uri="{FF2B5EF4-FFF2-40B4-BE49-F238E27FC236}">
                      <a16:creationId xmlns:a16="http://schemas.microsoft.com/office/drawing/2014/main" id="{5178CB12-5518-F5E8-6DA6-CF5C29BF37A0}"/>
                    </a:ext>
                  </a:extLst>
                </p14:cNvPr>
                <p14:cNvContentPartPr/>
                <p14:nvPr/>
              </p14:nvContentPartPr>
              <p14:xfrm>
                <a:off x="6192180" y="4801620"/>
                <a:ext cx="384120" cy="478440"/>
              </p14:xfrm>
            </p:contentPart>
          </mc:Choice>
          <mc:Fallback xmlns="">
            <p:pic>
              <p:nvPicPr>
                <p:cNvPr id="343" name="Ink 342">
                  <a:extLst>
                    <a:ext uri="{FF2B5EF4-FFF2-40B4-BE49-F238E27FC236}">
                      <a16:creationId xmlns:a16="http://schemas.microsoft.com/office/drawing/2014/main" id="{5178CB12-5518-F5E8-6DA6-CF5C29BF37A0}"/>
                    </a:ext>
                  </a:extLst>
                </p:cNvPr>
                <p:cNvPicPr/>
                <p:nvPr/>
              </p:nvPicPr>
              <p:blipFill>
                <a:blip r:embed="rId502"/>
                <a:stretch>
                  <a:fillRect/>
                </a:stretch>
              </p:blipFill>
              <p:spPr>
                <a:xfrm>
                  <a:off x="6183180" y="4792620"/>
                  <a:ext cx="401760" cy="496080"/>
                </a:xfrm>
                <a:prstGeom prst="rect">
                  <a:avLst/>
                </a:prstGeom>
              </p:spPr>
            </p:pic>
          </mc:Fallback>
        </mc:AlternateContent>
        <mc:AlternateContent xmlns:mc="http://schemas.openxmlformats.org/markup-compatibility/2006" xmlns:p14="http://schemas.microsoft.com/office/powerpoint/2010/main">
          <mc:Choice Requires="p14">
            <p:contentPart p14:bwMode="auto" r:id="rId503">
              <p14:nvContentPartPr>
                <p14:cNvPr id="344" name="Ink 343">
                  <a:extLst>
                    <a:ext uri="{FF2B5EF4-FFF2-40B4-BE49-F238E27FC236}">
                      <a16:creationId xmlns:a16="http://schemas.microsoft.com/office/drawing/2014/main" id="{51B18418-35FC-AB69-75EB-DEE1BE472436}"/>
                    </a:ext>
                  </a:extLst>
                </p14:cNvPr>
                <p14:cNvContentPartPr/>
                <p14:nvPr/>
              </p14:nvContentPartPr>
              <p14:xfrm>
                <a:off x="6659460" y="4783260"/>
                <a:ext cx="139320" cy="439560"/>
              </p14:xfrm>
            </p:contentPart>
          </mc:Choice>
          <mc:Fallback xmlns="">
            <p:pic>
              <p:nvPicPr>
                <p:cNvPr id="344" name="Ink 343">
                  <a:extLst>
                    <a:ext uri="{FF2B5EF4-FFF2-40B4-BE49-F238E27FC236}">
                      <a16:creationId xmlns:a16="http://schemas.microsoft.com/office/drawing/2014/main" id="{51B18418-35FC-AB69-75EB-DEE1BE472436}"/>
                    </a:ext>
                  </a:extLst>
                </p:cNvPr>
                <p:cNvPicPr/>
                <p:nvPr/>
              </p:nvPicPr>
              <p:blipFill>
                <a:blip r:embed="rId504"/>
                <a:stretch>
                  <a:fillRect/>
                </a:stretch>
              </p:blipFill>
              <p:spPr>
                <a:xfrm>
                  <a:off x="6650820" y="4774620"/>
                  <a:ext cx="156960" cy="457200"/>
                </a:xfrm>
                <a:prstGeom prst="rect">
                  <a:avLst/>
                </a:prstGeom>
              </p:spPr>
            </p:pic>
          </mc:Fallback>
        </mc:AlternateContent>
        <mc:AlternateContent xmlns:mc="http://schemas.openxmlformats.org/markup-compatibility/2006" xmlns:p14="http://schemas.microsoft.com/office/powerpoint/2010/main">
          <mc:Choice Requires="p14">
            <p:contentPart p14:bwMode="auto" r:id="rId505">
              <p14:nvContentPartPr>
                <p14:cNvPr id="345" name="Ink 344">
                  <a:extLst>
                    <a:ext uri="{FF2B5EF4-FFF2-40B4-BE49-F238E27FC236}">
                      <a16:creationId xmlns:a16="http://schemas.microsoft.com/office/drawing/2014/main" id="{BD596B34-4842-FAC8-0DFB-89DF5549090A}"/>
                    </a:ext>
                  </a:extLst>
                </p14:cNvPr>
                <p14:cNvContentPartPr/>
                <p14:nvPr/>
              </p14:nvContentPartPr>
              <p14:xfrm>
                <a:off x="5161500" y="4848780"/>
                <a:ext cx="159120" cy="385560"/>
              </p14:xfrm>
            </p:contentPart>
          </mc:Choice>
          <mc:Fallback xmlns="">
            <p:pic>
              <p:nvPicPr>
                <p:cNvPr id="345" name="Ink 344">
                  <a:extLst>
                    <a:ext uri="{FF2B5EF4-FFF2-40B4-BE49-F238E27FC236}">
                      <a16:creationId xmlns:a16="http://schemas.microsoft.com/office/drawing/2014/main" id="{BD596B34-4842-FAC8-0DFB-89DF5549090A}"/>
                    </a:ext>
                  </a:extLst>
                </p:cNvPr>
                <p:cNvPicPr/>
                <p:nvPr/>
              </p:nvPicPr>
              <p:blipFill>
                <a:blip r:embed="rId506"/>
                <a:stretch>
                  <a:fillRect/>
                </a:stretch>
              </p:blipFill>
              <p:spPr>
                <a:xfrm>
                  <a:off x="5152860" y="4839780"/>
                  <a:ext cx="176760" cy="403200"/>
                </a:xfrm>
                <a:prstGeom prst="rect">
                  <a:avLst/>
                </a:prstGeom>
              </p:spPr>
            </p:pic>
          </mc:Fallback>
        </mc:AlternateContent>
      </p:grpSp>
      <p:grpSp>
        <p:nvGrpSpPr>
          <p:cNvPr id="367" name="Group 366">
            <a:extLst>
              <a:ext uri="{FF2B5EF4-FFF2-40B4-BE49-F238E27FC236}">
                <a16:creationId xmlns:a16="http://schemas.microsoft.com/office/drawing/2014/main" id="{F9F72F7B-BE12-8A9F-1CC1-2BAF4A9F4341}"/>
              </a:ext>
            </a:extLst>
          </p:cNvPr>
          <p:cNvGrpSpPr/>
          <p:nvPr/>
        </p:nvGrpSpPr>
        <p:grpSpPr>
          <a:xfrm>
            <a:off x="2835540" y="5461500"/>
            <a:ext cx="3498120" cy="711000"/>
            <a:chOff x="2835540" y="5461500"/>
            <a:chExt cx="3498120" cy="711000"/>
          </a:xfrm>
        </p:grpSpPr>
        <mc:AlternateContent xmlns:mc="http://schemas.openxmlformats.org/markup-compatibility/2006" xmlns:p14="http://schemas.microsoft.com/office/powerpoint/2010/main">
          <mc:Choice Requires="p14">
            <p:contentPart p14:bwMode="auto" r:id="rId507">
              <p14:nvContentPartPr>
                <p14:cNvPr id="347" name="Ink 346">
                  <a:extLst>
                    <a:ext uri="{FF2B5EF4-FFF2-40B4-BE49-F238E27FC236}">
                      <a16:creationId xmlns:a16="http://schemas.microsoft.com/office/drawing/2014/main" id="{B34A438B-5457-3E6D-6B2C-AD2210627C55}"/>
                    </a:ext>
                  </a:extLst>
                </p14:cNvPr>
                <p14:cNvContentPartPr/>
                <p14:nvPr/>
              </p14:nvContentPartPr>
              <p14:xfrm>
                <a:off x="3051180" y="5679300"/>
                <a:ext cx="187560" cy="208800"/>
              </p14:xfrm>
            </p:contentPart>
          </mc:Choice>
          <mc:Fallback xmlns="">
            <p:pic>
              <p:nvPicPr>
                <p:cNvPr id="347" name="Ink 346">
                  <a:extLst>
                    <a:ext uri="{FF2B5EF4-FFF2-40B4-BE49-F238E27FC236}">
                      <a16:creationId xmlns:a16="http://schemas.microsoft.com/office/drawing/2014/main" id="{B34A438B-5457-3E6D-6B2C-AD2210627C55}"/>
                    </a:ext>
                  </a:extLst>
                </p:cNvPr>
                <p:cNvPicPr/>
                <p:nvPr/>
              </p:nvPicPr>
              <p:blipFill>
                <a:blip r:embed="rId508"/>
                <a:stretch>
                  <a:fillRect/>
                </a:stretch>
              </p:blipFill>
              <p:spPr>
                <a:xfrm>
                  <a:off x="3042540" y="5670300"/>
                  <a:ext cx="205200" cy="226440"/>
                </a:xfrm>
                <a:prstGeom prst="rect">
                  <a:avLst/>
                </a:prstGeom>
              </p:spPr>
            </p:pic>
          </mc:Fallback>
        </mc:AlternateContent>
        <mc:AlternateContent xmlns:mc="http://schemas.openxmlformats.org/markup-compatibility/2006" xmlns:p14="http://schemas.microsoft.com/office/powerpoint/2010/main">
          <mc:Choice Requires="p14">
            <p:contentPart p14:bwMode="auto" r:id="rId509">
              <p14:nvContentPartPr>
                <p14:cNvPr id="348" name="Ink 347">
                  <a:extLst>
                    <a:ext uri="{FF2B5EF4-FFF2-40B4-BE49-F238E27FC236}">
                      <a16:creationId xmlns:a16="http://schemas.microsoft.com/office/drawing/2014/main" id="{1A5EA081-37AD-5E69-D466-B69A99F2ECBD}"/>
                    </a:ext>
                  </a:extLst>
                </p14:cNvPr>
                <p14:cNvContentPartPr/>
                <p14:nvPr/>
              </p14:nvContentPartPr>
              <p14:xfrm>
                <a:off x="3341340" y="5795580"/>
                <a:ext cx="168840" cy="147600"/>
              </p14:xfrm>
            </p:contentPart>
          </mc:Choice>
          <mc:Fallback xmlns="">
            <p:pic>
              <p:nvPicPr>
                <p:cNvPr id="348" name="Ink 347">
                  <a:extLst>
                    <a:ext uri="{FF2B5EF4-FFF2-40B4-BE49-F238E27FC236}">
                      <a16:creationId xmlns:a16="http://schemas.microsoft.com/office/drawing/2014/main" id="{1A5EA081-37AD-5E69-D466-B69A99F2ECBD}"/>
                    </a:ext>
                  </a:extLst>
                </p:cNvPr>
                <p:cNvPicPr/>
                <p:nvPr/>
              </p:nvPicPr>
              <p:blipFill>
                <a:blip r:embed="rId510"/>
                <a:stretch>
                  <a:fillRect/>
                </a:stretch>
              </p:blipFill>
              <p:spPr>
                <a:xfrm>
                  <a:off x="3332700" y="5786580"/>
                  <a:ext cx="18648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511">
              <p14:nvContentPartPr>
                <p14:cNvPr id="349" name="Ink 348">
                  <a:extLst>
                    <a:ext uri="{FF2B5EF4-FFF2-40B4-BE49-F238E27FC236}">
                      <a16:creationId xmlns:a16="http://schemas.microsoft.com/office/drawing/2014/main" id="{463FA9DE-FD1C-D831-2F95-5D5E2DF201EA}"/>
                    </a:ext>
                  </a:extLst>
                </p14:cNvPr>
                <p14:cNvContentPartPr/>
                <p14:nvPr/>
              </p14:nvContentPartPr>
              <p14:xfrm>
                <a:off x="3286620" y="5810700"/>
                <a:ext cx="236520" cy="162720"/>
              </p14:xfrm>
            </p:contentPart>
          </mc:Choice>
          <mc:Fallback xmlns="">
            <p:pic>
              <p:nvPicPr>
                <p:cNvPr id="349" name="Ink 348">
                  <a:extLst>
                    <a:ext uri="{FF2B5EF4-FFF2-40B4-BE49-F238E27FC236}">
                      <a16:creationId xmlns:a16="http://schemas.microsoft.com/office/drawing/2014/main" id="{463FA9DE-FD1C-D831-2F95-5D5E2DF201EA}"/>
                    </a:ext>
                  </a:extLst>
                </p:cNvPr>
                <p:cNvPicPr/>
                <p:nvPr/>
              </p:nvPicPr>
              <p:blipFill>
                <a:blip r:embed="rId512"/>
                <a:stretch>
                  <a:fillRect/>
                </a:stretch>
              </p:blipFill>
              <p:spPr>
                <a:xfrm>
                  <a:off x="3277620" y="5801700"/>
                  <a:ext cx="254160" cy="180360"/>
                </a:xfrm>
                <a:prstGeom prst="rect">
                  <a:avLst/>
                </a:prstGeom>
              </p:spPr>
            </p:pic>
          </mc:Fallback>
        </mc:AlternateContent>
        <mc:AlternateContent xmlns:mc="http://schemas.openxmlformats.org/markup-compatibility/2006" xmlns:p14="http://schemas.microsoft.com/office/powerpoint/2010/main">
          <mc:Choice Requires="p14">
            <p:contentPart p14:bwMode="auto" r:id="rId513">
              <p14:nvContentPartPr>
                <p14:cNvPr id="350" name="Ink 349">
                  <a:extLst>
                    <a:ext uri="{FF2B5EF4-FFF2-40B4-BE49-F238E27FC236}">
                      <a16:creationId xmlns:a16="http://schemas.microsoft.com/office/drawing/2014/main" id="{A61B4BB6-E53F-FEB3-20E5-DF0215B8A2FE}"/>
                    </a:ext>
                  </a:extLst>
                </p14:cNvPr>
                <p14:cNvContentPartPr/>
                <p14:nvPr/>
              </p14:nvContentPartPr>
              <p14:xfrm>
                <a:off x="3633300" y="5744460"/>
                <a:ext cx="171360" cy="16200"/>
              </p14:xfrm>
            </p:contentPart>
          </mc:Choice>
          <mc:Fallback xmlns="">
            <p:pic>
              <p:nvPicPr>
                <p:cNvPr id="350" name="Ink 349">
                  <a:extLst>
                    <a:ext uri="{FF2B5EF4-FFF2-40B4-BE49-F238E27FC236}">
                      <a16:creationId xmlns:a16="http://schemas.microsoft.com/office/drawing/2014/main" id="{A61B4BB6-E53F-FEB3-20E5-DF0215B8A2FE}"/>
                    </a:ext>
                  </a:extLst>
                </p:cNvPr>
                <p:cNvPicPr/>
                <p:nvPr/>
              </p:nvPicPr>
              <p:blipFill>
                <a:blip r:embed="rId514"/>
                <a:stretch>
                  <a:fillRect/>
                </a:stretch>
              </p:blipFill>
              <p:spPr>
                <a:xfrm>
                  <a:off x="3624660" y="5735460"/>
                  <a:ext cx="18900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515">
              <p14:nvContentPartPr>
                <p14:cNvPr id="351" name="Ink 350">
                  <a:extLst>
                    <a:ext uri="{FF2B5EF4-FFF2-40B4-BE49-F238E27FC236}">
                      <a16:creationId xmlns:a16="http://schemas.microsoft.com/office/drawing/2014/main" id="{C72DADC2-79DB-633C-C9FF-73ECF01B2A6F}"/>
                    </a:ext>
                  </a:extLst>
                </p14:cNvPr>
                <p14:cNvContentPartPr/>
                <p14:nvPr/>
              </p14:nvContentPartPr>
              <p14:xfrm>
                <a:off x="3636180" y="5839140"/>
                <a:ext cx="102240" cy="11520"/>
              </p14:xfrm>
            </p:contentPart>
          </mc:Choice>
          <mc:Fallback xmlns="">
            <p:pic>
              <p:nvPicPr>
                <p:cNvPr id="351" name="Ink 350">
                  <a:extLst>
                    <a:ext uri="{FF2B5EF4-FFF2-40B4-BE49-F238E27FC236}">
                      <a16:creationId xmlns:a16="http://schemas.microsoft.com/office/drawing/2014/main" id="{C72DADC2-79DB-633C-C9FF-73ECF01B2A6F}"/>
                    </a:ext>
                  </a:extLst>
                </p:cNvPr>
                <p:cNvPicPr/>
                <p:nvPr/>
              </p:nvPicPr>
              <p:blipFill>
                <a:blip r:embed="rId516"/>
                <a:stretch>
                  <a:fillRect/>
                </a:stretch>
              </p:blipFill>
              <p:spPr>
                <a:xfrm>
                  <a:off x="3627180" y="5830500"/>
                  <a:ext cx="11988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517">
              <p14:nvContentPartPr>
                <p14:cNvPr id="353" name="Ink 352">
                  <a:extLst>
                    <a:ext uri="{FF2B5EF4-FFF2-40B4-BE49-F238E27FC236}">
                      <a16:creationId xmlns:a16="http://schemas.microsoft.com/office/drawing/2014/main" id="{88FFD608-2980-BE03-CB17-6E2235D931BB}"/>
                    </a:ext>
                  </a:extLst>
                </p14:cNvPr>
                <p14:cNvContentPartPr/>
                <p14:nvPr/>
              </p14:nvContentPartPr>
              <p14:xfrm>
                <a:off x="4103820" y="5608020"/>
                <a:ext cx="168480" cy="51120"/>
              </p14:xfrm>
            </p:contentPart>
          </mc:Choice>
          <mc:Fallback xmlns="">
            <p:pic>
              <p:nvPicPr>
                <p:cNvPr id="353" name="Ink 352">
                  <a:extLst>
                    <a:ext uri="{FF2B5EF4-FFF2-40B4-BE49-F238E27FC236}">
                      <a16:creationId xmlns:a16="http://schemas.microsoft.com/office/drawing/2014/main" id="{88FFD608-2980-BE03-CB17-6E2235D931BB}"/>
                    </a:ext>
                  </a:extLst>
                </p:cNvPr>
                <p:cNvPicPr/>
                <p:nvPr/>
              </p:nvPicPr>
              <p:blipFill>
                <a:blip r:embed="rId518"/>
                <a:stretch>
                  <a:fillRect/>
                </a:stretch>
              </p:blipFill>
              <p:spPr>
                <a:xfrm>
                  <a:off x="4094820" y="5599020"/>
                  <a:ext cx="186120" cy="68760"/>
                </a:xfrm>
                <a:prstGeom prst="rect">
                  <a:avLst/>
                </a:prstGeom>
              </p:spPr>
            </p:pic>
          </mc:Fallback>
        </mc:AlternateContent>
        <mc:AlternateContent xmlns:mc="http://schemas.openxmlformats.org/markup-compatibility/2006" xmlns:p14="http://schemas.microsoft.com/office/powerpoint/2010/main">
          <mc:Choice Requires="p14">
            <p:contentPart p14:bwMode="auto" r:id="rId519">
              <p14:nvContentPartPr>
                <p14:cNvPr id="354" name="Ink 353">
                  <a:extLst>
                    <a:ext uri="{FF2B5EF4-FFF2-40B4-BE49-F238E27FC236}">
                      <a16:creationId xmlns:a16="http://schemas.microsoft.com/office/drawing/2014/main" id="{C7115057-41D0-FCB9-FC14-D329E1242D18}"/>
                    </a:ext>
                  </a:extLst>
                </p14:cNvPr>
                <p14:cNvContentPartPr/>
                <p14:nvPr/>
              </p14:nvContentPartPr>
              <p14:xfrm>
                <a:off x="4057380" y="5651580"/>
                <a:ext cx="171000" cy="221760"/>
              </p14:xfrm>
            </p:contentPart>
          </mc:Choice>
          <mc:Fallback xmlns="">
            <p:pic>
              <p:nvPicPr>
                <p:cNvPr id="354" name="Ink 353">
                  <a:extLst>
                    <a:ext uri="{FF2B5EF4-FFF2-40B4-BE49-F238E27FC236}">
                      <a16:creationId xmlns:a16="http://schemas.microsoft.com/office/drawing/2014/main" id="{C7115057-41D0-FCB9-FC14-D329E1242D18}"/>
                    </a:ext>
                  </a:extLst>
                </p:cNvPr>
                <p:cNvPicPr/>
                <p:nvPr/>
              </p:nvPicPr>
              <p:blipFill>
                <a:blip r:embed="rId520"/>
                <a:stretch>
                  <a:fillRect/>
                </a:stretch>
              </p:blipFill>
              <p:spPr>
                <a:xfrm>
                  <a:off x="4048380" y="5642580"/>
                  <a:ext cx="188640" cy="239400"/>
                </a:xfrm>
                <a:prstGeom prst="rect">
                  <a:avLst/>
                </a:prstGeom>
              </p:spPr>
            </p:pic>
          </mc:Fallback>
        </mc:AlternateContent>
        <mc:AlternateContent xmlns:mc="http://schemas.openxmlformats.org/markup-compatibility/2006" xmlns:p14="http://schemas.microsoft.com/office/powerpoint/2010/main">
          <mc:Choice Requires="p14">
            <p:contentPart p14:bwMode="auto" r:id="rId521">
              <p14:nvContentPartPr>
                <p14:cNvPr id="355" name="Ink 354">
                  <a:extLst>
                    <a:ext uri="{FF2B5EF4-FFF2-40B4-BE49-F238E27FC236}">
                      <a16:creationId xmlns:a16="http://schemas.microsoft.com/office/drawing/2014/main" id="{A9C597A1-DAF9-07E8-5C9C-DE2E5B98829E}"/>
                    </a:ext>
                  </a:extLst>
                </p14:cNvPr>
                <p14:cNvContentPartPr/>
                <p14:nvPr/>
              </p14:nvContentPartPr>
              <p14:xfrm>
                <a:off x="4288500" y="5730420"/>
                <a:ext cx="9720" cy="24840"/>
              </p14:xfrm>
            </p:contentPart>
          </mc:Choice>
          <mc:Fallback xmlns="">
            <p:pic>
              <p:nvPicPr>
                <p:cNvPr id="355" name="Ink 354">
                  <a:extLst>
                    <a:ext uri="{FF2B5EF4-FFF2-40B4-BE49-F238E27FC236}">
                      <a16:creationId xmlns:a16="http://schemas.microsoft.com/office/drawing/2014/main" id="{A9C597A1-DAF9-07E8-5C9C-DE2E5B98829E}"/>
                    </a:ext>
                  </a:extLst>
                </p:cNvPr>
                <p:cNvPicPr/>
                <p:nvPr/>
              </p:nvPicPr>
              <p:blipFill>
                <a:blip r:embed="rId522"/>
                <a:stretch>
                  <a:fillRect/>
                </a:stretch>
              </p:blipFill>
              <p:spPr>
                <a:xfrm>
                  <a:off x="4279860" y="5721780"/>
                  <a:ext cx="2736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523">
              <p14:nvContentPartPr>
                <p14:cNvPr id="356" name="Ink 355">
                  <a:extLst>
                    <a:ext uri="{FF2B5EF4-FFF2-40B4-BE49-F238E27FC236}">
                      <a16:creationId xmlns:a16="http://schemas.microsoft.com/office/drawing/2014/main" id="{A39B8121-9BC9-5F7E-4861-8C34BCCFA7D2}"/>
                    </a:ext>
                  </a:extLst>
                </p14:cNvPr>
                <p14:cNvContentPartPr/>
                <p14:nvPr/>
              </p14:nvContentPartPr>
              <p14:xfrm>
                <a:off x="4483260" y="5606580"/>
                <a:ext cx="168840" cy="262440"/>
              </p14:xfrm>
            </p:contentPart>
          </mc:Choice>
          <mc:Fallback xmlns="">
            <p:pic>
              <p:nvPicPr>
                <p:cNvPr id="356" name="Ink 355">
                  <a:extLst>
                    <a:ext uri="{FF2B5EF4-FFF2-40B4-BE49-F238E27FC236}">
                      <a16:creationId xmlns:a16="http://schemas.microsoft.com/office/drawing/2014/main" id="{A39B8121-9BC9-5F7E-4861-8C34BCCFA7D2}"/>
                    </a:ext>
                  </a:extLst>
                </p:cNvPr>
                <p:cNvPicPr/>
                <p:nvPr/>
              </p:nvPicPr>
              <p:blipFill>
                <a:blip r:embed="rId524"/>
                <a:stretch>
                  <a:fillRect/>
                </a:stretch>
              </p:blipFill>
              <p:spPr>
                <a:xfrm>
                  <a:off x="4474260" y="5597940"/>
                  <a:ext cx="186480" cy="280080"/>
                </a:xfrm>
                <a:prstGeom prst="rect">
                  <a:avLst/>
                </a:prstGeom>
              </p:spPr>
            </p:pic>
          </mc:Fallback>
        </mc:AlternateContent>
        <mc:AlternateContent xmlns:mc="http://schemas.openxmlformats.org/markup-compatibility/2006" xmlns:p14="http://schemas.microsoft.com/office/powerpoint/2010/main">
          <mc:Choice Requires="p14">
            <p:contentPart p14:bwMode="auto" r:id="rId525">
              <p14:nvContentPartPr>
                <p14:cNvPr id="357" name="Ink 356">
                  <a:extLst>
                    <a:ext uri="{FF2B5EF4-FFF2-40B4-BE49-F238E27FC236}">
                      <a16:creationId xmlns:a16="http://schemas.microsoft.com/office/drawing/2014/main" id="{E1C25045-6306-3BFE-0364-3F59EBAA93F1}"/>
                    </a:ext>
                  </a:extLst>
                </p14:cNvPr>
                <p14:cNvContentPartPr/>
                <p14:nvPr/>
              </p14:nvContentPartPr>
              <p14:xfrm>
                <a:off x="4746420" y="5688300"/>
                <a:ext cx="150840" cy="177840"/>
              </p14:xfrm>
            </p:contentPart>
          </mc:Choice>
          <mc:Fallback xmlns="">
            <p:pic>
              <p:nvPicPr>
                <p:cNvPr id="357" name="Ink 356">
                  <a:extLst>
                    <a:ext uri="{FF2B5EF4-FFF2-40B4-BE49-F238E27FC236}">
                      <a16:creationId xmlns:a16="http://schemas.microsoft.com/office/drawing/2014/main" id="{E1C25045-6306-3BFE-0364-3F59EBAA93F1}"/>
                    </a:ext>
                  </a:extLst>
                </p:cNvPr>
                <p:cNvPicPr/>
                <p:nvPr/>
              </p:nvPicPr>
              <p:blipFill>
                <a:blip r:embed="rId526"/>
                <a:stretch>
                  <a:fillRect/>
                </a:stretch>
              </p:blipFill>
              <p:spPr>
                <a:xfrm>
                  <a:off x="4737420" y="5679660"/>
                  <a:ext cx="168480" cy="195480"/>
                </a:xfrm>
                <a:prstGeom prst="rect">
                  <a:avLst/>
                </a:prstGeom>
              </p:spPr>
            </p:pic>
          </mc:Fallback>
        </mc:AlternateContent>
        <mc:AlternateContent xmlns:mc="http://schemas.openxmlformats.org/markup-compatibility/2006" xmlns:p14="http://schemas.microsoft.com/office/powerpoint/2010/main">
          <mc:Choice Requires="p14">
            <p:contentPart p14:bwMode="auto" r:id="rId527">
              <p14:nvContentPartPr>
                <p14:cNvPr id="358" name="Ink 357">
                  <a:extLst>
                    <a:ext uri="{FF2B5EF4-FFF2-40B4-BE49-F238E27FC236}">
                      <a16:creationId xmlns:a16="http://schemas.microsoft.com/office/drawing/2014/main" id="{7DF868DE-700E-5DBB-1B5E-A9361772F010}"/>
                    </a:ext>
                  </a:extLst>
                </p14:cNvPr>
                <p14:cNvContentPartPr/>
                <p14:nvPr/>
              </p14:nvContentPartPr>
              <p14:xfrm>
                <a:off x="4255380" y="5748420"/>
                <a:ext cx="81720" cy="41760"/>
              </p14:xfrm>
            </p:contentPart>
          </mc:Choice>
          <mc:Fallback xmlns="">
            <p:pic>
              <p:nvPicPr>
                <p:cNvPr id="358" name="Ink 357">
                  <a:extLst>
                    <a:ext uri="{FF2B5EF4-FFF2-40B4-BE49-F238E27FC236}">
                      <a16:creationId xmlns:a16="http://schemas.microsoft.com/office/drawing/2014/main" id="{7DF868DE-700E-5DBB-1B5E-A9361772F010}"/>
                    </a:ext>
                  </a:extLst>
                </p:cNvPr>
                <p:cNvPicPr/>
                <p:nvPr/>
              </p:nvPicPr>
              <p:blipFill>
                <a:blip r:embed="rId528"/>
                <a:stretch>
                  <a:fillRect/>
                </a:stretch>
              </p:blipFill>
              <p:spPr>
                <a:xfrm>
                  <a:off x="4246740" y="5739420"/>
                  <a:ext cx="9936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529">
              <p14:nvContentPartPr>
                <p14:cNvPr id="359" name="Ink 358">
                  <a:extLst>
                    <a:ext uri="{FF2B5EF4-FFF2-40B4-BE49-F238E27FC236}">
                      <a16:creationId xmlns:a16="http://schemas.microsoft.com/office/drawing/2014/main" id="{6B7B0197-1597-D46E-DC50-490AF101A7DA}"/>
                    </a:ext>
                  </a:extLst>
                </p14:cNvPr>
                <p14:cNvContentPartPr/>
                <p14:nvPr/>
              </p14:nvContentPartPr>
              <p14:xfrm>
                <a:off x="5051700" y="5673540"/>
                <a:ext cx="480960" cy="256320"/>
              </p14:xfrm>
            </p:contentPart>
          </mc:Choice>
          <mc:Fallback xmlns="">
            <p:pic>
              <p:nvPicPr>
                <p:cNvPr id="359" name="Ink 358">
                  <a:extLst>
                    <a:ext uri="{FF2B5EF4-FFF2-40B4-BE49-F238E27FC236}">
                      <a16:creationId xmlns:a16="http://schemas.microsoft.com/office/drawing/2014/main" id="{6B7B0197-1597-D46E-DC50-490AF101A7DA}"/>
                    </a:ext>
                  </a:extLst>
                </p:cNvPr>
                <p:cNvPicPr/>
                <p:nvPr/>
              </p:nvPicPr>
              <p:blipFill>
                <a:blip r:embed="rId530"/>
                <a:stretch>
                  <a:fillRect/>
                </a:stretch>
              </p:blipFill>
              <p:spPr>
                <a:xfrm>
                  <a:off x="5042700" y="5664540"/>
                  <a:ext cx="498600" cy="273960"/>
                </a:xfrm>
                <a:prstGeom prst="rect">
                  <a:avLst/>
                </a:prstGeom>
              </p:spPr>
            </p:pic>
          </mc:Fallback>
        </mc:AlternateContent>
        <mc:AlternateContent xmlns:mc="http://schemas.openxmlformats.org/markup-compatibility/2006" xmlns:p14="http://schemas.microsoft.com/office/powerpoint/2010/main">
          <mc:Choice Requires="p14">
            <p:contentPart p14:bwMode="auto" r:id="rId531">
              <p14:nvContentPartPr>
                <p14:cNvPr id="360" name="Ink 359">
                  <a:extLst>
                    <a:ext uri="{FF2B5EF4-FFF2-40B4-BE49-F238E27FC236}">
                      <a16:creationId xmlns:a16="http://schemas.microsoft.com/office/drawing/2014/main" id="{3675E8DA-B246-A8CE-A341-8AC9A0576D21}"/>
                    </a:ext>
                  </a:extLst>
                </p14:cNvPr>
                <p14:cNvContentPartPr/>
                <p14:nvPr/>
              </p14:nvContentPartPr>
              <p14:xfrm>
                <a:off x="5600340" y="5707020"/>
                <a:ext cx="130320" cy="169560"/>
              </p14:xfrm>
            </p:contentPart>
          </mc:Choice>
          <mc:Fallback xmlns="">
            <p:pic>
              <p:nvPicPr>
                <p:cNvPr id="360" name="Ink 359">
                  <a:extLst>
                    <a:ext uri="{FF2B5EF4-FFF2-40B4-BE49-F238E27FC236}">
                      <a16:creationId xmlns:a16="http://schemas.microsoft.com/office/drawing/2014/main" id="{3675E8DA-B246-A8CE-A341-8AC9A0576D21}"/>
                    </a:ext>
                  </a:extLst>
                </p:cNvPr>
                <p:cNvPicPr/>
                <p:nvPr/>
              </p:nvPicPr>
              <p:blipFill>
                <a:blip r:embed="rId532"/>
                <a:stretch>
                  <a:fillRect/>
                </a:stretch>
              </p:blipFill>
              <p:spPr>
                <a:xfrm>
                  <a:off x="5591700" y="5698380"/>
                  <a:ext cx="147960" cy="187200"/>
                </a:xfrm>
                <a:prstGeom prst="rect">
                  <a:avLst/>
                </a:prstGeom>
              </p:spPr>
            </p:pic>
          </mc:Fallback>
        </mc:AlternateContent>
        <mc:AlternateContent xmlns:mc="http://schemas.openxmlformats.org/markup-compatibility/2006" xmlns:p14="http://schemas.microsoft.com/office/powerpoint/2010/main">
          <mc:Choice Requires="p14">
            <p:contentPart p14:bwMode="auto" r:id="rId533">
              <p14:nvContentPartPr>
                <p14:cNvPr id="361" name="Ink 360">
                  <a:extLst>
                    <a:ext uri="{FF2B5EF4-FFF2-40B4-BE49-F238E27FC236}">
                      <a16:creationId xmlns:a16="http://schemas.microsoft.com/office/drawing/2014/main" id="{D6FE4725-6993-CB1B-A608-3A87488C00A3}"/>
                    </a:ext>
                  </a:extLst>
                </p14:cNvPr>
                <p14:cNvContentPartPr/>
                <p14:nvPr/>
              </p14:nvContentPartPr>
              <p14:xfrm>
                <a:off x="5865300" y="5596860"/>
                <a:ext cx="143640" cy="108000"/>
              </p14:xfrm>
            </p:contentPart>
          </mc:Choice>
          <mc:Fallback xmlns="">
            <p:pic>
              <p:nvPicPr>
                <p:cNvPr id="361" name="Ink 360">
                  <a:extLst>
                    <a:ext uri="{FF2B5EF4-FFF2-40B4-BE49-F238E27FC236}">
                      <a16:creationId xmlns:a16="http://schemas.microsoft.com/office/drawing/2014/main" id="{D6FE4725-6993-CB1B-A608-3A87488C00A3}"/>
                    </a:ext>
                  </a:extLst>
                </p:cNvPr>
                <p:cNvPicPr/>
                <p:nvPr/>
              </p:nvPicPr>
              <p:blipFill>
                <a:blip r:embed="rId534"/>
                <a:stretch>
                  <a:fillRect/>
                </a:stretch>
              </p:blipFill>
              <p:spPr>
                <a:xfrm>
                  <a:off x="5856660" y="5588220"/>
                  <a:ext cx="16128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535">
              <p14:nvContentPartPr>
                <p14:cNvPr id="362" name="Ink 361">
                  <a:extLst>
                    <a:ext uri="{FF2B5EF4-FFF2-40B4-BE49-F238E27FC236}">
                      <a16:creationId xmlns:a16="http://schemas.microsoft.com/office/drawing/2014/main" id="{754A4710-02BC-54BB-8FA9-67F8D5E4FA75}"/>
                    </a:ext>
                  </a:extLst>
                </p14:cNvPr>
                <p14:cNvContentPartPr/>
                <p14:nvPr/>
              </p14:nvContentPartPr>
              <p14:xfrm>
                <a:off x="2854260" y="5463660"/>
                <a:ext cx="29160" cy="671400"/>
              </p14:xfrm>
            </p:contentPart>
          </mc:Choice>
          <mc:Fallback xmlns="">
            <p:pic>
              <p:nvPicPr>
                <p:cNvPr id="362" name="Ink 361">
                  <a:extLst>
                    <a:ext uri="{FF2B5EF4-FFF2-40B4-BE49-F238E27FC236}">
                      <a16:creationId xmlns:a16="http://schemas.microsoft.com/office/drawing/2014/main" id="{754A4710-02BC-54BB-8FA9-67F8D5E4FA75}"/>
                    </a:ext>
                  </a:extLst>
                </p:cNvPr>
                <p:cNvPicPr/>
                <p:nvPr/>
              </p:nvPicPr>
              <p:blipFill>
                <a:blip r:embed="rId536"/>
                <a:stretch>
                  <a:fillRect/>
                </a:stretch>
              </p:blipFill>
              <p:spPr>
                <a:xfrm>
                  <a:off x="2845260" y="5454660"/>
                  <a:ext cx="46800" cy="689040"/>
                </a:xfrm>
                <a:prstGeom prst="rect">
                  <a:avLst/>
                </a:prstGeom>
              </p:spPr>
            </p:pic>
          </mc:Fallback>
        </mc:AlternateContent>
        <mc:AlternateContent xmlns:mc="http://schemas.openxmlformats.org/markup-compatibility/2006" xmlns:p14="http://schemas.microsoft.com/office/powerpoint/2010/main">
          <mc:Choice Requires="p14">
            <p:contentPart p14:bwMode="auto" r:id="rId537">
              <p14:nvContentPartPr>
                <p14:cNvPr id="363" name="Ink 362">
                  <a:extLst>
                    <a:ext uri="{FF2B5EF4-FFF2-40B4-BE49-F238E27FC236}">
                      <a16:creationId xmlns:a16="http://schemas.microsoft.com/office/drawing/2014/main" id="{A1B5FF85-5B5A-C359-2F0E-9D732777C5E2}"/>
                    </a:ext>
                  </a:extLst>
                </p14:cNvPr>
                <p14:cNvContentPartPr/>
                <p14:nvPr/>
              </p14:nvContentPartPr>
              <p14:xfrm>
                <a:off x="2835540" y="6086460"/>
                <a:ext cx="3436920" cy="86040"/>
              </p14:xfrm>
            </p:contentPart>
          </mc:Choice>
          <mc:Fallback xmlns="">
            <p:pic>
              <p:nvPicPr>
                <p:cNvPr id="363" name="Ink 362">
                  <a:extLst>
                    <a:ext uri="{FF2B5EF4-FFF2-40B4-BE49-F238E27FC236}">
                      <a16:creationId xmlns:a16="http://schemas.microsoft.com/office/drawing/2014/main" id="{A1B5FF85-5B5A-C359-2F0E-9D732777C5E2}"/>
                    </a:ext>
                  </a:extLst>
                </p:cNvPr>
                <p:cNvPicPr/>
                <p:nvPr/>
              </p:nvPicPr>
              <p:blipFill>
                <a:blip r:embed="rId538"/>
                <a:stretch>
                  <a:fillRect/>
                </a:stretch>
              </p:blipFill>
              <p:spPr>
                <a:xfrm>
                  <a:off x="2826540" y="6077820"/>
                  <a:ext cx="345456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539">
              <p14:nvContentPartPr>
                <p14:cNvPr id="364" name="Ink 363">
                  <a:extLst>
                    <a:ext uri="{FF2B5EF4-FFF2-40B4-BE49-F238E27FC236}">
                      <a16:creationId xmlns:a16="http://schemas.microsoft.com/office/drawing/2014/main" id="{4016FACE-66AF-1DCA-9AE7-A7221077E9FB}"/>
                    </a:ext>
                  </a:extLst>
                </p14:cNvPr>
                <p14:cNvContentPartPr/>
                <p14:nvPr/>
              </p14:nvContentPartPr>
              <p14:xfrm>
                <a:off x="6227820" y="5466180"/>
                <a:ext cx="40320" cy="636120"/>
              </p14:xfrm>
            </p:contentPart>
          </mc:Choice>
          <mc:Fallback xmlns="">
            <p:pic>
              <p:nvPicPr>
                <p:cNvPr id="364" name="Ink 363">
                  <a:extLst>
                    <a:ext uri="{FF2B5EF4-FFF2-40B4-BE49-F238E27FC236}">
                      <a16:creationId xmlns:a16="http://schemas.microsoft.com/office/drawing/2014/main" id="{4016FACE-66AF-1DCA-9AE7-A7221077E9FB}"/>
                    </a:ext>
                  </a:extLst>
                </p:cNvPr>
                <p:cNvPicPr/>
                <p:nvPr/>
              </p:nvPicPr>
              <p:blipFill>
                <a:blip r:embed="rId540"/>
                <a:stretch>
                  <a:fillRect/>
                </a:stretch>
              </p:blipFill>
              <p:spPr>
                <a:xfrm>
                  <a:off x="6218820" y="5457540"/>
                  <a:ext cx="57960" cy="653760"/>
                </a:xfrm>
                <a:prstGeom prst="rect">
                  <a:avLst/>
                </a:prstGeom>
              </p:spPr>
            </p:pic>
          </mc:Fallback>
        </mc:AlternateContent>
        <mc:AlternateContent xmlns:mc="http://schemas.openxmlformats.org/markup-compatibility/2006" xmlns:p14="http://schemas.microsoft.com/office/powerpoint/2010/main">
          <mc:Choice Requires="p14">
            <p:contentPart p14:bwMode="auto" r:id="rId541">
              <p14:nvContentPartPr>
                <p14:cNvPr id="366" name="Ink 365">
                  <a:extLst>
                    <a:ext uri="{FF2B5EF4-FFF2-40B4-BE49-F238E27FC236}">
                      <a16:creationId xmlns:a16="http://schemas.microsoft.com/office/drawing/2014/main" id="{110FA3A4-94C0-A88E-69AF-3DBE6DE7493A}"/>
                    </a:ext>
                  </a:extLst>
                </p14:cNvPr>
                <p14:cNvContentPartPr/>
                <p14:nvPr/>
              </p14:nvContentPartPr>
              <p14:xfrm>
                <a:off x="2855700" y="5461500"/>
                <a:ext cx="3477960" cy="32400"/>
              </p14:xfrm>
            </p:contentPart>
          </mc:Choice>
          <mc:Fallback xmlns="">
            <p:pic>
              <p:nvPicPr>
                <p:cNvPr id="366" name="Ink 365">
                  <a:extLst>
                    <a:ext uri="{FF2B5EF4-FFF2-40B4-BE49-F238E27FC236}">
                      <a16:creationId xmlns:a16="http://schemas.microsoft.com/office/drawing/2014/main" id="{110FA3A4-94C0-A88E-69AF-3DBE6DE7493A}"/>
                    </a:ext>
                  </a:extLst>
                </p:cNvPr>
                <p:cNvPicPr/>
                <p:nvPr/>
              </p:nvPicPr>
              <p:blipFill>
                <a:blip r:embed="rId542"/>
                <a:stretch>
                  <a:fillRect/>
                </a:stretch>
              </p:blipFill>
              <p:spPr>
                <a:xfrm>
                  <a:off x="2847060" y="5452500"/>
                  <a:ext cx="3495600" cy="50040"/>
                </a:xfrm>
                <a:prstGeom prst="rect">
                  <a:avLst/>
                </a:prstGeom>
              </p:spPr>
            </p:pic>
          </mc:Fallback>
        </mc:AlternateContent>
      </p:grpSp>
      <p:grpSp>
        <p:nvGrpSpPr>
          <p:cNvPr id="376" name="Group 375">
            <a:extLst>
              <a:ext uri="{FF2B5EF4-FFF2-40B4-BE49-F238E27FC236}">
                <a16:creationId xmlns:a16="http://schemas.microsoft.com/office/drawing/2014/main" id="{DDB57AD2-8473-8976-FA88-4C270555C77F}"/>
              </a:ext>
            </a:extLst>
          </p:cNvPr>
          <p:cNvGrpSpPr/>
          <p:nvPr/>
        </p:nvGrpSpPr>
        <p:grpSpPr>
          <a:xfrm>
            <a:off x="8699940" y="4061820"/>
            <a:ext cx="1117080" cy="189360"/>
            <a:chOff x="8699940" y="4061820"/>
            <a:chExt cx="1117080" cy="189360"/>
          </a:xfrm>
        </p:grpSpPr>
        <mc:AlternateContent xmlns:mc="http://schemas.openxmlformats.org/markup-compatibility/2006" xmlns:p14="http://schemas.microsoft.com/office/powerpoint/2010/main">
          <mc:Choice Requires="p14">
            <p:contentPart p14:bwMode="auto" r:id="rId543">
              <p14:nvContentPartPr>
                <p14:cNvPr id="368" name="Ink 367">
                  <a:extLst>
                    <a:ext uri="{FF2B5EF4-FFF2-40B4-BE49-F238E27FC236}">
                      <a16:creationId xmlns:a16="http://schemas.microsoft.com/office/drawing/2014/main" id="{EBF31769-31A6-77E7-39B9-57731298E3C9}"/>
                    </a:ext>
                  </a:extLst>
                </p14:cNvPr>
                <p14:cNvContentPartPr/>
                <p14:nvPr/>
              </p14:nvContentPartPr>
              <p14:xfrm>
                <a:off x="8699940" y="4238940"/>
                <a:ext cx="146520" cy="12240"/>
              </p14:xfrm>
            </p:contentPart>
          </mc:Choice>
          <mc:Fallback xmlns="">
            <p:pic>
              <p:nvPicPr>
                <p:cNvPr id="368" name="Ink 367">
                  <a:extLst>
                    <a:ext uri="{FF2B5EF4-FFF2-40B4-BE49-F238E27FC236}">
                      <a16:creationId xmlns:a16="http://schemas.microsoft.com/office/drawing/2014/main" id="{EBF31769-31A6-77E7-39B9-57731298E3C9}"/>
                    </a:ext>
                  </a:extLst>
                </p:cNvPr>
                <p:cNvPicPr/>
                <p:nvPr/>
              </p:nvPicPr>
              <p:blipFill>
                <a:blip r:embed="rId544"/>
                <a:stretch>
                  <a:fillRect/>
                </a:stretch>
              </p:blipFill>
              <p:spPr>
                <a:xfrm>
                  <a:off x="8691300" y="4229940"/>
                  <a:ext cx="16416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545">
              <p14:nvContentPartPr>
                <p14:cNvPr id="369" name="Ink 368">
                  <a:extLst>
                    <a:ext uri="{FF2B5EF4-FFF2-40B4-BE49-F238E27FC236}">
                      <a16:creationId xmlns:a16="http://schemas.microsoft.com/office/drawing/2014/main" id="{1FB9999E-B678-58F9-6D2C-95C2D4DE45CB}"/>
                    </a:ext>
                  </a:extLst>
                </p14:cNvPr>
                <p14:cNvContentPartPr/>
                <p14:nvPr/>
              </p14:nvContentPartPr>
              <p14:xfrm>
                <a:off x="8983620" y="4225980"/>
                <a:ext cx="167040" cy="24480"/>
              </p14:xfrm>
            </p:contentPart>
          </mc:Choice>
          <mc:Fallback xmlns="">
            <p:pic>
              <p:nvPicPr>
                <p:cNvPr id="369" name="Ink 368">
                  <a:extLst>
                    <a:ext uri="{FF2B5EF4-FFF2-40B4-BE49-F238E27FC236}">
                      <a16:creationId xmlns:a16="http://schemas.microsoft.com/office/drawing/2014/main" id="{1FB9999E-B678-58F9-6D2C-95C2D4DE45CB}"/>
                    </a:ext>
                  </a:extLst>
                </p:cNvPr>
                <p:cNvPicPr/>
                <p:nvPr/>
              </p:nvPicPr>
              <p:blipFill>
                <a:blip r:embed="rId546"/>
                <a:stretch>
                  <a:fillRect/>
                </a:stretch>
              </p:blipFill>
              <p:spPr>
                <a:xfrm>
                  <a:off x="8974620" y="4216980"/>
                  <a:ext cx="18468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547">
              <p14:nvContentPartPr>
                <p14:cNvPr id="370" name="Ink 369">
                  <a:extLst>
                    <a:ext uri="{FF2B5EF4-FFF2-40B4-BE49-F238E27FC236}">
                      <a16:creationId xmlns:a16="http://schemas.microsoft.com/office/drawing/2014/main" id="{7B247F56-062B-5B10-92C4-BE8D657AA230}"/>
                    </a:ext>
                  </a:extLst>
                </p14:cNvPr>
                <p14:cNvContentPartPr/>
                <p14:nvPr/>
              </p14:nvContentPartPr>
              <p14:xfrm>
                <a:off x="9348300" y="4209780"/>
                <a:ext cx="141480" cy="12240"/>
              </p14:xfrm>
            </p:contentPart>
          </mc:Choice>
          <mc:Fallback xmlns="">
            <p:pic>
              <p:nvPicPr>
                <p:cNvPr id="370" name="Ink 369">
                  <a:extLst>
                    <a:ext uri="{FF2B5EF4-FFF2-40B4-BE49-F238E27FC236}">
                      <a16:creationId xmlns:a16="http://schemas.microsoft.com/office/drawing/2014/main" id="{7B247F56-062B-5B10-92C4-BE8D657AA230}"/>
                    </a:ext>
                  </a:extLst>
                </p:cNvPr>
                <p:cNvPicPr/>
                <p:nvPr/>
              </p:nvPicPr>
              <p:blipFill>
                <a:blip r:embed="rId548"/>
                <a:stretch>
                  <a:fillRect/>
                </a:stretch>
              </p:blipFill>
              <p:spPr>
                <a:xfrm>
                  <a:off x="9339300" y="4201140"/>
                  <a:ext cx="15912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549">
              <p14:nvContentPartPr>
                <p14:cNvPr id="371" name="Ink 370">
                  <a:extLst>
                    <a:ext uri="{FF2B5EF4-FFF2-40B4-BE49-F238E27FC236}">
                      <a16:creationId xmlns:a16="http://schemas.microsoft.com/office/drawing/2014/main" id="{7FB93B10-F18E-AB4A-B01C-6A73875C51EF}"/>
                    </a:ext>
                  </a:extLst>
                </p14:cNvPr>
                <p14:cNvContentPartPr/>
                <p14:nvPr/>
              </p14:nvContentPartPr>
              <p14:xfrm>
                <a:off x="9570060" y="4198260"/>
                <a:ext cx="95760" cy="12600"/>
              </p14:xfrm>
            </p:contentPart>
          </mc:Choice>
          <mc:Fallback xmlns="">
            <p:pic>
              <p:nvPicPr>
                <p:cNvPr id="371" name="Ink 370">
                  <a:extLst>
                    <a:ext uri="{FF2B5EF4-FFF2-40B4-BE49-F238E27FC236}">
                      <a16:creationId xmlns:a16="http://schemas.microsoft.com/office/drawing/2014/main" id="{7FB93B10-F18E-AB4A-B01C-6A73875C51EF}"/>
                    </a:ext>
                  </a:extLst>
                </p:cNvPr>
                <p:cNvPicPr/>
                <p:nvPr/>
              </p:nvPicPr>
              <p:blipFill>
                <a:blip r:embed="rId550"/>
                <a:stretch>
                  <a:fillRect/>
                </a:stretch>
              </p:blipFill>
              <p:spPr>
                <a:xfrm>
                  <a:off x="9561060" y="4189260"/>
                  <a:ext cx="11340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551">
              <p14:nvContentPartPr>
                <p14:cNvPr id="372" name="Ink 371">
                  <a:extLst>
                    <a:ext uri="{FF2B5EF4-FFF2-40B4-BE49-F238E27FC236}">
                      <a16:creationId xmlns:a16="http://schemas.microsoft.com/office/drawing/2014/main" id="{7EDC9E40-A35C-E051-E132-D422FF4852A0}"/>
                    </a:ext>
                  </a:extLst>
                </p14:cNvPr>
                <p14:cNvContentPartPr/>
                <p14:nvPr/>
              </p14:nvContentPartPr>
              <p14:xfrm>
                <a:off x="9673740" y="4203300"/>
                <a:ext cx="143280" cy="4680"/>
              </p14:xfrm>
            </p:contentPart>
          </mc:Choice>
          <mc:Fallback xmlns="">
            <p:pic>
              <p:nvPicPr>
                <p:cNvPr id="372" name="Ink 371">
                  <a:extLst>
                    <a:ext uri="{FF2B5EF4-FFF2-40B4-BE49-F238E27FC236}">
                      <a16:creationId xmlns:a16="http://schemas.microsoft.com/office/drawing/2014/main" id="{7EDC9E40-A35C-E051-E132-D422FF4852A0}"/>
                    </a:ext>
                  </a:extLst>
                </p:cNvPr>
                <p:cNvPicPr/>
                <p:nvPr/>
              </p:nvPicPr>
              <p:blipFill>
                <a:blip r:embed="rId552"/>
                <a:stretch>
                  <a:fillRect/>
                </a:stretch>
              </p:blipFill>
              <p:spPr>
                <a:xfrm>
                  <a:off x="9665100" y="4194660"/>
                  <a:ext cx="160920" cy="22320"/>
                </a:xfrm>
                <a:prstGeom prst="rect">
                  <a:avLst/>
                </a:prstGeom>
              </p:spPr>
            </p:pic>
          </mc:Fallback>
        </mc:AlternateContent>
        <mc:AlternateContent xmlns:mc="http://schemas.openxmlformats.org/markup-compatibility/2006" xmlns:p14="http://schemas.microsoft.com/office/powerpoint/2010/main">
          <mc:Choice Requires="p14">
            <p:contentPart p14:bwMode="auto" r:id="rId553">
              <p14:nvContentPartPr>
                <p14:cNvPr id="375" name="Ink 374">
                  <a:extLst>
                    <a:ext uri="{FF2B5EF4-FFF2-40B4-BE49-F238E27FC236}">
                      <a16:creationId xmlns:a16="http://schemas.microsoft.com/office/drawing/2014/main" id="{FD19887F-1846-9BE9-3D54-3B7FFB8B1B7C}"/>
                    </a:ext>
                  </a:extLst>
                </p14:cNvPr>
                <p14:cNvContentPartPr/>
                <p14:nvPr/>
              </p14:nvContentPartPr>
              <p14:xfrm>
                <a:off x="9188460" y="4061820"/>
                <a:ext cx="119160" cy="180360"/>
              </p14:xfrm>
            </p:contentPart>
          </mc:Choice>
          <mc:Fallback xmlns="">
            <p:pic>
              <p:nvPicPr>
                <p:cNvPr id="375" name="Ink 374">
                  <a:extLst>
                    <a:ext uri="{FF2B5EF4-FFF2-40B4-BE49-F238E27FC236}">
                      <a16:creationId xmlns:a16="http://schemas.microsoft.com/office/drawing/2014/main" id="{FD19887F-1846-9BE9-3D54-3B7FFB8B1B7C}"/>
                    </a:ext>
                  </a:extLst>
                </p:cNvPr>
                <p:cNvPicPr/>
                <p:nvPr/>
              </p:nvPicPr>
              <p:blipFill>
                <a:blip r:embed="rId554"/>
                <a:stretch>
                  <a:fillRect/>
                </a:stretch>
              </p:blipFill>
              <p:spPr>
                <a:xfrm>
                  <a:off x="9179820" y="4052820"/>
                  <a:ext cx="136800" cy="198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55">
            <p14:nvContentPartPr>
              <p14:cNvPr id="19" name="Ink 18">
                <a:extLst>
                  <a:ext uri="{FF2B5EF4-FFF2-40B4-BE49-F238E27FC236}">
                    <a16:creationId xmlns:a16="http://schemas.microsoft.com/office/drawing/2014/main" id="{1C9FEDF1-AF9A-9591-9DB3-5370F26724C5}"/>
                  </a:ext>
                </a:extLst>
              </p14:cNvPr>
              <p14:cNvContentPartPr/>
              <p14:nvPr/>
            </p14:nvContentPartPr>
            <p14:xfrm>
              <a:off x="2134581" y="3370281"/>
              <a:ext cx="18360" cy="133200"/>
            </p14:xfrm>
          </p:contentPart>
        </mc:Choice>
        <mc:Fallback xmlns="">
          <p:pic>
            <p:nvPicPr>
              <p:cNvPr id="19" name="Ink 18">
                <a:extLst>
                  <a:ext uri="{FF2B5EF4-FFF2-40B4-BE49-F238E27FC236}">
                    <a16:creationId xmlns:a16="http://schemas.microsoft.com/office/drawing/2014/main" id="{1C9FEDF1-AF9A-9591-9DB3-5370F26724C5}"/>
                  </a:ext>
                </a:extLst>
              </p:cNvPr>
              <p:cNvPicPr/>
              <p:nvPr/>
            </p:nvPicPr>
            <p:blipFill>
              <a:blip r:embed="rId556"/>
              <a:stretch>
                <a:fillRect/>
              </a:stretch>
            </p:blipFill>
            <p:spPr>
              <a:xfrm>
                <a:off x="2125581" y="3361641"/>
                <a:ext cx="36000" cy="150840"/>
              </a:xfrm>
              <a:prstGeom prst="rect">
                <a:avLst/>
              </a:prstGeom>
            </p:spPr>
          </p:pic>
        </mc:Fallback>
      </mc:AlternateContent>
      <mc:AlternateContent xmlns:mc="http://schemas.openxmlformats.org/markup-compatibility/2006" xmlns:p14="http://schemas.microsoft.com/office/powerpoint/2010/main">
        <mc:Choice Requires="p14">
          <p:contentPart p14:bwMode="auto" r:id="rId557">
            <p14:nvContentPartPr>
              <p14:cNvPr id="82" name="Ink 81">
                <a:extLst>
                  <a:ext uri="{FF2B5EF4-FFF2-40B4-BE49-F238E27FC236}">
                    <a16:creationId xmlns:a16="http://schemas.microsoft.com/office/drawing/2014/main" id="{F9AC3C1B-1182-DAF5-FCB5-FA68B7080B91}"/>
                  </a:ext>
                </a:extLst>
              </p14:cNvPr>
              <p14:cNvContentPartPr/>
              <p14:nvPr/>
            </p14:nvContentPartPr>
            <p14:xfrm>
              <a:off x="1222341" y="3401961"/>
              <a:ext cx="165960" cy="110160"/>
            </p14:xfrm>
          </p:contentPart>
        </mc:Choice>
        <mc:Fallback xmlns="">
          <p:pic>
            <p:nvPicPr>
              <p:cNvPr id="82" name="Ink 81">
                <a:extLst>
                  <a:ext uri="{FF2B5EF4-FFF2-40B4-BE49-F238E27FC236}">
                    <a16:creationId xmlns:a16="http://schemas.microsoft.com/office/drawing/2014/main" id="{F9AC3C1B-1182-DAF5-FCB5-FA68B7080B91}"/>
                  </a:ext>
                </a:extLst>
              </p:cNvPr>
              <p:cNvPicPr/>
              <p:nvPr/>
            </p:nvPicPr>
            <p:blipFill>
              <a:blip r:embed="rId558"/>
              <a:stretch>
                <a:fillRect/>
              </a:stretch>
            </p:blipFill>
            <p:spPr>
              <a:xfrm>
                <a:off x="1216221" y="3395841"/>
                <a:ext cx="17820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559">
            <p14:nvContentPartPr>
              <p14:cNvPr id="83" name="Ink 82">
                <a:extLst>
                  <a:ext uri="{FF2B5EF4-FFF2-40B4-BE49-F238E27FC236}">
                    <a16:creationId xmlns:a16="http://schemas.microsoft.com/office/drawing/2014/main" id="{8A2289E2-9DC9-3E62-642E-F4584529E6EC}"/>
                  </a:ext>
                </a:extLst>
              </p14:cNvPr>
              <p14:cNvContentPartPr/>
              <p14:nvPr/>
            </p14:nvContentPartPr>
            <p14:xfrm>
              <a:off x="11191821" y="4737201"/>
              <a:ext cx="12960" cy="118440"/>
            </p14:xfrm>
          </p:contentPart>
        </mc:Choice>
        <mc:Fallback xmlns="">
          <p:pic>
            <p:nvPicPr>
              <p:cNvPr id="83" name="Ink 82">
                <a:extLst>
                  <a:ext uri="{FF2B5EF4-FFF2-40B4-BE49-F238E27FC236}">
                    <a16:creationId xmlns:a16="http://schemas.microsoft.com/office/drawing/2014/main" id="{8A2289E2-9DC9-3E62-642E-F4584529E6EC}"/>
                  </a:ext>
                </a:extLst>
              </p:cNvPr>
              <p:cNvPicPr/>
              <p:nvPr/>
            </p:nvPicPr>
            <p:blipFill>
              <a:blip r:embed="rId560"/>
              <a:stretch>
                <a:fillRect/>
              </a:stretch>
            </p:blipFill>
            <p:spPr>
              <a:xfrm>
                <a:off x="11182821" y="4728561"/>
                <a:ext cx="3060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561">
            <p14:nvContentPartPr>
              <p14:cNvPr id="88" name="Ink 87">
                <a:extLst>
                  <a:ext uri="{FF2B5EF4-FFF2-40B4-BE49-F238E27FC236}">
                    <a16:creationId xmlns:a16="http://schemas.microsoft.com/office/drawing/2014/main" id="{56EC7F0B-D6C3-305D-2F0F-AFBC3B4CD762}"/>
                  </a:ext>
                </a:extLst>
              </p14:cNvPr>
              <p14:cNvContentPartPr/>
              <p14:nvPr/>
            </p14:nvContentPartPr>
            <p14:xfrm>
              <a:off x="11360661" y="4399161"/>
              <a:ext cx="24480" cy="54000"/>
            </p14:xfrm>
          </p:contentPart>
        </mc:Choice>
        <mc:Fallback xmlns="">
          <p:pic>
            <p:nvPicPr>
              <p:cNvPr id="88" name="Ink 87">
                <a:extLst>
                  <a:ext uri="{FF2B5EF4-FFF2-40B4-BE49-F238E27FC236}">
                    <a16:creationId xmlns:a16="http://schemas.microsoft.com/office/drawing/2014/main" id="{56EC7F0B-D6C3-305D-2F0F-AFBC3B4CD762}"/>
                  </a:ext>
                </a:extLst>
              </p:cNvPr>
              <p:cNvPicPr/>
              <p:nvPr/>
            </p:nvPicPr>
            <p:blipFill>
              <a:blip r:embed="rId562"/>
              <a:stretch>
                <a:fillRect/>
              </a:stretch>
            </p:blipFill>
            <p:spPr>
              <a:xfrm>
                <a:off x="11352021" y="4390521"/>
                <a:ext cx="42120" cy="71640"/>
              </a:xfrm>
              <a:prstGeom prst="rect">
                <a:avLst/>
              </a:prstGeom>
            </p:spPr>
          </p:pic>
        </mc:Fallback>
      </mc:AlternateContent>
      <mc:AlternateContent xmlns:mc="http://schemas.openxmlformats.org/markup-compatibility/2006" xmlns:p14="http://schemas.microsoft.com/office/powerpoint/2010/main">
        <mc:Choice Requires="p14">
          <p:contentPart p14:bwMode="auto" r:id="rId563">
            <p14:nvContentPartPr>
              <p14:cNvPr id="89" name="Ink 88">
                <a:extLst>
                  <a:ext uri="{FF2B5EF4-FFF2-40B4-BE49-F238E27FC236}">
                    <a16:creationId xmlns:a16="http://schemas.microsoft.com/office/drawing/2014/main" id="{FC87372E-0828-A293-4812-6985DAE778D6}"/>
                  </a:ext>
                </a:extLst>
              </p14:cNvPr>
              <p14:cNvContentPartPr/>
              <p14:nvPr/>
            </p14:nvContentPartPr>
            <p14:xfrm>
              <a:off x="10778181" y="5140401"/>
              <a:ext cx="22680" cy="92520"/>
            </p14:xfrm>
          </p:contentPart>
        </mc:Choice>
        <mc:Fallback xmlns="">
          <p:pic>
            <p:nvPicPr>
              <p:cNvPr id="89" name="Ink 88">
                <a:extLst>
                  <a:ext uri="{FF2B5EF4-FFF2-40B4-BE49-F238E27FC236}">
                    <a16:creationId xmlns:a16="http://schemas.microsoft.com/office/drawing/2014/main" id="{FC87372E-0828-A293-4812-6985DAE778D6}"/>
                  </a:ext>
                </a:extLst>
              </p:cNvPr>
              <p:cNvPicPr/>
              <p:nvPr/>
            </p:nvPicPr>
            <p:blipFill>
              <a:blip r:embed="rId564"/>
              <a:stretch>
                <a:fillRect/>
              </a:stretch>
            </p:blipFill>
            <p:spPr>
              <a:xfrm>
                <a:off x="10769541" y="5131761"/>
                <a:ext cx="40320" cy="110160"/>
              </a:xfrm>
              <a:prstGeom prst="rect">
                <a:avLst/>
              </a:prstGeom>
            </p:spPr>
          </p:pic>
        </mc:Fallback>
      </mc:AlternateContent>
      <p:grpSp>
        <p:nvGrpSpPr>
          <p:cNvPr id="93" name="Group 92">
            <a:extLst>
              <a:ext uri="{FF2B5EF4-FFF2-40B4-BE49-F238E27FC236}">
                <a16:creationId xmlns:a16="http://schemas.microsoft.com/office/drawing/2014/main" id="{577C247C-1A8E-22D6-948C-3D14BCC9BE77}"/>
              </a:ext>
            </a:extLst>
          </p:cNvPr>
          <p:cNvGrpSpPr/>
          <p:nvPr/>
        </p:nvGrpSpPr>
        <p:grpSpPr>
          <a:xfrm>
            <a:off x="9993021" y="6319761"/>
            <a:ext cx="14040" cy="171720"/>
            <a:chOff x="9993021" y="6319761"/>
            <a:chExt cx="14040" cy="171720"/>
          </a:xfrm>
        </p:grpSpPr>
        <mc:AlternateContent xmlns:mc="http://schemas.openxmlformats.org/markup-compatibility/2006" xmlns:p14="http://schemas.microsoft.com/office/powerpoint/2010/main">
          <mc:Choice Requires="p14">
            <p:contentPart p14:bwMode="auto" r:id="rId565">
              <p14:nvContentPartPr>
                <p14:cNvPr id="90" name="Ink 89">
                  <a:extLst>
                    <a:ext uri="{FF2B5EF4-FFF2-40B4-BE49-F238E27FC236}">
                      <a16:creationId xmlns:a16="http://schemas.microsoft.com/office/drawing/2014/main" id="{1C2D126D-366B-74D4-AB35-AAA1002429CE}"/>
                    </a:ext>
                  </a:extLst>
                </p14:cNvPr>
                <p14:cNvContentPartPr/>
                <p14:nvPr/>
              </p14:nvContentPartPr>
              <p14:xfrm>
                <a:off x="9993021" y="6319761"/>
                <a:ext cx="360" cy="360"/>
              </p14:xfrm>
            </p:contentPart>
          </mc:Choice>
          <mc:Fallback xmlns="">
            <p:pic>
              <p:nvPicPr>
                <p:cNvPr id="90" name="Ink 89">
                  <a:extLst>
                    <a:ext uri="{FF2B5EF4-FFF2-40B4-BE49-F238E27FC236}">
                      <a16:creationId xmlns:a16="http://schemas.microsoft.com/office/drawing/2014/main" id="{1C2D126D-366B-74D4-AB35-AAA1002429CE}"/>
                    </a:ext>
                  </a:extLst>
                </p:cNvPr>
                <p:cNvPicPr/>
                <p:nvPr/>
              </p:nvPicPr>
              <p:blipFill>
                <a:blip r:embed="rId566"/>
                <a:stretch>
                  <a:fillRect/>
                </a:stretch>
              </p:blipFill>
              <p:spPr>
                <a:xfrm>
                  <a:off x="9984021" y="631112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67">
              <p14:nvContentPartPr>
                <p14:cNvPr id="92" name="Ink 91">
                  <a:extLst>
                    <a:ext uri="{FF2B5EF4-FFF2-40B4-BE49-F238E27FC236}">
                      <a16:creationId xmlns:a16="http://schemas.microsoft.com/office/drawing/2014/main" id="{98251000-ADEA-4D8F-7A37-630B6CE5EB22}"/>
                    </a:ext>
                  </a:extLst>
                </p14:cNvPr>
                <p14:cNvContentPartPr/>
                <p14:nvPr/>
              </p14:nvContentPartPr>
              <p14:xfrm>
                <a:off x="10003101" y="6370881"/>
                <a:ext cx="3960" cy="120600"/>
              </p14:xfrm>
            </p:contentPart>
          </mc:Choice>
          <mc:Fallback xmlns="">
            <p:pic>
              <p:nvPicPr>
                <p:cNvPr id="92" name="Ink 91">
                  <a:extLst>
                    <a:ext uri="{FF2B5EF4-FFF2-40B4-BE49-F238E27FC236}">
                      <a16:creationId xmlns:a16="http://schemas.microsoft.com/office/drawing/2014/main" id="{98251000-ADEA-4D8F-7A37-630B6CE5EB22}"/>
                    </a:ext>
                  </a:extLst>
                </p:cNvPr>
                <p:cNvPicPr/>
                <p:nvPr/>
              </p:nvPicPr>
              <p:blipFill>
                <a:blip r:embed="rId568"/>
                <a:stretch>
                  <a:fillRect/>
                </a:stretch>
              </p:blipFill>
              <p:spPr>
                <a:xfrm>
                  <a:off x="9994101" y="6362241"/>
                  <a:ext cx="21600" cy="138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69">
            <p14:nvContentPartPr>
              <p14:cNvPr id="98" name="Ink 97">
                <a:extLst>
                  <a:ext uri="{FF2B5EF4-FFF2-40B4-BE49-F238E27FC236}">
                    <a16:creationId xmlns:a16="http://schemas.microsoft.com/office/drawing/2014/main" id="{A8622024-37B6-C6AD-97C8-2C2CE9103EE9}"/>
                  </a:ext>
                </a:extLst>
              </p14:cNvPr>
              <p14:cNvContentPartPr/>
              <p14:nvPr/>
            </p14:nvContentPartPr>
            <p14:xfrm>
              <a:off x="7980981" y="3002361"/>
              <a:ext cx="8640" cy="265320"/>
            </p14:xfrm>
          </p:contentPart>
        </mc:Choice>
        <mc:Fallback xmlns="">
          <p:pic>
            <p:nvPicPr>
              <p:cNvPr id="98" name="Ink 97">
                <a:extLst>
                  <a:ext uri="{FF2B5EF4-FFF2-40B4-BE49-F238E27FC236}">
                    <a16:creationId xmlns:a16="http://schemas.microsoft.com/office/drawing/2014/main" id="{A8622024-37B6-C6AD-97C8-2C2CE9103EE9}"/>
                  </a:ext>
                </a:extLst>
              </p:cNvPr>
              <p:cNvPicPr/>
              <p:nvPr/>
            </p:nvPicPr>
            <p:blipFill>
              <a:blip r:embed="rId571"/>
              <a:stretch>
                <a:fillRect/>
              </a:stretch>
            </p:blipFill>
            <p:spPr>
              <a:xfrm>
                <a:off x="7972341" y="2993721"/>
                <a:ext cx="26280" cy="282960"/>
              </a:xfrm>
              <a:prstGeom prst="rect">
                <a:avLst/>
              </a:prstGeom>
            </p:spPr>
          </p:pic>
        </mc:Fallback>
      </mc:AlternateContent>
      <mc:AlternateContent xmlns:mc="http://schemas.openxmlformats.org/markup-compatibility/2006" xmlns:p14="http://schemas.microsoft.com/office/powerpoint/2010/main">
        <mc:Choice Requires="p14">
          <p:contentPart p14:bwMode="auto" r:id="rId572">
            <p14:nvContentPartPr>
              <p14:cNvPr id="99" name="Ink 98">
                <a:extLst>
                  <a:ext uri="{FF2B5EF4-FFF2-40B4-BE49-F238E27FC236}">
                    <a16:creationId xmlns:a16="http://schemas.microsoft.com/office/drawing/2014/main" id="{C467E658-2FD4-FAF6-E633-5B38A8D8B460}"/>
                  </a:ext>
                </a:extLst>
              </p14:cNvPr>
              <p14:cNvContentPartPr/>
              <p14:nvPr/>
            </p14:nvContentPartPr>
            <p14:xfrm>
              <a:off x="8319021" y="3026481"/>
              <a:ext cx="6120" cy="276840"/>
            </p14:xfrm>
          </p:contentPart>
        </mc:Choice>
        <mc:Fallback xmlns="">
          <p:pic>
            <p:nvPicPr>
              <p:cNvPr id="99" name="Ink 98">
                <a:extLst>
                  <a:ext uri="{FF2B5EF4-FFF2-40B4-BE49-F238E27FC236}">
                    <a16:creationId xmlns:a16="http://schemas.microsoft.com/office/drawing/2014/main" id="{C467E658-2FD4-FAF6-E633-5B38A8D8B460}"/>
                  </a:ext>
                </a:extLst>
              </p:cNvPr>
              <p:cNvPicPr/>
              <p:nvPr/>
            </p:nvPicPr>
            <p:blipFill>
              <a:blip r:embed="rId573"/>
              <a:stretch>
                <a:fillRect/>
              </a:stretch>
            </p:blipFill>
            <p:spPr>
              <a:xfrm>
                <a:off x="8310381" y="3017481"/>
                <a:ext cx="23760" cy="294480"/>
              </a:xfrm>
              <a:prstGeom prst="rect">
                <a:avLst/>
              </a:prstGeom>
            </p:spPr>
          </p:pic>
        </mc:Fallback>
      </mc:AlternateContent>
      <mc:AlternateContent xmlns:mc="http://schemas.openxmlformats.org/markup-compatibility/2006" xmlns:p14="http://schemas.microsoft.com/office/powerpoint/2010/main">
        <mc:Choice Requires="p14">
          <p:contentPart p14:bwMode="auto" r:id="rId574">
            <p14:nvContentPartPr>
              <p14:cNvPr id="100" name="Ink 99">
                <a:extLst>
                  <a:ext uri="{FF2B5EF4-FFF2-40B4-BE49-F238E27FC236}">
                    <a16:creationId xmlns:a16="http://schemas.microsoft.com/office/drawing/2014/main" id="{1313C7B2-CD5C-F95D-F149-71E014F25A29}"/>
                  </a:ext>
                </a:extLst>
              </p14:cNvPr>
              <p14:cNvContentPartPr/>
              <p14:nvPr/>
            </p14:nvContentPartPr>
            <p14:xfrm>
              <a:off x="8650221" y="3081201"/>
              <a:ext cx="120960" cy="38520"/>
            </p14:xfrm>
          </p:contentPart>
        </mc:Choice>
        <mc:Fallback xmlns="">
          <p:pic>
            <p:nvPicPr>
              <p:cNvPr id="100" name="Ink 99">
                <a:extLst>
                  <a:ext uri="{FF2B5EF4-FFF2-40B4-BE49-F238E27FC236}">
                    <a16:creationId xmlns:a16="http://schemas.microsoft.com/office/drawing/2014/main" id="{1313C7B2-CD5C-F95D-F149-71E014F25A29}"/>
                  </a:ext>
                </a:extLst>
              </p:cNvPr>
              <p:cNvPicPr/>
              <p:nvPr/>
            </p:nvPicPr>
            <p:blipFill>
              <a:blip r:embed="rId575"/>
              <a:stretch>
                <a:fillRect/>
              </a:stretch>
            </p:blipFill>
            <p:spPr>
              <a:xfrm>
                <a:off x="8641581" y="3072201"/>
                <a:ext cx="138600" cy="56160"/>
              </a:xfrm>
              <a:prstGeom prst="rect">
                <a:avLst/>
              </a:prstGeom>
            </p:spPr>
          </p:pic>
        </mc:Fallback>
      </mc:AlternateContent>
      <mc:AlternateContent xmlns:mc="http://schemas.openxmlformats.org/markup-compatibility/2006" xmlns:p14="http://schemas.microsoft.com/office/powerpoint/2010/main">
        <mc:Choice Requires="p14">
          <p:contentPart p14:bwMode="auto" r:id="rId576">
            <p14:nvContentPartPr>
              <p14:cNvPr id="101" name="Ink 100">
                <a:extLst>
                  <a:ext uri="{FF2B5EF4-FFF2-40B4-BE49-F238E27FC236}">
                    <a16:creationId xmlns:a16="http://schemas.microsoft.com/office/drawing/2014/main" id="{0EBD88A3-B635-E506-AFFE-FB065BEF4410}"/>
                  </a:ext>
                </a:extLst>
              </p14:cNvPr>
              <p14:cNvContentPartPr/>
              <p14:nvPr/>
            </p14:nvContentPartPr>
            <p14:xfrm>
              <a:off x="8652021" y="3204321"/>
              <a:ext cx="122760" cy="12240"/>
            </p14:xfrm>
          </p:contentPart>
        </mc:Choice>
        <mc:Fallback xmlns="">
          <p:pic>
            <p:nvPicPr>
              <p:cNvPr id="101" name="Ink 100">
                <a:extLst>
                  <a:ext uri="{FF2B5EF4-FFF2-40B4-BE49-F238E27FC236}">
                    <a16:creationId xmlns:a16="http://schemas.microsoft.com/office/drawing/2014/main" id="{0EBD88A3-B635-E506-AFFE-FB065BEF4410}"/>
                  </a:ext>
                </a:extLst>
              </p:cNvPr>
              <p:cNvPicPr/>
              <p:nvPr/>
            </p:nvPicPr>
            <p:blipFill>
              <a:blip r:embed="rId577"/>
              <a:stretch>
                <a:fillRect/>
              </a:stretch>
            </p:blipFill>
            <p:spPr>
              <a:xfrm>
                <a:off x="8643021" y="3195321"/>
                <a:ext cx="14040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578">
            <p14:nvContentPartPr>
              <p14:cNvPr id="102" name="Ink 101">
                <a:extLst>
                  <a:ext uri="{FF2B5EF4-FFF2-40B4-BE49-F238E27FC236}">
                    <a16:creationId xmlns:a16="http://schemas.microsoft.com/office/drawing/2014/main" id="{7AE8AF50-AF6D-DB8A-F647-141606E588B6}"/>
                  </a:ext>
                </a:extLst>
              </p14:cNvPr>
              <p14:cNvContentPartPr/>
              <p14:nvPr/>
            </p14:nvContentPartPr>
            <p14:xfrm>
              <a:off x="8925621" y="3022881"/>
              <a:ext cx="16200" cy="270000"/>
            </p14:xfrm>
          </p:contentPart>
        </mc:Choice>
        <mc:Fallback xmlns="">
          <p:pic>
            <p:nvPicPr>
              <p:cNvPr id="102" name="Ink 101">
                <a:extLst>
                  <a:ext uri="{FF2B5EF4-FFF2-40B4-BE49-F238E27FC236}">
                    <a16:creationId xmlns:a16="http://schemas.microsoft.com/office/drawing/2014/main" id="{7AE8AF50-AF6D-DB8A-F647-141606E588B6}"/>
                  </a:ext>
                </a:extLst>
              </p:cNvPr>
              <p:cNvPicPr/>
              <p:nvPr/>
            </p:nvPicPr>
            <p:blipFill>
              <a:blip r:embed="rId579"/>
              <a:stretch>
                <a:fillRect/>
              </a:stretch>
            </p:blipFill>
            <p:spPr>
              <a:xfrm>
                <a:off x="8916981" y="3013881"/>
                <a:ext cx="33840" cy="287640"/>
              </a:xfrm>
              <a:prstGeom prst="rect">
                <a:avLst/>
              </a:prstGeom>
            </p:spPr>
          </p:pic>
        </mc:Fallback>
      </mc:AlternateContent>
      <mc:AlternateContent xmlns:mc="http://schemas.openxmlformats.org/markup-compatibility/2006" xmlns:p14="http://schemas.microsoft.com/office/powerpoint/2010/main">
        <mc:Choice Requires="p14">
          <p:contentPart p14:bwMode="auto" r:id="rId580">
            <p14:nvContentPartPr>
              <p14:cNvPr id="103" name="Ink 102">
                <a:extLst>
                  <a:ext uri="{FF2B5EF4-FFF2-40B4-BE49-F238E27FC236}">
                    <a16:creationId xmlns:a16="http://schemas.microsoft.com/office/drawing/2014/main" id="{E90F119E-C28F-3CEE-1EA4-59F5C9ADFDB1}"/>
                  </a:ext>
                </a:extLst>
              </p14:cNvPr>
              <p14:cNvContentPartPr/>
              <p14:nvPr/>
            </p14:nvContentPartPr>
            <p14:xfrm>
              <a:off x="9345381" y="3007401"/>
              <a:ext cx="16920" cy="291960"/>
            </p14:xfrm>
          </p:contentPart>
        </mc:Choice>
        <mc:Fallback xmlns="">
          <p:pic>
            <p:nvPicPr>
              <p:cNvPr id="103" name="Ink 102">
                <a:extLst>
                  <a:ext uri="{FF2B5EF4-FFF2-40B4-BE49-F238E27FC236}">
                    <a16:creationId xmlns:a16="http://schemas.microsoft.com/office/drawing/2014/main" id="{E90F119E-C28F-3CEE-1EA4-59F5C9ADFDB1}"/>
                  </a:ext>
                </a:extLst>
              </p:cNvPr>
              <p:cNvPicPr/>
              <p:nvPr/>
            </p:nvPicPr>
            <p:blipFill>
              <a:blip r:embed="rId581"/>
              <a:stretch>
                <a:fillRect/>
              </a:stretch>
            </p:blipFill>
            <p:spPr>
              <a:xfrm>
                <a:off x="9336381" y="2998761"/>
                <a:ext cx="34560" cy="309600"/>
              </a:xfrm>
              <a:prstGeom prst="rect">
                <a:avLst/>
              </a:prstGeom>
            </p:spPr>
          </p:pic>
        </mc:Fallback>
      </mc:AlternateContent>
      <p:grpSp>
        <p:nvGrpSpPr>
          <p:cNvPr id="120" name="Group 119">
            <a:extLst>
              <a:ext uri="{FF2B5EF4-FFF2-40B4-BE49-F238E27FC236}">
                <a16:creationId xmlns:a16="http://schemas.microsoft.com/office/drawing/2014/main" id="{AF5A0813-DBC5-E385-52D9-0CBBFC91A329}"/>
              </a:ext>
            </a:extLst>
          </p:cNvPr>
          <p:cNvGrpSpPr/>
          <p:nvPr/>
        </p:nvGrpSpPr>
        <p:grpSpPr>
          <a:xfrm>
            <a:off x="9591981" y="3230241"/>
            <a:ext cx="144360" cy="20520"/>
            <a:chOff x="9591981" y="3230241"/>
            <a:chExt cx="144360" cy="20520"/>
          </a:xfrm>
        </p:grpSpPr>
        <mc:AlternateContent xmlns:mc="http://schemas.openxmlformats.org/markup-compatibility/2006" xmlns:p14="http://schemas.microsoft.com/office/powerpoint/2010/main">
          <mc:Choice Requires="p14">
            <p:contentPart p14:bwMode="auto" r:id="rId582">
              <p14:nvContentPartPr>
                <p14:cNvPr id="105" name="Ink 104">
                  <a:extLst>
                    <a:ext uri="{FF2B5EF4-FFF2-40B4-BE49-F238E27FC236}">
                      <a16:creationId xmlns:a16="http://schemas.microsoft.com/office/drawing/2014/main" id="{DC5EB178-ED38-8E1B-F6FC-0E17BFFEB693}"/>
                    </a:ext>
                  </a:extLst>
                </p14:cNvPr>
                <p14:cNvContentPartPr/>
                <p14:nvPr/>
              </p14:nvContentPartPr>
              <p14:xfrm>
                <a:off x="9598461" y="3230241"/>
                <a:ext cx="137880" cy="11880"/>
              </p14:xfrm>
            </p:contentPart>
          </mc:Choice>
          <mc:Fallback xmlns="">
            <p:pic>
              <p:nvPicPr>
                <p:cNvPr id="105" name="Ink 104">
                  <a:extLst>
                    <a:ext uri="{FF2B5EF4-FFF2-40B4-BE49-F238E27FC236}">
                      <a16:creationId xmlns:a16="http://schemas.microsoft.com/office/drawing/2014/main" id="{DC5EB178-ED38-8E1B-F6FC-0E17BFFEB693}"/>
                    </a:ext>
                  </a:extLst>
                </p:cNvPr>
                <p:cNvPicPr/>
                <p:nvPr/>
              </p:nvPicPr>
              <p:blipFill>
                <a:blip r:embed="rId583"/>
                <a:stretch>
                  <a:fillRect/>
                </a:stretch>
              </p:blipFill>
              <p:spPr>
                <a:xfrm>
                  <a:off x="9589461" y="3221241"/>
                  <a:ext cx="155520" cy="29520"/>
                </a:xfrm>
                <a:prstGeom prst="rect">
                  <a:avLst/>
                </a:prstGeom>
              </p:spPr>
            </p:pic>
          </mc:Fallback>
        </mc:AlternateContent>
        <mc:AlternateContent xmlns:mc="http://schemas.openxmlformats.org/markup-compatibility/2006" xmlns:p14="http://schemas.microsoft.com/office/powerpoint/2010/main">
          <mc:Choice Requires="p14">
            <p:contentPart p14:bwMode="auto" r:id="rId584">
              <p14:nvContentPartPr>
                <p14:cNvPr id="113" name="Ink 112">
                  <a:extLst>
                    <a:ext uri="{FF2B5EF4-FFF2-40B4-BE49-F238E27FC236}">
                      <a16:creationId xmlns:a16="http://schemas.microsoft.com/office/drawing/2014/main" id="{C356F838-87ED-372B-B5BA-C4787C316516}"/>
                    </a:ext>
                  </a:extLst>
                </p14:cNvPr>
                <p14:cNvContentPartPr/>
                <p14:nvPr/>
              </p14:nvContentPartPr>
              <p14:xfrm>
                <a:off x="9591981" y="3233121"/>
                <a:ext cx="126720" cy="17640"/>
              </p14:xfrm>
            </p:contentPart>
          </mc:Choice>
          <mc:Fallback xmlns="">
            <p:pic>
              <p:nvPicPr>
                <p:cNvPr id="113" name="Ink 112">
                  <a:extLst>
                    <a:ext uri="{FF2B5EF4-FFF2-40B4-BE49-F238E27FC236}">
                      <a16:creationId xmlns:a16="http://schemas.microsoft.com/office/drawing/2014/main" id="{C356F838-87ED-372B-B5BA-C4787C316516}"/>
                    </a:ext>
                  </a:extLst>
                </p:cNvPr>
                <p:cNvPicPr/>
                <p:nvPr/>
              </p:nvPicPr>
              <p:blipFill>
                <a:blip r:embed="rId585"/>
                <a:stretch>
                  <a:fillRect/>
                </a:stretch>
              </p:blipFill>
              <p:spPr>
                <a:xfrm>
                  <a:off x="9583341" y="3224121"/>
                  <a:ext cx="144360" cy="35280"/>
                </a:xfrm>
                <a:prstGeom prst="rect">
                  <a:avLst/>
                </a:prstGeom>
              </p:spPr>
            </p:pic>
          </mc:Fallback>
        </mc:AlternateContent>
      </p:grpSp>
      <p:grpSp>
        <p:nvGrpSpPr>
          <p:cNvPr id="119" name="Group 118">
            <a:extLst>
              <a:ext uri="{FF2B5EF4-FFF2-40B4-BE49-F238E27FC236}">
                <a16:creationId xmlns:a16="http://schemas.microsoft.com/office/drawing/2014/main" id="{6A504779-34F6-3246-44AC-E1687BAD76F7}"/>
              </a:ext>
            </a:extLst>
          </p:cNvPr>
          <p:cNvGrpSpPr/>
          <p:nvPr/>
        </p:nvGrpSpPr>
        <p:grpSpPr>
          <a:xfrm>
            <a:off x="9594141" y="3109281"/>
            <a:ext cx="137880" cy="43920"/>
            <a:chOff x="9594141" y="3109281"/>
            <a:chExt cx="137880" cy="43920"/>
          </a:xfrm>
        </p:grpSpPr>
        <mc:AlternateContent xmlns:mc="http://schemas.openxmlformats.org/markup-compatibility/2006" xmlns:p14="http://schemas.microsoft.com/office/powerpoint/2010/main">
          <mc:Choice Requires="p14">
            <p:contentPart p14:bwMode="auto" r:id="rId586">
              <p14:nvContentPartPr>
                <p14:cNvPr id="104" name="Ink 103">
                  <a:extLst>
                    <a:ext uri="{FF2B5EF4-FFF2-40B4-BE49-F238E27FC236}">
                      <a16:creationId xmlns:a16="http://schemas.microsoft.com/office/drawing/2014/main" id="{80392F9F-4247-12F0-F0FB-A4B191C64E8C}"/>
                    </a:ext>
                  </a:extLst>
                </p14:cNvPr>
                <p14:cNvContentPartPr/>
                <p14:nvPr/>
              </p14:nvContentPartPr>
              <p14:xfrm>
                <a:off x="9594141" y="3109281"/>
                <a:ext cx="116640" cy="41760"/>
              </p14:xfrm>
            </p:contentPart>
          </mc:Choice>
          <mc:Fallback xmlns="">
            <p:pic>
              <p:nvPicPr>
                <p:cNvPr id="104" name="Ink 103">
                  <a:extLst>
                    <a:ext uri="{FF2B5EF4-FFF2-40B4-BE49-F238E27FC236}">
                      <a16:creationId xmlns:a16="http://schemas.microsoft.com/office/drawing/2014/main" id="{80392F9F-4247-12F0-F0FB-A4B191C64E8C}"/>
                    </a:ext>
                  </a:extLst>
                </p:cNvPr>
                <p:cNvPicPr/>
                <p:nvPr/>
              </p:nvPicPr>
              <p:blipFill>
                <a:blip r:embed="rId587"/>
                <a:stretch>
                  <a:fillRect/>
                </a:stretch>
              </p:blipFill>
              <p:spPr>
                <a:xfrm>
                  <a:off x="9585501" y="3100641"/>
                  <a:ext cx="13428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588">
              <p14:nvContentPartPr>
                <p14:cNvPr id="108" name="Ink 107">
                  <a:extLst>
                    <a:ext uri="{FF2B5EF4-FFF2-40B4-BE49-F238E27FC236}">
                      <a16:creationId xmlns:a16="http://schemas.microsoft.com/office/drawing/2014/main" id="{00EFC56D-0762-F5DC-1AA9-89BF3BBBB304}"/>
                    </a:ext>
                  </a:extLst>
                </p14:cNvPr>
                <p14:cNvContentPartPr/>
                <p14:nvPr/>
              </p14:nvContentPartPr>
              <p14:xfrm>
                <a:off x="9598461" y="3139881"/>
                <a:ext cx="128520" cy="13320"/>
              </p14:xfrm>
            </p:contentPart>
          </mc:Choice>
          <mc:Fallback xmlns="">
            <p:pic>
              <p:nvPicPr>
                <p:cNvPr id="108" name="Ink 107">
                  <a:extLst>
                    <a:ext uri="{FF2B5EF4-FFF2-40B4-BE49-F238E27FC236}">
                      <a16:creationId xmlns:a16="http://schemas.microsoft.com/office/drawing/2014/main" id="{00EFC56D-0762-F5DC-1AA9-89BF3BBBB304}"/>
                    </a:ext>
                  </a:extLst>
                </p:cNvPr>
                <p:cNvPicPr/>
                <p:nvPr/>
              </p:nvPicPr>
              <p:blipFill>
                <a:blip r:embed="rId589"/>
                <a:stretch>
                  <a:fillRect/>
                </a:stretch>
              </p:blipFill>
              <p:spPr>
                <a:xfrm>
                  <a:off x="9589821" y="3131241"/>
                  <a:ext cx="14616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590">
              <p14:nvContentPartPr>
                <p14:cNvPr id="114" name="Ink 113">
                  <a:extLst>
                    <a:ext uri="{FF2B5EF4-FFF2-40B4-BE49-F238E27FC236}">
                      <a16:creationId xmlns:a16="http://schemas.microsoft.com/office/drawing/2014/main" id="{1E8B967C-4192-6856-0907-637DDC9E8235}"/>
                    </a:ext>
                  </a:extLst>
                </p14:cNvPr>
                <p14:cNvContentPartPr/>
                <p14:nvPr/>
              </p14:nvContentPartPr>
              <p14:xfrm>
                <a:off x="9618621" y="3132681"/>
                <a:ext cx="113400" cy="7920"/>
              </p14:xfrm>
            </p:contentPart>
          </mc:Choice>
          <mc:Fallback xmlns="">
            <p:pic>
              <p:nvPicPr>
                <p:cNvPr id="114" name="Ink 113">
                  <a:extLst>
                    <a:ext uri="{FF2B5EF4-FFF2-40B4-BE49-F238E27FC236}">
                      <a16:creationId xmlns:a16="http://schemas.microsoft.com/office/drawing/2014/main" id="{1E8B967C-4192-6856-0907-637DDC9E8235}"/>
                    </a:ext>
                  </a:extLst>
                </p:cNvPr>
                <p:cNvPicPr/>
                <p:nvPr/>
              </p:nvPicPr>
              <p:blipFill>
                <a:blip r:embed="rId591"/>
                <a:stretch>
                  <a:fillRect/>
                </a:stretch>
              </p:blipFill>
              <p:spPr>
                <a:xfrm>
                  <a:off x="9609981" y="3123681"/>
                  <a:ext cx="131040" cy="25560"/>
                </a:xfrm>
                <a:prstGeom prst="rect">
                  <a:avLst/>
                </a:prstGeom>
              </p:spPr>
            </p:pic>
          </mc:Fallback>
        </mc:AlternateContent>
      </p:grpSp>
      <p:grpSp>
        <p:nvGrpSpPr>
          <p:cNvPr id="118" name="Group 117">
            <a:extLst>
              <a:ext uri="{FF2B5EF4-FFF2-40B4-BE49-F238E27FC236}">
                <a16:creationId xmlns:a16="http://schemas.microsoft.com/office/drawing/2014/main" id="{2F367E0B-144F-BF4C-758E-501B50A963E2}"/>
              </a:ext>
            </a:extLst>
          </p:cNvPr>
          <p:cNvGrpSpPr/>
          <p:nvPr/>
        </p:nvGrpSpPr>
        <p:grpSpPr>
          <a:xfrm>
            <a:off x="9886821" y="3009921"/>
            <a:ext cx="209880" cy="286920"/>
            <a:chOff x="9886821" y="3009921"/>
            <a:chExt cx="209880" cy="286920"/>
          </a:xfrm>
        </p:grpSpPr>
        <mc:AlternateContent xmlns:mc="http://schemas.openxmlformats.org/markup-compatibility/2006" xmlns:p14="http://schemas.microsoft.com/office/powerpoint/2010/main">
          <mc:Choice Requires="p14">
            <p:contentPart p14:bwMode="auto" r:id="rId592">
              <p14:nvContentPartPr>
                <p14:cNvPr id="115" name="Ink 114">
                  <a:extLst>
                    <a:ext uri="{FF2B5EF4-FFF2-40B4-BE49-F238E27FC236}">
                      <a16:creationId xmlns:a16="http://schemas.microsoft.com/office/drawing/2014/main" id="{634437E7-4717-640D-6CC9-BA6A9BD70799}"/>
                    </a:ext>
                  </a:extLst>
                </p14:cNvPr>
                <p14:cNvContentPartPr/>
                <p14:nvPr/>
              </p14:nvContentPartPr>
              <p14:xfrm>
                <a:off x="9886821" y="3009921"/>
                <a:ext cx="209880" cy="286920"/>
              </p14:xfrm>
            </p:contentPart>
          </mc:Choice>
          <mc:Fallback xmlns="">
            <p:pic>
              <p:nvPicPr>
                <p:cNvPr id="115" name="Ink 114">
                  <a:extLst>
                    <a:ext uri="{FF2B5EF4-FFF2-40B4-BE49-F238E27FC236}">
                      <a16:creationId xmlns:a16="http://schemas.microsoft.com/office/drawing/2014/main" id="{634437E7-4717-640D-6CC9-BA6A9BD70799}"/>
                    </a:ext>
                  </a:extLst>
                </p:cNvPr>
                <p:cNvPicPr/>
                <p:nvPr/>
              </p:nvPicPr>
              <p:blipFill>
                <a:blip r:embed="rId593"/>
                <a:stretch>
                  <a:fillRect/>
                </a:stretch>
              </p:blipFill>
              <p:spPr>
                <a:xfrm>
                  <a:off x="9878181" y="3000921"/>
                  <a:ext cx="227520" cy="304560"/>
                </a:xfrm>
                <a:prstGeom prst="rect">
                  <a:avLst/>
                </a:prstGeom>
              </p:spPr>
            </p:pic>
          </mc:Fallback>
        </mc:AlternateContent>
        <mc:AlternateContent xmlns:mc="http://schemas.openxmlformats.org/markup-compatibility/2006" xmlns:p14="http://schemas.microsoft.com/office/powerpoint/2010/main">
          <mc:Choice Requires="p14">
            <p:contentPart p14:bwMode="auto" r:id="rId594">
              <p14:nvContentPartPr>
                <p14:cNvPr id="116" name="Ink 115">
                  <a:extLst>
                    <a:ext uri="{FF2B5EF4-FFF2-40B4-BE49-F238E27FC236}">
                      <a16:creationId xmlns:a16="http://schemas.microsoft.com/office/drawing/2014/main" id="{BA175540-DB0A-0B10-3C5D-A6A4A2B35E8D}"/>
                    </a:ext>
                  </a:extLst>
                </p14:cNvPr>
                <p14:cNvContentPartPr/>
                <p14:nvPr/>
              </p14:nvContentPartPr>
              <p14:xfrm>
                <a:off x="9895821" y="3137721"/>
                <a:ext cx="176040" cy="37440"/>
              </p14:xfrm>
            </p:contentPart>
          </mc:Choice>
          <mc:Fallback xmlns="">
            <p:pic>
              <p:nvPicPr>
                <p:cNvPr id="116" name="Ink 115">
                  <a:extLst>
                    <a:ext uri="{FF2B5EF4-FFF2-40B4-BE49-F238E27FC236}">
                      <a16:creationId xmlns:a16="http://schemas.microsoft.com/office/drawing/2014/main" id="{BA175540-DB0A-0B10-3C5D-A6A4A2B35E8D}"/>
                    </a:ext>
                  </a:extLst>
                </p:cNvPr>
                <p:cNvPicPr/>
                <p:nvPr/>
              </p:nvPicPr>
              <p:blipFill>
                <a:blip r:embed="rId595"/>
                <a:stretch>
                  <a:fillRect/>
                </a:stretch>
              </p:blipFill>
              <p:spPr>
                <a:xfrm>
                  <a:off x="9887181" y="3128721"/>
                  <a:ext cx="193680" cy="55080"/>
                </a:xfrm>
                <a:prstGeom prst="rect">
                  <a:avLst/>
                </a:prstGeom>
              </p:spPr>
            </p:pic>
          </mc:Fallback>
        </mc:AlternateContent>
      </p:grpSp>
      <p:grpSp>
        <p:nvGrpSpPr>
          <p:cNvPr id="148" name="Group 147">
            <a:extLst>
              <a:ext uri="{FF2B5EF4-FFF2-40B4-BE49-F238E27FC236}">
                <a16:creationId xmlns:a16="http://schemas.microsoft.com/office/drawing/2014/main" id="{37FEFE4A-47FB-DF4D-36B3-17E7C80496C4}"/>
              </a:ext>
            </a:extLst>
          </p:cNvPr>
          <p:cNvGrpSpPr/>
          <p:nvPr/>
        </p:nvGrpSpPr>
        <p:grpSpPr>
          <a:xfrm>
            <a:off x="9013461" y="2926401"/>
            <a:ext cx="271800" cy="386640"/>
            <a:chOff x="9013461" y="2926401"/>
            <a:chExt cx="271800" cy="386640"/>
          </a:xfrm>
        </p:grpSpPr>
        <mc:AlternateContent xmlns:mc="http://schemas.openxmlformats.org/markup-compatibility/2006" xmlns:p14="http://schemas.microsoft.com/office/powerpoint/2010/main">
          <mc:Choice Requires="p14">
            <p:contentPart p14:bwMode="auto" r:id="rId596">
              <p14:nvContentPartPr>
                <p14:cNvPr id="136" name="Ink 135">
                  <a:extLst>
                    <a:ext uri="{FF2B5EF4-FFF2-40B4-BE49-F238E27FC236}">
                      <a16:creationId xmlns:a16="http://schemas.microsoft.com/office/drawing/2014/main" id="{C45CFB12-BE0F-66BC-00F9-2659A89CFEFC}"/>
                    </a:ext>
                  </a:extLst>
                </p14:cNvPr>
                <p14:cNvContentPartPr/>
                <p14:nvPr/>
              </p14:nvContentPartPr>
              <p14:xfrm>
                <a:off x="9041181" y="3034761"/>
                <a:ext cx="96120" cy="209520"/>
              </p14:xfrm>
            </p:contentPart>
          </mc:Choice>
          <mc:Fallback xmlns="">
            <p:pic>
              <p:nvPicPr>
                <p:cNvPr id="136" name="Ink 135">
                  <a:extLst>
                    <a:ext uri="{FF2B5EF4-FFF2-40B4-BE49-F238E27FC236}">
                      <a16:creationId xmlns:a16="http://schemas.microsoft.com/office/drawing/2014/main" id="{C45CFB12-BE0F-66BC-00F9-2659A89CFEFC}"/>
                    </a:ext>
                  </a:extLst>
                </p:cNvPr>
                <p:cNvPicPr/>
                <p:nvPr/>
              </p:nvPicPr>
              <p:blipFill>
                <a:blip r:embed="rId597"/>
                <a:stretch>
                  <a:fillRect/>
                </a:stretch>
              </p:blipFill>
              <p:spPr>
                <a:xfrm>
                  <a:off x="9035061" y="3028641"/>
                  <a:ext cx="108360" cy="221760"/>
                </a:xfrm>
                <a:prstGeom prst="rect">
                  <a:avLst/>
                </a:prstGeom>
              </p:spPr>
            </p:pic>
          </mc:Fallback>
        </mc:AlternateContent>
        <mc:AlternateContent xmlns:mc="http://schemas.openxmlformats.org/markup-compatibility/2006" xmlns:p14="http://schemas.microsoft.com/office/powerpoint/2010/main">
          <mc:Choice Requires="p14">
            <p:contentPart p14:bwMode="auto" r:id="rId598">
              <p14:nvContentPartPr>
                <p14:cNvPr id="143" name="Ink 142">
                  <a:extLst>
                    <a:ext uri="{FF2B5EF4-FFF2-40B4-BE49-F238E27FC236}">
                      <a16:creationId xmlns:a16="http://schemas.microsoft.com/office/drawing/2014/main" id="{A1F744F5-3F6A-ACF4-4EDA-49DA9EB5CAFD}"/>
                    </a:ext>
                  </a:extLst>
                </p14:cNvPr>
                <p14:cNvContentPartPr/>
                <p14:nvPr/>
              </p14:nvContentPartPr>
              <p14:xfrm>
                <a:off x="9067821" y="3173721"/>
                <a:ext cx="48960" cy="11160"/>
              </p14:xfrm>
            </p:contentPart>
          </mc:Choice>
          <mc:Fallback xmlns="">
            <p:pic>
              <p:nvPicPr>
                <p:cNvPr id="143" name="Ink 142">
                  <a:extLst>
                    <a:ext uri="{FF2B5EF4-FFF2-40B4-BE49-F238E27FC236}">
                      <a16:creationId xmlns:a16="http://schemas.microsoft.com/office/drawing/2014/main" id="{A1F744F5-3F6A-ACF4-4EDA-49DA9EB5CAFD}"/>
                    </a:ext>
                  </a:extLst>
                </p:cNvPr>
                <p:cNvPicPr/>
                <p:nvPr/>
              </p:nvPicPr>
              <p:blipFill>
                <a:blip r:embed="rId599"/>
                <a:stretch>
                  <a:fillRect/>
                </a:stretch>
              </p:blipFill>
              <p:spPr>
                <a:xfrm>
                  <a:off x="9061701" y="3167601"/>
                  <a:ext cx="6120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600">
              <p14:nvContentPartPr>
                <p14:cNvPr id="145" name="Ink 144">
                  <a:extLst>
                    <a:ext uri="{FF2B5EF4-FFF2-40B4-BE49-F238E27FC236}">
                      <a16:creationId xmlns:a16="http://schemas.microsoft.com/office/drawing/2014/main" id="{E378C4B1-57F5-4B20-9F4D-30E143978C85}"/>
                    </a:ext>
                  </a:extLst>
                </p14:cNvPr>
                <p14:cNvContentPartPr/>
                <p14:nvPr/>
              </p14:nvContentPartPr>
              <p14:xfrm>
                <a:off x="9148461" y="3180201"/>
                <a:ext cx="136800" cy="132840"/>
              </p14:xfrm>
            </p:contentPart>
          </mc:Choice>
          <mc:Fallback xmlns="">
            <p:pic>
              <p:nvPicPr>
                <p:cNvPr id="145" name="Ink 144">
                  <a:extLst>
                    <a:ext uri="{FF2B5EF4-FFF2-40B4-BE49-F238E27FC236}">
                      <a16:creationId xmlns:a16="http://schemas.microsoft.com/office/drawing/2014/main" id="{E378C4B1-57F5-4B20-9F4D-30E143978C85}"/>
                    </a:ext>
                  </a:extLst>
                </p:cNvPr>
                <p:cNvPicPr/>
                <p:nvPr/>
              </p:nvPicPr>
              <p:blipFill>
                <a:blip r:embed="rId601"/>
                <a:stretch>
                  <a:fillRect/>
                </a:stretch>
              </p:blipFill>
              <p:spPr>
                <a:xfrm>
                  <a:off x="9142341" y="3174081"/>
                  <a:ext cx="14904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602">
              <p14:nvContentPartPr>
                <p14:cNvPr id="146" name="Ink 145">
                  <a:extLst>
                    <a:ext uri="{FF2B5EF4-FFF2-40B4-BE49-F238E27FC236}">
                      <a16:creationId xmlns:a16="http://schemas.microsoft.com/office/drawing/2014/main" id="{923EFFBE-36BF-3FBC-DAF9-00287BCA7F60}"/>
                    </a:ext>
                  </a:extLst>
                </p14:cNvPr>
                <p14:cNvContentPartPr/>
                <p14:nvPr/>
              </p14:nvContentPartPr>
              <p14:xfrm>
                <a:off x="9013461" y="2956641"/>
                <a:ext cx="207360" cy="25560"/>
              </p14:xfrm>
            </p:contentPart>
          </mc:Choice>
          <mc:Fallback xmlns="">
            <p:pic>
              <p:nvPicPr>
                <p:cNvPr id="146" name="Ink 145">
                  <a:extLst>
                    <a:ext uri="{FF2B5EF4-FFF2-40B4-BE49-F238E27FC236}">
                      <a16:creationId xmlns:a16="http://schemas.microsoft.com/office/drawing/2014/main" id="{923EFFBE-36BF-3FBC-DAF9-00287BCA7F60}"/>
                    </a:ext>
                  </a:extLst>
                </p:cNvPr>
                <p:cNvPicPr/>
                <p:nvPr/>
              </p:nvPicPr>
              <p:blipFill>
                <a:blip r:embed="rId603"/>
                <a:stretch>
                  <a:fillRect/>
                </a:stretch>
              </p:blipFill>
              <p:spPr>
                <a:xfrm>
                  <a:off x="9007341" y="2950521"/>
                  <a:ext cx="21960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604">
              <p14:nvContentPartPr>
                <p14:cNvPr id="147" name="Ink 146">
                  <a:extLst>
                    <a:ext uri="{FF2B5EF4-FFF2-40B4-BE49-F238E27FC236}">
                      <a16:creationId xmlns:a16="http://schemas.microsoft.com/office/drawing/2014/main" id="{B6B40B6A-F26F-6AAF-1B63-332655AF2A18}"/>
                    </a:ext>
                  </a:extLst>
                </p14:cNvPr>
                <p14:cNvContentPartPr/>
                <p14:nvPr/>
              </p14:nvContentPartPr>
              <p14:xfrm>
                <a:off x="9184821" y="2926401"/>
                <a:ext cx="70200" cy="65520"/>
              </p14:xfrm>
            </p:contentPart>
          </mc:Choice>
          <mc:Fallback xmlns="">
            <p:pic>
              <p:nvPicPr>
                <p:cNvPr id="147" name="Ink 146">
                  <a:extLst>
                    <a:ext uri="{FF2B5EF4-FFF2-40B4-BE49-F238E27FC236}">
                      <a16:creationId xmlns:a16="http://schemas.microsoft.com/office/drawing/2014/main" id="{B6B40B6A-F26F-6AAF-1B63-332655AF2A18}"/>
                    </a:ext>
                  </a:extLst>
                </p:cNvPr>
                <p:cNvPicPr/>
                <p:nvPr/>
              </p:nvPicPr>
              <p:blipFill>
                <a:blip r:embed="rId605"/>
                <a:stretch>
                  <a:fillRect/>
                </a:stretch>
              </p:blipFill>
              <p:spPr>
                <a:xfrm>
                  <a:off x="9178701" y="2920281"/>
                  <a:ext cx="82440" cy="77760"/>
                </a:xfrm>
                <a:prstGeom prst="rect">
                  <a:avLst/>
                </a:prstGeom>
              </p:spPr>
            </p:pic>
          </mc:Fallback>
        </mc:AlternateContent>
      </p:grpSp>
      <p:grpSp>
        <p:nvGrpSpPr>
          <p:cNvPr id="185" name="Group 184">
            <a:extLst>
              <a:ext uri="{FF2B5EF4-FFF2-40B4-BE49-F238E27FC236}">
                <a16:creationId xmlns:a16="http://schemas.microsoft.com/office/drawing/2014/main" id="{EE8F8141-6ECA-EBE7-7A0C-87C1935D6237}"/>
              </a:ext>
            </a:extLst>
          </p:cNvPr>
          <p:cNvGrpSpPr/>
          <p:nvPr/>
        </p:nvGrpSpPr>
        <p:grpSpPr>
          <a:xfrm>
            <a:off x="8024901" y="2871681"/>
            <a:ext cx="219960" cy="415440"/>
            <a:chOff x="8002221" y="2871681"/>
            <a:chExt cx="219960" cy="415440"/>
          </a:xfrm>
        </p:grpSpPr>
        <mc:AlternateContent xmlns:mc="http://schemas.openxmlformats.org/markup-compatibility/2006" xmlns:p14="http://schemas.microsoft.com/office/powerpoint/2010/main">
          <mc:Choice Requires="p14">
            <p:contentPart p14:bwMode="auto" r:id="rId606">
              <p14:nvContentPartPr>
                <p14:cNvPr id="150" name="Ink 149">
                  <a:extLst>
                    <a:ext uri="{FF2B5EF4-FFF2-40B4-BE49-F238E27FC236}">
                      <a16:creationId xmlns:a16="http://schemas.microsoft.com/office/drawing/2014/main" id="{FAECD9F1-E5E5-B45D-20AE-0823F6795F57}"/>
                    </a:ext>
                  </a:extLst>
                </p14:cNvPr>
                <p14:cNvContentPartPr/>
                <p14:nvPr/>
              </p14:nvContentPartPr>
              <p14:xfrm>
                <a:off x="8049741" y="3019641"/>
                <a:ext cx="102960" cy="217440"/>
              </p14:xfrm>
            </p:contentPart>
          </mc:Choice>
          <mc:Fallback xmlns="">
            <p:pic>
              <p:nvPicPr>
                <p:cNvPr id="150" name="Ink 149">
                  <a:extLst>
                    <a:ext uri="{FF2B5EF4-FFF2-40B4-BE49-F238E27FC236}">
                      <a16:creationId xmlns:a16="http://schemas.microsoft.com/office/drawing/2014/main" id="{FAECD9F1-E5E5-B45D-20AE-0823F6795F57}"/>
                    </a:ext>
                  </a:extLst>
                </p:cNvPr>
                <p:cNvPicPr/>
                <p:nvPr/>
              </p:nvPicPr>
              <p:blipFill>
                <a:blip r:embed="rId607"/>
                <a:stretch>
                  <a:fillRect/>
                </a:stretch>
              </p:blipFill>
              <p:spPr>
                <a:xfrm>
                  <a:off x="8041101" y="3010641"/>
                  <a:ext cx="120600" cy="235080"/>
                </a:xfrm>
                <a:prstGeom prst="rect">
                  <a:avLst/>
                </a:prstGeom>
              </p:spPr>
            </p:pic>
          </mc:Fallback>
        </mc:AlternateContent>
        <mc:AlternateContent xmlns:mc="http://schemas.openxmlformats.org/markup-compatibility/2006" xmlns:p14="http://schemas.microsoft.com/office/powerpoint/2010/main">
          <mc:Choice Requires="p14">
            <p:contentPart p14:bwMode="auto" r:id="rId608">
              <p14:nvContentPartPr>
                <p14:cNvPr id="151" name="Ink 150">
                  <a:extLst>
                    <a:ext uri="{FF2B5EF4-FFF2-40B4-BE49-F238E27FC236}">
                      <a16:creationId xmlns:a16="http://schemas.microsoft.com/office/drawing/2014/main" id="{BCA30F84-3E17-7E43-0F07-3382A237FC8F}"/>
                    </a:ext>
                  </a:extLst>
                </p14:cNvPr>
                <p14:cNvContentPartPr/>
                <p14:nvPr/>
              </p14:nvContentPartPr>
              <p14:xfrm>
                <a:off x="8049021" y="3139521"/>
                <a:ext cx="93960" cy="23040"/>
              </p14:xfrm>
            </p:contentPart>
          </mc:Choice>
          <mc:Fallback xmlns="">
            <p:pic>
              <p:nvPicPr>
                <p:cNvPr id="151" name="Ink 150">
                  <a:extLst>
                    <a:ext uri="{FF2B5EF4-FFF2-40B4-BE49-F238E27FC236}">
                      <a16:creationId xmlns:a16="http://schemas.microsoft.com/office/drawing/2014/main" id="{BCA30F84-3E17-7E43-0F07-3382A237FC8F}"/>
                    </a:ext>
                  </a:extLst>
                </p:cNvPr>
                <p:cNvPicPr/>
                <p:nvPr/>
              </p:nvPicPr>
              <p:blipFill>
                <a:blip r:embed="rId609"/>
                <a:stretch>
                  <a:fillRect/>
                </a:stretch>
              </p:blipFill>
              <p:spPr>
                <a:xfrm>
                  <a:off x="8040021" y="3130521"/>
                  <a:ext cx="111600" cy="40680"/>
                </a:xfrm>
                <a:prstGeom prst="rect">
                  <a:avLst/>
                </a:prstGeom>
              </p:spPr>
            </p:pic>
          </mc:Fallback>
        </mc:AlternateContent>
        <mc:AlternateContent xmlns:mc="http://schemas.openxmlformats.org/markup-compatibility/2006" xmlns:p14="http://schemas.microsoft.com/office/powerpoint/2010/main">
          <mc:Choice Requires="p14">
            <p:contentPart p14:bwMode="auto" r:id="rId610">
              <p14:nvContentPartPr>
                <p14:cNvPr id="152" name="Ink 151">
                  <a:extLst>
                    <a:ext uri="{FF2B5EF4-FFF2-40B4-BE49-F238E27FC236}">
                      <a16:creationId xmlns:a16="http://schemas.microsoft.com/office/drawing/2014/main" id="{86021F21-F9E9-AF9B-2209-B2970F2E1C64}"/>
                    </a:ext>
                  </a:extLst>
                </p14:cNvPr>
                <p14:cNvContentPartPr/>
                <p14:nvPr/>
              </p14:nvContentPartPr>
              <p14:xfrm>
                <a:off x="8198061" y="3155001"/>
                <a:ext cx="2520" cy="132120"/>
              </p14:xfrm>
            </p:contentPart>
          </mc:Choice>
          <mc:Fallback xmlns="">
            <p:pic>
              <p:nvPicPr>
                <p:cNvPr id="152" name="Ink 151">
                  <a:extLst>
                    <a:ext uri="{FF2B5EF4-FFF2-40B4-BE49-F238E27FC236}">
                      <a16:creationId xmlns:a16="http://schemas.microsoft.com/office/drawing/2014/main" id="{86021F21-F9E9-AF9B-2209-B2970F2E1C64}"/>
                    </a:ext>
                  </a:extLst>
                </p:cNvPr>
                <p:cNvPicPr/>
                <p:nvPr/>
              </p:nvPicPr>
              <p:blipFill>
                <a:blip r:embed="rId611"/>
                <a:stretch>
                  <a:fillRect/>
                </a:stretch>
              </p:blipFill>
              <p:spPr>
                <a:xfrm>
                  <a:off x="8189061" y="3146001"/>
                  <a:ext cx="20160" cy="149760"/>
                </a:xfrm>
                <a:prstGeom prst="rect">
                  <a:avLst/>
                </a:prstGeom>
              </p:spPr>
            </p:pic>
          </mc:Fallback>
        </mc:AlternateContent>
        <mc:AlternateContent xmlns:mc="http://schemas.openxmlformats.org/markup-compatibility/2006" xmlns:p14="http://schemas.microsoft.com/office/powerpoint/2010/main">
          <mc:Choice Requires="p14">
            <p:contentPart p14:bwMode="auto" r:id="rId612">
              <p14:nvContentPartPr>
                <p14:cNvPr id="159" name="Ink 158">
                  <a:extLst>
                    <a:ext uri="{FF2B5EF4-FFF2-40B4-BE49-F238E27FC236}">
                      <a16:creationId xmlns:a16="http://schemas.microsoft.com/office/drawing/2014/main" id="{1FD0AEBF-EC57-A1BE-F487-4ECC06B21ACB}"/>
                    </a:ext>
                  </a:extLst>
                </p14:cNvPr>
                <p14:cNvContentPartPr/>
                <p14:nvPr/>
              </p14:nvContentPartPr>
              <p14:xfrm>
                <a:off x="8002221" y="2917401"/>
                <a:ext cx="206640" cy="29160"/>
              </p14:xfrm>
            </p:contentPart>
          </mc:Choice>
          <mc:Fallback xmlns="">
            <p:pic>
              <p:nvPicPr>
                <p:cNvPr id="159" name="Ink 158">
                  <a:extLst>
                    <a:ext uri="{FF2B5EF4-FFF2-40B4-BE49-F238E27FC236}">
                      <a16:creationId xmlns:a16="http://schemas.microsoft.com/office/drawing/2014/main" id="{1FD0AEBF-EC57-A1BE-F487-4ECC06B21ACB}"/>
                    </a:ext>
                  </a:extLst>
                </p:cNvPr>
                <p:cNvPicPr/>
                <p:nvPr/>
              </p:nvPicPr>
              <p:blipFill>
                <a:blip r:embed="rId613"/>
                <a:stretch>
                  <a:fillRect/>
                </a:stretch>
              </p:blipFill>
              <p:spPr>
                <a:xfrm>
                  <a:off x="7993221" y="2908761"/>
                  <a:ext cx="224280" cy="46800"/>
                </a:xfrm>
                <a:prstGeom prst="rect">
                  <a:avLst/>
                </a:prstGeom>
              </p:spPr>
            </p:pic>
          </mc:Fallback>
        </mc:AlternateContent>
        <mc:AlternateContent xmlns:mc="http://schemas.openxmlformats.org/markup-compatibility/2006" xmlns:p14="http://schemas.microsoft.com/office/powerpoint/2010/main">
          <mc:Choice Requires="p14">
            <p:contentPart p14:bwMode="auto" r:id="rId614">
              <p14:nvContentPartPr>
                <p14:cNvPr id="174" name="Ink 173">
                  <a:extLst>
                    <a:ext uri="{FF2B5EF4-FFF2-40B4-BE49-F238E27FC236}">
                      <a16:creationId xmlns:a16="http://schemas.microsoft.com/office/drawing/2014/main" id="{710F1D26-CECF-97F1-EE60-DB2A243E306B}"/>
                    </a:ext>
                  </a:extLst>
                </p14:cNvPr>
                <p14:cNvContentPartPr/>
                <p14:nvPr/>
              </p14:nvContentPartPr>
              <p14:xfrm>
                <a:off x="8162421" y="2871681"/>
                <a:ext cx="59760" cy="111960"/>
              </p14:xfrm>
            </p:contentPart>
          </mc:Choice>
          <mc:Fallback xmlns="">
            <p:pic>
              <p:nvPicPr>
                <p:cNvPr id="174" name="Ink 173">
                  <a:extLst>
                    <a:ext uri="{FF2B5EF4-FFF2-40B4-BE49-F238E27FC236}">
                      <a16:creationId xmlns:a16="http://schemas.microsoft.com/office/drawing/2014/main" id="{710F1D26-CECF-97F1-EE60-DB2A243E306B}"/>
                    </a:ext>
                  </a:extLst>
                </p:cNvPr>
                <p:cNvPicPr/>
                <p:nvPr/>
              </p:nvPicPr>
              <p:blipFill>
                <a:blip r:embed="rId615"/>
                <a:stretch>
                  <a:fillRect/>
                </a:stretch>
              </p:blipFill>
              <p:spPr>
                <a:xfrm>
                  <a:off x="8153781" y="2863041"/>
                  <a:ext cx="77400" cy="129600"/>
                </a:xfrm>
                <a:prstGeom prst="rect">
                  <a:avLst/>
                </a:prstGeom>
              </p:spPr>
            </p:pic>
          </mc:Fallback>
        </mc:AlternateContent>
      </p:grpSp>
      <p:grpSp>
        <p:nvGrpSpPr>
          <p:cNvPr id="200" name="Group 199">
            <a:extLst>
              <a:ext uri="{FF2B5EF4-FFF2-40B4-BE49-F238E27FC236}">
                <a16:creationId xmlns:a16="http://schemas.microsoft.com/office/drawing/2014/main" id="{46F900A4-1EDF-7F85-1D20-D481A75D73CA}"/>
              </a:ext>
            </a:extLst>
          </p:cNvPr>
          <p:cNvGrpSpPr/>
          <p:nvPr/>
        </p:nvGrpSpPr>
        <p:grpSpPr>
          <a:xfrm>
            <a:off x="10743981" y="4276401"/>
            <a:ext cx="302040" cy="191520"/>
            <a:chOff x="10743981" y="4276401"/>
            <a:chExt cx="302040" cy="191520"/>
          </a:xfrm>
        </p:grpSpPr>
        <mc:AlternateContent xmlns:mc="http://schemas.openxmlformats.org/markup-compatibility/2006" xmlns:p14="http://schemas.microsoft.com/office/powerpoint/2010/main">
          <mc:Choice Requires="p14">
            <p:contentPart p14:bwMode="auto" r:id="rId616">
              <p14:nvContentPartPr>
                <p14:cNvPr id="39" name="Ink 38">
                  <a:extLst>
                    <a:ext uri="{FF2B5EF4-FFF2-40B4-BE49-F238E27FC236}">
                      <a16:creationId xmlns:a16="http://schemas.microsoft.com/office/drawing/2014/main" id="{808D1CFE-9451-1EA2-5C66-C5E8BD09DDD8}"/>
                    </a:ext>
                  </a:extLst>
                </p14:cNvPr>
                <p14:cNvContentPartPr/>
                <p14:nvPr/>
              </p14:nvContentPartPr>
              <p14:xfrm>
                <a:off x="10743981" y="4286481"/>
                <a:ext cx="24120" cy="136800"/>
              </p14:xfrm>
            </p:contentPart>
          </mc:Choice>
          <mc:Fallback xmlns="">
            <p:pic>
              <p:nvPicPr>
                <p:cNvPr id="39" name="Ink 38">
                  <a:extLst>
                    <a:ext uri="{FF2B5EF4-FFF2-40B4-BE49-F238E27FC236}">
                      <a16:creationId xmlns:a16="http://schemas.microsoft.com/office/drawing/2014/main" id="{808D1CFE-9451-1EA2-5C66-C5E8BD09DDD8}"/>
                    </a:ext>
                  </a:extLst>
                </p:cNvPr>
                <p:cNvPicPr/>
                <p:nvPr/>
              </p:nvPicPr>
              <p:blipFill>
                <a:blip r:embed="rId617"/>
                <a:stretch>
                  <a:fillRect/>
                </a:stretch>
              </p:blipFill>
              <p:spPr>
                <a:xfrm>
                  <a:off x="10735341" y="4277841"/>
                  <a:ext cx="4176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618">
              <p14:nvContentPartPr>
                <p14:cNvPr id="97" name="Ink 96">
                  <a:extLst>
                    <a:ext uri="{FF2B5EF4-FFF2-40B4-BE49-F238E27FC236}">
                      <a16:creationId xmlns:a16="http://schemas.microsoft.com/office/drawing/2014/main" id="{58C70D43-232C-5BE8-073C-93A0243D48AD}"/>
                    </a:ext>
                  </a:extLst>
                </p14:cNvPr>
                <p14:cNvContentPartPr/>
                <p14:nvPr/>
              </p14:nvContentPartPr>
              <p14:xfrm>
                <a:off x="10746861" y="4276401"/>
                <a:ext cx="32760" cy="3960"/>
              </p14:xfrm>
            </p:contentPart>
          </mc:Choice>
          <mc:Fallback xmlns="">
            <p:pic>
              <p:nvPicPr>
                <p:cNvPr id="97" name="Ink 96">
                  <a:extLst>
                    <a:ext uri="{FF2B5EF4-FFF2-40B4-BE49-F238E27FC236}">
                      <a16:creationId xmlns:a16="http://schemas.microsoft.com/office/drawing/2014/main" id="{58C70D43-232C-5BE8-073C-93A0243D48AD}"/>
                    </a:ext>
                  </a:extLst>
                </p:cNvPr>
                <p:cNvPicPr/>
                <p:nvPr/>
              </p:nvPicPr>
              <p:blipFill>
                <a:blip r:embed="rId619"/>
                <a:stretch>
                  <a:fillRect/>
                </a:stretch>
              </p:blipFill>
              <p:spPr>
                <a:xfrm>
                  <a:off x="10737861" y="4267401"/>
                  <a:ext cx="5040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620">
              <p14:nvContentPartPr>
                <p14:cNvPr id="191" name="Ink 190">
                  <a:extLst>
                    <a:ext uri="{FF2B5EF4-FFF2-40B4-BE49-F238E27FC236}">
                      <a16:creationId xmlns:a16="http://schemas.microsoft.com/office/drawing/2014/main" id="{4E174884-009C-EF47-69A6-4B9F7338F363}"/>
                    </a:ext>
                  </a:extLst>
                </p14:cNvPr>
                <p14:cNvContentPartPr/>
                <p14:nvPr/>
              </p14:nvContentPartPr>
              <p14:xfrm>
                <a:off x="10761261" y="4350561"/>
                <a:ext cx="62640" cy="11160"/>
              </p14:xfrm>
            </p:contentPart>
          </mc:Choice>
          <mc:Fallback xmlns="">
            <p:pic>
              <p:nvPicPr>
                <p:cNvPr id="191" name="Ink 190">
                  <a:extLst>
                    <a:ext uri="{FF2B5EF4-FFF2-40B4-BE49-F238E27FC236}">
                      <a16:creationId xmlns:a16="http://schemas.microsoft.com/office/drawing/2014/main" id="{4E174884-009C-EF47-69A6-4B9F7338F363}"/>
                    </a:ext>
                  </a:extLst>
                </p:cNvPr>
                <p:cNvPicPr/>
                <p:nvPr/>
              </p:nvPicPr>
              <p:blipFill>
                <a:blip r:embed="rId621"/>
                <a:stretch>
                  <a:fillRect/>
                </a:stretch>
              </p:blipFill>
              <p:spPr>
                <a:xfrm>
                  <a:off x="10752261" y="4341561"/>
                  <a:ext cx="8028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622">
              <p14:nvContentPartPr>
                <p14:cNvPr id="192" name="Ink 191">
                  <a:extLst>
                    <a:ext uri="{FF2B5EF4-FFF2-40B4-BE49-F238E27FC236}">
                      <a16:creationId xmlns:a16="http://schemas.microsoft.com/office/drawing/2014/main" id="{F2ABD5B7-8460-7B59-B80B-06B3729FED7A}"/>
                    </a:ext>
                  </a:extLst>
                </p14:cNvPr>
                <p14:cNvContentPartPr/>
                <p14:nvPr/>
              </p14:nvContentPartPr>
              <p14:xfrm>
                <a:off x="10857741" y="4355601"/>
                <a:ext cx="6120" cy="80280"/>
              </p14:xfrm>
            </p:contentPart>
          </mc:Choice>
          <mc:Fallback xmlns="">
            <p:pic>
              <p:nvPicPr>
                <p:cNvPr id="192" name="Ink 191">
                  <a:extLst>
                    <a:ext uri="{FF2B5EF4-FFF2-40B4-BE49-F238E27FC236}">
                      <a16:creationId xmlns:a16="http://schemas.microsoft.com/office/drawing/2014/main" id="{F2ABD5B7-8460-7B59-B80B-06B3729FED7A}"/>
                    </a:ext>
                  </a:extLst>
                </p:cNvPr>
                <p:cNvPicPr/>
                <p:nvPr/>
              </p:nvPicPr>
              <p:blipFill>
                <a:blip r:embed="rId623"/>
                <a:stretch>
                  <a:fillRect/>
                </a:stretch>
              </p:blipFill>
              <p:spPr>
                <a:xfrm>
                  <a:off x="10848741" y="4346961"/>
                  <a:ext cx="2376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624">
              <p14:nvContentPartPr>
                <p14:cNvPr id="197" name="Ink 196">
                  <a:extLst>
                    <a:ext uri="{FF2B5EF4-FFF2-40B4-BE49-F238E27FC236}">
                      <a16:creationId xmlns:a16="http://schemas.microsoft.com/office/drawing/2014/main" id="{F37DDB48-BCCB-4EDE-076B-C4C86E3B383F}"/>
                    </a:ext>
                  </a:extLst>
                </p14:cNvPr>
                <p14:cNvContentPartPr/>
                <p14:nvPr/>
              </p14:nvContentPartPr>
              <p14:xfrm>
                <a:off x="10948461" y="4373961"/>
                <a:ext cx="81000" cy="72720"/>
              </p14:xfrm>
            </p:contentPart>
          </mc:Choice>
          <mc:Fallback xmlns="">
            <p:pic>
              <p:nvPicPr>
                <p:cNvPr id="197" name="Ink 196">
                  <a:extLst>
                    <a:ext uri="{FF2B5EF4-FFF2-40B4-BE49-F238E27FC236}">
                      <a16:creationId xmlns:a16="http://schemas.microsoft.com/office/drawing/2014/main" id="{F37DDB48-BCCB-4EDE-076B-C4C86E3B383F}"/>
                    </a:ext>
                  </a:extLst>
                </p:cNvPr>
                <p:cNvPicPr/>
                <p:nvPr/>
              </p:nvPicPr>
              <p:blipFill>
                <a:blip r:embed="rId625"/>
                <a:stretch>
                  <a:fillRect/>
                </a:stretch>
              </p:blipFill>
              <p:spPr>
                <a:xfrm>
                  <a:off x="10939821" y="4364961"/>
                  <a:ext cx="98640" cy="90360"/>
                </a:xfrm>
                <a:prstGeom prst="rect">
                  <a:avLst/>
                </a:prstGeom>
              </p:spPr>
            </p:pic>
          </mc:Fallback>
        </mc:AlternateContent>
        <mc:AlternateContent xmlns:mc="http://schemas.openxmlformats.org/markup-compatibility/2006" xmlns:p14="http://schemas.microsoft.com/office/powerpoint/2010/main">
          <mc:Choice Requires="p14">
            <p:contentPart p14:bwMode="auto" r:id="rId626">
              <p14:nvContentPartPr>
                <p14:cNvPr id="198" name="Ink 197">
                  <a:extLst>
                    <a:ext uri="{FF2B5EF4-FFF2-40B4-BE49-F238E27FC236}">
                      <a16:creationId xmlns:a16="http://schemas.microsoft.com/office/drawing/2014/main" id="{E20188FC-8984-9E2F-EA81-A447D632B4D7}"/>
                    </a:ext>
                  </a:extLst>
                </p14:cNvPr>
                <p14:cNvContentPartPr/>
                <p14:nvPr/>
              </p14:nvContentPartPr>
              <p14:xfrm>
                <a:off x="10948461" y="4382961"/>
                <a:ext cx="97560" cy="84960"/>
              </p14:xfrm>
            </p:contentPart>
          </mc:Choice>
          <mc:Fallback xmlns="">
            <p:pic>
              <p:nvPicPr>
                <p:cNvPr id="198" name="Ink 197">
                  <a:extLst>
                    <a:ext uri="{FF2B5EF4-FFF2-40B4-BE49-F238E27FC236}">
                      <a16:creationId xmlns:a16="http://schemas.microsoft.com/office/drawing/2014/main" id="{E20188FC-8984-9E2F-EA81-A447D632B4D7}"/>
                    </a:ext>
                  </a:extLst>
                </p:cNvPr>
                <p:cNvPicPr/>
                <p:nvPr/>
              </p:nvPicPr>
              <p:blipFill>
                <a:blip r:embed="rId627"/>
                <a:stretch>
                  <a:fillRect/>
                </a:stretch>
              </p:blipFill>
              <p:spPr>
                <a:xfrm>
                  <a:off x="10939821" y="4374321"/>
                  <a:ext cx="11520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628">
              <p14:nvContentPartPr>
                <p14:cNvPr id="199" name="Ink 198">
                  <a:extLst>
                    <a:ext uri="{FF2B5EF4-FFF2-40B4-BE49-F238E27FC236}">
                      <a16:creationId xmlns:a16="http://schemas.microsoft.com/office/drawing/2014/main" id="{E0AF9A3E-6F81-39C6-768C-754F46524873}"/>
                    </a:ext>
                  </a:extLst>
                </p14:cNvPr>
                <p14:cNvContentPartPr/>
                <p14:nvPr/>
              </p14:nvContentPartPr>
              <p14:xfrm>
                <a:off x="10796901" y="4280361"/>
                <a:ext cx="59760" cy="6120"/>
              </p14:xfrm>
            </p:contentPart>
          </mc:Choice>
          <mc:Fallback xmlns="">
            <p:pic>
              <p:nvPicPr>
                <p:cNvPr id="199" name="Ink 198">
                  <a:extLst>
                    <a:ext uri="{FF2B5EF4-FFF2-40B4-BE49-F238E27FC236}">
                      <a16:creationId xmlns:a16="http://schemas.microsoft.com/office/drawing/2014/main" id="{E0AF9A3E-6F81-39C6-768C-754F46524873}"/>
                    </a:ext>
                  </a:extLst>
                </p:cNvPr>
                <p:cNvPicPr/>
                <p:nvPr/>
              </p:nvPicPr>
              <p:blipFill>
                <a:blip r:embed="rId629"/>
                <a:stretch>
                  <a:fillRect/>
                </a:stretch>
              </p:blipFill>
              <p:spPr>
                <a:xfrm>
                  <a:off x="10787901" y="4271361"/>
                  <a:ext cx="77400" cy="23760"/>
                </a:xfrm>
                <a:prstGeom prst="rect">
                  <a:avLst/>
                </a:prstGeom>
              </p:spPr>
            </p:pic>
          </mc:Fallback>
        </mc:AlternateContent>
      </p:grpSp>
      <p:grpSp>
        <p:nvGrpSpPr>
          <p:cNvPr id="317" name="Group 316">
            <a:extLst>
              <a:ext uri="{FF2B5EF4-FFF2-40B4-BE49-F238E27FC236}">
                <a16:creationId xmlns:a16="http://schemas.microsoft.com/office/drawing/2014/main" id="{03757DD0-E385-E8E1-4F6B-124E9BC3CA87}"/>
              </a:ext>
            </a:extLst>
          </p:cNvPr>
          <p:cNvGrpSpPr/>
          <p:nvPr/>
        </p:nvGrpSpPr>
        <p:grpSpPr>
          <a:xfrm>
            <a:off x="10088781" y="4922601"/>
            <a:ext cx="102240" cy="225360"/>
            <a:chOff x="10088781" y="4922601"/>
            <a:chExt cx="102240" cy="225360"/>
          </a:xfrm>
        </p:grpSpPr>
        <mc:AlternateContent xmlns:mc="http://schemas.openxmlformats.org/markup-compatibility/2006" xmlns:p14="http://schemas.microsoft.com/office/powerpoint/2010/main">
          <mc:Choice Requires="p14">
            <p:contentPart p14:bwMode="auto" r:id="rId630">
              <p14:nvContentPartPr>
                <p14:cNvPr id="201" name="Ink 200">
                  <a:extLst>
                    <a:ext uri="{FF2B5EF4-FFF2-40B4-BE49-F238E27FC236}">
                      <a16:creationId xmlns:a16="http://schemas.microsoft.com/office/drawing/2014/main" id="{CD9F2092-2F82-DDFF-EA74-6124391826D2}"/>
                    </a:ext>
                  </a:extLst>
                </p14:cNvPr>
                <p14:cNvContentPartPr/>
                <p14:nvPr/>
              </p14:nvContentPartPr>
              <p14:xfrm>
                <a:off x="10097061" y="4923321"/>
                <a:ext cx="11880" cy="224640"/>
              </p14:xfrm>
            </p:contentPart>
          </mc:Choice>
          <mc:Fallback xmlns="">
            <p:pic>
              <p:nvPicPr>
                <p:cNvPr id="201" name="Ink 200">
                  <a:extLst>
                    <a:ext uri="{FF2B5EF4-FFF2-40B4-BE49-F238E27FC236}">
                      <a16:creationId xmlns:a16="http://schemas.microsoft.com/office/drawing/2014/main" id="{CD9F2092-2F82-DDFF-EA74-6124391826D2}"/>
                    </a:ext>
                  </a:extLst>
                </p:cNvPr>
                <p:cNvPicPr/>
                <p:nvPr/>
              </p:nvPicPr>
              <p:blipFill>
                <a:blip r:embed="rId631"/>
                <a:stretch>
                  <a:fillRect/>
                </a:stretch>
              </p:blipFill>
              <p:spPr>
                <a:xfrm>
                  <a:off x="10088061" y="4914681"/>
                  <a:ext cx="29520" cy="242280"/>
                </a:xfrm>
                <a:prstGeom prst="rect">
                  <a:avLst/>
                </a:prstGeom>
              </p:spPr>
            </p:pic>
          </mc:Fallback>
        </mc:AlternateContent>
        <mc:AlternateContent xmlns:mc="http://schemas.openxmlformats.org/markup-compatibility/2006" xmlns:p14="http://schemas.microsoft.com/office/powerpoint/2010/main">
          <mc:Choice Requires="p14">
            <p:contentPart p14:bwMode="auto" r:id="rId632">
              <p14:nvContentPartPr>
                <p14:cNvPr id="203" name="Ink 202">
                  <a:extLst>
                    <a:ext uri="{FF2B5EF4-FFF2-40B4-BE49-F238E27FC236}">
                      <a16:creationId xmlns:a16="http://schemas.microsoft.com/office/drawing/2014/main" id="{AF1F0793-B661-4A52-C792-E25EF0BBD0C5}"/>
                    </a:ext>
                  </a:extLst>
                </p14:cNvPr>
                <p14:cNvContentPartPr/>
                <p14:nvPr/>
              </p14:nvContentPartPr>
              <p14:xfrm>
                <a:off x="10088781" y="4922601"/>
                <a:ext cx="102240" cy="28440"/>
              </p14:xfrm>
            </p:contentPart>
          </mc:Choice>
          <mc:Fallback xmlns="">
            <p:pic>
              <p:nvPicPr>
                <p:cNvPr id="203" name="Ink 202">
                  <a:extLst>
                    <a:ext uri="{FF2B5EF4-FFF2-40B4-BE49-F238E27FC236}">
                      <a16:creationId xmlns:a16="http://schemas.microsoft.com/office/drawing/2014/main" id="{AF1F0793-B661-4A52-C792-E25EF0BBD0C5}"/>
                    </a:ext>
                  </a:extLst>
                </p:cNvPr>
                <p:cNvPicPr/>
                <p:nvPr/>
              </p:nvPicPr>
              <p:blipFill>
                <a:blip r:embed="rId633"/>
                <a:stretch>
                  <a:fillRect/>
                </a:stretch>
              </p:blipFill>
              <p:spPr>
                <a:xfrm>
                  <a:off x="10080141" y="4913961"/>
                  <a:ext cx="119880" cy="46080"/>
                </a:xfrm>
                <a:prstGeom prst="rect">
                  <a:avLst/>
                </a:prstGeom>
              </p:spPr>
            </p:pic>
          </mc:Fallback>
        </mc:AlternateContent>
      </p:grpSp>
      <p:grpSp>
        <p:nvGrpSpPr>
          <p:cNvPr id="377" name="Group 376">
            <a:extLst>
              <a:ext uri="{FF2B5EF4-FFF2-40B4-BE49-F238E27FC236}">
                <a16:creationId xmlns:a16="http://schemas.microsoft.com/office/drawing/2014/main" id="{C620071B-01E6-1076-E27D-39C04395ED0B}"/>
              </a:ext>
            </a:extLst>
          </p:cNvPr>
          <p:cNvGrpSpPr/>
          <p:nvPr/>
        </p:nvGrpSpPr>
        <p:grpSpPr>
          <a:xfrm>
            <a:off x="10121901" y="5033481"/>
            <a:ext cx="227880" cy="218520"/>
            <a:chOff x="10121901" y="5033481"/>
            <a:chExt cx="227880" cy="218520"/>
          </a:xfrm>
        </p:grpSpPr>
        <mc:AlternateContent xmlns:mc="http://schemas.openxmlformats.org/markup-compatibility/2006" xmlns:p14="http://schemas.microsoft.com/office/powerpoint/2010/main">
          <mc:Choice Requires="p14">
            <p:contentPart p14:bwMode="auto" r:id="rId634">
              <p14:nvContentPartPr>
                <p14:cNvPr id="328" name="Ink 327">
                  <a:extLst>
                    <a:ext uri="{FF2B5EF4-FFF2-40B4-BE49-F238E27FC236}">
                      <a16:creationId xmlns:a16="http://schemas.microsoft.com/office/drawing/2014/main" id="{F47A9CF2-DDFA-6581-A09E-83FB54191C91}"/>
                    </a:ext>
                  </a:extLst>
                </p14:cNvPr>
                <p14:cNvContentPartPr/>
                <p14:nvPr/>
              </p14:nvContentPartPr>
              <p14:xfrm>
                <a:off x="10121901" y="5033481"/>
                <a:ext cx="51120" cy="6120"/>
              </p14:xfrm>
            </p:contentPart>
          </mc:Choice>
          <mc:Fallback xmlns="">
            <p:pic>
              <p:nvPicPr>
                <p:cNvPr id="328" name="Ink 327">
                  <a:extLst>
                    <a:ext uri="{FF2B5EF4-FFF2-40B4-BE49-F238E27FC236}">
                      <a16:creationId xmlns:a16="http://schemas.microsoft.com/office/drawing/2014/main" id="{F47A9CF2-DDFA-6581-A09E-83FB54191C91}"/>
                    </a:ext>
                  </a:extLst>
                </p:cNvPr>
                <p:cNvPicPr/>
                <p:nvPr/>
              </p:nvPicPr>
              <p:blipFill>
                <a:blip r:embed="rId635"/>
                <a:stretch>
                  <a:fillRect/>
                </a:stretch>
              </p:blipFill>
              <p:spPr>
                <a:xfrm>
                  <a:off x="10113261" y="5024841"/>
                  <a:ext cx="6876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636">
              <p14:nvContentPartPr>
                <p14:cNvPr id="335" name="Ink 334">
                  <a:extLst>
                    <a:ext uri="{FF2B5EF4-FFF2-40B4-BE49-F238E27FC236}">
                      <a16:creationId xmlns:a16="http://schemas.microsoft.com/office/drawing/2014/main" id="{87A10E00-3052-11ED-E4B8-1309D1C7A53C}"/>
                    </a:ext>
                  </a:extLst>
                </p14:cNvPr>
                <p14:cNvContentPartPr/>
                <p14:nvPr/>
              </p14:nvContentPartPr>
              <p14:xfrm>
                <a:off x="10192461" y="5097921"/>
                <a:ext cx="8280" cy="73440"/>
              </p14:xfrm>
            </p:contentPart>
          </mc:Choice>
          <mc:Fallback xmlns="">
            <p:pic>
              <p:nvPicPr>
                <p:cNvPr id="335" name="Ink 334">
                  <a:extLst>
                    <a:ext uri="{FF2B5EF4-FFF2-40B4-BE49-F238E27FC236}">
                      <a16:creationId xmlns:a16="http://schemas.microsoft.com/office/drawing/2014/main" id="{87A10E00-3052-11ED-E4B8-1309D1C7A53C}"/>
                    </a:ext>
                  </a:extLst>
                </p:cNvPr>
                <p:cNvPicPr/>
                <p:nvPr/>
              </p:nvPicPr>
              <p:blipFill>
                <a:blip r:embed="rId637"/>
                <a:stretch>
                  <a:fillRect/>
                </a:stretch>
              </p:blipFill>
              <p:spPr>
                <a:xfrm>
                  <a:off x="10183461" y="5089281"/>
                  <a:ext cx="25920" cy="91080"/>
                </a:xfrm>
                <a:prstGeom prst="rect">
                  <a:avLst/>
                </a:prstGeom>
              </p:spPr>
            </p:pic>
          </mc:Fallback>
        </mc:AlternateContent>
        <mc:AlternateContent xmlns:mc="http://schemas.openxmlformats.org/markup-compatibility/2006" xmlns:p14="http://schemas.microsoft.com/office/powerpoint/2010/main">
          <mc:Choice Requires="p14">
            <p:contentPart p14:bwMode="auto" r:id="rId638">
              <p14:nvContentPartPr>
                <p14:cNvPr id="337" name="Ink 336">
                  <a:extLst>
                    <a:ext uri="{FF2B5EF4-FFF2-40B4-BE49-F238E27FC236}">
                      <a16:creationId xmlns:a16="http://schemas.microsoft.com/office/drawing/2014/main" id="{635CE17D-3074-FE7D-1F96-A6B298558D95}"/>
                    </a:ext>
                  </a:extLst>
                </p14:cNvPr>
                <p14:cNvContentPartPr/>
                <p14:nvPr/>
              </p14:nvContentPartPr>
              <p14:xfrm>
                <a:off x="10272381" y="5097561"/>
                <a:ext cx="47160" cy="55800"/>
              </p14:xfrm>
            </p:contentPart>
          </mc:Choice>
          <mc:Fallback xmlns="">
            <p:pic>
              <p:nvPicPr>
                <p:cNvPr id="337" name="Ink 336">
                  <a:extLst>
                    <a:ext uri="{FF2B5EF4-FFF2-40B4-BE49-F238E27FC236}">
                      <a16:creationId xmlns:a16="http://schemas.microsoft.com/office/drawing/2014/main" id="{635CE17D-3074-FE7D-1F96-A6B298558D95}"/>
                    </a:ext>
                  </a:extLst>
                </p:cNvPr>
                <p:cNvPicPr/>
                <p:nvPr/>
              </p:nvPicPr>
              <p:blipFill>
                <a:blip r:embed="rId639"/>
                <a:stretch>
                  <a:fillRect/>
                </a:stretch>
              </p:blipFill>
              <p:spPr>
                <a:xfrm>
                  <a:off x="10263381" y="5088561"/>
                  <a:ext cx="64800" cy="73440"/>
                </a:xfrm>
                <a:prstGeom prst="rect">
                  <a:avLst/>
                </a:prstGeom>
              </p:spPr>
            </p:pic>
          </mc:Fallback>
        </mc:AlternateContent>
        <mc:AlternateContent xmlns:mc="http://schemas.openxmlformats.org/markup-compatibility/2006" xmlns:p14="http://schemas.microsoft.com/office/powerpoint/2010/main">
          <mc:Choice Requires="p14">
            <p:contentPart p14:bwMode="auto" r:id="rId640">
              <p14:nvContentPartPr>
                <p14:cNvPr id="352" name="Ink 351">
                  <a:extLst>
                    <a:ext uri="{FF2B5EF4-FFF2-40B4-BE49-F238E27FC236}">
                      <a16:creationId xmlns:a16="http://schemas.microsoft.com/office/drawing/2014/main" id="{D8D23519-3E66-2DB5-30A8-96C7745E0B09}"/>
                    </a:ext>
                  </a:extLst>
                </p14:cNvPr>
                <p14:cNvContentPartPr/>
                <p14:nvPr/>
              </p14:nvContentPartPr>
              <p14:xfrm>
                <a:off x="10311261" y="5090001"/>
                <a:ext cx="38520" cy="162000"/>
              </p14:xfrm>
            </p:contentPart>
          </mc:Choice>
          <mc:Fallback xmlns="">
            <p:pic>
              <p:nvPicPr>
                <p:cNvPr id="352" name="Ink 351">
                  <a:extLst>
                    <a:ext uri="{FF2B5EF4-FFF2-40B4-BE49-F238E27FC236}">
                      <a16:creationId xmlns:a16="http://schemas.microsoft.com/office/drawing/2014/main" id="{D8D23519-3E66-2DB5-30A8-96C7745E0B09}"/>
                    </a:ext>
                  </a:extLst>
                </p:cNvPr>
                <p:cNvPicPr/>
                <p:nvPr/>
              </p:nvPicPr>
              <p:blipFill>
                <a:blip r:embed="rId641"/>
                <a:stretch>
                  <a:fillRect/>
                </a:stretch>
              </p:blipFill>
              <p:spPr>
                <a:xfrm>
                  <a:off x="10302261" y="5081361"/>
                  <a:ext cx="56160" cy="179640"/>
                </a:xfrm>
                <a:prstGeom prst="rect">
                  <a:avLst/>
                </a:prstGeom>
              </p:spPr>
            </p:pic>
          </mc:Fallback>
        </mc:AlternateContent>
      </p:grpSp>
      <p:grpSp>
        <p:nvGrpSpPr>
          <p:cNvPr id="374" name="Group 373">
            <a:extLst>
              <a:ext uri="{FF2B5EF4-FFF2-40B4-BE49-F238E27FC236}">
                <a16:creationId xmlns:a16="http://schemas.microsoft.com/office/drawing/2014/main" id="{C40C218E-B6E9-E1FA-F3B9-378B66A02083}"/>
              </a:ext>
            </a:extLst>
          </p:cNvPr>
          <p:cNvGrpSpPr/>
          <p:nvPr/>
        </p:nvGrpSpPr>
        <p:grpSpPr>
          <a:xfrm>
            <a:off x="10481181" y="5087481"/>
            <a:ext cx="72360" cy="40680"/>
            <a:chOff x="10481181" y="5087481"/>
            <a:chExt cx="72360" cy="40680"/>
          </a:xfrm>
        </p:grpSpPr>
        <mc:AlternateContent xmlns:mc="http://schemas.openxmlformats.org/markup-compatibility/2006" xmlns:p14="http://schemas.microsoft.com/office/powerpoint/2010/main">
          <mc:Choice Requires="p14">
            <p:contentPart p14:bwMode="auto" r:id="rId642">
              <p14:nvContentPartPr>
                <p14:cNvPr id="365" name="Ink 364">
                  <a:extLst>
                    <a:ext uri="{FF2B5EF4-FFF2-40B4-BE49-F238E27FC236}">
                      <a16:creationId xmlns:a16="http://schemas.microsoft.com/office/drawing/2014/main" id="{BEA9A62F-68AB-8AAE-7750-751440B5E069}"/>
                    </a:ext>
                  </a:extLst>
                </p14:cNvPr>
                <p14:cNvContentPartPr/>
                <p14:nvPr/>
              </p14:nvContentPartPr>
              <p14:xfrm>
                <a:off x="10481181" y="5087481"/>
                <a:ext cx="72360" cy="5040"/>
              </p14:xfrm>
            </p:contentPart>
          </mc:Choice>
          <mc:Fallback xmlns="">
            <p:pic>
              <p:nvPicPr>
                <p:cNvPr id="365" name="Ink 364">
                  <a:extLst>
                    <a:ext uri="{FF2B5EF4-FFF2-40B4-BE49-F238E27FC236}">
                      <a16:creationId xmlns:a16="http://schemas.microsoft.com/office/drawing/2014/main" id="{BEA9A62F-68AB-8AAE-7750-751440B5E069}"/>
                    </a:ext>
                  </a:extLst>
                </p:cNvPr>
                <p:cNvPicPr/>
                <p:nvPr/>
              </p:nvPicPr>
              <p:blipFill>
                <a:blip r:embed="rId643"/>
                <a:stretch>
                  <a:fillRect/>
                </a:stretch>
              </p:blipFill>
              <p:spPr>
                <a:xfrm>
                  <a:off x="10472541" y="5078841"/>
                  <a:ext cx="9000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644">
              <p14:nvContentPartPr>
                <p14:cNvPr id="373" name="Ink 372">
                  <a:extLst>
                    <a:ext uri="{FF2B5EF4-FFF2-40B4-BE49-F238E27FC236}">
                      <a16:creationId xmlns:a16="http://schemas.microsoft.com/office/drawing/2014/main" id="{C654F8D1-FAD0-9FC1-92E3-5B4723E493F2}"/>
                    </a:ext>
                  </a:extLst>
                </p14:cNvPr>
                <p14:cNvContentPartPr/>
                <p14:nvPr/>
              </p14:nvContentPartPr>
              <p14:xfrm>
                <a:off x="10509261" y="5126721"/>
                <a:ext cx="24480" cy="1440"/>
              </p14:xfrm>
            </p:contentPart>
          </mc:Choice>
          <mc:Fallback xmlns="">
            <p:pic>
              <p:nvPicPr>
                <p:cNvPr id="373" name="Ink 372">
                  <a:extLst>
                    <a:ext uri="{FF2B5EF4-FFF2-40B4-BE49-F238E27FC236}">
                      <a16:creationId xmlns:a16="http://schemas.microsoft.com/office/drawing/2014/main" id="{C654F8D1-FAD0-9FC1-92E3-5B4723E493F2}"/>
                    </a:ext>
                  </a:extLst>
                </p:cNvPr>
                <p:cNvPicPr/>
                <p:nvPr/>
              </p:nvPicPr>
              <p:blipFill>
                <a:blip r:embed="rId645"/>
                <a:stretch>
                  <a:fillRect/>
                </a:stretch>
              </p:blipFill>
              <p:spPr>
                <a:xfrm>
                  <a:off x="10500621" y="5117721"/>
                  <a:ext cx="42120" cy="19080"/>
                </a:xfrm>
                <a:prstGeom prst="rect">
                  <a:avLst/>
                </a:prstGeom>
              </p:spPr>
            </p:pic>
          </mc:Fallback>
        </mc:AlternateContent>
      </p:grpSp>
      <p:grpSp>
        <p:nvGrpSpPr>
          <p:cNvPr id="383" name="Group 382">
            <a:extLst>
              <a:ext uri="{FF2B5EF4-FFF2-40B4-BE49-F238E27FC236}">
                <a16:creationId xmlns:a16="http://schemas.microsoft.com/office/drawing/2014/main" id="{782CF880-5F73-AD12-6238-CDA40006E369}"/>
              </a:ext>
            </a:extLst>
          </p:cNvPr>
          <p:cNvGrpSpPr/>
          <p:nvPr/>
        </p:nvGrpSpPr>
        <p:grpSpPr>
          <a:xfrm>
            <a:off x="10061061" y="5475561"/>
            <a:ext cx="146520" cy="136440"/>
            <a:chOff x="10061061" y="5475561"/>
            <a:chExt cx="146520" cy="136440"/>
          </a:xfrm>
        </p:grpSpPr>
        <mc:AlternateContent xmlns:mc="http://schemas.openxmlformats.org/markup-compatibility/2006" xmlns:p14="http://schemas.microsoft.com/office/powerpoint/2010/main">
          <mc:Choice Requires="p14">
            <p:contentPart p14:bwMode="auto" r:id="rId646">
              <p14:nvContentPartPr>
                <p14:cNvPr id="378" name="Ink 377">
                  <a:extLst>
                    <a:ext uri="{FF2B5EF4-FFF2-40B4-BE49-F238E27FC236}">
                      <a16:creationId xmlns:a16="http://schemas.microsoft.com/office/drawing/2014/main" id="{C55C31D1-975B-98F8-65EA-60512E8B1C03}"/>
                    </a:ext>
                  </a:extLst>
                </p14:cNvPr>
                <p14:cNvContentPartPr/>
                <p14:nvPr/>
              </p14:nvContentPartPr>
              <p14:xfrm>
                <a:off x="10061061" y="5496081"/>
                <a:ext cx="3240" cy="40320"/>
              </p14:xfrm>
            </p:contentPart>
          </mc:Choice>
          <mc:Fallback xmlns="">
            <p:pic>
              <p:nvPicPr>
                <p:cNvPr id="378" name="Ink 377">
                  <a:extLst>
                    <a:ext uri="{FF2B5EF4-FFF2-40B4-BE49-F238E27FC236}">
                      <a16:creationId xmlns:a16="http://schemas.microsoft.com/office/drawing/2014/main" id="{C55C31D1-975B-98F8-65EA-60512E8B1C03}"/>
                    </a:ext>
                  </a:extLst>
                </p:cNvPr>
                <p:cNvPicPr/>
                <p:nvPr/>
              </p:nvPicPr>
              <p:blipFill>
                <a:blip r:embed="rId647"/>
                <a:stretch>
                  <a:fillRect/>
                </a:stretch>
              </p:blipFill>
              <p:spPr>
                <a:xfrm>
                  <a:off x="10052061" y="5487441"/>
                  <a:ext cx="2088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648">
              <p14:nvContentPartPr>
                <p14:cNvPr id="379" name="Ink 378">
                  <a:extLst>
                    <a:ext uri="{FF2B5EF4-FFF2-40B4-BE49-F238E27FC236}">
                      <a16:creationId xmlns:a16="http://schemas.microsoft.com/office/drawing/2014/main" id="{8F89BB5E-C393-D562-9172-987901B4FD9E}"/>
                    </a:ext>
                  </a:extLst>
                </p14:cNvPr>
                <p14:cNvContentPartPr/>
                <p14:nvPr/>
              </p14:nvContentPartPr>
              <p14:xfrm>
                <a:off x="10122621" y="5475561"/>
                <a:ext cx="81360" cy="61560"/>
              </p14:xfrm>
            </p:contentPart>
          </mc:Choice>
          <mc:Fallback xmlns="">
            <p:pic>
              <p:nvPicPr>
                <p:cNvPr id="379" name="Ink 378">
                  <a:extLst>
                    <a:ext uri="{FF2B5EF4-FFF2-40B4-BE49-F238E27FC236}">
                      <a16:creationId xmlns:a16="http://schemas.microsoft.com/office/drawing/2014/main" id="{8F89BB5E-C393-D562-9172-987901B4FD9E}"/>
                    </a:ext>
                  </a:extLst>
                </p:cNvPr>
                <p:cNvPicPr/>
                <p:nvPr/>
              </p:nvPicPr>
              <p:blipFill>
                <a:blip r:embed="rId649"/>
                <a:stretch>
                  <a:fillRect/>
                </a:stretch>
              </p:blipFill>
              <p:spPr>
                <a:xfrm>
                  <a:off x="10113981" y="5466921"/>
                  <a:ext cx="99000" cy="79200"/>
                </a:xfrm>
                <a:prstGeom prst="rect">
                  <a:avLst/>
                </a:prstGeom>
              </p:spPr>
            </p:pic>
          </mc:Fallback>
        </mc:AlternateContent>
        <mc:AlternateContent xmlns:mc="http://schemas.openxmlformats.org/markup-compatibility/2006" xmlns:p14="http://schemas.microsoft.com/office/powerpoint/2010/main">
          <mc:Choice Requires="p14">
            <p:contentPart p14:bwMode="auto" r:id="rId650">
              <p14:nvContentPartPr>
                <p14:cNvPr id="380" name="Ink 379">
                  <a:extLst>
                    <a:ext uri="{FF2B5EF4-FFF2-40B4-BE49-F238E27FC236}">
                      <a16:creationId xmlns:a16="http://schemas.microsoft.com/office/drawing/2014/main" id="{50D7A05B-C907-050F-67DD-B66A5D78F2E6}"/>
                    </a:ext>
                  </a:extLst>
                </p14:cNvPr>
                <p14:cNvContentPartPr/>
                <p14:nvPr/>
              </p14:nvContentPartPr>
              <p14:xfrm>
                <a:off x="10136301" y="5478441"/>
                <a:ext cx="71280" cy="115200"/>
              </p14:xfrm>
            </p:contentPart>
          </mc:Choice>
          <mc:Fallback xmlns="">
            <p:pic>
              <p:nvPicPr>
                <p:cNvPr id="380" name="Ink 379">
                  <a:extLst>
                    <a:ext uri="{FF2B5EF4-FFF2-40B4-BE49-F238E27FC236}">
                      <a16:creationId xmlns:a16="http://schemas.microsoft.com/office/drawing/2014/main" id="{50D7A05B-C907-050F-67DD-B66A5D78F2E6}"/>
                    </a:ext>
                  </a:extLst>
                </p:cNvPr>
                <p:cNvPicPr/>
                <p:nvPr/>
              </p:nvPicPr>
              <p:blipFill>
                <a:blip r:embed="rId651"/>
                <a:stretch>
                  <a:fillRect/>
                </a:stretch>
              </p:blipFill>
              <p:spPr>
                <a:xfrm>
                  <a:off x="10127661" y="5469441"/>
                  <a:ext cx="8892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652">
              <p14:nvContentPartPr>
                <p14:cNvPr id="381" name="Ink 380">
                  <a:extLst>
                    <a:ext uri="{FF2B5EF4-FFF2-40B4-BE49-F238E27FC236}">
                      <a16:creationId xmlns:a16="http://schemas.microsoft.com/office/drawing/2014/main" id="{EC7CC082-502B-16FF-92A4-0099835A6329}"/>
                    </a:ext>
                  </a:extLst>
                </p14:cNvPr>
                <p14:cNvContentPartPr/>
                <p14:nvPr/>
              </p14:nvContentPartPr>
              <p14:xfrm>
                <a:off x="10102461" y="5509761"/>
                <a:ext cx="360" cy="360"/>
              </p14:xfrm>
            </p:contentPart>
          </mc:Choice>
          <mc:Fallback xmlns="">
            <p:pic>
              <p:nvPicPr>
                <p:cNvPr id="381" name="Ink 380">
                  <a:extLst>
                    <a:ext uri="{FF2B5EF4-FFF2-40B4-BE49-F238E27FC236}">
                      <a16:creationId xmlns:a16="http://schemas.microsoft.com/office/drawing/2014/main" id="{EC7CC082-502B-16FF-92A4-0099835A6329}"/>
                    </a:ext>
                  </a:extLst>
                </p:cNvPr>
                <p:cNvPicPr/>
                <p:nvPr/>
              </p:nvPicPr>
              <p:blipFill>
                <a:blip r:embed="rId653"/>
                <a:stretch>
                  <a:fillRect/>
                </a:stretch>
              </p:blipFill>
              <p:spPr>
                <a:xfrm>
                  <a:off x="10093821" y="550112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54">
              <p14:nvContentPartPr>
                <p14:cNvPr id="382" name="Ink 381">
                  <a:extLst>
                    <a:ext uri="{FF2B5EF4-FFF2-40B4-BE49-F238E27FC236}">
                      <a16:creationId xmlns:a16="http://schemas.microsoft.com/office/drawing/2014/main" id="{8FBAABFC-E48C-731E-F17D-6DD63A63BC6A}"/>
                    </a:ext>
                  </a:extLst>
                </p14:cNvPr>
                <p14:cNvContentPartPr/>
                <p14:nvPr/>
              </p14:nvContentPartPr>
              <p14:xfrm>
                <a:off x="10085901" y="5495721"/>
                <a:ext cx="4320" cy="116280"/>
              </p14:xfrm>
            </p:contentPart>
          </mc:Choice>
          <mc:Fallback xmlns="">
            <p:pic>
              <p:nvPicPr>
                <p:cNvPr id="382" name="Ink 381">
                  <a:extLst>
                    <a:ext uri="{FF2B5EF4-FFF2-40B4-BE49-F238E27FC236}">
                      <a16:creationId xmlns:a16="http://schemas.microsoft.com/office/drawing/2014/main" id="{8FBAABFC-E48C-731E-F17D-6DD63A63BC6A}"/>
                    </a:ext>
                  </a:extLst>
                </p:cNvPr>
                <p:cNvPicPr/>
                <p:nvPr/>
              </p:nvPicPr>
              <p:blipFill>
                <a:blip r:embed="rId655"/>
                <a:stretch>
                  <a:fillRect/>
                </a:stretch>
              </p:blipFill>
              <p:spPr>
                <a:xfrm>
                  <a:off x="10077261" y="5486721"/>
                  <a:ext cx="21960" cy="133920"/>
                </a:xfrm>
                <a:prstGeom prst="rect">
                  <a:avLst/>
                </a:prstGeom>
              </p:spPr>
            </p:pic>
          </mc:Fallback>
        </mc:AlternateContent>
      </p:grpSp>
      <p:grpSp>
        <p:nvGrpSpPr>
          <p:cNvPr id="387" name="Group 386">
            <a:extLst>
              <a:ext uri="{FF2B5EF4-FFF2-40B4-BE49-F238E27FC236}">
                <a16:creationId xmlns:a16="http://schemas.microsoft.com/office/drawing/2014/main" id="{D555559D-9B7C-258C-4008-F88294B4A3BE}"/>
              </a:ext>
            </a:extLst>
          </p:cNvPr>
          <p:cNvGrpSpPr/>
          <p:nvPr/>
        </p:nvGrpSpPr>
        <p:grpSpPr>
          <a:xfrm>
            <a:off x="11418981" y="6076761"/>
            <a:ext cx="183600" cy="140760"/>
            <a:chOff x="11418981" y="6076761"/>
            <a:chExt cx="183600" cy="140760"/>
          </a:xfrm>
        </p:grpSpPr>
        <mc:AlternateContent xmlns:mc="http://schemas.openxmlformats.org/markup-compatibility/2006" xmlns:p14="http://schemas.microsoft.com/office/powerpoint/2010/main">
          <mc:Choice Requires="p14">
            <p:contentPart p14:bwMode="auto" r:id="rId656">
              <p14:nvContentPartPr>
                <p14:cNvPr id="384" name="Ink 383">
                  <a:extLst>
                    <a:ext uri="{FF2B5EF4-FFF2-40B4-BE49-F238E27FC236}">
                      <a16:creationId xmlns:a16="http://schemas.microsoft.com/office/drawing/2014/main" id="{3AAFFD65-971B-6E9D-687E-5EA9CF018915}"/>
                    </a:ext>
                  </a:extLst>
                </p14:cNvPr>
                <p14:cNvContentPartPr/>
                <p14:nvPr/>
              </p14:nvContentPartPr>
              <p14:xfrm>
                <a:off x="11418981" y="6082521"/>
                <a:ext cx="23760" cy="123480"/>
              </p14:xfrm>
            </p:contentPart>
          </mc:Choice>
          <mc:Fallback xmlns="">
            <p:pic>
              <p:nvPicPr>
                <p:cNvPr id="384" name="Ink 383">
                  <a:extLst>
                    <a:ext uri="{FF2B5EF4-FFF2-40B4-BE49-F238E27FC236}">
                      <a16:creationId xmlns:a16="http://schemas.microsoft.com/office/drawing/2014/main" id="{3AAFFD65-971B-6E9D-687E-5EA9CF018915}"/>
                    </a:ext>
                  </a:extLst>
                </p:cNvPr>
                <p:cNvPicPr/>
                <p:nvPr/>
              </p:nvPicPr>
              <p:blipFill>
                <a:blip r:embed="rId657"/>
                <a:stretch>
                  <a:fillRect/>
                </a:stretch>
              </p:blipFill>
              <p:spPr>
                <a:xfrm>
                  <a:off x="11410341" y="6073881"/>
                  <a:ext cx="4140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658">
              <p14:nvContentPartPr>
                <p14:cNvPr id="385" name="Ink 384">
                  <a:extLst>
                    <a:ext uri="{FF2B5EF4-FFF2-40B4-BE49-F238E27FC236}">
                      <a16:creationId xmlns:a16="http://schemas.microsoft.com/office/drawing/2014/main" id="{5E059027-D6D5-000D-03D9-372469AE86FB}"/>
                    </a:ext>
                  </a:extLst>
                </p14:cNvPr>
                <p14:cNvContentPartPr/>
                <p14:nvPr/>
              </p14:nvContentPartPr>
              <p14:xfrm>
                <a:off x="11501781" y="6099801"/>
                <a:ext cx="45360" cy="46800"/>
              </p14:xfrm>
            </p:contentPart>
          </mc:Choice>
          <mc:Fallback xmlns="">
            <p:pic>
              <p:nvPicPr>
                <p:cNvPr id="385" name="Ink 384">
                  <a:extLst>
                    <a:ext uri="{FF2B5EF4-FFF2-40B4-BE49-F238E27FC236}">
                      <a16:creationId xmlns:a16="http://schemas.microsoft.com/office/drawing/2014/main" id="{5E059027-D6D5-000D-03D9-372469AE86FB}"/>
                    </a:ext>
                  </a:extLst>
                </p:cNvPr>
                <p:cNvPicPr/>
                <p:nvPr/>
              </p:nvPicPr>
              <p:blipFill>
                <a:blip r:embed="rId659"/>
                <a:stretch>
                  <a:fillRect/>
                </a:stretch>
              </p:blipFill>
              <p:spPr>
                <a:xfrm>
                  <a:off x="11493141" y="6090801"/>
                  <a:ext cx="6300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660">
              <p14:nvContentPartPr>
                <p14:cNvPr id="386" name="Ink 385">
                  <a:extLst>
                    <a:ext uri="{FF2B5EF4-FFF2-40B4-BE49-F238E27FC236}">
                      <a16:creationId xmlns:a16="http://schemas.microsoft.com/office/drawing/2014/main" id="{1EE38796-74E3-4508-DD88-528679CA8BE0}"/>
                    </a:ext>
                  </a:extLst>
                </p14:cNvPr>
                <p14:cNvContentPartPr/>
                <p14:nvPr/>
              </p14:nvContentPartPr>
              <p14:xfrm>
                <a:off x="11566581" y="6076761"/>
                <a:ext cx="36000" cy="140760"/>
              </p14:xfrm>
            </p:contentPart>
          </mc:Choice>
          <mc:Fallback xmlns="">
            <p:pic>
              <p:nvPicPr>
                <p:cNvPr id="386" name="Ink 385">
                  <a:extLst>
                    <a:ext uri="{FF2B5EF4-FFF2-40B4-BE49-F238E27FC236}">
                      <a16:creationId xmlns:a16="http://schemas.microsoft.com/office/drawing/2014/main" id="{1EE38796-74E3-4508-DD88-528679CA8BE0}"/>
                    </a:ext>
                  </a:extLst>
                </p:cNvPr>
                <p:cNvPicPr/>
                <p:nvPr/>
              </p:nvPicPr>
              <p:blipFill>
                <a:blip r:embed="rId661"/>
                <a:stretch>
                  <a:fillRect/>
                </a:stretch>
              </p:blipFill>
              <p:spPr>
                <a:xfrm>
                  <a:off x="11557941" y="6068121"/>
                  <a:ext cx="53640" cy="158400"/>
                </a:xfrm>
                <a:prstGeom prst="rect">
                  <a:avLst/>
                </a:prstGeom>
              </p:spPr>
            </p:pic>
          </mc:Fallback>
        </mc:AlternateContent>
      </p:grpSp>
      <p:sp>
        <p:nvSpPr>
          <p:cNvPr id="4" name="Title 3">
            <a:extLst>
              <a:ext uri="{FF2B5EF4-FFF2-40B4-BE49-F238E27FC236}">
                <a16:creationId xmlns:a16="http://schemas.microsoft.com/office/drawing/2014/main" id="{0B881257-510E-BF40-3E21-B7BDF977C705}"/>
              </a:ext>
            </a:extLst>
          </p:cNvPr>
          <p:cNvSpPr txBox="1">
            <a:spLocks/>
          </p:cNvSpPr>
          <p:nvPr/>
        </p:nvSpPr>
        <p:spPr>
          <a:xfrm>
            <a:off x="0" y="-7441"/>
            <a:ext cx="12192000" cy="646331"/>
          </a:xfrm>
          <a:prstGeom prst="rect">
            <a:avLst/>
          </a:prstGeom>
          <a:solidFill>
            <a:schemeClr val="accent6">
              <a:lumMod val="40000"/>
              <a:lumOff val="60000"/>
            </a:schemeClr>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ea typeface="STKaiti" panose="020B0503020204020204" pitchFamily="2" charset="-122"/>
                <a:cs typeface="Times New Roman" panose="02020603050405020304" pitchFamily="18" charset="0"/>
              </a:rPr>
              <a:t>Problem solving  (Newton’s Law of Motion)</a:t>
            </a:r>
            <a:r>
              <a:rPr lang="en-US" sz="3200" b="1" dirty="0">
                <a:latin typeface="Times New Roman" panose="02020603050405020304" pitchFamily="18" charset="0"/>
                <a:ea typeface="STKaiti" panose="020B0503020204020204" pitchFamily="2" charset="-122"/>
                <a:cs typeface="Times New Roman" panose="02020603050405020304" pitchFamily="18" charset="0"/>
              </a:rPr>
              <a:t> </a:t>
            </a:r>
          </a:p>
        </p:txBody>
      </p:sp>
    </p:spTree>
    <p:extLst>
      <p:ext uri="{BB962C8B-B14F-4D97-AF65-F5344CB8AC3E}">
        <p14:creationId xmlns:p14="http://schemas.microsoft.com/office/powerpoint/2010/main" val="184009668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DCEF24B-5E6F-FD53-7180-55A6A89AC533}"/>
              </a:ext>
            </a:extLst>
          </p:cNvPr>
          <p:cNvPicPr>
            <a:picLocks noChangeAspect="1"/>
          </p:cNvPicPr>
          <p:nvPr/>
        </p:nvPicPr>
        <p:blipFill>
          <a:blip r:embed="rId2"/>
          <a:stretch>
            <a:fillRect/>
          </a:stretch>
        </p:blipFill>
        <p:spPr>
          <a:xfrm>
            <a:off x="7993430" y="485423"/>
            <a:ext cx="3782872" cy="1913900"/>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AF33217D-821A-9CE5-3CB9-E0F82ED477F8}"/>
                  </a:ext>
                </a:extLst>
              </p14:cNvPr>
              <p14:cNvContentPartPr/>
              <p14:nvPr/>
            </p14:nvContentPartPr>
            <p14:xfrm>
              <a:off x="341280" y="114120"/>
              <a:ext cx="10177560" cy="6696000"/>
            </p14:xfrm>
          </p:contentPart>
        </mc:Choice>
        <mc:Fallback xmlns="">
          <p:pic>
            <p:nvPicPr>
              <p:cNvPr id="2" name="Ink 1">
                <a:extLst>
                  <a:ext uri="{FF2B5EF4-FFF2-40B4-BE49-F238E27FC236}">
                    <a16:creationId xmlns:a16="http://schemas.microsoft.com/office/drawing/2014/main" id="{AF33217D-821A-9CE5-3CB9-E0F82ED477F8}"/>
                  </a:ext>
                </a:extLst>
              </p:cNvPr>
              <p:cNvPicPr/>
              <p:nvPr/>
            </p:nvPicPr>
            <p:blipFill>
              <a:blip r:embed="rId4"/>
              <a:stretch>
                <a:fillRect/>
              </a:stretch>
            </p:blipFill>
            <p:spPr>
              <a:xfrm>
                <a:off x="331920" y="104760"/>
                <a:ext cx="10196280" cy="6714720"/>
              </a:xfrm>
              <a:prstGeom prst="rect">
                <a:avLst/>
              </a:prstGeom>
            </p:spPr>
          </p:pic>
        </mc:Fallback>
      </mc:AlternateContent>
    </p:spTree>
    <p:extLst>
      <p:ext uri="{BB962C8B-B14F-4D97-AF65-F5344CB8AC3E}">
        <p14:creationId xmlns:p14="http://schemas.microsoft.com/office/powerpoint/2010/main" val="106303860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E285B0-21C6-E36A-7658-D83B1ACBB987}"/>
              </a:ext>
            </a:extLst>
          </p:cNvPr>
          <p:cNvSpPr>
            <a:spLocks noGrp="1"/>
          </p:cNvSpPr>
          <p:nvPr>
            <p:ph idx="1"/>
          </p:nvPr>
        </p:nvSpPr>
        <p:spPr>
          <a:xfrm>
            <a:off x="713155" y="1009157"/>
            <a:ext cx="10515600" cy="4717537"/>
          </a:xfrm>
        </p:spPr>
        <p:txBody>
          <a:bodyPr>
            <a:normAutofit/>
          </a:bodyPr>
          <a:lstStyle/>
          <a:p>
            <a:pPr marL="0" marR="0" lvl="0" indent="0">
              <a:spcBef>
                <a:spcPts val="0"/>
              </a:spcBef>
              <a:spcAft>
                <a:spcPts val="0"/>
              </a:spcAft>
              <a:buSzPts val="1200"/>
              <a:buNone/>
              <a:tabLst>
                <a:tab pos="-914400" algn="l"/>
                <a:tab pos="171450" algn="l"/>
              </a:tabLs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A body of mass 2.00 kg is pushed straight upward by a 25.0 N vertical force. What is its </a:t>
            </a:r>
            <a:r>
              <a:rPr lang="en-US" sz="32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acceleration</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(Ignore the friction)</a:t>
            </a:r>
          </a:p>
          <a:p>
            <a:pPr marL="0" indent="0">
              <a:buNone/>
            </a:pPr>
            <a:endParaRPr lang="en-US" sz="4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2">
            <p14:nvContentPartPr>
              <p14:cNvPr id="9" name="Ink 8">
                <a:extLst>
                  <a:ext uri="{FF2B5EF4-FFF2-40B4-BE49-F238E27FC236}">
                    <a16:creationId xmlns:a16="http://schemas.microsoft.com/office/drawing/2014/main" id="{24AA1D96-A428-AED6-182F-0AE637377CD4}"/>
                  </a:ext>
                </a:extLst>
              </p14:cNvPr>
              <p14:cNvContentPartPr/>
              <p14:nvPr/>
            </p14:nvContentPartPr>
            <p14:xfrm>
              <a:off x="8986860" y="3991620"/>
              <a:ext cx="16200" cy="792360"/>
            </p14:xfrm>
          </p:contentPart>
        </mc:Choice>
        <mc:Fallback xmlns="">
          <p:pic>
            <p:nvPicPr>
              <p:cNvPr id="9" name="Ink 8">
                <a:extLst>
                  <a:ext uri="{FF2B5EF4-FFF2-40B4-BE49-F238E27FC236}">
                    <a16:creationId xmlns:a16="http://schemas.microsoft.com/office/drawing/2014/main" id="{24AA1D96-A428-AED6-182F-0AE637377CD4}"/>
                  </a:ext>
                </a:extLst>
              </p:cNvPr>
              <p:cNvPicPr/>
              <p:nvPr/>
            </p:nvPicPr>
            <p:blipFill>
              <a:blip r:embed="rId3"/>
              <a:stretch>
                <a:fillRect/>
              </a:stretch>
            </p:blipFill>
            <p:spPr>
              <a:xfrm>
                <a:off x="8978220" y="3982980"/>
                <a:ext cx="33840" cy="810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14ACD71D-990A-519F-3AAC-17BD6C0017E9}"/>
                  </a:ext>
                </a:extLst>
              </p14:cNvPr>
              <p14:cNvContentPartPr/>
              <p14:nvPr/>
            </p14:nvContentPartPr>
            <p14:xfrm>
              <a:off x="8935020" y="4688220"/>
              <a:ext cx="168840" cy="136800"/>
            </p14:xfrm>
          </p:contentPart>
        </mc:Choice>
        <mc:Fallback xmlns="">
          <p:pic>
            <p:nvPicPr>
              <p:cNvPr id="10" name="Ink 9">
                <a:extLst>
                  <a:ext uri="{FF2B5EF4-FFF2-40B4-BE49-F238E27FC236}">
                    <a16:creationId xmlns:a16="http://schemas.microsoft.com/office/drawing/2014/main" id="{14ACD71D-990A-519F-3AAC-17BD6C0017E9}"/>
                  </a:ext>
                </a:extLst>
              </p:cNvPr>
              <p:cNvPicPr/>
              <p:nvPr/>
            </p:nvPicPr>
            <p:blipFill>
              <a:blip r:embed="rId5"/>
              <a:stretch>
                <a:fillRect/>
              </a:stretch>
            </p:blipFill>
            <p:spPr>
              <a:xfrm>
                <a:off x="8926020" y="4679580"/>
                <a:ext cx="18648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1" name="Ink 10">
                <a:extLst>
                  <a:ext uri="{FF2B5EF4-FFF2-40B4-BE49-F238E27FC236}">
                    <a16:creationId xmlns:a16="http://schemas.microsoft.com/office/drawing/2014/main" id="{01740708-C784-883D-94A1-00E30E5F814A}"/>
                  </a:ext>
                </a:extLst>
              </p14:cNvPr>
              <p14:cNvContentPartPr/>
              <p14:nvPr/>
            </p14:nvContentPartPr>
            <p14:xfrm>
              <a:off x="8728740" y="5007180"/>
              <a:ext cx="178200" cy="233280"/>
            </p14:xfrm>
          </p:contentPart>
        </mc:Choice>
        <mc:Fallback xmlns="">
          <p:pic>
            <p:nvPicPr>
              <p:cNvPr id="11" name="Ink 10">
                <a:extLst>
                  <a:ext uri="{FF2B5EF4-FFF2-40B4-BE49-F238E27FC236}">
                    <a16:creationId xmlns:a16="http://schemas.microsoft.com/office/drawing/2014/main" id="{01740708-C784-883D-94A1-00E30E5F814A}"/>
                  </a:ext>
                </a:extLst>
              </p:cNvPr>
              <p:cNvPicPr/>
              <p:nvPr/>
            </p:nvPicPr>
            <p:blipFill>
              <a:blip r:embed="rId7"/>
              <a:stretch>
                <a:fillRect/>
              </a:stretch>
            </p:blipFill>
            <p:spPr>
              <a:xfrm>
                <a:off x="8720100" y="4998540"/>
                <a:ext cx="195840" cy="2509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2" name="Ink 11">
                <a:extLst>
                  <a:ext uri="{FF2B5EF4-FFF2-40B4-BE49-F238E27FC236}">
                    <a16:creationId xmlns:a16="http://schemas.microsoft.com/office/drawing/2014/main" id="{62BFE693-7CE3-9F50-823C-8BF162734D04}"/>
                  </a:ext>
                </a:extLst>
              </p14:cNvPr>
              <p14:cNvContentPartPr/>
              <p14:nvPr/>
            </p14:nvContentPartPr>
            <p14:xfrm>
              <a:off x="8736300" y="5108340"/>
              <a:ext cx="67680" cy="12240"/>
            </p14:xfrm>
          </p:contentPart>
        </mc:Choice>
        <mc:Fallback xmlns="">
          <p:pic>
            <p:nvPicPr>
              <p:cNvPr id="12" name="Ink 11">
                <a:extLst>
                  <a:ext uri="{FF2B5EF4-FFF2-40B4-BE49-F238E27FC236}">
                    <a16:creationId xmlns:a16="http://schemas.microsoft.com/office/drawing/2014/main" id="{62BFE693-7CE3-9F50-823C-8BF162734D04}"/>
                  </a:ext>
                </a:extLst>
              </p:cNvPr>
              <p:cNvPicPr/>
              <p:nvPr/>
            </p:nvPicPr>
            <p:blipFill>
              <a:blip r:embed="rId9"/>
              <a:stretch>
                <a:fillRect/>
              </a:stretch>
            </p:blipFill>
            <p:spPr>
              <a:xfrm>
                <a:off x="8727300" y="5099700"/>
                <a:ext cx="8532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3" name="Ink 12">
                <a:extLst>
                  <a:ext uri="{FF2B5EF4-FFF2-40B4-BE49-F238E27FC236}">
                    <a16:creationId xmlns:a16="http://schemas.microsoft.com/office/drawing/2014/main" id="{22FEA6BE-D5CC-DDD5-902D-00FE42D3BAF0}"/>
                  </a:ext>
                </a:extLst>
              </p14:cNvPr>
              <p14:cNvContentPartPr/>
              <p14:nvPr/>
            </p14:nvContentPartPr>
            <p14:xfrm>
              <a:off x="8891820" y="5084940"/>
              <a:ext cx="122040" cy="322560"/>
            </p14:xfrm>
          </p:contentPart>
        </mc:Choice>
        <mc:Fallback xmlns="">
          <p:pic>
            <p:nvPicPr>
              <p:cNvPr id="13" name="Ink 12">
                <a:extLst>
                  <a:ext uri="{FF2B5EF4-FFF2-40B4-BE49-F238E27FC236}">
                    <a16:creationId xmlns:a16="http://schemas.microsoft.com/office/drawing/2014/main" id="{22FEA6BE-D5CC-DDD5-902D-00FE42D3BAF0}"/>
                  </a:ext>
                </a:extLst>
              </p:cNvPr>
              <p:cNvPicPr/>
              <p:nvPr/>
            </p:nvPicPr>
            <p:blipFill>
              <a:blip r:embed="rId11"/>
              <a:stretch>
                <a:fillRect/>
              </a:stretch>
            </p:blipFill>
            <p:spPr>
              <a:xfrm>
                <a:off x="8882820" y="5076300"/>
                <a:ext cx="139680" cy="3402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4" name="Ink 13">
                <a:extLst>
                  <a:ext uri="{FF2B5EF4-FFF2-40B4-BE49-F238E27FC236}">
                    <a16:creationId xmlns:a16="http://schemas.microsoft.com/office/drawing/2014/main" id="{994487BE-BA01-FBD3-5046-25ED893560FF}"/>
                  </a:ext>
                </a:extLst>
              </p14:cNvPr>
              <p14:cNvContentPartPr/>
              <p14:nvPr/>
            </p14:nvContentPartPr>
            <p14:xfrm>
              <a:off x="8678340" y="4902060"/>
              <a:ext cx="198720" cy="33480"/>
            </p14:xfrm>
          </p:contentPart>
        </mc:Choice>
        <mc:Fallback xmlns="">
          <p:pic>
            <p:nvPicPr>
              <p:cNvPr id="14" name="Ink 13">
                <a:extLst>
                  <a:ext uri="{FF2B5EF4-FFF2-40B4-BE49-F238E27FC236}">
                    <a16:creationId xmlns:a16="http://schemas.microsoft.com/office/drawing/2014/main" id="{994487BE-BA01-FBD3-5046-25ED893560FF}"/>
                  </a:ext>
                </a:extLst>
              </p:cNvPr>
              <p:cNvPicPr/>
              <p:nvPr/>
            </p:nvPicPr>
            <p:blipFill>
              <a:blip r:embed="rId13"/>
              <a:stretch>
                <a:fillRect/>
              </a:stretch>
            </p:blipFill>
            <p:spPr>
              <a:xfrm>
                <a:off x="8669340" y="4893420"/>
                <a:ext cx="216360" cy="511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5" name="Ink 14">
                <a:extLst>
                  <a:ext uri="{FF2B5EF4-FFF2-40B4-BE49-F238E27FC236}">
                    <a16:creationId xmlns:a16="http://schemas.microsoft.com/office/drawing/2014/main" id="{B3B95879-E112-E025-A626-EB1F1D2FA524}"/>
                  </a:ext>
                </a:extLst>
              </p14:cNvPr>
              <p14:cNvContentPartPr/>
              <p14:nvPr/>
            </p14:nvContentPartPr>
            <p14:xfrm>
              <a:off x="8827380" y="4864980"/>
              <a:ext cx="45720" cy="55440"/>
            </p14:xfrm>
          </p:contentPart>
        </mc:Choice>
        <mc:Fallback xmlns="">
          <p:pic>
            <p:nvPicPr>
              <p:cNvPr id="15" name="Ink 14">
                <a:extLst>
                  <a:ext uri="{FF2B5EF4-FFF2-40B4-BE49-F238E27FC236}">
                    <a16:creationId xmlns:a16="http://schemas.microsoft.com/office/drawing/2014/main" id="{B3B95879-E112-E025-A626-EB1F1D2FA524}"/>
                  </a:ext>
                </a:extLst>
              </p:cNvPr>
              <p:cNvPicPr/>
              <p:nvPr/>
            </p:nvPicPr>
            <p:blipFill>
              <a:blip r:embed="rId15"/>
              <a:stretch>
                <a:fillRect/>
              </a:stretch>
            </p:blipFill>
            <p:spPr>
              <a:xfrm>
                <a:off x="8818740" y="4855980"/>
                <a:ext cx="63360" cy="730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6" name="Ink 15">
                <a:extLst>
                  <a:ext uri="{FF2B5EF4-FFF2-40B4-BE49-F238E27FC236}">
                    <a16:creationId xmlns:a16="http://schemas.microsoft.com/office/drawing/2014/main" id="{8FC97D25-C86C-3162-61BC-A7661199ADB1}"/>
                  </a:ext>
                </a:extLst>
              </p14:cNvPr>
              <p14:cNvContentPartPr/>
              <p14:nvPr/>
            </p14:nvContentPartPr>
            <p14:xfrm>
              <a:off x="9133380" y="5002860"/>
              <a:ext cx="88920" cy="14760"/>
            </p14:xfrm>
          </p:contentPart>
        </mc:Choice>
        <mc:Fallback xmlns="">
          <p:pic>
            <p:nvPicPr>
              <p:cNvPr id="16" name="Ink 15">
                <a:extLst>
                  <a:ext uri="{FF2B5EF4-FFF2-40B4-BE49-F238E27FC236}">
                    <a16:creationId xmlns:a16="http://schemas.microsoft.com/office/drawing/2014/main" id="{8FC97D25-C86C-3162-61BC-A7661199ADB1}"/>
                  </a:ext>
                </a:extLst>
              </p:cNvPr>
              <p:cNvPicPr/>
              <p:nvPr/>
            </p:nvPicPr>
            <p:blipFill>
              <a:blip r:embed="rId17"/>
              <a:stretch>
                <a:fillRect/>
              </a:stretch>
            </p:blipFill>
            <p:spPr>
              <a:xfrm>
                <a:off x="9124740" y="4994220"/>
                <a:ext cx="106560" cy="324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7" name="Ink 16">
                <a:extLst>
                  <a:ext uri="{FF2B5EF4-FFF2-40B4-BE49-F238E27FC236}">
                    <a16:creationId xmlns:a16="http://schemas.microsoft.com/office/drawing/2014/main" id="{1D288F1E-D63C-896D-10BF-E9FED38EBD86}"/>
                  </a:ext>
                </a:extLst>
              </p14:cNvPr>
              <p14:cNvContentPartPr/>
              <p14:nvPr/>
            </p14:nvContentPartPr>
            <p14:xfrm>
              <a:off x="9147780" y="5044620"/>
              <a:ext cx="88920" cy="8280"/>
            </p14:xfrm>
          </p:contentPart>
        </mc:Choice>
        <mc:Fallback xmlns="">
          <p:pic>
            <p:nvPicPr>
              <p:cNvPr id="17" name="Ink 16">
                <a:extLst>
                  <a:ext uri="{FF2B5EF4-FFF2-40B4-BE49-F238E27FC236}">
                    <a16:creationId xmlns:a16="http://schemas.microsoft.com/office/drawing/2014/main" id="{1D288F1E-D63C-896D-10BF-E9FED38EBD86}"/>
                  </a:ext>
                </a:extLst>
              </p:cNvPr>
              <p:cNvPicPr/>
              <p:nvPr/>
            </p:nvPicPr>
            <p:blipFill>
              <a:blip r:embed="rId19"/>
              <a:stretch>
                <a:fillRect/>
              </a:stretch>
            </p:blipFill>
            <p:spPr>
              <a:xfrm>
                <a:off x="9139140" y="5035620"/>
                <a:ext cx="10656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8" name="Ink 17">
                <a:extLst>
                  <a:ext uri="{FF2B5EF4-FFF2-40B4-BE49-F238E27FC236}">
                    <a16:creationId xmlns:a16="http://schemas.microsoft.com/office/drawing/2014/main" id="{39C51304-788E-BC55-6FD1-3862AEB8EFE0}"/>
                  </a:ext>
                </a:extLst>
              </p14:cNvPr>
              <p14:cNvContentPartPr/>
              <p14:nvPr/>
            </p14:nvContentPartPr>
            <p14:xfrm>
              <a:off x="9415980" y="4945980"/>
              <a:ext cx="250200" cy="122400"/>
            </p14:xfrm>
          </p:contentPart>
        </mc:Choice>
        <mc:Fallback xmlns="">
          <p:pic>
            <p:nvPicPr>
              <p:cNvPr id="18" name="Ink 17">
                <a:extLst>
                  <a:ext uri="{FF2B5EF4-FFF2-40B4-BE49-F238E27FC236}">
                    <a16:creationId xmlns:a16="http://schemas.microsoft.com/office/drawing/2014/main" id="{39C51304-788E-BC55-6FD1-3862AEB8EFE0}"/>
                  </a:ext>
                </a:extLst>
              </p:cNvPr>
              <p:cNvPicPr/>
              <p:nvPr/>
            </p:nvPicPr>
            <p:blipFill>
              <a:blip r:embed="rId21"/>
              <a:stretch>
                <a:fillRect/>
              </a:stretch>
            </p:blipFill>
            <p:spPr>
              <a:xfrm>
                <a:off x="9406980" y="4937340"/>
                <a:ext cx="26784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9" name="Ink 18">
                <a:extLst>
                  <a:ext uri="{FF2B5EF4-FFF2-40B4-BE49-F238E27FC236}">
                    <a16:creationId xmlns:a16="http://schemas.microsoft.com/office/drawing/2014/main" id="{B173BC3E-0820-BF2C-9701-4949C3C2765B}"/>
                  </a:ext>
                </a:extLst>
              </p14:cNvPr>
              <p14:cNvContentPartPr/>
              <p14:nvPr/>
            </p14:nvContentPartPr>
            <p14:xfrm>
              <a:off x="9662220" y="4948860"/>
              <a:ext cx="213840" cy="360000"/>
            </p14:xfrm>
          </p:contentPart>
        </mc:Choice>
        <mc:Fallback xmlns="">
          <p:pic>
            <p:nvPicPr>
              <p:cNvPr id="19" name="Ink 18">
                <a:extLst>
                  <a:ext uri="{FF2B5EF4-FFF2-40B4-BE49-F238E27FC236}">
                    <a16:creationId xmlns:a16="http://schemas.microsoft.com/office/drawing/2014/main" id="{B173BC3E-0820-BF2C-9701-4949C3C2765B}"/>
                  </a:ext>
                </a:extLst>
              </p:cNvPr>
              <p:cNvPicPr/>
              <p:nvPr/>
            </p:nvPicPr>
            <p:blipFill>
              <a:blip r:embed="rId23"/>
              <a:stretch>
                <a:fillRect/>
              </a:stretch>
            </p:blipFill>
            <p:spPr>
              <a:xfrm>
                <a:off x="9653220" y="4939860"/>
                <a:ext cx="231480" cy="3776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0" name="Ink 19">
                <a:extLst>
                  <a:ext uri="{FF2B5EF4-FFF2-40B4-BE49-F238E27FC236}">
                    <a16:creationId xmlns:a16="http://schemas.microsoft.com/office/drawing/2014/main" id="{6D898F52-7891-2605-B5D0-2F3DDC0E138B}"/>
                  </a:ext>
                </a:extLst>
              </p14:cNvPr>
              <p14:cNvContentPartPr/>
              <p14:nvPr/>
            </p14:nvContentPartPr>
            <p14:xfrm>
              <a:off x="9802980" y="4853820"/>
              <a:ext cx="231120" cy="41760"/>
            </p14:xfrm>
          </p:contentPart>
        </mc:Choice>
        <mc:Fallback xmlns="">
          <p:pic>
            <p:nvPicPr>
              <p:cNvPr id="20" name="Ink 19">
                <a:extLst>
                  <a:ext uri="{FF2B5EF4-FFF2-40B4-BE49-F238E27FC236}">
                    <a16:creationId xmlns:a16="http://schemas.microsoft.com/office/drawing/2014/main" id="{6D898F52-7891-2605-B5D0-2F3DDC0E138B}"/>
                  </a:ext>
                </a:extLst>
              </p:cNvPr>
              <p:cNvPicPr/>
              <p:nvPr/>
            </p:nvPicPr>
            <p:blipFill>
              <a:blip r:embed="rId25"/>
              <a:stretch>
                <a:fillRect/>
              </a:stretch>
            </p:blipFill>
            <p:spPr>
              <a:xfrm>
                <a:off x="9793980" y="4844820"/>
                <a:ext cx="248760" cy="59400"/>
              </a:xfrm>
              <a:prstGeom prst="rect">
                <a:avLst/>
              </a:prstGeom>
            </p:spPr>
          </p:pic>
        </mc:Fallback>
      </mc:AlternateContent>
      <p:grpSp>
        <p:nvGrpSpPr>
          <p:cNvPr id="23" name="Group 22">
            <a:extLst>
              <a:ext uri="{FF2B5EF4-FFF2-40B4-BE49-F238E27FC236}">
                <a16:creationId xmlns:a16="http://schemas.microsoft.com/office/drawing/2014/main" id="{257A28E3-A65E-DDAF-7B24-D28F19D5A30D}"/>
              </a:ext>
            </a:extLst>
          </p:cNvPr>
          <p:cNvGrpSpPr/>
          <p:nvPr/>
        </p:nvGrpSpPr>
        <p:grpSpPr>
          <a:xfrm>
            <a:off x="8953740" y="3835740"/>
            <a:ext cx="124560" cy="110520"/>
            <a:chOff x="8953740" y="3835740"/>
            <a:chExt cx="124560" cy="110520"/>
          </a:xfrm>
        </p:grpSpPr>
        <mc:AlternateContent xmlns:mc="http://schemas.openxmlformats.org/markup-compatibility/2006" xmlns:p14="http://schemas.microsoft.com/office/powerpoint/2010/main">
          <mc:Choice Requires="p14">
            <p:contentPart p14:bwMode="auto" r:id="rId26">
              <p14:nvContentPartPr>
                <p14:cNvPr id="5" name="Ink 4">
                  <a:extLst>
                    <a:ext uri="{FF2B5EF4-FFF2-40B4-BE49-F238E27FC236}">
                      <a16:creationId xmlns:a16="http://schemas.microsoft.com/office/drawing/2014/main" id="{B00ECB32-2892-1F59-D7CF-898F9DE05E36}"/>
                    </a:ext>
                  </a:extLst>
                </p14:cNvPr>
                <p14:cNvContentPartPr/>
                <p14:nvPr/>
              </p14:nvContentPartPr>
              <p14:xfrm>
                <a:off x="8953740" y="3835740"/>
                <a:ext cx="119520" cy="85320"/>
              </p14:xfrm>
            </p:contentPart>
          </mc:Choice>
          <mc:Fallback xmlns="">
            <p:pic>
              <p:nvPicPr>
                <p:cNvPr id="5" name="Ink 4">
                  <a:extLst>
                    <a:ext uri="{FF2B5EF4-FFF2-40B4-BE49-F238E27FC236}">
                      <a16:creationId xmlns:a16="http://schemas.microsoft.com/office/drawing/2014/main" id="{B00ECB32-2892-1F59-D7CF-898F9DE05E36}"/>
                    </a:ext>
                  </a:extLst>
                </p:cNvPr>
                <p:cNvPicPr/>
                <p:nvPr/>
              </p:nvPicPr>
              <p:blipFill>
                <a:blip r:embed="rId27"/>
                <a:stretch>
                  <a:fillRect/>
                </a:stretch>
              </p:blipFill>
              <p:spPr>
                <a:xfrm>
                  <a:off x="8945100" y="3826740"/>
                  <a:ext cx="137160"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6" name="Ink 5">
                  <a:extLst>
                    <a:ext uri="{FF2B5EF4-FFF2-40B4-BE49-F238E27FC236}">
                      <a16:creationId xmlns:a16="http://schemas.microsoft.com/office/drawing/2014/main" id="{3653E269-1D12-4B0A-6959-76924C42F5C8}"/>
                    </a:ext>
                  </a:extLst>
                </p14:cNvPr>
                <p14:cNvContentPartPr/>
                <p14:nvPr/>
              </p14:nvContentPartPr>
              <p14:xfrm>
                <a:off x="8956620" y="3892620"/>
                <a:ext cx="121680" cy="53640"/>
              </p14:xfrm>
            </p:contentPart>
          </mc:Choice>
          <mc:Fallback xmlns="">
            <p:pic>
              <p:nvPicPr>
                <p:cNvPr id="6" name="Ink 5">
                  <a:extLst>
                    <a:ext uri="{FF2B5EF4-FFF2-40B4-BE49-F238E27FC236}">
                      <a16:creationId xmlns:a16="http://schemas.microsoft.com/office/drawing/2014/main" id="{3653E269-1D12-4B0A-6959-76924C42F5C8}"/>
                    </a:ext>
                  </a:extLst>
                </p:cNvPr>
                <p:cNvPicPr/>
                <p:nvPr/>
              </p:nvPicPr>
              <p:blipFill>
                <a:blip r:embed="rId29"/>
                <a:stretch>
                  <a:fillRect/>
                </a:stretch>
              </p:blipFill>
              <p:spPr>
                <a:xfrm>
                  <a:off x="8947620" y="3883620"/>
                  <a:ext cx="13932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7" name="Ink 6">
                  <a:extLst>
                    <a:ext uri="{FF2B5EF4-FFF2-40B4-BE49-F238E27FC236}">
                      <a16:creationId xmlns:a16="http://schemas.microsoft.com/office/drawing/2014/main" id="{B83417C7-A908-2C01-BED0-1FB34D6EEAA5}"/>
                    </a:ext>
                  </a:extLst>
                </p14:cNvPr>
                <p14:cNvContentPartPr/>
                <p14:nvPr/>
              </p14:nvContentPartPr>
              <p14:xfrm>
                <a:off x="8963820" y="3896220"/>
                <a:ext cx="79200" cy="48960"/>
              </p14:xfrm>
            </p:contentPart>
          </mc:Choice>
          <mc:Fallback xmlns="">
            <p:pic>
              <p:nvPicPr>
                <p:cNvPr id="7" name="Ink 6">
                  <a:extLst>
                    <a:ext uri="{FF2B5EF4-FFF2-40B4-BE49-F238E27FC236}">
                      <a16:creationId xmlns:a16="http://schemas.microsoft.com/office/drawing/2014/main" id="{B83417C7-A908-2C01-BED0-1FB34D6EEAA5}"/>
                    </a:ext>
                  </a:extLst>
                </p:cNvPr>
                <p:cNvPicPr/>
                <p:nvPr/>
              </p:nvPicPr>
              <p:blipFill>
                <a:blip r:embed="rId31"/>
                <a:stretch>
                  <a:fillRect/>
                </a:stretch>
              </p:blipFill>
              <p:spPr>
                <a:xfrm>
                  <a:off x="8955180" y="3887580"/>
                  <a:ext cx="96840" cy="666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2" name="Ink 21">
                  <a:extLst>
                    <a:ext uri="{FF2B5EF4-FFF2-40B4-BE49-F238E27FC236}">
                      <a16:creationId xmlns:a16="http://schemas.microsoft.com/office/drawing/2014/main" id="{F918E08F-0F55-5FEE-3818-2D42269A3AE6}"/>
                    </a:ext>
                  </a:extLst>
                </p14:cNvPr>
                <p14:cNvContentPartPr/>
                <p14:nvPr/>
              </p14:nvContentPartPr>
              <p14:xfrm>
                <a:off x="8983980" y="3897300"/>
                <a:ext cx="360" cy="5040"/>
              </p14:xfrm>
            </p:contentPart>
          </mc:Choice>
          <mc:Fallback xmlns="">
            <p:pic>
              <p:nvPicPr>
                <p:cNvPr id="22" name="Ink 21">
                  <a:extLst>
                    <a:ext uri="{FF2B5EF4-FFF2-40B4-BE49-F238E27FC236}">
                      <a16:creationId xmlns:a16="http://schemas.microsoft.com/office/drawing/2014/main" id="{F918E08F-0F55-5FEE-3818-2D42269A3AE6}"/>
                    </a:ext>
                  </a:extLst>
                </p:cNvPr>
                <p:cNvPicPr/>
                <p:nvPr/>
              </p:nvPicPr>
              <p:blipFill>
                <a:blip r:embed="rId33"/>
                <a:stretch>
                  <a:fillRect/>
                </a:stretch>
              </p:blipFill>
              <p:spPr>
                <a:xfrm>
                  <a:off x="8975340" y="3888660"/>
                  <a:ext cx="18000" cy="22680"/>
                </a:xfrm>
                <a:prstGeom prst="rect">
                  <a:avLst/>
                </a:prstGeom>
              </p:spPr>
            </p:pic>
          </mc:Fallback>
        </mc:AlternateContent>
      </p:grpSp>
      <p:grpSp>
        <p:nvGrpSpPr>
          <p:cNvPr id="43" name="Group 42">
            <a:extLst>
              <a:ext uri="{FF2B5EF4-FFF2-40B4-BE49-F238E27FC236}">
                <a16:creationId xmlns:a16="http://schemas.microsoft.com/office/drawing/2014/main" id="{8A987A40-CC42-BC1E-0CF7-5AA0044F1647}"/>
              </a:ext>
            </a:extLst>
          </p:cNvPr>
          <p:cNvGrpSpPr/>
          <p:nvPr/>
        </p:nvGrpSpPr>
        <p:grpSpPr>
          <a:xfrm>
            <a:off x="8791020" y="2579340"/>
            <a:ext cx="302760" cy="1276920"/>
            <a:chOff x="8791020" y="2579340"/>
            <a:chExt cx="302760" cy="1276920"/>
          </a:xfrm>
        </p:grpSpPr>
        <mc:AlternateContent xmlns:mc="http://schemas.openxmlformats.org/markup-compatibility/2006" xmlns:p14="http://schemas.microsoft.com/office/powerpoint/2010/main">
          <mc:Choice Requires="p14">
            <p:contentPart p14:bwMode="auto" r:id="rId34">
              <p14:nvContentPartPr>
                <p14:cNvPr id="28" name="Ink 27">
                  <a:extLst>
                    <a:ext uri="{FF2B5EF4-FFF2-40B4-BE49-F238E27FC236}">
                      <a16:creationId xmlns:a16="http://schemas.microsoft.com/office/drawing/2014/main" id="{9F8590B3-1A16-467B-8E1B-DF635EB5775B}"/>
                    </a:ext>
                  </a:extLst>
                </p14:cNvPr>
                <p14:cNvContentPartPr/>
                <p14:nvPr/>
              </p14:nvContentPartPr>
              <p14:xfrm>
                <a:off x="8945460" y="2781300"/>
                <a:ext cx="84600" cy="1074960"/>
              </p14:xfrm>
            </p:contentPart>
          </mc:Choice>
          <mc:Fallback xmlns="">
            <p:pic>
              <p:nvPicPr>
                <p:cNvPr id="28" name="Ink 27">
                  <a:extLst>
                    <a:ext uri="{FF2B5EF4-FFF2-40B4-BE49-F238E27FC236}">
                      <a16:creationId xmlns:a16="http://schemas.microsoft.com/office/drawing/2014/main" id="{9F8590B3-1A16-467B-8E1B-DF635EB5775B}"/>
                    </a:ext>
                  </a:extLst>
                </p:cNvPr>
                <p:cNvPicPr/>
                <p:nvPr/>
              </p:nvPicPr>
              <p:blipFill>
                <a:blip r:embed="rId35"/>
                <a:stretch>
                  <a:fillRect/>
                </a:stretch>
              </p:blipFill>
              <p:spPr>
                <a:xfrm>
                  <a:off x="8936820" y="2772660"/>
                  <a:ext cx="102240" cy="10926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9" name="Ink 28">
                  <a:extLst>
                    <a:ext uri="{FF2B5EF4-FFF2-40B4-BE49-F238E27FC236}">
                      <a16:creationId xmlns:a16="http://schemas.microsoft.com/office/drawing/2014/main" id="{ECD884BD-31A8-995B-C793-9D2916E18A86}"/>
                    </a:ext>
                  </a:extLst>
                </p14:cNvPr>
                <p14:cNvContentPartPr/>
                <p14:nvPr/>
              </p14:nvContentPartPr>
              <p14:xfrm>
                <a:off x="8791020" y="2579340"/>
                <a:ext cx="145800" cy="235440"/>
              </p14:xfrm>
            </p:contentPart>
          </mc:Choice>
          <mc:Fallback xmlns="">
            <p:pic>
              <p:nvPicPr>
                <p:cNvPr id="29" name="Ink 28">
                  <a:extLst>
                    <a:ext uri="{FF2B5EF4-FFF2-40B4-BE49-F238E27FC236}">
                      <a16:creationId xmlns:a16="http://schemas.microsoft.com/office/drawing/2014/main" id="{ECD884BD-31A8-995B-C793-9D2916E18A86}"/>
                    </a:ext>
                  </a:extLst>
                </p:cNvPr>
                <p:cNvPicPr/>
                <p:nvPr/>
              </p:nvPicPr>
              <p:blipFill>
                <a:blip r:embed="rId37"/>
                <a:stretch>
                  <a:fillRect/>
                </a:stretch>
              </p:blipFill>
              <p:spPr>
                <a:xfrm>
                  <a:off x="8782380" y="2570700"/>
                  <a:ext cx="163440" cy="2530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0" name="Ink 29">
                  <a:extLst>
                    <a:ext uri="{FF2B5EF4-FFF2-40B4-BE49-F238E27FC236}">
                      <a16:creationId xmlns:a16="http://schemas.microsoft.com/office/drawing/2014/main" id="{E26A12BE-3EAB-6C17-B9A3-4070782A3B22}"/>
                    </a:ext>
                  </a:extLst>
                </p14:cNvPr>
                <p14:cNvContentPartPr/>
                <p14:nvPr/>
              </p14:nvContentPartPr>
              <p14:xfrm>
                <a:off x="8936100" y="2594100"/>
                <a:ext cx="157680" cy="153360"/>
              </p14:xfrm>
            </p:contentPart>
          </mc:Choice>
          <mc:Fallback xmlns="">
            <p:pic>
              <p:nvPicPr>
                <p:cNvPr id="30" name="Ink 29">
                  <a:extLst>
                    <a:ext uri="{FF2B5EF4-FFF2-40B4-BE49-F238E27FC236}">
                      <a16:creationId xmlns:a16="http://schemas.microsoft.com/office/drawing/2014/main" id="{E26A12BE-3EAB-6C17-B9A3-4070782A3B22}"/>
                    </a:ext>
                  </a:extLst>
                </p:cNvPr>
                <p:cNvPicPr/>
                <p:nvPr/>
              </p:nvPicPr>
              <p:blipFill>
                <a:blip r:embed="rId39"/>
                <a:stretch>
                  <a:fillRect/>
                </a:stretch>
              </p:blipFill>
              <p:spPr>
                <a:xfrm>
                  <a:off x="8927460" y="2585460"/>
                  <a:ext cx="175320" cy="171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0">
            <p14:nvContentPartPr>
              <p14:cNvPr id="44" name="Ink 43">
                <a:extLst>
                  <a:ext uri="{FF2B5EF4-FFF2-40B4-BE49-F238E27FC236}">
                    <a16:creationId xmlns:a16="http://schemas.microsoft.com/office/drawing/2014/main" id="{64BA0D08-1C7D-D20E-732B-1E38B8D0E6C3}"/>
                  </a:ext>
                </a:extLst>
              </p14:cNvPr>
              <p14:cNvContentPartPr/>
              <p14:nvPr/>
            </p14:nvContentPartPr>
            <p14:xfrm>
              <a:off x="8073180" y="3227340"/>
              <a:ext cx="173880" cy="281520"/>
            </p14:xfrm>
          </p:contentPart>
        </mc:Choice>
        <mc:Fallback xmlns="">
          <p:pic>
            <p:nvPicPr>
              <p:cNvPr id="44" name="Ink 43">
                <a:extLst>
                  <a:ext uri="{FF2B5EF4-FFF2-40B4-BE49-F238E27FC236}">
                    <a16:creationId xmlns:a16="http://schemas.microsoft.com/office/drawing/2014/main" id="{64BA0D08-1C7D-D20E-732B-1E38B8D0E6C3}"/>
                  </a:ext>
                </a:extLst>
              </p:cNvPr>
              <p:cNvPicPr/>
              <p:nvPr/>
            </p:nvPicPr>
            <p:blipFill>
              <a:blip r:embed="rId41"/>
              <a:stretch>
                <a:fillRect/>
              </a:stretch>
            </p:blipFill>
            <p:spPr>
              <a:xfrm>
                <a:off x="8064180" y="3218700"/>
                <a:ext cx="191520" cy="299160"/>
              </a:xfrm>
              <a:prstGeom prst="rect">
                <a:avLst/>
              </a:prstGeom>
            </p:spPr>
          </p:pic>
        </mc:Fallback>
      </mc:AlternateContent>
      <p:grpSp>
        <p:nvGrpSpPr>
          <p:cNvPr id="52" name="Group 51">
            <a:extLst>
              <a:ext uri="{FF2B5EF4-FFF2-40B4-BE49-F238E27FC236}">
                <a16:creationId xmlns:a16="http://schemas.microsoft.com/office/drawing/2014/main" id="{72A3ADF8-C36A-79DB-068B-5869C51EB51D}"/>
              </a:ext>
            </a:extLst>
          </p:cNvPr>
          <p:cNvGrpSpPr/>
          <p:nvPr/>
        </p:nvGrpSpPr>
        <p:grpSpPr>
          <a:xfrm>
            <a:off x="7877700" y="3668340"/>
            <a:ext cx="669240" cy="300600"/>
            <a:chOff x="7877700" y="3668340"/>
            <a:chExt cx="669240" cy="300600"/>
          </a:xfrm>
        </p:grpSpPr>
        <mc:AlternateContent xmlns:mc="http://schemas.openxmlformats.org/markup-compatibility/2006" xmlns:p14="http://schemas.microsoft.com/office/powerpoint/2010/main">
          <mc:Choice Requires="p14">
            <p:contentPart p14:bwMode="auto" r:id="rId42">
              <p14:nvContentPartPr>
                <p14:cNvPr id="45" name="Ink 44">
                  <a:extLst>
                    <a:ext uri="{FF2B5EF4-FFF2-40B4-BE49-F238E27FC236}">
                      <a16:creationId xmlns:a16="http://schemas.microsoft.com/office/drawing/2014/main" id="{42CD6EDB-32FD-11EE-2BF0-83CC7F050170}"/>
                    </a:ext>
                  </a:extLst>
                </p14:cNvPr>
                <p14:cNvContentPartPr/>
                <p14:nvPr/>
              </p14:nvContentPartPr>
              <p14:xfrm>
                <a:off x="7877700" y="3668340"/>
                <a:ext cx="150840" cy="137880"/>
              </p14:xfrm>
            </p:contentPart>
          </mc:Choice>
          <mc:Fallback xmlns="">
            <p:pic>
              <p:nvPicPr>
                <p:cNvPr id="45" name="Ink 44">
                  <a:extLst>
                    <a:ext uri="{FF2B5EF4-FFF2-40B4-BE49-F238E27FC236}">
                      <a16:creationId xmlns:a16="http://schemas.microsoft.com/office/drawing/2014/main" id="{42CD6EDB-32FD-11EE-2BF0-83CC7F050170}"/>
                    </a:ext>
                  </a:extLst>
                </p:cNvPr>
                <p:cNvPicPr/>
                <p:nvPr/>
              </p:nvPicPr>
              <p:blipFill>
                <a:blip r:embed="rId43"/>
                <a:stretch>
                  <a:fillRect/>
                </a:stretch>
              </p:blipFill>
              <p:spPr>
                <a:xfrm>
                  <a:off x="7869060" y="3659340"/>
                  <a:ext cx="16848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46" name="Ink 45">
                  <a:extLst>
                    <a:ext uri="{FF2B5EF4-FFF2-40B4-BE49-F238E27FC236}">
                      <a16:creationId xmlns:a16="http://schemas.microsoft.com/office/drawing/2014/main" id="{1CB0E352-17D5-E584-D966-1C798B10C1DD}"/>
                    </a:ext>
                  </a:extLst>
                </p14:cNvPr>
                <p14:cNvContentPartPr/>
                <p14:nvPr/>
              </p14:nvContentPartPr>
              <p14:xfrm>
                <a:off x="8059860" y="3750780"/>
                <a:ext cx="64440" cy="98280"/>
              </p14:xfrm>
            </p:contentPart>
          </mc:Choice>
          <mc:Fallback xmlns="">
            <p:pic>
              <p:nvPicPr>
                <p:cNvPr id="46" name="Ink 45">
                  <a:extLst>
                    <a:ext uri="{FF2B5EF4-FFF2-40B4-BE49-F238E27FC236}">
                      <a16:creationId xmlns:a16="http://schemas.microsoft.com/office/drawing/2014/main" id="{1CB0E352-17D5-E584-D966-1C798B10C1DD}"/>
                    </a:ext>
                  </a:extLst>
                </p:cNvPr>
                <p:cNvPicPr/>
                <p:nvPr/>
              </p:nvPicPr>
              <p:blipFill>
                <a:blip r:embed="rId45"/>
                <a:stretch>
                  <a:fillRect/>
                </a:stretch>
              </p:blipFill>
              <p:spPr>
                <a:xfrm>
                  <a:off x="8050860" y="3742140"/>
                  <a:ext cx="8208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47" name="Ink 46">
                  <a:extLst>
                    <a:ext uri="{FF2B5EF4-FFF2-40B4-BE49-F238E27FC236}">
                      <a16:creationId xmlns:a16="http://schemas.microsoft.com/office/drawing/2014/main" id="{959B57CB-1BD2-74F6-1A2D-A70B4B85E284}"/>
                    </a:ext>
                  </a:extLst>
                </p14:cNvPr>
                <p14:cNvContentPartPr/>
                <p14:nvPr/>
              </p14:nvContentPartPr>
              <p14:xfrm>
                <a:off x="8084340" y="3754380"/>
                <a:ext cx="113760" cy="214560"/>
              </p14:xfrm>
            </p:contentPart>
          </mc:Choice>
          <mc:Fallback xmlns="">
            <p:pic>
              <p:nvPicPr>
                <p:cNvPr id="47" name="Ink 46">
                  <a:extLst>
                    <a:ext uri="{FF2B5EF4-FFF2-40B4-BE49-F238E27FC236}">
                      <a16:creationId xmlns:a16="http://schemas.microsoft.com/office/drawing/2014/main" id="{959B57CB-1BD2-74F6-1A2D-A70B4B85E284}"/>
                    </a:ext>
                  </a:extLst>
                </p:cNvPr>
                <p:cNvPicPr/>
                <p:nvPr/>
              </p:nvPicPr>
              <p:blipFill>
                <a:blip r:embed="rId47"/>
                <a:stretch>
                  <a:fillRect/>
                </a:stretch>
              </p:blipFill>
              <p:spPr>
                <a:xfrm>
                  <a:off x="8075700" y="3745380"/>
                  <a:ext cx="131400" cy="2322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48" name="Ink 47">
                  <a:extLst>
                    <a:ext uri="{FF2B5EF4-FFF2-40B4-BE49-F238E27FC236}">
                      <a16:creationId xmlns:a16="http://schemas.microsoft.com/office/drawing/2014/main" id="{9B7389D1-8257-0E55-6F20-2E954EF3C161}"/>
                    </a:ext>
                  </a:extLst>
                </p14:cNvPr>
                <p14:cNvContentPartPr/>
                <p14:nvPr/>
              </p14:nvContentPartPr>
              <p14:xfrm>
                <a:off x="8272620" y="3725940"/>
                <a:ext cx="89280" cy="7200"/>
              </p14:xfrm>
            </p:contentPart>
          </mc:Choice>
          <mc:Fallback xmlns="">
            <p:pic>
              <p:nvPicPr>
                <p:cNvPr id="48" name="Ink 47">
                  <a:extLst>
                    <a:ext uri="{FF2B5EF4-FFF2-40B4-BE49-F238E27FC236}">
                      <a16:creationId xmlns:a16="http://schemas.microsoft.com/office/drawing/2014/main" id="{9B7389D1-8257-0E55-6F20-2E954EF3C161}"/>
                    </a:ext>
                  </a:extLst>
                </p:cNvPr>
                <p:cNvPicPr/>
                <p:nvPr/>
              </p:nvPicPr>
              <p:blipFill>
                <a:blip r:embed="rId49"/>
                <a:stretch>
                  <a:fillRect/>
                </a:stretch>
              </p:blipFill>
              <p:spPr>
                <a:xfrm>
                  <a:off x="8263620" y="3716940"/>
                  <a:ext cx="10692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49" name="Ink 48">
                  <a:extLst>
                    <a:ext uri="{FF2B5EF4-FFF2-40B4-BE49-F238E27FC236}">
                      <a16:creationId xmlns:a16="http://schemas.microsoft.com/office/drawing/2014/main" id="{7D097438-B7E0-4D6C-3A80-4C060561A4AA}"/>
                    </a:ext>
                  </a:extLst>
                </p14:cNvPr>
                <p14:cNvContentPartPr/>
                <p14:nvPr/>
              </p14:nvContentPartPr>
              <p14:xfrm>
                <a:off x="8271540" y="3788220"/>
                <a:ext cx="79200" cy="5760"/>
              </p14:xfrm>
            </p:contentPart>
          </mc:Choice>
          <mc:Fallback xmlns="">
            <p:pic>
              <p:nvPicPr>
                <p:cNvPr id="49" name="Ink 48">
                  <a:extLst>
                    <a:ext uri="{FF2B5EF4-FFF2-40B4-BE49-F238E27FC236}">
                      <a16:creationId xmlns:a16="http://schemas.microsoft.com/office/drawing/2014/main" id="{7D097438-B7E0-4D6C-3A80-4C060561A4AA}"/>
                    </a:ext>
                  </a:extLst>
                </p:cNvPr>
                <p:cNvPicPr/>
                <p:nvPr/>
              </p:nvPicPr>
              <p:blipFill>
                <a:blip r:embed="rId51"/>
                <a:stretch>
                  <a:fillRect/>
                </a:stretch>
              </p:blipFill>
              <p:spPr>
                <a:xfrm>
                  <a:off x="8262540" y="3779220"/>
                  <a:ext cx="9684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50" name="Ink 49">
                  <a:extLst>
                    <a:ext uri="{FF2B5EF4-FFF2-40B4-BE49-F238E27FC236}">
                      <a16:creationId xmlns:a16="http://schemas.microsoft.com/office/drawing/2014/main" id="{30E08C29-CA8D-7514-CCD0-8813BBECDAA8}"/>
                    </a:ext>
                  </a:extLst>
                </p14:cNvPr>
                <p14:cNvContentPartPr/>
                <p14:nvPr/>
              </p14:nvContentPartPr>
              <p14:xfrm>
                <a:off x="8464860" y="3685620"/>
                <a:ext cx="82080" cy="151560"/>
              </p14:xfrm>
            </p:contentPart>
          </mc:Choice>
          <mc:Fallback xmlns="">
            <p:pic>
              <p:nvPicPr>
                <p:cNvPr id="50" name="Ink 49">
                  <a:extLst>
                    <a:ext uri="{FF2B5EF4-FFF2-40B4-BE49-F238E27FC236}">
                      <a16:creationId xmlns:a16="http://schemas.microsoft.com/office/drawing/2014/main" id="{30E08C29-CA8D-7514-CCD0-8813BBECDAA8}"/>
                    </a:ext>
                  </a:extLst>
                </p:cNvPr>
                <p:cNvPicPr/>
                <p:nvPr/>
              </p:nvPicPr>
              <p:blipFill>
                <a:blip r:embed="rId53"/>
                <a:stretch>
                  <a:fillRect/>
                </a:stretch>
              </p:blipFill>
              <p:spPr>
                <a:xfrm>
                  <a:off x="8456220" y="3676620"/>
                  <a:ext cx="99720" cy="1692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51" name="Ink 50">
                  <a:extLst>
                    <a:ext uri="{FF2B5EF4-FFF2-40B4-BE49-F238E27FC236}">
                      <a16:creationId xmlns:a16="http://schemas.microsoft.com/office/drawing/2014/main" id="{ED57B22E-027D-22AA-604E-18FB4B593A95}"/>
                    </a:ext>
                  </a:extLst>
                </p14:cNvPr>
                <p14:cNvContentPartPr/>
                <p14:nvPr/>
              </p14:nvContentPartPr>
              <p14:xfrm>
                <a:off x="8460180" y="3936540"/>
                <a:ext cx="28800" cy="17640"/>
              </p14:xfrm>
            </p:contentPart>
          </mc:Choice>
          <mc:Fallback xmlns="">
            <p:pic>
              <p:nvPicPr>
                <p:cNvPr id="51" name="Ink 50">
                  <a:extLst>
                    <a:ext uri="{FF2B5EF4-FFF2-40B4-BE49-F238E27FC236}">
                      <a16:creationId xmlns:a16="http://schemas.microsoft.com/office/drawing/2014/main" id="{ED57B22E-027D-22AA-604E-18FB4B593A95}"/>
                    </a:ext>
                  </a:extLst>
                </p:cNvPr>
                <p:cNvPicPr/>
                <p:nvPr/>
              </p:nvPicPr>
              <p:blipFill>
                <a:blip r:embed="rId55"/>
                <a:stretch>
                  <a:fillRect/>
                </a:stretch>
              </p:blipFill>
              <p:spPr>
                <a:xfrm>
                  <a:off x="8451540" y="3927540"/>
                  <a:ext cx="46440" cy="35280"/>
                </a:xfrm>
                <a:prstGeom prst="rect">
                  <a:avLst/>
                </a:prstGeom>
              </p:spPr>
            </p:pic>
          </mc:Fallback>
        </mc:AlternateContent>
      </p:grpSp>
      <p:grpSp>
        <p:nvGrpSpPr>
          <p:cNvPr id="72" name="Group 71">
            <a:extLst>
              <a:ext uri="{FF2B5EF4-FFF2-40B4-BE49-F238E27FC236}">
                <a16:creationId xmlns:a16="http://schemas.microsoft.com/office/drawing/2014/main" id="{FE995F7A-3569-72CE-2954-494924C60214}"/>
              </a:ext>
            </a:extLst>
          </p:cNvPr>
          <p:cNvGrpSpPr/>
          <p:nvPr/>
        </p:nvGrpSpPr>
        <p:grpSpPr>
          <a:xfrm>
            <a:off x="9392940" y="3062100"/>
            <a:ext cx="1977480" cy="468720"/>
            <a:chOff x="9392940" y="3062100"/>
            <a:chExt cx="1977480" cy="468720"/>
          </a:xfrm>
        </p:grpSpPr>
        <mc:AlternateContent xmlns:mc="http://schemas.openxmlformats.org/markup-compatibility/2006" xmlns:p14="http://schemas.microsoft.com/office/powerpoint/2010/main">
          <mc:Choice Requires="p14">
            <p:contentPart p14:bwMode="auto" r:id="rId56">
              <p14:nvContentPartPr>
                <p14:cNvPr id="57" name="Ink 56">
                  <a:extLst>
                    <a:ext uri="{FF2B5EF4-FFF2-40B4-BE49-F238E27FC236}">
                      <a16:creationId xmlns:a16="http://schemas.microsoft.com/office/drawing/2014/main" id="{0036F5B3-EE09-407A-BC63-4FD490705DF2}"/>
                    </a:ext>
                  </a:extLst>
                </p14:cNvPr>
                <p14:cNvContentPartPr/>
                <p14:nvPr/>
              </p14:nvContentPartPr>
              <p14:xfrm>
                <a:off x="9392940" y="3115380"/>
                <a:ext cx="199440" cy="230040"/>
              </p14:xfrm>
            </p:contentPart>
          </mc:Choice>
          <mc:Fallback xmlns="">
            <p:pic>
              <p:nvPicPr>
                <p:cNvPr id="57" name="Ink 56">
                  <a:extLst>
                    <a:ext uri="{FF2B5EF4-FFF2-40B4-BE49-F238E27FC236}">
                      <a16:creationId xmlns:a16="http://schemas.microsoft.com/office/drawing/2014/main" id="{0036F5B3-EE09-407A-BC63-4FD490705DF2}"/>
                    </a:ext>
                  </a:extLst>
                </p:cNvPr>
                <p:cNvPicPr/>
                <p:nvPr/>
              </p:nvPicPr>
              <p:blipFill>
                <a:blip r:embed="rId57"/>
                <a:stretch>
                  <a:fillRect/>
                </a:stretch>
              </p:blipFill>
              <p:spPr>
                <a:xfrm>
                  <a:off x="9383940" y="3106740"/>
                  <a:ext cx="217080"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58" name="Ink 57">
                  <a:extLst>
                    <a:ext uri="{FF2B5EF4-FFF2-40B4-BE49-F238E27FC236}">
                      <a16:creationId xmlns:a16="http://schemas.microsoft.com/office/drawing/2014/main" id="{F7A29AE3-1677-302D-0A67-6C533DB0E1E6}"/>
                    </a:ext>
                  </a:extLst>
                </p14:cNvPr>
                <p14:cNvContentPartPr/>
                <p14:nvPr/>
              </p14:nvContentPartPr>
              <p14:xfrm>
                <a:off x="9399060" y="3252540"/>
                <a:ext cx="114480" cy="16560"/>
              </p14:xfrm>
            </p:contentPart>
          </mc:Choice>
          <mc:Fallback xmlns="">
            <p:pic>
              <p:nvPicPr>
                <p:cNvPr id="58" name="Ink 57">
                  <a:extLst>
                    <a:ext uri="{FF2B5EF4-FFF2-40B4-BE49-F238E27FC236}">
                      <a16:creationId xmlns:a16="http://schemas.microsoft.com/office/drawing/2014/main" id="{F7A29AE3-1677-302D-0A67-6C533DB0E1E6}"/>
                    </a:ext>
                  </a:extLst>
                </p:cNvPr>
                <p:cNvPicPr/>
                <p:nvPr/>
              </p:nvPicPr>
              <p:blipFill>
                <a:blip r:embed="rId59"/>
                <a:stretch>
                  <a:fillRect/>
                </a:stretch>
              </p:blipFill>
              <p:spPr>
                <a:xfrm>
                  <a:off x="9390420" y="3243540"/>
                  <a:ext cx="13212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59" name="Ink 58">
                  <a:extLst>
                    <a:ext uri="{FF2B5EF4-FFF2-40B4-BE49-F238E27FC236}">
                      <a16:creationId xmlns:a16="http://schemas.microsoft.com/office/drawing/2014/main" id="{DEF7B123-45F2-5BAE-8878-28BE120319DB}"/>
                    </a:ext>
                  </a:extLst>
                </p14:cNvPr>
                <p14:cNvContentPartPr/>
                <p14:nvPr/>
              </p14:nvContentPartPr>
              <p14:xfrm>
                <a:off x="9543780" y="3300060"/>
                <a:ext cx="144360" cy="98640"/>
              </p14:xfrm>
            </p:contentPart>
          </mc:Choice>
          <mc:Fallback xmlns="">
            <p:pic>
              <p:nvPicPr>
                <p:cNvPr id="59" name="Ink 58">
                  <a:extLst>
                    <a:ext uri="{FF2B5EF4-FFF2-40B4-BE49-F238E27FC236}">
                      <a16:creationId xmlns:a16="http://schemas.microsoft.com/office/drawing/2014/main" id="{DEF7B123-45F2-5BAE-8878-28BE120319DB}"/>
                    </a:ext>
                  </a:extLst>
                </p:cNvPr>
                <p:cNvPicPr/>
                <p:nvPr/>
              </p:nvPicPr>
              <p:blipFill>
                <a:blip r:embed="rId61"/>
                <a:stretch>
                  <a:fillRect/>
                </a:stretch>
              </p:blipFill>
              <p:spPr>
                <a:xfrm>
                  <a:off x="9535140" y="3291060"/>
                  <a:ext cx="162000" cy="1162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60" name="Ink 59">
                  <a:extLst>
                    <a:ext uri="{FF2B5EF4-FFF2-40B4-BE49-F238E27FC236}">
                      <a16:creationId xmlns:a16="http://schemas.microsoft.com/office/drawing/2014/main" id="{74FCA76A-2880-ACD4-3248-EAAAF249326A}"/>
                    </a:ext>
                  </a:extLst>
                </p14:cNvPr>
                <p14:cNvContentPartPr/>
                <p14:nvPr/>
              </p14:nvContentPartPr>
              <p14:xfrm>
                <a:off x="9749700" y="3237420"/>
                <a:ext cx="46080" cy="293400"/>
              </p14:xfrm>
            </p:contentPart>
          </mc:Choice>
          <mc:Fallback xmlns="">
            <p:pic>
              <p:nvPicPr>
                <p:cNvPr id="60" name="Ink 59">
                  <a:extLst>
                    <a:ext uri="{FF2B5EF4-FFF2-40B4-BE49-F238E27FC236}">
                      <a16:creationId xmlns:a16="http://schemas.microsoft.com/office/drawing/2014/main" id="{74FCA76A-2880-ACD4-3248-EAAAF249326A}"/>
                    </a:ext>
                  </a:extLst>
                </p:cNvPr>
                <p:cNvPicPr/>
                <p:nvPr/>
              </p:nvPicPr>
              <p:blipFill>
                <a:blip r:embed="rId63"/>
                <a:stretch>
                  <a:fillRect/>
                </a:stretch>
              </p:blipFill>
              <p:spPr>
                <a:xfrm>
                  <a:off x="9740700" y="3228420"/>
                  <a:ext cx="63720" cy="3110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61" name="Ink 60">
                  <a:extLst>
                    <a:ext uri="{FF2B5EF4-FFF2-40B4-BE49-F238E27FC236}">
                      <a16:creationId xmlns:a16="http://schemas.microsoft.com/office/drawing/2014/main" id="{D3694176-6EEA-DB56-E163-8276A870F40A}"/>
                    </a:ext>
                  </a:extLst>
                </p14:cNvPr>
                <p14:cNvContentPartPr/>
                <p14:nvPr/>
              </p14:nvContentPartPr>
              <p14:xfrm>
                <a:off x="9733500" y="3337860"/>
                <a:ext cx="124200" cy="97560"/>
              </p14:xfrm>
            </p:contentPart>
          </mc:Choice>
          <mc:Fallback xmlns="">
            <p:pic>
              <p:nvPicPr>
                <p:cNvPr id="61" name="Ink 60">
                  <a:extLst>
                    <a:ext uri="{FF2B5EF4-FFF2-40B4-BE49-F238E27FC236}">
                      <a16:creationId xmlns:a16="http://schemas.microsoft.com/office/drawing/2014/main" id="{D3694176-6EEA-DB56-E163-8276A870F40A}"/>
                    </a:ext>
                  </a:extLst>
                </p:cNvPr>
                <p:cNvPicPr/>
                <p:nvPr/>
              </p:nvPicPr>
              <p:blipFill>
                <a:blip r:embed="rId65"/>
                <a:stretch>
                  <a:fillRect/>
                </a:stretch>
              </p:blipFill>
              <p:spPr>
                <a:xfrm>
                  <a:off x="9724860" y="3328860"/>
                  <a:ext cx="141840" cy="1152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62" name="Ink 61">
                  <a:extLst>
                    <a:ext uri="{FF2B5EF4-FFF2-40B4-BE49-F238E27FC236}">
                      <a16:creationId xmlns:a16="http://schemas.microsoft.com/office/drawing/2014/main" id="{93D8FCF3-B7E4-687B-9EA3-6A9A9767F63C}"/>
                    </a:ext>
                  </a:extLst>
                </p14:cNvPr>
                <p14:cNvContentPartPr/>
                <p14:nvPr/>
              </p14:nvContentPartPr>
              <p14:xfrm>
                <a:off x="10013580" y="3208980"/>
                <a:ext cx="161280" cy="13320"/>
              </p14:xfrm>
            </p:contentPart>
          </mc:Choice>
          <mc:Fallback xmlns="">
            <p:pic>
              <p:nvPicPr>
                <p:cNvPr id="62" name="Ink 61">
                  <a:extLst>
                    <a:ext uri="{FF2B5EF4-FFF2-40B4-BE49-F238E27FC236}">
                      <a16:creationId xmlns:a16="http://schemas.microsoft.com/office/drawing/2014/main" id="{93D8FCF3-B7E4-687B-9EA3-6A9A9767F63C}"/>
                    </a:ext>
                  </a:extLst>
                </p:cNvPr>
                <p:cNvPicPr/>
                <p:nvPr/>
              </p:nvPicPr>
              <p:blipFill>
                <a:blip r:embed="rId67"/>
                <a:stretch>
                  <a:fillRect/>
                </a:stretch>
              </p:blipFill>
              <p:spPr>
                <a:xfrm>
                  <a:off x="10004940" y="3199980"/>
                  <a:ext cx="17892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63" name="Ink 62">
                  <a:extLst>
                    <a:ext uri="{FF2B5EF4-FFF2-40B4-BE49-F238E27FC236}">
                      <a16:creationId xmlns:a16="http://schemas.microsoft.com/office/drawing/2014/main" id="{2A28CB3E-EE5D-D353-5FB5-06FFA8B67391}"/>
                    </a:ext>
                  </a:extLst>
                </p14:cNvPr>
                <p14:cNvContentPartPr/>
                <p14:nvPr/>
              </p14:nvContentPartPr>
              <p14:xfrm>
                <a:off x="10016100" y="3282780"/>
                <a:ext cx="124920" cy="15120"/>
              </p14:xfrm>
            </p:contentPart>
          </mc:Choice>
          <mc:Fallback xmlns="">
            <p:pic>
              <p:nvPicPr>
                <p:cNvPr id="63" name="Ink 62">
                  <a:extLst>
                    <a:ext uri="{FF2B5EF4-FFF2-40B4-BE49-F238E27FC236}">
                      <a16:creationId xmlns:a16="http://schemas.microsoft.com/office/drawing/2014/main" id="{2A28CB3E-EE5D-D353-5FB5-06FFA8B67391}"/>
                    </a:ext>
                  </a:extLst>
                </p:cNvPr>
                <p:cNvPicPr/>
                <p:nvPr/>
              </p:nvPicPr>
              <p:blipFill>
                <a:blip r:embed="rId69"/>
                <a:stretch>
                  <a:fillRect/>
                </a:stretch>
              </p:blipFill>
              <p:spPr>
                <a:xfrm>
                  <a:off x="10007460" y="3274140"/>
                  <a:ext cx="14256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64" name="Ink 63">
                  <a:extLst>
                    <a:ext uri="{FF2B5EF4-FFF2-40B4-BE49-F238E27FC236}">
                      <a16:creationId xmlns:a16="http://schemas.microsoft.com/office/drawing/2014/main" id="{A4EDF141-4A67-4CC2-0A92-2D5143835641}"/>
                    </a:ext>
                  </a:extLst>
                </p14:cNvPr>
                <p14:cNvContentPartPr/>
                <p14:nvPr/>
              </p14:nvContentPartPr>
              <p14:xfrm>
                <a:off x="10316700" y="3115740"/>
                <a:ext cx="150120" cy="174600"/>
              </p14:xfrm>
            </p:contentPart>
          </mc:Choice>
          <mc:Fallback xmlns="">
            <p:pic>
              <p:nvPicPr>
                <p:cNvPr id="64" name="Ink 63">
                  <a:extLst>
                    <a:ext uri="{FF2B5EF4-FFF2-40B4-BE49-F238E27FC236}">
                      <a16:creationId xmlns:a16="http://schemas.microsoft.com/office/drawing/2014/main" id="{A4EDF141-4A67-4CC2-0A92-2D5143835641}"/>
                    </a:ext>
                  </a:extLst>
                </p:cNvPr>
                <p:cNvPicPr/>
                <p:nvPr/>
              </p:nvPicPr>
              <p:blipFill>
                <a:blip r:embed="rId71"/>
                <a:stretch>
                  <a:fillRect/>
                </a:stretch>
              </p:blipFill>
              <p:spPr>
                <a:xfrm>
                  <a:off x="10307700" y="3107100"/>
                  <a:ext cx="167760" cy="1922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65" name="Ink 64">
                  <a:extLst>
                    <a:ext uri="{FF2B5EF4-FFF2-40B4-BE49-F238E27FC236}">
                      <a16:creationId xmlns:a16="http://schemas.microsoft.com/office/drawing/2014/main" id="{B22A429E-D18C-2ACF-4082-C2EBF5EDE120}"/>
                    </a:ext>
                  </a:extLst>
                </p14:cNvPr>
                <p14:cNvContentPartPr/>
                <p14:nvPr/>
              </p14:nvContentPartPr>
              <p14:xfrm>
                <a:off x="10560420" y="3107100"/>
                <a:ext cx="165960" cy="27720"/>
              </p14:xfrm>
            </p:contentPart>
          </mc:Choice>
          <mc:Fallback xmlns="">
            <p:pic>
              <p:nvPicPr>
                <p:cNvPr id="65" name="Ink 64">
                  <a:extLst>
                    <a:ext uri="{FF2B5EF4-FFF2-40B4-BE49-F238E27FC236}">
                      <a16:creationId xmlns:a16="http://schemas.microsoft.com/office/drawing/2014/main" id="{B22A429E-D18C-2ACF-4082-C2EBF5EDE120}"/>
                    </a:ext>
                  </a:extLst>
                </p:cNvPr>
                <p:cNvPicPr/>
                <p:nvPr/>
              </p:nvPicPr>
              <p:blipFill>
                <a:blip r:embed="rId73"/>
                <a:stretch>
                  <a:fillRect/>
                </a:stretch>
              </p:blipFill>
              <p:spPr>
                <a:xfrm>
                  <a:off x="10551780" y="3098100"/>
                  <a:ext cx="18360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67" name="Ink 66">
                  <a:extLst>
                    <a:ext uri="{FF2B5EF4-FFF2-40B4-BE49-F238E27FC236}">
                      <a16:creationId xmlns:a16="http://schemas.microsoft.com/office/drawing/2014/main" id="{F6346B87-3DA9-0456-4CF5-66E7F7022453}"/>
                    </a:ext>
                  </a:extLst>
                </p14:cNvPr>
                <p14:cNvContentPartPr/>
                <p14:nvPr/>
              </p14:nvContentPartPr>
              <p14:xfrm>
                <a:off x="10551420" y="3131580"/>
                <a:ext cx="159120" cy="157320"/>
              </p14:xfrm>
            </p:contentPart>
          </mc:Choice>
          <mc:Fallback xmlns="">
            <p:pic>
              <p:nvPicPr>
                <p:cNvPr id="67" name="Ink 66">
                  <a:extLst>
                    <a:ext uri="{FF2B5EF4-FFF2-40B4-BE49-F238E27FC236}">
                      <a16:creationId xmlns:a16="http://schemas.microsoft.com/office/drawing/2014/main" id="{F6346B87-3DA9-0456-4CF5-66E7F7022453}"/>
                    </a:ext>
                  </a:extLst>
                </p:cNvPr>
                <p:cNvPicPr/>
                <p:nvPr/>
              </p:nvPicPr>
              <p:blipFill>
                <a:blip r:embed="rId75"/>
                <a:stretch>
                  <a:fillRect/>
                </a:stretch>
              </p:blipFill>
              <p:spPr>
                <a:xfrm>
                  <a:off x="10542420" y="3122580"/>
                  <a:ext cx="17676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68" name="Ink 67">
                  <a:extLst>
                    <a:ext uri="{FF2B5EF4-FFF2-40B4-BE49-F238E27FC236}">
                      <a16:creationId xmlns:a16="http://schemas.microsoft.com/office/drawing/2014/main" id="{B8715F67-6880-605A-3700-67FB195F41ED}"/>
                    </a:ext>
                  </a:extLst>
                </p14:cNvPr>
                <p14:cNvContentPartPr/>
                <p14:nvPr/>
              </p14:nvContentPartPr>
              <p14:xfrm>
                <a:off x="10804860" y="3222300"/>
                <a:ext cx="12240" cy="20160"/>
              </p14:xfrm>
            </p:contentPart>
          </mc:Choice>
          <mc:Fallback xmlns="">
            <p:pic>
              <p:nvPicPr>
                <p:cNvPr id="68" name="Ink 67">
                  <a:extLst>
                    <a:ext uri="{FF2B5EF4-FFF2-40B4-BE49-F238E27FC236}">
                      <a16:creationId xmlns:a16="http://schemas.microsoft.com/office/drawing/2014/main" id="{B8715F67-6880-605A-3700-67FB195F41ED}"/>
                    </a:ext>
                  </a:extLst>
                </p:cNvPr>
                <p:cNvPicPr/>
                <p:nvPr/>
              </p:nvPicPr>
              <p:blipFill>
                <a:blip r:embed="rId77"/>
                <a:stretch>
                  <a:fillRect/>
                </a:stretch>
              </p:blipFill>
              <p:spPr>
                <a:xfrm>
                  <a:off x="10796220" y="3213300"/>
                  <a:ext cx="2988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69" name="Ink 68">
                  <a:extLst>
                    <a:ext uri="{FF2B5EF4-FFF2-40B4-BE49-F238E27FC236}">
                      <a16:creationId xmlns:a16="http://schemas.microsoft.com/office/drawing/2014/main" id="{ED3C9B1D-DA91-C85B-BBF7-50A87096D229}"/>
                    </a:ext>
                  </a:extLst>
                </p14:cNvPr>
                <p14:cNvContentPartPr/>
                <p14:nvPr/>
              </p14:nvContentPartPr>
              <p14:xfrm>
                <a:off x="10944900" y="3118980"/>
                <a:ext cx="124920" cy="143280"/>
              </p14:xfrm>
            </p:contentPart>
          </mc:Choice>
          <mc:Fallback xmlns="">
            <p:pic>
              <p:nvPicPr>
                <p:cNvPr id="69" name="Ink 68">
                  <a:extLst>
                    <a:ext uri="{FF2B5EF4-FFF2-40B4-BE49-F238E27FC236}">
                      <a16:creationId xmlns:a16="http://schemas.microsoft.com/office/drawing/2014/main" id="{ED3C9B1D-DA91-C85B-BBF7-50A87096D229}"/>
                    </a:ext>
                  </a:extLst>
                </p:cNvPr>
                <p:cNvPicPr/>
                <p:nvPr/>
              </p:nvPicPr>
              <p:blipFill>
                <a:blip r:embed="rId79"/>
                <a:stretch>
                  <a:fillRect/>
                </a:stretch>
              </p:blipFill>
              <p:spPr>
                <a:xfrm>
                  <a:off x="10936260" y="3110340"/>
                  <a:ext cx="14256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70" name="Ink 69">
                  <a:extLst>
                    <a:ext uri="{FF2B5EF4-FFF2-40B4-BE49-F238E27FC236}">
                      <a16:creationId xmlns:a16="http://schemas.microsoft.com/office/drawing/2014/main" id="{1CD45A69-5164-9F62-DFE0-C012646AFD9A}"/>
                    </a:ext>
                  </a:extLst>
                </p14:cNvPr>
                <p14:cNvContentPartPr/>
                <p14:nvPr/>
              </p14:nvContentPartPr>
              <p14:xfrm>
                <a:off x="11161620" y="3138420"/>
                <a:ext cx="24840" cy="144360"/>
              </p14:xfrm>
            </p:contentPart>
          </mc:Choice>
          <mc:Fallback xmlns="">
            <p:pic>
              <p:nvPicPr>
                <p:cNvPr id="70" name="Ink 69">
                  <a:extLst>
                    <a:ext uri="{FF2B5EF4-FFF2-40B4-BE49-F238E27FC236}">
                      <a16:creationId xmlns:a16="http://schemas.microsoft.com/office/drawing/2014/main" id="{1CD45A69-5164-9F62-DFE0-C012646AFD9A}"/>
                    </a:ext>
                  </a:extLst>
                </p:cNvPr>
                <p:cNvPicPr/>
                <p:nvPr/>
              </p:nvPicPr>
              <p:blipFill>
                <a:blip r:embed="rId81"/>
                <a:stretch>
                  <a:fillRect/>
                </a:stretch>
              </p:blipFill>
              <p:spPr>
                <a:xfrm>
                  <a:off x="11152620" y="3129780"/>
                  <a:ext cx="42480" cy="1620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71" name="Ink 70">
                  <a:extLst>
                    <a:ext uri="{FF2B5EF4-FFF2-40B4-BE49-F238E27FC236}">
                      <a16:creationId xmlns:a16="http://schemas.microsoft.com/office/drawing/2014/main" id="{50202005-D8A3-CAC3-2745-9C0BAF44CCFF}"/>
                    </a:ext>
                  </a:extLst>
                </p14:cNvPr>
                <p14:cNvContentPartPr/>
                <p14:nvPr/>
              </p14:nvContentPartPr>
              <p14:xfrm>
                <a:off x="11187180" y="3062100"/>
                <a:ext cx="183240" cy="217440"/>
              </p14:xfrm>
            </p:contentPart>
          </mc:Choice>
          <mc:Fallback xmlns="">
            <p:pic>
              <p:nvPicPr>
                <p:cNvPr id="71" name="Ink 70">
                  <a:extLst>
                    <a:ext uri="{FF2B5EF4-FFF2-40B4-BE49-F238E27FC236}">
                      <a16:creationId xmlns:a16="http://schemas.microsoft.com/office/drawing/2014/main" id="{50202005-D8A3-CAC3-2745-9C0BAF44CCFF}"/>
                    </a:ext>
                  </a:extLst>
                </p:cNvPr>
                <p:cNvPicPr/>
                <p:nvPr/>
              </p:nvPicPr>
              <p:blipFill>
                <a:blip r:embed="rId83"/>
                <a:stretch>
                  <a:fillRect/>
                </a:stretch>
              </p:blipFill>
              <p:spPr>
                <a:xfrm>
                  <a:off x="11178540" y="3053460"/>
                  <a:ext cx="200880" cy="235080"/>
                </a:xfrm>
                <a:prstGeom prst="rect">
                  <a:avLst/>
                </a:prstGeom>
              </p:spPr>
            </p:pic>
          </mc:Fallback>
        </mc:AlternateContent>
      </p:grpSp>
      <p:sp>
        <p:nvSpPr>
          <p:cNvPr id="8" name="Title 3">
            <a:extLst>
              <a:ext uri="{FF2B5EF4-FFF2-40B4-BE49-F238E27FC236}">
                <a16:creationId xmlns:a16="http://schemas.microsoft.com/office/drawing/2014/main" id="{85B21208-32DE-A82F-6DA9-F39B2A64CD18}"/>
              </a:ext>
            </a:extLst>
          </p:cNvPr>
          <p:cNvSpPr txBox="1">
            <a:spLocks/>
          </p:cNvSpPr>
          <p:nvPr/>
        </p:nvSpPr>
        <p:spPr>
          <a:xfrm>
            <a:off x="0" y="-7441"/>
            <a:ext cx="12192000" cy="646331"/>
          </a:xfrm>
          <a:prstGeom prst="rect">
            <a:avLst/>
          </a:prstGeom>
          <a:solidFill>
            <a:schemeClr val="accent6">
              <a:lumMod val="40000"/>
              <a:lumOff val="60000"/>
            </a:schemeClr>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ea typeface="STKaiti" panose="020B0503020204020204" pitchFamily="2" charset="-122"/>
                <a:cs typeface="Times New Roman" panose="02020603050405020304" pitchFamily="18" charset="0"/>
              </a:rPr>
              <a:t>Problem solving  (Newton’s Law of Motion)</a:t>
            </a:r>
            <a:r>
              <a:rPr lang="en-US" sz="3200" b="1" dirty="0">
                <a:latin typeface="Times New Roman" panose="02020603050405020304" pitchFamily="18" charset="0"/>
                <a:ea typeface="STKaiti" panose="020B0503020204020204" pitchFamily="2" charset="-122"/>
                <a:cs typeface="Times New Roman" panose="02020603050405020304" pitchFamily="18" charset="0"/>
              </a:rPr>
              <a:t> </a:t>
            </a:r>
          </a:p>
        </p:txBody>
      </p:sp>
    </p:spTree>
    <p:extLst>
      <p:ext uri="{BB962C8B-B14F-4D97-AF65-F5344CB8AC3E}">
        <p14:creationId xmlns:p14="http://schemas.microsoft.com/office/powerpoint/2010/main" val="263333445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14D47-FD20-75E8-2611-1D034F4EE2EA}"/>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A617B74B-7B1C-B9C6-4D00-7F7517758FF5}"/>
              </a:ext>
            </a:extLst>
          </p:cNvPr>
          <p:cNvGrpSpPr/>
          <p:nvPr/>
        </p:nvGrpSpPr>
        <p:grpSpPr>
          <a:xfrm>
            <a:off x="1402380" y="936300"/>
            <a:ext cx="1081080" cy="286200"/>
            <a:chOff x="1402380" y="936300"/>
            <a:chExt cx="1081080" cy="286200"/>
          </a:xfrm>
        </p:grpSpPr>
        <mc:AlternateContent xmlns:mc="http://schemas.openxmlformats.org/markup-compatibility/2006" xmlns:p14="http://schemas.microsoft.com/office/powerpoint/2010/main">
          <mc:Choice Requires="p14">
            <p:contentPart p14:bwMode="auto" r:id="rId2">
              <p14:nvContentPartPr>
                <p14:cNvPr id="16" name="Ink 15">
                  <a:extLst>
                    <a:ext uri="{FF2B5EF4-FFF2-40B4-BE49-F238E27FC236}">
                      <a16:creationId xmlns:a16="http://schemas.microsoft.com/office/drawing/2014/main" id="{666C4ADD-2E29-E0AE-02D7-E0E3D6C86F77}"/>
                    </a:ext>
                  </a:extLst>
                </p14:cNvPr>
                <p14:cNvContentPartPr/>
                <p14:nvPr/>
              </p14:nvContentPartPr>
              <p14:xfrm>
                <a:off x="1402380" y="936300"/>
                <a:ext cx="203760" cy="286200"/>
              </p14:xfrm>
            </p:contentPart>
          </mc:Choice>
          <mc:Fallback xmlns="">
            <p:pic>
              <p:nvPicPr>
                <p:cNvPr id="16" name="Ink 15">
                  <a:extLst>
                    <a:ext uri="{FF2B5EF4-FFF2-40B4-BE49-F238E27FC236}">
                      <a16:creationId xmlns:a16="http://schemas.microsoft.com/office/drawing/2014/main" id="{666C4ADD-2E29-E0AE-02D7-E0E3D6C86F77}"/>
                    </a:ext>
                  </a:extLst>
                </p:cNvPr>
                <p:cNvPicPr/>
                <p:nvPr/>
              </p:nvPicPr>
              <p:blipFill>
                <a:blip r:embed="rId3"/>
                <a:stretch>
                  <a:fillRect/>
                </a:stretch>
              </p:blipFill>
              <p:spPr>
                <a:xfrm>
                  <a:off x="1393380" y="927660"/>
                  <a:ext cx="221400" cy="3038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7" name="Ink 16">
                  <a:extLst>
                    <a:ext uri="{FF2B5EF4-FFF2-40B4-BE49-F238E27FC236}">
                      <a16:creationId xmlns:a16="http://schemas.microsoft.com/office/drawing/2014/main" id="{F077A440-0A94-A83A-75FC-1B7FD64F70F3}"/>
                    </a:ext>
                  </a:extLst>
                </p14:cNvPr>
                <p14:cNvContentPartPr/>
                <p14:nvPr/>
              </p14:nvContentPartPr>
              <p14:xfrm>
                <a:off x="1717020" y="1059060"/>
                <a:ext cx="5040" cy="114480"/>
              </p14:xfrm>
            </p:contentPart>
          </mc:Choice>
          <mc:Fallback xmlns="">
            <p:pic>
              <p:nvPicPr>
                <p:cNvPr id="17" name="Ink 16">
                  <a:extLst>
                    <a:ext uri="{FF2B5EF4-FFF2-40B4-BE49-F238E27FC236}">
                      <a16:creationId xmlns:a16="http://schemas.microsoft.com/office/drawing/2014/main" id="{F077A440-0A94-A83A-75FC-1B7FD64F70F3}"/>
                    </a:ext>
                  </a:extLst>
                </p:cNvPr>
                <p:cNvPicPr/>
                <p:nvPr/>
              </p:nvPicPr>
              <p:blipFill>
                <a:blip r:embed="rId5"/>
                <a:stretch>
                  <a:fillRect/>
                </a:stretch>
              </p:blipFill>
              <p:spPr>
                <a:xfrm>
                  <a:off x="1708380" y="1050420"/>
                  <a:ext cx="2268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8" name="Ink 17">
                  <a:extLst>
                    <a:ext uri="{FF2B5EF4-FFF2-40B4-BE49-F238E27FC236}">
                      <a16:creationId xmlns:a16="http://schemas.microsoft.com/office/drawing/2014/main" id="{C1E29CE0-F2A5-37EC-141F-9A4B4ED52E5F}"/>
                    </a:ext>
                  </a:extLst>
                </p14:cNvPr>
                <p14:cNvContentPartPr/>
                <p14:nvPr/>
              </p14:nvContentPartPr>
              <p14:xfrm>
                <a:off x="1711260" y="982380"/>
                <a:ext cx="19800" cy="31320"/>
              </p14:xfrm>
            </p:contentPart>
          </mc:Choice>
          <mc:Fallback xmlns="">
            <p:pic>
              <p:nvPicPr>
                <p:cNvPr id="18" name="Ink 17">
                  <a:extLst>
                    <a:ext uri="{FF2B5EF4-FFF2-40B4-BE49-F238E27FC236}">
                      <a16:creationId xmlns:a16="http://schemas.microsoft.com/office/drawing/2014/main" id="{C1E29CE0-F2A5-37EC-141F-9A4B4ED52E5F}"/>
                    </a:ext>
                  </a:extLst>
                </p:cNvPr>
                <p:cNvPicPr/>
                <p:nvPr/>
              </p:nvPicPr>
              <p:blipFill>
                <a:blip r:embed="rId7"/>
                <a:stretch>
                  <a:fillRect/>
                </a:stretch>
              </p:blipFill>
              <p:spPr>
                <a:xfrm>
                  <a:off x="1702260" y="973740"/>
                  <a:ext cx="3744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9" name="Ink 18">
                  <a:extLst>
                    <a:ext uri="{FF2B5EF4-FFF2-40B4-BE49-F238E27FC236}">
                      <a16:creationId xmlns:a16="http://schemas.microsoft.com/office/drawing/2014/main" id="{5E4AF526-DF09-8009-5C0F-1AF171B6483A}"/>
                    </a:ext>
                  </a:extLst>
                </p14:cNvPr>
                <p14:cNvContentPartPr/>
                <p14:nvPr/>
              </p14:nvContentPartPr>
              <p14:xfrm>
                <a:off x="1805580" y="1041420"/>
                <a:ext cx="522360" cy="141480"/>
              </p14:xfrm>
            </p:contentPart>
          </mc:Choice>
          <mc:Fallback xmlns="">
            <p:pic>
              <p:nvPicPr>
                <p:cNvPr id="19" name="Ink 18">
                  <a:extLst>
                    <a:ext uri="{FF2B5EF4-FFF2-40B4-BE49-F238E27FC236}">
                      <a16:creationId xmlns:a16="http://schemas.microsoft.com/office/drawing/2014/main" id="{5E4AF526-DF09-8009-5C0F-1AF171B6483A}"/>
                    </a:ext>
                  </a:extLst>
                </p:cNvPr>
                <p:cNvPicPr/>
                <p:nvPr/>
              </p:nvPicPr>
              <p:blipFill>
                <a:blip r:embed="rId9"/>
                <a:stretch>
                  <a:fillRect/>
                </a:stretch>
              </p:blipFill>
              <p:spPr>
                <a:xfrm>
                  <a:off x="1796940" y="1032780"/>
                  <a:ext cx="54000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0" name="Ink 19">
                  <a:extLst>
                    <a:ext uri="{FF2B5EF4-FFF2-40B4-BE49-F238E27FC236}">
                      <a16:creationId xmlns:a16="http://schemas.microsoft.com/office/drawing/2014/main" id="{0B131A34-E68E-52D4-825C-8C91067139D5}"/>
                    </a:ext>
                  </a:extLst>
                </p14:cNvPr>
                <p14:cNvContentPartPr/>
                <p14:nvPr/>
              </p14:nvContentPartPr>
              <p14:xfrm>
                <a:off x="2482740" y="1020900"/>
                <a:ext cx="720" cy="7200"/>
              </p14:xfrm>
            </p:contentPart>
          </mc:Choice>
          <mc:Fallback xmlns="">
            <p:pic>
              <p:nvPicPr>
                <p:cNvPr id="20" name="Ink 19">
                  <a:extLst>
                    <a:ext uri="{FF2B5EF4-FFF2-40B4-BE49-F238E27FC236}">
                      <a16:creationId xmlns:a16="http://schemas.microsoft.com/office/drawing/2014/main" id="{0B131A34-E68E-52D4-825C-8C91067139D5}"/>
                    </a:ext>
                  </a:extLst>
                </p:cNvPr>
                <p:cNvPicPr/>
                <p:nvPr/>
              </p:nvPicPr>
              <p:blipFill>
                <a:blip r:embed="rId11"/>
                <a:stretch>
                  <a:fillRect/>
                </a:stretch>
              </p:blipFill>
              <p:spPr>
                <a:xfrm>
                  <a:off x="2473740" y="1011900"/>
                  <a:ext cx="1836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1" name="Ink 20">
                  <a:extLst>
                    <a:ext uri="{FF2B5EF4-FFF2-40B4-BE49-F238E27FC236}">
                      <a16:creationId xmlns:a16="http://schemas.microsoft.com/office/drawing/2014/main" id="{C28F6DE5-0881-3424-58D9-DBB49096B087}"/>
                    </a:ext>
                  </a:extLst>
                </p14:cNvPr>
                <p14:cNvContentPartPr/>
                <p14:nvPr/>
              </p14:nvContentPartPr>
              <p14:xfrm>
                <a:off x="2464020" y="1138620"/>
                <a:ext cx="10080" cy="20160"/>
              </p14:xfrm>
            </p:contentPart>
          </mc:Choice>
          <mc:Fallback xmlns="">
            <p:pic>
              <p:nvPicPr>
                <p:cNvPr id="21" name="Ink 20">
                  <a:extLst>
                    <a:ext uri="{FF2B5EF4-FFF2-40B4-BE49-F238E27FC236}">
                      <a16:creationId xmlns:a16="http://schemas.microsoft.com/office/drawing/2014/main" id="{C28F6DE5-0881-3424-58D9-DBB49096B087}"/>
                    </a:ext>
                  </a:extLst>
                </p:cNvPr>
                <p:cNvPicPr/>
                <p:nvPr/>
              </p:nvPicPr>
              <p:blipFill>
                <a:blip r:embed="rId13"/>
                <a:stretch>
                  <a:fillRect/>
                </a:stretch>
              </p:blipFill>
              <p:spPr>
                <a:xfrm>
                  <a:off x="2455020" y="1129620"/>
                  <a:ext cx="27720" cy="37800"/>
                </a:xfrm>
                <a:prstGeom prst="rect">
                  <a:avLst/>
                </a:prstGeom>
              </p:spPr>
            </p:pic>
          </mc:Fallback>
        </mc:AlternateContent>
      </p:grpSp>
      <p:grpSp>
        <p:nvGrpSpPr>
          <p:cNvPr id="29" name="Group 28">
            <a:extLst>
              <a:ext uri="{FF2B5EF4-FFF2-40B4-BE49-F238E27FC236}">
                <a16:creationId xmlns:a16="http://schemas.microsoft.com/office/drawing/2014/main" id="{93DE7A13-289A-2491-F651-E97F235CB0E0}"/>
              </a:ext>
            </a:extLst>
          </p:cNvPr>
          <p:cNvGrpSpPr/>
          <p:nvPr/>
        </p:nvGrpSpPr>
        <p:grpSpPr>
          <a:xfrm>
            <a:off x="2854620" y="973740"/>
            <a:ext cx="1427400" cy="239040"/>
            <a:chOff x="2854620" y="973740"/>
            <a:chExt cx="1427400" cy="239040"/>
          </a:xfrm>
        </p:grpSpPr>
        <mc:AlternateContent xmlns:mc="http://schemas.openxmlformats.org/markup-compatibility/2006" xmlns:p14="http://schemas.microsoft.com/office/powerpoint/2010/main">
          <mc:Choice Requires="p14">
            <p:contentPart p14:bwMode="auto" r:id="rId14">
              <p14:nvContentPartPr>
                <p14:cNvPr id="22" name="Ink 21">
                  <a:extLst>
                    <a:ext uri="{FF2B5EF4-FFF2-40B4-BE49-F238E27FC236}">
                      <a16:creationId xmlns:a16="http://schemas.microsoft.com/office/drawing/2014/main" id="{EC89FCE3-4EC7-F07B-3ED0-148A4EA7676F}"/>
                    </a:ext>
                  </a:extLst>
                </p14:cNvPr>
                <p14:cNvContentPartPr/>
                <p14:nvPr/>
              </p14:nvContentPartPr>
              <p14:xfrm>
                <a:off x="2854620" y="1016580"/>
                <a:ext cx="272160" cy="137160"/>
              </p14:xfrm>
            </p:contentPart>
          </mc:Choice>
          <mc:Fallback xmlns="">
            <p:pic>
              <p:nvPicPr>
                <p:cNvPr id="22" name="Ink 21">
                  <a:extLst>
                    <a:ext uri="{FF2B5EF4-FFF2-40B4-BE49-F238E27FC236}">
                      <a16:creationId xmlns:a16="http://schemas.microsoft.com/office/drawing/2014/main" id="{EC89FCE3-4EC7-F07B-3ED0-148A4EA7676F}"/>
                    </a:ext>
                  </a:extLst>
                </p:cNvPr>
                <p:cNvPicPr/>
                <p:nvPr/>
              </p:nvPicPr>
              <p:blipFill>
                <a:blip r:embed="rId15"/>
                <a:stretch>
                  <a:fillRect/>
                </a:stretch>
              </p:blipFill>
              <p:spPr>
                <a:xfrm>
                  <a:off x="2845980" y="1007580"/>
                  <a:ext cx="28980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3" name="Ink 22">
                  <a:extLst>
                    <a:ext uri="{FF2B5EF4-FFF2-40B4-BE49-F238E27FC236}">
                      <a16:creationId xmlns:a16="http://schemas.microsoft.com/office/drawing/2014/main" id="{BBD0CEC2-CB5C-BAFF-C681-0A69AFAA724B}"/>
                    </a:ext>
                  </a:extLst>
                </p14:cNvPr>
                <p14:cNvContentPartPr/>
                <p14:nvPr/>
              </p14:nvContentPartPr>
              <p14:xfrm>
                <a:off x="3148020" y="1020180"/>
                <a:ext cx="138240" cy="141120"/>
              </p14:xfrm>
            </p:contentPart>
          </mc:Choice>
          <mc:Fallback xmlns="">
            <p:pic>
              <p:nvPicPr>
                <p:cNvPr id="23" name="Ink 22">
                  <a:extLst>
                    <a:ext uri="{FF2B5EF4-FFF2-40B4-BE49-F238E27FC236}">
                      <a16:creationId xmlns:a16="http://schemas.microsoft.com/office/drawing/2014/main" id="{BBD0CEC2-CB5C-BAFF-C681-0A69AFAA724B}"/>
                    </a:ext>
                  </a:extLst>
                </p:cNvPr>
                <p:cNvPicPr/>
                <p:nvPr/>
              </p:nvPicPr>
              <p:blipFill>
                <a:blip r:embed="rId17"/>
                <a:stretch>
                  <a:fillRect/>
                </a:stretch>
              </p:blipFill>
              <p:spPr>
                <a:xfrm>
                  <a:off x="3139380" y="1011180"/>
                  <a:ext cx="15588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4" name="Ink 23">
                  <a:extLst>
                    <a:ext uri="{FF2B5EF4-FFF2-40B4-BE49-F238E27FC236}">
                      <a16:creationId xmlns:a16="http://schemas.microsoft.com/office/drawing/2014/main" id="{60171805-E0E4-58F3-5307-B030BDC3613B}"/>
                    </a:ext>
                  </a:extLst>
                </p14:cNvPr>
                <p14:cNvContentPartPr/>
                <p14:nvPr/>
              </p14:nvContentPartPr>
              <p14:xfrm>
                <a:off x="3353580" y="1036380"/>
                <a:ext cx="73800" cy="136080"/>
              </p14:xfrm>
            </p:contentPart>
          </mc:Choice>
          <mc:Fallback xmlns="">
            <p:pic>
              <p:nvPicPr>
                <p:cNvPr id="24" name="Ink 23">
                  <a:extLst>
                    <a:ext uri="{FF2B5EF4-FFF2-40B4-BE49-F238E27FC236}">
                      <a16:creationId xmlns:a16="http://schemas.microsoft.com/office/drawing/2014/main" id="{60171805-E0E4-58F3-5307-B030BDC3613B}"/>
                    </a:ext>
                  </a:extLst>
                </p:cNvPr>
                <p:cNvPicPr/>
                <p:nvPr/>
              </p:nvPicPr>
              <p:blipFill>
                <a:blip r:embed="rId19"/>
                <a:stretch>
                  <a:fillRect/>
                </a:stretch>
              </p:blipFill>
              <p:spPr>
                <a:xfrm>
                  <a:off x="3344940" y="1027380"/>
                  <a:ext cx="9144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5" name="Ink 24">
                  <a:extLst>
                    <a:ext uri="{FF2B5EF4-FFF2-40B4-BE49-F238E27FC236}">
                      <a16:creationId xmlns:a16="http://schemas.microsoft.com/office/drawing/2014/main" id="{08DAF1A4-1B30-30AB-0EC3-078F59A4F4D1}"/>
                    </a:ext>
                  </a:extLst>
                </p14:cNvPr>
                <p14:cNvContentPartPr/>
                <p14:nvPr/>
              </p14:nvContentPartPr>
              <p14:xfrm>
                <a:off x="3515580" y="1020900"/>
                <a:ext cx="83520" cy="149760"/>
              </p14:xfrm>
            </p:contentPart>
          </mc:Choice>
          <mc:Fallback xmlns="">
            <p:pic>
              <p:nvPicPr>
                <p:cNvPr id="25" name="Ink 24">
                  <a:extLst>
                    <a:ext uri="{FF2B5EF4-FFF2-40B4-BE49-F238E27FC236}">
                      <a16:creationId xmlns:a16="http://schemas.microsoft.com/office/drawing/2014/main" id="{08DAF1A4-1B30-30AB-0EC3-078F59A4F4D1}"/>
                    </a:ext>
                  </a:extLst>
                </p:cNvPr>
                <p:cNvPicPr/>
                <p:nvPr/>
              </p:nvPicPr>
              <p:blipFill>
                <a:blip r:embed="rId21"/>
                <a:stretch>
                  <a:fillRect/>
                </a:stretch>
              </p:blipFill>
              <p:spPr>
                <a:xfrm>
                  <a:off x="3506940" y="1011900"/>
                  <a:ext cx="10116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6" name="Ink 25">
                  <a:extLst>
                    <a:ext uri="{FF2B5EF4-FFF2-40B4-BE49-F238E27FC236}">
                      <a16:creationId xmlns:a16="http://schemas.microsoft.com/office/drawing/2014/main" id="{8D6F0DF8-8354-A724-CDC9-E9D9F78DE971}"/>
                    </a:ext>
                  </a:extLst>
                </p14:cNvPr>
                <p14:cNvContentPartPr/>
                <p14:nvPr/>
              </p14:nvContentPartPr>
              <p14:xfrm>
                <a:off x="3750300" y="994620"/>
                <a:ext cx="80640" cy="182160"/>
              </p14:xfrm>
            </p:contentPart>
          </mc:Choice>
          <mc:Fallback xmlns="">
            <p:pic>
              <p:nvPicPr>
                <p:cNvPr id="26" name="Ink 25">
                  <a:extLst>
                    <a:ext uri="{FF2B5EF4-FFF2-40B4-BE49-F238E27FC236}">
                      <a16:creationId xmlns:a16="http://schemas.microsoft.com/office/drawing/2014/main" id="{8D6F0DF8-8354-A724-CDC9-E9D9F78DE971}"/>
                    </a:ext>
                  </a:extLst>
                </p:cNvPr>
                <p:cNvPicPr/>
                <p:nvPr/>
              </p:nvPicPr>
              <p:blipFill>
                <a:blip r:embed="rId23"/>
                <a:stretch>
                  <a:fillRect/>
                </a:stretch>
              </p:blipFill>
              <p:spPr>
                <a:xfrm>
                  <a:off x="3741660" y="985980"/>
                  <a:ext cx="98280" cy="1998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7" name="Ink 26">
                  <a:extLst>
                    <a:ext uri="{FF2B5EF4-FFF2-40B4-BE49-F238E27FC236}">
                      <a16:creationId xmlns:a16="http://schemas.microsoft.com/office/drawing/2014/main" id="{1F9BFCF6-F79A-77D9-C82E-D7E77ECEC1AE}"/>
                    </a:ext>
                  </a:extLst>
                </p14:cNvPr>
                <p14:cNvContentPartPr/>
                <p14:nvPr/>
              </p14:nvContentPartPr>
              <p14:xfrm>
                <a:off x="3891780" y="1016580"/>
                <a:ext cx="282960" cy="105120"/>
              </p14:xfrm>
            </p:contentPart>
          </mc:Choice>
          <mc:Fallback xmlns="">
            <p:pic>
              <p:nvPicPr>
                <p:cNvPr id="27" name="Ink 26">
                  <a:extLst>
                    <a:ext uri="{FF2B5EF4-FFF2-40B4-BE49-F238E27FC236}">
                      <a16:creationId xmlns:a16="http://schemas.microsoft.com/office/drawing/2014/main" id="{1F9BFCF6-F79A-77D9-C82E-D7E77ECEC1AE}"/>
                    </a:ext>
                  </a:extLst>
                </p:cNvPr>
                <p:cNvPicPr/>
                <p:nvPr/>
              </p:nvPicPr>
              <p:blipFill>
                <a:blip r:embed="rId25"/>
                <a:stretch>
                  <a:fillRect/>
                </a:stretch>
              </p:blipFill>
              <p:spPr>
                <a:xfrm>
                  <a:off x="3883140" y="1007580"/>
                  <a:ext cx="30060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8" name="Ink 27">
                  <a:extLst>
                    <a:ext uri="{FF2B5EF4-FFF2-40B4-BE49-F238E27FC236}">
                      <a16:creationId xmlns:a16="http://schemas.microsoft.com/office/drawing/2014/main" id="{3974E3B2-FD83-BFF5-4CC0-70741C10C235}"/>
                    </a:ext>
                  </a:extLst>
                </p14:cNvPr>
                <p14:cNvContentPartPr/>
                <p14:nvPr/>
              </p14:nvContentPartPr>
              <p14:xfrm>
                <a:off x="4238100" y="973740"/>
                <a:ext cx="43920" cy="239040"/>
              </p14:xfrm>
            </p:contentPart>
          </mc:Choice>
          <mc:Fallback xmlns="">
            <p:pic>
              <p:nvPicPr>
                <p:cNvPr id="28" name="Ink 27">
                  <a:extLst>
                    <a:ext uri="{FF2B5EF4-FFF2-40B4-BE49-F238E27FC236}">
                      <a16:creationId xmlns:a16="http://schemas.microsoft.com/office/drawing/2014/main" id="{3974E3B2-FD83-BFF5-4CC0-70741C10C235}"/>
                    </a:ext>
                  </a:extLst>
                </p:cNvPr>
                <p:cNvPicPr/>
                <p:nvPr/>
              </p:nvPicPr>
              <p:blipFill>
                <a:blip r:embed="rId27"/>
                <a:stretch>
                  <a:fillRect/>
                </a:stretch>
              </p:blipFill>
              <p:spPr>
                <a:xfrm>
                  <a:off x="4229100" y="965100"/>
                  <a:ext cx="61560" cy="256680"/>
                </a:xfrm>
                <a:prstGeom prst="rect">
                  <a:avLst/>
                </a:prstGeom>
              </p:spPr>
            </p:pic>
          </mc:Fallback>
        </mc:AlternateContent>
      </p:grpSp>
      <p:grpSp>
        <p:nvGrpSpPr>
          <p:cNvPr id="39" name="Group 38">
            <a:extLst>
              <a:ext uri="{FF2B5EF4-FFF2-40B4-BE49-F238E27FC236}">
                <a16:creationId xmlns:a16="http://schemas.microsoft.com/office/drawing/2014/main" id="{6F23B0E0-E91C-A7AF-D191-8864AB9F8C52}"/>
              </a:ext>
            </a:extLst>
          </p:cNvPr>
          <p:cNvGrpSpPr/>
          <p:nvPr/>
        </p:nvGrpSpPr>
        <p:grpSpPr>
          <a:xfrm>
            <a:off x="4479300" y="912180"/>
            <a:ext cx="1382760" cy="493920"/>
            <a:chOff x="4479300" y="912180"/>
            <a:chExt cx="1382760" cy="493920"/>
          </a:xfrm>
        </p:grpSpPr>
        <mc:AlternateContent xmlns:mc="http://schemas.openxmlformats.org/markup-compatibility/2006" xmlns:p14="http://schemas.microsoft.com/office/powerpoint/2010/main">
          <mc:Choice Requires="p14">
            <p:contentPart p14:bwMode="auto" r:id="rId28">
              <p14:nvContentPartPr>
                <p14:cNvPr id="31" name="Ink 30">
                  <a:extLst>
                    <a:ext uri="{FF2B5EF4-FFF2-40B4-BE49-F238E27FC236}">
                      <a16:creationId xmlns:a16="http://schemas.microsoft.com/office/drawing/2014/main" id="{FB2188AF-2ADF-AF56-7E36-DE2986DB57AA}"/>
                    </a:ext>
                  </a:extLst>
                </p14:cNvPr>
                <p14:cNvContentPartPr/>
                <p14:nvPr/>
              </p14:nvContentPartPr>
              <p14:xfrm>
                <a:off x="4479300" y="1041420"/>
                <a:ext cx="144720" cy="14400"/>
              </p14:xfrm>
            </p:contentPart>
          </mc:Choice>
          <mc:Fallback xmlns="">
            <p:pic>
              <p:nvPicPr>
                <p:cNvPr id="31" name="Ink 30">
                  <a:extLst>
                    <a:ext uri="{FF2B5EF4-FFF2-40B4-BE49-F238E27FC236}">
                      <a16:creationId xmlns:a16="http://schemas.microsoft.com/office/drawing/2014/main" id="{FB2188AF-2ADF-AF56-7E36-DE2986DB57AA}"/>
                    </a:ext>
                  </a:extLst>
                </p:cNvPr>
                <p:cNvPicPr/>
                <p:nvPr/>
              </p:nvPicPr>
              <p:blipFill>
                <a:blip r:embed="rId29"/>
                <a:stretch>
                  <a:fillRect/>
                </a:stretch>
              </p:blipFill>
              <p:spPr>
                <a:xfrm>
                  <a:off x="4461660" y="1023780"/>
                  <a:ext cx="180360" cy="500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2" name="Ink 31">
                  <a:extLst>
                    <a:ext uri="{FF2B5EF4-FFF2-40B4-BE49-F238E27FC236}">
                      <a16:creationId xmlns:a16="http://schemas.microsoft.com/office/drawing/2014/main" id="{F4FF0347-9033-4636-85D6-EADC625D7FE0}"/>
                    </a:ext>
                  </a:extLst>
                </p14:cNvPr>
                <p14:cNvContentPartPr/>
                <p14:nvPr/>
              </p14:nvContentPartPr>
              <p14:xfrm>
                <a:off x="4479300" y="1148340"/>
                <a:ext cx="137880" cy="18360"/>
              </p14:xfrm>
            </p:contentPart>
          </mc:Choice>
          <mc:Fallback xmlns="">
            <p:pic>
              <p:nvPicPr>
                <p:cNvPr id="32" name="Ink 31">
                  <a:extLst>
                    <a:ext uri="{FF2B5EF4-FFF2-40B4-BE49-F238E27FC236}">
                      <a16:creationId xmlns:a16="http://schemas.microsoft.com/office/drawing/2014/main" id="{F4FF0347-9033-4636-85D6-EADC625D7FE0}"/>
                    </a:ext>
                  </a:extLst>
                </p:cNvPr>
                <p:cNvPicPr/>
                <p:nvPr/>
              </p:nvPicPr>
              <p:blipFill>
                <a:blip r:embed="rId31"/>
                <a:stretch>
                  <a:fillRect/>
                </a:stretch>
              </p:blipFill>
              <p:spPr>
                <a:xfrm>
                  <a:off x="4461660" y="1130340"/>
                  <a:ext cx="173520" cy="54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33" name="Ink 32">
                  <a:extLst>
                    <a:ext uri="{FF2B5EF4-FFF2-40B4-BE49-F238E27FC236}">
                      <a16:creationId xmlns:a16="http://schemas.microsoft.com/office/drawing/2014/main" id="{9B264679-31F6-5A73-D821-35B503929F52}"/>
                    </a:ext>
                  </a:extLst>
                </p14:cNvPr>
                <p14:cNvContentPartPr/>
                <p14:nvPr/>
              </p14:nvContentPartPr>
              <p14:xfrm>
                <a:off x="4744260" y="972660"/>
                <a:ext cx="169200" cy="186120"/>
              </p14:xfrm>
            </p:contentPart>
          </mc:Choice>
          <mc:Fallback xmlns="">
            <p:pic>
              <p:nvPicPr>
                <p:cNvPr id="33" name="Ink 32">
                  <a:extLst>
                    <a:ext uri="{FF2B5EF4-FFF2-40B4-BE49-F238E27FC236}">
                      <a16:creationId xmlns:a16="http://schemas.microsoft.com/office/drawing/2014/main" id="{9B264679-31F6-5A73-D821-35B503929F52}"/>
                    </a:ext>
                  </a:extLst>
                </p:cNvPr>
                <p:cNvPicPr/>
                <p:nvPr/>
              </p:nvPicPr>
              <p:blipFill>
                <a:blip r:embed="rId33"/>
                <a:stretch>
                  <a:fillRect/>
                </a:stretch>
              </p:blipFill>
              <p:spPr>
                <a:xfrm>
                  <a:off x="4726620" y="955020"/>
                  <a:ext cx="204840" cy="2217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4" name="Ink 33">
                  <a:extLst>
                    <a:ext uri="{FF2B5EF4-FFF2-40B4-BE49-F238E27FC236}">
                      <a16:creationId xmlns:a16="http://schemas.microsoft.com/office/drawing/2014/main" id="{79AFB607-F79D-69C8-B700-72C9162603C0}"/>
                    </a:ext>
                  </a:extLst>
                </p14:cNvPr>
                <p14:cNvContentPartPr/>
                <p14:nvPr/>
              </p14:nvContentPartPr>
              <p14:xfrm>
                <a:off x="4976820" y="1057980"/>
                <a:ext cx="10440" cy="5040"/>
              </p14:xfrm>
            </p:contentPart>
          </mc:Choice>
          <mc:Fallback xmlns="">
            <p:pic>
              <p:nvPicPr>
                <p:cNvPr id="34" name="Ink 33">
                  <a:extLst>
                    <a:ext uri="{FF2B5EF4-FFF2-40B4-BE49-F238E27FC236}">
                      <a16:creationId xmlns:a16="http://schemas.microsoft.com/office/drawing/2014/main" id="{79AFB607-F79D-69C8-B700-72C9162603C0}"/>
                    </a:ext>
                  </a:extLst>
                </p:cNvPr>
                <p:cNvPicPr/>
                <p:nvPr/>
              </p:nvPicPr>
              <p:blipFill>
                <a:blip r:embed="rId35"/>
                <a:stretch>
                  <a:fillRect/>
                </a:stretch>
              </p:blipFill>
              <p:spPr>
                <a:xfrm>
                  <a:off x="4958820" y="1040340"/>
                  <a:ext cx="46080" cy="406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35" name="Ink 34">
                  <a:extLst>
                    <a:ext uri="{FF2B5EF4-FFF2-40B4-BE49-F238E27FC236}">
                      <a16:creationId xmlns:a16="http://schemas.microsoft.com/office/drawing/2014/main" id="{7739E23E-934D-7816-AF83-A46522E92066}"/>
                    </a:ext>
                  </a:extLst>
                </p14:cNvPr>
                <p14:cNvContentPartPr/>
                <p14:nvPr/>
              </p14:nvContentPartPr>
              <p14:xfrm>
                <a:off x="5089500" y="966180"/>
                <a:ext cx="111600" cy="177840"/>
              </p14:xfrm>
            </p:contentPart>
          </mc:Choice>
          <mc:Fallback xmlns="">
            <p:pic>
              <p:nvPicPr>
                <p:cNvPr id="35" name="Ink 34">
                  <a:extLst>
                    <a:ext uri="{FF2B5EF4-FFF2-40B4-BE49-F238E27FC236}">
                      <a16:creationId xmlns:a16="http://schemas.microsoft.com/office/drawing/2014/main" id="{7739E23E-934D-7816-AF83-A46522E92066}"/>
                    </a:ext>
                  </a:extLst>
                </p:cNvPr>
                <p:cNvPicPr/>
                <p:nvPr/>
              </p:nvPicPr>
              <p:blipFill>
                <a:blip r:embed="rId37"/>
                <a:stretch>
                  <a:fillRect/>
                </a:stretch>
              </p:blipFill>
              <p:spPr>
                <a:xfrm>
                  <a:off x="5071500" y="948540"/>
                  <a:ext cx="147240" cy="2134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6" name="Ink 35">
                  <a:extLst>
                    <a:ext uri="{FF2B5EF4-FFF2-40B4-BE49-F238E27FC236}">
                      <a16:creationId xmlns:a16="http://schemas.microsoft.com/office/drawing/2014/main" id="{655E71EA-487E-0775-317B-BFF662FABA67}"/>
                    </a:ext>
                  </a:extLst>
                </p14:cNvPr>
                <p14:cNvContentPartPr/>
                <p14:nvPr/>
              </p14:nvContentPartPr>
              <p14:xfrm>
                <a:off x="5262300" y="931980"/>
                <a:ext cx="114840" cy="189000"/>
              </p14:xfrm>
            </p:contentPart>
          </mc:Choice>
          <mc:Fallback xmlns="">
            <p:pic>
              <p:nvPicPr>
                <p:cNvPr id="36" name="Ink 35">
                  <a:extLst>
                    <a:ext uri="{FF2B5EF4-FFF2-40B4-BE49-F238E27FC236}">
                      <a16:creationId xmlns:a16="http://schemas.microsoft.com/office/drawing/2014/main" id="{655E71EA-487E-0775-317B-BFF662FABA67}"/>
                    </a:ext>
                  </a:extLst>
                </p:cNvPr>
                <p:cNvPicPr/>
                <p:nvPr/>
              </p:nvPicPr>
              <p:blipFill>
                <a:blip r:embed="rId39"/>
                <a:stretch>
                  <a:fillRect/>
                </a:stretch>
              </p:blipFill>
              <p:spPr>
                <a:xfrm>
                  <a:off x="5244300" y="914340"/>
                  <a:ext cx="150480" cy="2246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7" name="Ink 36">
                  <a:extLst>
                    <a:ext uri="{FF2B5EF4-FFF2-40B4-BE49-F238E27FC236}">
                      <a16:creationId xmlns:a16="http://schemas.microsoft.com/office/drawing/2014/main" id="{88C38347-7F54-7AD5-7034-DF7794C319E9}"/>
                    </a:ext>
                  </a:extLst>
                </p14:cNvPr>
                <p14:cNvContentPartPr/>
                <p14:nvPr/>
              </p14:nvContentPartPr>
              <p14:xfrm>
                <a:off x="5526540" y="912180"/>
                <a:ext cx="152280" cy="174600"/>
              </p14:xfrm>
            </p:contentPart>
          </mc:Choice>
          <mc:Fallback xmlns="">
            <p:pic>
              <p:nvPicPr>
                <p:cNvPr id="37" name="Ink 36">
                  <a:extLst>
                    <a:ext uri="{FF2B5EF4-FFF2-40B4-BE49-F238E27FC236}">
                      <a16:creationId xmlns:a16="http://schemas.microsoft.com/office/drawing/2014/main" id="{88C38347-7F54-7AD5-7034-DF7794C319E9}"/>
                    </a:ext>
                  </a:extLst>
                </p:cNvPr>
                <p:cNvPicPr/>
                <p:nvPr/>
              </p:nvPicPr>
              <p:blipFill>
                <a:blip r:embed="rId41"/>
                <a:stretch>
                  <a:fillRect/>
                </a:stretch>
              </p:blipFill>
              <p:spPr>
                <a:xfrm>
                  <a:off x="5508540" y="894180"/>
                  <a:ext cx="187920" cy="2102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8" name="Ink 37">
                  <a:extLst>
                    <a:ext uri="{FF2B5EF4-FFF2-40B4-BE49-F238E27FC236}">
                      <a16:creationId xmlns:a16="http://schemas.microsoft.com/office/drawing/2014/main" id="{4CCF86FC-1E59-85F3-2F85-46CB2D0F182A}"/>
                    </a:ext>
                  </a:extLst>
                </p14:cNvPr>
                <p14:cNvContentPartPr/>
                <p14:nvPr/>
              </p14:nvContentPartPr>
              <p14:xfrm>
                <a:off x="5638140" y="979140"/>
                <a:ext cx="223920" cy="426960"/>
              </p14:xfrm>
            </p:contentPart>
          </mc:Choice>
          <mc:Fallback xmlns="">
            <p:pic>
              <p:nvPicPr>
                <p:cNvPr id="38" name="Ink 37">
                  <a:extLst>
                    <a:ext uri="{FF2B5EF4-FFF2-40B4-BE49-F238E27FC236}">
                      <a16:creationId xmlns:a16="http://schemas.microsoft.com/office/drawing/2014/main" id="{4CCF86FC-1E59-85F3-2F85-46CB2D0F182A}"/>
                    </a:ext>
                  </a:extLst>
                </p:cNvPr>
                <p:cNvPicPr/>
                <p:nvPr/>
              </p:nvPicPr>
              <p:blipFill>
                <a:blip r:embed="rId43"/>
                <a:stretch>
                  <a:fillRect/>
                </a:stretch>
              </p:blipFill>
              <p:spPr>
                <a:xfrm>
                  <a:off x="5620140" y="961500"/>
                  <a:ext cx="259560" cy="462600"/>
                </a:xfrm>
                <a:prstGeom prst="rect">
                  <a:avLst/>
                </a:prstGeom>
              </p:spPr>
            </p:pic>
          </mc:Fallback>
        </mc:AlternateContent>
      </p:grpSp>
      <p:grpSp>
        <p:nvGrpSpPr>
          <p:cNvPr id="56" name="Group 55">
            <a:extLst>
              <a:ext uri="{FF2B5EF4-FFF2-40B4-BE49-F238E27FC236}">
                <a16:creationId xmlns:a16="http://schemas.microsoft.com/office/drawing/2014/main" id="{8A8B94FA-8AA6-1778-EA42-8472DE6F3FFD}"/>
              </a:ext>
            </a:extLst>
          </p:cNvPr>
          <p:cNvGrpSpPr/>
          <p:nvPr/>
        </p:nvGrpSpPr>
        <p:grpSpPr>
          <a:xfrm>
            <a:off x="3352140" y="1436700"/>
            <a:ext cx="649440" cy="416520"/>
            <a:chOff x="3352140" y="1436700"/>
            <a:chExt cx="649440" cy="416520"/>
          </a:xfrm>
        </p:grpSpPr>
        <mc:AlternateContent xmlns:mc="http://schemas.openxmlformats.org/markup-compatibility/2006" xmlns:p14="http://schemas.microsoft.com/office/powerpoint/2010/main">
          <mc:Choice Requires="p14">
            <p:contentPart p14:bwMode="auto" r:id="rId44">
              <p14:nvContentPartPr>
                <p14:cNvPr id="40" name="Ink 39">
                  <a:extLst>
                    <a:ext uri="{FF2B5EF4-FFF2-40B4-BE49-F238E27FC236}">
                      <a16:creationId xmlns:a16="http://schemas.microsoft.com/office/drawing/2014/main" id="{F432978F-8C2F-A1A1-7BB2-86D9E5BDBA39}"/>
                    </a:ext>
                  </a:extLst>
                </p14:cNvPr>
                <p14:cNvContentPartPr/>
                <p14:nvPr/>
              </p14:nvContentPartPr>
              <p14:xfrm>
                <a:off x="3364740" y="1436700"/>
                <a:ext cx="188640" cy="249120"/>
              </p14:xfrm>
            </p:contentPart>
          </mc:Choice>
          <mc:Fallback xmlns="">
            <p:pic>
              <p:nvPicPr>
                <p:cNvPr id="40" name="Ink 39">
                  <a:extLst>
                    <a:ext uri="{FF2B5EF4-FFF2-40B4-BE49-F238E27FC236}">
                      <a16:creationId xmlns:a16="http://schemas.microsoft.com/office/drawing/2014/main" id="{F432978F-8C2F-A1A1-7BB2-86D9E5BDBA39}"/>
                    </a:ext>
                  </a:extLst>
                </p:cNvPr>
                <p:cNvPicPr/>
                <p:nvPr/>
              </p:nvPicPr>
              <p:blipFill>
                <a:blip r:embed="rId45"/>
                <a:stretch>
                  <a:fillRect/>
                </a:stretch>
              </p:blipFill>
              <p:spPr>
                <a:xfrm>
                  <a:off x="3356100" y="1427700"/>
                  <a:ext cx="206280" cy="2667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41" name="Ink 40">
                  <a:extLst>
                    <a:ext uri="{FF2B5EF4-FFF2-40B4-BE49-F238E27FC236}">
                      <a16:creationId xmlns:a16="http://schemas.microsoft.com/office/drawing/2014/main" id="{435AE4A9-2F71-38BA-E806-667E17A4EB2C}"/>
                    </a:ext>
                  </a:extLst>
                </p14:cNvPr>
                <p14:cNvContentPartPr/>
                <p14:nvPr/>
              </p14:nvContentPartPr>
              <p14:xfrm>
                <a:off x="3352140" y="1600140"/>
                <a:ext cx="129240" cy="17280"/>
              </p14:xfrm>
            </p:contentPart>
          </mc:Choice>
          <mc:Fallback xmlns="">
            <p:pic>
              <p:nvPicPr>
                <p:cNvPr id="41" name="Ink 40">
                  <a:extLst>
                    <a:ext uri="{FF2B5EF4-FFF2-40B4-BE49-F238E27FC236}">
                      <a16:creationId xmlns:a16="http://schemas.microsoft.com/office/drawing/2014/main" id="{435AE4A9-2F71-38BA-E806-667E17A4EB2C}"/>
                    </a:ext>
                  </a:extLst>
                </p:cNvPr>
                <p:cNvPicPr/>
                <p:nvPr/>
              </p:nvPicPr>
              <p:blipFill>
                <a:blip r:embed="rId47"/>
                <a:stretch>
                  <a:fillRect/>
                </a:stretch>
              </p:blipFill>
              <p:spPr>
                <a:xfrm>
                  <a:off x="3343140" y="1591500"/>
                  <a:ext cx="146880" cy="349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42" name="Ink 41">
                  <a:extLst>
                    <a:ext uri="{FF2B5EF4-FFF2-40B4-BE49-F238E27FC236}">
                      <a16:creationId xmlns:a16="http://schemas.microsoft.com/office/drawing/2014/main" id="{A5294146-ED8F-A704-842B-DE64ABA43FC1}"/>
                    </a:ext>
                  </a:extLst>
                </p14:cNvPr>
                <p14:cNvContentPartPr/>
                <p14:nvPr/>
              </p14:nvContentPartPr>
              <p14:xfrm>
                <a:off x="3574260" y="1588620"/>
                <a:ext cx="199080" cy="104760"/>
              </p14:xfrm>
            </p:contentPart>
          </mc:Choice>
          <mc:Fallback xmlns="">
            <p:pic>
              <p:nvPicPr>
                <p:cNvPr id="42" name="Ink 41">
                  <a:extLst>
                    <a:ext uri="{FF2B5EF4-FFF2-40B4-BE49-F238E27FC236}">
                      <a16:creationId xmlns:a16="http://schemas.microsoft.com/office/drawing/2014/main" id="{A5294146-ED8F-A704-842B-DE64ABA43FC1}"/>
                    </a:ext>
                  </a:extLst>
                </p:cNvPr>
                <p:cNvPicPr/>
                <p:nvPr/>
              </p:nvPicPr>
              <p:blipFill>
                <a:blip r:embed="rId49"/>
                <a:stretch>
                  <a:fillRect/>
                </a:stretch>
              </p:blipFill>
              <p:spPr>
                <a:xfrm>
                  <a:off x="3565620" y="1579620"/>
                  <a:ext cx="21672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43" name="Ink 42">
                  <a:extLst>
                    <a:ext uri="{FF2B5EF4-FFF2-40B4-BE49-F238E27FC236}">
                      <a16:creationId xmlns:a16="http://schemas.microsoft.com/office/drawing/2014/main" id="{CBF1F80C-CC6E-83AA-3374-A102161145AE}"/>
                    </a:ext>
                  </a:extLst>
                </p14:cNvPr>
                <p14:cNvContentPartPr/>
                <p14:nvPr/>
              </p14:nvContentPartPr>
              <p14:xfrm>
                <a:off x="3859380" y="1478100"/>
                <a:ext cx="16560" cy="375120"/>
              </p14:xfrm>
            </p:contentPart>
          </mc:Choice>
          <mc:Fallback xmlns="">
            <p:pic>
              <p:nvPicPr>
                <p:cNvPr id="43" name="Ink 42">
                  <a:extLst>
                    <a:ext uri="{FF2B5EF4-FFF2-40B4-BE49-F238E27FC236}">
                      <a16:creationId xmlns:a16="http://schemas.microsoft.com/office/drawing/2014/main" id="{CBF1F80C-CC6E-83AA-3374-A102161145AE}"/>
                    </a:ext>
                  </a:extLst>
                </p:cNvPr>
                <p:cNvPicPr/>
                <p:nvPr/>
              </p:nvPicPr>
              <p:blipFill>
                <a:blip r:embed="rId51"/>
                <a:stretch>
                  <a:fillRect/>
                </a:stretch>
              </p:blipFill>
              <p:spPr>
                <a:xfrm>
                  <a:off x="3850380" y="1469100"/>
                  <a:ext cx="34200" cy="39276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44" name="Ink 43">
                  <a:extLst>
                    <a:ext uri="{FF2B5EF4-FFF2-40B4-BE49-F238E27FC236}">
                      <a16:creationId xmlns:a16="http://schemas.microsoft.com/office/drawing/2014/main" id="{8873740E-42A2-5C71-6D2B-E1FD249D65E6}"/>
                    </a:ext>
                  </a:extLst>
                </p14:cNvPr>
                <p14:cNvContentPartPr/>
                <p14:nvPr/>
              </p14:nvContentPartPr>
              <p14:xfrm>
                <a:off x="3838140" y="1618860"/>
                <a:ext cx="163440" cy="91440"/>
              </p14:xfrm>
            </p:contentPart>
          </mc:Choice>
          <mc:Fallback xmlns="">
            <p:pic>
              <p:nvPicPr>
                <p:cNvPr id="44" name="Ink 43">
                  <a:extLst>
                    <a:ext uri="{FF2B5EF4-FFF2-40B4-BE49-F238E27FC236}">
                      <a16:creationId xmlns:a16="http://schemas.microsoft.com/office/drawing/2014/main" id="{8873740E-42A2-5C71-6D2B-E1FD249D65E6}"/>
                    </a:ext>
                  </a:extLst>
                </p:cNvPr>
                <p:cNvPicPr/>
                <p:nvPr/>
              </p:nvPicPr>
              <p:blipFill>
                <a:blip r:embed="rId53"/>
                <a:stretch>
                  <a:fillRect/>
                </a:stretch>
              </p:blipFill>
              <p:spPr>
                <a:xfrm>
                  <a:off x="3829500" y="1610220"/>
                  <a:ext cx="181080" cy="109080"/>
                </a:xfrm>
                <a:prstGeom prst="rect">
                  <a:avLst/>
                </a:prstGeom>
              </p:spPr>
            </p:pic>
          </mc:Fallback>
        </mc:AlternateContent>
      </p:grpSp>
      <p:grpSp>
        <p:nvGrpSpPr>
          <p:cNvPr id="55" name="Group 54">
            <a:extLst>
              <a:ext uri="{FF2B5EF4-FFF2-40B4-BE49-F238E27FC236}">
                <a16:creationId xmlns:a16="http://schemas.microsoft.com/office/drawing/2014/main" id="{EBFE54B6-3336-DD05-BB41-B48A8EF7C9F8}"/>
              </a:ext>
            </a:extLst>
          </p:cNvPr>
          <p:cNvGrpSpPr/>
          <p:nvPr/>
        </p:nvGrpSpPr>
        <p:grpSpPr>
          <a:xfrm>
            <a:off x="4260060" y="1531380"/>
            <a:ext cx="178200" cy="100080"/>
            <a:chOff x="4260060" y="1531380"/>
            <a:chExt cx="178200" cy="100080"/>
          </a:xfrm>
        </p:grpSpPr>
        <mc:AlternateContent xmlns:mc="http://schemas.openxmlformats.org/markup-compatibility/2006" xmlns:p14="http://schemas.microsoft.com/office/powerpoint/2010/main">
          <mc:Choice Requires="p14">
            <p:contentPart p14:bwMode="auto" r:id="rId54">
              <p14:nvContentPartPr>
                <p14:cNvPr id="45" name="Ink 44">
                  <a:extLst>
                    <a:ext uri="{FF2B5EF4-FFF2-40B4-BE49-F238E27FC236}">
                      <a16:creationId xmlns:a16="http://schemas.microsoft.com/office/drawing/2014/main" id="{C686A061-3A78-8F30-2594-9FC1B8F4FDBD}"/>
                    </a:ext>
                  </a:extLst>
                </p14:cNvPr>
                <p14:cNvContentPartPr/>
                <p14:nvPr/>
              </p14:nvContentPartPr>
              <p14:xfrm>
                <a:off x="4260060" y="1531380"/>
                <a:ext cx="133200" cy="19080"/>
              </p14:xfrm>
            </p:contentPart>
          </mc:Choice>
          <mc:Fallback xmlns="">
            <p:pic>
              <p:nvPicPr>
                <p:cNvPr id="45" name="Ink 44">
                  <a:extLst>
                    <a:ext uri="{FF2B5EF4-FFF2-40B4-BE49-F238E27FC236}">
                      <a16:creationId xmlns:a16="http://schemas.microsoft.com/office/drawing/2014/main" id="{C686A061-3A78-8F30-2594-9FC1B8F4FDBD}"/>
                    </a:ext>
                  </a:extLst>
                </p:cNvPr>
                <p:cNvPicPr/>
                <p:nvPr/>
              </p:nvPicPr>
              <p:blipFill>
                <a:blip r:embed="rId55"/>
                <a:stretch>
                  <a:fillRect/>
                </a:stretch>
              </p:blipFill>
              <p:spPr>
                <a:xfrm>
                  <a:off x="4251060" y="1522740"/>
                  <a:ext cx="15084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46" name="Ink 45">
                  <a:extLst>
                    <a:ext uri="{FF2B5EF4-FFF2-40B4-BE49-F238E27FC236}">
                      <a16:creationId xmlns:a16="http://schemas.microsoft.com/office/drawing/2014/main" id="{67B63645-4E31-4068-B9C4-9C6EA9A71034}"/>
                    </a:ext>
                  </a:extLst>
                </p14:cNvPr>
                <p14:cNvContentPartPr/>
                <p14:nvPr/>
              </p14:nvContentPartPr>
              <p14:xfrm>
                <a:off x="4280580" y="1621020"/>
                <a:ext cx="157680" cy="10440"/>
              </p14:xfrm>
            </p:contentPart>
          </mc:Choice>
          <mc:Fallback xmlns="">
            <p:pic>
              <p:nvPicPr>
                <p:cNvPr id="46" name="Ink 45">
                  <a:extLst>
                    <a:ext uri="{FF2B5EF4-FFF2-40B4-BE49-F238E27FC236}">
                      <a16:creationId xmlns:a16="http://schemas.microsoft.com/office/drawing/2014/main" id="{67B63645-4E31-4068-B9C4-9C6EA9A71034}"/>
                    </a:ext>
                  </a:extLst>
                </p:cNvPr>
                <p:cNvPicPr/>
                <p:nvPr/>
              </p:nvPicPr>
              <p:blipFill>
                <a:blip r:embed="rId57"/>
                <a:stretch>
                  <a:fillRect/>
                </a:stretch>
              </p:blipFill>
              <p:spPr>
                <a:xfrm>
                  <a:off x="4271940" y="1612020"/>
                  <a:ext cx="175320" cy="28080"/>
                </a:xfrm>
                <a:prstGeom prst="rect">
                  <a:avLst/>
                </a:prstGeom>
              </p:spPr>
            </p:pic>
          </mc:Fallback>
        </mc:AlternateContent>
      </p:grpSp>
      <p:grpSp>
        <p:nvGrpSpPr>
          <p:cNvPr id="54" name="Group 53">
            <a:extLst>
              <a:ext uri="{FF2B5EF4-FFF2-40B4-BE49-F238E27FC236}">
                <a16:creationId xmlns:a16="http://schemas.microsoft.com/office/drawing/2014/main" id="{C977D034-4E0A-1C72-EE98-3D4A43AF37F0}"/>
              </a:ext>
            </a:extLst>
          </p:cNvPr>
          <p:cNvGrpSpPr/>
          <p:nvPr/>
        </p:nvGrpSpPr>
        <p:grpSpPr>
          <a:xfrm>
            <a:off x="4636620" y="1446780"/>
            <a:ext cx="1022760" cy="205560"/>
            <a:chOff x="4636620" y="1446780"/>
            <a:chExt cx="1022760" cy="205560"/>
          </a:xfrm>
        </p:grpSpPr>
        <mc:AlternateContent xmlns:mc="http://schemas.openxmlformats.org/markup-compatibility/2006" xmlns:p14="http://schemas.microsoft.com/office/powerpoint/2010/main">
          <mc:Choice Requires="p14">
            <p:contentPart p14:bwMode="auto" r:id="rId58">
              <p14:nvContentPartPr>
                <p14:cNvPr id="47" name="Ink 46">
                  <a:extLst>
                    <a:ext uri="{FF2B5EF4-FFF2-40B4-BE49-F238E27FC236}">
                      <a16:creationId xmlns:a16="http://schemas.microsoft.com/office/drawing/2014/main" id="{D256D7B1-44F3-B864-BA70-EFB7060DCEDF}"/>
                    </a:ext>
                  </a:extLst>
                </p14:cNvPr>
                <p14:cNvContentPartPr/>
                <p14:nvPr/>
              </p14:nvContentPartPr>
              <p14:xfrm>
                <a:off x="4636620" y="1453260"/>
                <a:ext cx="138600" cy="196200"/>
              </p14:xfrm>
            </p:contentPart>
          </mc:Choice>
          <mc:Fallback xmlns="">
            <p:pic>
              <p:nvPicPr>
                <p:cNvPr id="47" name="Ink 46">
                  <a:extLst>
                    <a:ext uri="{FF2B5EF4-FFF2-40B4-BE49-F238E27FC236}">
                      <a16:creationId xmlns:a16="http://schemas.microsoft.com/office/drawing/2014/main" id="{D256D7B1-44F3-B864-BA70-EFB7060DCEDF}"/>
                    </a:ext>
                  </a:extLst>
                </p:cNvPr>
                <p:cNvPicPr/>
                <p:nvPr/>
              </p:nvPicPr>
              <p:blipFill>
                <a:blip r:embed="rId59"/>
                <a:stretch>
                  <a:fillRect/>
                </a:stretch>
              </p:blipFill>
              <p:spPr>
                <a:xfrm>
                  <a:off x="4627980" y="1444260"/>
                  <a:ext cx="156240" cy="21384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8" name="Ink 47">
                  <a:extLst>
                    <a:ext uri="{FF2B5EF4-FFF2-40B4-BE49-F238E27FC236}">
                      <a16:creationId xmlns:a16="http://schemas.microsoft.com/office/drawing/2014/main" id="{8FA6E98A-8296-095E-B0CD-77DD9F0046A4}"/>
                    </a:ext>
                  </a:extLst>
                </p14:cNvPr>
                <p14:cNvContentPartPr/>
                <p14:nvPr/>
              </p14:nvContentPartPr>
              <p14:xfrm>
                <a:off x="4890780" y="1446780"/>
                <a:ext cx="100080" cy="17280"/>
              </p14:xfrm>
            </p:contentPart>
          </mc:Choice>
          <mc:Fallback xmlns="">
            <p:pic>
              <p:nvPicPr>
                <p:cNvPr id="48" name="Ink 47">
                  <a:extLst>
                    <a:ext uri="{FF2B5EF4-FFF2-40B4-BE49-F238E27FC236}">
                      <a16:creationId xmlns:a16="http://schemas.microsoft.com/office/drawing/2014/main" id="{8FA6E98A-8296-095E-B0CD-77DD9F0046A4}"/>
                    </a:ext>
                  </a:extLst>
                </p:cNvPr>
                <p:cNvPicPr/>
                <p:nvPr/>
              </p:nvPicPr>
              <p:blipFill>
                <a:blip r:embed="rId61"/>
                <a:stretch>
                  <a:fillRect/>
                </a:stretch>
              </p:blipFill>
              <p:spPr>
                <a:xfrm>
                  <a:off x="4882140" y="1437780"/>
                  <a:ext cx="117720" cy="3492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9" name="Ink 48">
                  <a:extLst>
                    <a:ext uri="{FF2B5EF4-FFF2-40B4-BE49-F238E27FC236}">
                      <a16:creationId xmlns:a16="http://schemas.microsoft.com/office/drawing/2014/main" id="{15057875-2C5C-DFFB-ED6E-8EFA7E9E6E9E}"/>
                    </a:ext>
                  </a:extLst>
                </p14:cNvPr>
                <p14:cNvContentPartPr/>
                <p14:nvPr/>
              </p14:nvContentPartPr>
              <p14:xfrm>
                <a:off x="4861620" y="1480620"/>
                <a:ext cx="134280" cy="156960"/>
              </p14:xfrm>
            </p:contentPart>
          </mc:Choice>
          <mc:Fallback xmlns="">
            <p:pic>
              <p:nvPicPr>
                <p:cNvPr id="49" name="Ink 48">
                  <a:extLst>
                    <a:ext uri="{FF2B5EF4-FFF2-40B4-BE49-F238E27FC236}">
                      <a16:creationId xmlns:a16="http://schemas.microsoft.com/office/drawing/2014/main" id="{15057875-2C5C-DFFB-ED6E-8EFA7E9E6E9E}"/>
                    </a:ext>
                  </a:extLst>
                </p:cNvPr>
                <p:cNvPicPr/>
                <p:nvPr/>
              </p:nvPicPr>
              <p:blipFill>
                <a:blip r:embed="rId63"/>
                <a:stretch>
                  <a:fillRect/>
                </a:stretch>
              </p:blipFill>
              <p:spPr>
                <a:xfrm>
                  <a:off x="4852620" y="1471980"/>
                  <a:ext cx="15192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50" name="Ink 49">
                  <a:extLst>
                    <a:ext uri="{FF2B5EF4-FFF2-40B4-BE49-F238E27FC236}">
                      <a16:creationId xmlns:a16="http://schemas.microsoft.com/office/drawing/2014/main" id="{A645B82B-9FAA-D36C-E533-A59FF71AA105}"/>
                    </a:ext>
                  </a:extLst>
                </p14:cNvPr>
                <p14:cNvContentPartPr/>
                <p14:nvPr/>
              </p14:nvContentPartPr>
              <p14:xfrm>
                <a:off x="5042700" y="1547940"/>
                <a:ext cx="39960" cy="38880"/>
              </p14:xfrm>
            </p:contentPart>
          </mc:Choice>
          <mc:Fallback xmlns="">
            <p:pic>
              <p:nvPicPr>
                <p:cNvPr id="50" name="Ink 49">
                  <a:extLst>
                    <a:ext uri="{FF2B5EF4-FFF2-40B4-BE49-F238E27FC236}">
                      <a16:creationId xmlns:a16="http://schemas.microsoft.com/office/drawing/2014/main" id="{A645B82B-9FAA-D36C-E533-A59FF71AA105}"/>
                    </a:ext>
                  </a:extLst>
                </p:cNvPr>
                <p:cNvPicPr/>
                <p:nvPr/>
              </p:nvPicPr>
              <p:blipFill>
                <a:blip r:embed="rId65"/>
                <a:stretch>
                  <a:fillRect/>
                </a:stretch>
              </p:blipFill>
              <p:spPr>
                <a:xfrm>
                  <a:off x="5034060" y="1539300"/>
                  <a:ext cx="57600"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51" name="Ink 50">
                  <a:extLst>
                    <a:ext uri="{FF2B5EF4-FFF2-40B4-BE49-F238E27FC236}">
                      <a16:creationId xmlns:a16="http://schemas.microsoft.com/office/drawing/2014/main" id="{C7863A39-39DE-B023-E381-CF1942F5F2BF}"/>
                    </a:ext>
                  </a:extLst>
                </p14:cNvPr>
                <p14:cNvContentPartPr/>
                <p14:nvPr/>
              </p14:nvContentPartPr>
              <p14:xfrm>
                <a:off x="5189580" y="1451100"/>
                <a:ext cx="162360" cy="165600"/>
              </p14:xfrm>
            </p:contentPart>
          </mc:Choice>
          <mc:Fallback xmlns="">
            <p:pic>
              <p:nvPicPr>
                <p:cNvPr id="51" name="Ink 50">
                  <a:extLst>
                    <a:ext uri="{FF2B5EF4-FFF2-40B4-BE49-F238E27FC236}">
                      <a16:creationId xmlns:a16="http://schemas.microsoft.com/office/drawing/2014/main" id="{C7863A39-39DE-B023-E381-CF1942F5F2BF}"/>
                    </a:ext>
                  </a:extLst>
                </p:cNvPr>
                <p:cNvPicPr/>
                <p:nvPr/>
              </p:nvPicPr>
              <p:blipFill>
                <a:blip r:embed="rId67"/>
                <a:stretch>
                  <a:fillRect/>
                </a:stretch>
              </p:blipFill>
              <p:spPr>
                <a:xfrm>
                  <a:off x="5180940" y="1442100"/>
                  <a:ext cx="180000"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52" name="Ink 51">
                  <a:extLst>
                    <a:ext uri="{FF2B5EF4-FFF2-40B4-BE49-F238E27FC236}">
                      <a16:creationId xmlns:a16="http://schemas.microsoft.com/office/drawing/2014/main" id="{D89F4D60-3518-EE34-1FC9-CBB8C540DA25}"/>
                    </a:ext>
                  </a:extLst>
                </p14:cNvPr>
                <p14:cNvContentPartPr/>
                <p14:nvPr/>
              </p14:nvContentPartPr>
              <p14:xfrm>
                <a:off x="5463180" y="1477020"/>
                <a:ext cx="17640" cy="175320"/>
              </p14:xfrm>
            </p:contentPart>
          </mc:Choice>
          <mc:Fallback xmlns="">
            <p:pic>
              <p:nvPicPr>
                <p:cNvPr id="52" name="Ink 51">
                  <a:extLst>
                    <a:ext uri="{FF2B5EF4-FFF2-40B4-BE49-F238E27FC236}">
                      <a16:creationId xmlns:a16="http://schemas.microsoft.com/office/drawing/2014/main" id="{D89F4D60-3518-EE34-1FC9-CBB8C540DA25}"/>
                    </a:ext>
                  </a:extLst>
                </p:cNvPr>
                <p:cNvPicPr/>
                <p:nvPr/>
              </p:nvPicPr>
              <p:blipFill>
                <a:blip r:embed="rId69"/>
                <a:stretch>
                  <a:fillRect/>
                </a:stretch>
              </p:blipFill>
              <p:spPr>
                <a:xfrm>
                  <a:off x="5454180" y="1468380"/>
                  <a:ext cx="35280" cy="19296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53" name="Ink 52">
                  <a:extLst>
                    <a:ext uri="{FF2B5EF4-FFF2-40B4-BE49-F238E27FC236}">
                      <a16:creationId xmlns:a16="http://schemas.microsoft.com/office/drawing/2014/main" id="{E5CB6A62-7802-9BF4-66A1-3170414F39B8}"/>
                    </a:ext>
                  </a:extLst>
                </p14:cNvPr>
                <p14:cNvContentPartPr/>
                <p14:nvPr/>
              </p14:nvContentPartPr>
              <p14:xfrm>
                <a:off x="5477220" y="1461540"/>
                <a:ext cx="182160" cy="171000"/>
              </p14:xfrm>
            </p:contentPart>
          </mc:Choice>
          <mc:Fallback xmlns="">
            <p:pic>
              <p:nvPicPr>
                <p:cNvPr id="53" name="Ink 52">
                  <a:extLst>
                    <a:ext uri="{FF2B5EF4-FFF2-40B4-BE49-F238E27FC236}">
                      <a16:creationId xmlns:a16="http://schemas.microsoft.com/office/drawing/2014/main" id="{E5CB6A62-7802-9BF4-66A1-3170414F39B8}"/>
                    </a:ext>
                  </a:extLst>
                </p:cNvPr>
                <p:cNvPicPr/>
                <p:nvPr/>
              </p:nvPicPr>
              <p:blipFill>
                <a:blip r:embed="rId71"/>
                <a:stretch>
                  <a:fillRect/>
                </a:stretch>
              </p:blipFill>
              <p:spPr>
                <a:xfrm>
                  <a:off x="5468580" y="1452900"/>
                  <a:ext cx="199800" cy="188640"/>
                </a:xfrm>
                <a:prstGeom prst="rect">
                  <a:avLst/>
                </a:prstGeom>
              </p:spPr>
            </p:pic>
          </mc:Fallback>
        </mc:AlternateContent>
      </p:grpSp>
      <p:grpSp>
        <p:nvGrpSpPr>
          <p:cNvPr id="92" name="Group 91">
            <a:extLst>
              <a:ext uri="{FF2B5EF4-FFF2-40B4-BE49-F238E27FC236}">
                <a16:creationId xmlns:a16="http://schemas.microsoft.com/office/drawing/2014/main" id="{14A30F64-408B-5B3C-5F15-DEEAE0D39125}"/>
              </a:ext>
            </a:extLst>
          </p:cNvPr>
          <p:cNvGrpSpPr/>
          <p:nvPr/>
        </p:nvGrpSpPr>
        <p:grpSpPr>
          <a:xfrm>
            <a:off x="6512580" y="838380"/>
            <a:ext cx="1962720" cy="901080"/>
            <a:chOff x="6512580" y="838380"/>
            <a:chExt cx="1962720" cy="901080"/>
          </a:xfrm>
        </p:grpSpPr>
        <mc:AlternateContent xmlns:mc="http://schemas.openxmlformats.org/markup-compatibility/2006" xmlns:p14="http://schemas.microsoft.com/office/powerpoint/2010/main">
          <mc:Choice Requires="p14">
            <p:contentPart p14:bwMode="auto" r:id="rId72">
              <p14:nvContentPartPr>
                <p14:cNvPr id="57" name="Ink 56">
                  <a:extLst>
                    <a:ext uri="{FF2B5EF4-FFF2-40B4-BE49-F238E27FC236}">
                      <a16:creationId xmlns:a16="http://schemas.microsoft.com/office/drawing/2014/main" id="{B5FE1227-906C-915C-B59F-13C710379FD6}"/>
                    </a:ext>
                  </a:extLst>
                </p14:cNvPr>
                <p14:cNvContentPartPr/>
                <p14:nvPr/>
              </p14:nvContentPartPr>
              <p14:xfrm>
                <a:off x="6569100" y="926220"/>
                <a:ext cx="157680" cy="190440"/>
              </p14:xfrm>
            </p:contentPart>
          </mc:Choice>
          <mc:Fallback xmlns="">
            <p:pic>
              <p:nvPicPr>
                <p:cNvPr id="57" name="Ink 56">
                  <a:extLst>
                    <a:ext uri="{FF2B5EF4-FFF2-40B4-BE49-F238E27FC236}">
                      <a16:creationId xmlns:a16="http://schemas.microsoft.com/office/drawing/2014/main" id="{B5FE1227-906C-915C-B59F-13C710379FD6}"/>
                    </a:ext>
                  </a:extLst>
                </p:cNvPr>
                <p:cNvPicPr/>
                <p:nvPr/>
              </p:nvPicPr>
              <p:blipFill>
                <a:blip r:embed="rId73"/>
                <a:stretch>
                  <a:fillRect/>
                </a:stretch>
              </p:blipFill>
              <p:spPr>
                <a:xfrm>
                  <a:off x="6560100" y="917220"/>
                  <a:ext cx="175320" cy="20808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58" name="Ink 57">
                  <a:extLst>
                    <a:ext uri="{FF2B5EF4-FFF2-40B4-BE49-F238E27FC236}">
                      <a16:creationId xmlns:a16="http://schemas.microsoft.com/office/drawing/2014/main" id="{15A61678-F168-6422-B80B-C0206C40EDC4}"/>
                    </a:ext>
                  </a:extLst>
                </p14:cNvPr>
                <p14:cNvContentPartPr/>
                <p14:nvPr/>
              </p14:nvContentPartPr>
              <p14:xfrm>
                <a:off x="6569100" y="1021980"/>
                <a:ext cx="111240" cy="3600"/>
              </p14:xfrm>
            </p:contentPart>
          </mc:Choice>
          <mc:Fallback xmlns="">
            <p:pic>
              <p:nvPicPr>
                <p:cNvPr id="58" name="Ink 57">
                  <a:extLst>
                    <a:ext uri="{FF2B5EF4-FFF2-40B4-BE49-F238E27FC236}">
                      <a16:creationId xmlns:a16="http://schemas.microsoft.com/office/drawing/2014/main" id="{15A61678-F168-6422-B80B-C0206C40EDC4}"/>
                    </a:ext>
                  </a:extLst>
                </p:cNvPr>
                <p:cNvPicPr/>
                <p:nvPr/>
              </p:nvPicPr>
              <p:blipFill>
                <a:blip r:embed="rId75"/>
                <a:stretch>
                  <a:fillRect/>
                </a:stretch>
              </p:blipFill>
              <p:spPr>
                <a:xfrm>
                  <a:off x="6560100" y="1012980"/>
                  <a:ext cx="12888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59" name="Ink 58">
                  <a:extLst>
                    <a:ext uri="{FF2B5EF4-FFF2-40B4-BE49-F238E27FC236}">
                      <a16:creationId xmlns:a16="http://schemas.microsoft.com/office/drawing/2014/main" id="{09F67FD9-F9E7-2140-9825-BAAB876CF029}"/>
                    </a:ext>
                  </a:extLst>
                </p14:cNvPr>
                <p14:cNvContentPartPr/>
                <p14:nvPr/>
              </p14:nvContentPartPr>
              <p14:xfrm>
                <a:off x="6666660" y="997500"/>
                <a:ext cx="213120" cy="323640"/>
              </p14:xfrm>
            </p:contentPart>
          </mc:Choice>
          <mc:Fallback xmlns="">
            <p:pic>
              <p:nvPicPr>
                <p:cNvPr id="59" name="Ink 58">
                  <a:extLst>
                    <a:ext uri="{FF2B5EF4-FFF2-40B4-BE49-F238E27FC236}">
                      <a16:creationId xmlns:a16="http://schemas.microsoft.com/office/drawing/2014/main" id="{09F67FD9-F9E7-2140-9825-BAAB876CF029}"/>
                    </a:ext>
                  </a:extLst>
                </p:cNvPr>
                <p:cNvPicPr/>
                <p:nvPr/>
              </p:nvPicPr>
              <p:blipFill>
                <a:blip r:embed="rId77"/>
                <a:stretch>
                  <a:fillRect/>
                </a:stretch>
              </p:blipFill>
              <p:spPr>
                <a:xfrm>
                  <a:off x="6657660" y="988860"/>
                  <a:ext cx="230760" cy="34128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60" name="Ink 59">
                  <a:extLst>
                    <a:ext uri="{FF2B5EF4-FFF2-40B4-BE49-F238E27FC236}">
                      <a16:creationId xmlns:a16="http://schemas.microsoft.com/office/drawing/2014/main" id="{F586761E-941A-E66E-6910-767D1E65141C}"/>
                    </a:ext>
                  </a:extLst>
                </p14:cNvPr>
                <p14:cNvContentPartPr/>
                <p14:nvPr/>
              </p14:nvContentPartPr>
              <p14:xfrm>
                <a:off x="7008660" y="1006860"/>
                <a:ext cx="133560" cy="14760"/>
              </p14:xfrm>
            </p:contentPart>
          </mc:Choice>
          <mc:Fallback xmlns="">
            <p:pic>
              <p:nvPicPr>
                <p:cNvPr id="60" name="Ink 59">
                  <a:extLst>
                    <a:ext uri="{FF2B5EF4-FFF2-40B4-BE49-F238E27FC236}">
                      <a16:creationId xmlns:a16="http://schemas.microsoft.com/office/drawing/2014/main" id="{F586761E-941A-E66E-6910-767D1E65141C}"/>
                    </a:ext>
                  </a:extLst>
                </p:cNvPr>
                <p:cNvPicPr/>
                <p:nvPr/>
              </p:nvPicPr>
              <p:blipFill>
                <a:blip r:embed="rId79"/>
                <a:stretch>
                  <a:fillRect/>
                </a:stretch>
              </p:blipFill>
              <p:spPr>
                <a:xfrm>
                  <a:off x="7000020" y="997860"/>
                  <a:ext cx="151200" cy="324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61" name="Ink 60">
                  <a:extLst>
                    <a:ext uri="{FF2B5EF4-FFF2-40B4-BE49-F238E27FC236}">
                      <a16:creationId xmlns:a16="http://schemas.microsoft.com/office/drawing/2014/main" id="{7BC8C6D6-1062-6B2C-2B6A-E21E444C72C3}"/>
                    </a:ext>
                  </a:extLst>
                </p14:cNvPr>
                <p14:cNvContentPartPr/>
                <p14:nvPr/>
              </p14:nvContentPartPr>
              <p14:xfrm>
                <a:off x="6985620" y="1081020"/>
                <a:ext cx="137880" cy="19080"/>
              </p14:xfrm>
            </p:contentPart>
          </mc:Choice>
          <mc:Fallback xmlns="">
            <p:pic>
              <p:nvPicPr>
                <p:cNvPr id="61" name="Ink 60">
                  <a:extLst>
                    <a:ext uri="{FF2B5EF4-FFF2-40B4-BE49-F238E27FC236}">
                      <a16:creationId xmlns:a16="http://schemas.microsoft.com/office/drawing/2014/main" id="{7BC8C6D6-1062-6B2C-2B6A-E21E444C72C3}"/>
                    </a:ext>
                  </a:extLst>
                </p:cNvPr>
                <p:cNvPicPr/>
                <p:nvPr/>
              </p:nvPicPr>
              <p:blipFill>
                <a:blip r:embed="rId81"/>
                <a:stretch>
                  <a:fillRect/>
                </a:stretch>
              </p:blipFill>
              <p:spPr>
                <a:xfrm>
                  <a:off x="6976980" y="1072380"/>
                  <a:ext cx="15552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62" name="Ink 61">
                  <a:extLst>
                    <a:ext uri="{FF2B5EF4-FFF2-40B4-BE49-F238E27FC236}">
                      <a16:creationId xmlns:a16="http://schemas.microsoft.com/office/drawing/2014/main" id="{72C37FD9-9928-A017-F1D5-11A72D4A87CC}"/>
                    </a:ext>
                  </a:extLst>
                </p14:cNvPr>
                <p14:cNvContentPartPr/>
                <p14:nvPr/>
              </p14:nvContentPartPr>
              <p14:xfrm>
                <a:off x="6512580" y="861060"/>
                <a:ext cx="208800" cy="12240"/>
              </p14:xfrm>
            </p:contentPart>
          </mc:Choice>
          <mc:Fallback xmlns="">
            <p:pic>
              <p:nvPicPr>
                <p:cNvPr id="62" name="Ink 61">
                  <a:extLst>
                    <a:ext uri="{FF2B5EF4-FFF2-40B4-BE49-F238E27FC236}">
                      <a16:creationId xmlns:a16="http://schemas.microsoft.com/office/drawing/2014/main" id="{72C37FD9-9928-A017-F1D5-11A72D4A87CC}"/>
                    </a:ext>
                  </a:extLst>
                </p:cNvPr>
                <p:cNvPicPr/>
                <p:nvPr/>
              </p:nvPicPr>
              <p:blipFill>
                <a:blip r:embed="rId83"/>
                <a:stretch>
                  <a:fillRect/>
                </a:stretch>
              </p:blipFill>
              <p:spPr>
                <a:xfrm>
                  <a:off x="6503580" y="852060"/>
                  <a:ext cx="22644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63" name="Ink 62">
                  <a:extLst>
                    <a:ext uri="{FF2B5EF4-FFF2-40B4-BE49-F238E27FC236}">
                      <a16:creationId xmlns:a16="http://schemas.microsoft.com/office/drawing/2014/main" id="{3C321CD1-2A52-769F-CDCB-632777162894}"/>
                    </a:ext>
                  </a:extLst>
                </p14:cNvPr>
                <p14:cNvContentPartPr/>
                <p14:nvPr/>
              </p14:nvContentPartPr>
              <p14:xfrm>
                <a:off x="6706620" y="838380"/>
                <a:ext cx="20160" cy="51480"/>
              </p14:xfrm>
            </p:contentPart>
          </mc:Choice>
          <mc:Fallback xmlns="">
            <p:pic>
              <p:nvPicPr>
                <p:cNvPr id="63" name="Ink 62">
                  <a:extLst>
                    <a:ext uri="{FF2B5EF4-FFF2-40B4-BE49-F238E27FC236}">
                      <a16:creationId xmlns:a16="http://schemas.microsoft.com/office/drawing/2014/main" id="{3C321CD1-2A52-769F-CDCB-632777162894}"/>
                    </a:ext>
                  </a:extLst>
                </p:cNvPr>
                <p:cNvPicPr/>
                <p:nvPr/>
              </p:nvPicPr>
              <p:blipFill>
                <a:blip r:embed="rId85"/>
                <a:stretch>
                  <a:fillRect/>
                </a:stretch>
              </p:blipFill>
              <p:spPr>
                <a:xfrm>
                  <a:off x="6697620" y="829740"/>
                  <a:ext cx="3780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64" name="Ink 63">
                  <a:extLst>
                    <a:ext uri="{FF2B5EF4-FFF2-40B4-BE49-F238E27FC236}">
                      <a16:creationId xmlns:a16="http://schemas.microsoft.com/office/drawing/2014/main" id="{18DD7861-766B-0490-047F-1A5ADD5FF113}"/>
                    </a:ext>
                  </a:extLst>
                </p14:cNvPr>
                <p14:cNvContentPartPr/>
                <p14:nvPr/>
              </p14:nvContentPartPr>
              <p14:xfrm>
                <a:off x="7324380" y="966180"/>
                <a:ext cx="332280" cy="146880"/>
              </p14:xfrm>
            </p:contentPart>
          </mc:Choice>
          <mc:Fallback xmlns="">
            <p:pic>
              <p:nvPicPr>
                <p:cNvPr id="64" name="Ink 63">
                  <a:extLst>
                    <a:ext uri="{FF2B5EF4-FFF2-40B4-BE49-F238E27FC236}">
                      <a16:creationId xmlns:a16="http://schemas.microsoft.com/office/drawing/2014/main" id="{18DD7861-766B-0490-047F-1A5ADD5FF113}"/>
                    </a:ext>
                  </a:extLst>
                </p:cNvPr>
                <p:cNvPicPr/>
                <p:nvPr/>
              </p:nvPicPr>
              <p:blipFill>
                <a:blip r:embed="rId87"/>
                <a:stretch>
                  <a:fillRect/>
                </a:stretch>
              </p:blipFill>
              <p:spPr>
                <a:xfrm>
                  <a:off x="7315740" y="957180"/>
                  <a:ext cx="349920" cy="16452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65" name="Ink 64">
                  <a:extLst>
                    <a:ext uri="{FF2B5EF4-FFF2-40B4-BE49-F238E27FC236}">
                      <a16:creationId xmlns:a16="http://schemas.microsoft.com/office/drawing/2014/main" id="{54A93C96-C234-A3C8-99A9-5E964A3815AB}"/>
                    </a:ext>
                  </a:extLst>
                </p14:cNvPr>
                <p14:cNvContentPartPr/>
                <p14:nvPr/>
              </p14:nvContentPartPr>
              <p14:xfrm>
                <a:off x="7658460" y="982020"/>
                <a:ext cx="189720" cy="419400"/>
              </p14:xfrm>
            </p:contentPart>
          </mc:Choice>
          <mc:Fallback xmlns="">
            <p:pic>
              <p:nvPicPr>
                <p:cNvPr id="65" name="Ink 64">
                  <a:extLst>
                    <a:ext uri="{FF2B5EF4-FFF2-40B4-BE49-F238E27FC236}">
                      <a16:creationId xmlns:a16="http://schemas.microsoft.com/office/drawing/2014/main" id="{54A93C96-C234-A3C8-99A9-5E964A3815AB}"/>
                    </a:ext>
                  </a:extLst>
                </p:cNvPr>
                <p:cNvPicPr/>
                <p:nvPr/>
              </p:nvPicPr>
              <p:blipFill>
                <a:blip r:embed="rId89"/>
                <a:stretch>
                  <a:fillRect/>
                </a:stretch>
              </p:blipFill>
              <p:spPr>
                <a:xfrm>
                  <a:off x="7649820" y="973020"/>
                  <a:ext cx="207360" cy="43704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66" name="Ink 65">
                  <a:extLst>
                    <a:ext uri="{FF2B5EF4-FFF2-40B4-BE49-F238E27FC236}">
                      <a16:creationId xmlns:a16="http://schemas.microsoft.com/office/drawing/2014/main" id="{B79F3120-07EF-19DC-C0CF-3892D953D01E}"/>
                    </a:ext>
                  </a:extLst>
                </p14:cNvPr>
                <p14:cNvContentPartPr/>
                <p14:nvPr/>
              </p14:nvContentPartPr>
              <p14:xfrm>
                <a:off x="7743420" y="875820"/>
                <a:ext cx="192600" cy="69480"/>
              </p14:xfrm>
            </p:contentPart>
          </mc:Choice>
          <mc:Fallback xmlns="">
            <p:pic>
              <p:nvPicPr>
                <p:cNvPr id="66" name="Ink 65">
                  <a:extLst>
                    <a:ext uri="{FF2B5EF4-FFF2-40B4-BE49-F238E27FC236}">
                      <a16:creationId xmlns:a16="http://schemas.microsoft.com/office/drawing/2014/main" id="{B79F3120-07EF-19DC-C0CF-3892D953D01E}"/>
                    </a:ext>
                  </a:extLst>
                </p:cNvPr>
                <p:cNvPicPr/>
                <p:nvPr/>
              </p:nvPicPr>
              <p:blipFill>
                <a:blip r:embed="rId91"/>
                <a:stretch>
                  <a:fillRect/>
                </a:stretch>
              </p:blipFill>
              <p:spPr>
                <a:xfrm>
                  <a:off x="7734420" y="867180"/>
                  <a:ext cx="210240" cy="8712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67" name="Ink 66">
                  <a:extLst>
                    <a:ext uri="{FF2B5EF4-FFF2-40B4-BE49-F238E27FC236}">
                      <a16:creationId xmlns:a16="http://schemas.microsoft.com/office/drawing/2014/main" id="{4F339B18-8BAB-7025-E509-865B4791512B}"/>
                    </a:ext>
                  </a:extLst>
                </p14:cNvPr>
                <p14:cNvContentPartPr/>
                <p14:nvPr/>
              </p14:nvContentPartPr>
              <p14:xfrm>
                <a:off x="6890580" y="1485660"/>
                <a:ext cx="78840" cy="3960"/>
              </p14:xfrm>
            </p:contentPart>
          </mc:Choice>
          <mc:Fallback xmlns="">
            <p:pic>
              <p:nvPicPr>
                <p:cNvPr id="67" name="Ink 66">
                  <a:extLst>
                    <a:ext uri="{FF2B5EF4-FFF2-40B4-BE49-F238E27FC236}">
                      <a16:creationId xmlns:a16="http://schemas.microsoft.com/office/drawing/2014/main" id="{4F339B18-8BAB-7025-E509-865B4791512B}"/>
                    </a:ext>
                  </a:extLst>
                </p:cNvPr>
                <p:cNvPicPr/>
                <p:nvPr/>
              </p:nvPicPr>
              <p:blipFill>
                <a:blip r:embed="rId93"/>
                <a:stretch>
                  <a:fillRect/>
                </a:stretch>
              </p:blipFill>
              <p:spPr>
                <a:xfrm>
                  <a:off x="6881940" y="1477020"/>
                  <a:ext cx="9648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8" name="Ink 67">
                  <a:extLst>
                    <a:ext uri="{FF2B5EF4-FFF2-40B4-BE49-F238E27FC236}">
                      <a16:creationId xmlns:a16="http://schemas.microsoft.com/office/drawing/2014/main" id="{AB79B57B-4E0C-381A-3C85-C9F891350A77}"/>
                    </a:ext>
                  </a:extLst>
                </p14:cNvPr>
                <p14:cNvContentPartPr/>
                <p14:nvPr/>
              </p14:nvContentPartPr>
              <p14:xfrm>
                <a:off x="6916500" y="1546860"/>
                <a:ext cx="63360" cy="6840"/>
              </p14:xfrm>
            </p:contentPart>
          </mc:Choice>
          <mc:Fallback xmlns="">
            <p:pic>
              <p:nvPicPr>
                <p:cNvPr id="68" name="Ink 67">
                  <a:extLst>
                    <a:ext uri="{FF2B5EF4-FFF2-40B4-BE49-F238E27FC236}">
                      <a16:creationId xmlns:a16="http://schemas.microsoft.com/office/drawing/2014/main" id="{AB79B57B-4E0C-381A-3C85-C9F891350A77}"/>
                    </a:ext>
                  </a:extLst>
                </p:cNvPr>
                <p:cNvPicPr/>
                <p:nvPr/>
              </p:nvPicPr>
              <p:blipFill>
                <a:blip r:embed="rId95"/>
                <a:stretch>
                  <a:fillRect/>
                </a:stretch>
              </p:blipFill>
              <p:spPr>
                <a:xfrm>
                  <a:off x="6907500" y="1538220"/>
                  <a:ext cx="8100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72" name="Ink 71">
                  <a:extLst>
                    <a:ext uri="{FF2B5EF4-FFF2-40B4-BE49-F238E27FC236}">
                      <a16:creationId xmlns:a16="http://schemas.microsoft.com/office/drawing/2014/main" id="{8C709553-0CEC-E55D-6043-DDB8CD04E99A}"/>
                    </a:ext>
                  </a:extLst>
                </p14:cNvPr>
                <p14:cNvContentPartPr/>
                <p14:nvPr/>
              </p14:nvContentPartPr>
              <p14:xfrm>
                <a:off x="7154460" y="1443540"/>
                <a:ext cx="35280" cy="182520"/>
              </p14:xfrm>
            </p:contentPart>
          </mc:Choice>
          <mc:Fallback xmlns="">
            <p:pic>
              <p:nvPicPr>
                <p:cNvPr id="72" name="Ink 71">
                  <a:extLst>
                    <a:ext uri="{FF2B5EF4-FFF2-40B4-BE49-F238E27FC236}">
                      <a16:creationId xmlns:a16="http://schemas.microsoft.com/office/drawing/2014/main" id="{8C709553-0CEC-E55D-6043-DDB8CD04E99A}"/>
                    </a:ext>
                  </a:extLst>
                </p:cNvPr>
                <p:cNvPicPr/>
                <p:nvPr/>
              </p:nvPicPr>
              <p:blipFill>
                <a:blip r:embed="rId97"/>
                <a:stretch>
                  <a:fillRect/>
                </a:stretch>
              </p:blipFill>
              <p:spPr>
                <a:xfrm>
                  <a:off x="7145460" y="1434900"/>
                  <a:ext cx="52920" cy="2001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73" name="Ink 72">
                  <a:extLst>
                    <a:ext uri="{FF2B5EF4-FFF2-40B4-BE49-F238E27FC236}">
                      <a16:creationId xmlns:a16="http://schemas.microsoft.com/office/drawing/2014/main" id="{46FBB291-CE9E-6DCA-71A1-772923C7CD21}"/>
                    </a:ext>
                  </a:extLst>
                </p14:cNvPr>
                <p14:cNvContentPartPr/>
                <p14:nvPr/>
              </p14:nvContentPartPr>
              <p14:xfrm>
                <a:off x="7280460" y="1438860"/>
                <a:ext cx="108000" cy="163800"/>
              </p14:xfrm>
            </p:contentPart>
          </mc:Choice>
          <mc:Fallback xmlns="">
            <p:pic>
              <p:nvPicPr>
                <p:cNvPr id="73" name="Ink 72">
                  <a:extLst>
                    <a:ext uri="{FF2B5EF4-FFF2-40B4-BE49-F238E27FC236}">
                      <a16:creationId xmlns:a16="http://schemas.microsoft.com/office/drawing/2014/main" id="{46FBB291-CE9E-6DCA-71A1-772923C7CD21}"/>
                    </a:ext>
                  </a:extLst>
                </p:cNvPr>
                <p:cNvPicPr/>
                <p:nvPr/>
              </p:nvPicPr>
              <p:blipFill>
                <a:blip r:embed="rId99"/>
                <a:stretch>
                  <a:fillRect/>
                </a:stretch>
              </p:blipFill>
              <p:spPr>
                <a:xfrm>
                  <a:off x="7271820" y="1430220"/>
                  <a:ext cx="125640" cy="1814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74" name="Ink 73">
                  <a:extLst>
                    <a:ext uri="{FF2B5EF4-FFF2-40B4-BE49-F238E27FC236}">
                      <a16:creationId xmlns:a16="http://schemas.microsoft.com/office/drawing/2014/main" id="{117F3475-D7E6-E95C-A8E4-8F9A54CC94EE}"/>
                    </a:ext>
                  </a:extLst>
                </p14:cNvPr>
                <p14:cNvContentPartPr/>
                <p14:nvPr/>
              </p14:nvContentPartPr>
              <p14:xfrm>
                <a:off x="7477740" y="1507980"/>
                <a:ext cx="48600" cy="30960"/>
              </p14:xfrm>
            </p:contentPart>
          </mc:Choice>
          <mc:Fallback xmlns="">
            <p:pic>
              <p:nvPicPr>
                <p:cNvPr id="74" name="Ink 73">
                  <a:extLst>
                    <a:ext uri="{FF2B5EF4-FFF2-40B4-BE49-F238E27FC236}">
                      <a16:creationId xmlns:a16="http://schemas.microsoft.com/office/drawing/2014/main" id="{117F3475-D7E6-E95C-A8E4-8F9A54CC94EE}"/>
                    </a:ext>
                  </a:extLst>
                </p:cNvPr>
                <p:cNvPicPr/>
                <p:nvPr/>
              </p:nvPicPr>
              <p:blipFill>
                <a:blip r:embed="rId101"/>
                <a:stretch>
                  <a:fillRect/>
                </a:stretch>
              </p:blipFill>
              <p:spPr>
                <a:xfrm>
                  <a:off x="7469100" y="1498980"/>
                  <a:ext cx="6624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75" name="Ink 74">
                  <a:extLst>
                    <a:ext uri="{FF2B5EF4-FFF2-40B4-BE49-F238E27FC236}">
                      <a16:creationId xmlns:a16="http://schemas.microsoft.com/office/drawing/2014/main" id="{C066B483-C8F8-51BA-AC6F-1BE14DE91181}"/>
                    </a:ext>
                  </a:extLst>
                </p14:cNvPr>
                <p14:cNvContentPartPr/>
                <p14:nvPr/>
              </p14:nvContentPartPr>
              <p14:xfrm>
                <a:off x="7613100" y="1462260"/>
                <a:ext cx="9360" cy="9000"/>
              </p14:xfrm>
            </p:contentPart>
          </mc:Choice>
          <mc:Fallback xmlns="">
            <p:pic>
              <p:nvPicPr>
                <p:cNvPr id="75" name="Ink 74">
                  <a:extLst>
                    <a:ext uri="{FF2B5EF4-FFF2-40B4-BE49-F238E27FC236}">
                      <a16:creationId xmlns:a16="http://schemas.microsoft.com/office/drawing/2014/main" id="{C066B483-C8F8-51BA-AC6F-1BE14DE91181}"/>
                    </a:ext>
                  </a:extLst>
                </p:cNvPr>
                <p:cNvPicPr/>
                <p:nvPr/>
              </p:nvPicPr>
              <p:blipFill>
                <a:blip r:embed="rId103"/>
                <a:stretch>
                  <a:fillRect/>
                </a:stretch>
              </p:blipFill>
              <p:spPr>
                <a:xfrm>
                  <a:off x="7604460" y="1453260"/>
                  <a:ext cx="2700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76" name="Ink 75">
                  <a:extLst>
                    <a:ext uri="{FF2B5EF4-FFF2-40B4-BE49-F238E27FC236}">
                      <a16:creationId xmlns:a16="http://schemas.microsoft.com/office/drawing/2014/main" id="{4203B2D7-FFF0-3B95-BD70-A8A17F0F8B72}"/>
                    </a:ext>
                  </a:extLst>
                </p14:cNvPr>
                <p14:cNvContentPartPr/>
                <p14:nvPr/>
              </p14:nvContentPartPr>
              <p14:xfrm>
                <a:off x="7591860" y="1460460"/>
                <a:ext cx="113040" cy="128880"/>
              </p14:xfrm>
            </p:contentPart>
          </mc:Choice>
          <mc:Fallback xmlns="">
            <p:pic>
              <p:nvPicPr>
                <p:cNvPr id="76" name="Ink 75">
                  <a:extLst>
                    <a:ext uri="{FF2B5EF4-FFF2-40B4-BE49-F238E27FC236}">
                      <a16:creationId xmlns:a16="http://schemas.microsoft.com/office/drawing/2014/main" id="{4203B2D7-FFF0-3B95-BD70-A8A17F0F8B72}"/>
                    </a:ext>
                  </a:extLst>
                </p:cNvPr>
                <p:cNvPicPr/>
                <p:nvPr/>
              </p:nvPicPr>
              <p:blipFill>
                <a:blip r:embed="rId105"/>
                <a:stretch>
                  <a:fillRect/>
                </a:stretch>
              </p:blipFill>
              <p:spPr>
                <a:xfrm>
                  <a:off x="7582860" y="1451820"/>
                  <a:ext cx="13068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77" name="Ink 76">
                  <a:extLst>
                    <a:ext uri="{FF2B5EF4-FFF2-40B4-BE49-F238E27FC236}">
                      <a16:creationId xmlns:a16="http://schemas.microsoft.com/office/drawing/2014/main" id="{567FFC21-8384-0D28-7C2C-6C7D2F8C5D86}"/>
                    </a:ext>
                  </a:extLst>
                </p14:cNvPr>
                <p14:cNvContentPartPr/>
                <p14:nvPr/>
              </p14:nvContentPartPr>
              <p14:xfrm>
                <a:off x="7803180" y="1439220"/>
                <a:ext cx="146880" cy="147600"/>
              </p14:xfrm>
            </p:contentPart>
          </mc:Choice>
          <mc:Fallback xmlns="">
            <p:pic>
              <p:nvPicPr>
                <p:cNvPr id="77" name="Ink 76">
                  <a:extLst>
                    <a:ext uri="{FF2B5EF4-FFF2-40B4-BE49-F238E27FC236}">
                      <a16:creationId xmlns:a16="http://schemas.microsoft.com/office/drawing/2014/main" id="{567FFC21-8384-0D28-7C2C-6C7D2F8C5D86}"/>
                    </a:ext>
                  </a:extLst>
                </p:cNvPr>
                <p:cNvPicPr/>
                <p:nvPr/>
              </p:nvPicPr>
              <p:blipFill>
                <a:blip r:embed="rId107"/>
                <a:stretch>
                  <a:fillRect/>
                </a:stretch>
              </p:blipFill>
              <p:spPr>
                <a:xfrm>
                  <a:off x="7794540" y="1430220"/>
                  <a:ext cx="16452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78" name="Ink 77">
                  <a:extLst>
                    <a:ext uri="{FF2B5EF4-FFF2-40B4-BE49-F238E27FC236}">
                      <a16:creationId xmlns:a16="http://schemas.microsoft.com/office/drawing/2014/main" id="{D4179D4D-8CC8-12ED-40A7-1152C00C7436}"/>
                    </a:ext>
                  </a:extLst>
                </p14:cNvPr>
                <p14:cNvContentPartPr/>
                <p14:nvPr/>
              </p14:nvContentPartPr>
              <p14:xfrm>
                <a:off x="8062380" y="1407900"/>
                <a:ext cx="274320" cy="331560"/>
              </p14:xfrm>
            </p:contentPart>
          </mc:Choice>
          <mc:Fallback xmlns="">
            <p:pic>
              <p:nvPicPr>
                <p:cNvPr id="78" name="Ink 77">
                  <a:extLst>
                    <a:ext uri="{FF2B5EF4-FFF2-40B4-BE49-F238E27FC236}">
                      <a16:creationId xmlns:a16="http://schemas.microsoft.com/office/drawing/2014/main" id="{D4179D4D-8CC8-12ED-40A7-1152C00C7436}"/>
                    </a:ext>
                  </a:extLst>
                </p:cNvPr>
                <p:cNvPicPr/>
                <p:nvPr/>
              </p:nvPicPr>
              <p:blipFill>
                <a:blip r:embed="rId109"/>
                <a:stretch>
                  <a:fillRect/>
                </a:stretch>
              </p:blipFill>
              <p:spPr>
                <a:xfrm>
                  <a:off x="8053740" y="1398900"/>
                  <a:ext cx="291960" cy="34920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79" name="Ink 78">
                  <a:extLst>
                    <a:ext uri="{FF2B5EF4-FFF2-40B4-BE49-F238E27FC236}">
                      <a16:creationId xmlns:a16="http://schemas.microsoft.com/office/drawing/2014/main" id="{FEAF6BA8-6BA1-180D-A1C4-AF6ECBE3DD6D}"/>
                    </a:ext>
                  </a:extLst>
                </p14:cNvPr>
                <p14:cNvContentPartPr/>
                <p14:nvPr/>
              </p14:nvContentPartPr>
              <p14:xfrm>
                <a:off x="8432460" y="1276140"/>
                <a:ext cx="42840" cy="337680"/>
              </p14:xfrm>
            </p:contentPart>
          </mc:Choice>
          <mc:Fallback xmlns="">
            <p:pic>
              <p:nvPicPr>
                <p:cNvPr id="79" name="Ink 78">
                  <a:extLst>
                    <a:ext uri="{FF2B5EF4-FFF2-40B4-BE49-F238E27FC236}">
                      <a16:creationId xmlns:a16="http://schemas.microsoft.com/office/drawing/2014/main" id="{FEAF6BA8-6BA1-180D-A1C4-AF6ECBE3DD6D}"/>
                    </a:ext>
                  </a:extLst>
                </p:cNvPr>
                <p:cNvPicPr/>
                <p:nvPr/>
              </p:nvPicPr>
              <p:blipFill>
                <a:blip r:embed="rId111"/>
                <a:stretch>
                  <a:fillRect/>
                </a:stretch>
              </p:blipFill>
              <p:spPr>
                <a:xfrm>
                  <a:off x="8423460" y="1267140"/>
                  <a:ext cx="60480" cy="355320"/>
                </a:xfrm>
                <a:prstGeom prst="rect">
                  <a:avLst/>
                </a:prstGeom>
              </p:spPr>
            </p:pic>
          </mc:Fallback>
        </mc:AlternateContent>
      </p:grpSp>
      <p:grpSp>
        <p:nvGrpSpPr>
          <p:cNvPr id="91" name="Group 90">
            <a:extLst>
              <a:ext uri="{FF2B5EF4-FFF2-40B4-BE49-F238E27FC236}">
                <a16:creationId xmlns:a16="http://schemas.microsoft.com/office/drawing/2014/main" id="{95C91E43-3E5B-F7FB-2FBD-A6A2CF49AADF}"/>
              </a:ext>
            </a:extLst>
          </p:cNvPr>
          <p:cNvGrpSpPr/>
          <p:nvPr/>
        </p:nvGrpSpPr>
        <p:grpSpPr>
          <a:xfrm>
            <a:off x="8650620" y="1247340"/>
            <a:ext cx="1827720" cy="361440"/>
            <a:chOff x="8650620" y="1247340"/>
            <a:chExt cx="1827720" cy="361440"/>
          </a:xfrm>
        </p:grpSpPr>
        <mc:AlternateContent xmlns:mc="http://schemas.openxmlformats.org/markup-compatibility/2006" xmlns:p14="http://schemas.microsoft.com/office/powerpoint/2010/main">
          <mc:Choice Requires="p14">
            <p:contentPart p14:bwMode="auto" r:id="rId112">
              <p14:nvContentPartPr>
                <p14:cNvPr id="80" name="Ink 79">
                  <a:extLst>
                    <a:ext uri="{FF2B5EF4-FFF2-40B4-BE49-F238E27FC236}">
                      <a16:creationId xmlns:a16="http://schemas.microsoft.com/office/drawing/2014/main" id="{86AF8B37-7DCE-7C5C-E8FA-71A8E9E686E4}"/>
                    </a:ext>
                  </a:extLst>
                </p14:cNvPr>
                <p14:cNvContentPartPr/>
                <p14:nvPr/>
              </p14:nvContentPartPr>
              <p14:xfrm>
                <a:off x="8650620" y="1299540"/>
                <a:ext cx="59040" cy="257760"/>
              </p14:xfrm>
            </p:contentPart>
          </mc:Choice>
          <mc:Fallback xmlns="">
            <p:pic>
              <p:nvPicPr>
                <p:cNvPr id="80" name="Ink 79">
                  <a:extLst>
                    <a:ext uri="{FF2B5EF4-FFF2-40B4-BE49-F238E27FC236}">
                      <a16:creationId xmlns:a16="http://schemas.microsoft.com/office/drawing/2014/main" id="{86AF8B37-7DCE-7C5C-E8FA-71A8E9E686E4}"/>
                    </a:ext>
                  </a:extLst>
                </p:cNvPr>
                <p:cNvPicPr/>
                <p:nvPr/>
              </p:nvPicPr>
              <p:blipFill>
                <a:blip r:embed="rId113"/>
                <a:stretch>
                  <a:fillRect/>
                </a:stretch>
              </p:blipFill>
              <p:spPr>
                <a:xfrm>
                  <a:off x="8641620" y="1290900"/>
                  <a:ext cx="76680" cy="27540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81" name="Ink 80">
                  <a:extLst>
                    <a:ext uri="{FF2B5EF4-FFF2-40B4-BE49-F238E27FC236}">
                      <a16:creationId xmlns:a16="http://schemas.microsoft.com/office/drawing/2014/main" id="{A0E57E84-3B83-5992-E09B-CA0E42FE14DF}"/>
                    </a:ext>
                  </a:extLst>
                </p14:cNvPr>
                <p14:cNvContentPartPr/>
                <p14:nvPr/>
              </p14:nvContentPartPr>
              <p14:xfrm>
                <a:off x="8777340" y="1348140"/>
                <a:ext cx="131040" cy="149400"/>
              </p14:xfrm>
            </p:contentPart>
          </mc:Choice>
          <mc:Fallback xmlns="">
            <p:pic>
              <p:nvPicPr>
                <p:cNvPr id="81" name="Ink 80">
                  <a:extLst>
                    <a:ext uri="{FF2B5EF4-FFF2-40B4-BE49-F238E27FC236}">
                      <a16:creationId xmlns:a16="http://schemas.microsoft.com/office/drawing/2014/main" id="{A0E57E84-3B83-5992-E09B-CA0E42FE14DF}"/>
                    </a:ext>
                  </a:extLst>
                </p:cNvPr>
                <p:cNvPicPr/>
                <p:nvPr/>
              </p:nvPicPr>
              <p:blipFill>
                <a:blip r:embed="rId115"/>
                <a:stretch>
                  <a:fillRect/>
                </a:stretch>
              </p:blipFill>
              <p:spPr>
                <a:xfrm>
                  <a:off x="8768340" y="1339500"/>
                  <a:ext cx="148680"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82" name="Ink 81">
                  <a:extLst>
                    <a:ext uri="{FF2B5EF4-FFF2-40B4-BE49-F238E27FC236}">
                      <a16:creationId xmlns:a16="http://schemas.microsoft.com/office/drawing/2014/main" id="{47835147-5B5E-4F16-CB20-5A50EBC25E9D}"/>
                    </a:ext>
                  </a:extLst>
                </p14:cNvPr>
                <p14:cNvContentPartPr/>
                <p14:nvPr/>
              </p14:nvContentPartPr>
              <p14:xfrm>
                <a:off x="8962380" y="1443540"/>
                <a:ext cx="360" cy="360"/>
              </p14:xfrm>
            </p:contentPart>
          </mc:Choice>
          <mc:Fallback xmlns="">
            <p:pic>
              <p:nvPicPr>
                <p:cNvPr id="82" name="Ink 81">
                  <a:extLst>
                    <a:ext uri="{FF2B5EF4-FFF2-40B4-BE49-F238E27FC236}">
                      <a16:creationId xmlns:a16="http://schemas.microsoft.com/office/drawing/2014/main" id="{47835147-5B5E-4F16-CB20-5A50EBC25E9D}"/>
                    </a:ext>
                  </a:extLst>
                </p:cNvPr>
                <p:cNvPicPr/>
                <p:nvPr/>
              </p:nvPicPr>
              <p:blipFill>
                <a:blip r:embed="rId117"/>
                <a:stretch>
                  <a:fillRect/>
                </a:stretch>
              </p:blipFill>
              <p:spPr>
                <a:xfrm>
                  <a:off x="8953380" y="143454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83" name="Ink 82">
                  <a:extLst>
                    <a:ext uri="{FF2B5EF4-FFF2-40B4-BE49-F238E27FC236}">
                      <a16:creationId xmlns:a16="http://schemas.microsoft.com/office/drawing/2014/main" id="{9B56843B-BE08-A05F-322D-06324D1FF06A}"/>
                    </a:ext>
                  </a:extLst>
                </p14:cNvPr>
                <p14:cNvContentPartPr/>
                <p14:nvPr/>
              </p14:nvContentPartPr>
              <p14:xfrm>
                <a:off x="9040500" y="1322580"/>
                <a:ext cx="146520" cy="177840"/>
              </p14:xfrm>
            </p:contentPart>
          </mc:Choice>
          <mc:Fallback xmlns="">
            <p:pic>
              <p:nvPicPr>
                <p:cNvPr id="83" name="Ink 82">
                  <a:extLst>
                    <a:ext uri="{FF2B5EF4-FFF2-40B4-BE49-F238E27FC236}">
                      <a16:creationId xmlns:a16="http://schemas.microsoft.com/office/drawing/2014/main" id="{9B56843B-BE08-A05F-322D-06324D1FF06A}"/>
                    </a:ext>
                  </a:extLst>
                </p:cNvPr>
                <p:cNvPicPr/>
                <p:nvPr/>
              </p:nvPicPr>
              <p:blipFill>
                <a:blip r:embed="rId119"/>
                <a:stretch>
                  <a:fillRect/>
                </a:stretch>
              </p:blipFill>
              <p:spPr>
                <a:xfrm>
                  <a:off x="9031860" y="1313580"/>
                  <a:ext cx="164160" cy="19548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84" name="Ink 83">
                  <a:extLst>
                    <a:ext uri="{FF2B5EF4-FFF2-40B4-BE49-F238E27FC236}">
                      <a16:creationId xmlns:a16="http://schemas.microsoft.com/office/drawing/2014/main" id="{D7C03208-6529-C892-2ABA-F4EF9702E685}"/>
                    </a:ext>
                  </a:extLst>
                </p14:cNvPr>
                <p14:cNvContentPartPr/>
                <p14:nvPr/>
              </p14:nvContentPartPr>
              <p14:xfrm>
                <a:off x="9233100" y="1310340"/>
                <a:ext cx="178920" cy="181080"/>
              </p14:xfrm>
            </p:contentPart>
          </mc:Choice>
          <mc:Fallback xmlns="">
            <p:pic>
              <p:nvPicPr>
                <p:cNvPr id="84" name="Ink 83">
                  <a:extLst>
                    <a:ext uri="{FF2B5EF4-FFF2-40B4-BE49-F238E27FC236}">
                      <a16:creationId xmlns:a16="http://schemas.microsoft.com/office/drawing/2014/main" id="{D7C03208-6529-C892-2ABA-F4EF9702E685}"/>
                    </a:ext>
                  </a:extLst>
                </p:cNvPr>
                <p:cNvPicPr/>
                <p:nvPr/>
              </p:nvPicPr>
              <p:blipFill>
                <a:blip r:embed="rId121"/>
                <a:stretch>
                  <a:fillRect/>
                </a:stretch>
              </p:blipFill>
              <p:spPr>
                <a:xfrm>
                  <a:off x="9224100" y="1301340"/>
                  <a:ext cx="19656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85" name="Ink 84">
                  <a:extLst>
                    <a:ext uri="{FF2B5EF4-FFF2-40B4-BE49-F238E27FC236}">
                      <a16:creationId xmlns:a16="http://schemas.microsoft.com/office/drawing/2014/main" id="{EDB8F6D7-8745-FAE6-6E03-0FE9A1FC3188}"/>
                    </a:ext>
                  </a:extLst>
                </p14:cNvPr>
                <p14:cNvContentPartPr/>
                <p14:nvPr/>
              </p14:nvContentPartPr>
              <p14:xfrm>
                <a:off x="8974620" y="1422300"/>
                <a:ext cx="24840" cy="16200"/>
              </p14:xfrm>
            </p:contentPart>
          </mc:Choice>
          <mc:Fallback xmlns="">
            <p:pic>
              <p:nvPicPr>
                <p:cNvPr id="85" name="Ink 84">
                  <a:extLst>
                    <a:ext uri="{FF2B5EF4-FFF2-40B4-BE49-F238E27FC236}">
                      <a16:creationId xmlns:a16="http://schemas.microsoft.com/office/drawing/2014/main" id="{EDB8F6D7-8745-FAE6-6E03-0FE9A1FC3188}"/>
                    </a:ext>
                  </a:extLst>
                </p:cNvPr>
                <p:cNvPicPr/>
                <p:nvPr/>
              </p:nvPicPr>
              <p:blipFill>
                <a:blip r:embed="rId123"/>
                <a:stretch>
                  <a:fillRect/>
                </a:stretch>
              </p:blipFill>
              <p:spPr>
                <a:xfrm>
                  <a:off x="8965620" y="1413300"/>
                  <a:ext cx="4248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86" name="Ink 85">
                  <a:extLst>
                    <a:ext uri="{FF2B5EF4-FFF2-40B4-BE49-F238E27FC236}">
                      <a16:creationId xmlns:a16="http://schemas.microsoft.com/office/drawing/2014/main" id="{BB3E14FC-0A80-0CC5-916E-93CDE32FA4C8}"/>
                    </a:ext>
                  </a:extLst>
                </p14:cNvPr>
                <p14:cNvContentPartPr/>
                <p14:nvPr/>
              </p14:nvContentPartPr>
              <p14:xfrm>
                <a:off x="9581220" y="1329780"/>
                <a:ext cx="23400" cy="156600"/>
              </p14:xfrm>
            </p:contentPart>
          </mc:Choice>
          <mc:Fallback xmlns="">
            <p:pic>
              <p:nvPicPr>
                <p:cNvPr id="86" name="Ink 85">
                  <a:extLst>
                    <a:ext uri="{FF2B5EF4-FFF2-40B4-BE49-F238E27FC236}">
                      <a16:creationId xmlns:a16="http://schemas.microsoft.com/office/drawing/2014/main" id="{BB3E14FC-0A80-0CC5-916E-93CDE32FA4C8}"/>
                    </a:ext>
                  </a:extLst>
                </p:cNvPr>
                <p:cNvPicPr/>
                <p:nvPr/>
              </p:nvPicPr>
              <p:blipFill>
                <a:blip r:embed="rId125"/>
                <a:stretch>
                  <a:fillRect/>
                </a:stretch>
              </p:blipFill>
              <p:spPr>
                <a:xfrm>
                  <a:off x="9572220" y="1321140"/>
                  <a:ext cx="4104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87" name="Ink 86">
                  <a:extLst>
                    <a:ext uri="{FF2B5EF4-FFF2-40B4-BE49-F238E27FC236}">
                      <a16:creationId xmlns:a16="http://schemas.microsoft.com/office/drawing/2014/main" id="{5CE3B2BB-AA6C-3F76-6E62-DE760D7D7019}"/>
                    </a:ext>
                  </a:extLst>
                </p14:cNvPr>
                <p14:cNvContentPartPr/>
                <p14:nvPr/>
              </p14:nvContentPartPr>
              <p14:xfrm>
                <a:off x="9561060" y="1306380"/>
                <a:ext cx="424080" cy="302400"/>
              </p14:xfrm>
            </p:contentPart>
          </mc:Choice>
          <mc:Fallback xmlns="">
            <p:pic>
              <p:nvPicPr>
                <p:cNvPr id="87" name="Ink 86">
                  <a:extLst>
                    <a:ext uri="{FF2B5EF4-FFF2-40B4-BE49-F238E27FC236}">
                      <a16:creationId xmlns:a16="http://schemas.microsoft.com/office/drawing/2014/main" id="{5CE3B2BB-AA6C-3F76-6E62-DE760D7D7019}"/>
                    </a:ext>
                  </a:extLst>
                </p:cNvPr>
                <p:cNvPicPr/>
                <p:nvPr/>
              </p:nvPicPr>
              <p:blipFill>
                <a:blip r:embed="rId127"/>
                <a:stretch>
                  <a:fillRect/>
                </a:stretch>
              </p:blipFill>
              <p:spPr>
                <a:xfrm>
                  <a:off x="9552060" y="1297740"/>
                  <a:ext cx="441720" cy="32004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88" name="Ink 87">
                  <a:extLst>
                    <a:ext uri="{FF2B5EF4-FFF2-40B4-BE49-F238E27FC236}">
                      <a16:creationId xmlns:a16="http://schemas.microsoft.com/office/drawing/2014/main" id="{CB43A89C-BDFF-45A2-824D-D1582CF432E0}"/>
                    </a:ext>
                  </a:extLst>
                </p14:cNvPr>
                <p14:cNvContentPartPr/>
                <p14:nvPr/>
              </p14:nvContentPartPr>
              <p14:xfrm>
                <a:off x="9976140" y="1389540"/>
                <a:ext cx="116640" cy="130680"/>
              </p14:xfrm>
            </p:contentPart>
          </mc:Choice>
          <mc:Fallback xmlns="">
            <p:pic>
              <p:nvPicPr>
                <p:cNvPr id="88" name="Ink 87">
                  <a:extLst>
                    <a:ext uri="{FF2B5EF4-FFF2-40B4-BE49-F238E27FC236}">
                      <a16:creationId xmlns:a16="http://schemas.microsoft.com/office/drawing/2014/main" id="{CB43A89C-BDFF-45A2-824D-D1582CF432E0}"/>
                    </a:ext>
                  </a:extLst>
                </p:cNvPr>
                <p:cNvPicPr/>
                <p:nvPr/>
              </p:nvPicPr>
              <p:blipFill>
                <a:blip r:embed="rId129"/>
                <a:stretch>
                  <a:fillRect/>
                </a:stretch>
              </p:blipFill>
              <p:spPr>
                <a:xfrm>
                  <a:off x="9967140" y="1380900"/>
                  <a:ext cx="134280" cy="14832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89" name="Ink 88">
                  <a:extLst>
                    <a:ext uri="{FF2B5EF4-FFF2-40B4-BE49-F238E27FC236}">
                      <a16:creationId xmlns:a16="http://schemas.microsoft.com/office/drawing/2014/main" id="{1F9C1589-3F5C-AF48-4280-6051026C8366}"/>
                    </a:ext>
                  </a:extLst>
                </p14:cNvPr>
                <p14:cNvContentPartPr/>
                <p14:nvPr/>
              </p14:nvContentPartPr>
              <p14:xfrm>
                <a:off x="10232100" y="1272180"/>
                <a:ext cx="74880" cy="131760"/>
              </p14:xfrm>
            </p:contentPart>
          </mc:Choice>
          <mc:Fallback xmlns="">
            <p:pic>
              <p:nvPicPr>
                <p:cNvPr id="89" name="Ink 88">
                  <a:extLst>
                    <a:ext uri="{FF2B5EF4-FFF2-40B4-BE49-F238E27FC236}">
                      <a16:creationId xmlns:a16="http://schemas.microsoft.com/office/drawing/2014/main" id="{1F9C1589-3F5C-AF48-4280-6051026C8366}"/>
                    </a:ext>
                  </a:extLst>
                </p:cNvPr>
                <p:cNvPicPr/>
                <p:nvPr/>
              </p:nvPicPr>
              <p:blipFill>
                <a:blip r:embed="rId131"/>
                <a:stretch>
                  <a:fillRect/>
                </a:stretch>
              </p:blipFill>
              <p:spPr>
                <a:xfrm>
                  <a:off x="10223100" y="1263540"/>
                  <a:ext cx="9252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90" name="Ink 89">
                  <a:extLst>
                    <a:ext uri="{FF2B5EF4-FFF2-40B4-BE49-F238E27FC236}">
                      <a16:creationId xmlns:a16="http://schemas.microsoft.com/office/drawing/2014/main" id="{390FD5D7-6B3B-000C-2DBB-127D07BACABE}"/>
                    </a:ext>
                  </a:extLst>
                </p14:cNvPr>
                <p14:cNvContentPartPr/>
                <p14:nvPr/>
              </p14:nvContentPartPr>
              <p14:xfrm>
                <a:off x="10417860" y="1247340"/>
                <a:ext cx="60480" cy="318600"/>
              </p14:xfrm>
            </p:contentPart>
          </mc:Choice>
          <mc:Fallback xmlns="">
            <p:pic>
              <p:nvPicPr>
                <p:cNvPr id="90" name="Ink 89">
                  <a:extLst>
                    <a:ext uri="{FF2B5EF4-FFF2-40B4-BE49-F238E27FC236}">
                      <a16:creationId xmlns:a16="http://schemas.microsoft.com/office/drawing/2014/main" id="{390FD5D7-6B3B-000C-2DBB-127D07BACABE}"/>
                    </a:ext>
                  </a:extLst>
                </p:cNvPr>
                <p:cNvPicPr/>
                <p:nvPr/>
              </p:nvPicPr>
              <p:blipFill>
                <a:blip r:embed="rId133"/>
                <a:stretch>
                  <a:fillRect/>
                </a:stretch>
              </p:blipFill>
              <p:spPr>
                <a:xfrm>
                  <a:off x="10409220" y="1238340"/>
                  <a:ext cx="78120" cy="336240"/>
                </a:xfrm>
                <a:prstGeom prst="rect">
                  <a:avLst/>
                </a:prstGeom>
              </p:spPr>
            </p:pic>
          </mc:Fallback>
        </mc:AlternateContent>
      </p:grpSp>
      <p:grpSp>
        <p:nvGrpSpPr>
          <p:cNvPr id="95" name="Group 94">
            <a:extLst>
              <a:ext uri="{FF2B5EF4-FFF2-40B4-BE49-F238E27FC236}">
                <a16:creationId xmlns:a16="http://schemas.microsoft.com/office/drawing/2014/main" id="{E96B25E1-0A03-27F4-D58F-2C2135813E10}"/>
              </a:ext>
            </a:extLst>
          </p:cNvPr>
          <p:cNvGrpSpPr/>
          <p:nvPr/>
        </p:nvGrpSpPr>
        <p:grpSpPr>
          <a:xfrm>
            <a:off x="6880140" y="1982820"/>
            <a:ext cx="140040" cy="90360"/>
            <a:chOff x="6880140" y="1982820"/>
            <a:chExt cx="140040" cy="90360"/>
          </a:xfrm>
        </p:grpSpPr>
        <mc:AlternateContent xmlns:mc="http://schemas.openxmlformats.org/markup-compatibility/2006" xmlns:p14="http://schemas.microsoft.com/office/powerpoint/2010/main">
          <mc:Choice Requires="p14">
            <p:contentPart p14:bwMode="auto" r:id="rId134">
              <p14:nvContentPartPr>
                <p14:cNvPr id="93" name="Ink 92">
                  <a:extLst>
                    <a:ext uri="{FF2B5EF4-FFF2-40B4-BE49-F238E27FC236}">
                      <a16:creationId xmlns:a16="http://schemas.microsoft.com/office/drawing/2014/main" id="{1D40AEEB-502B-A8D5-F9B8-AEAC777D8ECB}"/>
                    </a:ext>
                  </a:extLst>
                </p14:cNvPr>
                <p14:cNvContentPartPr/>
                <p14:nvPr/>
              </p14:nvContentPartPr>
              <p14:xfrm>
                <a:off x="6895620" y="1982820"/>
                <a:ext cx="124560" cy="24840"/>
              </p14:xfrm>
            </p:contentPart>
          </mc:Choice>
          <mc:Fallback xmlns="">
            <p:pic>
              <p:nvPicPr>
                <p:cNvPr id="93" name="Ink 92">
                  <a:extLst>
                    <a:ext uri="{FF2B5EF4-FFF2-40B4-BE49-F238E27FC236}">
                      <a16:creationId xmlns:a16="http://schemas.microsoft.com/office/drawing/2014/main" id="{1D40AEEB-502B-A8D5-F9B8-AEAC777D8ECB}"/>
                    </a:ext>
                  </a:extLst>
                </p:cNvPr>
                <p:cNvPicPr/>
                <p:nvPr/>
              </p:nvPicPr>
              <p:blipFill>
                <a:blip r:embed="rId135"/>
                <a:stretch>
                  <a:fillRect/>
                </a:stretch>
              </p:blipFill>
              <p:spPr>
                <a:xfrm>
                  <a:off x="6886980" y="1974180"/>
                  <a:ext cx="14220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94" name="Ink 93">
                  <a:extLst>
                    <a:ext uri="{FF2B5EF4-FFF2-40B4-BE49-F238E27FC236}">
                      <a16:creationId xmlns:a16="http://schemas.microsoft.com/office/drawing/2014/main" id="{7E237F70-9F70-EDBC-1893-BF6DD440FC3D}"/>
                    </a:ext>
                  </a:extLst>
                </p14:cNvPr>
                <p14:cNvContentPartPr/>
                <p14:nvPr/>
              </p14:nvContentPartPr>
              <p14:xfrm>
                <a:off x="6880140" y="2068860"/>
                <a:ext cx="124920" cy="4320"/>
              </p14:xfrm>
            </p:contentPart>
          </mc:Choice>
          <mc:Fallback xmlns="">
            <p:pic>
              <p:nvPicPr>
                <p:cNvPr id="94" name="Ink 93">
                  <a:extLst>
                    <a:ext uri="{FF2B5EF4-FFF2-40B4-BE49-F238E27FC236}">
                      <a16:creationId xmlns:a16="http://schemas.microsoft.com/office/drawing/2014/main" id="{7E237F70-9F70-EDBC-1893-BF6DD440FC3D}"/>
                    </a:ext>
                  </a:extLst>
                </p:cNvPr>
                <p:cNvPicPr/>
                <p:nvPr/>
              </p:nvPicPr>
              <p:blipFill>
                <a:blip r:embed="rId137"/>
                <a:stretch>
                  <a:fillRect/>
                </a:stretch>
              </p:blipFill>
              <p:spPr>
                <a:xfrm>
                  <a:off x="6871500" y="2059860"/>
                  <a:ext cx="142560" cy="21960"/>
                </a:xfrm>
                <a:prstGeom prst="rect">
                  <a:avLst/>
                </a:prstGeom>
              </p:spPr>
            </p:pic>
          </mc:Fallback>
        </mc:AlternateContent>
      </p:grpSp>
      <p:grpSp>
        <p:nvGrpSpPr>
          <p:cNvPr id="102" name="Group 101">
            <a:extLst>
              <a:ext uri="{FF2B5EF4-FFF2-40B4-BE49-F238E27FC236}">
                <a16:creationId xmlns:a16="http://schemas.microsoft.com/office/drawing/2014/main" id="{56B99E2D-3D8C-5AC3-00B6-CF94A008D5A0}"/>
              </a:ext>
            </a:extLst>
          </p:cNvPr>
          <p:cNvGrpSpPr/>
          <p:nvPr/>
        </p:nvGrpSpPr>
        <p:grpSpPr>
          <a:xfrm>
            <a:off x="7258140" y="1794180"/>
            <a:ext cx="981360" cy="276480"/>
            <a:chOff x="7258140" y="1794180"/>
            <a:chExt cx="981360" cy="276480"/>
          </a:xfrm>
        </p:grpSpPr>
        <mc:AlternateContent xmlns:mc="http://schemas.openxmlformats.org/markup-compatibility/2006" xmlns:p14="http://schemas.microsoft.com/office/powerpoint/2010/main">
          <mc:Choice Requires="p14">
            <p:contentPart p14:bwMode="auto" r:id="rId138">
              <p14:nvContentPartPr>
                <p14:cNvPr id="96" name="Ink 95">
                  <a:extLst>
                    <a:ext uri="{FF2B5EF4-FFF2-40B4-BE49-F238E27FC236}">
                      <a16:creationId xmlns:a16="http://schemas.microsoft.com/office/drawing/2014/main" id="{26FDF7D1-3435-88AF-0CD9-1D0330B96AF4}"/>
                    </a:ext>
                  </a:extLst>
                </p14:cNvPr>
                <p14:cNvContentPartPr/>
                <p14:nvPr/>
              </p14:nvContentPartPr>
              <p14:xfrm>
                <a:off x="7258140" y="1835940"/>
                <a:ext cx="31320" cy="128160"/>
              </p14:xfrm>
            </p:contentPart>
          </mc:Choice>
          <mc:Fallback xmlns="">
            <p:pic>
              <p:nvPicPr>
                <p:cNvPr id="96" name="Ink 95">
                  <a:extLst>
                    <a:ext uri="{FF2B5EF4-FFF2-40B4-BE49-F238E27FC236}">
                      <a16:creationId xmlns:a16="http://schemas.microsoft.com/office/drawing/2014/main" id="{26FDF7D1-3435-88AF-0CD9-1D0330B96AF4}"/>
                    </a:ext>
                  </a:extLst>
                </p:cNvPr>
                <p:cNvPicPr/>
                <p:nvPr/>
              </p:nvPicPr>
              <p:blipFill>
                <a:blip r:embed="rId139"/>
                <a:stretch>
                  <a:fillRect/>
                </a:stretch>
              </p:blipFill>
              <p:spPr>
                <a:xfrm>
                  <a:off x="7249500" y="1826940"/>
                  <a:ext cx="48960" cy="14580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97" name="Ink 96">
                  <a:extLst>
                    <a:ext uri="{FF2B5EF4-FFF2-40B4-BE49-F238E27FC236}">
                      <a16:creationId xmlns:a16="http://schemas.microsoft.com/office/drawing/2014/main" id="{074ADB53-060B-2BDD-9083-620FE74B1047}"/>
                    </a:ext>
                  </a:extLst>
                </p14:cNvPr>
                <p14:cNvContentPartPr/>
                <p14:nvPr/>
              </p14:nvContentPartPr>
              <p14:xfrm>
                <a:off x="7382700" y="1794180"/>
                <a:ext cx="148320" cy="241200"/>
              </p14:xfrm>
            </p:contentPart>
          </mc:Choice>
          <mc:Fallback xmlns="">
            <p:pic>
              <p:nvPicPr>
                <p:cNvPr id="97" name="Ink 96">
                  <a:extLst>
                    <a:ext uri="{FF2B5EF4-FFF2-40B4-BE49-F238E27FC236}">
                      <a16:creationId xmlns:a16="http://schemas.microsoft.com/office/drawing/2014/main" id="{074ADB53-060B-2BDD-9083-620FE74B1047}"/>
                    </a:ext>
                  </a:extLst>
                </p:cNvPr>
                <p:cNvPicPr/>
                <p:nvPr/>
              </p:nvPicPr>
              <p:blipFill>
                <a:blip r:embed="rId141"/>
                <a:stretch>
                  <a:fillRect/>
                </a:stretch>
              </p:blipFill>
              <p:spPr>
                <a:xfrm>
                  <a:off x="7373700" y="1785540"/>
                  <a:ext cx="165960" cy="25884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98" name="Ink 97">
                  <a:extLst>
                    <a:ext uri="{FF2B5EF4-FFF2-40B4-BE49-F238E27FC236}">
                      <a16:creationId xmlns:a16="http://schemas.microsoft.com/office/drawing/2014/main" id="{68FE5CFC-2C74-9D29-6231-85C0B4C9B285}"/>
                    </a:ext>
                  </a:extLst>
                </p14:cNvPr>
                <p14:cNvContentPartPr/>
                <p14:nvPr/>
              </p14:nvContentPartPr>
              <p14:xfrm>
                <a:off x="7634700" y="1907220"/>
                <a:ext cx="14040" cy="25920"/>
              </p14:xfrm>
            </p:contentPart>
          </mc:Choice>
          <mc:Fallback xmlns="">
            <p:pic>
              <p:nvPicPr>
                <p:cNvPr id="98" name="Ink 97">
                  <a:extLst>
                    <a:ext uri="{FF2B5EF4-FFF2-40B4-BE49-F238E27FC236}">
                      <a16:creationId xmlns:a16="http://schemas.microsoft.com/office/drawing/2014/main" id="{68FE5CFC-2C74-9D29-6231-85C0B4C9B285}"/>
                    </a:ext>
                  </a:extLst>
                </p:cNvPr>
                <p:cNvPicPr/>
                <p:nvPr/>
              </p:nvPicPr>
              <p:blipFill>
                <a:blip r:embed="rId143"/>
                <a:stretch>
                  <a:fillRect/>
                </a:stretch>
              </p:blipFill>
              <p:spPr>
                <a:xfrm>
                  <a:off x="7625700" y="1898220"/>
                  <a:ext cx="3168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99" name="Ink 98">
                  <a:extLst>
                    <a:ext uri="{FF2B5EF4-FFF2-40B4-BE49-F238E27FC236}">
                      <a16:creationId xmlns:a16="http://schemas.microsoft.com/office/drawing/2014/main" id="{58509902-3CD7-92AF-B83C-D280A2512080}"/>
                    </a:ext>
                  </a:extLst>
                </p14:cNvPr>
                <p14:cNvContentPartPr/>
                <p14:nvPr/>
              </p14:nvContentPartPr>
              <p14:xfrm>
                <a:off x="7726500" y="1841340"/>
                <a:ext cx="128160" cy="193320"/>
              </p14:xfrm>
            </p:contentPart>
          </mc:Choice>
          <mc:Fallback xmlns="">
            <p:pic>
              <p:nvPicPr>
                <p:cNvPr id="99" name="Ink 98">
                  <a:extLst>
                    <a:ext uri="{FF2B5EF4-FFF2-40B4-BE49-F238E27FC236}">
                      <a16:creationId xmlns:a16="http://schemas.microsoft.com/office/drawing/2014/main" id="{58509902-3CD7-92AF-B83C-D280A2512080}"/>
                    </a:ext>
                  </a:extLst>
                </p:cNvPr>
                <p:cNvPicPr/>
                <p:nvPr/>
              </p:nvPicPr>
              <p:blipFill>
                <a:blip r:embed="rId145"/>
                <a:stretch>
                  <a:fillRect/>
                </a:stretch>
              </p:blipFill>
              <p:spPr>
                <a:xfrm>
                  <a:off x="7717500" y="1832340"/>
                  <a:ext cx="145800" cy="21096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100" name="Ink 99">
                  <a:extLst>
                    <a:ext uri="{FF2B5EF4-FFF2-40B4-BE49-F238E27FC236}">
                      <a16:creationId xmlns:a16="http://schemas.microsoft.com/office/drawing/2014/main" id="{7C83AD3D-E52F-E927-D161-4C1243AD3745}"/>
                    </a:ext>
                  </a:extLst>
                </p14:cNvPr>
                <p14:cNvContentPartPr/>
                <p14:nvPr/>
              </p14:nvContentPartPr>
              <p14:xfrm>
                <a:off x="7986780" y="1884180"/>
                <a:ext cx="72720" cy="173160"/>
              </p14:xfrm>
            </p:contentPart>
          </mc:Choice>
          <mc:Fallback xmlns="">
            <p:pic>
              <p:nvPicPr>
                <p:cNvPr id="100" name="Ink 99">
                  <a:extLst>
                    <a:ext uri="{FF2B5EF4-FFF2-40B4-BE49-F238E27FC236}">
                      <a16:creationId xmlns:a16="http://schemas.microsoft.com/office/drawing/2014/main" id="{7C83AD3D-E52F-E927-D161-4C1243AD3745}"/>
                    </a:ext>
                  </a:extLst>
                </p:cNvPr>
                <p:cNvPicPr/>
                <p:nvPr/>
              </p:nvPicPr>
              <p:blipFill>
                <a:blip r:embed="rId147"/>
                <a:stretch>
                  <a:fillRect/>
                </a:stretch>
              </p:blipFill>
              <p:spPr>
                <a:xfrm>
                  <a:off x="7978140" y="1875540"/>
                  <a:ext cx="90360" cy="19080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01" name="Ink 100">
                  <a:extLst>
                    <a:ext uri="{FF2B5EF4-FFF2-40B4-BE49-F238E27FC236}">
                      <a16:creationId xmlns:a16="http://schemas.microsoft.com/office/drawing/2014/main" id="{5FE552E7-C266-9449-EED2-81AE7539C883}"/>
                    </a:ext>
                  </a:extLst>
                </p14:cNvPr>
                <p14:cNvContentPartPr/>
                <p14:nvPr/>
              </p14:nvContentPartPr>
              <p14:xfrm>
                <a:off x="8028540" y="1866180"/>
                <a:ext cx="210960" cy="204480"/>
              </p14:xfrm>
            </p:contentPart>
          </mc:Choice>
          <mc:Fallback xmlns="">
            <p:pic>
              <p:nvPicPr>
                <p:cNvPr id="101" name="Ink 100">
                  <a:extLst>
                    <a:ext uri="{FF2B5EF4-FFF2-40B4-BE49-F238E27FC236}">
                      <a16:creationId xmlns:a16="http://schemas.microsoft.com/office/drawing/2014/main" id="{5FE552E7-C266-9449-EED2-81AE7539C883}"/>
                    </a:ext>
                  </a:extLst>
                </p:cNvPr>
                <p:cNvPicPr/>
                <p:nvPr/>
              </p:nvPicPr>
              <p:blipFill>
                <a:blip r:embed="rId149"/>
                <a:stretch>
                  <a:fillRect/>
                </a:stretch>
              </p:blipFill>
              <p:spPr>
                <a:xfrm>
                  <a:off x="8019540" y="1857180"/>
                  <a:ext cx="228600" cy="222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50">
            <p14:nvContentPartPr>
              <p14:cNvPr id="104" name="Ink 103">
                <a:extLst>
                  <a:ext uri="{FF2B5EF4-FFF2-40B4-BE49-F238E27FC236}">
                    <a16:creationId xmlns:a16="http://schemas.microsoft.com/office/drawing/2014/main" id="{57F42671-320F-1A72-012D-B70ECF63EB75}"/>
                  </a:ext>
                </a:extLst>
              </p14:cNvPr>
              <p14:cNvContentPartPr/>
              <p14:nvPr/>
            </p14:nvContentPartPr>
            <p14:xfrm>
              <a:off x="1951740" y="2813340"/>
              <a:ext cx="360" cy="7920"/>
            </p14:xfrm>
          </p:contentPart>
        </mc:Choice>
        <mc:Fallback xmlns="">
          <p:pic>
            <p:nvPicPr>
              <p:cNvPr id="104" name="Ink 103">
                <a:extLst>
                  <a:ext uri="{FF2B5EF4-FFF2-40B4-BE49-F238E27FC236}">
                    <a16:creationId xmlns:a16="http://schemas.microsoft.com/office/drawing/2014/main" id="{57F42671-320F-1A72-012D-B70ECF63EB75}"/>
                  </a:ext>
                </a:extLst>
              </p:cNvPr>
              <p:cNvPicPr/>
              <p:nvPr/>
            </p:nvPicPr>
            <p:blipFill>
              <a:blip r:embed="rId151"/>
              <a:stretch>
                <a:fillRect/>
              </a:stretch>
            </p:blipFill>
            <p:spPr>
              <a:xfrm>
                <a:off x="1942740" y="2804340"/>
                <a:ext cx="18000" cy="25560"/>
              </a:xfrm>
              <a:prstGeom prst="rect">
                <a:avLst/>
              </a:prstGeom>
            </p:spPr>
          </p:pic>
        </mc:Fallback>
      </mc:AlternateContent>
      <p:grpSp>
        <p:nvGrpSpPr>
          <p:cNvPr id="132" name="Group 131">
            <a:extLst>
              <a:ext uri="{FF2B5EF4-FFF2-40B4-BE49-F238E27FC236}">
                <a16:creationId xmlns:a16="http://schemas.microsoft.com/office/drawing/2014/main" id="{E48D8DAF-B1AF-24AD-C67A-D60727FE5F8E}"/>
              </a:ext>
            </a:extLst>
          </p:cNvPr>
          <p:cNvGrpSpPr/>
          <p:nvPr/>
        </p:nvGrpSpPr>
        <p:grpSpPr>
          <a:xfrm>
            <a:off x="1148940" y="2598420"/>
            <a:ext cx="1018080" cy="410760"/>
            <a:chOff x="1148940" y="2598420"/>
            <a:chExt cx="1018080" cy="410760"/>
          </a:xfrm>
        </p:grpSpPr>
        <mc:AlternateContent xmlns:mc="http://schemas.openxmlformats.org/markup-compatibility/2006" xmlns:p14="http://schemas.microsoft.com/office/powerpoint/2010/main">
          <mc:Choice Requires="p14">
            <p:contentPart p14:bwMode="auto" r:id="rId152">
              <p14:nvContentPartPr>
                <p14:cNvPr id="107" name="Ink 106">
                  <a:extLst>
                    <a:ext uri="{FF2B5EF4-FFF2-40B4-BE49-F238E27FC236}">
                      <a16:creationId xmlns:a16="http://schemas.microsoft.com/office/drawing/2014/main" id="{CF9B962A-41AB-BC9D-D863-22253E99A7A1}"/>
                    </a:ext>
                  </a:extLst>
                </p14:cNvPr>
                <p14:cNvContentPartPr/>
                <p14:nvPr/>
              </p14:nvContentPartPr>
              <p14:xfrm>
                <a:off x="1148940" y="2634420"/>
                <a:ext cx="190080" cy="191160"/>
              </p14:xfrm>
            </p:contentPart>
          </mc:Choice>
          <mc:Fallback xmlns="">
            <p:pic>
              <p:nvPicPr>
                <p:cNvPr id="107" name="Ink 106">
                  <a:extLst>
                    <a:ext uri="{FF2B5EF4-FFF2-40B4-BE49-F238E27FC236}">
                      <a16:creationId xmlns:a16="http://schemas.microsoft.com/office/drawing/2014/main" id="{CF9B962A-41AB-BC9D-D863-22253E99A7A1}"/>
                    </a:ext>
                  </a:extLst>
                </p:cNvPr>
                <p:cNvPicPr/>
                <p:nvPr/>
              </p:nvPicPr>
              <p:blipFill>
                <a:blip r:embed="rId153"/>
                <a:stretch>
                  <a:fillRect/>
                </a:stretch>
              </p:blipFill>
              <p:spPr>
                <a:xfrm>
                  <a:off x="1140300" y="2625780"/>
                  <a:ext cx="207720" cy="20880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08" name="Ink 107">
                  <a:extLst>
                    <a:ext uri="{FF2B5EF4-FFF2-40B4-BE49-F238E27FC236}">
                      <a16:creationId xmlns:a16="http://schemas.microsoft.com/office/drawing/2014/main" id="{BE9A7A4C-1E8D-2170-75F2-BB569C725253}"/>
                    </a:ext>
                  </a:extLst>
                </p14:cNvPr>
                <p14:cNvContentPartPr/>
                <p14:nvPr/>
              </p14:nvContentPartPr>
              <p14:xfrm>
                <a:off x="1357380" y="2662140"/>
                <a:ext cx="186480" cy="146520"/>
              </p14:xfrm>
            </p:contentPart>
          </mc:Choice>
          <mc:Fallback xmlns="">
            <p:pic>
              <p:nvPicPr>
                <p:cNvPr id="108" name="Ink 107">
                  <a:extLst>
                    <a:ext uri="{FF2B5EF4-FFF2-40B4-BE49-F238E27FC236}">
                      <a16:creationId xmlns:a16="http://schemas.microsoft.com/office/drawing/2014/main" id="{BE9A7A4C-1E8D-2170-75F2-BB569C725253}"/>
                    </a:ext>
                  </a:extLst>
                </p:cNvPr>
                <p:cNvPicPr/>
                <p:nvPr/>
              </p:nvPicPr>
              <p:blipFill>
                <a:blip r:embed="rId155"/>
                <a:stretch>
                  <a:fillRect/>
                </a:stretch>
              </p:blipFill>
              <p:spPr>
                <a:xfrm>
                  <a:off x="1348380" y="2653500"/>
                  <a:ext cx="20412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09" name="Ink 108">
                  <a:extLst>
                    <a:ext uri="{FF2B5EF4-FFF2-40B4-BE49-F238E27FC236}">
                      <a16:creationId xmlns:a16="http://schemas.microsoft.com/office/drawing/2014/main" id="{FC590C60-CA21-AF16-039E-9F9115F2EA32}"/>
                    </a:ext>
                  </a:extLst>
                </p14:cNvPr>
                <p14:cNvContentPartPr/>
                <p14:nvPr/>
              </p14:nvContentPartPr>
              <p14:xfrm>
                <a:off x="1657980" y="2674380"/>
                <a:ext cx="19440" cy="99000"/>
              </p14:xfrm>
            </p:contentPart>
          </mc:Choice>
          <mc:Fallback xmlns="">
            <p:pic>
              <p:nvPicPr>
                <p:cNvPr id="109" name="Ink 108">
                  <a:extLst>
                    <a:ext uri="{FF2B5EF4-FFF2-40B4-BE49-F238E27FC236}">
                      <a16:creationId xmlns:a16="http://schemas.microsoft.com/office/drawing/2014/main" id="{FC590C60-CA21-AF16-039E-9F9115F2EA32}"/>
                    </a:ext>
                  </a:extLst>
                </p:cNvPr>
                <p:cNvPicPr/>
                <p:nvPr/>
              </p:nvPicPr>
              <p:blipFill>
                <a:blip r:embed="rId157"/>
                <a:stretch>
                  <a:fillRect/>
                </a:stretch>
              </p:blipFill>
              <p:spPr>
                <a:xfrm>
                  <a:off x="1649340" y="2665380"/>
                  <a:ext cx="37080" cy="11664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10" name="Ink 109">
                  <a:extLst>
                    <a:ext uri="{FF2B5EF4-FFF2-40B4-BE49-F238E27FC236}">
                      <a16:creationId xmlns:a16="http://schemas.microsoft.com/office/drawing/2014/main" id="{826AA15F-DFC6-5876-B452-99B1675C4D84}"/>
                    </a:ext>
                  </a:extLst>
                </p14:cNvPr>
                <p14:cNvContentPartPr/>
                <p14:nvPr/>
              </p14:nvContentPartPr>
              <p14:xfrm>
                <a:off x="1672380" y="2598420"/>
                <a:ext cx="18360" cy="16920"/>
              </p14:xfrm>
            </p:contentPart>
          </mc:Choice>
          <mc:Fallback xmlns="">
            <p:pic>
              <p:nvPicPr>
                <p:cNvPr id="110" name="Ink 109">
                  <a:extLst>
                    <a:ext uri="{FF2B5EF4-FFF2-40B4-BE49-F238E27FC236}">
                      <a16:creationId xmlns:a16="http://schemas.microsoft.com/office/drawing/2014/main" id="{826AA15F-DFC6-5876-B452-99B1675C4D84}"/>
                    </a:ext>
                  </a:extLst>
                </p:cNvPr>
                <p:cNvPicPr/>
                <p:nvPr/>
              </p:nvPicPr>
              <p:blipFill>
                <a:blip r:embed="rId159"/>
                <a:stretch>
                  <a:fillRect/>
                </a:stretch>
              </p:blipFill>
              <p:spPr>
                <a:xfrm>
                  <a:off x="1663740" y="2589780"/>
                  <a:ext cx="3600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12" name="Ink 111">
                  <a:extLst>
                    <a:ext uri="{FF2B5EF4-FFF2-40B4-BE49-F238E27FC236}">
                      <a16:creationId xmlns:a16="http://schemas.microsoft.com/office/drawing/2014/main" id="{16DFF162-9CC2-4F98-ACFD-90F4E1AE466F}"/>
                    </a:ext>
                  </a:extLst>
                </p14:cNvPr>
                <p14:cNvContentPartPr/>
                <p14:nvPr/>
              </p14:nvContentPartPr>
              <p14:xfrm>
                <a:off x="1778220" y="2669340"/>
                <a:ext cx="193680" cy="106920"/>
              </p14:xfrm>
            </p:contentPart>
          </mc:Choice>
          <mc:Fallback xmlns="">
            <p:pic>
              <p:nvPicPr>
                <p:cNvPr id="112" name="Ink 111">
                  <a:extLst>
                    <a:ext uri="{FF2B5EF4-FFF2-40B4-BE49-F238E27FC236}">
                      <a16:creationId xmlns:a16="http://schemas.microsoft.com/office/drawing/2014/main" id="{16DFF162-9CC2-4F98-ACFD-90F4E1AE466F}"/>
                    </a:ext>
                  </a:extLst>
                </p:cNvPr>
                <p:cNvPicPr/>
                <p:nvPr/>
              </p:nvPicPr>
              <p:blipFill>
                <a:blip r:embed="rId161"/>
                <a:stretch>
                  <a:fillRect/>
                </a:stretch>
              </p:blipFill>
              <p:spPr>
                <a:xfrm>
                  <a:off x="1769580" y="2660700"/>
                  <a:ext cx="211320" cy="12456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13" name="Ink 112">
                  <a:extLst>
                    <a:ext uri="{FF2B5EF4-FFF2-40B4-BE49-F238E27FC236}">
                      <a16:creationId xmlns:a16="http://schemas.microsoft.com/office/drawing/2014/main" id="{3CA05346-93F2-BA04-E753-70921294A45B}"/>
                    </a:ext>
                  </a:extLst>
                </p14:cNvPr>
                <p14:cNvContentPartPr/>
                <p14:nvPr/>
              </p14:nvContentPartPr>
              <p14:xfrm>
                <a:off x="1987740" y="2669700"/>
                <a:ext cx="179280" cy="339480"/>
              </p14:xfrm>
            </p:contentPart>
          </mc:Choice>
          <mc:Fallback xmlns="">
            <p:pic>
              <p:nvPicPr>
                <p:cNvPr id="113" name="Ink 112">
                  <a:extLst>
                    <a:ext uri="{FF2B5EF4-FFF2-40B4-BE49-F238E27FC236}">
                      <a16:creationId xmlns:a16="http://schemas.microsoft.com/office/drawing/2014/main" id="{3CA05346-93F2-BA04-E753-70921294A45B}"/>
                    </a:ext>
                  </a:extLst>
                </p:cNvPr>
                <p:cNvPicPr/>
                <p:nvPr/>
              </p:nvPicPr>
              <p:blipFill>
                <a:blip r:embed="rId163"/>
                <a:stretch>
                  <a:fillRect/>
                </a:stretch>
              </p:blipFill>
              <p:spPr>
                <a:xfrm>
                  <a:off x="1978740" y="2661060"/>
                  <a:ext cx="196920" cy="357120"/>
                </a:xfrm>
                <a:prstGeom prst="rect">
                  <a:avLst/>
                </a:prstGeom>
              </p:spPr>
            </p:pic>
          </mc:Fallback>
        </mc:AlternateContent>
      </p:grpSp>
      <p:grpSp>
        <p:nvGrpSpPr>
          <p:cNvPr id="131" name="Group 130">
            <a:extLst>
              <a:ext uri="{FF2B5EF4-FFF2-40B4-BE49-F238E27FC236}">
                <a16:creationId xmlns:a16="http://schemas.microsoft.com/office/drawing/2014/main" id="{144D496A-EFFC-A7AC-D9D9-CDECC48A45E8}"/>
              </a:ext>
            </a:extLst>
          </p:cNvPr>
          <p:cNvGrpSpPr/>
          <p:nvPr/>
        </p:nvGrpSpPr>
        <p:grpSpPr>
          <a:xfrm>
            <a:off x="2506140" y="2459100"/>
            <a:ext cx="1638720" cy="290520"/>
            <a:chOff x="2506140" y="2459100"/>
            <a:chExt cx="1638720" cy="290520"/>
          </a:xfrm>
        </p:grpSpPr>
        <mc:AlternateContent xmlns:mc="http://schemas.openxmlformats.org/markup-compatibility/2006" xmlns:p14="http://schemas.microsoft.com/office/powerpoint/2010/main">
          <mc:Choice Requires="p14">
            <p:contentPart p14:bwMode="auto" r:id="rId164">
              <p14:nvContentPartPr>
                <p14:cNvPr id="114" name="Ink 113">
                  <a:extLst>
                    <a:ext uri="{FF2B5EF4-FFF2-40B4-BE49-F238E27FC236}">
                      <a16:creationId xmlns:a16="http://schemas.microsoft.com/office/drawing/2014/main" id="{953BF797-7ED1-F7A1-E1C6-6B7450A5BCEE}"/>
                    </a:ext>
                  </a:extLst>
                </p14:cNvPr>
                <p14:cNvContentPartPr/>
                <p14:nvPr/>
              </p14:nvContentPartPr>
              <p14:xfrm>
                <a:off x="2506140" y="2539380"/>
                <a:ext cx="201240" cy="191880"/>
              </p14:xfrm>
            </p:contentPart>
          </mc:Choice>
          <mc:Fallback xmlns="">
            <p:pic>
              <p:nvPicPr>
                <p:cNvPr id="114" name="Ink 113">
                  <a:extLst>
                    <a:ext uri="{FF2B5EF4-FFF2-40B4-BE49-F238E27FC236}">
                      <a16:creationId xmlns:a16="http://schemas.microsoft.com/office/drawing/2014/main" id="{953BF797-7ED1-F7A1-E1C6-6B7450A5BCEE}"/>
                    </a:ext>
                  </a:extLst>
                </p:cNvPr>
                <p:cNvPicPr/>
                <p:nvPr/>
              </p:nvPicPr>
              <p:blipFill>
                <a:blip r:embed="rId165"/>
                <a:stretch>
                  <a:fillRect/>
                </a:stretch>
              </p:blipFill>
              <p:spPr>
                <a:xfrm>
                  <a:off x="2497500" y="2530380"/>
                  <a:ext cx="218880" cy="20952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15" name="Ink 114">
                  <a:extLst>
                    <a:ext uri="{FF2B5EF4-FFF2-40B4-BE49-F238E27FC236}">
                      <a16:creationId xmlns:a16="http://schemas.microsoft.com/office/drawing/2014/main" id="{CB0DEBBD-C6B1-1A5F-06B0-BCD6E62E6CB6}"/>
                    </a:ext>
                  </a:extLst>
                </p14:cNvPr>
                <p14:cNvContentPartPr/>
                <p14:nvPr/>
              </p14:nvContentPartPr>
              <p14:xfrm>
                <a:off x="2800980" y="2617500"/>
                <a:ext cx="99000" cy="132120"/>
              </p14:xfrm>
            </p:contentPart>
          </mc:Choice>
          <mc:Fallback xmlns="">
            <p:pic>
              <p:nvPicPr>
                <p:cNvPr id="115" name="Ink 114">
                  <a:extLst>
                    <a:ext uri="{FF2B5EF4-FFF2-40B4-BE49-F238E27FC236}">
                      <a16:creationId xmlns:a16="http://schemas.microsoft.com/office/drawing/2014/main" id="{CB0DEBBD-C6B1-1A5F-06B0-BCD6E62E6CB6}"/>
                    </a:ext>
                  </a:extLst>
                </p:cNvPr>
                <p:cNvPicPr/>
                <p:nvPr/>
              </p:nvPicPr>
              <p:blipFill>
                <a:blip r:embed="rId167"/>
                <a:stretch>
                  <a:fillRect/>
                </a:stretch>
              </p:blipFill>
              <p:spPr>
                <a:xfrm>
                  <a:off x="2791980" y="2608500"/>
                  <a:ext cx="116640" cy="14976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16" name="Ink 115">
                  <a:extLst>
                    <a:ext uri="{FF2B5EF4-FFF2-40B4-BE49-F238E27FC236}">
                      <a16:creationId xmlns:a16="http://schemas.microsoft.com/office/drawing/2014/main" id="{7BBEFBBD-5A06-8E49-33CA-6C83E37FF4AE}"/>
                    </a:ext>
                  </a:extLst>
                </p14:cNvPr>
                <p14:cNvContentPartPr/>
                <p14:nvPr/>
              </p14:nvContentPartPr>
              <p14:xfrm>
                <a:off x="2958660" y="2615700"/>
                <a:ext cx="3600" cy="6840"/>
              </p14:xfrm>
            </p:contentPart>
          </mc:Choice>
          <mc:Fallback xmlns="">
            <p:pic>
              <p:nvPicPr>
                <p:cNvPr id="116" name="Ink 115">
                  <a:extLst>
                    <a:ext uri="{FF2B5EF4-FFF2-40B4-BE49-F238E27FC236}">
                      <a16:creationId xmlns:a16="http://schemas.microsoft.com/office/drawing/2014/main" id="{7BBEFBBD-5A06-8E49-33CA-6C83E37FF4AE}"/>
                    </a:ext>
                  </a:extLst>
                </p:cNvPr>
                <p:cNvPicPr/>
                <p:nvPr/>
              </p:nvPicPr>
              <p:blipFill>
                <a:blip r:embed="rId169"/>
                <a:stretch>
                  <a:fillRect/>
                </a:stretch>
              </p:blipFill>
              <p:spPr>
                <a:xfrm>
                  <a:off x="2949660" y="2606700"/>
                  <a:ext cx="2124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17" name="Ink 116">
                  <a:extLst>
                    <a:ext uri="{FF2B5EF4-FFF2-40B4-BE49-F238E27FC236}">
                      <a16:creationId xmlns:a16="http://schemas.microsoft.com/office/drawing/2014/main" id="{A15B3153-103C-768F-D9C9-8AE194B86F34}"/>
                    </a:ext>
                  </a:extLst>
                </p14:cNvPr>
                <p14:cNvContentPartPr/>
                <p14:nvPr/>
              </p14:nvContentPartPr>
              <p14:xfrm>
                <a:off x="2953620" y="2459100"/>
                <a:ext cx="380880" cy="278280"/>
              </p14:xfrm>
            </p:contentPart>
          </mc:Choice>
          <mc:Fallback xmlns="">
            <p:pic>
              <p:nvPicPr>
                <p:cNvPr id="117" name="Ink 116">
                  <a:extLst>
                    <a:ext uri="{FF2B5EF4-FFF2-40B4-BE49-F238E27FC236}">
                      <a16:creationId xmlns:a16="http://schemas.microsoft.com/office/drawing/2014/main" id="{A15B3153-103C-768F-D9C9-8AE194B86F34}"/>
                    </a:ext>
                  </a:extLst>
                </p:cNvPr>
                <p:cNvPicPr/>
                <p:nvPr/>
              </p:nvPicPr>
              <p:blipFill>
                <a:blip r:embed="rId171"/>
                <a:stretch>
                  <a:fillRect/>
                </a:stretch>
              </p:blipFill>
              <p:spPr>
                <a:xfrm>
                  <a:off x="2944980" y="2450100"/>
                  <a:ext cx="398520" cy="29592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18" name="Ink 117">
                  <a:extLst>
                    <a:ext uri="{FF2B5EF4-FFF2-40B4-BE49-F238E27FC236}">
                      <a16:creationId xmlns:a16="http://schemas.microsoft.com/office/drawing/2014/main" id="{CC35F284-2016-BA57-9153-25E63F77C16B}"/>
                    </a:ext>
                  </a:extLst>
                </p14:cNvPr>
                <p14:cNvContentPartPr/>
                <p14:nvPr/>
              </p14:nvContentPartPr>
              <p14:xfrm>
                <a:off x="3260340" y="2557380"/>
                <a:ext cx="570240" cy="128520"/>
              </p14:xfrm>
            </p:contentPart>
          </mc:Choice>
          <mc:Fallback xmlns="">
            <p:pic>
              <p:nvPicPr>
                <p:cNvPr id="118" name="Ink 117">
                  <a:extLst>
                    <a:ext uri="{FF2B5EF4-FFF2-40B4-BE49-F238E27FC236}">
                      <a16:creationId xmlns:a16="http://schemas.microsoft.com/office/drawing/2014/main" id="{CC35F284-2016-BA57-9153-25E63F77C16B}"/>
                    </a:ext>
                  </a:extLst>
                </p:cNvPr>
                <p:cNvPicPr/>
                <p:nvPr/>
              </p:nvPicPr>
              <p:blipFill>
                <a:blip r:embed="rId173"/>
                <a:stretch>
                  <a:fillRect/>
                </a:stretch>
              </p:blipFill>
              <p:spPr>
                <a:xfrm>
                  <a:off x="3251340" y="2548740"/>
                  <a:ext cx="58788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19" name="Ink 118">
                  <a:extLst>
                    <a:ext uri="{FF2B5EF4-FFF2-40B4-BE49-F238E27FC236}">
                      <a16:creationId xmlns:a16="http://schemas.microsoft.com/office/drawing/2014/main" id="{21B60A28-C39C-8C3C-C8BA-632CA5FB3F17}"/>
                    </a:ext>
                  </a:extLst>
                </p14:cNvPr>
                <p14:cNvContentPartPr/>
                <p14:nvPr/>
              </p14:nvContentPartPr>
              <p14:xfrm>
                <a:off x="3960180" y="2534700"/>
                <a:ext cx="21600" cy="66960"/>
              </p14:xfrm>
            </p:contentPart>
          </mc:Choice>
          <mc:Fallback xmlns="">
            <p:pic>
              <p:nvPicPr>
                <p:cNvPr id="119" name="Ink 118">
                  <a:extLst>
                    <a:ext uri="{FF2B5EF4-FFF2-40B4-BE49-F238E27FC236}">
                      <a16:creationId xmlns:a16="http://schemas.microsoft.com/office/drawing/2014/main" id="{21B60A28-C39C-8C3C-C8BA-632CA5FB3F17}"/>
                    </a:ext>
                  </a:extLst>
                </p:cNvPr>
                <p:cNvPicPr/>
                <p:nvPr/>
              </p:nvPicPr>
              <p:blipFill>
                <a:blip r:embed="rId175"/>
                <a:stretch>
                  <a:fillRect/>
                </a:stretch>
              </p:blipFill>
              <p:spPr>
                <a:xfrm>
                  <a:off x="3951540" y="2525700"/>
                  <a:ext cx="3924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20" name="Ink 119">
                  <a:extLst>
                    <a:ext uri="{FF2B5EF4-FFF2-40B4-BE49-F238E27FC236}">
                      <a16:creationId xmlns:a16="http://schemas.microsoft.com/office/drawing/2014/main" id="{02531B69-11B9-9290-5B0D-12D57AD432ED}"/>
                    </a:ext>
                  </a:extLst>
                </p14:cNvPr>
                <p14:cNvContentPartPr/>
                <p14:nvPr/>
              </p14:nvContentPartPr>
              <p14:xfrm>
                <a:off x="4040460" y="2533980"/>
                <a:ext cx="104400" cy="129600"/>
              </p14:xfrm>
            </p:contentPart>
          </mc:Choice>
          <mc:Fallback xmlns="">
            <p:pic>
              <p:nvPicPr>
                <p:cNvPr id="120" name="Ink 119">
                  <a:extLst>
                    <a:ext uri="{FF2B5EF4-FFF2-40B4-BE49-F238E27FC236}">
                      <a16:creationId xmlns:a16="http://schemas.microsoft.com/office/drawing/2014/main" id="{02531B69-11B9-9290-5B0D-12D57AD432ED}"/>
                    </a:ext>
                  </a:extLst>
                </p:cNvPr>
                <p:cNvPicPr/>
                <p:nvPr/>
              </p:nvPicPr>
              <p:blipFill>
                <a:blip r:embed="rId177"/>
                <a:stretch>
                  <a:fillRect/>
                </a:stretch>
              </p:blipFill>
              <p:spPr>
                <a:xfrm>
                  <a:off x="4031820" y="2525340"/>
                  <a:ext cx="122040" cy="147240"/>
                </a:xfrm>
                <a:prstGeom prst="rect">
                  <a:avLst/>
                </a:prstGeom>
              </p:spPr>
            </p:pic>
          </mc:Fallback>
        </mc:AlternateContent>
      </p:grpSp>
      <p:grpSp>
        <p:nvGrpSpPr>
          <p:cNvPr id="130" name="Group 129">
            <a:extLst>
              <a:ext uri="{FF2B5EF4-FFF2-40B4-BE49-F238E27FC236}">
                <a16:creationId xmlns:a16="http://schemas.microsoft.com/office/drawing/2014/main" id="{2D3E81B5-1D40-ADCA-9F93-9AE53305FA7B}"/>
              </a:ext>
            </a:extLst>
          </p:cNvPr>
          <p:cNvGrpSpPr/>
          <p:nvPr/>
        </p:nvGrpSpPr>
        <p:grpSpPr>
          <a:xfrm>
            <a:off x="4428900" y="2374860"/>
            <a:ext cx="644040" cy="248400"/>
            <a:chOff x="4428900" y="2374860"/>
            <a:chExt cx="644040" cy="248400"/>
          </a:xfrm>
        </p:grpSpPr>
        <mc:AlternateContent xmlns:mc="http://schemas.openxmlformats.org/markup-compatibility/2006" xmlns:p14="http://schemas.microsoft.com/office/powerpoint/2010/main">
          <mc:Choice Requires="p14">
            <p:contentPart p14:bwMode="auto" r:id="rId178">
              <p14:nvContentPartPr>
                <p14:cNvPr id="121" name="Ink 120">
                  <a:extLst>
                    <a:ext uri="{FF2B5EF4-FFF2-40B4-BE49-F238E27FC236}">
                      <a16:creationId xmlns:a16="http://schemas.microsoft.com/office/drawing/2014/main" id="{A01C2FEA-1843-DAD0-687C-5DF03E51EF91}"/>
                    </a:ext>
                  </a:extLst>
                </p14:cNvPr>
                <p14:cNvContentPartPr/>
                <p14:nvPr/>
              </p14:nvContentPartPr>
              <p14:xfrm>
                <a:off x="4428900" y="2462700"/>
                <a:ext cx="207720" cy="160560"/>
              </p14:xfrm>
            </p:contentPart>
          </mc:Choice>
          <mc:Fallback xmlns="">
            <p:pic>
              <p:nvPicPr>
                <p:cNvPr id="121" name="Ink 120">
                  <a:extLst>
                    <a:ext uri="{FF2B5EF4-FFF2-40B4-BE49-F238E27FC236}">
                      <a16:creationId xmlns:a16="http://schemas.microsoft.com/office/drawing/2014/main" id="{A01C2FEA-1843-DAD0-687C-5DF03E51EF91}"/>
                    </a:ext>
                  </a:extLst>
                </p:cNvPr>
                <p:cNvPicPr/>
                <p:nvPr/>
              </p:nvPicPr>
              <p:blipFill>
                <a:blip r:embed="rId179"/>
                <a:stretch>
                  <a:fillRect/>
                </a:stretch>
              </p:blipFill>
              <p:spPr>
                <a:xfrm>
                  <a:off x="4419900" y="2453700"/>
                  <a:ext cx="22536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22" name="Ink 121">
                  <a:extLst>
                    <a:ext uri="{FF2B5EF4-FFF2-40B4-BE49-F238E27FC236}">
                      <a16:creationId xmlns:a16="http://schemas.microsoft.com/office/drawing/2014/main" id="{0BC7B3F6-0BE4-BC49-8503-6251535A6875}"/>
                    </a:ext>
                  </a:extLst>
                </p14:cNvPr>
                <p14:cNvContentPartPr/>
                <p14:nvPr/>
              </p14:nvContentPartPr>
              <p14:xfrm>
                <a:off x="4689180" y="2453700"/>
                <a:ext cx="98280" cy="99720"/>
              </p14:xfrm>
            </p:contentPart>
          </mc:Choice>
          <mc:Fallback xmlns="">
            <p:pic>
              <p:nvPicPr>
                <p:cNvPr id="122" name="Ink 121">
                  <a:extLst>
                    <a:ext uri="{FF2B5EF4-FFF2-40B4-BE49-F238E27FC236}">
                      <a16:creationId xmlns:a16="http://schemas.microsoft.com/office/drawing/2014/main" id="{0BC7B3F6-0BE4-BC49-8503-6251535A6875}"/>
                    </a:ext>
                  </a:extLst>
                </p:cNvPr>
                <p:cNvPicPr/>
                <p:nvPr/>
              </p:nvPicPr>
              <p:blipFill>
                <a:blip r:embed="rId181"/>
                <a:stretch>
                  <a:fillRect/>
                </a:stretch>
              </p:blipFill>
              <p:spPr>
                <a:xfrm>
                  <a:off x="4680540" y="2445060"/>
                  <a:ext cx="11592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23" name="Ink 122">
                  <a:extLst>
                    <a:ext uri="{FF2B5EF4-FFF2-40B4-BE49-F238E27FC236}">
                      <a16:creationId xmlns:a16="http://schemas.microsoft.com/office/drawing/2014/main" id="{3285EECB-A70F-7A5D-FF2F-F7719CA9D2BF}"/>
                    </a:ext>
                  </a:extLst>
                </p14:cNvPr>
                <p14:cNvContentPartPr/>
                <p14:nvPr/>
              </p14:nvContentPartPr>
              <p14:xfrm>
                <a:off x="4877820" y="2374860"/>
                <a:ext cx="195120" cy="213120"/>
              </p14:xfrm>
            </p:contentPart>
          </mc:Choice>
          <mc:Fallback xmlns="">
            <p:pic>
              <p:nvPicPr>
                <p:cNvPr id="123" name="Ink 122">
                  <a:extLst>
                    <a:ext uri="{FF2B5EF4-FFF2-40B4-BE49-F238E27FC236}">
                      <a16:creationId xmlns:a16="http://schemas.microsoft.com/office/drawing/2014/main" id="{3285EECB-A70F-7A5D-FF2F-F7719CA9D2BF}"/>
                    </a:ext>
                  </a:extLst>
                </p:cNvPr>
                <p:cNvPicPr/>
                <p:nvPr/>
              </p:nvPicPr>
              <p:blipFill>
                <a:blip r:embed="rId183"/>
                <a:stretch>
                  <a:fillRect/>
                </a:stretch>
              </p:blipFill>
              <p:spPr>
                <a:xfrm>
                  <a:off x="4868820" y="2365860"/>
                  <a:ext cx="212760" cy="230760"/>
                </a:xfrm>
                <a:prstGeom prst="rect">
                  <a:avLst/>
                </a:prstGeom>
              </p:spPr>
            </p:pic>
          </mc:Fallback>
        </mc:AlternateContent>
      </p:grpSp>
      <p:grpSp>
        <p:nvGrpSpPr>
          <p:cNvPr id="129" name="Group 128">
            <a:extLst>
              <a:ext uri="{FF2B5EF4-FFF2-40B4-BE49-F238E27FC236}">
                <a16:creationId xmlns:a16="http://schemas.microsoft.com/office/drawing/2014/main" id="{072C2AAA-B605-72FC-FF83-27BEEC81D5CD}"/>
              </a:ext>
            </a:extLst>
          </p:cNvPr>
          <p:cNvGrpSpPr/>
          <p:nvPr/>
        </p:nvGrpSpPr>
        <p:grpSpPr>
          <a:xfrm>
            <a:off x="5295420" y="2371620"/>
            <a:ext cx="920520" cy="254880"/>
            <a:chOff x="5295420" y="2371620"/>
            <a:chExt cx="920520" cy="254880"/>
          </a:xfrm>
        </p:grpSpPr>
        <mc:AlternateContent xmlns:mc="http://schemas.openxmlformats.org/markup-compatibility/2006" xmlns:p14="http://schemas.microsoft.com/office/powerpoint/2010/main">
          <mc:Choice Requires="p14">
            <p:contentPart p14:bwMode="auto" r:id="rId184">
              <p14:nvContentPartPr>
                <p14:cNvPr id="124" name="Ink 123">
                  <a:extLst>
                    <a:ext uri="{FF2B5EF4-FFF2-40B4-BE49-F238E27FC236}">
                      <a16:creationId xmlns:a16="http://schemas.microsoft.com/office/drawing/2014/main" id="{74B54927-123E-9723-3AC3-8396910EE3B9}"/>
                    </a:ext>
                  </a:extLst>
                </p14:cNvPr>
                <p14:cNvContentPartPr/>
                <p14:nvPr/>
              </p14:nvContentPartPr>
              <p14:xfrm>
                <a:off x="5313780" y="2554140"/>
                <a:ext cx="199080" cy="41400"/>
              </p14:xfrm>
            </p:contentPart>
          </mc:Choice>
          <mc:Fallback xmlns="">
            <p:pic>
              <p:nvPicPr>
                <p:cNvPr id="124" name="Ink 123">
                  <a:extLst>
                    <a:ext uri="{FF2B5EF4-FFF2-40B4-BE49-F238E27FC236}">
                      <a16:creationId xmlns:a16="http://schemas.microsoft.com/office/drawing/2014/main" id="{74B54927-123E-9723-3AC3-8396910EE3B9}"/>
                    </a:ext>
                  </a:extLst>
                </p:cNvPr>
                <p:cNvPicPr/>
                <p:nvPr/>
              </p:nvPicPr>
              <p:blipFill>
                <a:blip r:embed="rId185"/>
                <a:stretch>
                  <a:fillRect/>
                </a:stretch>
              </p:blipFill>
              <p:spPr>
                <a:xfrm>
                  <a:off x="5304780" y="2545500"/>
                  <a:ext cx="21672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25" name="Ink 124">
                  <a:extLst>
                    <a:ext uri="{FF2B5EF4-FFF2-40B4-BE49-F238E27FC236}">
                      <a16:creationId xmlns:a16="http://schemas.microsoft.com/office/drawing/2014/main" id="{F2F1F859-6E94-D5AC-3AAB-385650452E5F}"/>
                    </a:ext>
                  </a:extLst>
                </p14:cNvPr>
                <p14:cNvContentPartPr/>
                <p14:nvPr/>
              </p14:nvContentPartPr>
              <p14:xfrm>
                <a:off x="5535900" y="2486460"/>
                <a:ext cx="165960" cy="114120"/>
              </p14:xfrm>
            </p:contentPart>
          </mc:Choice>
          <mc:Fallback xmlns="">
            <p:pic>
              <p:nvPicPr>
                <p:cNvPr id="125" name="Ink 124">
                  <a:extLst>
                    <a:ext uri="{FF2B5EF4-FFF2-40B4-BE49-F238E27FC236}">
                      <a16:creationId xmlns:a16="http://schemas.microsoft.com/office/drawing/2014/main" id="{F2F1F859-6E94-D5AC-3AAB-385650452E5F}"/>
                    </a:ext>
                  </a:extLst>
                </p:cNvPr>
                <p:cNvPicPr/>
                <p:nvPr/>
              </p:nvPicPr>
              <p:blipFill>
                <a:blip r:embed="rId187"/>
                <a:stretch>
                  <a:fillRect/>
                </a:stretch>
              </p:blipFill>
              <p:spPr>
                <a:xfrm>
                  <a:off x="5527260" y="2477460"/>
                  <a:ext cx="18360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26" name="Ink 125">
                  <a:extLst>
                    <a:ext uri="{FF2B5EF4-FFF2-40B4-BE49-F238E27FC236}">
                      <a16:creationId xmlns:a16="http://schemas.microsoft.com/office/drawing/2014/main" id="{67F8933F-BD1A-9C86-6388-8EF93DCC56DB}"/>
                    </a:ext>
                  </a:extLst>
                </p14:cNvPr>
                <p14:cNvContentPartPr/>
                <p14:nvPr/>
              </p14:nvContentPartPr>
              <p14:xfrm>
                <a:off x="5295420" y="2371620"/>
                <a:ext cx="15120" cy="186480"/>
              </p14:xfrm>
            </p:contentPart>
          </mc:Choice>
          <mc:Fallback xmlns="">
            <p:pic>
              <p:nvPicPr>
                <p:cNvPr id="126" name="Ink 125">
                  <a:extLst>
                    <a:ext uri="{FF2B5EF4-FFF2-40B4-BE49-F238E27FC236}">
                      <a16:creationId xmlns:a16="http://schemas.microsoft.com/office/drawing/2014/main" id="{67F8933F-BD1A-9C86-6388-8EF93DCC56DB}"/>
                    </a:ext>
                  </a:extLst>
                </p:cNvPr>
                <p:cNvPicPr/>
                <p:nvPr/>
              </p:nvPicPr>
              <p:blipFill>
                <a:blip r:embed="rId189"/>
                <a:stretch>
                  <a:fillRect/>
                </a:stretch>
              </p:blipFill>
              <p:spPr>
                <a:xfrm>
                  <a:off x="5286780" y="2362620"/>
                  <a:ext cx="32760" cy="20412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27" name="Ink 126">
                  <a:extLst>
                    <a:ext uri="{FF2B5EF4-FFF2-40B4-BE49-F238E27FC236}">
                      <a16:creationId xmlns:a16="http://schemas.microsoft.com/office/drawing/2014/main" id="{142DBF9F-81C1-28AD-7D1B-75935C5C7769}"/>
                    </a:ext>
                  </a:extLst>
                </p14:cNvPr>
                <p14:cNvContentPartPr/>
                <p14:nvPr/>
              </p14:nvContentPartPr>
              <p14:xfrm>
                <a:off x="5791140" y="2479980"/>
                <a:ext cx="299160" cy="101520"/>
              </p14:xfrm>
            </p:contentPart>
          </mc:Choice>
          <mc:Fallback xmlns="">
            <p:pic>
              <p:nvPicPr>
                <p:cNvPr id="127" name="Ink 126">
                  <a:extLst>
                    <a:ext uri="{FF2B5EF4-FFF2-40B4-BE49-F238E27FC236}">
                      <a16:creationId xmlns:a16="http://schemas.microsoft.com/office/drawing/2014/main" id="{142DBF9F-81C1-28AD-7D1B-75935C5C7769}"/>
                    </a:ext>
                  </a:extLst>
                </p:cNvPr>
                <p:cNvPicPr/>
                <p:nvPr/>
              </p:nvPicPr>
              <p:blipFill>
                <a:blip r:embed="rId191"/>
                <a:stretch>
                  <a:fillRect/>
                </a:stretch>
              </p:blipFill>
              <p:spPr>
                <a:xfrm>
                  <a:off x="5782140" y="2471340"/>
                  <a:ext cx="316800" cy="11916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28" name="Ink 127">
                  <a:extLst>
                    <a:ext uri="{FF2B5EF4-FFF2-40B4-BE49-F238E27FC236}">
                      <a16:creationId xmlns:a16="http://schemas.microsoft.com/office/drawing/2014/main" id="{A6106F8D-9FB0-BB23-462D-922CFB27F2F3}"/>
                    </a:ext>
                  </a:extLst>
                </p14:cNvPr>
                <p14:cNvContentPartPr/>
                <p14:nvPr/>
              </p14:nvContentPartPr>
              <p14:xfrm>
                <a:off x="6206940" y="2566020"/>
                <a:ext cx="9000" cy="60480"/>
              </p14:xfrm>
            </p:contentPart>
          </mc:Choice>
          <mc:Fallback xmlns="">
            <p:pic>
              <p:nvPicPr>
                <p:cNvPr id="128" name="Ink 127">
                  <a:extLst>
                    <a:ext uri="{FF2B5EF4-FFF2-40B4-BE49-F238E27FC236}">
                      <a16:creationId xmlns:a16="http://schemas.microsoft.com/office/drawing/2014/main" id="{A6106F8D-9FB0-BB23-462D-922CFB27F2F3}"/>
                    </a:ext>
                  </a:extLst>
                </p:cNvPr>
                <p:cNvPicPr/>
                <p:nvPr/>
              </p:nvPicPr>
              <p:blipFill>
                <a:blip r:embed="rId193"/>
                <a:stretch>
                  <a:fillRect/>
                </a:stretch>
              </p:blipFill>
              <p:spPr>
                <a:xfrm>
                  <a:off x="6198300" y="2557020"/>
                  <a:ext cx="26640" cy="78120"/>
                </a:xfrm>
                <a:prstGeom prst="rect">
                  <a:avLst/>
                </a:prstGeom>
              </p:spPr>
            </p:pic>
          </mc:Fallback>
        </mc:AlternateContent>
      </p:grpSp>
      <p:grpSp>
        <p:nvGrpSpPr>
          <p:cNvPr id="148" name="Group 147">
            <a:extLst>
              <a:ext uri="{FF2B5EF4-FFF2-40B4-BE49-F238E27FC236}">
                <a16:creationId xmlns:a16="http://schemas.microsoft.com/office/drawing/2014/main" id="{CE4EF2F4-4BC4-7A08-63BC-8793F0675797}"/>
              </a:ext>
            </a:extLst>
          </p:cNvPr>
          <p:cNvGrpSpPr/>
          <p:nvPr/>
        </p:nvGrpSpPr>
        <p:grpSpPr>
          <a:xfrm>
            <a:off x="3241980" y="3009900"/>
            <a:ext cx="785880" cy="392040"/>
            <a:chOff x="3241980" y="3009900"/>
            <a:chExt cx="785880" cy="392040"/>
          </a:xfrm>
        </p:grpSpPr>
        <mc:AlternateContent xmlns:mc="http://schemas.openxmlformats.org/markup-compatibility/2006" xmlns:p14="http://schemas.microsoft.com/office/powerpoint/2010/main">
          <mc:Choice Requires="p14">
            <p:contentPart p14:bwMode="auto" r:id="rId194">
              <p14:nvContentPartPr>
                <p14:cNvPr id="133" name="Ink 132">
                  <a:extLst>
                    <a:ext uri="{FF2B5EF4-FFF2-40B4-BE49-F238E27FC236}">
                      <a16:creationId xmlns:a16="http://schemas.microsoft.com/office/drawing/2014/main" id="{6933C7EA-A0FE-CE01-5527-DABD26BC3973}"/>
                    </a:ext>
                  </a:extLst>
                </p14:cNvPr>
                <p14:cNvContentPartPr/>
                <p14:nvPr/>
              </p14:nvContentPartPr>
              <p14:xfrm>
                <a:off x="3241980" y="3040860"/>
                <a:ext cx="287640" cy="19080"/>
              </p14:xfrm>
            </p:contentPart>
          </mc:Choice>
          <mc:Fallback xmlns="">
            <p:pic>
              <p:nvPicPr>
                <p:cNvPr id="133" name="Ink 132">
                  <a:extLst>
                    <a:ext uri="{FF2B5EF4-FFF2-40B4-BE49-F238E27FC236}">
                      <a16:creationId xmlns:a16="http://schemas.microsoft.com/office/drawing/2014/main" id="{6933C7EA-A0FE-CE01-5527-DABD26BC3973}"/>
                    </a:ext>
                  </a:extLst>
                </p:cNvPr>
                <p:cNvPicPr/>
                <p:nvPr/>
              </p:nvPicPr>
              <p:blipFill>
                <a:blip r:embed="rId195"/>
                <a:stretch>
                  <a:fillRect/>
                </a:stretch>
              </p:blipFill>
              <p:spPr>
                <a:xfrm>
                  <a:off x="3233340" y="3032220"/>
                  <a:ext cx="30528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34" name="Ink 133">
                  <a:extLst>
                    <a:ext uri="{FF2B5EF4-FFF2-40B4-BE49-F238E27FC236}">
                      <a16:creationId xmlns:a16="http://schemas.microsoft.com/office/drawing/2014/main" id="{97219819-A309-728E-E243-228C403D53C6}"/>
                    </a:ext>
                  </a:extLst>
                </p14:cNvPr>
                <p14:cNvContentPartPr/>
                <p14:nvPr/>
              </p14:nvContentPartPr>
              <p14:xfrm>
                <a:off x="3254220" y="3068580"/>
                <a:ext cx="292320" cy="247680"/>
              </p14:xfrm>
            </p:contentPart>
          </mc:Choice>
          <mc:Fallback xmlns="">
            <p:pic>
              <p:nvPicPr>
                <p:cNvPr id="134" name="Ink 133">
                  <a:extLst>
                    <a:ext uri="{FF2B5EF4-FFF2-40B4-BE49-F238E27FC236}">
                      <a16:creationId xmlns:a16="http://schemas.microsoft.com/office/drawing/2014/main" id="{97219819-A309-728E-E243-228C403D53C6}"/>
                    </a:ext>
                  </a:extLst>
                </p:cNvPr>
                <p:cNvPicPr/>
                <p:nvPr/>
              </p:nvPicPr>
              <p:blipFill>
                <a:blip r:embed="rId197"/>
                <a:stretch>
                  <a:fillRect/>
                </a:stretch>
              </p:blipFill>
              <p:spPr>
                <a:xfrm>
                  <a:off x="3245220" y="3059940"/>
                  <a:ext cx="309960" cy="26532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35" name="Ink 134">
                  <a:extLst>
                    <a:ext uri="{FF2B5EF4-FFF2-40B4-BE49-F238E27FC236}">
                      <a16:creationId xmlns:a16="http://schemas.microsoft.com/office/drawing/2014/main" id="{9E5A1169-8C16-F74F-4690-8E5C29109C2E}"/>
                    </a:ext>
                  </a:extLst>
                </p14:cNvPr>
                <p14:cNvContentPartPr/>
                <p14:nvPr/>
              </p14:nvContentPartPr>
              <p14:xfrm>
                <a:off x="3669660" y="3084060"/>
                <a:ext cx="360" cy="360"/>
              </p14:xfrm>
            </p:contentPart>
          </mc:Choice>
          <mc:Fallback xmlns="">
            <p:pic>
              <p:nvPicPr>
                <p:cNvPr id="135" name="Ink 134">
                  <a:extLst>
                    <a:ext uri="{FF2B5EF4-FFF2-40B4-BE49-F238E27FC236}">
                      <a16:creationId xmlns:a16="http://schemas.microsoft.com/office/drawing/2014/main" id="{9E5A1169-8C16-F74F-4690-8E5C29109C2E}"/>
                    </a:ext>
                  </a:extLst>
                </p:cNvPr>
                <p:cNvPicPr/>
                <p:nvPr/>
              </p:nvPicPr>
              <p:blipFill>
                <a:blip r:embed="rId117"/>
                <a:stretch>
                  <a:fillRect/>
                </a:stretch>
              </p:blipFill>
              <p:spPr>
                <a:xfrm>
                  <a:off x="3661020" y="307542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136" name="Ink 135">
                  <a:extLst>
                    <a:ext uri="{FF2B5EF4-FFF2-40B4-BE49-F238E27FC236}">
                      <a16:creationId xmlns:a16="http://schemas.microsoft.com/office/drawing/2014/main" id="{4EDD73DA-2C2A-B90C-6557-7A8905CAD237}"/>
                    </a:ext>
                  </a:extLst>
                </p14:cNvPr>
                <p14:cNvContentPartPr/>
                <p14:nvPr/>
              </p14:nvContentPartPr>
              <p14:xfrm>
                <a:off x="3641940" y="3009900"/>
                <a:ext cx="229680" cy="241200"/>
              </p14:xfrm>
            </p:contentPart>
          </mc:Choice>
          <mc:Fallback xmlns="">
            <p:pic>
              <p:nvPicPr>
                <p:cNvPr id="136" name="Ink 135">
                  <a:extLst>
                    <a:ext uri="{FF2B5EF4-FFF2-40B4-BE49-F238E27FC236}">
                      <a16:creationId xmlns:a16="http://schemas.microsoft.com/office/drawing/2014/main" id="{4EDD73DA-2C2A-B90C-6557-7A8905CAD237}"/>
                    </a:ext>
                  </a:extLst>
                </p:cNvPr>
                <p:cNvPicPr/>
                <p:nvPr/>
              </p:nvPicPr>
              <p:blipFill>
                <a:blip r:embed="rId200"/>
                <a:stretch>
                  <a:fillRect/>
                </a:stretch>
              </p:blipFill>
              <p:spPr>
                <a:xfrm>
                  <a:off x="3633300" y="3001260"/>
                  <a:ext cx="247320" cy="25884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137" name="Ink 136">
                  <a:extLst>
                    <a:ext uri="{FF2B5EF4-FFF2-40B4-BE49-F238E27FC236}">
                      <a16:creationId xmlns:a16="http://schemas.microsoft.com/office/drawing/2014/main" id="{DB0868A9-00E2-F55C-EDB8-6093149575D6}"/>
                    </a:ext>
                  </a:extLst>
                </p14:cNvPr>
                <p14:cNvContentPartPr/>
                <p14:nvPr/>
              </p14:nvContentPartPr>
              <p14:xfrm>
                <a:off x="3670380" y="3127980"/>
                <a:ext cx="134280" cy="12600"/>
              </p14:xfrm>
            </p:contentPart>
          </mc:Choice>
          <mc:Fallback xmlns="">
            <p:pic>
              <p:nvPicPr>
                <p:cNvPr id="137" name="Ink 136">
                  <a:extLst>
                    <a:ext uri="{FF2B5EF4-FFF2-40B4-BE49-F238E27FC236}">
                      <a16:creationId xmlns:a16="http://schemas.microsoft.com/office/drawing/2014/main" id="{DB0868A9-00E2-F55C-EDB8-6093149575D6}"/>
                    </a:ext>
                  </a:extLst>
                </p:cNvPr>
                <p:cNvPicPr/>
                <p:nvPr/>
              </p:nvPicPr>
              <p:blipFill>
                <a:blip r:embed="rId202"/>
                <a:stretch>
                  <a:fillRect/>
                </a:stretch>
              </p:blipFill>
              <p:spPr>
                <a:xfrm>
                  <a:off x="3661380" y="3118980"/>
                  <a:ext cx="15192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138" name="Ink 137">
                  <a:extLst>
                    <a:ext uri="{FF2B5EF4-FFF2-40B4-BE49-F238E27FC236}">
                      <a16:creationId xmlns:a16="http://schemas.microsoft.com/office/drawing/2014/main" id="{9AC4F924-3840-5EDE-C239-70C45EE6D2C5}"/>
                    </a:ext>
                  </a:extLst>
                </p14:cNvPr>
                <p14:cNvContentPartPr/>
                <p14:nvPr/>
              </p14:nvContentPartPr>
              <p14:xfrm>
                <a:off x="3844980" y="3126180"/>
                <a:ext cx="144360" cy="75600"/>
              </p14:xfrm>
            </p:contentPart>
          </mc:Choice>
          <mc:Fallback xmlns="">
            <p:pic>
              <p:nvPicPr>
                <p:cNvPr id="138" name="Ink 137">
                  <a:extLst>
                    <a:ext uri="{FF2B5EF4-FFF2-40B4-BE49-F238E27FC236}">
                      <a16:creationId xmlns:a16="http://schemas.microsoft.com/office/drawing/2014/main" id="{9AC4F924-3840-5EDE-C239-70C45EE6D2C5}"/>
                    </a:ext>
                  </a:extLst>
                </p:cNvPr>
                <p:cNvPicPr/>
                <p:nvPr/>
              </p:nvPicPr>
              <p:blipFill>
                <a:blip r:embed="rId204"/>
                <a:stretch>
                  <a:fillRect/>
                </a:stretch>
              </p:blipFill>
              <p:spPr>
                <a:xfrm>
                  <a:off x="3836340" y="3117540"/>
                  <a:ext cx="16200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139" name="Ink 138">
                  <a:extLst>
                    <a:ext uri="{FF2B5EF4-FFF2-40B4-BE49-F238E27FC236}">
                      <a16:creationId xmlns:a16="http://schemas.microsoft.com/office/drawing/2014/main" id="{15722F19-B6B3-96F1-83D3-9C3B87793A89}"/>
                    </a:ext>
                  </a:extLst>
                </p14:cNvPr>
                <p14:cNvContentPartPr/>
                <p14:nvPr/>
              </p14:nvContentPartPr>
              <p14:xfrm>
                <a:off x="3892140" y="3109620"/>
                <a:ext cx="135720" cy="292320"/>
              </p14:xfrm>
            </p:contentPart>
          </mc:Choice>
          <mc:Fallback xmlns="">
            <p:pic>
              <p:nvPicPr>
                <p:cNvPr id="139" name="Ink 138">
                  <a:extLst>
                    <a:ext uri="{FF2B5EF4-FFF2-40B4-BE49-F238E27FC236}">
                      <a16:creationId xmlns:a16="http://schemas.microsoft.com/office/drawing/2014/main" id="{15722F19-B6B3-96F1-83D3-9C3B87793A89}"/>
                    </a:ext>
                  </a:extLst>
                </p:cNvPr>
                <p:cNvPicPr/>
                <p:nvPr/>
              </p:nvPicPr>
              <p:blipFill>
                <a:blip r:embed="rId206"/>
                <a:stretch>
                  <a:fillRect/>
                </a:stretch>
              </p:blipFill>
              <p:spPr>
                <a:xfrm>
                  <a:off x="3883500" y="3100980"/>
                  <a:ext cx="153360" cy="309960"/>
                </a:xfrm>
                <a:prstGeom prst="rect">
                  <a:avLst/>
                </a:prstGeom>
              </p:spPr>
            </p:pic>
          </mc:Fallback>
        </mc:AlternateContent>
      </p:grpSp>
      <p:grpSp>
        <p:nvGrpSpPr>
          <p:cNvPr id="147" name="Group 146">
            <a:extLst>
              <a:ext uri="{FF2B5EF4-FFF2-40B4-BE49-F238E27FC236}">
                <a16:creationId xmlns:a16="http://schemas.microsoft.com/office/drawing/2014/main" id="{F8F68B15-1170-460F-475D-7353D6D56F60}"/>
              </a:ext>
            </a:extLst>
          </p:cNvPr>
          <p:cNvGrpSpPr/>
          <p:nvPr/>
        </p:nvGrpSpPr>
        <p:grpSpPr>
          <a:xfrm>
            <a:off x="4216140" y="3105300"/>
            <a:ext cx="152280" cy="83160"/>
            <a:chOff x="4216140" y="3105300"/>
            <a:chExt cx="152280" cy="83160"/>
          </a:xfrm>
        </p:grpSpPr>
        <mc:AlternateContent xmlns:mc="http://schemas.openxmlformats.org/markup-compatibility/2006" xmlns:p14="http://schemas.microsoft.com/office/powerpoint/2010/main">
          <mc:Choice Requires="p14">
            <p:contentPart p14:bwMode="auto" r:id="rId207">
              <p14:nvContentPartPr>
                <p14:cNvPr id="140" name="Ink 139">
                  <a:extLst>
                    <a:ext uri="{FF2B5EF4-FFF2-40B4-BE49-F238E27FC236}">
                      <a16:creationId xmlns:a16="http://schemas.microsoft.com/office/drawing/2014/main" id="{0A91F921-1F28-DAF7-4234-C2194A2D95DA}"/>
                    </a:ext>
                  </a:extLst>
                </p14:cNvPr>
                <p14:cNvContentPartPr/>
                <p14:nvPr/>
              </p14:nvContentPartPr>
              <p14:xfrm>
                <a:off x="4216140" y="3105300"/>
                <a:ext cx="133560" cy="18000"/>
              </p14:xfrm>
            </p:contentPart>
          </mc:Choice>
          <mc:Fallback xmlns="">
            <p:pic>
              <p:nvPicPr>
                <p:cNvPr id="140" name="Ink 139">
                  <a:extLst>
                    <a:ext uri="{FF2B5EF4-FFF2-40B4-BE49-F238E27FC236}">
                      <a16:creationId xmlns:a16="http://schemas.microsoft.com/office/drawing/2014/main" id="{0A91F921-1F28-DAF7-4234-C2194A2D95DA}"/>
                    </a:ext>
                  </a:extLst>
                </p:cNvPr>
                <p:cNvPicPr/>
                <p:nvPr/>
              </p:nvPicPr>
              <p:blipFill>
                <a:blip r:embed="rId208"/>
                <a:stretch>
                  <a:fillRect/>
                </a:stretch>
              </p:blipFill>
              <p:spPr>
                <a:xfrm>
                  <a:off x="4207500" y="3096660"/>
                  <a:ext cx="151200"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141" name="Ink 140">
                  <a:extLst>
                    <a:ext uri="{FF2B5EF4-FFF2-40B4-BE49-F238E27FC236}">
                      <a16:creationId xmlns:a16="http://schemas.microsoft.com/office/drawing/2014/main" id="{24E94A55-1FD0-63FD-C656-FFD3ADC87A28}"/>
                    </a:ext>
                  </a:extLst>
                </p14:cNvPr>
                <p14:cNvContentPartPr/>
                <p14:nvPr/>
              </p14:nvContentPartPr>
              <p14:xfrm>
                <a:off x="4238100" y="3175860"/>
                <a:ext cx="130320" cy="12600"/>
              </p14:xfrm>
            </p:contentPart>
          </mc:Choice>
          <mc:Fallback xmlns="">
            <p:pic>
              <p:nvPicPr>
                <p:cNvPr id="141" name="Ink 140">
                  <a:extLst>
                    <a:ext uri="{FF2B5EF4-FFF2-40B4-BE49-F238E27FC236}">
                      <a16:creationId xmlns:a16="http://schemas.microsoft.com/office/drawing/2014/main" id="{24E94A55-1FD0-63FD-C656-FFD3ADC87A28}"/>
                    </a:ext>
                  </a:extLst>
                </p:cNvPr>
                <p:cNvPicPr/>
                <p:nvPr/>
              </p:nvPicPr>
              <p:blipFill>
                <a:blip r:embed="rId210"/>
                <a:stretch>
                  <a:fillRect/>
                </a:stretch>
              </p:blipFill>
              <p:spPr>
                <a:xfrm>
                  <a:off x="4229100" y="3166860"/>
                  <a:ext cx="147960" cy="30240"/>
                </a:xfrm>
                <a:prstGeom prst="rect">
                  <a:avLst/>
                </a:prstGeom>
              </p:spPr>
            </p:pic>
          </mc:Fallback>
        </mc:AlternateContent>
      </p:grpSp>
      <p:grpSp>
        <p:nvGrpSpPr>
          <p:cNvPr id="146" name="Group 145">
            <a:extLst>
              <a:ext uri="{FF2B5EF4-FFF2-40B4-BE49-F238E27FC236}">
                <a16:creationId xmlns:a16="http://schemas.microsoft.com/office/drawing/2014/main" id="{51413FC5-A06A-770F-1DC6-F96B8292E037}"/>
              </a:ext>
            </a:extLst>
          </p:cNvPr>
          <p:cNvGrpSpPr/>
          <p:nvPr/>
        </p:nvGrpSpPr>
        <p:grpSpPr>
          <a:xfrm>
            <a:off x="4577220" y="3027180"/>
            <a:ext cx="829800" cy="307080"/>
            <a:chOff x="4577220" y="3027180"/>
            <a:chExt cx="829800" cy="307080"/>
          </a:xfrm>
        </p:grpSpPr>
        <mc:AlternateContent xmlns:mc="http://schemas.openxmlformats.org/markup-compatibility/2006" xmlns:p14="http://schemas.microsoft.com/office/powerpoint/2010/main">
          <mc:Choice Requires="p14">
            <p:contentPart p14:bwMode="auto" r:id="rId211">
              <p14:nvContentPartPr>
                <p14:cNvPr id="142" name="Ink 141">
                  <a:extLst>
                    <a:ext uri="{FF2B5EF4-FFF2-40B4-BE49-F238E27FC236}">
                      <a16:creationId xmlns:a16="http://schemas.microsoft.com/office/drawing/2014/main" id="{97061967-25C3-C046-060D-D3EA1CCF2182}"/>
                    </a:ext>
                  </a:extLst>
                </p14:cNvPr>
                <p14:cNvContentPartPr/>
                <p14:nvPr/>
              </p14:nvContentPartPr>
              <p14:xfrm>
                <a:off x="4577220" y="3043740"/>
                <a:ext cx="329040" cy="161640"/>
              </p14:xfrm>
            </p:contentPart>
          </mc:Choice>
          <mc:Fallback xmlns="">
            <p:pic>
              <p:nvPicPr>
                <p:cNvPr id="142" name="Ink 141">
                  <a:extLst>
                    <a:ext uri="{FF2B5EF4-FFF2-40B4-BE49-F238E27FC236}">
                      <a16:creationId xmlns:a16="http://schemas.microsoft.com/office/drawing/2014/main" id="{97061967-25C3-C046-060D-D3EA1CCF2182}"/>
                    </a:ext>
                  </a:extLst>
                </p:cNvPr>
                <p:cNvPicPr/>
                <p:nvPr/>
              </p:nvPicPr>
              <p:blipFill>
                <a:blip r:embed="rId212"/>
                <a:stretch>
                  <a:fillRect/>
                </a:stretch>
              </p:blipFill>
              <p:spPr>
                <a:xfrm>
                  <a:off x="4568580" y="3034740"/>
                  <a:ext cx="346680" cy="17928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143" name="Ink 142">
                  <a:extLst>
                    <a:ext uri="{FF2B5EF4-FFF2-40B4-BE49-F238E27FC236}">
                      <a16:creationId xmlns:a16="http://schemas.microsoft.com/office/drawing/2014/main" id="{B869C05D-2410-A025-356C-CF8295CBF20F}"/>
                    </a:ext>
                  </a:extLst>
                </p14:cNvPr>
                <p14:cNvContentPartPr/>
                <p14:nvPr/>
              </p14:nvContentPartPr>
              <p14:xfrm>
                <a:off x="4977540" y="3027180"/>
                <a:ext cx="188640" cy="154800"/>
              </p14:xfrm>
            </p:contentPart>
          </mc:Choice>
          <mc:Fallback xmlns="">
            <p:pic>
              <p:nvPicPr>
                <p:cNvPr id="143" name="Ink 142">
                  <a:extLst>
                    <a:ext uri="{FF2B5EF4-FFF2-40B4-BE49-F238E27FC236}">
                      <a16:creationId xmlns:a16="http://schemas.microsoft.com/office/drawing/2014/main" id="{B869C05D-2410-A025-356C-CF8295CBF20F}"/>
                    </a:ext>
                  </a:extLst>
                </p:cNvPr>
                <p:cNvPicPr/>
                <p:nvPr/>
              </p:nvPicPr>
              <p:blipFill>
                <a:blip r:embed="rId214"/>
                <a:stretch>
                  <a:fillRect/>
                </a:stretch>
              </p:blipFill>
              <p:spPr>
                <a:xfrm>
                  <a:off x="4968900" y="3018180"/>
                  <a:ext cx="20628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144" name="Ink 143">
                  <a:extLst>
                    <a:ext uri="{FF2B5EF4-FFF2-40B4-BE49-F238E27FC236}">
                      <a16:creationId xmlns:a16="http://schemas.microsoft.com/office/drawing/2014/main" id="{9A4656F9-D4B4-C358-C141-AB23E3B9562F}"/>
                    </a:ext>
                  </a:extLst>
                </p14:cNvPr>
                <p14:cNvContentPartPr/>
                <p14:nvPr/>
              </p14:nvContentPartPr>
              <p14:xfrm>
                <a:off x="5286060" y="3071820"/>
                <a:ext cx="75600" cy="77760"/>
              </p14:xfrm>
            </p:contentPart>
          </mc:Choice>
          <mc:Fallback xmlns="">
            <p:pic>
              <p:nvPicPr>
                <p:cNvPr id="144" name="Ink 143">
                  <a:extLst>
                    <a:ext uri="{FF2B5EF4-FFF2-40B4-BE49-F238E27FC236}">
                      <a16:creationId xmlns:a16="http://schemas.microsoft.com/office/drawing/2014/main" id="{9A4656F9-D4B4-C358-C141-AB23E3B9562F}"/>
                    </a:ext>
                  </a:extLst>
                </p:cNvPr>
                <p:cNvPicPr/>
                <p:nvPr/>
              </p:nvPicPr>
              <p:blipFill>
                <a:blip r:embed="rId216"/>
                <a:stretch>
                  <a:fillRect/>
                </a:stretch>
              </p:blipFill>
              <p:spPr>
                <a:xfrm>
                  <a:off x="5277060" y="3063180"/>
                  <a:ext cx="93240" cy="9540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145" name="Ink 144">
                  <a:extLst>
                    <a:ext uri="{FF2B5EF4-FFF2-40B4-BE49-F238E27FC236}">
                      <a16:creationId xmlns:a16="http://schemas.microsoft.com/office/drawing/2014/main" id="{1775C2F3-26BC-88DC-6F1D-76E3912520F9}"/>
                    </a:ext>
                  </a:extLst>
                </p14:cNvPr>
                <p14:cNvContentPartPr/>
                <p14:nvPr/>
              </p14:nvContentPartPr>
              <p14:xfrm>
                <a:off x="5308740" y="3055260"/>
                <a:ext cx="98280" cy="279000"/>
              </p14:xfrm>
            </p:contentPart>
          </mc:Choice>
          <mc:Fallback xmlns="">
            <p:pic>
              <p:nvPicPr>
                <p:cNvPr id="145" name="Ink 144">
                  <a:extLst>
                    <a:ext uri="{FF2B5EF4-FFF2-40B4-BE49-F238E27FC236}">
                      <a16:creationId xmlns:a16="http://schemas.microsoft.com/office/drawing/2014/main" id="{1775C2F3-26BC-88DC-6F1D-76E3912520F9}"/>
                    </a:ext>
                  </a:extLst>
                </p:cNvPr>
                <p:cNvPicPr/>
                <p:nvPr/>
              </p:nvPicPr>
              <p:blipFill>
                <a:blip r:embed="rId218"/>
                <a:stretch>
                  <a:fillRect/>
                </a:stretch>
              </p:blipFill>
              <p:spPr>
                <a:xfrm>
                  <a:off x="5300100" y="3046620"/>
                  <a:ext cx="115920" cy="296640"/>
                </a:xfrm>
                <a:prstGeom prst="rect">
                  <a:avLst/>
                </a:prstGeom>
              </p:spPr>
            </p:pic>
          </mc:Fallback>
        </mc:AlternateContent>
      </p:grpSp>
      <p:grpSp>
        <p:nvGrpSpPr>
          <p:cNvPr id="160" name="Group 159">
            <a:extLst>
              <a:ext uri="{FF2B5EF4-FFF2-40B4-BE49-F238E27FC236}">
                <a16:creationId xmlns:a16="http://schemas.microsoft.com/office/drawing/2014/main" id="{D7486479-7727-2622-6CAA-71A9CCB39BF6}"/>
              </a:ext>
            </a:extLst>
          </p:cNvPr>
          <p:cNvGrpSpPr/>
          <p:nvPr/>
        </p:nvGrpSpPr>
        <p:grpSpPr>
          <a:xfrm>
            <a:off x="2809980" y="3640980"/>
            <a:ext cx="551520" cy="412200"/>
            <a:chOff x="2809980" y="3640980"/>
            <a:chExt cx="551520" cy="412200"/>
          </a:xfrm>
        </p:grpSpPr>
        <mc:AlternateContent xmlns:mc="http://schemas.openxmlformats.org/markup-compatibility/2006" xmlns:p14="http://schemas.microsoft.com/office/powerpoint/2010/main">
          <mc:Choice Requires="p14">
            <p:contentPart p14:bwMode="auto" r:id="rId219">
              <p14:nvContentPartPr>
                <p14:cNvPr id="149" name="Ink 148">
                  <a:extLst>
                    <a:ext uri="{FF2B5EF4-FFF2-40B4-BE49-F238E27FC236}">
                      <a16:creationId xmlns:a16="http://schemas.microsoft.com/office/drawing/2014/main" id="{C618C032-8537-61D4-9BEE-9F75A5D9199C}"/>
                    </a:ext>
                  </a:extLst>
                </p14:cNvPr>
                <p14:cNvContentPartPr/>
                <p14:nvPr/>
              </p14:nvContentPartPr>
              <p14:xfrm>
                <a:off x="2813220" y="3640980"/>
                <a:ext cx="170640" cy="254520"/>
              </p14:xfrm>
            </p:contentPart>
          </mc:Choice>
          <mc:Fallback xmlns="">
            <p:pic>
              <p:nvPicPr>
                <p:cNvPr id="149" name="Ink 148">
                  <a:extLst>
                    <a:ext uri="{FF2B5EF4-FFF2-40B4-BE49-F238E27FC236}">
                      <a16:creationId xmlns:a16="http://schemas.microsoft.com/office/drawing/2014/main" id="{C618C032-8537-61D4-9BEE-9F75A5D9199C}"/>
                    </a:ext>
                  </a:extLst>
                </p:cNvPr>
                <p:cNvPicPr/>
                <p:nvPr/>
              </p:nvPicPr>
              <p:blipFill>
                <a:blip r:embed="rId220"/>
                <a:stretch>
                  <a:fillRect/>
                </a:stretch>
              </p:blipFill>
              <p:spPr>
                <a:xfrm>
                  <a:off x="2804220" y="3632340"/>
                  <a:ext cx="188280" cy="27216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150" name="Ink 149">
                  <a:extLst>
                    <a:ext uri="{FF2B5EF4-FFF2-40B4-BE49-F238E27FC236}">
                      <a16:creationId xmlns:a16="http://schemas.microsoft.com/office/drawing/2014/main" id="{87FF48C8-68F9-08F2-CE7C-29103717BF79}"/>
                    </a:ext>
                  </a:extLst>
                </p14:cNvPr>
                <p14:cNvContentPartPr/>
                <p14:nvPr/>
              </p14:nvContentPartPr>
              <p14:xfrm>
                <a:off x="2809980" y="3768420"/>
                <a:ext cx="93240" cy="21600"/>
              </p14:xfrm>
            </p:contentPart>
          </mc:Choice>
          <mc:Fallback xmlns="">
            <p:pic>
              <p:nvPicPr>
                <p:cNvPr id="150" name="Ink 149">
                  <a:extLst>
                    <a:ext uri="{FF2B5EF4-FFF2-40B4-BE49-F238E27FC236}">
                      <a16:creationId xmlns:a16="http://schemas.microsoft.com/office/drawing/2014/main" id="{87FF48C8-68F9-08F2-CE7C-29103717BF79}"/>
                    </a:ext>
                  </a:extLst>
                </p:cNvPr>
                <p:cNvPicPr/>
                <p:nvPr/>
              </p:nvPicPr>
              <p:blipFill>
                <a:blip r:embed="rId222"/>
                <a:stretch>
                  <a:fillRect/>
                </a:stretch>
              </p:blipFill>
              <p:spPr>
                <a:xfrm>
                  <a:off x="2800980" y="3759780"/>
                  <a:ext cx="11088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151" name="Ink 150">
                  <a:extLst>
                    <a:ext uri="{FF2B5EF4-FFF2-40B4-BE49-F238E27FC236}">
                      <a16:creationId xmlns:a16="http://schemas.microsoft.com/office/drawing/2014/main" id="{8A5A2B34-BEED-876A-11CB-9933BB3A6418}"/>
                    </a:ext>
                  </a:extLst>
                </p14:cNvPr>
                <p14:cNvContentPartPr/>
                <p14:nvPr/>
              </p14:nvContentPartPr>
              <p14:xfrm>
                <a:off x="2959020" y="3812700"/>
                <a:ext cx="360" cy="360"/>
              </p14:xfrm>
            </p:contentPart>
          </mc:Choice>
          <mc:Fallback xmlns="">
            <p:pic>
              <p:nvPicPr>
                <p:cNvPr id="151" name="Ink 150">
                  <a:extLst>
                    <a:ext uri="{FF2B5EF4-FFF2-40B4-BE49-F238E27FC236}">
                      <a16:creationId xmlns:a16="http://schemas.microsoft.com/office/drawing/2014/main" id="{8A5A2B34-BEED-876A-11CB-9933BB3A6418}"/>
                    </a:ext>
                  </a:extLst>
                </p:cNvPr>
                <p:cNvPicPr/>
                <p:nvPr/>
              </p:nvPicPr>
              <p:blipFill>
                <a:blip r:embed="rId117"/>
                <a:stretch>
                  <a:fillRect/>
                </a:stretch>
              </p:blipFill>
              <p:spPr>
                <a:xfrm>
                  <a:off x="2950380" y="380406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52" name="Ink 151">
                  <a:extLst>
                    <a:ext uri="{FF2B5EF4-FFF2-40B4-BE49-F238E27FC236}">
                      <a16:creationId xmlns:a16="http://schemas.microsoft.com/office/drawing/2014/main" id="{54B75073-8F3D-3983-E09B-25DC47BE8BAE}"/>
                    </a:ext>
                  </a:extLst>
                </p14:cNvPr>
                <p14:cNvContentPartPr/>
                <p14:nvPr/>
              </p14:nvContentPartPr>
              <p14:xfrm>
                <a:off x="2945340" y="3804060"/>
                <a:ext cx="143280" cy="93240"/>
              </p14:xfrm>
            </p:contentPart>
          </mc:Choice>
          <mc:Fallback xmlns="">
            <p:pic>
              <p:nvPicPr>
                <p:cNvPr id="152" name="Ink 151">
                  <a:extLst>
                    <a:ext uri="{FF2B5EF4-FFF2-40B4-BE49-F238E27FC236}">
                      <a16:creationId xmlns:a16="http://schemas.microsoft.com/office/drawing/2014/main" id="{54B75073-8F3D-3983-E09B-25DC47BE8BAE}"/>
                    </a:ext>
                  </a:extLst>
                </p:cNvPr>
                <p:cNvPicPr/>
                <p:nvPr/>
              </p:nvPicPr>
              <p:blipFill>
                <a:blip r:embed="rId225"/>
                <a:stretch>
                  <a:fillRect/>
                </a:stretch>
              </p:blipFill>
              <p:spPr>
                <a:xfrm>
                  <a:off x="2936340" y="3795420"/>
                  <a:ext cx="160920" cy="11088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53" name="Ink 152">
                  <a:extLst>
                    <a:ext uri="{FF2B5EF4-FFF2-40B4-BE49-F238E27FC236}">
                      <a16:creationId xmlns:a16="http://schemas.microsoft.com/office/drawing/2014/main" id="{1C4C2E5A-0844-3615-639E-490EC54EAF5A}"/>
                    </a:ext>
                  </a:extLst>
                </p14:cNvPr>
                <p14:cNvContentPartPr/>
                <p14:nvPr/>
              </p14:nvContentPartPr>
              <p14:xfrm>
                <a:off x="3213540" y="3702900"/>
                <a:ext cx="360" cy="360"/>
              </p14:xfrm>
            </p:contentPart>
          </mc:Choice>
          <mc:Fallback xmlns="">
            <p:pic>
              <p:nvPicPr>
                <p:cNvPr id="153" name="Ink 152">
                  <a:extLst>
                    <a:ext uri="{FF2B5EF4-FFF2-40B4-BE49-F238E27FC236}">
                      <a16:creationId xmlns:a16="http://schemas.microsoft.com/office/drawing/2014/main" id="{1C4C2E5A-0844-3615-639E-490EC54EAF5A}"/>
                    </a:ext>
                  </a:extLst>
                </p:cNvPr>
                <p:cNvPicPr/>
                <p:nvPr/>
              </p:nvPicPr>
              <p:blipFill>
                <a:blip r:embed="rId117"/>
                <a:stretch>
                  <a:fillRect/>
                </a:stretch>
              </p:blipFill>
              <p:spPr>
                <a:xfrm>
                  <a:off x="3204540" y="369426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154" name="Ink 153">
                  <a:extLst>
                    <a:ext uri="{FF2B5EF4-FFF2-40B4-BE49-F238E27FC236}">
                      <a16:creationId xmlns:a16="http://schemas.microsoft.com/office/drawing/2014/main" id="{D4F2B201-BF12-D2EF-6F79-6F3B9407DA86}"/>
                    </a:ext>
                  </a:extLst>
                </p14:cNvPr>
                <p14:cNvContentPartPr/>
                <p14:nvPr/>
              </p14:nvContentPartPr>
              <p14:xfrm>
                <a:off x="3185100" y="3897300"/>
                <a:ext cx="9360" cy="155880"/>
              </p14:xfrm>
            </p:contentPart>
          </mc:Choice>
          <mc:Fallback xmlns="">
            <p:pic>
              <p:nvPicPr>
                <p:cNvPr id="154" name="Ink 153">
                  <a:extLst>
                    <a:ext uri="{FF2B5EF4-FFF2-40B4-BE49-F238E27FC236}">
                      <a16:creationId xmlns:a16="http://schemas.microsoft.com/office/drawing/2014/main" id="{D4F2B201-BF12-D2EF-6F79-6F3B9407DA86}"/>
                    </a:ext>
                  </a:extLst>
                </p:cNvPr>
                <p:cNvPicPr/>
                <p:nvPr/>
              </p:nvPicPr>
              <p:blipFill>
                <a:blip r:embed="rId228"/>
                <a:stretch>
                  <a:fillRect/>
                </a:stretch>
              </p:blipFill>
              <p:spPr>
                <a:xfrm>
                  <a:off x="3176460" y="3888660"/>
                  <a:ext cx="27000"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229">
              <p14:nvContentPartPr>
                <p14:cNvPr id="155" name="Ink 154">
                  <a:extLst>
                    <a:ext uri="{FF2B5EF4-FFF2-40B4-BE49-F238E27FC236}">
                      <a16:creationId xmlns:a16="http://schemas.microsoft.com/office/drawing/2014/main" id="{0CCBD8A2-CCC5-CE4C-10A5-EE044F9022DD}"/>
                    </a:ext>
                  </a:extLst>
                </p14:cNvPr>
                <p14:cNvContentPartPr/>
                <p14:nvPr/>
              </p14:nvContentPartPr>
              <p14:xfrm>
                <a:off x="3181500" y="3826380"/>
                <a:ext cx="180000" cy="98280"/>
              </p14:xfrm>
            </p:contentPart>
          </mc:Choice>
          <mc:Fallback xmlns="">
            <p:pic>
              <p:nvPicPr>
                <p:cNvPr id="155" name="Ink 154">
                  <a:extLst>
                    <a:ext uri="{FF2B5EF4-FFF2-40B4-BE49-F238E27FC236}">
                      <a16:creationId xmlns:a16="http://schemas.microsoft.com/office/drawing/2014/main" id="{0CCBD8A2-CCC5-CE4C-10A5-EE044F9022DD}"/>
                    </a:ext>
                  </a:extLst>
                </p:cNvPr>
                <p:cNvPicPr/>
                <p:nvPr/>
              </p:nvPicPr>
              <p:blipFill>
                <a:blip r:embed="rId230"/>
                <a:stretch>
                  <a:fillRect/>
                </a:stretch>
              </p:blipFill>
              <p:spPr>
                <a:xfrm>
                  <a:off x="3172500" y="3817380"/>
                  <a:ext cx="19764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157" name="Ink 156">
                  <a:extLst>
                    <a:ext uri="{FF2B5EF4-FFF2-40B4-BE49-F238E27FC236}">
                      <a16:creationId xmlns:a16="http://schemas.microsoft.com/office/drawing/2014/main" id="{55DA9D92-DBDA-2869-B9C3-3C7D5D87D3F6}"/>
                    </a:ext>
                  </a:extLst>
                </p14:cNvPr>
                <p14:cNvContentPartPr/>
                <p14:nvPr/>
              </p14:nvContentPartPr>
              <p14:xfrm>
                <a:off x="2926620" y="3794700"/>
                <a:ext cx="161640" cy="110880"/>
              </p14:xfrm>
            </p:contentPart>
          </mc:Choice>
          <mc:Fallback xmlns="">
            <p:pic>
              <p:nvPicPr>
                <p:cNvPr id="157" name="Ink 156">
                  <a:extLst>
                    <a:ext uri="{FF2B5EF4-FFF2-40B4-BE49-F238E27FC236}">
                      <a16:creationId xmlns:a16="http://schemas.microsoft.com/office/drawing/2014/main" id="{55DA9D92-DBDA-2869-B9C3-3C7D5D87D3F6}"/>
                    </a:ext>
                  </a:extLst>
                </p:cNvPr>
                <p:cNvPicPr/>
                <p:nvPr/>
              </p:nvPicPr>
              <p:blipFill>
                <a:blip r:embed="rId232"/>
                <a:stretch>
                  <a:fillRect/>
                </a:stretch>
              </p:blipFill>
              <p:spPr>
                <a:xfrm>
                  <a:off x="2917980" y="3785700"/>
                  <a:ext cx="17928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233">
              <p14:nvContentPartPr>
                <p14:cNvPr id="158" name="Ink 157">
                  <a:extLst>
                    <a:ext uri="{FF2B5EF4-FFF2-40B4-BE49-F238E27FC236}">
                      <a16:creationId xmlns:a16="http://schemas.microsoft.com/office/drawing/2014/main" id="{1AEB3994-94C8-F8F1-323C-C7CB7AE12F84}"/>
                    </a:ext>
                  </a:extLst>
                </p14:cNvPr>
                <p14:cNvContentPartPr/>
                <p14:nvPr/>
              </p14:nvContentPartPr>
              <p14:xfrm>
                <a:off x="3161340" y="3712980"/>
                <a:ext cx="65880" cy="320760"/>
              </p14:xfrm>
            </p:contentPart>
          </mc:Choice>
          <mc:Fallback xmlns="">
            <p:pic>
              <p:nvPicPr>
                <p:cNvPr id="158" name="Ink 157">
                  <a:extLst>
                    <a:ext uri="{FF2B5EF4-FFF2-40B4-BE49-F238E27FC236}">
                      <a16:creationId xmlns:a16="http://schemas.microsoft.com/office/drawing/2014/main" id="{1AEB3994-94C8-F8F1-323C-C7CB7AE12F84}"/>
                    </a:ext>
                  </a:extLst>
                </p:cNvPr>
                <p:cNvPicPr/>
                <p:nvPr/>
              </p:nvPicPr>
              <p:blipFill>
                <a:blip r:embed="rId234"/>
                <a:stretch>
                  <a:fillRect/>
                </a:stretch>
              </p:blipFill>
              <p:spPr>
                <a:xfrm>
                  <a:off x="3152340" y="3704340"/>
                  <a:ext cx="83520" cy="338400"/>
                </a:xfrm>
                <a:prstGeom prst="rect">
                  <a:avLst/>
                </a:prstGeom>
              </p:spPr>
            </p:pic>
          </mc:Fallback>
        </mc:AlternateContent>
        <mc:AlternateContent xmlns:mc="http://schemas.openxmlformats.org/markup-compatibility/2006" xmlns:p14="http://schemas.microsoft.com/office/powerpoint/2010/main">
          <mc:Choice Requires="p14">
            <p:contentPart p14:bwMode="auto" r:id="rId235">
              <p14:nvContentPartPr>
                <p14:cNvPr id="159" name="Ink 158">
                  <a:extLst>
                    <a:ext uri="{FF2B5EF4-FFF2-40B4-BE49-F238E27FC236}">
                      <a16:creationId xmlns:a16="http://schemas.microsoft.com/office/drawing/2014/main" id="{4415C571-3F85-5B58-DB08-043373B242A9}"/>
                    </a:ext>
                  </a:extLst>
                </p14:cNvPr>
                <p14:cNvContentPartPr/>
                <p14:nvPr/>
              </p14:nvContentPartPr>
              <p14:xfrm>
                <a:off x="3193020" y="3847980"/>
                <a:ext cx="121320" cy="41400"/>
              </p14:xfrm>
            </p:contentPart>
          </mc:Choice>
          <mc:Fallback xmlns="">
            <p:pic>
              <p:nvPicPr>
                <p:cNvPr id="159" name="Ink 158">
                  <a:extLst>
                    <a:ext uri="{FF2B5EF4-FFF2-40B4-BE49-F238E27FC236}">
                      <a16:creationId xmlns:a16="http://schemas.microsoft.com/office/drawing/2014/main" id="{4415C571-3F85-5B58-DB08-043373B242A9}"/>
                    </a:ext>
                  </a:extLst>
                </p:cNvPr>
                <p:cNvPicPr/>
                <p:nvPr/>
              </p:nvPicPr>
              <p:blipFill>
                <a:blip r:embed="rId236"/>
                <a:stretch>
                  <a:fillRect/>
                </a:stretch>
              </p:blipFill>
              <p:spPr>
                <a:xfrm>
                  <a:off x="3184380" y="3839340"/>
                  <a:ext cx="138960" cy="59040"/>
                </a:xfrm>
                <a:prstGeom prst="rect">
                  <a:avLst/>
                </a:prstGeom>
              </p:spPr>
            </p:pic>
          </mc:Fallback>
        </mc:AlternateContent>
      </p:grpSp>
      <p:grpSp>
        <p:nvGrpSpPr>
          <p:cNvPr id="177" name="Group 176">
            <a:extLst>
              <a:ext uri="{FF2B5EF4-FFF2-40B4-BE49-F238E27FC236}">
                <a16:creationId xmlns:a16="http://schemas.microsoft.com/office/drawing/2014/main" id="{A4CFD827-7317-2AFE-5164-F6AA9F3AD58D}"/>
              </a:ext>
            </a:extLst>
          </p:cNvPr>
          <p:cNvGrpSpPr/>
          <p:nvPr/>
        </p:nvGrpSpPr>
        <p:grpSpPr>
          <a:xfrm>
            <a:off x="2771100" y="3481860"/>
            <a:ext cx="237240" cy="47160"/>
            <a:chOff x="2771100" y="3481860"/>
            <a:chExt cx="237240" cy="47160"/>
          </a:xfrm>
        </p:grpSpPr>
        <mc:AlternateContent xmlns:mc="http://schemas.openxmlformats.org/markup-compatibility/2006" xmlns:p14="http://schemas.microsoft.com/office/powerpoint/2010/main">
          <mc:Choice Requires="p14">
            <p:contentPart p14:bwMode="auto" r:id="rId237">
              <p14:nvContentPartPr>
                <p14:cNvPr id="161" name="Ink 160">
                  <a:extLst>
                    <a:ext uri="{FF2B5EF4-FFF2-40B4-BE49-F238E27FC236}">
                      <a16:creationId xmlns:a16="http://schemas.microsoft.com/office/drawing/2014/main" id="{B42B4795-D701-8BF2-491E-E93720AF6AFB}"/>
                    </a:ext>
                  </a:extLst>
                </p14:cNvPr>
                <p14:cNvContentPartPr/>
                <p14:nvPr/>
              </p14:nvContentPartPr>
              <p14:xfrm>
                <a:off x="2771100" y="3501300"/>
                <a:ext cx="221400" cy="21960"/>
              </p14:xfrm>
            </p:contentPart>
          </mc:Choice>
          <mc:Fallback xmlns="">
            <p:pic>
              <p:nvPicPr>
                <p:cNvPr id="161" name="Ink 160">
                  <a:extLst>
                    <a:ext uri="{FF2B5EF4-FFF2-40B4-BE49-F238E27FC236}">
                      <a16:creationId xmlns:a16="http://schemas.microsoft.com/office/drawing/2014/main" id="{B42B4795-D701-8BF2-491E-E93720AF6AFB}"/>
                    </a:ext>
                  </a:extLst>
                </p:cNvPr>
                <p:cNvPicPr/>
                <p:nvPr/>
              </p:nvPicPr>
              <p:blipFill>
                <a:blip r:embed="rId238"/>
                <a:stretch>
                  <a:fillRect/>
                </a:stretch>
              </p:blipFill>
              <p:spPr>
                <a:xfrm>
                  <a:off x="2762460" y="3492660"/>
                  <a:ext cx="239040" cy="39600"/>
                </a:xfrm>
                <a:prstGeom prst="rect">
                  <a:avLst/>
                </a:prstGeom>
              </p:spPr>
            </p:pic>
          </mc:Fallback>
        </mc:AlternateContent>
        <mc:AlternateContent xmlns:mc="http://schemas.openxmlformats.org/markup-compatibility/2006" xmlns:p14="http://schemas.microsoft.com/office/powerpoint/2010/main">
          <mc:Choice Requires="p14">
            <p:contentPart p14:bwMode="auto" r:id="rId239">
              <p14:nvContentPartPr>
                <p14:cNvPr id="162" name="Ink 161">
                  <a:extLst>
                    <a:ext uri="{FF2B5EF4-FFF2-40B4-BE49-F238E27FC236}">
                      <a16:creationId xmlns:a16="http://schemas.microsoft.com/office/drawing/2014/main" id="{930ABC98-389D-169A-4702-D951C5D29E89}"/>
                    </a:ext>
                  </a:extLst>
                </p14:cNvPr>
                <p14:cNvContentPartPr/>
                <p14:nvPr/>
              </p14:nvContentPartPr>
              <p14:xfrm>
                <a:off x="2956140" y="3481860"/>
                <a:ext cx="52200" cy="47160"/>
              </p14:xfrm>
            </p:contentPart>
          </mc:Choice>
          <mc:Fallback xmlns="">
            <p:pic>
              <p:nvPicPr>
                <p:cNvPr id="162" name="Ink 161">
                  <a:extLst>
                    <a:ext uri="{FF2B5EF4-FFF2-40B4-BE49-F238E27FC236}">
                      <a16:creationId xmlns:a16="http://schemas.microsoft.com/office/drawing/2014/main" id="{930ABC98-389D-169A-4702-D951C5D29E89}"/>
                    </a:ext>
                  </a:extLst>
                </p:cNvPr>
                <p:cNvPicPr/>
                <p:nvPr/>
              </p:nvPicPr>
              <p:blipFill>
                <a:blip r:embed="rId240"/>
                <a:stretch>
                  <a:fillRect/>
                </a:stretch>
              </p:blipFill>
              <p:spPr>
                <a:xfrm>
                  <a:off x="2947140" y="3472860"/>
                  <a:ext cx="69840" cy="64800"/>
                </a:xfrm>
                <a:prstGeom prst="rect">
                  <a:avLst/>
                </a:prstGeom>
              </p:spPr>
            </p:pic>
          </mc:Fallback>
        </mc:AlternateContent>
      </p:grpSp>
      <p:grpSp>
        <p:nvGrpSpPr>
          <p:cNvPr id="176" name="Group 175">
            <a:extLst>
              <a:ext uri="{FF2B5EF4-FFF2-40B4-BE49-F238E27FC236}">
                <a16:creationId xmlns:a16="http://schemas.microsoft.com/office/drawing/2014/main" id="{029E09E0-29AC-5BD8-CF01-7AFC7CEB2B35}"/>
              </a:ext>
            </a:extLst>
          </p:cNvPr>
          <p:cNvGrpSpPr/>
          <p:nvPr/>
        </p:nvGrpSpPr>
        <p:grpSpPr>
          <a:xfrm>
            <a:off x="3550860" y="3468540"/>
            <a:ext cx="620640" cy="617040"/>
            <a:chOff x="3550860" y="3468540"/>
            <a:chExt cx="620640" cy="617040"/>
          </a:xfrm>
        </p:grpSpPr>
        <mc:AlternateContent xmlns:mc="http://schemas.openxmlformats.org/markup-compatibility/2006" xmlns:p14="http://schemas.microsoft.com/office/powerpoint/2010/main">
          <mc:Choice Requires="p14">
            <p:contentPart p14:bwMode="auto" r:id="rId241">
              <p14:nvContentPartPr>
                <p14:cNvPr id="163" name="Ink 162">
                  <a:extLst>
                    <a:ext uri="{FF2B5EF4-FFF2-40B4-BE49-F238E27FC236}">
                      <a16:creationId xmlns:a16="http://schemas.microsoft.com/office/drawing/2014/main" id="{C82529C6-C586-9B3C-B122-FD4B1D612E58}"/>
                    </a:ext>
                  </a:extLst>
                </p14:cNvPr>
                <p14:cNvContentPartPr/>
                <p14:nvPr/>
              </p14:nvContentPartPr>
              <p14:xfrm>
                <a:off x="3550860" y="3684540"/>
                <a:ext cx="116640" cy="11160"/>
              </p14:xfrm>
            </p:contentPart>
          </mc:Choice>
          <mc:Fallback xmlns="">
            <p:pic>
              <p:nvPicPr>
                <p:cNvPr id="163" name="Ink 162">
                  <a:extLst>
                    <a:ext uri="{FF2B5EF4-FFF2-40B4-BE49-F238E27FC236}">
                      <a16:creationId xmlns:a16="http://schemas.microsoft.com/office/drawing/2014/main" id="{C82529C6-C586-9B3C-B122-FD4B1D612E58}"/>
                    </a:ext>
                  </a:extLst>
                </p:cNvPr>
                <p:cNvPicPr/>
                <p:nvPr/>
              </p:nvPicPr>
              <p:blipFill>
                <a:blip r:embed="rId242"/>
                <a:stretch>
                  <a:fillRect/>
                </a:stretch>
              </p:blipFill>
              <p:spPr>
                <a:xfrm>
                  <a:off x="3541860" y="3675900"/>
                  <a:ext cx="13428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243">
              <p14:nvContentPartPr>
                <p14:cNvPr id="164" name="Ink 163">
                  <a:extLst>
                    <a:ext uri="{FF2B5EF4-FFF2-40B4-BE49-F238E27FC236}">
                      <a16:creationId xmlns:a16="http://schemas.microsoft.com/office/drawing/2014/main" id="{2EA679B7-1386-ECE4-871E-5165FA451971}"/>
                    </a:ext>
                  </a:extLst>
                </p14:cNvPr>
                <p14:cNvContentPartPr/>
                <p14:nvPr/>
              </p14:nvContentPartPr>
              <p14:xfrm>
                <a:off x="3829500" y="3617580"/>
                <a:ext cx="3600" cy="7920"/>
              </p14:xfrm>
            </p:contentPart>
          </mc:Choice>
          <mc:Fallback xmlns="">
            <p:pic>
              <p:nvPicPr>
                <p:cNvPr id="164" name="Ink 163">
                  <a:extLst>
                    <a:ext uri="{FF2B5EF4-FFF2-40B4-BE49-F238E27FC236}">
                      <a16:creationId xmlns:a16="http://schemas.microsoft.com/office/drawing/2014/main" id="{2EA679B7-1386-ECE4-871E-5165FA451971}"/>
                    </a:ext>
                  </a:extLst>
                </p:cNvPr>
                <p:cNvPicPr/>
                <p:nvPr/>
              </p:nvPicPr>
              <p:blipFill>
                <a:blip r:embed="rId244"/>
                <a:stretch>
                  <a:fillRect/>
                </a:stretch>
              </p:blipFill>
              <p:spPr>
                <a:xfrm>
                  <a:off x="3820860" y="3608940"/>
                  <a:ext cx="2124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245">
              <p14:nvContentPartPr>
                <p14:cNvPr id="165" name="Ink 164">
                  <a:extLst>
                    <a:ext uri="{FF2B5EF4-FFF2-40B4-BE49-F238E27FC236}">
                      <a16:creationId xmlns:a16="http://schemas.microsoft.com/office/drawing/2014/main" id="{EC788918-68A9-3708-9F43-7DCB62D07C9F}"/>
                    </a:ext>
                  </a:extLst>
                </p14:cNvPr>
                <p14:cNvContentPartPr/>
                <p14:nvPr/>
              </p14:nvContentPartPr>
              <p14:xfrm>
                <a:off x="3797100" y="3575460"/>
                <a:ext cx="194760" cy="250200"/>
              </p14:xfrm>
            </p:contentPart>
          </mc:Choice>
          <mc:Fallback xmlns="">
            <p:pic>
              <p:nvPicPr>
                <p:cNvPr id="165" name="Ink 164">
                  <a:extLst>
                    <a:ext uri="{FF2B5EF4-FFF2-40B4-BE49-F238E27FC236}">
                      <a16:creationId xmlns:a16="http://schemas.microsoft.com/office/drawing/2014/main" id="{EC788918-68A9-3708-9F43-7DCB62D07C9F}"/>
                    </a:ext>
                  </a:extLst>
                </p:cNvPr>
                <p:cNvPicPr/>
                <p:nvPr/>
              </p:nvPicPr>
              <p:blipFill>
                <a:blip r:embed="rId246"/>
                <a:stretch>
                  <a:fillRect/>
                </a:stretch>
              </p:blipFill>
              <p:spPr>
                <a:xfrm>
                  <a:off x="3788460" y="3566820"/>
                  <a:ext cx="212400" cy="267840"/>
                </a:xfrm>
                <a:prstGeom prst="rect">
                  <a:avLst/>
                </a:prstGeom>
              </p:spPr>
            </p:pic>
          </mc:Fallback>
        </mc:AlternateContent>
        <mc:AlternateContent xmlns:mc="http://schemas.openxmlformats.org/markup-compatibility/2006" xmlns:p14="http://schemas.microsoft.com/office/powerpoint/2010/main">
          <mc:Choice Requires="p14">
            <p:contentPart p14:bwMode="auto" r:id="rId247">
              <p14:nvContentPartPr>
                <p14:cNvPr id="166" name="Ink 165">
                  <a:extLst>
                    <a:ext uri="{FF2B5EF4-FFF2-40B4-BE49-F238E27FC236}">
                      <a16:creationId xmlns:a16="http://schemas.microsoft.com/office/drawing/2014/main" id="{9ED89EC1-2354-0114-2B58-BD29417236B6}"/>
                    </a:ext>
                  </a:extLst>
                </p14:cNvPr>
                <p14:cNvContentPartPr/>
                <p14:nvPr/>
              </p14:nvContentPartPr>
              <p14:xfrm>
                <a:off x="3801780" y="3698220"/>
                <a:ext cx="137880" cy="16200"/>
              </p14:xfrm>
            </p:contentPart>
          </mc:Choice>
          <mc:Fallback xmlns="">
            <p:pic>
              <p:nvPicPr>
                <p:cNvPr id="166" name="Ink 165">
                  <a:extLst>
                    <a:ext uri="{FF2B5EF4-FFF2-40B4-BE49-F238E27FC236}">
                      <a16:creationId xmlns:a16="http://schemas.microsoft.com/office/drawing/2014/main" id="{9ED89EC1-2354-0114-2B58-BD29417236B6}"/>
                    </a:ext>
                  </a:extLst>
                </p:cNvPr>
                <p:cNvPicPr/>
                <p:nvPr/>
              </p:nvPicPr>
              <p:blipFill>
                <a:blip r:embed="rId248"/>
                <a:stretch>
                  <a:fillRect/>
                </a:stretch>
              </p:blipFill>
              <p:spPr>
                <a:xfrm>
                  <a:off x="3793140" y="3689220"/>
                  <a:ext cx="15552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249">
              <p14:nvContentPartPr>
                <p14:cNvPr id="167" name="Ink 166">
                  <a:extLst>
                    <a:ext uri="{FF2B5EF4-FFF2-40B4-BE49-F238E27FC236}">
                      <a16:creationId xmlns:a16="http://schemas.microsoft.com/office/drawing/2014/main" id="{02537F4A-7158-5C19-31D5-375C284B0340}"/>
                    </a:ext>
                  </a:extLst>
                </p14:cNvPr>
                <p14:cNvContentPartPr/>
                <p14:nvPr/>
              </p14:nvContentPartPr>
              <p14:xfrm>
                <a:off x="3998700" y="3666180"/>
                <a:ext cx="172800" cy="419400"/>
              </p14:xfrm>
            </p:contentPart>
          </mc:Choice>
          <mc:Fallback xmlns="">
            <p:pic>
              <p:nvPicPr>
                <p:cNvPr id="167" name="Ink 166">
                  <a:extLst>
                    <a:ext uri="{FF2B5EF4-FFF2-40B4-BE49-F238E27FC236}">
                      <a16:creationId xmlns:a16="http://schemas.microsoft.com/office/drawing/2014/main" id="{02537F4A-7158-5C19-31D5-375C284B0340}"/>
                    </a:ext>
                  </a:extLst>
                </p:cNvPr>
                <p:cNvPicPr/>
                <p:nvPr/>
              </p:nvPicPr>
              <p:blipFill>
                <a:blip r:embed="rId250"/>
                <a:stretch>
                  <a:fillRect/>
                </a:stretch>
              </p:blipFill>
              <p:spPr>
                <a:xfrm>
                  <a:off x="3990060" y="3657180"/>
                  <a:ext cx="190440" cy="437040"/>
                </a:xfrm>
                <a:prstGeom prst="rect">
                  <a:avLst/>
                </a:prstGeom>
              </p:spPr>
            </p:pic>
          </mc:Fallback>
        </mc:AlternateContent>
        <mc:AlternateContent xmlns:mc="http://schemas.openxmlformats.org/markup-compatibility/2006" xmlns:p14="http://schemas.microsoft.com/office/powerpoint/2010/main">
          <mc:Choice Requires="p14">
            <p:contentPart p14:bwMode="auto" r:id="rId251">
              <p14:nvContentPartPr>
                <p14:cNvPr id="168" name="Ink 167">
                  <a:extLst>
                    <a:ext uri="{FF2B5EF4-FFF2-40B4-BE49-F238E27FC236}">
                      <a16:creationId xmlns:a16="http://schemas.microsoft.com/office/drawing/2014/main" id="{C5BE7494-5F6F-5EF8-643A-4A127DD7F287}"/>
                    </a:ext>
                  </a:extLst>
                </p14:cNvPr>
                <p14:cNvContentPartPr/>
                <p14:nvPr/>
              </p14:nvContentPartPr>
              <p14:xfrm>
                <a:off x="3762900" y="3494460"/>
                <a:ext cx="247320" cy="25920"/>
              </p14:xfrm>
            </p:contentPart>
          </mc:Choice>
          <mc:Fallback xmlns="">
            <p:pic>
              <p:nvPicPr>
                <p:cNvPr id="168" name="Ink 167">
                  <a:extLst>
                    <a:ext uri="{FF2B5EF4-FFF2-40B4-BE49-F238E27FC236}">
                      <a16:creationId xmlns:a16="http://schemas.microsoft.com/office/drawing/2014/main" id="{C5BE7494-5F6F-5EF8-643A-4A127DD7F287}"/>
                    </a:ext>
                  </a:extLst>
                </p:cNvPr>
                <p:cNvPicPr/>
                <p:nvPr/>
              </p:nvPicPr>
              <p:blipFill>
                <a:blip r:embed="rId252"/>
                <a:stretch>
                  <a:fillRect/>
                </a:stretch>
              </p:blipFill>
              <p:spPr>
                <a:xfrm>
                  <a:off x="3754260" y="3485820"/>
                  <a:ext cx="26496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253">
              <p14:nvContentPartPr>
                <p14:cNvPr id="169" name="Ink 168">
                  <a:extLst>
                    <a:ext uri="{FF2B5EF4-FFF2-40B4-BE49-F238E27FC236}">
                      <a16:creationId xmlns:a16="http://schemas.microsoft.com/office/drawing/2014/main" id="{C34F387E-4E78-6A5D-3009-C11F33C6F5BF}"/>
                    </a:ext>
                  </a:extLst>
                </p14:cNvPr>
                <p14:cNvContentPartPr/>
                <p14:nvPr/>
              </p14:nvContentPartPr>
              <p14:xfrm>
                <a:off x="3963780" y="3468540"/>
                <a:ext cx="51840" cy="74520"/>
              </p14:xfrm>
            </p:contentPart>
          </mc:Choice>
          <mc:Fallback xmlns="">
            <p:pic>
              <p:nvPicPr>
                <p:cNvPr id="169" name="Ink 168">
                  <a:extLst>
                    <a:ext uri="{FF2B5EF4-FFF2-40B4-BE49-F238E27FC236}">
                      <a16:creationId xmlns:a16="http://schemas.microsoft.com/office/drawing/2014/main" id="{C34F387E-4E78-6A5D-3009-C11F33C6F5BF}"/>
                    </a:ext>
                  </a:extLst>
                </p:cNvPr>
                <p:cNvPicPr/>
                <p:nvPr/>
              </p:nvPicPr>
              <p:blipFill>
                <a:blip r:embed="rId254"/>
                <a:stretch>
                  <a:fillRect/>
                </a:stretch>
              </p:blipFill>
              <p:spPr>
                <a:xfrm>
                  <a:off x="3955140" y="3459540"/>
                  <a:ext cx="69480" cy="92160"/>
                </a:xfrm>
                <a:prstGeom prst="rect">
                  <a:avLst/>
                </a:prstGeom>
              </p:spPr>
            </p:pic>
          </mc:Fallback>
        </mc:AlternateContent>
      </p:grpSp>
      <p:grpSp>
        <p:nvGrpSpPr>
          <p:cNvPr id="175" name="Group 174">
            <a:extLst>
              <a:ext uri="{FF2B5EF4-FFF2-40B4-BE49-F238E27FC236}">
                <a16:creationId xmlns:a16="http://schemas.microsoft.com/office/drawing/2014/main" id="{9510F282-D321-7A42-671B-688118133D5A}"/>
              </a:ext>
            </a:extLst>
          </p:cNvPr>
          <p:cNvGrpSpPr/>
          <p:nvPr/>
        </p:nvGrpSpPr>
        <p:grpSpPr>
          <a:xfrm>
            <a:off x="4372020" y="3590580"/>
            <a:ext cx="1174680" cy="388080"/>
            <a:chOff x="4372020" y="3590580"/>
            <a:chExt cx="1174680" cy="388080"/>
          </a:xfrm>
        </p:grpSpPr>
        <mc:AlternateContent xmlns:mc="http://schemas.openxmlformats.org/markup-compatibility/2006" xmlns:p14="http://schemas.microsoft.com/office/powerpoint/2010/main">
          <mc:Choice Requires="p14">
            <p:contentPart p14:bwMode="auto" r:id="rId255">
              <p14:nvContentPartPr>
                <p14:cNvPr id="170" name="Ink 169">
                  <a:extLst>
                    <a:ext uri="{FF2B5EF4-FFF2-40B4-BE49-F238E27FC236}">
                      <a16:creationId xmlns:a16="http://schemas.microsoft.com/office/drawing/2014/main" id="{F63CB3F6-F70C-47AD-CCEB-3C5877A20233}"/>
                    </a:ext>
                  </a:extLst>
                </p14:cNvPr>
                <p14:cNvContentPartPr/>
                <p14:nvPr/>
              </p14:nvContentPartPr>
              <p14:xfrm>
                <a:off x="4372020" y="3640260"/>
                <a:ext cx="113400" cy="19440"/>
              </p14:xfrm>
            </p:contentPart>
          </mc:Choice>
          <mc:Fallback xmlns="">
            <p:pic>
              <p:nvPicPr>
                <p:cNvPr id="170" name="Ink 169">
                  <a:extLst>
                    <a:ext uri="{FF2B5EF4-FFF2-40B4-BE49-F238E27FC236}">
                      <a16:creationId xmlns:a16="http://schemas.microsoft.com/office/drawing/2014/main" id="{F63CB3F6-F70C-47AD-CCEB-3C5877A20233}"/>
                    </a:ext>
                  </a:extLst>
                </p:cNvPr>
                <p:cNvPicPr/>
                <p:nvPr/>
              </p:nvPicPr>
              <p:blipFill>
                <a:blip r:embed="rId256"/>
                <a:stretch>
                  <a:fillRect/>
                </a:stretch>
              </p:blipFill>
              <p:spPr>
                <a:xfrm>
                  <a:off x="4363380" y="3631260"/>
                  <a:ext cx="131040" cy="37080"/>
                </a:xfrm>
                <a:prstGeom prst="rect">
                  <a:avLst/>
                </a:prstGeom>
              </p:spPr>
            </p:pic>
          </mc:Fallback>
        </mc:AlternateContent>
        <mc:AlternateContent xmlns:mc="http://schemas.openxmlformats.org/markup-compatibility/2006" xmlns:p14="http://schemas.microsoft.com/office/powerpoint/2010/main">
          <mc:Choice Requires="p14">
            <p:contentPart p14:bwMode="auto" r:id="rId257">
              <p14:nvContentPartPr>
                <p14:cNvPr id="171" name="Ink 170">
                  <a:extLst>
                    <a:ext uri="{FF2B5EF4-FFF2-40B4-BE49-F238E27FC236}">
                      <a16:creationId xmlns:a16="http://schemas.microsoft.com/office/drawing/2014/main" id="{04E05B0C-0681-BA31-39B8-696702817F83}"/>
                    </a:ext>
                  </a:extLst>
                </p14:cNvPr>
                <p14:cNvContentPartPr/>
                <p14:nvPr/>
              </p14:nvContentPartPr>
              <p14:xfrm>
                <a:off x="4392540" y="3689220"/>
                <a:ext cx="180360" cy="29160"/>
              </p14:xfrm>
            </p:contentPart>
          </mc:Choice>
          <mc:Fallback xmlns="">
            <p:pic>
              <p:nvPicPr>
                <p:cNvPr id="171" name="Ink 170">
                  <a:extLst>
                    <a:ext uri="{FF2B5EF4-FFF2-40B4-BE49-F238E27FC236}">
                      <a16:creationId xmlns:a16="http://schemas.microsoft.com/office/drawing/2014/main" id="{04E05B0C-0681-BA31-39B8-696702817F83}"/>
                    </a:ext>
                  </a:extLst>
                </p:cNvPr>
                <p:cNvPicPr/>
                <p:nvPr/>
              </p:nvPicPr>
              <p:blipFill>
                <a:blip r:embed="rId258"/>
                <a:stretch>
                  <a:fillRect/>
                </a:stretch>
              </p:blipFill>
              <p:spPr>
                <a:xfrm>
                  <a:off x="4383540" y="3680220"/>
                  <a:ext cx="198000" cy="46800"/>
                </a:xfrm>
                <a:prstGeom prst="rect">
                  <a:avLst/>
                </a:prstGeom>
              </p:spPr>
            </p:pic>
          </mc:Fallback>
        </mc:AlternateContent>
        <mc:AlternateContent xmlns:mc="http://schemas.openxmlformats.org/markup-compatibility/2006" xmlns:p14="http://schemas.microsoft.com/office/powerpoint/2010/main">
          <mc:Choice Requires="p14">
            <p:contentPart p14:bwMode="auto" r:id="rId259">
              <p14:nvContentPartPr>
                <p14:cNvPr id="172" name="Ink 171">
                  <a:extLst>
                    <a:ext uri="{FF2B5EF4-FFF2-40B4-BE49-F238E27FC236}">
                      <a16:creationId xmlns:a16="http://schemas.microsoft.com/office/drawing/2014/main" id="{6970B5F7-489C-1EB7-57EF-639E69DB93DC}"/>
                    </a:ext>
                  </a:extLst>
                </p14:cNvPr>
                <p14:cNvContentPartPr/>
                <p14:nvPr/>
              </p14:nvContentPartPr>
              <p14:xfrm>
                <a:off x="4723380" y="3590580"/>
                <a:ext cx="352800" cy="141480"/>
              </p14:xfrm>
            </p:contentPart>
          </mc:Choice>
          <mc:Fallback xmlns="">
            <p:pic>
              <p:nvPicPr>
                <p:cNvPr id="172" name="Ink 171">
                  <a:extLst>
                    <a:ext uri="{FF2B5EF4-FFF2-40B4-BE49-F238E27FC236}">
                      <a16:creationId xmlns:a16="http://schemas.microsoft.com/office/drawing/2014/main" id="{6970B5F7-489C-1EB7-57EF-639E69DB93DC}"/>
                    </a:ext>
                  </a:extLst>
                </p:cNvPr>
                <p:cNvPicPr/>
                <p:nvPr/>
              </p:nvPicPr>
              <p:blipFill>
                <a:blip r:embed="rId260"/>
                <a:stretch>
                  <a:fillRect/>
                </a:stretch>
              </p:blipFill>
              <p:spPr>
                <a:xfrm>
                  <a:off x="4714380" y="3581580"/>
                  <a:ext cx="37044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261">
              <p14:nvContentPartPr>
                <p14:cNvPr id="173" name="Ink 172">
                  <a:extLst>
                    <a:ext uri="{FF2B5EF4-FFF2-40B4-BE49-F238E27FC236}">
                      <a16:creationId xmlns:a16="http://schemas.microsoft.com/office/drawing/2014/main" id="{963EC864-D837-2E89-06EF-C1643A578A50}"/>
                    </a:ext>
                  </a:extLst>
                </p14:cNvPr>
                <p14:cNvContentPartPr/>
                <p14:nvPr/>
              </p14:nvContentPartPr>
              <p14:xfrm>
                <a:off x="5146020" y="3613260"/>
                <a:ext cx="182520" cy="117000"/>
              </p14:xfrm>
            </p:contentPart>
          </mc:Choice>
          <mc:Fallback xmlns="">
            <p:pic>
              <p:nvPicPr>
                <p:cNvPr id="173" name="Ink 172">
                  <a:extLst>
                    <a:ext uri="{FF2B5EF4-FFF2-40B4-BE49-F238E27FC236}">
                      <a16:creationId xmlns:a16="http://schemas.microsoft.com/office/drawing/2014/main" id="{963EC864-D837-2E89-06EF-C1643A578A50}"/>
                    </a:ext>
                  </a:extLst>
                </p:cNvPr>
                <p:cNvPicPr/>
                <p:nvPr/>
              </p:nvPicPr>
              <p:blipFill>
                <a:blip r:embed="rId262"/>
                <a:stretch>
                  <a:fillRect/>
                </a:stretch>
              </p:blipFill>
              <p:spPr>
                <a:xfrm>
                  <a:off x="5137020" y="3604260"/>
                  <a:ext cx="200160" cy="134640"/>
                </a:xfrm>
                <a:prstGeom prst="rect">
                  <a:avLst/>
                </a:prstGeom>
              </p:spPr>
            </p:pic>
          </mc:Fallback>
        </mc:AlternateContent>
        <mc:AlternateContent xmlns:mc="http://schemas.openxmlformats.org/markup-compatibility/2006" xmlns:p14="http://schemas.microsoft.com/office/powerpoint/2010/main">
          <mc:Choice Requires="p14">
            <p:contentPart p14:bwMode="auto" r:id="rId263">
              <p14:nvContentPartPr>
                <p14:cNvPr id="174" name="Ink 173">
                  <a:extLst>
                    <a:ext uri="{FF2B5EF4-FFF2-40B4-BE49-F238E27FC236}">
                      <a16:creationId xmlns:a16="http://schemas.microsoft.com/office/drawing/2014/main" id="{A8FED22E-B5A1-0612-303B-70876F82C352}"/>
                    </a:ext>
                  </a:extLst>
                </p14:cNvPr>
                <p14:cNvContentPartPr/>
                <p14:nvPr/>
              </p14:nvContentPartPr>
              <p14:xfrm>
                <a:off x="5390820" y="3660780"/>
                <a:ext cx="155880" cy="317880"/>
              </p14:xfrm>
            </p:contentPart>
          </mc:Choice>
          <mc:Fallback xmlns="">
            <p:pic>
              <p:nvPicPr>
                <p:cNvPr id="174" name="Ink 173">
                  <a:extLst>
                    <a:ext uri="{FF2B5EF4-FFF2-40B4-BE49-F238E27FC236}">
                      <a16:creationId xmlns:a16="http://schemas.microsoft.com/office/drawing/2014/main" id="{A8FED22E-B5A1-0612-303B-70876F82C352}"/>
                    </a:ext>
                  </a:extLst>
                </p:cNvPr>
                <p:cNvPicPr/>
                <p:nvPr/>
              </p:nvPicPr>
              <p:blipFill>
                <a:blip r:embed="rId264"/>
                <a:stretch>
                  <a:fillRect/>
                </a:stretch>
              </p:blipFill>
              <p:spPr>
                <a:xfrm>
                  <a:off x="5382180" y="3652140"/>
                  <a:ext cx="173520" cy="335520"/>
                </a:xfrm>
                <a:prstGeom prst="rect">
                  <a:avLst/>
                </a:prstGeom>
              </p:spPr>
            </p:pic>
          </mc:Fallback>
        </mc:AlternateContent>
      </p:grpSp>
      <p:grpSp>
        <p:nvGrpSpPr>
          <p:cNvPr id="198" name="Group 197">
            <a:extLst>
              <a:ext uri="{FF2B5EF4-FFF2-40B4-BE49-F238E27FC236}">
                <a16:creationId xmlns:a16="http://schemas.microsoft.com/office/drawing/2014/main" id="{A466C383-1426-A654-3D7F-3EF28156B71B}"/>
              </a:ext>
            </a:extLst>
          </p:cNvPr>
          <p:cNvGrpSpPr/>
          <p:nvPr/>
        </p:nvGrpSpPr>
        <p:grpSpPr>
          <a:xfrm>
            <a:off x="2658420" y="4162620"/>
            <a:ext cx="1741680" cy="546840"/>
            <a:chOff x="2658420" y="4162620"/>
            <a:chExt cx="1741680" cy="546840"/>
          </a:xfrm>
        </p:grpSpPr>
        <mc:AlternateContent xmlns:mc="http://schemas.openxmlformats.org/markup-compatibility/2006" xmlns:p14="http://schemas.microsoft.com/office/powerpoint/2010/main">
          <mc:Choice Requires="p14">
            <p:contentPart p14:bwMode="auto" r:id="rId265">
              <p14:nvContentPartPr>
                <p14:cNvPr id="178" name="Ink 177">
                  <a:extLst>
                    <a:ext uri="{FF2B5EF4-FFF2-40B4-BE49-F238E27FC236}">
                      <a16:creationId xmlns:a16="http://schemas.microsoft.com/office/drawing/2014/main" id="{EEE94763-13EF-5E16-64D3-ABFF849B101E}"/>
                    </a:ext>
                  </a:extLst>
                </p14:cNvPr>
                <p14:cNvContentPartPr/>
                <p14:nvPr/>
              </p14:nvContentPartPr>
              <p14:xfrm>
                <a:off x="2785500" y="4329660"/>
                <a:ext cx="181440" cy="243360"/>
              </p14:xfrm>
            </p:contentPart>
          </mc:Choice>
          <mc:Fallback xmlns="">
            <p:pic>
              <p:nvPicPr>
                <p:cNvPr id="178" name="Ink 177">
                  <a:extLst>
                    <a:ext uri="{FF2B5EF4-FFF2-40B4-BE49-F238E27FC236}">
                      <a16:creationId xmlns:a16="http://schemas.microsoft.com/office/drawing/2014/main" id="{EEE94763-13EF-5E16-64D3-ABFF849B101E}"/>
                    </a:ext>
                  </a:extLst>
                </p:cNvPr>
                <p:cNvPicPr/>
                <p:nvPr/>
              </p:nvPicPr>
              <p:blipFill>
                <a:blip r:embed="rId266"/>
                <a:stretch>
                  <a:fillRect/>
                </a:stretch>
              </p:blipFill>
              <p:spPr>
                <a:xfrm>
                  <a:off x="2776500" y="4321020"/>
                  <a:ext cx="199080" cy="261000"/>
                </a:xfrm>
                <a:prstGeom prst="rect">
                  <a:avLst/>
                </a:prstGeom>
              </p:spPr>
            </p:pic>
          </mc:Fallback>
        </mc:AlternateContent>
        <mc:AlternateContent xmlns:mc="http://schemas.openxmlformats.org/markup-compatibility/2006" xmlns:p14="http://schemas.microsoft.com/office/powerpoint/2010/main">
          <mc:Choice Requires="p14">
            <p:contentPart p14:bwMode="auto" r:id="rId267">
              <p14:nvContentPartPr>
                <p14:cNvPr id="179" name="Ink 178">
                  <a:extLst>
                    <a:ext uri="{FF2B5EF4-FFF2-40B4-BE49-F238E27FC236}">
                      <a16:creationId xmlns:a16="http://schemas.microsoft.com/office/drawing/2014/main" id="{B86B3477-31ED-C085-2549-A9D033124A06}"/>
                    </a:ext>
                  </a:extLst>
                </p14:cNvPr>
                <p14:cNvContentPartPr/>
                <p14:nvPr/>
              </p14:nvContentPartPr>
              <p14:xfrm>
                <a:off x="2804220" y="4457100"/>
                <a:ext cx="55800" cy="9000"/>
              </p14:xfrm>
            </p:contentPart>
          </mc:Choice>
          <mc:Fallback xmlns="">
            <p:pic>
              <p:nvPicPr>
                <p:cNvPr id="179" name="Ink 178">
                  <a:extLst>
                    <a:ext uri="{FF2B5EF4-FFF2-40B4-BE49-F238E27FC236}">
                      <a16:creationId xmlns:a16="http://schemas.microsoft.com/office/drawing/2014/main" id="{B86B3477-31ED-C085-2549-A9D033124A06}"/>
                    </a:ext>
                  </a:extLst>
                </p:cNvPr>
                <p:cNvPicPr/>
                <p:nvPr/>
              </p:nvPicPr>
              <p:blipFill>
                <a:blip r:embed="rId268"/>
                <a:stretch>
                  <a:fillRect/>
                </a:stretch>
              </p:blipFill>
              <p:spPr>
                <a:xfrm>
                  <a:off x="2795220" y="4448460"/>
                  <a:ext cx="7344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269">
              <p14:nvContentPartPr>
                <p14:cNvPr id="180" name="Ink 179">
                  <a:extLst>
                    <a:ext uri="{FF2B5EF4-FFF2-40B4-BE49-F238E27FC236}">
                      <a16:creationId xmlns:a16="http://schemas.microsoft.com/office/drawing/2014/main" id="{971A97F7-EE90-20E4-6D5A-E58A11D41B89}"/>
                    </a:ext>
                  </a:extLst>
                </p14:cNvPr>
                <p14:cNvContentPartPr/>
                <p14:nvPr/>
              </p14:nvContentPartPr>
              <p14:xfrm>
                <a:off x="2978820" y="4445580"/>
                <a:ext cx="360" cy="360"/>
              </p14:xfrm>
            </p:contentPart>
          </mc:Choice>
          <mc:Fallback xmlns="">
            <p:pic>
              <p:nvPicPr>
                <p:cNvPr id="180" name="Ink 179">
                  <a:extLst>
                    <a:ext uri="{FF2B5EF4-FFF2-40B4-BE49-F238E27FC236}">
                      <a16:creationId xmlns:a16="http://schemas.microsoft.com/office/drawing/2014/main" id="{971A97F7-EE90-20E4-6D5A-E58A11D41B89}"/>
                    </a:ext>
                  </a:extLst>
                </p:cNvPr>
                <p:cNvPicPr/>
                <p:nvPr/>
              </p:nvPicPr>
              <p:blipFill>
                <a:blip r:embed="rId117"/>
                <a:stretch>
                  <a:fillRect/>
                </a:stretch>
              </p:blipFill>
              <p:spPr>
                <a:xfrm>
                  <a:off x="2970180" y="443658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181" name="Ink 180">
                  <a:extLst>
                    <a:ext uri="{FF2B5EF4-FFF2-40B4-BE49-F238E27FC236}">
                      <a16:creationId xmlns:a16="http://schemas.microsoft.com/office/drawing/2014/main" id="{7D08548B-018E-EBDB-44D8-DE8A644521D3}"/>
                    </a:ext>
                  </a:extLst>
                </p14:cNvPr>
                <p14:cNvContentPartPr/>
                <p14:nvPr/>
              </p14:nvContentPartPr>
              <p14:xfrm>
                <a:off x="2976660" y="4449180"/>
                <a:ext cx="182160" cy="109800"/>
              </p14:xfrm>
            </p:contentPart>
          </mc:Choice>
          <mc:Fallback xmlns="">
            <p:pic>
              <p:nvPicPr>
                <p:cNvPr id="181" name="Ink 180">
                  <a:extLst>
                    <a:ext uri="{FF2B5EF4-FFF2-40B4-BE49-F238E27FC236}">
                      <a16:creationId xmlns:a16="http://schemas.microsoft.com/office/drawing/2014/main" id="{7D08548B-018E-EBDB-44D8-DE8A644521D3}"/>
                    </a:ext>
                  </a:extLst>
                </p:cNvPr>
                <p:cNvPicPr/>
                <p:nvPr/>
              </p:nvPicPr>
              <p:blipFill>
                <a:blip r:embed="rId271"/>
                <a:stretch>
                  <a:fillRect/>
                </a:stretch>
              </p:blipFill>
              <p:spPr>
                <a:xfrm>
                  <a:off x="2968020" y="4440180"/>
                  <a:ext cx="19980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182" name="Ink 181">
                  <a:extLst>
                    <a:ext uri="{FF2B5EF4-FFF2-40B4-BE49-F238E27FC236}">
                      <a16:creationId xmlns:a16="http://schemas.microsoft.com/office/drawing/2014/main" id="{8F42D8C7-EF8A-5CA7-6BBA-F68BADD382F9}"/>
                    </a:ext>
                  </a:extLst>
                </p14:cNvPr>
                <p14:cNvContentPartPr/>
                <p14:nvPr/>
              </p14:nvContentPartPr>
              <p14:xfrm>
                <a:off x="3284460" y="4320300"/>
                <a:ext cx="16920" cy="376560"/>
              </p14:xfrm>
            </p:contentPart>
          </mc:Choice>
          <mc:Fallback xmlns="">
            <p:pic>
              <p:nvPicPr>
                <p:cNvPr id="182" name="Ink 181">
                  <a:extLst>
                    <a:ext uri="{FF2B5EF4-FFF2-40B4-BE49-F238E27FC236}">
                      <a16:creationId xmlns:a16="http://schemas.microsoft.com/office/drawing/2014/main" id="{8F42D8C7-EF8A-5CA7-6BBA-F68BADD382F9}"/>
                    </a:ext>
                  </a:extLst>
                </p:cNvPr>
                <p:cNvPicPr/>
                <p:nvPr/>
              </p:nvPicPr>
              <p:blipFill>
                <a:blip r:embed="rId273"/>
                <a:stretch>
                  <a:fillRect/>
                </a:stretch>
              </p:blipFill>
              <p:spPr>
                <a:xfrm>
                  <a:off x="3275460" y="4311300"/>
                  <a:ext cx="34560" cy="39420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83" name="Ink 182">
                  <a:extLst>
                    <a:ext uri="{FF2B5EF4-FFF2-40B4-BE49-F238E27FC236}">
                      <a16:creationId xmlns:a16="http://schemas.microsoft.com/office/drawing/2014/main" id="{455EE309-6092-63E1-EB99-ADBAA4383F37}"/>
                    </a:ext>
                  </a:extLst>
                </p14:cNvPr>
                <p14:cNvContentPartPr/>
                <p14:nvPr/>
              </p14:nvContentPartPr>
              <p14:xfrm>
                <a:off x="3288060" y="4447740"/>
                <a:ext cx="96120" cy="131760"/>
              </p14:xfrm>
            </p:contentPart>
          </mc:Choice>
          <mc:Fallback xmlns="">
            <p:pic>
              <p:nvPicPr>
                <p:cNvPr id="183" name="Ink 182">
                  <a:extLst>
                    <a:ext uri="{FF2B5EF4-FFF2-40B4-BE49-F238E27FC236}">
                      <a16:creationId xmlns:a16="http://schemas.microsoft.com/office/drawing/2014/main" id="{455EE309-6092-63E1-EB99-ADBAA4383F37}"/>
                    </a:ext>
                  </a:extLst>
                </p:cNvPr>
                <p:cNvPicPr/>
                <p:nvPr/>
              </p:nvPicPr>
              <p:blipFill>
                <a:blip r:embed="rId275"/>
                <a:stretch>
                  <a:fillRect/>
                </a:stretch>
              </p:blipFill>
              <p:spPr>
                <a:xfrm>
                  <a:off x="3279060" y="4438740"/>
                  <a:ext cx="11376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84" name="Ink 183">
                  <a:extLst>
                    <a:ext uri="{FF2B5EF4-FFF2-40B4-BE49-F238E27FC236}">
                      <a16:creationId xmlns:a16="http://schemas.microsoft.com/office/drawing/2014/main" id="{9B3054A9-C701-B8DC-4803-E1084DB72C10}"/>
                    </a:ext>
                  </a:extLst>
                </p14:cNvPr>
                <p14:cNvContentPartPr/>
                <p14:nvPr/>
              </p14:nvContentPartPr>
              <p14:xfrm>
                <a:off x="2751660" y="4180620"/>
                <a:ext cx="328680" cy="64800"/>
              </p14:xfrm>
            </p:contentPart>
          </mc:Choice>
          <mc:Fallback xmlns="">
            <p:pic>
              <p:nvPicPr>
                <p:cNvPr id="184" name="Ink 183">
                  <a:extLst>
                    <a:ext uri="{FF2B5EF4-FFF2-40B4-BE49-F238E27FC236}">
                      <a16:creationId xmlns:a16="http://schemas.microsoft.com/office/drawing/2014/main" id="{9B3054A9-C701-B8DC-4803-E1084DB72C10}"/>
                    </a:ext>
                  </a:extLst>
                </p:cNvPr>
                <p:cNvPicPr/>
                <p:nvPr/>
              </p:nvPicPr>
              <p:blipFill>
                <a:blip r:embed="rId277"/>
                <a:stretch>
                  <a:fillRect/>
                </a:stretch>
              </p:blipFill>
              <p:spPr>
                <a:xfrm>
                  <a:off x="2743020" y="4171620"/>
                  <a:ext cx="34632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185" name="Ink 184">
                  <a:extLst>
                    <a:ext uri="{FF2B5EF4-FFF2-40B4-BE49-F238E27FC236}">
                      <a16:creationId xmlns:a16="http://schemas.microsoft.com/office/drawing/2014/main" id="{319D7C6E-CD34-3A9E-05EB-55689905E5A5}"/>
                    </a:ext>
                  </a:extLst>
                </p14:cNvPr>
                <p14:cNvContentPartPr/>
                <p14:nvPr/>
              </p14:nvContentPartPr>
              <p14:xfrm>
                <a:off x="2978820" y="4460700"/>
                <a:ext cx="24120" cy="96120"/>
              </p14:xfrm>
            </p:contentPart>
          </mc:Choice>
          <mc:Fallback xmlns="">
            <p:pic>
              <p:nvPicPr>
                <p:cNvPr id="185" name="Ink 184">
                  <a:extLst>
                    <a:ext uri="{FF2B5EF4-FFF2-40B4-BE49-F238E27FC236}">
                      <a16:creationId xmlns:a16="http://schemas.microsoft.com/office/drawing/2014/main" id="{319D7C6E-CD34-3A9E-05EB-55689905E5A5}"/>
                    </a:ext>
                  </a:extLst>
                </p:cNvPr>
                <p:cNvPicPr/>
                <p:nvPr/>
              </p:nvPicPr>
              <p:blipFill>
                <a:blip r:embed="rId279"/>
                <a:stretch>
                  <a:fillRect/>
                </a:stretch>
              </p:blipFill>
              <p:spPr>
                <a:xfrm>
                  <a:off x="2969820" y="4451700"/>
                  <a:ext cx="41760" cy="11376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186" name="Ink 185">
                  <a:extLst>
                    <a:ext uri="{FF2B5EF4-FFF2-40B4-BE49-F238E27FC236}">
                      <a16:creationId xmlns:a16="http://schemas.microsoft.com/office/drawing/2014/main" id="{CD3FDA57-D9C7-AF30-063B-57C4AD77D424}"/>
                    </a:ext>
                  </a:extLst>
                </p14:cNvPr>
                <p14:cNvContentPartPr/>
                <p14:nvPr/>
              </p14:nvContentPartPr>
              <p14:xfrm>
                <a:off x="3608100" y="4396980"/>
                <a:ext cx="128520" cy="22680"/>
              </p14:xfrm>
            </p:contentPart>
          </mc:Choice>
          <mc:Fallback xmlns="">
            <p:pic>
              <p:nvPicPr>
                <p:cNvPr id="186" name="Ink 185">
                  <a:extLst>
                    <a:ext uri="{FF2B5EF4-FFF2-40B4-BE49-F238E27FC236}">
                      <a16:creationId xmlns:a16="http://schemas.microsoft.com/office/drawing/2014/main" id="{CD3FDA57-D9C7-AF30-063B-57C4AD77D424}"/>
                    </a:ext>
                  </a:extLst>
                </p:cNvPr>
                <p:cNvPicPr/>
                <p:nvPr/>
              </p:nvPicPr>
              <p:blipFill>
                <a:blip r:embed="rId281"/>
                <a:stretch>
                  <a:fillRect/>
                </a:stretch>
              </p:blipFill>
              <p:spPr>
                <a:xfrm>
                  <a:off x="3599460" y="4387980"/>
                  <a:ext cx="14616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187" name="Ink 186">
                  <a:extLst>
                    <a:ext uri="{FF2B5EF4-FFF2-40B4-BE49-F238E27FC236}">
                      <a16:creationId xmlns:a16="http://schemas.microsoft.com/office/drawing/2014/main" id="{3C15E547-BA28-8492-C7BF-87E65BD1CCE2}"/>
                    </a:ext>
                  </a:extLst>
                </p14:cNvPr>
                <p14:cNvContentPartPr/>
                <p14:nvPr/>
              </p14:nvContentPartPr>
              <p14:xfrm>
                <a:off x="3863700" y="4276020"/>
                <a:ext cx="206640" cy="195480"/>
              </p14:xfrm>
            </p:contentPart>
          </mc:Choice>
          <mc:Fallback xmlns="">
            <p:pic>
              <p:nvPicPr>
                <p:cNvPr id="187" name="Ink 186">
                  <a:extLst>
                    <a:ext uri="{FF2B5EF4-FFF2-40B4-BE49-F238E27FC236}">
                      <a16:creationId xmlns:a16="http://schemas.microsoft.com/office/drawing/2014/main" id="{3C15E547-BA28-8492-C7BF-87E65BD1CCE2}"/>
                    </a:ext>
                  </a:extLst>
                </p:cNvPr>
                <p:cNvPicPr/>
                <p:nvPr/>
              </p:nvPicPr>
              <p:blipFill>
                <a:blip r:embed="rId283"/>
                <a:stretch>
                  <a:fillRect/>
                </a:stretch>
              </p:blipFill>
              <p:spPr>
                <a:xfrm>
                  <a:off x="3855060" y="4267020"/>
                  <a:ext cx="224280" cy="213120"/>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188" name="Ink 187">
                  <a:extLst>
                    <a:ext uri="{FF2B5EF4-FFF2-40B4-BE49-F238E27FC236}">
                      <a16:creationId xmlns:a16="http://schemas.microsoft.com/office/drawing/2014/main" id="{A1FB0FC6-A42A-A346-A35A-39F48F26D72A}"/>
                    </a:ext>
                  </a:extLst>
                </p14:cNvPr>
                <p14:cNvContentPartPr/>
                <p14:nvPr/>
              </p14:nvContentPartPr>
              <p14:xfrm>
                <a:off x="3892500" y="4360980"/>
                <a:ext cx="340560" cy="348480"/>
              </p14:xfrm>
            </p:contentPart>
          </mc:Choice>
          <mc:Fallback xmlns="">
            <p:pic>
              <p:nvPicPr>
                <p:cNvPr id="188" name="Ink 187">
                  <a:extLst>
                    <a:ext uri="{FF2B5EF4-FFF2-40B4-BE49-F238E27FC236}">
                      <a16:creationId xmlns:a16="http://schemas.microsoft.com/office/drawing/2014/main" id="{A1FB0FC6-A42A-A346-A35A-39F48F26D72A}"/>
                    </a:ext>
                  </a:extLst>
                </p:cNvPr>
                <p:cNvPicPr/>
                <p:nvPr/>
              </p:nvPicPr>
              <p:blipFill>
                <a:blip r:embed="rId285"/>
                <a:stretch>
                  <a:fillRect/>
                </a:stretch>
              </p:blipFill>
              <p:spPr>
                <a:xfrm>
                  <a:off x="3883860" y="4351980"/>
                  <a:ext cx="358200" cy="36612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189" name="Ink 188">
                  <a:extLst>
                    <a:ext uri="{FF2B5EF4-FFF2-40B4-BE49-F238E27FC236}">
                      <a16:creationId xmlns:a16="http://schemas.microsoft.com/office/drawing/2014/main" id="{E38F50AC-1220-7737-07C9-FDA33F0BCB06}"/>
                    </a:ext>
                  </a:extLst>
                </p14:cNvPr>
                <p14:cNvContentPartPr/>
                <p14:nvPr/>
              </p14:nvContentPartPr>
              <p14:xfrm>
                <a:off x="3838140" y="4162620"/>
                <a:ext cx="370440" cy="101880"/>
              </p14:xfrm>
            </p:contentPart>
          </mc:Choice>
          <mc:Fallback xmlns="">
            <p:pic>
              <p:nvPicPr>
                <p:cNvPr id="189" name="Ink 188">
                  <a:extLst>
                    <a:ext uri="{FF2B5EF4-FFF2-40B4-BE49-F238E27FC236}">
                      <a16:creationId xmlns:a16="http://schemas.microsoft.com/office/drawing/2014/main" id="{E38F50AC-1220-7737-07C9-FDA33F0BCB06}"/>
                    </a:ext>
                  </a:extLst>
                </p:cNvPr>
                <p:cNvPicPr/>
                <p:nvPr/>
              </p:nvPicPr>
              <p:blipFill>
                <a:blip r:embed="rId287"/>
                <a:stretch>
                  <a:fillRect/>
                </a:stretch>
              </p:blipFill>
              <p:spPr>
                <a:xfrm>
                  <a:off x="3829500" y="4153980"/>
                  <a:ext cx="388080" cy="11952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190" name="Ink 189">
                  <a:extLst>
                    <a:ext uri="{FF2B5EF4-FFF2-40B4-BE49-F238E27FC236}">
                      <a16:creationId xmlns:a16="http://schemas.microsoft.com/office/drawing/2014/main" id="{C25B4B13-893C-A213-96FD-2DDC1DC18E7D}"/>
                    </a:ext>
                  </a:extLst>
                </p14:cNvPr>
                <p14:cNvContentPartPr/>
                <p14:nvPr/>
              </p14:nvContentPartPr>
              <p14:xfrm>
                <a:off x="2658420" y="4617300"/>
                <a:ext cx="1741680" cy="48240"/>
              </p14:xfrm>
            </p:contentPart>
          </mc:Choice>
          <mc:Fallback xmlns="">
            <p:pic>
              <p:nvPicPr>
                <p:cNvPr id="190" name="Ink 189">
                  <a:extLst>
                    <a:ext uri="{FF2B5EF4-FFF2-40B4-BE49-F238E27FC236}">
                      <a16:creationId xmlns:a16="http://schemas.microsoft.com/office/drawing/2014/main" id="{C25B4B13-893C-A213-96FD-2DDC1DC18E7D}"/>
                    </a:ext>
                  </a:extLst>
                </p:cNvPr>
                <p:cNvPicPr/>
                <p:nvPr/>
              </p:nvPicPr>
              <p:blipFill>
                <a:blip r:embed="rId289"/>
                <a:stretch>
                  <a:fillRect/>
                </a:stretch>
              </p:blipFill>
              <p:spPr>
                <a:xfrm>
                  <a:off x="2649420" y="4608300"/>
                  <a:ext cx="1759320" cy="65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90">
            <p14:nvContentPartPr>
              <p14:cNvPr id="191" name="Ink 190">
                <a:extLst>
                  <a:ext uri="{FF2B5EF4-FFF2-40B4-BE49-F238E27FC236}">
                    <a16:creationId xmlns:a16="http://schemas.microsoft.com/office/drawing/2014/main" id="{C38299BD-CC41-B3E8-6284-87E17A6E96AB}"/>
                  </a:ext>
                </a:extLst>
              </p14:cNvPr>
              <p14:cNvContentPartPr/>
              <p14:nvPr/>
            </p14:nvContentPartPr>
            <p14:xfrm>
              <a:off x="3564180" y="4817460"/>
              <a:ext cx="508320" cy="149760"/>
            </p14:xfrm>
          </p:contentPart>
        </mc:Choice>
        <mc:Fallback xmlns="">
          <p:pic>
            <p:nvPicPr>
              <p:cNvPr id="191" name="Ink 190">
                <a:extLst>
                  <a:ext uri="{FF2B5EF4-FFF2-40B4-BE49-F238E27FC236}">
                    <a16:creationId xmlns:a16="http://schemas.microsoft.com/office/drawing/2014/main" id="{C38299BD-CC41-B3E8-6284-87E17A6E96AB}"/>
                  </a:ext>
                </a:extLst>
              </p:cNvPr>
              <p:cNvPicPr/>
              <p:nvPr/>
            </p:nvPicPr>
            <p:blipFill>
              <a:blip r:embed="rId291"/>
              <a:stretch>
                <a:fillRect/>
              </a:stretch>
            </p:blipFill>
            <p:spPr>
              <a:xfrm>
                <a:off x="3555180" y="4808460"/>
                <a:ext cx="525960" cy="167400"/>
              </a:xfrm>
              <a:prstGeom prst="rect">
                <a:avLst/>
              </a:prstGeom>
            </p:spPr>
          </p:pic>
        </mc:Fallback>
      </mc:AlternateContent>
      <p:grpSp>
        <p:nvGrpSpPr>
          <p:cNvPr id="197" name="Group 196">
            <a:extLst>
              <a:ext uri="{FF2B5EF4-FFF2-40B4-BE49-F238E27FC236}">
                <a16:creationId xmlns:a16="http://schemas.microsoft.com/office/drawing/2014/main" id="{BBA7907C-1277-703C-95B9-FF6B4728B8F2}"/>
              </a:ext>
            </a:extLst>
          </p:cNvPr>
          <p:cNvGrpSpPr/>
          <p:nvPr/>
        </p:nvGrpSpPr>
        <p:grpSpPr>
          <a:xfrm>
            <a:off x="4685580" y="4369620"/>
            <a:ext cx="724320" cy="405720"/>
            <a:chOff x="4685580" y="4369620"/>
            <a:chExt cx="724320" cy="405720"/>
          </a:xfrm>
        </p:grpSpPr>
        <mc:AlternateContent xmlns:mc="http://schemas.openxmlformats.org/markup-compatibility/2006" xmlns:p14="http://schemas.microsoft.com/office/powerpoint/2010/main">
          <mc:Choice Requires="p14">
            <p:contentPart p14:bwMode="auto" r:id="rId292">
              <p14:nvContentPartPr>
                <p14:cNvPr id="192" name="Ink 191">
                  <a:extLst>
                    <a:ext uri="{FF2B5EF4-FFF2-40B4-BE49-F238E27FC236}">
                      <a16:creationId xmlns:a16="http://schemas.microsoft.com/office/drawing/2014/main" id="{76B3E177-E5CC-1322-2E16-C93C407A99C1}"/>
                    </a:ext>
                  </a:extLst>
                </p14:cNvPr>
                <p14:cNvContentPartPr/>
                <p14:nvPr/>
              </p14:nvContentPartPr>
              <p14:xfrm>
                <a:off x="4685580" y="4432980"/>
                <a:ext cx="181080" cy="52560"/>
              </p14:xfrm>
            </p:contentPart>
          </mc:Choice>
          <mc:Fallback xmlns="">
            <p:pic>
              <p:nvPicPr>
                <p:cNvPr id="192" name="Ink 191">
                  <a:extLst>
                    <a:ext uri="{FF2B5EF4-FFF2-40B4-BE49-F238E27FC236}">
                      <a16:creationId xmlns:a16="http://schemas.microsoft.com/office/drawing/2014/main" id="{76B3E177-E5CC-1322-2E16-C93C407A99C1}"/>
                    </a:ext>
                  </a:extLst>
                </p:cNvPr>
                <p:cNvPicPr/>
                <p:nvPr/>
              </p:nvPicPr>
              <p:blipFill>
                <a:blip r:embed="rId293"/>
                <a:stretch>
                  <a:fillRect/>
                </a:stretch>
              </p:blipFill>
              <p:spPr>
                <a:xfrm>
                  <a:off x="4676940" y="4424340"/>
                  <a:ext cx="198720" cy="70200"/>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193" name="Ink 192">
                  <a:extLst>
                    <a:ext uri="{FF2B5EF4-FFF2-40B4-BE49-F238E27FC236}">
                      <a16:creationId xmlns:a16="http://schemas.microsoft.com/office/drawing/2014/main" id="{170A3C52-14CE-D728-582F-00CD290A4642}"/>
                    </a:ext>
                  </a:extLst>
                </p14:cNvPr>
                <p14:cNvContentPartPr/>
                <p14:nvPr/>
              </p14:nvContentPartPr>
              <p14:xfrm>
                <a:off x="4688460" y="4549980"/>
                <a:ext cx="112320" cy="12600"/>
              </p14:xfrm>
            </p:contentPart>
          </mc:Choice>
          <mc:Fallback xmlns="">
            <p:pic>
              <p:nvPicPr>
                <p:cNvPr id="193" name="Ink 192">
                  <a:extLst>
                    <a:ext uri="{FF2B5EF4-FFF2-40B4-BE49-F238E27FC236}">
                      <a16:creationId xmlns:a16="http://schemas.microsoft.com/office/drawing/2014/main" id="{170A3C52-14CE-D728-582F-00CD290A4642}"/>
                    </a:ext>
                  </a:extLst>
                </p:cNvPr>
                <p:cNvPicPr/>
                <p:nvPr/>
              </p:nvPicPr>
              <p:blipFill>
                <a:blip r:embed="rId295"/>
                <a:stretch>
                  <a:fillRect/>
                </a:stretch>
              </p:blipFill>
              <p:spPr>
                <a:xfrm>
                  <a:off x="4679460" y="4540980"/>
                  <a:ext cx="12996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194" name="Ink 193">
                  <a:extLst>
                    <a:ext uri="{FF2B5EF4-FFF2-40B4-BE49-F238E27FC236}">
                      <a16:creationId xmlns:a16="http://schemas.microsoft.com/office/drawing/2014/main" id="{412B8083-D7AC-110C-20DC-F735AAA3F461}"/>
                    </a:ext>
                  </a:extLst>
                </p14:cNvPr>
                <p14:cNvContentPartPr/>
                <p14:nvPr/>
              </p14:nvContentPartPr>
              <p14:xfrm>
                <a:off x="5019300" y="4369620"/>
                <a:ext cx="164160" cy="187560"/>
              </p14:xfrm>
            </p:contentPart>
          </mc:Choice>
          <mc:Fallback xmlns="">
            <p:pic>
              <p:nvPicPr>
                <p:cNvPr id="194" name="Ink 193">
                  <a:extLst>
                    <a:ext uri="{FF2B5EF4-FFF2-40B4-BE49-F238E27FC236}">
                      <a16:creationId xmlns:a16="http://schemas.microsoft.com/office/drawing/2014/main" id="{412B8083-D7AC-110C-20DC-F735AAA3F461}"/>
                    </a:ext>
                  </a:extLst>
                </p:cNvPr>
                <p:cNvPicPr/>
                <p:nvPr/>
              </p:nvPicPr>
              <p:blipFill>
                <a:blip r:embed="rId297"/>
                <a:stretch>
                  <a:fillRect/>
                </a:stretch>
              </p:blipFill>
              <p:spPr>
                <a:xfrm>
                  <a:off x="5010300" y="4360980"/>
                  <a:ext cx="181800" cy="20520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195" name="Ink 194">
                  <a:extLst>
                    <a:ext uri="{FF2B5EF4-FFF2-40B4-BE49-F238E27FC236}">
                      <a16:creationId xmlns:a16="http://schemas.microsoft.com/office/drawing/2014/main" id="{4B2F882C-A5C0-80B5-E785-A328B15EB12E}"/>
                    </a:ext>
                  </a:extLst>
                </p14:cNvPr>
                <p14:cNvContentPartPr/>
                <p14:nvPr/>
              </p14:nvContentPartPr>
              <p14:xfrm>
                <a:off x="5280660" y="4434060"/>
                <a:ext cx="67680" cy="112320"/>
              </p14:xfrm>
            </p:contentPart>
          </mc:Choice>
          <mc:Fallback xmlns="">
            <p:pic>
              <p:nvPicPr>
                <p:cNvPr id="195" name="Ink 194">
                  <a:extLst>
                    <a:ext uri="{FF2B5EF4-FFF2-40B4-BE49-F238E27FC236}">
                      <a16:creationId xmlns:a16="http://schemas.microsoft.com/office/drawing/2014/main" id="{4B2F882C-A5C0-80B5-E785-A328B15EB12E}"/>
                    </a:ext>
                  </a:extLst>
                </p:cNvPr>
                <p:cNvPicPr/>
                <p:nvPr/>
              </p:nvPicPr>
              <p:blipFill>
                <a:blip r:embed="rId299"/>
                <a:stretch>
                  <a:fillRect/>
                </a:stretch>
              </p:blipFill>
              <p:spPr>
                <a:xfrm>
                  <a:off x="5271660" y="4425420"/>
                  <a:ext cx="8532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196" name="Ink 195">
                  <a:extLst>
                    <a:ext uri="{FF2B5EF4-FFF2-40B4-BE49-F238E27FC236}">
                      <a16:creationId xmlns:a16="http://schemas.microsoft.com/office/drawing/2014/main" id="{61188177-6E06-2073-5781-97EFC2698645}"/>
                    </a:ext>
                  </a:extLst>
                </p14:cNvPr>
                <p14:cNvContentPartPr/>
                <p14:nvPr/>
              </p14:nvContentPartPr>
              <p14:xfrm>
                <a:off x="5263020" y="4415340"/>
                <a:ext cx="146880" cy="360000"/>
              </p14:xfrm>
            </p:contentPart>
          </mc:Choice>
          <mc:Fallback xmlns="">
            <p:pic>
              <p:nvPicPr>
                <p:cNvPr id="196" name="Ink 195">
                  <a:extLst>
                    <a:ext uri="{FF2B5EF4-FFF2-40B4-BE49-F238E27FC236}">
                      <a16:creationId xmlns:a16="http://schemas.microsoft.com/office/drawing/2014/main" id="{61188177-6E06-2073-5781-97EFC2698645}"/>
                    </a:ext>
                  </a:extLst>
                </p:cNvPr>
                <p:cNvPicPr/>
                <p:nvPr/>
              </p:nvPicPr>
              <p:blipFill>
                <a:blip r:embed="rId301"/>
                <a:stretch>
                  <a:fillRect/>
                </a:stretch>
              </p:blipFill>
              <p:spPr>
                <a:xfrm>
                  <a:off x="5254020" y="4406340"/>
                  <a:ext cx="164520" cy="377640"/>
                </a:xfrm>
                <a:prstGeom prst="rect">
                  <a:avLst/>
                </a:prstGeom>
              </p:spPr>
            </p:pic>
          </mc:Fallback>
        </mc:AlternateContent>
      </p:grpSp>
      <p:grpSp>
        <p:nvGrpSpPr>
          <p:cNvPr id="227" name="Group 226">
            <a:extLst>
              <a:ext uri="{FF2B5EF4-FFF2-40B4-BE49-F238E27FC236}">
                <a16:creationId xmlns:a16="http://schemas.microsoft.com/office/drawing/2014/main" id="{18056D12-82C2-B867-4F69-DE3F6369052A}"/>
              </a:ext>
            </a:extLst>
          </p:cNvPr>
          <p:cNvGrpSpPr/>
          <p:nvPr/>
        </p:nvGrpSpPr>
        <p:grpSpPr>
          <a:xfrm>
            <a:off x="4087620" y="5311020"/>
            <a:ext cx="416880" cy="437040"/>
            <a:chOff x="4087620" y="5311020"/>
            <a:chExt cx="416880" cy="437040"/>
          </a:xfrm>
        </p:grpSpPr>
        <mc:AlternateContent xmlns:mc="http://schemas.openxmlformats.org/markup-compatibility/2006" xmlns:p14="http://schemas.microsoft.com/office/powerpoint/2010/main">
          <mc:Choice Requires="p14">
            <p:contentPart p14:bwMode="auto" r:id="rId302">
              <p14:nvContentPartPr>
                <p14:cNvPr id="199" name="Ink 198">
                  <a:extLst>
                    <a:ext uri="{FF2B5EF4-FFF2-40B4-BE49-F238E27FC236}">
                      <a16:creationId xmlns:a16="http://schemas.microsoft.com/office/drawing/2014/main" id="{2AD3F0F7-B0CE-8B30-936D-76BFA417D3A6}"/>
                    </a:ext>
                  </a:extLst>
                </p14:cNvPr>
                <p14:cNvContentPartPr/>
                <p14:nvPr/>
              </p14:nvContentPartPr>
              <p14:xfrm>
                <a:off x="4087620" y="5311020"/>
                <a:ext cx="159480" cy="193680"/>
              </p14:xfrm>
            </p:contentPart>
          </mc:Choice>
          <mc:Fallback xmlns="">
            <p:pic>
              <p:nvPicPr>
                <p:cNvPr id="199" name="Ink 198">
                  <a:extLst>
                    <a:ext uri="{FF2B5EF4-FFF2-40B4-BE49-F238E27FC236}">
                      <a16:creationId xmlns:a16="http://schemas.microsoft.com/office/drawing/2014/main" id="{2AD3F0F7-B0CE-8B30-936D-76BFA417D3A6}"/>
                    </a:ext>
                  </a:extLst>
                </p:cNvPr>
                <p:cNvPicPr/>
                <p:nvPr/>
              </p:nvPicPr>
              <p:blipFill>
                <a:blip r:embed="rId303"/>
                <a:stretch>
                  <a:fillRect/>
                </a:stretch>
              </p:blipFill>
              <p:spPr>
                <a:xfrm>
                  <a:off x="4078980" y="5302020"/>
                  <a:ext cx="177120" cy="21132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200" name="Ink 199">
                  <a:extLst>
                    <a:ext uri="{FF2B5EF4-FFF2-40B4-BE49-F238E27FC236}">
                      <a16:creationId xmlns:a16="http://schemas.microsoft.com/office/drawing/2014/main" id="{F4B33FC9-BC5D-CA59-EDD4-398FFEE127A7}"/>
                    </a:ext>
                  </a:extLst>
                </p14:cNvPr>
                <p14:cNvContentPartPr/>
                <p14:nvPr/>
              </p14:nvContentPartPr>
              <p14:xfrm>
                <a:off x="4334580" y="5427300"/>
                <a:ext cx="169920" cy="320760"/>
              </p14:xfrm>
            </p:contentPart>
          </mc:Choice>
          <mc:Fallback xmlns="">
            <p:pic>
              <p:nvPicPr>
                <p:cNvPr id="200" name="Ink 199">
                  <a:extLst>
                    <a:ext uri="{FF2B5EF4-FFF2-40B4-BE49-F238E27FC236}">
                      <a16:creationId xmlns:a16="http://schemas.microsoft.com/office/drawing/2014/main" id="{F4B33FC9-BC5D-CA59-EDD4-398FFEE127A7}"/>
                    </a:ext>
                  </a:extLst>
                </p:cNvPr>
                <p:cNvPicPr/>
                <p:nvPr/>
              </p:nvPicPr>
              <p:blipFill>
                <a:blip r:embed="rId305"/>
                <a:stretch>
                  <a:fillRect/>
                </a:stretch>
              </p:blipFill>
              <p:spPr>
                <a:xfrm>
                  <a:off x="4325580" y="5418300"/>
                  <a:ext cx="187560" cy="338400"/>
                </a:xfrm>
                <a:prstGeom prst="rect">
                  <a:avLst/>
                </a:prstGeom>
              </p:spPr>
            </p:pic>
          </mc:Fallback>
        </mc:AlternateContent>
      </p:grpSp>
      <p:grpSp>
        <p:nvGrpSpPr>
          <p:cNvPr id="226" name="Group 225">
            <a:extLst>
              <a:ext uri="{FF2B5EF4-FFF2-40B4-BE49-F238E27FC236}">
                <a16:creationId xmlns:a16="http://schemas.microsoft.com/office/drawing/2014/main" id="{D3EEA0FC-DB27-37D7-5231-13A04131ABCB}"/>
              </a:ext>
            </a:extLst>
          </p:cNvPr>
          <p:cNvGrpSpPr/>
          <p:nvPr/>
        </p:nvGrpSpPr>
        <p:grpSpPr>
          <a:xfrm>
            <a:off x="4767300" y="5055060"/>
            <a:ext cx="3043080" cy="976320"/>
            <a:chOff x="4767300" y="5055060"/>
            <a:chExt cx="3043080" cy="976320"/>
          </a:xfrm>
        </p:grpSpPr>
        <mc:AlternateContent xmlns:mc="http://schemas.openxmlformats.org/markup-compatibility/2006" xmlns:p14="http://schemas.microsoft.com/office/powerpoint/2010/main">
          <mc:Choice Requires="p14">
            <p:contentPart p14:bwMode="auto" r:id="rId306">
              <p14:nvContentPartPr>
                <p14:cNvPr id="201" name="Ink 200">
                  <a:extLst>
                    <a:ext uri="{FF2B5EF4-FFF2-40B4-BE49-F238E27FC236}">
                      <a16:creationId xmlns:a16="http://schemas.microsoft.com/office/drawing/2014/main" id="{9C667E11-C557-EBFD-EEC2-C96A1B11896A}"/>
                    </a:ext>
                  </a:extLst>
                </p14:cNvPr>
                <p14:cNvContentPartPr/>
                <p14:nvPr/>
              </p14:nvContentPartPr>
              <p14:xfrm>
                <a:off x="4786740" y="5297700"/>
                <a:ext cx="156240" cy="29160"/>
              </p14:xfrm>
            </p:contentPart>
          </mc:Choice>
          <mc:Fallback xmlns="">
            <p:pic>
              <p:nvPicPr>
                <p:cNvPr id="201" name="Ink 200">
                  <a:extLst>
                    <a:ext uri="{FF2B5EF4-FFF2-40B4-BE49-F238E27FC236}">
                      <a16:creationId xmlns:a16="http://schemas.microsoft.com/office/drawing/2014/main" id="{9C667E11-C557-EBFD-EEC2-C96A1B11896A}"/>
                    </a:ext>
                  </a:extLst>
                </p:cNvPr>
                <p:cNvPicPr/>
                <p:nvPr/>
              </p:nvPicPr>
              <p:blipFill>
                <a:blip r:embed="rId307"/>
                <a:stretch>
                  <a:fillRect/>
                </a:stretch>
              </p:blipFill>
              <p:spPr>
                <a:xfrm>
                  <a:off x="4777740" y="5288700"/>
                  <a:ext cx="173880" cy="46800"/>
                </a:xfrm>
                <a:prstGeom prst="rect">
                  <a:avLst/>
                </a:prstGeom>
              </p:spPr>
            </p:pic>
          </mc:Fallback>
        </mc:AlternateContent>
        <mc:AlternateContent xmlns:mc="http://schemas.openxmlformats.org/markup-compatibility/2006" xmlns:p14="http://schemas.microsoft.com/office/powerpoint/2010/main">
          <mc:Choice Requires="p14">
            <p:contentPart p14:bwMode="auto" r:id="rId308">
              <p14:nvContentPartPr>
                <p14:cNvPr id="202" name="Ink 201">
                  <a:extLst>
                    <a:ext uri="{FF2B5EF4-FFF2-40B4-BE49-F238E27FC236}">
                      <a16:creationId xmlns:a16="http://schemas.microsoft.com/office/drawing/2014/main" id="{DE0B51C6-B0D7-4A41-9767-B536BC099447}"/>
                    </a:ext>
                  </a:extLst>
                </p14:cNvPr>
                <p14:cNvContentPartPr/>
                <p14:nvPr/>
              </p14:nvContentPartPr>
              <p14:xfrm>
                <a:off x="4767300" y="5405340"/>
                <a:ext cx="151200" cy="23040"/>
              </p14:xfrm>
            </p:contentPart>
          </mc:Choice>
          <mc:Fallback xmlns="">
            <p:pic>
              <p:nvPicPr>
                <p:cNvPr id="202" name="Ink 201">
                  <a:extLst>
                    <a:ext uri="{FF2B5EF4-FFF2-40B4-BE49-F238E27FC236}">
                      <a16:creationId xmlns:a16="http://schemas.microsoft.com/office/drawing/2014/main" id="{DE0B51C6-B0D7-4A41-9767-B536BC099447}"/>
                    </a:ext>
                  </a:extLst>
                </p:cNvPr>
                <p:cNvPicPr/>
                <p:nvPr/>
              </p:nvPicPr>
              <p:blipFill>
                <a:blip r:embed="rId309"/>
                <a:stretch>
                  <a:fillRect/>
                </a:stretch>
              </p:blipFill>
              <p:spPr>
                <a:xfrm>
                  <a:off x="4758300" y="5396700"/>
                  <a:ext cx="168840" cy="40680"/>
                </a:xfrm>
                <a:prstGeom prst="rect">
                  <a:avLst/>
                </a:prstGeom>
              </p:spPr>
            </p:pic>
          </mc:Fallback>
        </mc:AlternateContent>
        <mc:AlternateContent xmlns:mc="http://schemas.openxmlformats.org/markup-compatibility/2006" xmlns:p14="http://schemas.microsoft.com/office/powerpoint/2010/main">
          <mc:Choice Requires="p14">
            <p:contentPart p14:bwMode="auto" r:id="rId310">
              <p14:nvContentPartPr>
                <p14:cNvPr id="203" name="Ink 202">
                  <a:extLst>
                    <a:ext uri="{FF2B5EF4-FFF2-40B4-BE49-F238E27FC236}">
                      <a16:creationId xmlns:a16="http://schemas.microsoft.com/office/drawing/2014/main" id="{291FA706-B319-7B33-0896-9C090C7DD9E4}"/>
                    </a:ext>
                  </a:extLst>
                </p14:cNvPr>
                <p14:cNvContentPartPr/>
                <p14:nvPr/>
              </p14:nvContentPartPr>
              <p14:xfrm>
                <a:off x="5160780" y="5179980"/>
                <a:ext cx="151920" cy="202320"/>
              </p14:xfrm>
            </p:contentPart>
          </mc:Choice>
          <mc:Fallback xmlns="">
            <p:pic>
              <p:nvPicPr>
                <p:cNvPr id="203" name="Ink 202">
                  <a:extLst>
                    <a:ext uri="{FF2B5EF4-FFF2-40B4-BE49-F238E27FC236}">
                      <a16:creationId xmlns:a16="http://schemas.microsoft.com/office/drawing/2014/main" id="{291FA706-B319-7B33-0896-9C090C7DD9E4}"/>
                    </a:ext>
                  </a:extLst>
                </p:cNvPr>
                <p:cNvPicPr/>
                <p:nvPr/>
              </p:nvPicPr>
              <p:blipFill>
                <a:blip r:embed="rId311"/>
                <a:stretch>
                  <a:fillRect/>
                </a:stretch>
              </p:blipFill>
              <p:spPr>
                <a:xfrm>
                  <a:off x="5151780" y="5171340"/>
                  <a:ext cx="169560" cy="219960"/>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204" name="Ink 203">
                  <a:extLst>
                    <a:ext uri="{FF2B5EF4-FFF2-40B4-BE49-F238E27FC236}">
                      <a16:creationId xmlns:a16="http://schemas.microsoft.com/office/drawing/2014/main" id="{4FFA8D1D-A657-378B-404C-79CA6C9C7EBE}"/>
                    </a:ext>
                  </a:extLst>
                </p14:cNvPr>
                <p14:cNvContentPartPr/>
                <p14:nvPr/>
              </p14:nvContentPartPr>
              <p14:xfrm>
                <a:off x="5417820" y="5182140"/>
                <a:ext cx="132120" cy="22320"/>
              </p14:xfrm>
            </p:contentPart>
          </mc:Choice>
          <mc:Fallback xmlns="">
            <p:pic>
              <p:nvPicPr>
                <p:cNvPr id="204" name="Ink 203">
                  <a:extLst>
                    <a:ext uri="{FF2B5EF4-FFF2-40B4-BE49-F238E27FC236}">
                      <a16:creationId xmlns:a16="http://schemas.microsoft.com/office/drawing/2014/main" id="{4FFA8D1D-A657-378B-404C-79CA6C9C7EBE}"/>
                    </a:ext>
                  </a:extLst>
                </p:cNvPr>
                <p:cNvPicPr/>
                <p:nvPr/>
              </p:nvPicPr>
              <p:blipFill>
                <a:blip r:embed="rId313"/>
                <a:stretch>
                  <a:fillRect/>
                </a:stretch>
              </p:blipFill>
              <p:spPr>
                <a:xfrm>
                  <a:off x="5409180" y="5173140"/>
                  <a:ext cx="14976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314">
              <p14:nvContentPartPr>
                <p14:cNvPr id="205" name="Ink 204">
                  <a:extLst>
                    <a:ext uri="{FF2B5EF4-FFF2-40B4-BE49-F238E27FC236}">
                      <a16:creationId xmlns:a16="http://schemas.microsoft.com/office/drawing/2014/main" id="{8EED436E-7E77-7884-C6B5-60D412CA2D22}"/>
                    </a:ext>
                  </a:extLst>
                </p14:cNvPr>
                <p14:cNvContentPartPr/>
                <p14:nvPr/>
              </p14:nvContentPartPr>
              <p14:xfrm>
                <a:off x="5364180" y="5199060"/>
                <a:ext cx="144360" cy="184680"/>
              </p14:xfrm>
            </p:contentPart>
          </mc:Choice>
          <mc:Fallback xmlns="">
            <p:pic>
              <p:nvPicPr>
                <p:cNvPr id="205" name="Ink 204">
                  <a:extLst>
                    <a:ext uri="{FF2B5EF4-FFF2-40B4-BE49-F238E27FC236}">
                      <a16:creationId xmlns:a16="http://schemas.microsoft.com/office/drawing/2014/main" id="{8EED436E-7E77-7884-C6B5-60D412CA2D22}"/>
                    </a:ext>
                  </a:extLst>
                </p:cNvPr>
                <p:cNvPicPr/>
                <p:nvPr/>
              </p:nvPicPr>
              <p:blipFill>
                <a:blip r:embed="rId315"/>
                <a:stretch>
                  <a:fillRect/>
                </a:stretch>
              </p:blipFill>
              <p:spPr>
                <a:xfrm>
                  <a:off x="5355540" y="5190420"/>
                  <a:ext cx="162000" cy="202320"/>
                </a:xfrm>
                <a:prstGeom prst="rect">
                  <a:avLst/>
                </a:prstGeom>
              </p:spPr>
            </p:pic>
          </mc:Fallback>
        </mc:AlternateContent>
        <mc:AlternateContent xmlns:mc="http://schemas.openxmlformats.org/markup-compatibility/2006" xmlns:p14="http://schemas.microsoft.com/office/powerpoint/2010/main">
          <mc:Choice Requires="p14">
            <p:contentPart p14:bwMode="auto" r:id="rId316">
              <p14:nvContentPartPr>
                <p14:cNvPr id="206" name="Ink 205">
                  <a:extLst>
                    <a:ext uri="{FF2B5EF4-FFF2-40B4-BE49-F238E27FC236}">
                      <a16:creationId xmlns:a16="http://schemas.microsoft.com/office/drawing/2014/main" id="{8942BA40-B69F-2501-51A2-D25D67D23EFB}"/>
                    </a:ext>
                  </a:extLst>
                </p14:cNvPr>
                <p14:cNvContentPartPr/>
                <p14:nvPr/>
              </p14:nvContentPartPr>
              <p14:xfrm>
                <a:off x="5613300" y="5266740"/>
                <a:ext cx="5040" cy="3960"/>
              </p14:xfrm>
            </p:contentPart>
          </mc:Choice>
          <mc:Fallback xmlns="">
            <p:pic>
              <p:nvPicPr>
                <p:cNvPr id="206" name="Ink 205">
                  <a:extLst>
                    <a:ext uri="{FF2B5EF4-FFF2-40B4-BE49-F238E27FC236}">
                      <a16:creationId xmlns:a16="http://schemas.microsoft.com/office/drawing/2014/main" id="{8942BA40-B69F-2501-51A2-D25D67D23EFB}"/>
                    </a:ext>
                  </a:extLst>
                </p:cNvPr>
                <p:cNvPicPr/>
                <p:nvPr/>
              </p:nvPicPr>
              <p:blipFill>
                <a:blip r:embed="rId317"/>
                <a:stretch>
                  <a:fillRect/>
                </a:stretch>
              </p:blipFill>
              <p:spPr>
                <a:xfrm>
                  <a:off x="5604300" y="5258100"/>
                  <a:ext cx="2268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318">
              <p14:nvContentPartPr>
                <p14:cNvPr id="207" name="Ink 206">
                  <a:extLst>
                    <a:ext uri="{FF2B5EF4-FFF2-40B4-BE49-F238E27FC236}">
                      <a16:creationId xmlns:a16="http://schemas.microsoft.com/office/drawing/2014/main" id="{24C2C184-B63D-7052-2B7F-5D8F0EB77492}"/>
                    </a:ext>
                  </a:extLst>
                </p14:cNvPr>
                <p14:cNvContentPartPr/>
                <p14:nvPr/>
              </p14:nvContentPartPr>
              <p14:xfrm>
                <a:off x="5752260" y="5158380"/>
                <a:ext cx="135720" cy="179280"/>
              </p14:xfrm>
            </p:contentPart>
          </mc:Choice>
          <mc:Fallback xmlns="">
            <p:pic>
              <p:nvPicPr>
                <p:cNvPr id="207" name="Ink 206">
                  <a:extLst>
                    <a:ext uri="{FF2B5EF4-FFF2-40B4-BE49-F238E27FC236}">
                      <a16:creationId xmlns:a16="http://schemas.microsoft.com/office/drawing/2014/main" id="{24C2C184-B63D-7052-2B7F-5D8F0EB77492}"/>
                    </a:ext>
                  </a:extLst>
                </p:cNvPr>
                <p:cNvPicPr/>
                <p:nvPr/>
              </p:nvPicPr>
              <p:blipFill>
                <a:blip r:embed="rId319"/>
                <a:stretch>
                  <a:fillRect/>
                </a:stretch>
              </p:blipFill>
              <p:spPr>
                <a:xfrm>
                  <a:off x="5743260" y="5149380"/>
                  <a:ext cx="153360" cy="196920"/>
                </a:xfrm>
                <a:prstGeom prst="rect">
                  <a:avLst/>
                </a:prstGeom>
              </p:spPr>
            </p:pic>
          </mc:Fallback>
        </mc:AlternateContent>
        <mc:AlternateContent xmlns:mc="http://schemas.openxmlformats.org/markup-compatibility/2006" xmlns:p14="http://schemas.microsoft.com/office/powerpoint/2010/main">
          <mc:Choice Requires="p14">
            <p:contentPart p14:bwMode="auto" r:id="rId320">
              <p14:nvContentPartPr>
                <p14:cNvPr id="208" name="Ink 207">
                  <a:extLst>
                    <a:ext uri="{FF2B5EF4-FFF2-40B4-BE49-F238E27FC236}">
                      <a16:creationId xmlns:a16="http://schemas.microsoft.com/office/drawing/2014/main" id="{E431C8A7-3D7D-8931-EC6A-E5198E09F232}"/>
                    </a:ext>
                  </a:extLst>
                </p14:cNvPr>
                <p14:cNvContentPartPr/>
                <p14:nvPr/>
              </p14:nvContentPartPr>
              <p14:xfrm>
                <a:off x="6015780" y="5169900"/>
                <a:ext cx="18360" cy="134640"/>
              </p14:xfrm>
            </p:contentPart>
          </mc:Choice>
          <mc:Fallback xmlns="">
            <p:pic>
              <p:nvPicPr>
                <p:cNvPr id="208" name="Ink 207">
                  <a:extLst>
                    <a:ext uri="{FF2B5EF4-FFF2-40B4-BE49-F238E27FC236}">
                      <a16:creationId xmlns:a16="http://schemas.microsoft.com/office/drawing/2014/main" id="{E431C8A7-3D7D-8931-EC6A-E5198E09F232}"/>
                    </a:ext>
                  </a:extLst>
                </p:cNvPr>
                <p:cNvPicPr/>
                <p:nvPr/>
              </p:nvPicPr>
              <p:blipFill>
                <a:blip r:embed="rId321"/>
                <a:stretch>
                  <a:fillRect/>
                </a:stretch>
              </p:blipFill>
              <p:spPr>
                <a:xfrm>
                  <a:off x="6006780" y="5160900"/>
                  <a:ext cx="36000" cy="152280"/>
                </a:xfrm>
                <a:prstGeom prst="rect">
                  <a:avLst/>
                </a:prstGeom>
              </p:spPr>
            </p:pic>
          </mc:Fallback>
        </mc:AlternateContent>
        <mc:AlternateContent xmlns:mc="http://schemas.openxmlformats.org/markup-compatibility/2006" xmlns:p14="http://schemas.microsoft.com/office/powerpoint/2010/main">
          <mc:Choice Requires="p14">
            <p:contentPart p14:bwMode="auto" r:id="rId322">
              <p14:nvContentPartPr>
                <p14:cNvPr id="209" name="Ink 208">
                  <a:extLst>
                    <a:ext uri="{FF2B5EF4-FFF2-40B4-BE49-F238E27FC236}">
                      <a16:creationId xmlns:a16="http://schemas.microsoft.com/office/drawing/2014/main" id="{F5F86528-1889-30ED-52F0-8C9E2017E29B}"/>
                    </a:ext>
                  </a:extLst>
                </p14:cNvPr>
                <p14:cNvContentPartPr/>
                <p14:nvPr/>
              </p14:nvContentPartPr>
              <p14:xfrm>
                <a:off x="6004980" y="5095740"/>
                <a:ext cx="218880" cy="241200"/>
              </p14:xfrm>
            </p:contentPart>
          </mc:Choice>
          <mc:Fallback xmlns="">
            <p:pic>
              <p:nvPicPr>
                <p:cNvPr id="209" name="Ink 208">
                  <a:extLst>
                    <a:ext uri="{FF2B5EF4-FFF2-40B4-BE49-F238E27FC236}">
                      <a16:creationId xmlns:a16="http://schemas.microsoft.com/office/drawing/2014/main" id="{F5F86528-1889-30ED-52F0-8C9E2017E29B}"/>
                    </a:ext>
                  </a:extLst>
                </p:cNvPr>
                <p:cNvPicPr/>
                <p:nvPr/>
              </p:nvPicPr>
              <p:blipFill>
                <a:blip r:embed="rId323"/>
                <a:stretch>
                  <a:fillRect/>
                </a:stretch>
              </p:blipFill>
              <p:spPr>
                <a:xfrm>
                  <a:off x="5995980" y="5087100"/>
                  <a:ext cx="236520" cy="258840"/>
                </a:xfrm>
                <a:prstGeom prst="rect">
                  <a:avLst/>
                </a:prstGeom>
              </p:spPr>
            </p:pic>
          </mc:Fallback>
        </mc:AlternateContent>
        <mc:AlternateContent xmlns:mc="http://schemas.openxmlformats.org/markup-compatibility/2006" xmlns:p14="http://schemas.microsoft.com/office/powerpoint/2010/main">
          <mc:Choice Requires="p14">
            <p:contentPart p14:bwMode="auto" r:id="rId324">
              <p14:nvContentPartPr>
                <p14:cNvPr id="210" name="Ink 209">
                  <a:extLst>
                    <a:ext uri="{FF2B5EF4-FFF2-40B4-BE49-F238E27FC236}">
                      <a16:creationId xmlns:a16="http://schemas.microsoft.com/office/drawing/2014/main" id="{33BCF97B-D4B2-DFE0-145B-FF1FB13D7C6B}"/>
                    </a:ext>
                  </a:extLst>
                </p14:cNvPr>
                <p14:cNvContentPartPr/>
                <p14:nvPr/>
              </p14:nvContentPartPr>
              <p14:xfrm>
                <a:off x="6373980" y="5235420"/>
                <a:ext cx="176400" cy="14040"/>
              </p14:xfrm>
            </p:contentPart>
          </mc:Choice>
          <mc:Fallback xmlns="">
            <p:pic>
              <p:nvPicPr>
                <p:cNvPr id="210" name="Ink 209">
                  <a:extLst>
                    <a:ext uri="{FF2B5EF4-FFF2-40B4-BE49-F238E27FC236}">
                      <a16:creationId xmlns:a16="http://schemas.microsoft.com/office/drawing/2014/main" id="{33BCF97B-D4B2-DFE0-145B-FF1FB13D7C6B}"/>
                    </a:ext>
                  </a:extLst>
                </p:cNvPr>
                <p:cNvPicPr/>
                <p:nvPr/>
              </p:nvPicPr>
              <p:blipFill>
                <a:blip r:embed="rId325"/>
                <a:stretch>
                  <a:fillRect/>
                </a:stretch>
              </p:blipFill>
              <p:spPr>
                <a:xfrm>
                  <a:off x="6364980" y="5226420"/>
                  <a:ext cx="19404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326">
              <p14:nvContentPartPr>
                <p14:cNvPr id="211" name="Ink 210">
                  <a:extLst>
                    <a:ext uri="{FF2B5EF4-FFF2-40B4-BE49-F238E27FC236}">
                      <a16:creationId xmlns:a16="http://schemas.microsoft.com/office/drawing/2014/main" id="{C0BA9030-BBE7-5B0E-C8EB-4D3812EA1477}"/>
                    </a:ext>
                  </a:extLst>
                </p14:cNvPr>
                <p14:cNvContentPartPr/>
                <p14:nvPr/>
              </p14:nvContentPartPr>
              <p14:xfrm>
                <a:off x="6767820" y="5077740"/>
                <a:ext cx="97200" cy="296640"/>
              </p14:xfrm>
            </p:contentPart>
          </mc:Choice>
          <mc:Fallback xmlns="">
            <p:pic>
              <p:nvPicPr>
                <p:cNvPr id="211" name="Ink 210">
                  <a:extLst>
                    <a:ext uri="{FF2B5EF4-FFF2-40B4-BE49-F238E27FC236}">
                      <a16:creationId xmlns:a16="http://schemas.microsoft.com/office/drawing/2014/main" id="{C0BA9030-BBE7-5B0E-C8EB-4D3812EA1477}"/>
                    </a:ext>
                  </a:extLst>
                </p:cNvPr>
                <p:cNvPicPr/>
                <p:nvPr/>
              </p:nvPicPr>
              <p:blipFill>
                <a:blip r:embed="rId327"/>
                <a:stretch>
                  <a:fillRect/>
                </a:stretch>
              </p:blipFill>
              <p:spPr>
                <a:xfrm>
                  <a:off x="6758820" y="5068740"/>
                  <a:ext cx="114840" cy="314280"/>
                </a:xfrm>
                <a:prstGeom prst="rect">
                  <a:avLst/>
                </a:prstGeom>
              </p:spPr>
            </p:pic>
          </mc:Fallback>
        </mc:AlternateContent>
        <mc:AlternateContent xmlns:mc="http://schemas.openxmlformats.org/markup-compatibility/2006" xmlns:p14="http://schemas.microsoft.com/office/powerpoint/2010/main">
          <mc:Choice Requires="p14">
            <p:contentPart p14:bwMode="auto" r:id="rId328">
              <p14:nvContentPartPr>
                <p14:cNvPr id="212" name="Ink 211">
                  <a:extLst>
                    <a:ext uri="{FF2B5EF4-FFF2-40B4-BE49-F238E27FC236}">
                      <a16:creationId xmlns:a16="http://schemas.microsoft.com/office/drawing/2014/main" id="{4F72509E-D7C9-B9EF-A56D-FAE2C66845D4}"/>
                    </a:ext>
                  </a:extLst>
                </p14:cNvPr>
                <p14:cNvContentPartPr/>
                <p14:nvPr/>
              </p14:nvContentPartPr>
              <p14:xfrm>
                <a:off x="6954660" y="5086380"/>
                <a:ext cx="124560" cy="246600"/>
              </p14:xfrm>
            </p:contentPart>
          </mc:Choice>
          <mc:Fallback xmlns="">
            <p:pic>
              <p:nvPicPr>
                <p:cNvPr id="212" name="Ink 211">
                  <a:extLst>
                    <a:ext uri="{FF2B5EF4-FFF2-40B4-BE49-F238E27FC236}">
                      <a16:creationId xmlns:a16="http://schemas.microsoft.com/office/drawing/2014/main" id="{4F72509E-D7C9-B9EF-A56D-FAE2C66845D4}"/>
                    </a:ext>
                  </a:extLst>
                </p:cNvPr>
                <p:cNvPicPr/>
                <p:nvPr/>
              </p:nvPicPr>
              <p:blipFill>
                <a:blip r:embed="rId329"/>
                <a:stretch>
                  <a:fillRect/>
                </a:stretch>
              </p:blipFill>
              <p:spPr>
                <a:xfrm>
                  <a:off x="6945660" y="5077740"/>
                  <a:ext cx="142200" cy="264240"/>
                </a:xfrm>
                <a:prstGeom prst="rect">
                  <a:avLst/>
                </a:prstGeom>
              </p:spPr>
            </p:pic>
          </mc:Fallback>
        </mc:AlternateContent>
        <mc:AlternateContent xmlns:mc="http://schemas.openxmlformats.org/markup-compatibility/2006" xmlns:p14="http://schemas.microsoft.com/office/powerpoint/2010/main">
          <mc:Choice Requires="p14">
            <p:contentPart p14:bwMode="auto" r:id="rId330">
              <p14:nvContentPartPr>
                <p14:cNvPr id="213" name="Ink 212">
                  <a:extLst>
                    <a:ext uri="{FF2B5EF4-FFF2-40B4-BE49-F238E27FC236}">
                      <a16:creationId xmlns:a16="http://schemas.microsoft.com/office/drawing/2014/main" id="{455C8C2C-F913-2814-CD74-258F288C3C0B}"/>
                    </a:ext>
                  </a:extLst>
                </p14:cNvPr>
                <p14:cNvContentPartPr/>
                <p14:nvPr/>
              </p14:nvContentPartPr>
              <p14:xfrm>
                <a:off x="7142580" y="5215620"/>
                <a:ext cx="1440" cy="7920"/>
              </p14:xfrm>
            </p:contentPart>
          </mc:Choice>
          <mc:Fallback xmlns="">
            <p:pic>
              <p:nvPicPr>
                <p:cNvPr id="213" name="Ink 212">
                  <a:extLst>
                    <a:ext uri="{FF2B5EF4-FFF2-40B4-BE49-F238E27FC236}">
                      <a16:creationId xmlns:a16="http://schemas.microsoft.com/office/drawing/2014/main" id="{455C8C2C-F913-2814-CD74-258F288C3C0B}"/>
                    </a:ext>
                  </a:extLst>
                </p:cNvPr>
                <p:cNvPicPr/>
                <p:nvPr/>
              </p:nvPicPr>
              <p:blipFill>
                <a:blip r:embed="rId331"/>
                <a:stretch>
                  <a:fillRect/>
                </a:stretch>
              </p:blipFill>
              <p:spPr>
                <a:xfrm>
                  <a:off x="7133580" y="5206620"/>
                  <a:ext cx="1908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332">
              <p14:nvContentPartPr>
                <p14:cNvPr id="214" name="Ink 213">
                  <a:extLst>
                    <a:ext uri="{FF2B5EF4-FFF2-40B4-BE49-F238E27FC236}">
                      <a16:creationId xmlns:a16="http://schemas.microsoft.com/office/drawing/2014/main" id="{044BA4EB-B0A1-F8F2-D448-7B37EC5D3FD2}"/>
                    </a:ext>
                  </a:extLst>
                </p14:cNvPr>
                <p14:cNvContentPartPr/>
                <p14:nvPr/>
              </p14:nvContentPartPr>
              <p14:xfrm>
                <a:off x="7236900" y="5082420"/>
                <a:ext cx="136440" cy="208080"/>
              </p14:xfrm>
            </p:contentPart>
          </mc:Choice>
          <mc:Fallback xmlns="">
            <p:pic>
              <p:nvPicPr>
                <p:cNvPr id="214" name="Ink 213">
                  <a:extLst>
                    <a:ext uri="{FF2B5EF4-FFF2-40B4-BE49-F238E27FC236}">
                      <a16:creationId xmlns:a16="http://schemas.microsoft.com/office/drawing/2014/main" id="{044BA4EB-B0A1-F8F2-D448-7B37EC5D3FD2}"/>
                    </a:ext>
                  </a:extLst>
                </p:cNvPr>
                <p:cNvPicPr/>
                <p:nvPr/>
              </p:nvPicPr>
              <p:blipFill>
                <a:blip r:embed="rId333"/>
                <a:stretch>
                  <a:fillRect/>
                </a:stretch>
              </p:blipFill>
              <p:spPr>
                <a:xfrm>
                  <a:off x="7228260" y="5073420"/>
                  <a:ext cx="15408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334">
              <p14:nvContentPartPr>
                <p14:cNvPr id="215" name="Ink 214">
                  <a:extLst>
                    <a:ext uri="{FF2B5EF4-FFF2-40B4-BE49-F238E27FC236}">
                      <a16:creationId xmlns:a16="http://schemas.microsoft.com/office/drawing/2014/main" id="{49DBA836-F868-A620-E34D-5421D7E8E3B2}"/>
                    </a:ext>
                  </a:extLst>
                </p14:cNvPr>
                <p14:cNvContentPartPr/>
                <p14:nvPr/>
              </p14:nvContentPartPr>
              <p14:xfrm>
                <a:off x="7534980" y="5112300"/>
                <a:ext cx="33480" cy="127800"/>
              </p14:xfrm>
            </p:contentPart>
          </mc:Choice>
          <mc:Fallback xmlns="">
            <p:pic>
              <p:nvPicPr>
                <p:cNvPr id="215" name="Ink 214">
                  <a:extLst>
                    <a:ext uri="{FF2B5EF4-FFF2-40B4-BE49-F238E27FC236}">
                      <a16:creationId xmlns:a16="http://schemas.microsoft.com/office/drawing/2014/main" id="{49DBA836-F868-A620-E34D-5421D7E8E3B2}"/>
                    </a:ext>
                  </a:extLst>
                </p:cNvPr>
                <p:cNvPicPr/>
                <p:nvPr/>
              </p:nvPicPr>
              <p:blipFill>
                <a:blip r:embed="rId335"/>
                <a:stretch>
                  <a:fillRect/>
                </a:stretch>
              </p:blipFill>
              <p:spPr>
                <a:xfrm>
                  <a:off x="7525980" y="5103300"/>
                  <a:ext cx="5112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336">
              <p14:nvContentPartPr>
                <p14:cNvPr id="216" name="Ink 215">
                  <a:extLst>
                    <a:ext uri="{FF2B5EF4-FFF2-40B4-BE49-F238E27FC236}">
                      <a16:creationId xmlns:a16="http://schemas.microsoft.com/office/drawing/2014/main" id="{6DFE6403-981F-0BEC-0029-8B72C599DDA0}"/>
                    </a:ext>
                  </a:extLst>
                </p14:cNvPr>
                <p14:cNvContentPartPr/>
                <p14:nvPr/>
              </p14:nvContentPartPr>
              <p14:xfrm>
                <a:off x="7563420" y="5055060"/>
                <a:ext cx="219960" cy="213120"/>
              </p14:xfrm>
            </p:contentPart>
          </mc:Choice>
          <mc:Fallback xmlns="">
            <p:pic>
              <p:nvPicPr>
                <p:cNvPr id="216" name="Ink 215">
                  <a:extLst>
                    <a:ext uri="{FF2B5EF4-FFF2-40B4-BE49-F238E27FC236}">
                      <a16:creationId xmlns:a16="http://schemas.microsoft.com/office/drawing/2014/main" id="{6DFE6403-981F-0BEC-0029-8B72C599DDA0}"/>
                    </a:ext>
                  </a:extLst>
                </p:cNvPr>
                <p:cNvPicPr/>
                <p:nvPr/>
              </p:nvPicPr>
              <p:blipFill>
                <a:blip r:embed="rId337"/>
                <a:stretch>
                  <a:fillRect/>
                </a:stretch>
              </p:blipFill>
              <p:spPr>
                <a:xfrm>
                  <a:off x="7554780" y="5046420"/>
                  <a:ext cx="237600" cy="230760"/>
                </a:xfrm>
                <a:prstGeom prst="rect">
                  <a:avLst/>
                </a:prstGeom>
              </p:spPr>
            </p:pic>
          </mc:Fallback>
        </mc:AlternateContent>
        <mc:AlternateContent xmlns:mc="http://schemas.openxmlformats.org/markup-compatibility/2006" xmlns:p14="http://schemas.microsoft.com/office/powerpoint/2010/main">
          <mc:Choice Requires="p14">
            <p:contentPart p14:bwMode="auto" r:id="rId338">
              <p14:nvContentPartPr>
                <p14:cNvPr id="217" name="Ink 216">
                  <a:extLst>
                    <a:ext uri="{FF2B5EF4-FFF2-40B4-BE49-F238E27FC236}">
                      <a16:creationId xmlns:a16="http://schemas.microsoft.com/office/drawing/2014/main" id="{210378B0-D942-C15C-7CBC-1F206E77CFE8}"/>
                    </a:ext>
                  </a:extLst>
                </p14:cNvPr>
                <p14:cNvContentPartPr/>
                <p14:nvPr/>
              </p14:nvContentPartPr>
              <p14:xfrm>
                <a:off x="5009940" y="5444940"/>
                <a:ext cx="2800440" cy="66240"/>
              </p14:xfrm>
            </p:contentPart>
          </mc:Choice>
          <mc:Fallback xmlns="">
            <p:pic>
              <p:nvPicPr>
                <p:cNvPr id="217" name="Ink 216">
                  <a:extLst>
                    <a:ext uri="{FF2B5EF4-FFF2-40B4-BE49-F238E27FC236}">
                      <a16:creationId xmlns:a16="http://schemas.microsoft.com/office/drawing/2014/main" id="{210378B0-D942-C15C-7CBC-1F206E77CFE8}"/>
                    </a:ext>
                  </a:extLst>
                </p:cNvPr>
                <p:cNvPicPr/>
                <p:nvPr/>
              </p:nvPicPr>
              <p:blipFill>
                <a:blip r:embed="rId339"/>
                <a:stretch>
                  <a:fillRect/>
                </a:stretch>
              </p:blipFill>
              <p:spPr>
                <a:xfrm>
                  <a:off x="5000940" y="5435940"/>
                  <a:ext cx="2818080" cy="83880"/>
                </a:xfrm>
                <a:prstGeom prst="rect">
                  <a:avLst/>
                </a:prstGeom>
              </p:spPr>
            </p:pic>
          </mc:Fallback>
        </mc:AlternateContent>
        <mc:AlternateContent xmlns:mc="http://schemas.openxmlformats.org/markup-compatibility/2006" xmlns:p14="http://schemas.microsoft.com/office/powerpoint/2010/main">
          <mc:Choice Requires="p14">
            <p:contentPart p14:bwMode="auto" r:id="rId340">
              <p14:nvContentPartPr>
                <p14:cNvPr id="218" name="Ink 217">
                  <a:extLst>
                    <a:ext uri="{FF2B5EF4-FFF2-40B4-BE49-F238E27FC236}">
                      <a16:creationId xmlns:a16="http://schemas.microsoft.com/office/drawing/2014/main" id="{0370FA09-980A-D653-4D49-866E813764EE}"/>
                    </a:ext>
                  </a:extLst>
                </p14:cNvPr>
                <p14:cNvContentPartPr/>
                <p14:nvPr/>
              </p14:nvContentPartPr>
              <p14:xfrm>
                <a:off x="5756580" y="5644740"/>
                <a:ext cx="206280" cy="175680"/>
              </p14:xfrm>
            </p:contentPart>
          </mc:Choice>
          <mc:Fallback xmlns="">
            <p:pic>
              <p:nvPicPr>
                <p:cNvPr id="218" name="Ink 217">
                  <a:extLst>
                    <a:ext uri="{FF2B5EF4-FFF2-40B4-BE49-F238E27FC236}">
                      <a16:creationId xmlns:a16="http://schemas.microsoft.com/office/drawing/2014/main" id="{0370FA09-980A-D653-4D49-866E813764EE}"/>
                    </a:ext>
                  </a:extLst>
                </p:cNvPr>
                <p:cNvPicPr/>
                <p:nvPr/>
              </p:nvPicPr>
              <p:blipFill>
                <a:blip r:embed="rId341"/>
                <a:stretch>
                  <a:fillRect/>
                </a:stretch>
              </p:blipFill>
              <p:spPr>
                <a:xfrm>
                  <a:off x="5747580" y="5636100"/>
                  <a:ext cx="223920" cy="193320"/>
                </a:xfrm>
                <a:prstGeom prst="rect">
                  <a:avLst/>
                </a:prstGeom>
              </p:spPr>
            </p:pic>
          </mc:Fallback>
        </mc:AlternateContent>
        <mc:AlternateContent xmlns:mc="http://schemas.openxmlformats.org/markup-compatibility/2006" xmlns:p14="http://schemas.microsoft.com/office/powerpoint/2010/main">
          <mc:Choice Requires="p14">
            <p:contentPart p14:bwMode="auto" r:id="rId342">
              <p14:nvContentPartPr>
                <p14:cNvPr id="219" name="Ink 218">
                  <a:extLst>
                    <a:ext uri="{FF2B5EF4-FFF2-40B4-BE49-F238E27FC236}">
                      <a16:creationId xmlns:a16="http://schemas.microsoft.com/office/drawing/2014/main" id="{7EB2854B-EBFA-444D-B4B0-1B4B93044AFC}"/>
                    </a:ext>
                  </a:extLst>
                </p14:cNvPr>
                <p14:cNvContentPartPr/>
                <p14:nvPr/>
              </p14:nvContentPartPr>
              <p14:xfrm>
                <a:off x="6012540" y="5720700"/>
                <a:ext cx="21600" cy="21240"/>
              </p14:xfrm>
            </p:contentPart>
          </mc:Choice>
          <mc:Fallback xmlns="">
            <p:pic>
              <p:nvPicPr>
                <p:cNvPr id="219" name="Ink 218">
                  <a:extLst>
                    <a:ext uri="{FF2B5EF4-FFF2-40B4-BE49-F238E27FC236}">
                      <a16:creationId xmlns:a16="http://schemas.microsoft.com/office/drawing/2014/main" id="{7EB2854B-EBFA-444D-B4B0-1B4B93044AFC}"/>
                    </a:ext>
                  </a:extLst>
                </p:cNvPr>
                <p:cNvPicPr/>
                <p:nvPr/>
              </p:nvPicPr>
              <p:blipFill>
                <a:blip r:embed="rId343"/>
                <a:stretch>
                  <a:fillRect/>
                </a:stretch>
              </p:blipFill>
              <p:spPr>
                <a:xfrm>
                  <a:off x="6003540" y="5712060"/>
                  <a:ext cx="3924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344">
              <p14:nvContentPartPr>
                <p14:cNvPr id="220" name="Ink 219">
                  <a:extLst>
                    <a:ext uri="{FF2B5EF4-FFF2-40B4-BE49-F238E27FC236}">
                      <a16:creationId xmlns:a16="http://schemas.microsoft.com/office/drawing/2014/main" id="{20B3EEC3-91A2-9FA1-E71E-ACE8765F38DD}"/>
                    </a:ext>
                  </a:extLst>
                </p14:cNvPr>
                <p14:cNvContentPartPr/>
                <p14:nvPr/>
              </p14:nvContentPartPr>
              <p14:xfrm>
                <a:off x="6148980" y="5610540"/>
                <a:ext cx="118800" cy="147240"/>
              </p14:xfrm>
            </p:contentPart>
          </mc:Choice>
          <mc:Fallback xmlns="">
            <p:pic>
              <p:nvPicPr>
                <p:cNvPr id="220" name="Ink 219">
                  <a:extLst>
                    <a:ext uri="{FF2B5EF4-FFF2-40B4-BE49-F238E27FC236}">
                      <a16:creationId xmlns:a16="http://schemas.microsoft.com/office/drawing/2014/main" id="{20B3EEC3-91A2-9FA1-E71E-ACE8765F38DD}"/>
                    </a:ext>
                  </a:extLst>
                </p:cNvPr>
                <p:cNvPicPr/>
                <p:nvPr/>
              </p:nvPicPr>
              <p:blipFill>
                <a:blip r:embed="rId345"/>
                <a:stretch>
                  <a:fillRect/>
                </a:stretch>
              </p:blipFill>
              <p:spPr>
                <a:xfrm>
                  <a:off x="6140340" y="5601540"/>
                  <a:ext cx="136440" cy="164880"/>
                </a:xfrm>
                <a:prstGeom prst="rect">
                  <a:avLst/>
                </a:prstGeom>
              </p:spPr>
            </p:pic>
          </mc:Fallback>
        </mc:AlternateContent>
        <mc:AlternateContent xmlns:mc="http://schemas.openxmlformats.org/markup-compatibility/2006" xmlns:p14="http://schemas.microsoft.com/office/powerpoint/2010/main">
          <mc:Choice Requires="p14">
            <p:contentPart p14:bwMode="auto" r:id="rId346">
              <p14:nvContentPartPr>
                <p14:cNvPr id="221" name="Ink 220">
                  <a:extLst>
                    <a:ext uri="{FF2B5EF4-FFF2-40B4-BE49-F238E27FC236}">
                      <a16:creationId xmlns:a16="http://schemas.microsoft.com/office/drawing/2014/main" id="{B8CA7491-0F12-7CC0-D247-D9EE97AFAC73}"/>
                    </a:ext>
                  </a:extLst>
                </p14:cNvPr>
                <p14:cNvContentPartPr/>
                <p14:nvPr/>
              </p14:nvContentPartPr>
              <p14:xfrm>
                <a:off x="6327900" y="5591100"/>
                <a:ext cx="131760" cy="156600"/>
              </p14:xfrm>
            </p:contentPart>
          </mc:Choice>
          <mc:Fallback xmlns="">
            <p:pic>
              <p:nvPicPr>
                <p:cNvPr id="221" name="Ink 220">
                  <a:extLst>
                    <a:ext uri="{FF2B5EF4-FFF2-40B4-BE49-F238E27FC236}">
                      <a16:creationId xmlns:a16="http://schemas.microsoft.com/office/drawing/2014/main" id="{B8CA7491-0F12-7CC0-D247-D9EE97AFAC73}"/>
                    </a:ext>
                  </a:extLst>
                </p:cNvPr>
                <p:cNvPicPr/>
                <p:nvPr/>
              </p:nvPicPr>
              <p:blipFill>
                <a:blip r:embed="rId347"/>
                <a:stretch>
                  <a:fillRect/>
                </a:stretch>
              </p:blipFill>
              <p:spPr>
                <a:xfrm>
                  <a:off x="6318900" y="5582460"/>
                  <a:ext cx="14940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348">
              <p14:nvContentPartPr>
                <p14:cNvPr id="222" name="Ink 221">
                  <a:extLst>
                    <a:ext uri="{FF2B5EF4-FFF2-40B4-BE49-F238E27FC236}">
                      <a16:creationId xmlns:a16="http://schemas.microsoft.com/office/drawing/2014/main" id="{AA32EB1C-7E05-1F22-F33F-95A20BC7F2B0}"/>
                    </a:ext>
                  </a:extLst>
                </p14:cNvPr>
                <p14:cNvContentPartPr/>
                <p14:nvPr/>
              </p14:nvContentPartPr>
              <p14:xfrm>
                <a:off x="6623460" y="5542500"/>
                <a:ext cx="334800" cy="488880"/>
              </p14:xfrm>
            </p:contentPart>
          </mc:Choice>
          <mc:Fallback xmlns="">
            <p:pic>
              <p:nvPicPr>
                <p:cNvPr id="222" name="Ink 221">
                  <a:extLst>
                    <a:ext uri="{FF2B5EF4-FFF2-40B4-BE49-F238E27FC236}">
                      <a16:creationId xmlns:a16="http://schemas.microsoft.com/office/drawing/2014/main" id="{AA32EB1C-7E05-1F22-F33F-95A20BC7F2B0}"/>
                    </a:ext>
                  </a:extLst>
                </p:cNvPr>
                <p:cNvPicPr/>
                <p:nvPr/>
              </p:nvPicPr>
              <p:blipFill>
                <a:blip r:embed="rId349"/>
                <a:stretch>
                  <a:fillRect/>
                </a:stretch>
              </p:blipFill>
              <p:spPr>
                <a:xfrm>
                  <a:off x="6614460" y="5533500"/>
                  <a:ext cx="352440" cy="506520"/>
                </a:xfrm>
                <a:prstGeom prst="rect">
                  <a:avLst/>
                </a:prstGeom>
              </p:spPr>
            </p:pic>
          </mc:Fallback>
        </mc:AlternateContent>
      </p:grpSp>
      <p:grpSp>
        <p:nvGrpSpPr>
          <p:cNvPr id="225" name="Group 224">
            <a:extLst>
              <a:ext uri="{FF2B5EF4-FFF2-40B4-BE49-F238E27FC236}">
                <a16:creationId xmlns:a16="http://schemas.microsoft.com/office/drawing/2014/main" id="{5A800383-136C-B210-33DC-E01BB16CDD7C}"/>
              </a:ext>
            </a:extLst>
          </p:cNvPr>
          <p:cNvGrpSpPr/>
          <p:nvPr/>
        </p:nvGrpSpPr>
        <p:grpSpPr>
          <a:xfrm>
            <a:off x="8233380" y="5258100"/>
            <a:ext cx="215280" cy="104040"/>
            <a:chOff x="8233380" y="5258100"/>
            <a:chExt cx="215280" cy="104040"/>
          </a:xfrm>
        </p:grpSpPr>
        <mc:AlternateContent xmlns:mc="http://schemas.openxmlformats.org/markup-compatibility/2006" xmlns:p14="http://schemas.microsoft.com/office/powerpoint/2010/main">
          <mc:Choice Requires="p14">
            <p:contentPart p14:bwMode="auto" r:id="rId350">
              <p14:nvContentPartPr>
                <p14:cNvPr id="223" name="Ink 222">
                  <a:extLst>
                    <a:ext uri="{FF2B5EF4-FFF2-40B4-BE49-F238E27FC236}">
                      <a16:creationId xmlns:a16="http://schemas.microsoft.com/office/drawing/2014/main" id="{BAFF1D17-5F74-B7AC-2078-65FCADD564A7}"/>
                    </a:ext>
                  </a:extLst>
                </p14:cNvPr>
                <p14:cNvContentPartPr/>
                <p14:nvPr/>
              </p14:nvContentPartPr>
              <p14:xfrm>
                <a:off x="8233380" y="5258100"/>
                <a:ext cx="215280" cy="30240"/>
              </p14:xfrm>
            </p:contentPart>
          </mc:Choice>
          <mc:Fallback xmlns="">
            <p:pic>
              <p:nvPicPr>
                <p:cNvPr id="223" name="Ink 222">
                  <a:extLst>
                    <a:ext uri="{FF2B5EF4-FFF2-40B4-BE49-F238E27FC236}">
                      <a16:creationId xmlns:a16="http://schemas.microsoft.com/office/drawing/2014/main" id="{BAFF1D17-5F74-B7AC-2078-65FCADD564A7}"/>
                    </a:ext>
                  </a:extLst>
                </p:cNvPr>
                <p:cNvPicPr/>
                <p:nvPr/>
              </p:nvPicPr>
              <p:blipFill>
                <a:blip r:embed="rId351"/>
                <a:stretch>
                  <a:fillRect/>
                </a:stretch>
              </p:blipFill>
              <p:spPr>
                <a:xfrm>
                  <a:off x="8224380" y="5249460"/>
                  <a:ext cx="23292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352">
              <p14:nvContentPartPr>
                <p14:cNvPr id="224" name="Ink 223">
                  <a:extLst>
                    <a:ext uri="{FF2B5EF4-FFF2-40B4-BE49-F238E27FC236}">
                      <a16:creationId xmlns:a16="http://schemas.microsoft.com/office/drawing/2014/main" id="{4755350C-4612-9C8D-7177-029DAA47348C}"/>
                    </a:ext>
                  </a:extLst>
                </p14:cNvPr>
                <p14:cNvContentPartPr/>
                <p14:nvPr/>
              </p14:nvContentPartPr>
              <p14:xfrm>
                <a:off x="8244180" y="5338740"/>
                <a:ext cx="163440" cy="23400"/>
              </p14:xfrm>
            </p:contentPart>
          </mc:Choice>
          <mc:Fallback xmlns="">
            <p:pic>
              <p:nvPicPr>
                <p:cNvPr id="224" name="Ink 223">
                  <a:extLst>
                    <a:ext uri="{FF2B5EF4-FFF2-40B4-BE49-F238E27FC236}">
                      <a16:creationId xmlns:a16="http://schemas.microsoft.com/office/drawing/2014/main" id="{4755350C-4612-9C8D-7177-029DAA47348C}"/>
                    </a:ext>
                  </a:extLst>
                </p:cNvPr>
                <p:cNvPicPr/>
                <p:nvPr/>
              </p:nvPicPr>
              <p:blipFill>
                <a:blip r:embed="rId353"/>
                <a:stretch>
                  <a:fillRect/>
                </a:stretch>
              </p:blipFill>
              <p:spPr>
                <a:xfrm>
                  <a:off x="8235540" y="5329740"/>
                  <a:ext cx="181080" cy="41040"/>
                </a:xfrm>
                <a:prstGeom prst="rect">
                  <a:avLst/>
                </a:prstGeom>
              </p:spPr>
            </p:pic>
          </mc:Fallback>
        </mc:AlternateContent>
      </p:grpSp>
      <p:grpSp>
        <p:nvGrpSpPr>
          <p:cNvPr id="236" name="Group 235">
            <a:extLst>
              <a:ext uri="{FF2B5EF4-FFF2-40B4-BE49-F238E27FC236}">
                <a16:creationId xmlns:a16="http://schemas.microsoft.com/office/drawing/2014/main" id="{9801D03B-4321-2216-7040-23A9D6DED6A8}"/>
              </a:ext>
            </a:extLst>
          </p:cNvPr>
          <p:cNvGrpSpPr/>
          <p:nvPr/>
        </p:nvGrpSpPr>
        <p:grpSpPr>
          <a:xfrm>
            <a:off x="8580060" y="5193660"/>
            <a:ext cx="1683720" cy="353520"/>
            <a:chOff x="8580060" y="5193660"/>
            <a:chExt cx="1683720" cy="353520"/>
          </a:xfrm>
        </p:grpSpPr>
        <mc:AlternateContent xmlns:mc="http://schemas.openxmlformats.org/markup-compatibility/2006" xmlns:p14="http://schemas.microsoft.com/office/powerpoint/2010/main">
          <mc:Choice Requires="p14">
            <p:contentPart p14:bwMode="auto" r:id="rId354">
              <p14:nvContentPartPr>
                <p14:cNvPr id="228" name="Ink 227">
                  <a:extLst>
                    <a:ext uri="{FF2B5EF4-FFF2-40B4-BE49-F238E27FC236}">
                      <a16:creationId xmlns:a16="http://schemas.microsoft.com/office/drawing/2014/main" id="{62A3DE8C-EBD5-7B94-F8A9-89125F02F72C}"/>
                    </a:ext>
                  </a:extLst>
                </p14:cNvPr>
                <p14:cNvContentPartPr/>
                <p14:nvPr/>
              </p14:nvContentPartPr>
              <p14:xfrm>
                <a:off x="8580060" y="5193660"/>
                <a:ext cx="173160" cy="243360"/>
              </p14:xfrm>
            </p:contentPart>
          </mc:Choice>
          <mc:Fallback xmlns="">
            <p:pic>
              <p:nvPicPr>
                <p:cNvPr id="228" name="Ink 227">
                  <a:extLst>
                    <a:ext uri="{FF2B5EF4-FFF2-40B4-BE49-F238E27FC236}">
                      <a16:creationId xmlns:a16="http://schemas.microsoft.com/office/drawing/2014/main" id="{62A3DE8C-EBD5-7B94-F8A9-89125F02F72C}"/>
                    </a:ext>
                  </a:extLst>
                </p:cNvPr>
                <p:cNvPicPr/>
                <p:nvPr/>
              </p:nvPicPr>
              <p:blipFill>
                <a:blip r:embed="rId355"/>
                <a:stretch>
                  <a:fillRect/>
                </a:stretch>
              </p:blipFill>
              <p:spPr>
                <a:xfrm>
                  <a:off x="8571420" y="5185020"/>
                  <a:ext cx="190800" cy="261000"/>
                </a:xfrm>
                <a:prstGeom prst="rect">
                  <a:avLst/>
                </a:prstGeom>
              </p:spPr>
            </p:pic>
          </mc:Fallback>
        </mc:AlternateContent>
        <mc:AlternateContent xmlns:mc="http://schemas.openxmlformats.org/markup-compatibility/2006" xmlns:p14="http://schemas.microsoft.com/office/powerpoint/2010/main">
          <mc:Choice Requires="p14">
            <p:contentPart p14:bwMode="auto" r:id="rId356">
              <p14:nvContentPartPr>
                <p14:cNvPr id="229" name="Ink 228">
                  <a:extLst>
                    <a:ext uri="{FF2B5EF4-FFF2-40B4-BE49-F238E27FC236}">
                      <a16:creationId xmlns:a16="http://schemas.microsoft.com/office/drawing/2014/main" id="{2E1BF1C3-9AF1-E8AD-95BC-3A2D06D93855}"/>
                    </a:ext>
                  </a:extLst>
                </p14:cNvPr>
                <p14:cNvContentPartPr/>
                <p14:nvPr/>
              </p14:nvContentPartPr>
              <p14:xfrm>
                <a:off x="8846100" y="5304180"/>
                <a:ext cx="2520" cy="12240"/>
              </p14:xfrm>
            </p:contentPart>
          </mc:Choice>
          <mc:Fallback xmlns="">
            <p:pic>
              <p:nvPicPr>
                <p:cNvPr id="229" name="Ink 228">
                  <a:extLst>
                    <a:ext uri="{FF2B5EF4-FFF2-40B4-BE49-F238E27FC236}">
                      <a16:creationId xmlns:a16="http://schemas.microsoft.com/office/drawing/2014/main" id="{2E1BF1C3-9AF1-E8AD-95BC-3A2D06D93855}"/>
                    </a:ext>
                  </a:extLst>
                </p:cNvPr>
                <p:cNvPicPr/>
                <p:nvPr/>
              </p:nvPicPr>
              <p:blipFill>
                <a:blip r:embed="rId357"/>
                <a:stretch>
                  <a:fillRect/>
                </a:stretch>
              </p:blipFill>
              <p:spPr>
                <a:xfrm>
                  <a:off x="8837100" y="5295180"/>
                  <a:ext cx="2016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358">
              <p14:nvContentPartPr>
                <p14:cNvPr id="230" name="Ink 229">
                  <a:extLst>
                    <a:ext uri="{FF2B5EF4-FFF2-40B4-BE49-F238E27FC236}">
                      <a16:creationId xmlns:a16="http://schemas.microsoft.com/office/drawing/2014/main" id="{EE2E115C-CCD2-900C-933A-B04CB41DEFC1}"/>
                    </a:ext>
                  </a:extLst>
                </p14:cNvPr>
                <p14:cNvContentPartPr/>
                <p14:nvPr/>
              </p14:nvContentPartPr>
              <p14:xfrm>
                <a:off x="8962740" y="5225700"/>
                <a:ext cx="176400" cy="222840"/>
              </p14:xfrm>
            </p:contentPart>
          </mc:Choice>
          <mc:Fallback xmlns="">
            <p:pic>
              <p:nvPicPr>
                <p:cNvPr id="230" name="Ink 229">
                  <a:extLst>
                    <a:ext uri="{FF2B5EF4-FFF2-40B4-BE49-F238E27FC236}">
                      <a16:creationId xmlns:a16="http://schemas.microsoft.com/office/drawing/2014/main" id="{EE2E115C-CCD2-900C-933A-B04CB41DEFC1}"/>
                    </a:ext>
                  </a:extLst>
                </p:cNvPr>
                <p:cNvPicPr/>
                <p:nvPr/>
              </p:nvPicPr>
              <p:blipFill>
                <a:blip r:embed="rId359"/>
                <a:stretch>
                  <a:fillRect/>
                </a:stretch>
              </p:blipFill>
              <p:spPr>
                <a:xfrm>
                  <a:off x="8954100" y="5216700"/>
                  <a:ext cx="194040" cy="240480"/>
                </a:xfrm>
                <a:prstGeom prst="rect">
                  <a:avLst/>
                </a:prstGeom>
              </p:spPr>
            </p:pic>
          </mc:Fallback>
        </mc:AlternateContent>
        <mc:AlternateContent xmlns:mc="http://schemas.openxmlformats.org/markup-compatibility/2006" xmlns:p14="http://schemas.microsoft.com/office/powerpoint/2010/main">
          <mc:Choice Requires="p14">
            <p:contentPart p14:bwMode="auto" r:id="rId360">
              <p14:nvContentPartPr>
                <p14:cNvPr id="231" name="Ink 230">
                  <a:extLst>
                    <a:ext uri="{FF2B5EF4-FFF2-40B4-BE49-F238E27FC236}">
                      <a16:creationId xmlns:a16="http://schemas.microsoft.com/office/drawing/2014/main" id="{DFBC4676-ADAE-00D6-A8F5-6FB59CE096F3}"/>
                    </a:ext>
                  </a:extLst>
                </p14:cNvPr>
                <p14:cNvContentPartPr/>
                <p14:nvPr/>
              </p14:nvContentPartPr>
              <p14:xfrm>
                <a:off x="9166500" y="5246220"/>
                <a:ext cx="166680" cy="187920"/>
              </p14:xfrm>
            </p:contentPart>
          </mc:Choice>
          <mc:Fallback xmlns="">
            <p:pic>
              <p:nvPicPr>
                <p:cNvPr id="231" name="Ink 230">
                  <a:extLst>
                    <a:ext uri="{FF2B5EF4-FFF2-40B4-BE49-F238E27FC236}">
                      <a16:creationId xmlns:a16="http://schemas.microsoft.com/office/drawing/2014/main" id="{DFBC4676-ADAE-00D6-A8F5-6FB59CE096F3}"/>
                    </a:ext>
                  </a:extLst>
                </p:cNvPr>
                <p:cNvPicPr/>
                <p:nvPr/>
              </p:nvPicPr>
              <p:blipFill>
                <a:blip r:embed="rId361"/>
                <a:stretch>
                  <a:fillRect/>
                </a:stretch>
              </p:blipFill>
              <p:spPr>
                <a:xfrm>
                  <a:off x="9157500" y="5237580"/>
                  <a:ext cx="18432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362">
              <p14:nvContentPartPr>
                <p14:cNvPr id="232" name="Ink 231">
                  <a:extLst>
                    <a:ext uri="{FF2B5EF4-FFF2-40B4-BE49-F238E27FC236}">
                      <a16:creationId xmlns:a16="http://schemas.microsoft.com/office/drawing/2014/main" id="{69532B12-8B77-9EBA-2F78-1B12B4BA03BC}"/>
                    </a:ext>
                  </a:extLst>
                </p14:cNvPr>
                <p14:cNvContentPartPr/>
                <p14:nvPr/>
              </p14:nvContentPartPr>
              <p14:xfrm>
                <a:off x="9468180" y="5259180"/>
                <a:ext cx="235080" cy="162360"/>
              </p14:xfrm>
            </p:contentPart>
          </mc:Choice>
          <mc:Fallback xmlns="">
            <p:pic>
              <p:nvPicPr>
                <p:cNvPr id="232" name="Ink 231">
                  <a:extLst>
                    <a:ext uri="{FF2B5EF4-FFF2-40B4-BE49-F238E27FC236}">
                      <a16:creationId xmlns:a16="http://schemas.microsoft.com/office/drawing/2014/main" id="{69532B12-8B77-9EBA-2F78-1B12B4BA03BC}"/>
                    </a:ext>
                  </a:extLst>
                </p:cNvPr>
                <p:cNvPicPr/>
                <p:nvPr/>
              </p:nvPicPr>
              <p:blipFill>
                <a:blip r:embed="rId363"/>
                <a:stretch>
                  <a:fillRect/>
                </a:stretch>
              </p:blipFill>
              <p:spPr>
                <a:xfrm>
                  <a:off x="9459540" y="5250540"/>
                  <a:ext cx="25272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364">
              <p14:nvContentPartPr>
                <p14:cNvPr id="233" name="Ink 232">
                  <a:extLst>
                    <a:ext uri="{FF2B5EF4-FFF2-40B4-BE49-F238E27FC236}">
                      <a16:creationId xmlns:a16="http://schemas.microsoft.com/office/drawing/2014/main" id="{4FACBC50-2130-82E6-4B79-1BE7E8EE7E4E}"/>
                    </a:ext>
                  </a:extLst>
                </p14:cNvPr>
                <p14:cNvContentPartPr/>
                <p14:nvPr/>
              </p14:nvContentPartPr>
              <p14:xfrm>
                <a:off x="9687780" y="5257020"/>
                <a:ext cx="169920" cy="290160"/>
              </p14:xfrm>
            </p:contentPart>
          </mc:Choice>
          <mc:Fallback xmlns="">
            <p:pic>
              <p:nvPicPr>
                <p:cNvPr id="233" name="Ink 232">
                  <a:extLst>
                    <a:ext uri="{FF2B5EF4-FFF2-40B4-BE49-F238E27FC236}">
                      <a16:creationId xmlns:a16="http://schemas.microsoft.com/office/drawing/2014/main" id="{4FACBC50-2130-82E6-4B79-1BE7E8EE7E4E}"/>
                    </a:ext>
                  </a:extLst>
                </p:cNvPr>
                <p:cNvPicPr/>
                <p:nvPr/>
              </p:nvPicPr>
              <p:blipFill>
                <a:blip r:embed="rId365"/>
                <a:stretch>
                  <a:fillRect/>
                </a:stretch>
              </p:blipFill>
              <p:spPr>
                <a:xfrm>
                  <a:off x="9678780" y="5248380"/>
                  <a:ext cx="187560" cy="307800"/>
                </a:xfrm>
                <a:prstGeom prst="rect">
                  <a:avLst/>
                </a:prstGeom>
              </p:spPr>
            </p:pic>
          </mc:Fallback>
        </mc:AlternateContent>
        <mc:AlternateContent xmlns:mc="http://schemas.openxmlformats.org/markup-compatibility/2006" xmlns:p14="http://schemas.microsoft.com/office/powerpoint/2010/main">
          <mc:Choice Requires="p14">
            <p:contentPart p14:bwMode="auto" r:id="rId366">
              <p14:nvContentPartPr>
                <p14:cNvPr id="234" name="Ink 233">
                  <a:extLst>
                    <a:ext uri="{FF2B5EF4-FFF2-40B4-BE49-F238E27FC236}">
                      <a16:creationId xmlns:a16="http://schemas.microsoft.com/office/drawing/2014/main" id="{7A81C442-3E77-3027-6B8F-D6838C65DED8}"/>
                    </a:ext>
                  </a:extLst>
                </p14:cNvPr>
                <p14:cNvContentPartPr/>
                <p14:nvPr/>
              </p14:nvContentPartPr>
              <p14:xfrm>
                <a:off x="9826380" y="5316420"/>
                <a:ext cx="172080" cy="192240"/>
              </p14:xfrm>
            </p:contentPart>
          </mc:Choice>
          <mc:Fallback xmlns="">
            <p:pic>
              <p:nvPicPr>
                <p:cNvPr id="234" name="Ink 233">
                  <a:extLst>
                    <a:ext uri="{FF2B5EF4-FFF2-40B4-BE49-F238E27FC236}">
                      <a16:creationId xmlns:a16="http://schemas.microsoft.com/office/drawing/2014/main" id="{7A81C442-3E77-3027-6B8F-D6838C65DED8}"/>
                    </a:ext>
                  </a:extLst>
                </p:cNvPr>
                <p:cNvPicPr/>
                <p:nvPr/>
              </p:nvPicPr>
              <p:blipFill>
                <a:blip r:embed="rId367"/>
                <a:stretch>
                  <a:fillRect/>
                </a:stretch>
              </p:blipFill>
              <p:spPr>
                <a:xfrm>
                  <a:off x="9817380" y="5307780"/>
                  <a:ext cx="189720"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368">
              <p14:nvContentPartPr>
                <p14:cNvPr id="235" name="Ink 234">
                  <a:extLst>
                    <a:ext uri="{FF2B5EF4-FFF2-40B4-BE49-F238E27FC236}">
                      <a16:creationId xmlns:a16="http://schemas.microsoft.com/office/drawing/2014/main" id="{1FC2A387-00D3-206E-E969-DEE811976563}"/>
                    </a:ext>
                  </a:extLst>
                </p14:cNvPr>
                <p14:cNvContentPartPr/>
                <p14:nvPr/>
              </p14:nvContentPartPr>
              <p14:xfrm>
                <a:off x="10089180" y="5241180"/>
                <a:ext cx="174600" cy="104040"/>
              </p14:xfrm>
            </p:contentPart>
          </mc:Choice>
          <mc:Fallback xmlns="">
            <p:pic>
              <p:nvPicPr>
                <p:cNvPr id="235" name="Ink 234">
                  <a:extLst>
                    <a:ext uri="{FF2B5EF4-FFF2-40B4-BE49-F238E27FC236}">
                      <a16:creationId xmlns:a16="http://schemas.microsoft.com/office/drawing/2014/main" id="{1FC2A387-00D3-206E-E969-DEE811976563}"/>
                    </a:ext>
                  </a:extLst>
                </p:cNvPr>
                <p:cNvPicPr/>
                <p:nvPr/>
              </p:nvPicPr>
              <p:blipFill>
                <a:blip r:embed="rId369"/>
                <a:stretch>
                  <a:fillRect/>
                </a:stretch>
              </p:blipFill>
              <p:spPr>
                <a:xfrm>
                  <a:off x="10080540" y="5232180"/>
                  <a:ext cx="192240" cy="121680"/>
                </a:xfrm>
                <a:prstGeom prst="rect">
                  <a:avLst/>
                </a:prstGeom>
              </p:spPr>
            </p:pic>
          </mc:Fallback>
        </mc:AlternateContent>
      </p:grpSp>
      <p:sp>
        <p:nvSpPr>
          <p:cNvPr id="3" name="Title 3">
            <a:extLst>
              <a:ext uri="{FF2B5EF4-FFF2-40B4-BE49-F238E27FC236}">
                <a16:creationId xmlns:a16="http://schemas.microsoft.com/office/drawing/2014/main" id="{7B8B6094-AF85-37F8-EE54-89B27CDB6EEA}"/>
              </a:ext>
            </a:extLst>
          </p:cNvPr>
          <p:cNvSpPr txBox="1">
            <a:spLocks/>
          </p:cNvSpPr>
          <p:nvPr/>
        </p:nvSpPr>
        <p:spPr>
          <a:xfrm>
            <a:off x="0" y="-7441"/>
            <a:ext cx="12192000" cy="646331"/>
          </a:xfrm>
          <a:prstGeom prst="rect">
            <a:avLst/>
          </a:prstGeom>
          <a:solidFill>
            <a:schemeClr val="accent6">
              <a:lumMod val="40000"/>
              <a:lumOff val="60000"/>
            </a:schemeClr>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ea typeface="STKaiti" panose="020B0503020204020204" pitchFamily="2" charset="-122"/>
                <a:cs typeface="Times New Roman" panose="02020603050405020304" pitchFamily="18" charset="0"/>
              </a:rPr>
              <a:t>Problem solving  (Newton’s Law of Motion)</a:t>
            </a:r>
            <a:r>
              <a:rPr lang="en-US" sz="3200" b="1" dirty="0">
                <a:latin typeface="Times New Roman" panose="02020603050405020304" pitchFamily="18" charset="0"/>
                <a:ea typeface="STKaiti" panose="020B0503020204020204" pitchFamily="2" charset="-122"/>
                <a:cs typeface="Times New Roman" panose="02020603050405020304" pitchFamily="18" charset="0"/>
              </a:rPr>
              <a:t> </a:t>
            </a:r>
          </a:p>
        </p:txBody>
      </p:sp>
    </p:spTree>
    <p:extLst>
      <p:ext uri="{BB962C8B-B14F-4D97-AF65-F5344CB8AC3E}">
        <p14:creationId xmlns:p14="http://schemas.microsoft.com/office/powerpoint/2010/main" val="352113602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55782" y="909788"/>
            <a:ext cx="10848465" cy="1538883"/>
          </a:xfrm>
          <a:prstGeom prst="rect">
            <a:avLst/>
          </a:prstGeom>
        </p:spPr>
        <p:txBody>
          <a:bodyPr wrap="square">
            <a:spAutoFit/>
          </a:bodyPr>
          <a:lstStyle/>
          <a:p>
            <a:pPr>
              <a:spcAft>
                <a:spcPts val="1200"/>
              </a:spcAft>
            </a:pPr>
            <a:r>
              <a:rPr lang="en-US" sz="2800" dirty="0">
                <a:latin typeface="Times New Roman" panose="02020603050405020304" pitchFamily="18" charset="0"/>
                <a:cs typeface="Times New Roman" panose="02020603050405020304" pitchFamily="18" charset="0"/>
              </a:rPr>
              <a:t>A car of mass </a:t>
            </a:r>
            <a:r>
              <a:rPr lang="en-US" sz="2800" i="1" dirty="0">
                <a:latin typeface="Times New Roman" panose="02020603050405020304" pitchFamily="18" charset="0"/>
                <a:cs typeface="Times New Roman" panose="02020603050405020304" pitchFamily="18" charset="0"/>
              </a:rPr>
              <a:t>m </a:t>
            </a:r>
            <a:r>
              <a:rPr lang="en-US" sz="2800" dirty="0">
                <a:latin typeface="Times New Roman" panose="02020603050405020304" pitchFamily="18" charset="0"/>
                <a:cs typeface="Times New Roman" panose="02020603050405020304" pitchFamily="18" charset="0"/>
              </a:rPr>
              <a:t>is on an icy driveway inclined at an angle </a:t>
            </a:r>
            <a:r>
              <a:rPr lang="en-US" sz="2800" i="1" dirty="0">
                <a:latin typeface="Times New Roman" panose="02020603050405020304" pitchFamily="18" charset="0"/>
                <a:cs typeface="Times New Roman" panose="02020603050405020304" pitchFamily="18" charset="0"/>
                <a:sym typeface="Symbol" panose="05050102010706020507" pitchFamily="18" charset="2"/>
              </a:rPr>
              <a:t></a:t>
            </a:r>
            <a:r>
              <a:rPr lang="en-US" sz="2800" dirty="0">
                <a:latin typeface="Times New Roman" panose="02020603050405020304" pitchFamily="18" charset="0"/>
                <a:cs typeface="Times New Roman" panose="02020603050405020304" pitchFamily="18" charset="0"/>
              </a:rPr>
              <a:t> as in the figure.</a:t>
            </a:r>
          </a:p>
          <a:p>
            <a:pPr>
              <a:spcAft>
                <a:spcPts val="1200"/>
              </a:spcAft>
            </a:pPr>
            <a:r>
              <a:rPr lang="en-US" sz="2800" dirty="0">
                <a:latin typeface="Times New Roman" panose="02020603050405020304" pitchFamily="18" charset="0"/>
                <a:cs typeface="Times New Roman" panose="02020603050405020304" pitchFamily="18" charset="0"/>
              </a:rPr>
              <a:t>(A) Find the </a:t>
            </a:r>
            <a:r>
              <a:rPr lang="en-US" sz="28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acceleration</a:t>
            </a:r>
            <a:r>
              <a:rPr lang="en-US" sz="2800" dirty="0">
                <a:latin typeface="Times New Roman" panose="02020603050405020304" pitchFamily="18" charset="0"/>
                <a:cs typeface="Times New Roman" panose="02020603050405020304" pitchFamily="18" charset="0"/>
              </a:rPr>
              <a:t> of the car, assuming the driveway is frictionless.</a:t>
            </a:r>
          </a:p>
        </p:txBody>
      </p:sp>
      <p:pic>
        <p:nvPicPr>
          <p:cNvPr id="3" name="Picture 2" descr="An illustration a shows a car moving down an incline and a graph b shows a free body diagram of the forces acting on the car. In illustration a, a car is shown moving down an incline that is shown to be at an angle theta with the horizontal. The incline is marked as the x axis. Illustration b shows the free body diagram of this illustration, where the car is replaced by a dot. It shows the forces acting on the dot as it moves along the incline labeled as x. Two forces are shown to act on the dot. The vector force F subscript g is shown to act downward, perpendicular to the horizontal. Vector F subscript g is shown to be equal to the product of m and g. This vector is shown to be at an angle theta with the y axis of the slope. Two components of this vector are shown: m g cos theta is along the negative y axis, while m g sin theta is the component along the x axis. The other force that acts on the dot is shown as an upward moving arrow that is perpendicular to the x-axis of the slope and is shown to be placed along the y axis. It is labeled as vector n.">
            <a:extLst>
              <a:ext uri="{FF2B5EF4-FFF2-40B4-BE49-F238E27FC236}">
                <a16:creationId xmlns:a16="http://schemas.microsoft.com/office/drawing/2014/main" id="{C578A34C-5D79-466F-9764-4684ADC266CE}"/>
              </a:ext>
            </a:extLst>
          </p:cNvPr>
          <p:cNvPicPr>
            <a:picLocks noChangeAspect="1"/>
          </p:cNvPicPr>
          <p:nvPr/>
        </p:nvPicPr>
        <p:blipFill>
          <a:blip r:embed="rId3"/>
          <a:stretch>
            <a:fillRect/>
          </a:stretch>
        </p:blipFill>
        <p:spPr>
          <a:xfrm>
            <a:off x="6784465" y="2813366"/>
            <a:ext cx="4282169" cy="3645263"/>
          </a:xfrm>
          <a:prstGeom prst="rect">
            <a:avLst/>
          </a:prstGeom>
        </p:spPr>
      </p:pic>
      <p:sp>
        <p:nvSpPr>
          <p:cNvPr id="5" name="Title 3">
            <a:extLst>
              <a:ext uri="{FF2B5EF4-FFF2-40B4-BE49-F238E27FC236}">
                <a16:creationId xmlns:a16="http://schemas.microsoft.com/office/drawing/2014/main" id="{6D9D8CE3-0682-C9E6-0877-C02EB2616EAF}"/>
              </a:ext>
            </a:extLst>
          </p:cNvPr>
          <p:cNvSpPr txBox="1">
            <a:spLocks/>
          </p:cNvSpPr>
          <p:nvPr/>
        </p:nvSpPr>
        <p:spPr>
          <a:xfrm>
            <a:off x="0" y="-7441"/>
            <a:ext cx="12192000" cy="757130"/>
          </a:xfrm>
          <a:prstGeom prst="rect">
            <a:avLst/>
          </a:prstGeom>
          <a:solidFill>
            <a:schemeClr val="bg2">
              <a:lumMod val="75000"/>
            </a:schemeClr>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dirty="0">
                <a:latin typeface="Times New Roman" panose="02020603050405020304" pitchFamily="18" charset="0"/>
                <a:ea typeface="STKaiti" panose="020B0503020204020204" pitchFamily="2" charset="-122"/>
                <a:cs typeface="Times New Roman" panose="02020603050405020304" pitchFamily="18" charset="0"/>
              </a:rPr>
              <a:t>Example: The Runway </a:t>
            </a:r>
          </a:p>
        </p:txBody>
      </p:sp>
    </p:spTree>
    <p:extLst>
      <p:ext uri="{BB962C8B-B14F-4D97-AF65-F5344CB8AC3E}">
        <p14:creationId xmlns:p14="http://schemas.microsoft.com/office/powerpoint/2010/main" val="201537593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Object 7"/>
              <p:cNvSpPr txBox="1"/>
              <p:nvPr/>
            </p:nvSpPr>
            <p:spPr bwMode="auto">
              <a:xfrm>
                <a:off x="2229481" y="1901825"/>
                <a:ext cx="4357173" cy="925512"/>
              </a:xfrm>
              <a:prstGeom prst="rect">
                <a:avLst/>
              </a:prstGeom>
              <a:noFill/>
            </p:spPr>
            <p:txBody>
              <a:bodyPr>
                <a:noAutofit/>
              </a:bodyPr>
              <a:lstStyle/>
              <a:p>
                <a:pPr/>
                <a14:m>
                  <m:oMathPara xmlns:m="http://schemas.openxmlformats.org/officeDocument/2006/math">
                    <m:oMathParaPr>
                      <m:jc m:val="left"/>
                    </m:oMathParaPr>
                    <m:oMath>
                      <m:nary>
                        <m:naryPr>
                          <m:chr m:val="∑"/>
                          <m:subHide m:val="on"/>
                          <m:supHide m:val="on"/>
                          <m:ctrlPr>
                            <a:rPr lang="en-US" sz="2600" i="1">
                              <a:solidFill>
                                <a:srgbClr val="000000"/>
                              </a:solidFill>
                              <a:latin typeface="Cambria Math" panose="02040503050406030204" pitchFamily="18" charset="0"/>
                            </a:rPr>
                          </m:ctrlPr>
                        </m:naryPr>
                        <m:sub/>
                        <m:sup/>
                        <m:e>
                          <m:sSub>
                            <m:sSubPr>
                              <m:ctrlPr>
                                <a:rPr lang="en-US" sz="2600">
                                  <a:solidFill>
                                    <a:srgbClr val="000000"/>
                                  </a:solidFill>
                                  <a:latin typeface="Cambria Math" panose="02040503050406030204" pitchFamily="18" charset="0"/>
                                </a:rPr>
                              </m:ctrlPr>
                            </m:sSubPr>
                            <m:e>
                              <m:r>
                                <m:rPr>
                                  <m:sty m:val="p"/>
                                </m:rPr>
                                <a:rPr lang="en-US" sz="2600">
                                  <a:solidFill>
                                    <a:srgbClr val="000000"/>
                                  </a:solidFill>
                                  <a:latin typeface="Cambria Math" panose="02040503050406030204" pitchFamily="18" charset="0"/>
                                </a:rPr>
                                <m:t>F</m:t>
                              </m:r>
                            </m:e>
                            <m:sub>
                              <m:r>
                                <m:rPr>
                                  <m:sty m:val="p"/>
                                </m:rPr>
                                <a:rPr lang="en-US" sz="2600">
                                  <a:solidFill>
                                    <a:srgbClr val="000000"/>
                                  </a:solidFill>
                                  <a:latin typeface="Cambria Math" panose="02040503050406030204" pitchFamily="18" charset="0"/>
                                </a:rPr>
                                <m:t>x</m:t>
                              </m:r>
                            </m:sub>
                          </m:sSub>
                          <m:r>
                            <a:rPr lang="en-US" sz="2600">
                              <a:solidFill>
                                <a:srgbClr val="000000"/>
                              </a:solidFill>
                              <a:latin typeface="Cambria Math" panose="02040503050406030204" pitchFamily="18" charset="0"/>
                            </a:rPr>
                            <m:t>=</m:t>
                          </m:r>
                          <m:r>
                            <m:rPr>
                              <m:sty m:val="p"/>
                            </m:rPr>
                            <a:rPr lang="en-US" sz="2600">
                              <a:solidFill>
                                <a:srgbClr val="000000"/>
                              </a:solidFill>
                              <a:latin typeface="Cambria Math" panose="02040503050406030204" pitchFamily="18" charset="0"/>
                            </a:rPr>
                            <m:t>mg</m:t>
                          </m:r>
                          <m:func>
                            <m:funcPr>
                              <m:ctrlPr>
                                <a:rPr lang="en-US" sz="2600">
                                  <a:solidFill>
                                    <a:srgbClr val="000000"/>
                                  </a:solidFill>
                                  <a:latin typeface="Cambria Math" panose="02040503050406030204" pitchFamily="18" charset="0"/>
                                </a:rPr>
                              </m:ctrlPr>
                            </m:funcPr>
                            <m:fName>
                              <m:r>
                                <m:rPr>
                                  <m:sty m:val="p"/>
                                </m:rPr>
                                <a:rPr lang="en-US" sz="2600">
                                  <a:solidFill>
                                    <a:srgbClr val="000000"/>
                                  </a:solidFill>
                                  <a:latin typeface="Cambria Math" panose="02040503050406030204" pitchFamily="18" charset="0"/>
                                </a:rPr>
                                <m:t>sin</m:t>
                              </m:r>
                            </m:fName>
                            <m:e>
                              <m:r>
                                <m:rPr>
                                  <m:sty m:val="p"/>
                                </m:rPr>
                                <a:rPr lang="en-US" sz="2600">
                                  <a:solidFill>
                                    <a:srgbClr val="000000"/>
                                  </a:solidFill>
                                  <a:latin typeface="Cambria Math" panose="02040503050406030204" pitchFamily="18" charset="0"/>
                                </a:rPr>
                                <m:t>θ</m:t>
                              </m:r>
                            </m:e>
                          </m:func>
                          <m:r>
                            <a:rPr lang="en-US" sz="2600">
                              <a:solidFill>
                                <a:srgbClr val="000000"/>
                              </a:solidFill>
                              <a:latin typeface="Cambria Math" panose="02040503050406030204" pitchFamily="18" charset="0"/>
                            </a:rPr>
                            <m:t>=</m:t>
                          </m:r>
                          <m:r>
                            <m:rPr>
                              <m:sty m:val="p"/>
                            </m:rPr>
                            <a:rPr lang="en-US" sz="2600">
                              <a:solidFill>
                                <a:srgbClr val="000000"/>
                              </a:solidFill>
                              <a:latin typeface="Cambria Math" panose="02040503050406030204" pitchFamily="18" charset="0"/>
                            </a:rPr>
                            <m:t>m</m:t>
                          </m:r>
                          <m:sSub>
                            <m:sSubPr>
                              <m:ctrlPr>
                                <a:rPr lang="en-US" sz="2600">
                                  <a:solidFill>
                                    <a:srgbClr val="000000"/>
                                  </a:solidFill>
                                  <a:latin typeface="Cambria Math" panose="02040503050406030204" pitchFamily="18" charset="0"/>
                                </a:rPr>
                              </m:ctrlPr>
                            </m:sSubPr>
                            <m:e>
                              <m:r>
                                <m:rPr>
                                  <m:sty m:val="p"/>
                                </m:rPr>
                                <a:rPr lang="en-US" sz="2600">
                                  <a:solidFill>
                                    <a:srgbClr val="000000"/>
                                  </a:solidFill>
                                  <a:latin typeface="Cambria Math" panose="02040503050406030204" pitchFamily="18" charset="0"/>
                                </a:rPr>
                                <m:t>a</m:t>
                              </m:r>
                            </m:e>
                            <m:sub>
                              <m:r>
                                <m:rPr>
                                  <m:sty m:val="p"/>
                                </m:rPr>
                                <a:rPr lang="en-US" sz="2600">
                                  <a:solidFill>
                                    <a:srgbClr val="000000"/>
                                  </a:solidFill>
                                  <a:latin typeface="Cambria Math" panose="02040503050406030204" pitchFamily="18" charset="0"/>
                                </a:rPr>
                                <m:t>x</m:t>
                              </m:r>
                            </m:sub>
                          </m:sSub>
                        </m:e>
                      </m:nary>
                      <m:r>
                        <a:rPr lang="en-US" sz="2600" i="1">
                          <a:solidFill>
                            <a:srgbClr val="000000"/>
                          </a:solidFill>
                          <a:latin typeface="Cambria Math" panose="02040503050406030204" pitchFamily="18" charset="0"/>
                        </a:rPr>
                        <m:t>…(1)</m:t>
                      </m:r>
                    </m:oMath>
                  </m:oMathPara>
                </a14:m>
                <a:br>
                  <a:rPr lang="en-US" sz="2600" dirty="0">
                    <a:solidFill>
                      <a:srgbClr val="000000"/>
                    </a:solidFill>
                    <a:latin typeface="Cambria Math" panose="02040503050406030204" pitchFamily="18" charset="0"/>
                  </a:rPr>
                </a:br>
                <a:endParaRPr lang="en-US" sz="2600" dirty="0"/>
              </a:p>
            </p:txBody>
          </p:sp>
        </mc:Choice>
        <mc:Fallback xmlns="">
          <p:sp>
            <p:nvSpPr>
              <p:cNvPr id="8" name="Object 7"/>
              <p:cNvSpPr txBox="1">
                <a:spLocks noRot="1" noChangeAspect="1" noMove="1" noResize="1" noEditPoints="1" noAdjustHandles="1" noChangeArrowheads="1" noChangeShapeType="1" noTextEdit="1"/>
              </p:cNvSpPr>
              <p:nvPr/>
            </p:nvSpPr>
            <p:spPr bwMode="auto">
              <a:xfrm>
                <a:off x="2229481" y="1901825"/>
                <a:ext cx="4357173" cy="92551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Object 8"/>
              <p:cNvSpPr txBox="1"/>
              <p:nvPr/>
            </p:nvSpPr>
            <p:spPr bwMode="auto">
              <a:xfrm>
                <a:off x="2774939" y="5502620"/>
                <a:ext cx="2706692" cy="595312"/>
              </a:xfrm>
              <a:prstGeom prst="rect">
                <a:avLst/>
              </a:prstGeom>
              <a:solidFill>
                <a:schemeClr val="bg1">
                  <a:lumMod val="85000"/>
                </a:schemeClr>
              </a:solidFill>
            </p:spPr>
            <p:txBody>
              <a:bodyPr>
                <a:normAutofit fontScale="92500"/>
              </a:bodyPr>
              <a:lstStyle/>
              <a:p>
                <a:pPr/>
                <a14:m>
                  <m:oMathPara xmlns:m="http://schemas.openxmlformats.org/officeDocument/2006/math">
                    <m:oMathParaPr>
                      <m:jc m:val="left"/>
                    </m:oMathParaPr>
                    <m:o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𝑎</m:t>
                          </m:r>
                        </m:e>
                        <m:sub>
                          <m:r>
                            <a:rPr lang="en-US" sz="2800" i="1">
                              <a:solidFill>
                                <a:srgbClr val="000000"/>
                              </a:solidFill>
                              <a:latin typeface="Cambria Math" panose="02040503050406030204" pitchFamily="18" charset="0"/>
                            </a:rPr>
                            <m:t>𝑥</m:t>
                          </m:r>
                        </m:sub>
                      </m:sSub>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𝑔</m:t>
                      </m:r>
                      <m:func>
                        <m:funcPr>
                          <m:ctrlPr>
                            <a:rPr lang="en-US" sz="2800">
                              <a:solidFill>
                                <a:srgbClr val="000000"/>
                              </a:solidFill>
                              <a:latin typeface="Cambria Math" panose="02040503050406030204" pitchFamily="18" charset="0"/>
                            </a:rPr>
                          </m:ctrlPr>
                        </m:funcPr>
                        <m:fName>
                          <m:r>
                            <m:rPr>
                              <m:sty m:val="p"/>
                            </m:rPr>
                            <a:rPr lang="en-US" sz="2800">
                              <a:solidFill>
                                <a:srgbClr val="000000"/>
                              </a:solidFill>
                              <a:latin typeface="Cambria Math" panose="02040503050406030204" pitchFamily="18" charset="0"/>
                            </a:rPr>
                            <m:t>sin</m:t>
                          </m:r>
                        </m:fName>
                        <m:e>
                          <m:r>
                            <a:rPr lang="en-US" sz="2800" i="1">
                              <a:solidFill>
                                <a:srgbClr val="000000"/>
                              </a:solidFill>
                              <a:latin typeface="Cambria Math" panose="02040503050406030204" pitchFamily="18" charset="0"/>
                            </a:rPr>
                            <m:t>𝜃</m:t>
                          </m:r>
                        </m:e>
                      </m:func>
                      <m:r>
                        <a:rPr lang="en-US" sz="2800" i="1">
                          <a:solidFill>
                            <a:srgbClr val="000000"/>
                          </a:solidFill>
                          <a:latin typeface="Cambria Math" panose="02040503050406030204" pitchFamily="18" charset="0"/>
                        </a:rPr>
                        <m:t>…(3)</m:t>
                      </m:r>
                    </m:oMath>
                  </m:oMathPara>
                </a14:m>
                <a:endParaRPr lang="en-US" sz="2800" dirty="0"/>
              </a:p>
            </p:txBody>
          </p:sp>
        </mc:Choice>
        <mc:Fallback xmlns="">
          <p:sp>
            <p:nvSpPr>
              <p:cNvPr id="9" name="Object 8"/>
              <p:cNvSpPr txBox="1">
                <a:spLocks noRot="1" noChangeAspect="1" noMove="1" noResize="1" noEditPoints="1" noAdjustHandles="1" noChangeArrowheads="1" noChangeShapeType="1" noTextEdit="1"/>
              </p:cNvSpPr>
              <p:nvPr/>
            </p:nvSpPr>
            <p:spPr bwMode="auto">
              <a:xfrm>
                <a:off x="2774939" y="5502620"/>
                <a:ext cx="2706692" cy="595312"/>
              </a:xfrm>
              <a:prstGeom prst="rect">
                <a:avLst/>
              </a:prstGeom>
              <a:blipFill>
                <a:blip r:embed="rId4"/>
                <a:stretch>
                  <a:fillRect/>
                </a:stretch>
              </a:blipFill>
            </p:spPr>
            <p:txBody>
              <a:bodyPr/>
              <a:lstStyle/>
              <a:p>
                <a:r>
                  <a:rPr lang="en-US">
                    <a:noFill/>
                  </a:rPr>
                  <a:t> </a:t>
                </a:r>
              </a:p>
            </p:txBody>
          </p:sp>
        </mc:Fallback>
      </mc:AlternateContent>
      <p:grpSp>
        <p:nvGrpSpPr>
          <p:cNvPr id="3" name="Group 2">
            <a:extLst>
              <a:ext uri="{FF2B5EF4-FFF2-40B4-BE49-F238E27FC236}">
                <a16:creationId xmlns:a16="http://schemas.microsoft.com/office/drawing/2014/main" id="{79B7BD6B-18CC-0431-B9E1-B1209F915D07}"/>
              </a:ext>
            </a:extLst>
          </p:cNvPr>
          <p:cNvGrpSpPr/>
          <p:nvPr/>
        </p:nvGrpSpPr>
        <p:grpSpPr>
          <a:xfrm>
            <a:off x="7852745" y="1901825"/>
            <a:ext cx="3291840" cy="3854831"/>
            <a:chOff x="5383086" y="1938479"/>
            <a:chExt cx="3291840" cy="3854831"/>
          </a:xfrm>
        </p:grpSpPr>
        <p:pic>
          <p:nvPicPr>
            <p:cNvPr id="7" name="Picture 6" descr="An illustration a shows a car moving down an incline and a graph b shows a free body diagram of the forces acting on the car. In illustration a, a car is shown moving down an incline that is shown to be at an angle theta with the horizontal. The incline is marked as the x axis. Illustration b shows the free body diagram of this illustration, where the car is replaced by a dot. It shows the forces acting on the dot as it moves along the incline labeled as x. Two forces are shown to act on the dot. The vector force F subscript g is shown to act downward, perpendicular to the horizontal. Vector F subscript g is shown to be equal to the product of m and g. This vector is shown to be at an angle theta with the y axis of the slope. Two components of this vector are shown: m g cos theta is along the negative y axis, while m g sin theta is the component along the x axis. The other force that acts on the dot is shown as an upward moving arrow that is perpendicular to the x-axis of the slope and is shown to be placed along the y axis. It is labeled as vector n.">
              <a:extLst>
                <a:ext uri="{FF2B5EF4-FFF2-40B4-BE49-F238E27FC236}">
                  <a16:creationId xmlns:a16="http://schemas.microsoft.com/office/drawing/2014/main" id="{771FF241-218D-4C42-9D3D-90B90D4CF9FB}"/>
                </a:ext>
              </a:extLst>
            </p:cNvPr>
            <p:cNvPicPr>
              <a:picLocks noChangeAspect="1"/>
            </p:cNvPicPr>
            <p:nvPr/>
          </p:nvPicPr>
          <p:blipFill>
            <a:blip r:embed="rId5"/>
            <a:stretch>
              <a:fillRect/>
            </a:stretch>
          </p:blipFill>
          <p:spPr>
            <a:xfrm>
              <a:off x="5383086" y="1938479"/>
              <a:ext cx="3291840" cy="3854831"/>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B864E44-C068-E768-8FA1-0727116515A9}"/>
                    </a:ext>
                  </a:extLst>
                </p:cNvPr>
                <p:cNvSpPr txBox="1"/>
                <p:nvPr/>
              </p:nvSpPr>
              <p:spPr>
                <a:xfrm>
                  <a:off x="6941863" y="2630310"/>
                  <a:ext cx="177397" cy="276166"/>
                </a:xfrm>
                <a:prstGeom prst="rect">
                  <a:avLst/>
                </a:prstGeom>
                <a:solidFill>
                  <a:schemeClr val="bg1"/>
                </a:solidFill>
              </p:spPr>
              <p:txBody>
                <a:bodyPr wrap="square" lIns="0" tIns="0" rIns="0" bIns="0" rtlCol="0">
                  <a:spAutoFit/>
                </a:bodyPr>
                <a:lstStyle/>
                <a:p>
                  <a:pPr/>
                  <a14:m>
                    <m:oMathPara xmlns:m="http://schemas.openxmlformats.org/officeDocument/2006/math">
                      <m:oMathParaPr>
                        <m:jc m:val="left"/>
                      </m:oMathParaPr>
                      <m:oMath>
                        <m:acc>
                          <m:accPr>
                            <m:chr m:val="⃗"/>
                            <m:ctrlPr>
                              <a:rPr lang="en-US" sz="1600">
                                <a:latin typeface="Cambria Math" panose="02040503050406030204" pitchFamily="18" charset="0"/>
                                <a:cs typeface="Times New Roman" panose="02020603050405020304" pitchFamily="18" charset="0"/>
                              </a:rPr>
                            </m:ctrlPr>
                          </m:accPr>
                          <m:e>
                            <m:r>
                              <m:rPr>
                                <m:sty m:val="p"/>
                              </m:rPr>
                              <a:rPr lang="en-US" sz="1600">
                                <a:latin typeface="Cambria Math" panose="02040503050406030204" pitchFamily="18" charset="0"/>
                                <a:cs typeface="Times New Roman" panose="02020603050405020304" pitchFamily="18" charset="0"/>
                              </a:rPr>
                              <m:t>N</m:t>
                            </m:r>
                          </m:e>
                        </m:acc>
                        <m:r>
                          <a:rPr lang="en-US" sz="1600">
                            <a:latin typeface="Cambria Math" panose="02040503050406030204" pitchFamily="18" charset="0"/>
                            <a:cs typeface="Times New Roman" panose="02020603050405020304" pitchFamily="18" charset="0"/>
                          </a:rPr>
                          <m:t> </m:t>
                        </m:r>
                      </m:oMath>
                    </m:oMathPara>
                  </a14:m>
                  <a:endParaRPr lang="en-US" sz="1600" dirty="0">
                    <a:latin typeface="Times New Roman" panose="02020603050405020304" pitchFamily="18" charset="0"/>
                    <a:cs typeface="Times New Roman" panose="02020603050405020304" pitchFamily="18" charset="0"/>
                  </a:endParaRPr>
                </a:p>
              </p:txBody>
            </p:sp>
          </mc:Choice>
          <mc:Fallback xmlns="">
            <p:sp>
              <p:nvSpPr>
                <p:cNvPr id="2" name="TextBox 1">
                  <a:extLst>
                    <a:ext uri="{FF2B5EF4-FFF2-40B4-BE49-F238E27FC236}">
                      <a16:creationId xmlns:a16="http://schemas.microsoft.com/office/drawing/2014/main" id="{4B864E44-C068-E768-8FA1-0727116515A9}"/>
                    </a:ext>
                  </a:extLst>
                </p:cNvPr>
                <p:cNvSpPr txBox="1">
                  <a:spLocks noRot="1" noChangeAspect="1" noMove="1" noResize="1" noEditPoints="1" noAdjustHandles="1" noChangeArrowheads="1" noChangeShapeType="1" noTextEdit="1"/>
                </p:cNvSpPr>
                <p:nvPr/>
              </p:nvSpPr>
              <p:spPr>
                <a:xfrm>
                  <a:off x="6941863" y="2630310"/>
                  <a:ext cx="177397" cy="276166"/>
                </a:xfrm>
                <a:prstGeom prst="rect">
                  <a:avLst/>
                </a:prstGeom>
                <a:blipFill>
                  <a:blip r:embed="rId7"/>
                  <a:stretch>
                    <a:fillRect l="-41379" r="-13793" b="-6522"/>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B8B77BF-3DA8-FB55-EBC5-64BF1F687C5F}"/>
                  </a:ext>
                </a:extLst>
              </p:cNvPr>
              <p:cNvSpPr txBox="1"/>
              <p:nvPr/>
            </p:nvSpPr>
            <p:spPr>
              <a:xfrm>
                <a:off x="2100341" y="3552637"/>
                <a:ext cx="4572000" cy="1061253"/>
              </a:xfrm>
              <a:prstGeom prst="rect">
                <a:avLst/>
              </a:prstGeom>
              <a:noFill/>
            </p:spPr>
            <p:txBody>
              <a:bodyPr wrap="square">
                <a:spAutoFit/>
              </a:bodyPr>
              <a:lstStyle/>
              <a:p>
                <a:pPr/>
                <a14:m>
                  <m:oMathPara xmlns:m="http://schemas.openxmlformats.org/officeDocument/2006/math">
                    <m:oMathParaPr>
                      <m:jc m:val="left"/>
                    </m:oMathParaPr>
                    <m:oMath>
                      <m:nary>
                        <m:naryPr>
                          <m:chr m:val="∑"/>
                          <m:subHide m:val="on"/>
                          <m:supHide m:val="on"/>
                          <m:ctrlPr>
                            <a:rPr lang="en-US" sz="2600" i="1">
                              <a:solidFill>
                                <a:srgbClr val="000000"/>
                              </a:solidFill>
                              <a:latin typeface="Cambria Math" panose="02040503050406030204" pitchFamily="18" charset="0"/>
                            </a:rPr>
                          </m:ctrlPr>
                        </m:naryPr>
                        <m:sub/>
                        <m:sup/>
                        <m:e>
                          <m:sSub>
                            <m:sSubPr>
                              <m:ctrlPr>
                                <a:rPr lang="en-US" sz="2600">
                                  <a:solidFill>
                                    <a:srgbClr val="000000"/>
                                  </a:solidFill>
                                  <a:latin typeface="Cambria Math" panose="02040503050406030204" pitchFamily="18" charset="0"/>
                                </a:rPr>
                              </m:ctrlPr>
                            </m:sSubPr>
                            <m:e>
                              <m:r>
                                <m:rPr>
                                  <m:sty m:val="p"/>
                                </m:rPr>
                                <a:rPr lang="en-US" sz="2600">
                                  <a:solidFill>
                                    <a:srgbClr val="000000"/>
                                  </a:solidFill>
                                  <a:latin typeface="Cambria Math" panose="02040503050406030204" pitchFamily="18" charset="0"/>
                                </a:rPr>
                                <m:t>F</m:t>
                              </m:r>
                            </m:e>
                            <m:sub>
                              <m:r>
                                <m:rPr>
                                  <m:sty m:val="p"/>
                                </m:rPr>
                                <a:rPr lang="en-US" sz="2600">
                                  <a:solidFill>
                                    <a:srgbClr val="000000"/>
                                  </a:solidFill>
                                  <a:latin typeface="Cambria Math" panose="02040503050406030204" pitchFamily="18" charset="0"/>
                                </a:rPr>
                                <m:t>y</m:t>
                              </m:r>
                            </m:sub>
                          </m:sSub>
                          <m:r>
                            <a:rPr lang="en-US" sz="2600">
                              <a:solidFill>
                                <a:srgbClr val="000000"/>
                              </a:solidFill>
                              <a:latin typeface="Cambria Math" panose="02040503050406030204" pitchFamily="18" charset="0"/>
                            </a:rPr>
                            <m:t>=</m:t>
                          </m:r>
                          <m:r>
                            <m:rPr>
                              <m:sty m:val="p"/>
                            </m:rPr>
                            <a:rPr lang="en-US" sz="2600">
                              <a:solidFill>
                                <a:srgbClr val="000000"/>
                              </a:solidFill>
                              <a:latin typeface="Cambria Math" panose="02040503050406030204" pitchFamily="18" charset="0"/>
                            </a:rPr>
                            <m:t>N</m:t>
                          </m:r>
                          <m:r>
                            <a:rPr lang="en-US" sz="2600">
                              <a:solidFill>
                                <a:srgbClr val="000000"/>
                              </a:solidFill>
                              <a:latin typeface="Cambria Math" panose="02040503050406030204" pitchFamily="18" charset="0"/>
                            </a:rPr>
                            <m:t>−</m:t>
                          </m:r>
                          <m:r>
                            <m:rPr>
                              <m:sty m:val="p"/>
                            </m:rPr>
                            <a:rPr lang="en-US" sz="2600">
                              <a:solidFill>
                                <a:srgbClr val="000000"/>
                              </a:solidFill>
                              <a:latin typeface="Cambria Math" panose="02040503050406030204" pitchFamily="18" charset="0"/>
                            </a:rPr>
                            <m:t>mg</m:t>
                          </m:r>
                          <m:func>
                            <m:funcPr>
                              <m:ctrlPr>
                                <a:rPr lang="en-US" sz="2600">
                                  <a:solidFill>
                                    <a:srgbClr val="000000"/>
                                  </a:solidFill>
                                  <a:latin typeface="Cambria Math" panose="02040503050406030204" pitchFamily="18" charset="0"/>
                                </a:rPr>
                              </m:ctrlPr>
                            </m:funcPr>
                            <m:fName>
                              <m:r>
                                <m:rPr>
                                  <m:sty m:val="p"/>
                                </m:rPr>
                                <a:rPr lang="en-US" sz="2600">
                                  <a:solidFill>
                                    <a:srgbClr val="000000"/>
                                  </a:solidFill>
                                  <a:latin typeface="Cambria Math" panose="02040503050406030204" pitchFamily="18" charset="0"/>
                                </a:rPr>
                                <m:t>cos</m:t>
                              </m:r>
                            </m:fName>
                            <m:e>
                              <m:r>
                                <m:rPr>
                                  <m:sty m:val="p"/>
                                </m:rPr>
                                <a:rPr lang="en-US" sz="2600">
                                  <a:solidFill>
                                    <a:srgbClr val="000000"/>
                                  </a:solidFill>
                                  <a:latin typeface="Cambria Math" panose="02040503050406030204" pitchFamily="18" charset="0"/>
                                </a:rPr>
                                <m:t>θ</m:t>
                              </m:r>
                            </m:e>
                          </m:func>
                          <m:r>
                            <a:rPr lang="en-US" sz="2600">
                              <a:solidFill>
                                <a:srgbClr val="000000"/>
                              </a:solidFill>
                              <a:latin typeface="Cambria Math" panose="02040503050406030204" pitchFamily="18" charset="0"/>
                            </a:rPr>
                            <m:t>=</m:t>
                          </m:r>
                          <m:r>
                            <m:rPr>
                              <m:sty m:val="p"/>
                            </m:rPr>
                            <a:rPr lang="en-US" sz="2600">
                              <a:solidFill>
                                <a:srgbClr val="000000"/>
                              </a:solidFill>
                              <a:latin typeface="Cambria Math" panose="02040503050406030204" pitchFamily="18" charset="0"/>
                            </a:rPr>
                            <m:t>m</m:t>
                          </m:r>
                          <m:sSub>
                            <m:sSubPr>
                              <m:ctrlPr>
                                <a:rPr lang="en-US" sz="2600">
                                  <a:solidFill>
                                    <a:srgbClr val="000000"/>
                                  </a:solidFill>
                                  <a:latin typeface="Cambria Math" panose="02040503050406030204" pitchFamily="18" charset="0"/>
                                </a:rPr>
                              </m:ctrlPr>
                            </m:sSubPr>
                            <m:e>
                              <m:r>
                                <m:rPr>
                                  <m:sty m:val="p"/>
                                </m:rPr>
                                <a:rPr lang="en-US" sz="2600">
                                  <a:solidFill>
                                    <a:srgbClr val="000000"/>
                                  </a:solidFill>
                                  <a:latin typeface="Cambria Math" panose="02040503050406030204" pitchFamily="18" charset="0"/>
                                </a:rPr>
                                <m:t>a</m:t>
                              </m:r>
                            </m:e>
                            <m:sub>
                              <m:r>
                                <m:rPr>
                                  <m:sty m:val="p"/>
                                </m:rPr>
                                <a:rPr lang="en-US" sz="2600">
                                  <a:solidFill>
                                    <a:srgbClr val="000000"/>
                                  </a:solidFill>
                                  <a:latin typeface="Cambria Math" panose="02040503050406030204" pitchFamily="18" charset="0"/>
                                </a:rPr>
                                <m:t>y</m:t>
                              </m:r>
                            </m:sub>
                          </m:sSub>
                          <m:r>
                            <a:rPr lang="en-US" sz="2600" i="1">
                              <a:solidFill>
                                <a:srgbClr val="000000"/>
                              </a:solidFill>
                              <a:latin typeface="Cambria Math" panose="02040503050406030204" pitchFamily="18" charset="0"/>
                            </a:rPr>
                            <m:t>…(2)</m:t>
                          </m:r>
                        </m:e>
                      </m:nary>
                    </m:oMath>
                  </m:oMathPara>
                </a14:m>
                <a:endParaRPr lang="en-US" sz="2600" dirty="0"/>
              </a:p>
            </p:txBody>
          </p:sp>
        </mc:Choice>
        <mc:Fallback xmlns="">
          <p:sp>
            <p:nvSpPr>
              <p:cNvPr id="5" name="TextBox 4">
                <a:extLst>
                  <a:ext uri="{FF2B5EF4-FFF2-40B4-BE49-F238E27FC236}">
                    <a16:creationId xmlns:a16="http://schemas.microsoft.com/office/drawing/2014/main" id="{DB8B77BF-3DA8-FB55-EBC5-64BF1F687C5F}"/>
                  </a:ext>
                </a:extLst>
              </p:cNvPr>
              <p:cNvSpPr txBox="1">
                <a:spLocks noRot="1" noChangeAspect="1" noMove="1" noResize="1" noEditPoints="1" noAdjustHandles="1" noChangeArrowheads="1" noChangeShapeType="1" noTextEdit="1"/>
              </p:cNvSpPr>
              <p:nvPr/>
            </p:nvSpPr>
            <p:spPr>
              <a:xfrm>
                <a:off x="2100341" y="3552637"/>
                <a:ext cx="4572000" cy="1061253"/>
              </a:xfrm>
              <a:prstGeom prst="rect">
                <a:avLst/>
              </a:prstGeom>
              <a:blipFill>
                <a:blip r:embed="rId8"/>
                <a:stretch>
                  <a:fillRect r="-8533"/>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21BE7E38-AC41-9EDE-44A7-5DFB80CC0EDE}"/>
              </a:ext>
            </a:extLst>
          </p:cNvPr>
          <p:cNvSpPr txBox="1"/>
          <p:nvPr/>
        </p:nvSpPr>
        <p:spPr>
          <a:xfrm>
            <a:off x="2170007" y="1248941"/>
            <a:ext cx="5145193" cy="430887"/>
          </a:xfrm>
          <a:prstGeom prst="rect">
            <a:avLst/>
          </a:prstGeom>
          <a:noFill/>
        </p:spPr>
        <p:txBody>
          <a:bodyPr wrap="square" rtlCol="0">
            <a:spAutoFit/>
          </a:bodyPr>
          <a:lstStyle/>
          <a:p>
            <a:r>
              <a:rPr lang="en-US" sz="2200" b="1" u="sng" dirty="0">
                <a:solidFill>
                  <a:srgbClr val="0070C0"/>
                </a:solidFill>
                <a:latin typeface="Times New Roman" panose="02020603050405020304" pitchFamily="18" charset="0"/>
                <a:cs typeface="Times New Roman" panose="02020603050405020304" pitchFamily="18" charset="0"/>
              </a:rPr>
              <a:t>From Newton’s 2</a:t>
            </a:r>
            <a:r>
              <a:rPr lang="en-US" sz="2200" b="1" u="sng" baseline="30000" dirty="0">
                <a:solidFill>
                  <a:srgbClr val="0070C0"/>
                </a:solidFill>
                <a:latin typeface="Times New Roman" panose="02020603050405020304" pitchFamily="18" charset="0"/>
                <a:cs typeface="Times New Roman" panose="02020603050405020304" pitchFamily="18" charset="0"/>
              </a:rPr>
              <a:t>nd</a:t>
            </a:r>
            <a:r>
              <a:rPr lang="en-US" sz="2200" b="1" u="sng" dirty="0">
                <a:solidFill>
                  <a:srgbClr val="0070C0"/>
                </a:solidFill>
                <a:latin typeface="Times New Roman" panose="02020603050405020304" pitchFamily="18" charset="0"/>
                <a:cs typeface="Times New Roman" panose="02020603050405020304" pitchFamily="18" charset="0"/>
              </a:rPr>
              <a:t>  Law along x-axis,</a:t>
            </a:r>
          </a:p>
        </p:txBody>
      </p:sp>
      <p:sp>
        <p:nvSpPr>
          <p:cNvPr id="12" name="TextBox 11">
            <a:extLst>
              <a:ext uri="{FF2B5EF4-FFF2-40B4-BE49-F238E27FC236}">
                <a16:creationId xmlns:a16="http://schemas.microsoft.com/office/drawing/2014/main" id="{1D6D294A-1E66-29D6-56C1-31E5A1FAB5C4}"/>
              </a:ext>
            </a:extLst>
          </p:cNvPr>
          <p:cNvSpPr txBox="1"/>
          <p:nvPr/>
        </p:nvSpPr>
        <p:spPr>
          <a:xfrm>
            <a:off x="2139217" y="3029412"/>
            <a:ext cx="5269765" cy="430887"/>
          </a:xfrm>
          <a:prstGeom prst="rect">
            <a:avLst/>
          </a:prstGeom>
          <a:noFill/>
        </p:spPr>
        <p:txBody>
          <a:bodyPr wrap="square" rtlCol="0">
            <a:spAutoFit/>
          </a:bodyPr>
          <a:lstStyle/>
          <a:p>
            <a:r>
              <a:rPr lang="en-US" sz="2200" b="1" u="sng" dirty="0">
                <a:solidFill>
                  <a:srgbClr val="0070C0"/>
                </a:solidFill>
                <a:latin typeface="Times New Roman" panose="02020603050405020304" pitchFamily="18" charset="0"/>
                <a:cs typeface="Times New Roman" panose="02020603050405020304" pitchFamily="18" charset="0"/>
              </a:rPr>
              <a:t>From Newton’s 2</a:t>
            </a:r>
            <a:r>
              <a:rPr lang="en-US" sz="2200" b="1" u="sng" baseline="30000" dirty="0">
                <a:solidFill>
                  <a:srgbClr val="0070C0"/>
                </a:solidFill>
                <a:latin typeface="Times New Roman" panose="02020603050405020304" pitchFamily="18" charset="0"/>
                <a:cs typeface="Times New Roman" panose="02020603050405020304" pitchFamily="18" charset="0"/>
              </a:rPr>
              <a:t>nd</a:t>
            </a:r>
            <a:r>
              <a:rPr lang="en-US" sz="2200" b="1" u="sng" dirty="0">
                <a:solidFill>
                  <a:srgbClr val="0070C0"/>
                </a:solidFill>
                <a:latin typeface="Times New Roman" panose="02020603050405020304" pitchFamily="18" charset="0"/>
                <a:cs typeface="Times New Roman" panose="02020603050405020304" pitchFamily="18" charset="0"/>
              </a:rPr>
              <a:t>  Law along y-axis,</a:t>
            </a:r>
          </a:p>
        </p:txBody>
      </p:sp>
      <p:sp>
        <p:nvSpPr>
          <p:cNvPr id="14" name="TextBox 13">
            <a:extLst>
              <a:ext uri="{FF2B5EF4-FFF2-40B4-BE49-F238E27FC236}">
                <a16:creationId xmlns:a16="http://schemas.microsoft.com/office/drawing/2014/main" id="{9056FB45-745E-5C9C-D956-8860CD925F5A}"/>
              </a:ext>
            </a:extLst>
          </p:cNvPr>
          <p:cNvSpPr txBox="1"/>
          <p:nvPr/>
        </p:nvSpPr>
        <p:spPr>
          <a:xfrm>
            <a:off x="2908559" y="4727628"/>
            <a:ext cx="2538761" cy="430887"/>
          </a:xfrm>
          <a:prstGeom prst="rect">
            <a:avLst/>
          </a:prstGeom>
          <a:noFill/>
        </p:spPr>
        <p:txBody>
          <a:bodyPr wrap="square" rtlCol="0">
            <a:spAutoFit/>
          </a:bodyPr>
          <a:lstStyle/>
          <a:p>
            <a:r>
              <a:rPr lang="en-US" sz="2200" b="1" dirty="0">
                <a:solidFill>
                  <a:srgbClr val="0070C0"/>
                </a:solidFill>
                <a:latin typeface="Times New Roman" panose="02020603050405020304" pitchFamily="18" charset="0"/>
                <a:cs typeface="Times New Roman" panose="02020603050405020304" pitchFamily="18" charset="0"/>
              </a:rPr>
              <a:t>From equation (1)</a:t>
            </a:r>
          </a:p>
        </p:txBody>
      </p:sp>
      <p:sp>
        <p:nvSpPr>
          <p:cNvPr id="16" name="Title 3">
            <a:extLst>
              <a:ext uri="{FF2B5EF4-FFF2-40B4-BE49-F238E27FC236}">
                <a16:creationId xmlns:a16="http://schemas.microsoft.com/office/drawing/2014/main" id="{E4A5D624-CCB3-5D64-421D-960DEBC77A6A}"/>
              </a:ext>
            </a:extLst>
          </p:cNvPr>
          <p:cNvSpPr txBox="1">
            <a:spLocks/>
          </p:cNvSpPr>
          <p:nvPr/>
        </p:nvSpPr>
        <p:spPr>
          <a:xfrm>
            <a:off x="0" y="-7441"/>
            <a:ext cx="12192000" cy="757130"/>
          </a:xfrm>
          <a:prstGeom prst="rect">
            <a:avLst/>
          </a:prstGeom>
          <a:solidFill>
            <a:schemeClr val="bg2">
              <a:lumMod val="75000"/>
            </a:schemeClr>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dirty="0">
                <a:latin typeface="Times New Roman" panose="02020603050405020304" pitchFamily="18" charset="0"/>
                <a:ea typeface="STKaiti" panose="020B0503020204020204" pitchFamily="2" charset="-122"/>
                <a:cs typeface="Times New Roman" panose="02020603050405020304" pitchFamily="18" charset="0"/>
              </a:rPr>
              <a:t>Example: The Runway </a:t>
            </a:r>
          </a:p>
        </p:txBody>
      </p:sp>
      <mc:AlternateContent xmlns:mc="http://schemas.openxmlformats.org/markup-compatibility/2006" xmlns:p14="http://schemas.microsoft.com/office/powerpoint/2010/main">
        <mc:Choice Requires="p14">
          <p:contentPart p14:bwMode="auto" r:id="rId9">
            <p14:nvContentPartPr>
              <p14:cNvPr id="4" name="Ink 3">
                <a:extLst>
                  <a:ext uri="{FF2B5EF4-FFF2-40B4-BE49-F238E27FC236}">
                    <a16:creationId xmlns:a16="http://schemas.microsoft.com/office/drawing/2014/main" id="{129C13EF-1CD6-638C-0E15-0435D52EF88E}"/>
                  </a:ext>
                </a:extLst>
              </p14:cNvPr>
              <p14:cNvContentPartPr/>
              <p14:nvPr/>
            </p14:nvContentPartPr>
            <p14:xfrm>
              <a:off x="1113840" y="838800"/>
              <a:ext cx="10974960" cy="6088320"/>
            </p14:xfrm>
          </p:contentPart>
        </mc:Choice>
        <mc:Fallback xmlns="">
          <p:pic>
            <p:nvPicPr>
              <p:cNvPr id="4" name="Ink 3">
                <a:extLst>
                  <a:ext uri="{FF2B5EF4-FFF2-40B4-BE49-F238E27FC236}">
                    <a16:creationId xmlns:a16="http://schemas.microsoft.com/office/drawing/2014/main" id="{129C13EF-1CD6-638C-0E15-0435D52EF88E}"/>
                  </a:ext>
                </a:extLst>
              </p:cNvPr>
              <p:cNvPicPr/>
              <p:nvPr/>
            </p:nvPicPr>
            <p:blipFill>
              <a:blip r:embed="rId10"/>
              <a:stretch>
                <a:fillRect/>
              </a:stretch>
            </p:blipFill>
            <p:spPr>
              <a:xfrm>
                <a:off x="1104480" y="829440"/>
                <a:ext cx="10993680" cy="6107040"/>
              </a:xfrm>
              <a:prstGeom prst="rect">
                <a:avLst/>
              </a:prstGeom>
            </p:spPr>
          </p:pic>
        </mc:Fallback>
      </mc:AlternateContent>
    </p:spTree>
    <p:extLst>
      <p:ext uri="{BB962C8B-B14F-4D97-AF65-F5344CB8AC3E}">
        <p14:creationId xmlns:p14="http://schemas.microsoft.com/office/powerpoint/2010/main" val="3295177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5" grpId="0"/>
      <p:bldP spid="12" grpId="0"/>
      <p:bldP spid="14"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n illustration a shows a car moving down an incline and a graph b shows a free body diagram of the forces acting on the car. In illustration a, a car is shown moving down an incline that is shown to be at an angle theta with the horizontal. The incline is marked as the x axis. Illustration b shows the free body diagram of this illustration, where the car is replaced by a dot. It shows the forces acting on the dot as it moves along the incline labeled as x. Two forces are shown to act on the dot. The vector force F subscript g is shown to act downward, perpendicular to the horizontal. Vector F subscript g is shown to be equal to the product of m and g. This vector is shown to be at an angle theta with the y axis of the slope. Two components of this vector are shown: m g cos theta is along the negative y axis, while m g sin theta is the component along the x axis. The other force that acts on the dot is shown as an upward moving arrow that is perpendicular to the x-axis of the slope and is shown to be placed along the y axis. It is labeled as vector n.">
            <a:extLst>
              <a:ext uri="{FF2B5EF4-FFF2-40B4-BE49-F238E27FC236}">
                <a16:creationId xmlns:a16="http://schemas.microsoft.com/office/drawing/2014/main" id="{C5F4564B-4B4B-443E-BE01-B86304B36A2F}"/>
              </a:ext>
            </a:extLst>
          </p:cNvPr>
          <p:cNvPicPr>
            <a:picLocks noChangeAspect="1"/>
          </p:cNvPicPr>
          <p:nvPr/>
        </p:nvPicPr>
        <p:blipFill>
          <a:blip r:embed="rId3"/>
          <a:stretch>
            <a:fillRect/>
          </a:stretch>
        </p:blipFill>
        <p:spPr>
          <a:xfrm>
            <a:off x="5855855" y="2739452"/>
            <a:ext cx="4463309" cy="3799461"/>
          </a:xfrm>
          <a:prstGeom prst="rect">
            <a:avLst/>
          </a:prstGeom>
        </p:spPr>
      </p:pic>
      <p:sp>
        <p:nvSpPr>
          <p:cNvPr id="2" name="Rectangle 1"/>
          <p:cNvSpPr/>
          <p:nvPr/>
        </p:nvSpPr>
        <p:spPr>
          <a:xfrm>
            <a:off x="951345" y="946215"/>
            <a:ext cx="10396593" cy="1815882"/>
          </a:xfrm>
          <a:prstGeom prst="rect">
            <a:avLst/>
          </a:prstGeom>
        </p:spPr>
        <p:txBody>
          <a:bodyPr wrap="square">
            <a:spAutoFit/>
          </a:bodyPr>
          <a:lstStyle/>
          <a:p>
            <a:r>
              <a:rPr lang="en-US" sz="2600" dirty="0">
                <a:latin typeface="Times New Roman" panose="02020603050405020304" pitchFamily="18" charset="0"/>
                <a:cs typeface="Times New Roman" panose="02020603050405020304" pitchFamily="18" charset="0"/>
              </a:rPr>
              <a:t>(B) Suppose the car is released from rest at the top of the incline and the distance from the car’s front bumper to the bottom of the incline is </a:t>
            </a:r>
            <a:r>
              <a:rPr lang="en-US" sz="2600" i="1" dirty="0">
                <a:latin typeface="Times New Roman" panose="02020603050405020304" pitchFamily="18" charset="0"/>
                <a:cs typeface="Times New Roman" panose="02020603050405020304" pitchFamily="18" charset="0"/>
              </a:rPr>
              <a:t>d</a:t>
            </a:r>
            <a:r>
              <a:rPr lang="en-US" sz="2600" dirty="0">
                <a:latin typeface="Times New Roman" panose="02020603050405020304" pitchFamily="18" charset="0"/>
                <a:cs typeface="Times New Roman" panose="02020603050405020304" pitchFamily="18" charset="0"/>
              </a:rPr>
              <a:t>. How </a:t>
            </a:r>
            <a:r>
              <a:rPr lang="en-US" sz="28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long</a:t>
            </a:r>
            <a:r>
              <a:rPr lang="en-US" sz="2600" dirty="0">
                <a:latin typeface="Times New Roman" panose="02020603050405020304" pitchFamily="18" charset="0"/>
                <a:cs typeface="Times New Roman" panose="02020603050405020304" pitchFamily="18" charset="0"/>
              </a:rPr>
              <a:t> does it take the front bumper to reach the bottom of the hill, and what is the car’s </a:t>
            </a:r>
            <a:r>
              <a:rPr lang="en-US" sz="28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speed</a:t>
            </a:r>
            <a:r>
              <a:rPr lang="en-US" sz="2600" dirty="0">
                <a:latin typeface="Times New Roman" panose="02020603050405020304" pitchFamily="18" charset="0"/>
                <a:cs typeface="Times New Roman" panose="02020603050405020304" pitchFamily="18" charset="0"/>
              </a:rPr>
              <a:t> as it arrives there?</a:t>
            </a:r>
          </a:p>
        </p:txBody>
      </p:sp>
      <p:sp>
        <p:nvSpPr>
          <p:cNvPr id="8" name="Title 3">
            <a:extLst>
              <a:ext uri="{FF2B5EF4-FFF2-40B4-BE49-F238E27FC236}">
                <a16:creationId xmlns:a16="http://schemas.microsoft.com/office/drawing/2014/main" id="{5CA61D7D-0E53-874C-C131-3E4546F1B996}"/>
              </a:ext>
            </a:extLst>
          </p:cNvPr>
          <p:cNvSpPr txBox="1">
            <a:spLocks/>
          </p:cNvSpPr>
          <p:nvPr/>
        </p:nvSpPr>
        <p:spPr>
          <a:xfrm>
            <a:off x="0" y="-7441"/>
            <a:ext cx="12192000" cy="757130"/>
          </a:xfrm>
          <a:prstGeom prst="rect">
            <a:avLst/>
          </a:prstGeom>
          <a:solidFill>
            <a:schemeClr val="bg2">
              <a:lumMod val="75000"/>
            </a:schemeClr>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dirty="0">
                <a:latin typeface="Times New Roman" panose="02020603050405020304" pitchFamily="18" charset="0"/>
                <a:ea typeface="STKaiti" panose="020B0503020204020204" pitchFamily="2" charset="-122"/>
                <a:cs typeface="Times New Roman" panose="02020603050405020304" pitchFamily="18" charset="0"/>
              </a:rPr>
              <a:t>Example: The Runway </a:t>
            </a:r>
          </a:p>
        </p:txBody>
      </p:sp>
    </p:spTree>
    <p:extLst>
      <p:ext uri="{BB962C8B-B14F-4D97-AF65-F5344CB8AC3E}">
        <p14:creationId xmlns:p14="http://schemas.microsoft.com/office/powerpoint/2010/main" val="178936709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Object 7"/>
              <p:cNvSpPr txBox="1"/>
              <p:nvPr/>
            </p:nvSpPr>
            <p:spPr bwMode="auto">
              <a:xfrm>
                <a:off x="2258691" y="1065661"/>
                <a:ext cx="5933738" cy="1049337"/>
              </a:xfrm>
              <a:prstGeom prst="rect">
                <a:avLst/>
              </a:prstGeom>
              <a:noFill/>
            </p:spPr>
            <p:txBody>
              <a:bodyPr>
                <a:noAutofit/>
              </a:bodyPr>
              <a:lstStyle/>
              <a:p>
                <a:pPr/>
                <a14:m>
                  <m:oMathPara xmlns:m="http://schemas.openxmlformats.org/officeDocument/2006/math">
                    <m:oMathParaPr>
                      <m:jc m:val="left"/>
                    </m:oMathParaPr>
                    <m:oMath>
                      <m:r>
                        <a:rPr lang="en-US" sz="2400" b="1">
                          <a:solidFill>
                            <a:srgbClr val="000000"/>
                          </a:solidFill>
                          <a:latin typeface="Cambria Math" panose="02040503050406030204" pitchFamily="18" charset="0"/>
                        </a:rPr>
                        <m:t>𝐁</m:t>
                      </m:r>
                      <m:r>
                        <a:rPr lang="en-US" sz="2400" i="1">
                          <a:solidFill>
                            <a:srgbClr val="000000"/>
                          </a:solidFill>
                          <a:latin typeface="Cambria Math" panose="02040503050406030204" pitchFamily="18" charset="0"/>
                        </a:rPr>
                        <m:t> </m:t>
                      </m:r>
                      <m:d>
                        <m:dPr>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𝑖</m:t>
                          </m:r>
                        </m:e>
                      </m:d>
                      <m:r>
                        <a:rPr lang="en-US" sz="2400" i="1">
                          <a:solidFill>
                            <a:srgbClr val="000000"/>
                          </a:solidFill>
                          <a:latin typeface="Cambria Math" panose="02040503050406030204" pitchFamily="18" charset="0"/>
                        </a:rPr>
                        <m:t> </m:t>
                      </m:r>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𝑥</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𝑣</m:t>
                          </m:r>
                        </m:e>
                        <m:sub>
                          <m:r>
                            <a:rPr lang="en-US" sz="2400" i="1">
                              <a:solidFill>
                                <a:srgbClr val="000000"/>
                              </a:solidFill>
                              <a:latin typeface="Cambria Math" panose="02040503050406030204" pitchFamily="18" charset="0"/>
                            </a:rPr>
                            <m:t>0</m:t>
                          </m:r>
                          <m:r>
                            <a:rPr lang="en-US" sz="2400" i="1">
                              <a:solidFill>
                                <a:srgbClr val="000000"/>
                              </a:solidFill>
                              <a:latin typeface="Cambria Math" panose="02040503050406030204" pitchFamily="18" charset="0"/>
                            </a:rPr>
                            <m:t>𝑥</m:t>
                          </m:r>
                        </m:sub>
                      </m:sSub>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2</m:t>
                          </m:r>
                        </m:den>
                      </m:f>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𝑥</m:t>
                          </m:r>
                        </m:sub>
                      </m:sSub>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𝑡</m:t>
                          </m:r>
                        </m:e>
                        <m:sup>
                          <m:r>
                            <a:rPr lang="en-US" sz="2400" i="1">
                              <a:solidFill>
                                <a:srgbClr val="000000"/>
                              </a:solidFill>
                              <a:latin typeface="Cambria Math" panose="02040503050406030204" pitchFamily="18" charset="0"/>
                            </a:rPr>
                            <m:t>2</m:t>
                          </m:r>
                        </m:sup>
                      </m:sSup>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𝑑</m:t>
                      </m:r>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2</m:t>
                          </m:r>
                        </m:den>
                      </m:f>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𝑥</m:t>
                          </m:r>
                        </m:sub>
                      </m:sSub>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𝑡</m:t>
                          </m:r>
                        </m:e>
                        <m:sup>
                          <m:r>
                            <a:rPr lang="en-US" sz="2400" i="1">
                              <a:solidFill>
                                <a:srgbClr val="000000"/>
                              </a:solidFill>
                              <a:latin typeface="Cambria Math" panose="02040503050406030204" pitchFamily="18" charset="0"/>
                            </a:rPr>
                            <m:t>2</m:t>
                          </m:r>
                        </m:sup>
                      </m:sSup>
                    </m:oMath>
                  </m:oMathPara>
                </a14:m>
                <a:endParaRPr lang="en-US" sz="2400" dirty="0"/>
              </a:p>
            </p:txBody>
          </p:sp>
        </mc:Choice>
        <mc:Fallback xmlns="">
          <p:sp>
            <p:nvSpPr>
              <p:cNvPr id="8" name="Object 7"/>
              <p:cNvSpPr txBox="1">
                <a:spLocks noRot="1" noChangeAspect="1" noMove="1" noResize="1" noEditPoints="1" noAdjustHandles="1" noChangeArrowheads="1" noChangeShapeType="1" noTextEdit="1"/>
              </p:cNvSpPr>
              <p:nvPr/>
            </p:nvSpPr>
            <p:spPr bwMode="auto">
              <a:xfrm>
                <a:off x="2258691" y="1065661"/>
                <a:ext cx="5933738" cy="104933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Object 9"/>
              <p:cNvSpPr txBox="1"/>
              <p:nvPr/>
            </p:nvSpPr>
            <p:spPr bwMode="auto">
              <a:xfrm>
                <a:off x="2931265" y="1936494"/>
                <a:ext cx="3382962" cy="1419225"/>
              </a:xfrm>
              <a:prstGeom prst="rect">
                <a:avLst/>
              </a:prstGeom>
              <a:noFill/>
            </p:spPr>
            <p:txBody>
              <a:bodyPr>
                <a:normAutofit/>
              </a:bodyPr>
              <a:lstStyle/>
              <a:p>
                <a:pPr/>
                <a14:m>
                  <m:oMathPara xmlns:m="http://schemas.openxmlformats.org/officeDocument/2006/math">
                    <m:oMathParaPr>
                      <m:jc m:val="left"/>
                    </m:oMathParaPr>
                    <m:oMath>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ad>
                        <m:radPr>
                          <m:degHide m:val="on"/>
                          <m:ctrlPr>
                            <a:rPr lang="en-US" sz="2400" i="1">
                              <a:solidFill>
                                <a:srgbClr val="000000"/>
                              </a:solidFill>
                              <a:latin typeface="Cambria Math" panose="02040503050406030204" pitchFamily="18" charset="0"/>
                            </a:rPr>
                          </m:ctrlPr>
                        </m:radPr>
                        <m:deg/>
                        <m:e>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𝑑</m:t>
                              </m:r>
                            </m:num>
                            <m:den>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𝑥</m:t>
                                  </m:r>
                                </m:sub>
                              </m:sSub>
                            </m:den>
                          </m:f>
                        </m:e>
                      </m:rad>
                      <m:r>
                        <a:rPr lang="en-US" sz="2400" i="1">
                          <a:solidFill>
                            <a:srgbClr val="000000"/>
                          </a:solidFill>
                          <a:latin typeface="Cambria Math" panose="02040503050406030204" pitchFamily="18" charset="0"/>
                        </a:rPr>
                        <m:t>=</m:t>
                      </m:r>
                      <m:borderBox>
                        <m:borderBoxPr>
                          <m:ctrlPr>
                            <a:rPr lang="en-US" sz="2400" i="1">
                              <a:solidFill>
                                <a:srgbClr val="000000"/>
                              </a:solidFill>
                              <a:latin typeface="Cambria Math" panose="02040503050406030204" pitchFamily="18" charset="0"/>
                            </a:rPr>
                          </m:ctrlPr>
                        </m:borderBoxPr>
                        <m:e>
                          <m:rad>
                            <m:radPr>
                              <m:degHide m:val="on"/>
                              <m:ctrlPr>
                                <a:rPr lang="en-US" sz="2400" i="1">
                                  <a:solidFill>
                                    <a:srgbClr val="000000"/>
                                  </a:solidFill>
                                  <a:latin typeface="Cambria Math" panose="02040503050406030204" pitchFamily="18" charset="0"/>
                                </a:rPr>
                              </m:ctrlPr>
                            </m:radPr>
                            <m:deg/>
                            <m:e>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𝑑</m:t>
                                  </m:r>
                                </m:num>
                                <m:den>
                                  <m:r>
                                    <a:rPr lang="en-US" sz="2400" i="1">
                                      <a:solidFill>
                                        <a:srgbClr val="000000"/>
                                      </a:solidFill>
                                      <a:latin typeface="Cambria Math" panose="02040503050406030204" pitchFamily="18" charset="0"/>
                                    </a:rPr>
                                    <m:t>𝑔</m:t>
                                  </m:r>
                                  <m:func>
                                    <m:funcPr>
                                      <m:ctrlPr>
                                        <a:rPr lang="en-US" sz="2400">
                                          <a:solidFill>
                                            <a:srgbClr val="000000"/>
                                          </a:solidFill>
                                          <a:latin typeface="Cambria Math" panose="02040503050406030204" pitchFamily="18" charset="0"/>
                                        </a:rPr>
                                      </m:ctrlPr>
                                    </m:funcPr>
                                    <m:fName>
                                      <m:r>
                                        <m:rPr>
                                          <m:sty m:val="p"/>
                                        </m:rPr>
                                        <a:rPr lang="en-US" sz="2400">
                                          <a:solidFill>
                                            <a:srgbClr val="000000"/>
                                          </a:solidFill>
                                          <a:latin typeface="Cambria Math" panose="02040503050406030204" pitchFamily="18" charset="0"/>
                                        </a:rPr>
                                        <m:t>sin</m:t>
                                      </m:r>
                                    </m:fName>
                                    <m:e>
                                      <m:r>
                                        <a:rPr lang="en-US" sz="2400" i="1">
                                          <a:solidFill>
                                            <a:srgbClr val="000000"/>
                                          </a:solidFill>
                                          <a:latin typeface="Cambria Math" panose="02040503050406030204" pitchFamily="18" charset="0"/>
                                        </a:rPr>
                                        <m:t>𝜃</m:t>
                                      </m:r>
                                    </m:e>
                                  </m:func>
                                </m:den>
                              </m:f>
                            </m:e>
                          </m:rad>
                        </m:e>
                      </m:borderBox>
                    </m:oMath>
                  </m:oMathPara>
                </a14:m>
                <a:endParaRPr lang="en-US" sz="2400" dirty="0"/>
              </a:p>
            </p:txBody>
          </p:sp>
        </mc:Choice>
        <mc:Fallback xmlns="">
          <p:sp>
            <p:nvSpPr>
              <p:cNvPr id="10" name="Object 9"/>
              <p:cNvSpPr txBox="1">
                <a:spLocks noRot="1" noChangeAspect="1" noMove="1" noResize="1" noEditPoints="1" noAdjustHandles="1" noChangeArrowheads="1" noChangeShapeType="1" noTextEdit="1"/>
              </p:cNvSpPr>
              <p:nvPr/>
            </p:nvSpPr>
            <p:spPr bwMode="auto">
              <a:xfrm>
                <a:off x="2931265" y="1936494"/>
                <a:ext cx="3382962" cy="141922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bject 10"/>
              <p:cNvSpPr txBox="1"/>
              <p:nvPr/>
            </p:nvSpPr>
            <p:spPr bwMode="auto">
              <a:xfrm>
                <a:off x="2364013" y="4367839"/>
                <a:ext cx="3863327" cy="664129"/>
              </a:xfrm>
              <a:prstGeom prst="rect">
                <a:avLst/>
              </a:prstGeom>
              <a:noFill/>
            </p:spPr>
            <p:txBody>
              <a:bodyPr>
                <a:noAutofit/>
              </a:bodyPr>
              <a:lstStyle/>
              <a:p>
                <a:pPr/>
                <a14:m>
                  <m:oMathPara xmlns:m="http://schemas.openxmlformats.org/officeDocument/2006/math">
                    <m:oMathParaPr>
                      <m:jc m:val="left"/>
                    </m:oMathParaPr>
                    <m:oMath>
                      <m:sSup>
                        <m:sSupPr>
                          <m:ctrlPr>
                            <a:rPr lang="en-US" sz="2400" b="1">
                              <a:solidFill>
                                <a:srgbClr val="000000"/>
                              </a:solidFill>
                              <a:latin typeface="Cambria Math" panose="02040503050406030204" pitchFamily="18" charset="0"/>
                            </a:rPr>
                          </m:ctrlPr>
                        </m:sSupPr>
                        <m:e>
                          <m:r>
                            <a:rPr lang="en-US" sz="2400" b="1">
                              <a:solidFill>
                                <a:srgbClr val="000000"/>
                              </a:solidFill>
                              <a:latin typeface="Cambria Math" panose="02040503050406030204" pitchFamily="18" charset="0"/>
                            </a:rPr>
                            <m:t>𝐁</m:t>
                          </m:r>
                          <m:r>
                            <a:rPr lang="en-US" sz="2400" i="1">
                              <a:solidFill>
                                <a:srgbClr val="000000"/>
                              </a:solidFill>
                              <a:latin typeface="Cambria Math" panose="02040503050406030204" pitchFamily="18" charset="0"/>
                            </a:rPr>
                            <m:t> </m:t>
                          </m:r>
                          <m:d>
                            <m:dPr>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𝑖𝑖</m:t>
                              </m:r>
                            </m:e>
                          </m:d>
                          <m:r>
                            <a:rPr lang="en-US" sz="2400" i="1">
                              <a:solidFill>
                                <a:srgbClr val="000000"/>
                              </a:solidFill>
                              <a:latin typeface="Cambria Math" panose="02040503050406030204" pitchFamily="18" charset="0"/>
                            </a:rPr>
                            <m:t> </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𝑣</m:t>
                              </m:r>
                            </m:e>
                            <m:sub>
                              <m:r>
                                <a:rPr lang="en-US" sz="2400" i="1">
                                  <a:solidFill>
                                    <a:srgbClr val="000000"/>
                                  </a:solidFill>
                                  <a:latin typeface="Cambria Math" panose="02040503050406030204" pitchFamily="18" charset="0"/>
                                </a:rPr>
                                <m:t>𝑥</m:t>
                              </m:r>
                            </m:sub>
                          </m:sSub>
                        </m:e>
                        <m:sup>
                          <m:r>
                            <a:rPr lang="en-US" sz="2400" i="1">
                              <a:solidFill>
                                <a:srgbClr val="000000"/>
                              </a:solidFill>
                              <a:latin typeface="Cambria Math" panose="02040503050406030204" pitchFamily="18" charset="0"/>
                            </a:rPr>
                            <m:t>2</m:t>
                          </m:r>
                        </m:sup>
                      </m:sSup>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𝑣</m:t>
                              </m:r>
                            </m:e>
                            <m:sub>
                              <m:r>
                                <a:rPr lang="en-US" sz="2400" i="1">
                                  <a:solidFill>
                                    <a:srgbClr val="000000"/>
                                  </a:solidFill>
                                  <a:latin typeface="Cambria Math" panose="02040503050406030204" pitchFamily="18" charset="0"/>
                                </a:rPr>
                                <m:t>0</m:t>
                              </m:r>
                              <m:r>
                                <a:rPr lang="en-US" sz="2400" i="1">
                                  <a:solidFill>
                                    <a:srgbClr val="000000"/>
                                  </a:solidFill>
                                  <a:latin typeface="Cambria Math" panose="02040503050406030204" pitchFamily="18" charset="0"/>
                                </a:rPr>
                                <m:t>𝑥</m:t>
                              </m:r>
                            </m:sub>
                          </m:sSub>
                        </m:e>
                        <m:sup>
                          <m:r>
                            <a:rPr lang="en-US" sz="2400" i="1">
                              <a:solidFill>
                                <a:srgbClr val="000000"/>
                              </a:solidFill>
                              <a:latin typeface="Cambria Math" panose="02040503050406030204" pitchFamily="18" charset="0"/>
                            </a:rPr>
                            <m:t>2</m:t>
                          </m:r>
                        </m:sup>
                      </m:sSup>
                      <m:r>
                        <a:rPr lang="en-US" sz="2400" i="1">
                          <a:solidFill>
                            <a:srgbClr val="000000"/>
                          </a:solidFill>
                          <a:latin typeface="Cambria Math" panose="02040503050406030204" pitchFamily="18" charset="0"/>
                        </a:rPr>
                        <m:t>+2</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𝑥</m:t>
                          </m:r>
                        </m:sub>
                      </m:sSub>
                      <m:r>
                        <a:rPr lang="en-US" sz="2400" i="1">
                          <a:solidFill>
                            <a:srgbClr val="000000"/>
                          </a:solidFill>
                          <a:latin typeface="Cambria Math" panose="02040503050406030204" pitchFamily="18" charset="0"/>
                        </a:rPr>
                        <m:t>𝑑</m:t>
                      </m:r>
                    </m:oMath>
                  </m:oMathPara>
                </a14:m>
                <a:endParaRPr lang="en-US" sz="2400" i="1" dirty="0">
                  <a:solidFill>
                    <a:srgbClr val="000000"/>
                  </a:solidFill>
                  <a:latin typeface="Cambria Math" panose="02040503050406030204" pitchFamily="18" charset="0"/>
                </a:endParaRPr>
              </a:p>
            </p:txBody>
          </p:sp>
        </mc:Choice>
        <mc:Fallback xmlns="">
          <p:sp>
            <p:nvSpPr>
              <p:cNvPr id="11" name="Object 10"/>
              <p:cNvSpPr txBox="1">
                <a:spLocks noRot="1" noChangeAspect="1" noMove="1" noResize="1" noEditPoints="1" noAdjustHandles="1" noChangeArrowheads="1" noChangeShapeType="1" noTextEdit="1"/>
              </p:cNvSpPr>
              <p:nvPr/>
            </p:nvSpPr>
            <p:spPr bwMode="auto">
              <a:xfrm>
                <a:off x="2364013" y="4367839"/>
                <a:ext cx="3863327" cy="664129"/>
              </a:xfrm>
              <a:prstGeom prst="rect">
                <a:avLst/>
              </a:prstGeom>
              <a:blipFill>
                <a:blip r:embed="rId5"/>
                <a:stretch>
                  <a:fillRect/>
                </a:stretch>
              </a:blipFill>
            </p:spPr>
            <p:txBody>
              <a:bodyPr/>
              <a:lstStyle/>
              <a:p>
                <a:r>
                  <a:rPr lang="en-US">
                    <a:noFill/>
                  </a:rPr>
                  <a:t> </a:t>
                </a:r>
              </a:p>
            </p:txBody>
          </p:sp>
        </mc:Fallback>
      </mc:AlternateContent>
      <p:grpSp>
        <p:nvGrpSpPr>
          <p:cNvPr id="14" name="Group 13">
            <a:extLst>
              <a:ext uri="{FF2B5EF4-FFF2-40B4-BE49-F238E27FC236}">
                <a16:creationId xmlns:a16="http://schemas.microsoft.com/office/drawing/2014/main" id="{F5FA1802-588F-EC3C-26B1-CA7108EE993A}"/>
              </a:ext>
            </a:extLst>
          </p:cNvPr>
          <p:cNvGrpSpPr/>
          <p:nvPr/>
        </p:nvGrpSpPr>
        <p:grpSpPr>
          <a:xfrm>
            <a:off x="7295384" y="1731971"/>
            <a:ext cx="3291840" cy="3854831"/>
            <a:chOff x="5383086" y="1938479"/>
            <a:chExt cx="3291840" cy="3854831"/>
          </a:xfrm>
        </p:grpSpPr>
        <p:pic>
          <p:nvPicPr>
            <p:cNvPr id="15" name="Picture 14" descr="An illustration a shows a car moving down an incline and a graph b shows a free body diagram of the forces acting on the car. In illustration a, a car is shown moving down an incline that is shown to be at an angle theta with the horizontal. The incline is marked as the x axis. Illustration b shows the free body diagram of this illustration, where the car is replaced by a dot. It shows the forces acting on the dot as it moves along the incline labeled as x. Two forces are shown to act on the dot. The vector force F subscript g is shown to act downward, perpendicular to the horizontal. Vector F subscript g is shown to be equal to the product of m and g. This vector is shown to be at an angle theta with the y axis of the slope. Two components of this vector are shown: m g cos theta is along the negative y axis, while m g sin theta is the component along the x axis. The other force that acts on the dot is shown as an upward moving arrow that is perpendicular to the x-axis of the slope and is shown to be placed along the y axis. It is labeled as vector n.">
              <a:extLst>
                <a:ext uri="{FF2B5EF4-FFF2-40B4-BE49-F238E27FC236}">
                  <a16:creationId xmlns:a16="http://schemas.microsoft.com/office/drawing/2014/main" id="{605F4943-15A9-1BB7-C6FC-DFB1CD1E2639}"/>
                </a:ext>
              </a:extLst>
            </p:cNvPr>
            <p:cNvPicPr>
              <a:picLocks noChangeAspect="1"/>
            </p:cNvPicPr>
            <p:nvPr/>
          </p:nvPicPr>
          <p:blipFill>
            <a:blip r:embed="rId6"/>
            <a:stretch>
              <a:fillRect/>
            </a:stretch>
          </p:blipFill>
          <p:spPr>
            <a:xfrm>
              <a:off x="5383086" y="1938479"/>
              <a:ext cx="3291840" cy="3854831"/>
            </a:xfrm>
            <a:prstGeom prst="rect">
              <a:avLst/>
            </a:prstGeom>
          </p:spPr>
        </p:pic>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3E81D35-87CF-84D9-4D6F-B7BFEDEC6158}"/>
                    </a:ext>
                  </a:extLst>
                </p:cNvPr>
                <p:cNvSpPr txBox="1"/>
                <p:nvPr/>
              </p:nvSpPr>
              <p:spPr>
                <a:xfrm>
                  <a:off x="6941863" y="2630310"/>
                  <a:ext cx="177397" cy="276166"/>
                </a:xfrm>
                <a:prstGeom prst="rect">
                  <a:avLst/>
                </a:prstGeom>
                <a:solidFill>
                  <a:schemeClr val="bg1"/>
                </a:solidFill>
              </p:spPr>
              <p:txBody>
                <a:bodyPr wrap="square" lIns="0" tIns="0" rIns="0" bIns="0" rtlCol="0">
                  <a:spAutoFit/>
                </a:bodyPr>
                <a:lstStyle/>
                <a:p>
                  <a:pPr/>
                  <a14:m>
                    <m:oMathPara xmlns:m="http://schemas.openxmlformats.org/officeDocument/2006/math">
                      <m:oMathParaPr>
                        <m:jc m:val="left"/>
                      </m:oMathParaPr>
                      <m:oMath>
                        <m:acc>
                          <m:accPr>
                            <m:chr m:val="⃗"/>
                            <m:ctrlPr>
                              <a:rPr lang="en-US" sz="1600">
                                <a:latin typeface="Cambria Math" panose="02040503050406030204" pitchFamily="18" charset="0"/>
                                <a:cs typeface="Times New Roman" panose="02020603050405020304" pitchFamily="18" charset="0"/>
                              </a:rPr>
                            </m:ctrlPr>
                          </m:accPr>
                          <m:e>
                            <m:r>
                              <m:rPr>
                                <m:sty m:val="p"/>
                              </m:rPr>
                              <a:rPr lang="en-US" sz="1600">
                                <a:latin typeface="Cambria Math" panose="02040503050406030204" pitchFamily="18" charset="0"/>
                                <a:cs typeface="Times New Roman" panose="02020603050405020304" pitchFamily="18" charset="0"/>
                              </a:rPr>
                              <m:t>N</m:t>
                            </m:r>
                          </m:e>
                        </m:acc>
                        <m:r>
                          <a:rPr lang="en-US" sz="1600">
                            <a:latin typeface="Cambria Math" panose="02040503050406030204" pitchFamily="18" charset="0"/>
                            <a:cs typeface="Times New Roman" panose="02020603050405020304" pitchFamily="18" charset="0"/>
                          </a:rPr>
                          <m:t> </m:t>
                        </m:r>
                      </m:oMath>
                    </m:oMathPara>
                  </a14:m>
                  <a:endParaRPr lang="en-US" sz="1600" dirty="0">
                    <a:latin typeface="Times New Roman" panose="02020603050405020304" pitchFamily="18" charset="0"/>
                    <a:cs typeface="Times New Roman" panose="02020603050405020304" pitchFamily="18" charset="0"/>
                  </a:endParaRPr>
                </a:p>
              </p:txBody>
            </p:sp>
          </mc:Choice>
          <mc:Fallback xmlns="">
            <p:sp>
              <p:nvSpPr>
                <p:cNvPr id="16" name="TextBox 15">
                  <a:extLst>
                    <a:ext uri="{FF2B5EF4-FFF2-40B4-BE49-F238E27FC236}">
                      <a16:creationId xmlns:a16="http://schemas.microsoft.com/office/drawing/2014/main" id="{13E81D35-87CF-84D9-4D6F-B7BFEDEC6158}"/>
                    </a:ext>
                  </a:extLst>
                </p:cNvPr>
                <p:cNvSpPr txBox="1">
                  <a:spLocks noRot="1" noChangeAspect="1" noMove="1" noResize="1" noEditPoints="1" noAdjustHandles="1" noChangeArrowheads="1" noChangeShapeType="1" noTextEdit="1"/>
                </p:cNvSpPr>
                <p:nvPr/>
              </p:nvSpPr>
              <p:spPr>
                <a:xfrm>
                  <a:off x="6941863" y="2630310"/>
                  <a:ext cx="177397" cy="276166"/>
                </a:xfrm>
                <a:prstGeom prst="rect">
                  <a:avLst/>
                </a:prstGeom>
                <a:blipFill>
                  <a:blip r:embed="rId8"/>
                  <a:stretch>
                    <a:fillRect l="-41379" r="-13793" b="-6667"/>
                  </a:stretch>
                </a:blipFill>
              </p:spPr>
              <p:txBody>
                <a:bodyPr/>
                <a:lstStyle/>
                <a:p>
                  <a:r>
                    <a:rPr lang="en-US">
                      <a:noFill/>
                    </a:rPr>
                    <a:t> </a:t>
                  </a:r>
                </a:p>
              </p:txBody>
            </p:sp>
          </mc:Fallback>
        </mc:AlternateContent>
      </p:grpSp>
      <p:sp>
        <p:nvSpPr>
          <p:cNvPr id="2" name="TextBox 1">
            <a:extLst>
              <a:ext uri="{FF2B5EF4-FFF2-40B4-BE49-F238E27FC236}">
                <a16:creationId xmlns:a16="http://schemas.microsoft.com/office/drawing/2014/main" id="{EEADC913-28D3-0EAB-00A0-850C506DD697}"/>
              </a:ext>
            </a:extLst>
          </p:cNvPr>
          <p:cNvSpPr txBox="1"/>
          <p:nvPr/>
        </p:nvSpPr>
        <p:spPr>
          <a:xfrm>
            <a:off x="2821268" y="3626825"/>
            <a:ext cx="2691148" cy="430887"/>
          </a:xfrm>
          <a:prstGeom prst="rect">
            <a:avLst/>
          </a:prstGeom>
          <a:noFill/>
        </p:spPr>
        <p:txBody>
          <a:bodyPr wrap="square" rtlCol="0">
            <a:spAutoFit/>
          </a:bodyPr>
          <a:lstStyle/>
          <a:p>
            <a:r>
              <a:rPr lang="en-US" sz="2200" b="1" dirty="0">
                <a:solidFill>
                  <a:srgbClr val="0070C0"/>
                </a:solidFill>
                <a:latin typeface="Times New Roman" panose="02020603050405020304" pitchFamily="18" charset="0"/>
                <a:cs typeface="Times New Roman" panose="02020603050405020304" pitchFamily="18" charset="0"/>
              </a:rPr>
              <a:t>From equation (1)</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69163FB-8D4D-29B7-63E7-66EF29A67A4F}"/>
                  </a:ext>
                </a:extLst>
              </p:cNvPr>
              <p:cNvSpPr txBox="1"/>
              <p:nvPr/>
            </p:nvSpPr>
            <p:spPr>
              <a:xfrm>
                <a:off x="3366624" y="5803023"/>
                <a:ext cx="3863327" cy="703334"/>
              </a:xfrm>
              <a:prstGeom prst="rect">
                <a:avLst/>
              </a:prstGeom>
              <a:noFill/>
            </p:spPr>
            <p:txBody>
              <a:bodyPr wrap="square">
                <a:spAutoFit/>
              </a:bodyPr>
              <a:lstStyle/>
              <a:p>
                <a:pPr/>
                <a14:m>
                  <m:oMathPara xmlns:m="http://schemas.openxmlformats.org/officeDocument/2006/math">
                    <m:oMathParaPr>
                      <m:jc m:val="left"/>
                    </m:oMathParaPr>
                    <m:o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𝑣</m:t>
                          </m:r>
                        </m:e>
                        <m:sub>
                          <m:r>
                            <a:rPr lang="en-US" sz="2400" i="1">
                              <a:solidFill>
                                <a:srgbClr val="000000"/>
                              </a:solidFill>
                              <a:latin typeface="Cambria Math" panose="02040503050406030204" pitchFamily="18" charset="0"/>
                            </a:rPr>
                            <m:t>𝑥</m:t>
                          </m:r>
                        </m:sub>
                      </m:sSub>
                      <m:r>
                        <a:rPr lang="en-US" sz="2400" i="1">
                          <a:solidFill>
                            <a:srgbClr val="000000"/>
                          </a:solidFill>
                          <a:latin typeface="Cambria Math" panose="02040503050406030204" pitchFamily="18" charset="0"/>
                        </a:rPr>
                        <m:t>=</m:t>
                      </m:r>
                      <m:rad>
                        <m:radPr>
                          <m:degHide m:val="on"/>
                          <m:ctrlPr>
                            <a:rPr lang="en-US" sz="2400" i="1">
                              <a:solidFill>
                                <a:srgbClr val="000000"/>
                              </a:solidFill>
                              <a:latin typeface="Cambria Math" panose="02040503050406030204" pitchFamily="18" charset="0"/>
                            </a:rPr>
                          </m:ctrlPr>
                        </m:radPr>
                        <m:deg/>
                        <m:e>
                          <m:r>
                            <a:rPr lang="en-US" sz="2400" i="1">
                              <a:solidFill>
                                <a:srgbClr val="000000"/>
                              </a:solidFill>
                              <a:latin typeface="Cambria Math" panose="02040503050406030204" pitchFamily="18" charset="0"/>
                            </a:rPr>
                            <m:t>2</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𝑥</m:t>
                              </m:r>
                            </m:sub>
                          </m:sSub>
                          <m:r>
                            <a:rPr lang="en-US" sz="2400" i="1">
                              <a:solidFill>
                                <a:srgbClr val="000000"/>
                              </a:solidFill>
                              <a:latin typeface="Cambria Math" panose="02040503050406030204" pitchFamily="18" charset="0"/>
                            </a:rPr>
                            <m:t>𝑑</m:t>
                          </m:r>
                        </m:e>
                      </m:rad>
                      <m:r>
                        <a:rPr lang="en-US" sz="2400" i="1">
                          <a:solidFill>
                            <a:srgbClr val="000000"/>
                          </a:solidFill>
                          <a:latin typeface="Cambria Math" panose="02040503050406030204" pitchFamily="18" charset="0"/>
                        </a:rPr>
                        <m:t>=</m:t>
                      </m:r>
                      <m:borderBox>
                        <m:borderBoxPr>
                          <m:ctrlPr>
                            <a:rPr lang="en-US" sz="2400" i="1">
                              <a:solidFill>
                                <a:srgbClr val="000000"/>
                              </a:solidFill>
                              <a:latin typeface="Cambria Math" panose="02040503050406030204" pitchFamily="18" charset="0"/>
                            </a:rPr>
                          </m:ctrlPr>
                        </m:borderBoxPr>
                        <m:e>
                          <m:rad>
                            <m:radPr>
                              <m:degHide m:val="on"/>
                              <m:ctrlPr>
                                <a:rPr lang="en-US" sz="2400" i="1">
                                  <a:solidFill>
                                    <a:srgbClr val="000000"/>
                                  </a:solidFill>
                                  <a:latin typeface="Cambria Math" panose="02040503050406030204" pitchFamily="18" charset="0"/>
                                </a:rPr>
                              </m:ctrlPr>
                            </m:radPr>
                            <m:deg/>
                            <m:e>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𝑔𝑑</m:t>
                              </m:r>
                              <m:func>
                                <m:funcPr>
                                  <m:ctrlPr>
                                    <a:rPr lang="en-US" sz="2400">
                                      <a:solidFill>
                                        <a:srgbClr val="000000"/>
                                      </a:solidFill>
                                      <a:latin typeface="Cambria Math" panose="02040503050406030204" pitchFamily="18" charset="0"/>
                                    </a:rPr>
                                  </m:ctrlPr>
                                </m:funcPr>
                                <m:fName>
                                  <m:r>
                                    <m:rPr>
                                      <m:sty m:val="p"/>
                                    </m:rPr>
                                    <a:rPr lang="en-US" sz="2400">
                                      <a:solidFill>
                                        <a:srgbClr val="000000"/>
                                      </a:solidFill>
                                      <a:latin typeface="Cambria Math" panose="02040503050406030204" pitchFamily="18" charset="0"/>
                                    </a:rPr>
                                    <m:t>sin</m:t>
                                  </m:r>
                                </m:fName>
                                <m:e>
                                  <m:r>
                                    <a:rPr lang="en-US" sz="2400" i="1">
                                      <a:solidFill>
                                        <a:srgbClr val="000000"/>
                                      </a:solidFill>
                                      <a:latin typeface="Cambria Math" panose="02040503050406030204" pitchFamily="18" charset="0"/>
                                    </a:rPr>
                                    <m:t>𝜃</m:t>
                                  </m:r>
                                </m:e>
                              </m:func>
                            </m:e>
                          </m:rad>
                        </m:e>
                      </m:borderBox>
                    </m:oMath>
                  </m:oMathPara>
                </a14:m>
                <a:endParaRPr lang="en-US" sz="2400" dirty="0"/>
              </a:p>
            </p:txBody>
          </p:sp>
        </mc:Choice>
        <mc:Fallback xmlns="">
          <p:sp>
            <p:nvSpPr>
              <p:cNvPr id="4" name="TextBox 3">
                <a:extLst>
                  <a:ext uri="{FF2B5EF4-FFF2-40B4-BE49-F238E27FC236}">
                    <a16:creationId xmlns:a16="http://schemas.microsoft.com/office/drawing/2014/main" id="{469163FB-8D4D-29B7-63E7-66EF29A67A4F}"/>
                  </a:ext>
                </a:extLst>
              </p:cNvPr>
              <p:cNvSpPr txBox="1">
                <a:spLocks noRot="1" noChangeAspect="1" noMove="1" noResize="1" noEditPoints="1" noAdjustHandles="1" noChangeArrowheads="1" noChangeShapeType="1" noTextEdit="1"/>
              </p:cNvSpPr>
              <p:nvPr/>
            </p:nvSpPr>
            <p:spPr>
              <a:xfrm>
                <a:off x="3366624" y="5803023"/>
                <a:ext cx="3863327" cy="703334"/>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Object 10">
                <a:extLst>
                  <a:ext uri="{FF2B5EF4-FFF2-40B4-BE49-F238E27FC236}">
                    <a16:creationId xmlns:a16="http://schemas.microsoft.com/office/drawing/2014/main" id="{36073764-BA51-1CCB-5A55-7C94A74005C3}"/>
                  </a:ext>
                </a:extLst>
              </p:cNvPr>
              <p:cNvSpPr txBox="1"/>
              <p:nvPr/>
            </p:nvSpPr>
            <p:spPr bwMode="auto">
              <a:xfrm>
                <a:off x="3193580" y="5143182"/>
                <a:ext cx="2053114" cy="550473"/>
              </a:xfrm>
              <a:prstGeom prst="rect">
                <a:avLst/>
              </a:prstGeom>
              <a:noFill/>
            </p:spPr>
            <p:txBody>
              <a:bodyPr>
                <a:normAutofit/>
              </a:bodyPr>
              <a:lstStyle/>
              <a:p>
                <a:pPr/>
                <a14:m>
                  <m:oMathPara xmlns:m="http://schemas.openxmlformats.org/officeDocument/2006/math">
                    <m:oMathParaPr>
                      <m:jc m:val="left"/>
                    </m:oMathParaPr>
                    <m:oMath>
                      <m:sSup>
                        <m:sSupPr>
                          <m:ctrlPr>
                            <a:rPr lang="en-US" sz="2400" i="1">
                              <a:solidFill>
                                <a:srgbClr val="000000"/>
                              </a:solidFill>
                              <a:latin typeface="Cambria Math" panose="02040503050406030204" pitchFamily="18" charset="0"/>
                            </a:rPr>
                          </m:ctrlPr>
                        </m:sSupPr>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𝑣</m:t>
                              </m:r>
                            </m:e>
                            <m:sub>
                              <m:r>
                                <a:rPr lang="en-US" sz="2400" i="1">
                                  <a:solidFill>
                                    <a:srgbClr val="000000"/>
                                  </a:solidFill>
                                  <a:latin typeface="Cambria Math" panose="02040503050406030204" pitchFamily="18" charset="0"/>
                                </a:rPr>
                                <m:t>𝑥</m:t>
                              </m:r>
                            </m:sub>
                          </m:sSub>
                        </m:e>
                        <m:sup>
                          <m:r>
                            <a:rPr lang="en-US" sz="2400" i="1">
                              <a:solidFill>
                                <a:srgbClr val="000000"/>
                              </a:solidFill>
                              <a:latin typeface="Cambria Math" panose="02040503050406030204" pitchFamily="18" charset="0"/>
                            </a:rPr>
                            <m:t>2</m:t>
                          </m:r>
                        </m:sup>
                      </m:sSup>
                      <m:r>
                        <a:rPr lang="en-US" sz="2400" i="1">
                          <a:solidFill>
                            <a:srgbClr val="000000"/>
                          </a:solidFill>
                          <a:latin typeface="Cambria Math" panose="02040503050406030204" pitchFamily="18" charset="0"/>
                        </a:rPr>
                        <m:t>=2</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𝑥</m:t>
                          </m:r>
                        </m:sub>
                      </m:sSub>
                      <m:r>
                        <a:rPr lang="en-US" sz="2400" i="1">
                          <a:solidFill>
                            <a:srgbClr val="000000"/>
                          </a:solidFill>
                          <a:latin typeface="Cambria Math" panose="02040503050406030204" pitchFamily="18" charset="0"/>
                        </a:rPr>
                        <m:t>𝑑</m:t>
                      </m:r>
                    </m:oMath>
                  </m:oMathPara>
                </a14:m>
                <a:endParaRPr lang="en-US" sz="2400" i="1" dirty="0">
                  <a:solidFill>
                    <a:srgbClr val="000000"/>
                  </a:solidFill>
                  <a:latin typeface="Cambria Math" panose="02040503050406030204" pitchFamily="18" charset="0"/>
                </a:endParaRPr>
              </a:p>
            </p:txBody>
          </p:sp>
        </mc:Choice>
        <mc:Fallback xmlns="">
          <p:sp>
            <p:nvSpPr>
              <p:cNvPr id="5" name="Object 10">
                <a:extLst>
                  <a:ext uri="{FF2B5EF4-FFF2-40B4-BE49-F238E27FC236}">
                    <a16:creationId xmlns:a16="http://schemas.microsoft.com/office/drawing/2014/main" id="{36073764-BA51-1CCB-5A55-7C94A74005C3}"/>
                  </a:ext>
                </a:extLst>
              </p:cNvPr>
              <p:cNvSpPr txBox="1">
                <a:spLocks noRot="1" noChangeAspect="1" noMove="1" noResize="1" noEditPoints="1" noAdjustHandles="1" noChangeArrowheads="1" noChangeShapeType="1" noTextEdit="1"/>
              </p:cNvSpPr>
              <p:nvPr/>
            </p:nvSpPr>
            <p:spPr bwMode="auto">
              <a:xfrm>
                <a:off x="3193580" y="5143182"/>
                <a:ext cx="2053114" cy="550473"/>
              </a:xfrm>
              <a:prstGeom prst="rect">
                <a:avLst/>
              </a:prstGeom>
              <a:blipFill>
                <a:blip r:embed="rId10"/>
                <a:stretch>
                  <a:fillRect/>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82D87676-7F83-1556-9DB8-D85CB3D31C26}"/>
              </a:ext>
            </a:extLst>
          </p:cNvPr>
          <p:cNvSpPr txBox="1"/>
          <p:nvPr/>
        </p:nvSpPr>
        <p:spPr>
          <a:xfrm>
            <a:off x="7150120" y="5939884"/>
            <a:ext cx="2392466" cy="430887"/>
          </a:xfrm>
          <a:prstGeom prst="rect">
            <a:avLst/>
          </a:prstGeom>
          <a:noFill/>
        </p:spPr>
        <p:txBody>
          <a:bodyPr wrap="square" rtlCol="0">
            <a:spAutoFit/>
          </a:bodyPr>
          <a:lstStyle/>
          <a:p>
            <a:r>
              <a:rPr lang="en-US" sz="2200" b="1" dirty="0">
                <a:solidFill>
                  <a:srgbClr val="0070C0"/>
                </a:solidFill>
                <a:latin typeface="Times New Roman" panose="02020603050405020304" pitchFamily="18" charset="0"/>
                <a:cs typeface="Times New Roman" panose="02020603050405020304" pitchFamily="18" charset="0"/>
              </a:rPr>
              <a:t>From equation (1)</a:t>
            </a:r>
          </a:p>
        </p:txBody>
      </p:sp>
      <p:sp>
        <p:nvSpPr>
          <p:cNvPr id="17" name="Title 3">
            <a:extLst>
              <a:ext uri="{FF2B5EF4-FFF2-40B4-BE49-F238E27FC236}">
                <a16:creationId xmlns:a16="http://schemas.microsoft.com/office/drawing/2014/main" id="{8430C4CD-55D1-016D-4B97-9E85AA48208B}"/>
              </a:ext>
            </a:extLst>
          </p:cNvPr>
          <p:cNvSpPr txBox="1">
            <a:spLocks/>
          </p:cNvSpPr>
          <p:nvPr/>
        </p:nvSpPr>
        <p:spPr>
          <a:xfrm>
            <a:off x="0" y="-7441"/>
            <a:ext cx="12192000" cy="757130"/>
          </a:xfrm>
          <a:prstGeom prst="rect">
            <a:avLst/>
          </a:prstGeom>
          <a:solidFill>
            <a:schemeClr val="bg2">
              <a:lumMod val="75000"/>
            </a:schemeClr>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dirty="0">
                <a:latin typeface="Times New Roman" panose="02020603050405020304" pitchFamily="18" charset="0"/>
                <a:ea typeface="STKaiti" panose="020B0503020204020204" pitchFamily="2" charset="-122"/>
                <a:cs typeface="Times New Roman" panose="02020603050405020304" pitchFamily="18" charset="0"/>
              </a:rPr>
              <a:t>Example: The Runway </a:t>
            </a:r>
          </a:p>
        </p:txBody>
      </p:sp>
    </p:spTree>
    <p:extLst>
      <p:ext uri="{BB962C8B-B14F-4D97-AF65-F5344CB8AC3E}">
        <p14:creationId xmlns:p14="http://schemas.microsoft.com/office/powerpoint/2010/main" val="2490398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2" grpId="0"/>
      <p:bldP spid="4" grpId="0"/>
      <p:bldP spid="7"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315FA-2696-2AFD-CEB0-A27C8DAFAF58}"/>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05C2CF1C-B770-3FA2-8B41-5FA9124D9D8B}"/>
              </a:ext>
            </a:extLst>
          </p:cNvPr>
          <p:cNvSpPr txBox="1"/>
          <p:nvPr/>
        </p:nvSpPr>
        <p:spPr>
          <a:xfrm>
            <a:off x="1030054" y="968729"/>
            <a:ext cx="6847853" cy="1745863"/>
          </a:xfrm>
          <a:prstGeom prst="rect">
            <a:avLst/>
          </a:prstGeom>
          <a:noFill/>
        </p:spPr>
        <p:txBody>
          <a:bodyPr wrap="square">
            <a:spAutoFit/>
          </a:bodyPr>
          <a:lstStyle/>
          <a:p>
            <a:pPr>
              <a:lnSpc>
                <a:spcPct val="115000"/>
              </a:lnSpc>
              <a:spcAft>
                <a:spcPts val="800"/>
              </a:spcAft>
            </a:pPr>
            <a:r>
              <a:rPr lang="en-US" sz="3200" kern="0" dirty="0">
                <a:latin typeface="Times New Roman" panose="02020603050405020304" pitchFamily="18" charset="0"/>
                <a:ea typeface="Times New Roman" panose="02020603050405020304" pitchFamily="18" charset="0"/>
                <a:cs typeface="Times New Roman" panose="02020603050405020304" pitchFamily="18" charset="0"/>
              </a:rPr>
              <a:t>A system of two cables supports a 100 N ball as shown. What is the</a:t>
            </a:r>
            <a:r>
              <a:rPr lang="en-US" sz="32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 tension</a:t>
            </a:r>
            <a:r>
              <a:rPr lang="en-US" sz="3200" kern="0" dirty="0">
                <a:latin typeface="Times New Roman" panose="02020603050405020304" pitchFamily="18" charset="0"/>
                <a:ea typeface="Times New Roman" panose="02020603050405020304" pitchFamily="18" charset="0"/>
                <a:cs typeface="Times New Roman" panose="02020603050405020304" pitchFamily="18" charset="0"/>
              </a:rPr>
              <a:t> on the right cable? </a:t>
            </a:r>
          </a:p>
        </p:txBody>
      </p:sp>
      <p:pic>
        <p:nvPicPr>
          <p:cNvPr id="3" name="Picture 2">
            <a:extLst>
              <a:ext uri="{FF2B5EF4-FFF2-40B4-BE49-F238E27FC236}">
                <a16:creationId xmlns:a16="http://schemas.microsoft.com/office/drawing/2014/main" id="{6AC809AB-90EF-0F38-712B-E3B2506B6C6B}"/>
              </a:ext>
            </a:extLst>
          </p:cNvPr>
          <p:cNvPicPr>
            <a:picLocks noChangeAspect="1"/>
          </p:cNvPicPr>
          <p:nvPr/>
        </p:nvPicPr>
        <p:blipFill>
          <a:blip r:embed="rId3"/>
          <a:stretch>
            <a:fillRect/>
          </a:stretch>
        </p:blipFill>
        <p:spPr>
          <a:xfrm>
            <a:off x="8107191" y="1165191"/>
            <a:ext cx="2631147" cy="2686346"/>
          </a:xfrm>
          <a:prstGeom prst="rect">
            <a:avLst/>
          </a:prstGeom>
        </p:spPr>
      </p:pic>
      <p:pic>
        <p:nvPicPr>
          <p:cNvPr id="10" name="Picture 9">
            <a:extLst>
              <a:ext uri="{FF2B5EF4-FFF2-40B4-BE49-F238E27FC236}">
                <a16:creationId xmlns:a16="http://schemas.microsoft.com/office/drawing/2014/main" id="{746F490C-A2FD-9316-DB4A-D32E8F2A1FEC}"/>
              </a:ext>
            </a:extLst>
          </p:cNvPr>
          <p:cNvPicPr>
            <a:picLocks noChangeAspect="1"/>
          </p:cNvPicPr>
          <p:nvPr/>
        </p:nvPicPr>
        <p:blipFill>
          <a:blip r:embed="rId4"/>
          <a:stretch>
            <a:fillRect/>
          </a:stretch>
        </p:blipFill>
        <p:spPr>
          <a:xfrm>
            <a:off x="8471251" y="4078248"/>
            <a:ext cx="2204564" cy="2465846"/>
          </a:xfrm>
          <a:prstGeom prst="rect">
            <a:avLst/>
          </a:prstGeom>
        </p:spPr>
      </p:pic>
      <p:sp>
        <p:nvSpPr>
          <p:cNvPr id="2" name="Title 3">
            <a:extLst>
              <a:ext uri="{FF2B5EF4-FFF2-40B4-BE49-F238E27FC236}">
                <a16:creationId xmlns:a16="http://schemas.microsoft.com/office/drawing/2014/main" id="{2B0C62B1-7ACD-2701-B912-761299C638B8}"/>
              </a:ext>
            </a:extLst>
          </p:cNvPr>
          <p:cNvSpPr txBox="1">
            <a:spLocks/>
          </p:cNvSpPr>
          <p:nvPr/>
        </p:nvSpPr>
        <p:spPr>
          <a:xfrm>
            <a:off x="0" y="1795"/>
            <a:ext cx="12192000" cy="701731"/>
          </a:xfrm>
          <a:prstGeom prst="rect">
            <a:avLst/>
          </a:prstGeom>
          <a:solidFill>
            <a:schemeClr val="bg2">
              <a:lumMod val="75000"/>
            </a:schemeClr>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latin typeface="Times New Roman" panose="02020603050405020304" pitchFamily="18" charset="0"/>
                <a:cs typeface="Times New Roman" panose="02020603050405020304" pitchFamily="18" charset="0"/>
              </a:rPr>
              <a:t>Example 3a: Mass at Rest</a:t>
            </a:r>
            <a:endParaRPr lang="en-US" b="1" dirty="0">
              <a:latin typeface="Times New Roman" panose="02020603050405020304" pitchFamily="18" charset="0"/>
              <a:ea typeface="STKaiti" panose="020B0503020204020204" pitchFamily="2" charset="-122"/>
              <a:cs typeface="Times New Roman" panose="02020603050405020304" pitchFamily="18" charset="0"/>
            </a:endParaRPr>
          </a:p>
        </p:txBody>
      </p:sp>
      <p:sp>
        <p:nvSpPr>
          <p:cNvPr id="4" name="TextBox 3">
            <a:extLst>
              <a:ext uri="{FF2B5EF4-FFF2-40B4-BE49-F238E27FC236}">
                <a16:creationId xmlns:a16="http://schemas.microsoft.com/office/drawing/2014/main" id="{2D3A4B6D-A072-129D-6995-2B69280679DF}"/>
              </a:ext>
            </a:extLst>
          </p:cNvPr>
          <p:cNvSpPr txBox="1"/>
          <p:nvPr/>
        </p:nvSpPr>
        <p:spPr>
          <a:xfrm>
            <a:off x="1398953" y="3055818"/>
            <a:ext cx="2685857" cy="560025"/>
          </a:xfrm>
          <a:prstGeom prst="rect">
            <a:avLst/>
          </a:prstGeom>
          <a:noFill/>
          <a:ln w="12700">
            <a:solidFill>
              <a:schemeClr val="accent1"/>
            </a:solidFill>
          </a:ln>
        </p:spPr>
        <p:txBody>
          <a:bodyPr wrap="square" rtlCol="0">
            <a:spAutoFit/>
          </a:bodyPr>
          <a:lstStyle/>
          <a:p>
            <a:pPr>
              <a:lnSpc>
                <a:spcPct val="115000"/>
              </a:lnSpc>
              <a:spcAft>
                <a:spcPts val="800"/>
              </a:spcAft>
            </a:pPr>
            <a:r>
              <a:rPr lang="en-US" sz="2800" b="1" kern="0"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Answer = 200 N</a:t>
            </a:r>
            <a:endParaRPr lang="en-US" sz="2800" b="1" kern="100" dirty="0">
              <a:solidFill>
                <a:srgbClr val="0070C0"/>
              </a:solidFill>
              <a:latin typeface="Aptos" panose="020B00040202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6328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2033A-14DD-F504-BA1F-846B9591DC5F}"/>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83295EEA-7463-FB13-540F-6D2BB1E9499D}"/>
              </a:ext>
            </a:extLst>
          </p:cNvPr>
          <p:cNvPicPr>
            <a:picLocks noChangeAspect="1"/>
          </p:cNvPicPr>
          <p:nvPr/>
        </p:nvPicPr>
        <p:blipFill>
          <a:blip r:embed="rId3"/>
          <a:stretch>
            <a:fillRect/>
          </a:stretch>
        </p:blipFill>
        <p:spPr>
          <a:xfrm>
            <a:off x="8791291" y="823615"/>
            <a:ext cx="2204564" cy="2465846"/>
          </a:xfrm>
          <a:prstGeom prst="rect">
            <a:avLst/>
          </a:prstGeom>
        </p:spPr>
      </p:pic>
      <p:sp>
        <p:nvSpPr>
          <p:cNvPr id="2" name="Title 3">
            <a:extLst>
              <a:ext uri="{FF2B5EF4-FFF2-40B4-BE49-F238E27FC236}">
                <a16:creationId xmlns:a16="http://schemas.microsoft.com/office/drawing/2014/main" id="{2A04AF93-7BAD-5EF5-849B-CFC67B86883E}"/>
              </a:ext>
            </a:extLst>
          </p:cNvPr>
          <p:cNvSpPr txBox="1">
            <a:spLocks/>
          </p:cNvSpPr>
          <p:nvPr/>
        </p:nvSpPr>
        <p:spPr>
          <a:xfrm>
            <a:off x="0" y="-7442"/>
            <a:ext cx="12192000" cy="701731"/>
          </a:xfrm>
          <a:prstGeom prst="rect">
            <a:avLst/>
          </a:prstGeom>
          <a:solidFill>
            <a:schemeClr val="bg2">
              <a:lumMod val="75000"/>
            </a:schemeClr>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latin typeface="Times New Roman" panose="02020603050405020304" pitchFamily="18" charset="0"/>
                <a:cs typeface="Times New Roman" panose="02020603050405020304" pitchFamily="18" charset="0"/>
              </a:rPr>
              <a:t>Example 3a: Mass at Rest</a:t>
            </a:r>
            <a:endParaRPr lang="en-US" b="1" dirty="0">
              <a:latin typeface="Times New Roman" panose="02020603050405020304" pitchFamily="18" charset="0"/>
              <a:ea typeface="STKaiti" panose="020B0503020204020204" pitchFamily="2" charset="-122"/>
              <a:cs typeface="Times New Roman" panose="02020603050405020304" pitchFamily="18" charset="0"/>
            </a:endParaRPr>
          </a:p>
        </p:txBody>
      </p:sp>
      <p:grpSp>
        <p:nvGrpSpPr>
          <p:cNvPr id="26" name="Group 25">
            <a:extLst>
              <a:ext uri="{FF2B5EF4-FFF2-40B4-BE49-F238E27FC236}">
                <a16:creationId xmlns:a16="http://schemas.microsoft.com/office/drawing/2014/main" id="{EDDCA0DF-DD03-CA2E-6DCB-838BD1223EF5}"/>
              </a:ext>
            </a:extLst>
          </p:cNvPr>
          <p:cNvGrpSpPr/>
          <p:nvPr/>
        </p:nvGrpSpPr>
        <p:grpSpPr>
          <a:xfrm>
            <a:off x="9961260" y="4780500"/>
            <a:ext cx="903960" cy="326160"/>
            <a:chOff x="9961260" y="4780500"/>
            <a:chExt cx="903960" cy="326160"/>
          </a:xfrm>
        </p:grpSpPr>
        <mc:AlternateContent xmlns:mc="http://schemas.openxmlformats.org/markup-compatibility/2006" xmlns:p14="http://schemas.microsoft.com/office/powerpoint/2010/main">
          <mc:Choice Requires="p14">
            <p:contentPart p14:bwMode="auto" r:id="rId4">
              <p14:nvContentPartPr>
                <p14:cNvPr id="19" name="Ink 18">
                  <a:extLst>
                    <a:ext uri="{FF2B5EF4-FFF2-40B4-BE49-F238E27FC236}">
                      <a16:creationId xmlns:a16="http://schemas.microsoft.com/office/drawing/2014/main" id="{C195D0D9-8F4B-FFC8-7D09-4ADC75EC7D8E}"/>
                    </a:ext>
                  </a:extLst>
                </p14:cNvPr>
                <p14:cNvContentPartPr/>
                <p14:nvPr/>
              </p14:nvContentPartPr>
              <p14:xfrm>
                <a:off x="10132260" y="4832340"/>
                <a:ext cx="228960" cy="38520"/>
              </p14:xfrm>
            </p:contentPart>
          </mc:Choice>
          <mc:Fallback xmlns="">
            <p:pic>
              <p:nvPicPr>
                <p:cNvPr id="19" name="Ink 18">
                  <a:extLst>
                    <a:ext uri="{FF2B5EF4-FFF2-40B4-BE49-F238E27FC236}">
                      <a16:creationId xmlns:a16="http://schemas.microsoft.com/office/drawing/2014/main" id="{C195D0D9-8F4B-FFC8-7D09-4ADC75EC7D8E}"/>
                    </a:ext>
                  </a:extLst>
                </p:cNvPr>
                <p:cNvPicPr/>
                <p:nvPr/>
              </p:nvPicPr>
              <p:blipFill>
                <a:blip r:embed="rId5"/>
                <a:stretch>
                  <a:fillRect/>
                </a:stretch>
              </p:blipFill>
              <p:spPr>
                <a:xfrm>
                  <a:off x="10123620" y="4823340"/>
                  <a:ext cx="246600" cy="561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0" name="Ink 19">
                  <a:extLst>
                    <a:ext uri="{FF2B5EF4-FFF2-40B4-BE49-F238E27FC236}">
                      <a16:creationId xmlns:a16="http://schemas.microsoft.com/office/drawing/2014/main" id="{9E4A6336-6622-8061-44AC-6C96567E5DAB}"/>
                    </a:ext>
                  </a:extLst>
                </p14:cNvPr>
                <p14:cNvContentPartPr/>
                <p14:nvPr/>
              </p14:nvContentPartPr>
              <p14:xfrm>
                <a:off x="10190220" y="4853580"/>
                <a:ext cx="25560" cy="178560"/>
              </p14:xfrm>
            </p:contentPart>
          </mc:Choice>
          <mc:Fallback xmlns="">
            <p:pic>
              <p:nvPicPr>
                <p:cNvPr id="20" name="Ink 19">
                  <a:extLst>
                    <a:ext uri="{FF2B5EF4-FFF2-40B4-BE49-F238E27FC236}">
                      <a16:creationId xmlns:a16="http://schemas.microsoft.com/office/drawing/2014/main" id="{9E4A6336-6622-8061-44AC-6C96567E5DAB}"/>
                    </a:ext>
                  </a:extLst>
                </p:cNvPr>
                <p:cNvPicPr/>
                <p:nvPr/>
              </p:nvPicPr>
              <p:blipFill>
                <a:blip r:embed="rId7"/>
                <a:stretch>
                  <a:fillRect/>
                </a:stretch>
              </p:blipFill>
              <p:spPr>
                <a:xfrm>
                  <a:off x="10181580" y="4844580"/>
                  <a:ext cx="4320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1" name="Ink 20">
                  <a:extLst>
                    <a:ext uri="{FF2B5EF4-FFF2-40B4-BE49-F238E27FC236}">
                      <a16:creationId xmlns:a16="http://schemas.microsoft.com/office/drawing/2014/main" id="{EAFCFCD3-5E02-73E4-8AB6-397A08D834D1}"/>
                    </a:ext>
                  </a:extLst>
                </p14:cNvPr>
                <p14:cNvContentPartPr/>
                <p14:nvPr/>
              </p14:nvContentPartPr>
              <p14:xfrm>
                <a:off x="10293900" y="4977780"/>
                <a:ext cx="220680" cy="88200"/>
              </p14:xfrm>
            </p:contentPart>
          </mc:Choice>
          <mc:Fallback xmlns="">
            <p:pic>
              <p:nvPicPr>
                <p:cNvPr id="21" name="Ink 20">
                  <a:extLst>
                    <a:ext uri="{FF2B5EF4-FFF2-40B4-BE49-F238E27FC236}">
                      <a16:creationId xmlns:a16="http://schemas.microsoft.com/office/drawing/2014/main" id="{EAFCFCD3-5E02-73E4-8AB6-397A08D834D1}"/>
                    </a:ext>
                  </a:extLst>
                </p:cNvPr>
                <p:cNvPicPr/>
                <p:nvPr/>
              </p:nvPicPr>
              <p:blipFill>
                <a:blip r:embed="rId9"/>
                <a:stretch>
                  <a:fillRect/>
                </a:stretch>
              </p:blipFill>
              <p:spPr>
                <a:xfrm>
                  <a:off x="10284900" y="4968780"/>
                  <a:ext cx="23832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2" name="Ink 21">
                  <a:extLst>
                    <a:ext uri="{FF2B5EF4-FFF2-40B4-BE49-F238E27FC236}">
                      <a16:creationId xmlns:a16="http://schemas.microsoft.com/office/drawing/2014/main" id="{B9787716-FD26-DC76-4E06-2B8F17B2522F}"/>
                    </a:ext>
                  </a:extLst>
                </p14:cNvPr>
                <p14:cNvContentPartPr/>
                <p14:nvPr/>
              </p14:nvContentPartPr>
              <p14:xfrm>
                <a:off x="10489020" y="4788420"/>
                <a:ext cx="83160" cy="275400"/>
              </p14:xfrm>
            </p:contentPart>
          </mc:Choice>
          <mc:Fallback xmlns="">
            <p:pic>
              <p:nvPicPr>
                <p:cNvPr id="22" name="Ink 21">
                  <a:extLst>
                    <a:ext uri="{FF2B5EF4-FFF2-40B4-BE49-F238E27FC236}">
                      <a16:creationId xmlns:a16="http://schemas.microsoft.com/office/drawing/2014/main" id="{B9787716-FD26-DC76-4E06-2B8F17B2522F}"/>
                    </a:ext>
                  </a:extLst>
                </p:cNvPr>
                <p:cNvPicPr/>
                <p:nvPr/>
              </p:nvPicPr>
              <p:blipFill>
                <a:blip r:embed="rId11"/>
                <a:stretch>
                  <a:fillRect/>
                </a:stretch>
              </p:blipFill>
              <p:spPr>
                <a:xfrm>
                  <a:off x="10480020" y="4779780"/>
                  <a:ext cx="100800" cy="2930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3" name="Ink 22">
                  <a:extLst>
                    <a:ext uri="{FF2B5EF4-FFF2-40B4-BE49-F238E27FC236}">
                      <a16:creationId xmlns:a16="http://schemas.microsoft.com/office/drawing/2014/main" id="{EF2A80C9-96B1-1125-16B9-0FBF0D186FEE}"/>
                    </a:ext>
                  </a:extLst>
                </p14:cNvPr>
                <p14:cNvContentPartPr/>
                <p14:nvPr/>
              </p14:nvContentPartPr>
              <p14:xfrm>
                <a:off x="9961260" y="4780500"/>
                <a:ext cx="84960" cy="291960"/>
              </p14:xfrm>
            </p:contentPart>
          </mc:Choice>
          <mc:Fallback xmlns="">
            <p:pic>
              <p:nvPicPr>
                <p:cNvPr id="23" name="Ink 22">
                  <a:extLst>
                    <a:ext uri="{FF2B5EF4-FFF2-40B4-BE49-F238E27FC236}">
                      <a16:creationId xmlns:a16="http://schemas.microsoft.com/office/drawing/2014/main" id="{EF2A80C9-96B1-1125-16B9-0FBF0D186FEE}"/>
                    </a:ext>
                  </a:extLst>
                </p:cNvPr>
                <p:cNvPicPr/>
                <p:nvPr/>
              </p:nvPicPr>
              <p:blipFill>
                <a:blip r:embed="rId13"/>
                <a:stretch>
                  <a:fillRect/>
                </a:stretch>
              </p:blipFill>
              <p:spPr>
                <a:xfrm>
                  <a:off x="9952260" y="4771860"/>
                  <a:ext cx="102600" cy="3096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4" name="Ink 23">
                  <a:extLst>
                    <a:ext uri="{FF2B5EF4-FFF2-40B4-BE49-F238E27FC236}">
                      <a16:creationId xmlns:a16="http://schemas.microsoft.com/office/drawing/2014/main" id="{AB093E94-BBCC-EA4C-D0DF-F6B10AAAA374}"/>
                    </a:ext>
                  </a:extLst>
                </p14:cNvPr>
                <p14:cNvContentPartPr/>
                <p14:nvPr/>
              </p14:nvContentPartPr>
              <p14:xfrm>
                <a:off x="10775220" y="4971300"/>
                <a:ext cx="90000" cy="95400"/>
              </p14:xfrm>
            </p:contentPart>
          </mc:Choice>
          <mc:Fallback xmlns="">
            <p:pic>
              <p:nvPicPr>
                <p:cNvPr id="24" name="Ink 23">
                  <a:extLst>
                    <a:ext uri="{FF2B5EF4-FFF2-40B4-BE49-F238E27FC236}">
                      <a16:creationId xmlns:a16="http://schemas.microsoft.com/office/drawing/2014/main" id="{AB093E94-BBCC-EA4C-D0DF-F6B10AAAA374}"/>
                    </a:ext>
                  </a:extLst>
                </p:cNvPr>
                <p:cNvPicPr/>
                <p:nvPr/>
              </p:nvPicPr>
              <p:blipFill>
                <a:blip r:embed="rId15"/>
                <a:stretch>
                  <a:fillRect/>
                </a:stretch>
              </p:blipFill>
              <p:spPr>
                <a:xfrm>
                  <a:off x="10766220" y="4962660"/>
                  <a:ext cx="10764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5" name="Ink 24">
                  <a:extLst>
                    <a:ext uri="{FF2B5EF4-FFF2-40B4-BE49-F238E27FC236}">
                      <a16:creationId xmlns:a16="http://schemas.microsoft.com/office/drawing/2014/main" id="{ABDB5E53-0912-78EB-0139-AAF26EB7B64A}"/>
                    </a:ext>
                  </a:extLst>
                </p14:cNvPr>
                <p14:cNvContentPartPr/>
                <p14:nvPr/>
              </p14:nvContentPartPr>
              <p14:xfrm>
                <a:off x="10724100" y="4986780"/>
                <a:ext cx="139320" cy="119880"/>
              </p14:xfrm>
            </p:contentPart>
          </mc:Choice>
          <mc:Fallback xmlns="">
            <p:pic>
              <p:nvPicPr>
                <p:cNvPr id="25" name="Ink 24">
                  <a:extLst>
                    <a:ext uri="{FF2B5EF4-FFF2-40B4-BE49-F238E27FC236}">
                      <a16:creationId xmlns:a16="http://schemas.microsoft.com/office/drawing/2014/main" id="{ABDB5E53-0912-78EB-0139-AAF26EB7B64A}"/>
                    </a:ext>
                  </a:extLst>
                </p:cNvPr>
                <p:cNvPicPr/>
                <p:nvPr/>
              </p:nvPicPr>
              <p:blipFill>
                <a:blip r:embed="rId17"/>
                <a:stretch>
                  <a:fillRect/>
                </a:stretch>
              </p:blipFill>
              <p:spPr>
                <a:xfrm>
                  <a:off x="10715100" y="4978140"/>
                  <a:ext cx="156960" cy="137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8">
            <p14:nvContentPartPr>
              <p14:cNvPr id="4" name="Ink 3">
                <a:extLst>
                  <a:ext uri="{FF2B5EF4-FFF2-40B4-BE49-F238E27FC236}">
                    <a16:creationId xmlns:a16="http://schemas.microsoft.com/office/drawing/2014/main" id="{6A71B73F-9A7B-C437-DC52-5FBC72E72D50}"/>
                  </a:ext>
                </a:extLst>
              </p14:cNvPr>
              <p14:cNvContentPartPr/>
              <p14:nvPr/>
            </p14:nvContentPartPr>
            <p14:xfrm>
              <a:off x="9335220" y="3484860"/>
              <a:ext cx="1351080" cy="1051560"/>
            </p14:xfrm>
          </p:contentPart>
        </mc:Choice>
        <mc:Fallback xmlns="">
          <p:pic>
            <p:nvPicPr>
              <p:cNvPr id="4" name="Ink 3">
                <a:extLst>
                  <a:ext uri="{FF2B5EF4-FFF2-40B4-BE49-F238E27FC236}">
                    <a16:creationId xmlns:a16="http://schemas.microsoft.com/office/drawing/2014/main" id="{6A71B73F-9A7B-C437-DC52-5FBC72E72D50}"/>
                  </a:ext>
                </a:extLst>
              </p:cNvPr>
              <p:cNvPicPr/>
              <p:nvPr/>
            </p:nvPicPr>
            <p:blipFill>
              <a:blip r:embed="rId19"/>
              <a:stretch>
                <a:fillRect/>
              </a:stretch>
            </p:blipFill>
            <p:spPr>
              <a:xfrm>
                <a:off x="9326580" y="3475860"/>
                <a:ext cx="1368720" cy="10692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5" name="Ink 4">
                <a:extLst>
                  <a:ext uri="{FF2B5EF4-FFF2-40B4-BE49-F238E27FC236}">
                    <a16:creationId xmlns:a16="http://schemas.microsoft.com/office/drawing/2014/main" id="{4C641A0F-D1AA-4104-C52A-32AA1AD23032}"/>
                  </a:ext>
                </a:extLst>
              </p14:cNvPr>
              <p14:cNvContentPartPr/>
              <p14:nvPr/>
            </p14:nvContentPartPr>
            <p14:xfrm>
              <a:off x="10489020" y="3457860"/>
              <a:ext cx="258120" cy="181800"/>
            </p14:xfrm>
          </p:contentPart>
        </mc:Choice>
        <mc:Fallback xmlns="">
          <p:pic>
            <p:nvPicPr>
              <p:cNvPr id="5" name="Ink 4">
                <a:extLst>
                  <a:ext uri="{FF2B5EF4-FFF2-40B4-BE49-F238E27FC236}">
                    <a16:creationId xmlns:a16="http://schemas.microsoft.com/office/drawing/2014/main" id="{4C641A0F-D1AA-4104-C52A-32AA1AD23032}"/>
                  </a:ext>
                </a:extLst>
              </p:cNvPr>
              <p:cNvPicPr/>
              <p:nvPr/>
            </p:nvPicPr>
            <p:blipFill>
              <a:blip r:embed="rId21"/>
              <a:stretch>
                <a:fillRect/>
              </a:stretch>
            </p:blipFill>
            <p:spPr>
              <a:xfrm>
                <a:off x="10480020" y="3449220"/>
                <a:ext cx="275760" cy="1994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6" name="Ink 5">
                <a:extLst>
                  <a:ext uri="{FF2B5EF4-FFF2-40B4-BE49-F238E27FC236}">
                    <a16:creationId xmlns:a16="http://schemas.microsoft.com/office/drawing/2014/main" id="{63EEC65E-63E0-436D-E52B-AF55D03513BD}"/>
                  </a:ext>
                </a:extLst>
              </p14:cNvPr>
              <p14:cNvContentPartPr/>
              <p14:nvPr/>
            </p14:nvContentPartPr>
            <p14:xfrm>
              <a:off x="9704580" y="3612300"/>
              <a:ext cx="214200" cy="20520"/>
            </p14:xfrm>
          </p:contentPart>
        </mc:Choice>
        <mc:Fallback xmlns="">
          <p:pic>
            <p:nvPicPr>
              <p:cNvPr id="6" name="Ink 5">
                <a:extLst>
                  <a:ext uri="{FF2B5EF4-FFF2-40B4-BE49-F238E27FC236}">
                    <a16:creationId xmlns:a16="http://schemas.microsoft.com/office/drawing/2014/main" id="{63EEC65E-63E0-436D-E52B-AF55D03513BD}"/>
                  </a:ext>
                </a:extLst>
              </p:cNvPr>
              <p:cNvPicPr/>
              <p:nvPr/>
            </p:nvPicPr>
            <p:blipFill>
              <a:blip r:embed="rId23"/>
              <a:stretch>
                <a:fillRect/>
              </a:stretch>
            </p:blipFill>
            <p:spPr>
              <a:xfrm>
                <a:off x="9695940" y="3603300"/>
                <a:ext cx="23184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7" name="Ink 6">
                <a:extLst>
                  <a:ext uri="{FF2B5EF4-FFF2-40B4-BE49-F238E27FC236}">
                    <a16:creationId xmlns:a16="http://schemas.microsoft.com/office/drawing/2014/main" id="{B6EDC29B-674B-7E45-14E3-D5EC32CA65E3}"/>
                  </a:ext>
                </a:extLst>
              </p14:cNvPr>
              <p14:cNvContentPartPr/>
              <p14:nvPr/>
            </p14:nvContentPartPr>
            <p14:xfrm>
              <a:off x="9730860" y="3643620"/>
              <a:ext cx="10080" cy="155520"/>
            </p14:xfrm>
          </p:contentPart>
        </mc:Choice>
        <mc:Fallback xmlns="">
          <p:pic>
            <p:nvPicPr>
              <p:cNvPr id="7" name="Ink 6">
                <a:extLst>
                  <a:ext uri="{FF2B5EF4-FFF2-40B4-BE49-F238E27FC236}">
                    <a16:creationId xmlns:a16="http://schemas.microsoft.com/office/drawing/2014/main" id="{B6EDC29B-674B-7E45-14E3-D5EC32CA65E3}"/>
                  </a:ext>
                </a:extLst>
              </p:cNvPr>
              <p:cNvPicPr/>
              <p:nvPr/>
            </p:nvPicPr>
            <p:blipFill>
              <a:blip r:embed="rId25"/>
              <a:stretch>
                <a:fillRect/>
              </a:stretch>
            </p:blipFill>
            <p:spPr>
              <a:xfrm>
                <a:off x="9722220" y="3634620"/>
                <a:ext cx="2772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8" name="Ink 7">
                <a:extLst>
                  <a:ext uri="{FF2B5EF4-FFF2-40B4-BE49-F238E27FC236}">
                    <a16:creationId xmlns:a16="http://schemas.microsoft.com/office/drawing/2014/main" id="{D9918636-AB75-802C-489B-319F4477C11C}"/>
                  </a:ext>
                </a:extLst>
              </p14:cNvPr>
              <p14:cNvContentPartPr/>
              <p14:nvPr/>
            </p14:nvContentPartPr>
            <p14:xfrm>
              <a:off x="9808260" y="3718140"/>
              <a:ext cx="169560" cy="147240"/>
            </p14:xfrm>
          </p:contentPart>
        </mc:Choice>
        <mc:Fallback xmlns="">
          <p:pic>
            <p:nvPicPr>
              <p:cNvPr id="8" name="Ink 7">
                <a:extLst>
                  <a:ext uri="{FF2B5EF4-FFF2-40B4-BE49-F238E27FC236}">
                    <a16:creationId xmlns:a16="http://schemas.microsoft.com/office/drawing/2014/main" id="{D9918636-AB75-802C-489B-319F4477C11C}"/>
                  </a:ext>
                </a:extLst>
              </p:cNvPr>
              <p:cNvPicPr/>
              <p:nvPr/>
            </p:nvPicPr>
            <p:blipFill>
              <a:blip r:embed="rId27"/>
              <a:stretch>
                <a:fillRect/>
              </a:stretch>
            </p:blipFill>
            <p:spPr>
              <a:xfrm>
                <a:off x="9799620" y="3709140"/>
                <a:ext cx="187200" cy="1648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9" name="Ink 8">
                <a:extLst>
                  <a:ext uri="{FF2B5EF4-FFF2-40B4-BE49-F238E27FC236}">
                    <a16:creationId xmlns:a16="http://schemas.microsoft.com/office/drawing/2014/main" id="{47228E92-D4EA-611B-BF8E-D6E46E40309C}"/>
                  </a:ext>
                </a:extLst>
              </p14:cNvPr>
              <p14:cNvContentPartPr/>
              <p14:nvPr/>
            </p14:nvContentPartPr>
            <p14:xfrm>
              <a:off x="9600180" y="3640380"/>
              <a:ext cx="152640" cy="22320"/>
            </p14:xfrm>
          </p:contentPart>
        </mc:Choice>
        <mc:Fallback xmlns="">
          <p:pic>
            <p:nvPicPr>
              <p:cNvPr id="9" name="Ink 8">
                <a:extLst>
                  <a:ext uri="{FF2B5EF4-FFF2-40B4-BE49-F238E27FC236}">
                    <a16:creationId xmlns:a16="http://schemas.microsoft.com/office/drawing/2014/main" id="{47228E92-D4EA-611B-BF8E-D6E46E40309C}"/>
                  </a:ext>
                </a:extLst>
              </p:cNvPr>
              <p:cNvPicPr/>
              <p:nvPr/>
            </p:nvPicPr>
            <p:blipFill>
              <a:blip r:embed="rId29"/>
              <a:stretch>
                <a:fillRect/>
              </a:stretch>
            </p:blipFill>
            <p:spPr>
              <a:xfrm>
                <a:off x="9591540" y="3631740"/>
                <a:ext cx="17028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3" name="Ink 12">
                <a:extLst>
                  <a:ext uri="{FF2B5EF4-FFF2-40B4-BE49-F238E27FC236}">
                    <a16:creationId xmlns:a16="http://schemas.microsoft.com/office/drawing/2014/main" id="{6872CD61-7C9E-4D9C-543B-10995DC3D41C}"/>
                  </a:ext>
                </a:extLst>
              </p14:cNvPr>
              <p14:cNvContentPartPr/>
              <p14:nvPr/>
            </p14:nvContentPartPr>
            <p14:xfrm>
              <a:off x="9369060" y="4563060"/>
              <a:ext cx="107640" cy="16920"/>
            </p14:xfrm>
          </p:contentPart>
        </mc:Choice>
        <mc:Fallback xmlns="">
          <p:pic>
            <p:nvPicPr>
              <p:cNvPr id="13" name="Ink 12">
                <a:extLst>
                  <a:ext uri="{FF2B5EF4-FFF2-40B4-BE49-F238E27FC236}">
                    <a16:creationId xmlns:a16="http://schemas.microsoft.com/office/drawing/2014/main" id="{6872CD61-7C9E-4D9C-543B-10995DC3D41C}"/>
                  </a:ext>
                </a:extLst>
              </p:cNvPr>
              <p:cNvPicPr/>
              <p:nvPr/>
            </p:nvPicPr>
            <p:blipFill>
              <a:blip r:embed="rId31"/>
              <a:stretch>
                <a:fillRect/>
              </a:stretch>
            </p:blipFill>
            <p:spPr>
              <a:xfrm>
                <a:off x="9360060" y="4554060"/>
                <a:ext cx="12528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9" name="Ink 28">
                <a:extLst>
                  <a:ext uri="{FF2B5EF4-FFF2-40B4-BE49-F238E27FC236}">
                    <a16:creationId xmlns:a16="http://schemas.microsoft.com/office/drawing/2014/main" id="{EB95255A-AB05-31D7-1551-59BBE6DBD610}"/>
                  </a:ext>
                </a:extLst>
              </p14:cNvPr>
              <p14:cNvContentPartPr/>
              <p14:nvPr/>
            </p14:nvContentPartPr>
            <p14:xfrm>
              <a:off x="10759740" y="3504300"/>
              <a:ext cx="15120" cy="115920"/>
            </p14:xfrm>
          </p:contentPart>
        </mc:Choice>
        <mc:Fallback xmlns="">
          <p:pic>
            <p:nvPicPr>
              <p:cNvPr id="29" name="Ink 28">
                <a:extLst>
                  <a:ext uri="{FF2B5EF4-FFF2-40B4-BE49-F238E27FC236}">
                    <a16:creationId xmlns:a16="http://schemas.microsoft.com/office/drawing/2014/main" id="{EB95255A-AB05-31D7-1551-59BBE6DBD610}"/>
                  </a:ext>
                </a:extLst>
              </p:cNvPr>
              <p:cNvPicPr/>
              <p:nvPr/>
            </p:nvPicPr>
            <p:blipFill>
              <a:blip r:embed="rId33"/>
              <a:stretch>
                <a:fillRect/>
              </a:stretch>
            </p:blipFill>
            <p:spPr>
              <a:xfrm>
                <a:off x="10750740" y="3495300"/>
                <a:ext cx="3276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0" name="Ink 29">
                <a:extLst>
                  <a:ext uri="{FF2B5EF4-FFF2-40B4-BE49-F238E27FC236}">
                    <a16:creationId xmlns:a16="http://schemas.microsoft.com/office/drawing/2014/main" id="{76543012-631B-B89A-35E7-837EE95A97FB}"/>
                  </a:ext>
                </a:extLst>
              </p14:cNvPr>
              <p14:cNvContentPartPr/>
              <p14:nvPr/>
            </p14:nvContentPartPr>
            <p14:xfrm>
              <a:off x="10822020" y="3677820"/>
              <a:ext cx="15120" cy="150120"/>
            </p14:xfrm>
          </p:contentPart>
        </mc:Choice>
        <mc:Fallback xmlns="">
          <p:pic>
            <p:nvPicPr>
              <p:cNvPr id="30" name="Ink 29">
                <a:extLst>
                  <a:ext uri="{FF2B5EF4-FFF2-40B4-BE49-F238E27FC236}">
                    <a16:creationId xmlns:a16="http://schemas.microsoft.com/office/drawing/2014/main" id="{76543012-631B-B89A-35E7-837EE95A97FB}"/>
                  </a:ext>
                </a:extLst>
              </p:cNvPr>
              <p:cNvPicPr/>
              <p:nvPr/>
            </p:nvPicPr>
            <p:blipFill>
              <a:blip r:embed="rId35"/>
              <a:stretch>
                <a:fillRect/>
              </a:stretch>
            </p:blipFill>
            <p:spPr>
              <a:xfrm>
                <a:off x="10813020" y="3668820"/>
                <a:ext cx="32760" cy="1677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31" name="Ink 30">
                <a:extLst>
                  <a:ext uri="{FF2B5EF4-FFF2-40B4-BE49-F238E27FC236}">
                    <a16:creationId xmlns:a16="http://schemas.microsoft.com/office/drawing/2014/main" id="{DCD8BE58-84E0-F23A-1682-1212C4495A99}"/>
                  </a:ext>
                </a:extLst>
              </p14:cNvPr>
              <p14:cNvContentPartPr/>
              <p14:nvPr/>
            </p14:nvContentPartPr>
            <p14:xfrm>
              <a:off x="10809420" y="3914340"/>
              <a:ext cx="7920" cy="191160"/>
            </p14:xfrm>
          </p:contentPart>
        </mc:Choice>
        <mc:Fallback xmlns="">
          <p:pic>
            <p:nvPicPr>
              <p:cNvPr id="31" name="Ink 30">
                <a:extLst>
                  <a:ext uri="{FF2B5EF4-FFF2-40B4-BE49-F238E27FC236}">
                    <a16:creationId xmlns:a16="http://schemas.microsoft.com/office/drawing/2014/main" id="{DCD8BE58-84E0-F23A-1682-1212C4495A99}"/>
                  </a:ext>
                </a:extLst>
              </p:cNvPr>
              <p:cNvPicPr/>
              <p:nvPr/>
            </p:nvPicPr>
            <p:blipFill>
              <a:blip r:embed="rId37"/>
              <a:stretch>
                <a:fillRect/>
              </a:stretch>
            </p:blipFill>
            <p:spPr>
              <a:xfrm>
                <a:off x="10800420" y="3905700"/>
                <a:ext cx="25560" cy="2088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2" name="Ink 31">
                <a:extLst>
                  <a:ext uri="{FF2B5EF4-FFF2-40B4-BE49-F238E27FC236}">
                    <a16:creationId xmlns:a16="http://schemas.microsoft.com/office/drawing/2014/main" id="{2F1C9D10-0A18-0CB1-A78E-9C7F27E10783}"/>
                  </a:ext>
                </a:extLst>
              </p14:cNvPr>
              <p14:cNvContentPartPr/>
              <p14:nvPr/>
            </p14:nvContentPartPr>
            <p14:xfrm>
              <a:off x="10833180" y="4202340"/>
              <a:ext cx="5760" cy="186840"/>
            </p14:xfrm>
          </p:contentPart>
        </mc:Choice>
        <mc:Fallback xmlns="">
          <p:pic>
            <p:nvPicPr>
              <p:cNvPr id="32" name="Ink 31">
                <a:extLst>
                  <a:ext uri="{FF2B5EF4-FFF2-40B4-BE49-F238E27FC236}">
                    <a16:creationId xmlns:a16="http://schemas.microsoft.com/office/drawing/2014/main" id="{2F1C9D10-0A18-0CB1-A78E-9C7F27E10783}"/>
                  </a:ext>
                </a:extLst>
              </p:cNvPr>
              <p:cNvPicPr/>
              <p:nvPr/>
            </p:nvPicPr>
            <p:blipFill>
              <a:blip r:embed="rId39"/>
              <a:stretch>
                <a:fillRect/>
              </a:stretch>
            </p:blipFill>
            <p:spPr>
              <a:xfrm>
                <a:off x="10824540" y="4193340"/>
                <a:ext cx="23400" cy="2044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6" name="Ink 15">
                <a:extLst>
                  <a:ext uri="{FF2B5EF4-FFF2-40B4-BE49-F238E27FC236}">
                    <a16:creationId xmlns:a16="http://schemas.microsoft.com/office/drawing/2014/main" id="{628CBCE3-416D-7EC5-3643-AD8B54EBBB1A}"/>
                  </a:ext>
                </a:extLst>
              </p14:cNvPr>
              <p14:cNvContentPartPr/>
              <p14:nvPr/>
            </p14:nvContentPartPr>
            <p14:xfrm>
              <a:off x="10446900" y="4564140"/>
              <a:ext cx="156960" cy="6120"/>
            </p14:xfrm>
          </p:contentPart>
        </mc:Choice>
        <mc:Fallback xmlns="">
          <p:pic>
            <p:nvPicPr>
              <p:cNvPr id="16" name="Ink 15">
                <a:extLst>
                  <a:ext uri="{FF2B5EF4-FFF2-40B4-BE49-F238E27FC236}">
                    <a16:creationId xmlns:a16="http://schemas.microsoft.com/office/drawing/2014/main" id="{628CBCE3-416D-7EC5-3643-AD8B54EBBB1A}"/>
                  </a:ext>
                </a:extLst>
              </p:cNvPr>
              <p:cNvPicPr/>
              <p:nvPr/>
            </p:nvPicPr>
            <p:blipFill>
              <a:blip r:embed="rId41"/>
              <a:stretch>
                <a:fillRect/>
              </a:stretch>
            </p:blipFill>
            <p:spPr>
              <a:xfrm>
                <a:off x="10437900" y="4555140"/>
                <a:ext cx="17460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6" name="Ink 35">
                <a:extLst>
                  <a:ext uri="{FF2B5EF4-FFF2-40B4-BE49-F238E27FC236}">
                    <a16:creationId xmlns:a16="http://schemas.microsoft.com/office/drawing/2014/main" id="{A6864C21-ED1A-9D1E-CC8B-9148CE424366}"/>
                  </a:ext>
                </a:extLst>
              </p14:cNvPr>
              <p14:cNvContentPartPr/>
              <p14:nvPr/>
            </p14:nvContentPartPr>
            <p14:xfrm>
              <a:off x="10661820" y="3511500"/>
              <a:ext cx="235440" cy="198720"/>
            </p14:xfrm>
          </p:contentPart>
        </mc:Choice>
        <mc:Fallback xmlns="">
          <p:pic>
            <p:nvPicPr>
              <p:cNvPr id="36" name="Ink 35">
                <a:extLst>
                  <a:ext uri="{FF2B5EF4-FFF2-40B4-BE49-F238E27FC236}">
                    <a16:creationId xmlns:a16="http://schemas.microsoft.com/office/drawing/2014/main" id="{A6864C21-ED1A-9D1E-CC8B-9148CE424366}"/>
                  </a:ext>
                </a:extLst>
              </p:cNvPr>
              <p:cNvPicPr/>
              <p:nvPr/>
            </p:nvPicPr>
            <p:blipFill>
              <a:blip r:embed="rId43"/>
              <a:stretch>
                <a:fillRect/>
              </a:stretch>
            </p:blipFill>
            <p:spPr>
              <a:xfrm>
                <a:off x="10652820" y="3502500"/>
                <a:ext cx="253080" cy="2163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7" name="Ink 36">
                <a:extLst>
                  <a:ext uri="{FF2B5EF4-FFF2-40B4-BE49-F238E27FC236}">
                    <a16:creationId xmlns:a16="http://schemas.microsoft.com/office/drawing/2014/main" id="{187C033A-B2F3-CB59-5987-D21D8C3F1BD2}"/>
                  </a:ext>
                </a:extLst>
              </p14:cNvPr>
              <p14:cNvContentPartPr/>
              <p14:nvPr/>
            </p14:nvContentPartPr>
            <p14:xfrm>
              <a:off x="11087340" y="3750900"/>
              <a:ext cx="210600" cy="20520"/>
            </p14:xfrm>
          </p:contentPart>
        </mc:Choice>
        <mc:Fallback xmlns="">
          <p:pic>
            <p:nvPicPr>
              <p:cNvPr id="37" name="Ink 36">
                <a:extLst>
                  <a:ext uri="{FF2B5EF4-FFF2-40B4-BE49-F238E27FC236}">
                    <a16:creationId xmlns:a16="http://schemas.microsoft.com/office/drawing/2014/main" id="{187C033A-B2F3-CB59-5987-D21D8C3F1BD2}"/>
                  </a:ext>
                </a:extLst>
              </p:cNvPr>
              <p:cNvPicPr/>
              <p:nvPr/>
            </p:nvPicPr>
            <p:blipFill>
              <a:blip r:embed="rId45"/>
              <a:stretch>
                <a:fillRect/>
              </a:stretch>
            </p:blipFill>
            <p:spPr>
              <a:xfrm>
                <a:off x="11078340" y="3741900"/>
                <a:ext cx="22824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8" name="Ink 37">
                <a:extLst>
                  <a:ext uri="{FF2B5EF4-FFF2-40B4-BE49-F238E27FC236}">
                    <a16:creationId xmlns:a16="http://schemas.microsoft.com/office/drawing/2014/main" id="{407D4745-B69B-32D9-6400-F48A1D8450A7}"/>
                  </a:ext>
                </a:extLst>
              </p14:cNvPr>
              <p14:cNvContentPartPr/>
              <p14:nvPr/>
            </p14:nvContentPartPr>
            <p14:xfrm>
              <a:off x="11155740" y="3784380"/>
              <a:ext cx="43920" cy="156600"/>
            </p14:xfrm>
          </p:contentPart>
        </mc:Choice>
        <mc:Fallback xmlns="">
          <p:pic>
            <p:nvPicPr>
              <p:cNvPr id="38" name="Ink 37">
                <a:extLst>
                  <a:ext uri="{FF2B5EF4-FFF2-40B4-BE49-F238E27FC236}">
                    <a16:creationId xmlns:a16="http://schemas.microsoft.com/office/drawing/2014/main" id="{407D4745-B69B-32D9-6400-F48A1D8450A7}"/>
                  </a:ext>
                </a:extLst>
              </p:cNvPr>
              <p:cNvPicPr/>
              <p:nvPr/>
            </p:nvPicPr>
            <p:blipFill>
              <a:blip r:embed="rId47"/>
              <a:stretch>
                <a:fillRect/>
              </a:stretch>
            </p:blipFill>
            <p:spPr>
              <a:xfrm>
                <a:off x="11146740" y="3775380"/>
                <a:ext cx="6156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9" name="Ink 38">
                <a:extLst>
                  <a:ext uri="{FF2B5EF4-FFF2-40B4-BE49-F238E27FC236}">
                    <a16:creationId xmlns:a16="http://schemas.microsoft.com/office/drawing/2014/main" id="{3E217654-0C1E-60DE-AFBA-3B69C969FC45}"/>
                  </a:ext>
                </a:extLst>
              </p14:cNvPr>
              <p14:cNvContentPartPr/>
              <p14:nvPr/>
            </p14:nvContentPartPr>
            <p14:xfrm>
              <a:off x="11220540" y="3873660"/>
              <a:ext cx="184320" cy="86400"/>
            </p14:xfrm>
          </p:contentPart>
        </mc:Choice>
        <mc:Fallback xmlns="">
          <p:pic>
            <p:nvPicPr>
              <p:cNvPr id="39" name="Ink 38">
                <a:extLst>
                  <a:ext uri="{FF2B5EF4-FFF2-40B4-BE49-F238E27FC236}">
                    <a16:creationId xmlns:a16="http://schemas.microsoft.com/office/drawing/2014/main" id="{3E217654-0C1E-60DE-AFBA-3B69C969FC45}"/>
                  </a:ext>
                </a:extLst>
              </p:cNvPr>
              <p:cNvPicPr/>
              <p:nvPr/>
            </p:nvPicPr>
            <p:blipFill>
              <a:blip r:embed="rId49"/>
              <a:stretch>
                <a:fillRect/>
              </a:stretch>
            </p:blipFill>
            <p:spPr>
              <a:xfrm>
                <a:off x="11211900" y="3865020"/>
                <a:ext cx="20196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40" name="Ink 39">
                <a:extLst>
                  <a:ext uri="{FF2B5EF4-FFF2-40B4-BE49-F238E27FC236}">
                    <a16:creationId xmlns:a16="http://schemas.microsoft.com/office/drawing/2014/main" id="{0BC8D6A7-AF86-0527-C9F4-6706C16D60C6}"/>
                  </a:ext>
                </a:extLst>
              </p14:cNvPr>
              <p14:cNvContentPartPr/>
              <p14:nvPr/>
            </p14:nvContentPartPr>
            <p14:xfrm>
              <a:off x="11427180" y="3719220"/>
              <a:ext cx="65880" cy="299520"/>
            </p14:xfrm>
          </p:contentPart>
        </mc:Choice>
        <mc:Fallback xmlns="">
          <p:pic>
            <p:nvPicPr>
              <p:cNvPr id="40" name="Ink 39">
                <a:extLst>
                  <a:ext uri="{FF2B5EF4-FFF2-40B4-BE49-F238E27FC236}">
                    <a16:creationId xmlns:a16="http://schemas.microsoft.com/office/drawing/2014/main" id="{0BC8D6A7-AF86-0527-C9F4-6706C16D60C6}"/>
                  </a:ext>
                </a:extLst>
              </p:cNvPr>
              <p:cNvPicPr/>
              <p:nvPr/>
            </p:nvPicPr>
            <p:blipFill>
              <a:blip r:embed="rId51"/>
              <a:stretch>
                <a:fillRect/>
              </a:stretch>
            </p:blipFill>
            <p:spPr>
              <a:xfrm>
                <a:off x="11418180" y="3710580"/>
                <a:ext cx="83520" cy="31716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41" name="Ink 40">
                <a:extLst>
                  <a:ext uri="{FF2B5EF4-FFF2-40B4-BE49-F238E27FC236}">
                    <a16:creationId xmlns:a16="http://schemas.microsoft.com/office/drawing/2014/main" id="{8752C1C0-1177-7C1B-BC7C-AEDC2D5D9FBE}"/>
                  </a:ext>
                </a:extLst>
              </p14:cNvPr>
              <p14:cNvContentPartPr/>
              <p14:nvPr/>
            </p14:nvContentPartPr>
            <p14:xfrm>
              <a:off x="11026140" y="3702300"/>
              <a:ext cx="71280" cy="275400"/>
            </p14:xfrm>
          </p:contentPart>
        </mc:Choice>
        <mc:Fallback xmlns="">
          <p:pic>
            <p:nvPicPr>
              <p:cNvPr id="41" name="Ink 40">
                <a:extLst>
                  <a:ext uri="{FF2B5EF4-FFF2-40B4-BE49-F238E27FC236}">
                    <a16:creationId xmlns:a16="http://schemas.microsoft.com/office/drawing/2014/main" id="{8752C1C0-1177-7C1B-BC7C-AEDC2D5D9FBE}"/>
                  </a:ext>
                </a:extLst>
              </p:cNvPr>
              <p:cNvPicPr/>
              <p:nvPr/>
            </p:nvPicPr>
            <p:blipFill>
              <a:blip r:embed="rId53"/>
              <a:stretch>
                <a:fillRect/>
              </a:stretch>
            </p:blipFill>
            <p:spPr>
              <a:xfrm>
                <a:off x="11017500" y="3693300"/>
                <a:ext cx="88920" cy="2930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42" name="Ink 41">
                <a:extLst>
                  <a:ext uri="{FF2B5EF4-FFF2-40B4-BE49-F238E27FC236}">
                    <a16:creationId xmlns:a16="http://schemas.microsoft.com/office/drawing/2014/main" id="{9E5854DB-8D7E-2FB8-4357-E32AB804AEE5}"/>
                  </a:ext>
                </a:extLst>
              </p14:cNvPr>
              <p14:cNvContentPartPr/>
              <p14:nvPr/>
            </p14:nvContentPartPr>
            <p14:xfrm>
              <a:off x="11585940" y="3919380"/>
              <a:ext cx="111600" cy="100800"/>
            </p14:xfrm>
          </p:contentPart>
        </mc:Choice>
        <mc:Fallback xmlns="">
          <p:pic>
            <p:nvPicPr>
              <p:cNvPr id="42" name="Ink 41">
                <a:extLst>
                  <a:ext uri="{FF2B5EF4-FFF2-40B4-BE49-F238E27FC236}">
                    <a16:creationId xmlns:a16="http://schemas.microsoft.com/office/drawing/2014/main" id="{9E5854DB-8D7E-2FB8-4357-E32AB804AEE5}"/>
                  </a:ext>
                </a:extLst>
              </p:cNvPr>
              <p:cNvPicPr/>
              <p:nvPr/>
            </p:nvPicPr>
            <p:blipFill>
              <a:blip r:embed="rId55"/>
              <a:stretch>
                <a:fillRect/>
              </a:stretch>
            </p:blipFill>
            <p:spPr>
              <a:xfrm>
                <a:off x="11576940" y="3910380"/>
                <a:ext cx="129240" cy="1184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43" name="Ink 42">
                <a:extLst>
                  <a:ext uri="{FF2B5EF4-FFF2-40B4-BE49-F238E27FC236}">
                    <a16:creationId xmlns:a16="http://schemas.microsoft.com/office/drawing/2014/main" id="{13849927-908F-7853-2889-1DFB0A7296D4}"/>
                  </a:ext>
                </a:extLst>
              </p14:cNvPr>
              <p14:cNvContentPartPr/>
              <p14:nvPr/>
            </p14:nvContentPartPr>
            <p14:xfrm>
              <a:off x="11639220" y="3909660"/>
              <a:ext cx="117720" cy="267840"/>
            </p14:xfrm>
          </p:contentPart>
        </mc:Choice>
        <mc:Fallback xmlns="">
          <p:pic>
            <p:nvPicPr>
              <p:cNvPr id="43" name="Ink 42">
                <a:extLst>
                  <a:ext uri="{FF2B5EF4-FFF2-40B4-BE49-F238E27FC236}">
                    <a16:creationId xmlns:a16="http://schemas.microsoft.com/office/drawing/2014/main" id="{13849927-908F-7853-2889-1DFB0A7296D4}"/>
                  </a:ext>
                </a:extLst>
              </p:cNvPr>
              <p:cNvPicPr/>
              <p:nvPr/>
            </p:nvPicPr>
            <p:blipFill>
              <a:blip r:embed="rId57"/>
              <a:stretch>
                <a:fillRect/>
              </a:stretch>
            </p:blipFill>
            <p:spPr>
              <a:xfrm>
                <a:off x="11630580" y="3900660"/>
                <a:ext cx="135360" cy="285480"/>
              </a:xfrm>
              <a:prstGeom prst="rect">
                <a:avLst/>
              </a:prstGeom>
            </p:spPr>
          </p:pic>
        </mc:Fallback>
      </mc:AlternateContent>
      <p:grpSp>
        <p:nvGrpSpPr>
          <p:cNvPr id="60" name="Group 59">
            <a:extLst>
              <a:ext uri="{FF2B5EF4-FFF2-40B4-BE49-F238E27FC236}">
                <a16:creationId xmlns:a16="http://schemas.microsoft.com/office/drawing/2014/main" id="{DE772752-89CF-37DB-6C9B-B43371C8C0AD}"/>
              </a:ext>
            </a:extLst>
          </p:cNvPr>
          <p:cNvGrpSpPr/>
          <p:nvPr/>
        </p:nvGrpSpPr>
        <p:grpSpPr>
          <a:xfrm>
            <a:off x="10577940" y="4477740"/>
            <a:ext cx="266760" cy="153720"/>
            <a:chOff x="10577940" y="4477740"/>
            <a:chExt cx="266760" cy="153720"/>
          </a:xfrm>
        </p:grpSpPr>
        <mc:AlternateContent xmlns:mc="http://schemas.openxmlformats.org/markup-compatibility/2006" xmlns:p14="http://schemas.microsoft.com/office/powerpoint/2010/main">
          <mc:Choice Requires="p14">
            <p:contentPart p14:bwMode="auto" r:id="rId58">
              <p14:nvContentPartPr>
                <p14:cNvPr id="56" name="Ink 55">
                  <a:extLst>
                    <a:ext uri="{FF2B5EF4-FFF2-40B4-BE49-F238E27FC236}">
                      <a16:creationId xmlns:a16="http://schemas.microsoft.com/office/drawing/2014/main" id="{E86924A9-1D2E-EA58-9D40-863034422E46}"/>
                    </a:ext>
                  </a:extLst>
                </p14:cNvPr>
                <p14:cNvContentPartPr/>
                <p14:nvPr/>
              </p14:nvContentPartPr>
              <p14:xfrm>
                <a:off x="10577940" y="4568460"/>
                <a:ext cx="252000" cy="39240"/>
              </p14:xfrm>
            </p:contentPart>
          </mc:Choice>
          <mc:Fallback xmlns="">
            <p:pic>
              <p:nvPicPr>
                <p:cNvPr id="56" name="Ink 55">
                  <a:extLst>
                    <a:ext uri="{FF2B5EF4-FFF2-40B4-BE49-F238E27FC236}">
                      <a16:creationId xmlns:a16="http://schemas.microsoft.com/office/drawing/2014/main" id="{E86924A9-1D2E-EA58-9D40-863034422E46}"/>
                    </a:ext>
                  </a:extLst>
                </p:cNvPr>
                <p:cNvPicPr/>
                <p:nvPr/>
              </p:nvPicPr>
              <p:blipFill>
                <a:blip r:embed="rId59"/>
                <a:stretch>
                  <a:fillRect/>
                </a:stretch>
              </p:blipFill>
              <p:spPr>
                <a:xfrm>
                  <a:off x="10568940" y="4559460"/>
                  <a:ext cx="269640" cy="5688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57" name="Ink 56">
                  <a:extLst>
                    <a:ext uri="{FF2B5EF4-FFF2-40B4-BE49-F238E27FC236}">
                      <a16:creationId xmlns:a16="http://schemas.microsoft.com/office/drawing/2014/main" id="{30B7C1BC-56E1-2FDE-F8AF-D3ABDD360B3B}"/>
                    </a:ext>
                  </a:extLst>
                </p14:cNvPr>
                <p14:cNvContentPartPr/>
                <p14:nvPr/>
              </p14:nvContentPartPr>
              <p14:xfrm>
                <a:off x="10730220" y="4524540"/>
                <a:ext cx="114480" cy="106920"/>
              </p14:xfrm>
            </p:contentPart>
          </mc:Choice>
          <mc:Fallback xmlns="">
            <p:pic>
              <p:nvPicPr>
                <p:cNvPr id="57" name="Ink 56">
                  <a:extLst>
                    <a:ext uri="{FF2B5EF4-FFF2-40B4-BE49-F238E27FC236}">
                      <a16:creationId xmlns:a16="http://schemas.microsoft.com/office/drawing/2014/main" id="{30B7C1BC-56E1-2FDE-F8AF-D3ABDD360B3B}"/>
                    </a:ext>
                  </a:extLst>
                </p:cNvPr>
                <p:cNvPicPr/>
                <p:nvPr/>
              </p:nvPicPr>
              <p:blipFill>
                <a:blip r:embed="rId61"/>
                <a:stretch>
                  <a:fillRect/>
                </a:stretch>
              </p:blipFill>
              <p:spPr>
                <a:xfrm>
                  <a:off x="10721580" y="4515900"/>
                  <a:ext cx="132120" cy="12456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59" name="Ink 58">
                  <a:extLst>
                    <a:ext uri="{FF2B5EF4-FFF2-40B4-BE49-F238E27FC236}">
                      <a16:creationId xmlns:a16="http://schemas.microsoft.com/office/drawing/2014/main" id="{80417CF9-5C12-F2F5-F712-598530DA3698}"/>
                    </a:ext>
                  </a:extLst>
                </p14:cNvPr>
                <p14:cNvContentPartPr/>
                <p14:nvPr/>
              </p14:nvContentPartPr>
              <p14:xfrm>
                <a:off x="10814460" y="4477740"/>
                <a:ext cx="2880" cy="56880"/>
              </p14:xfrm>
            </p:contentPart>
          </mc:Choice>
          <mc:Fallback xmlns="">
            <p:pic>
              <p:nvPicPr>
                <p:cNvPr id="59" name="Ink 58">
                  <a:extLst>
                    <a:ext uri="{FF2B5EF4-FFF2-40B4-BE49-F238E27FC236}">
                      <a16:creationId xmlns:a16="http://schemas.microsoft.com/office/drawing/2014/main" id="{80417CF9-5C12-F2F5-F712-598530DA3698}"/>
                    </a:ext>
                  </a:extLst>
                </p:cNvPr>
                <p:cNvPicPr/>
                <p:nvPr/>
              </p:nvPicPr>
              <p:blipFill>
                <a:blip r:embed="rId63"/>
                <a:stretch>
                  <a:fillRect/>
                </a:stretch>
              </p:blipFill>
              <p:spPr>
                <a:xfrm>
                  <a:off x="10805820" y="4469100"/>
                  <a:ext cx="20520" cy="74520"/>
                </a:xfrm>
                <a:prstGeom prst="rect">
                  <a:avLst/>
                </a:prstGeom>
              </p:spPr>
            </p:pic>
          </mc:Fallback>
        </mc:AlternateContent>
      </p:grpSp>
      <p:grpSp>
        <p:nvGrpSpPr>
          <p:cNvPr id="80" name="Group 79">
            <a:extLst>
              <a:ext uri="{FF2B5EF4-FFF2-40B4-BE49-F238E27FC236}">
                <a16:creationId xmlns:a16="http://schemas.microsoft.com/office/drawing/2014/main" id="{9853FBB4-5FD7-6F10-1C47-46E9AC6BCBA6}"/>
              </a:ext>
            </a:extLst>
          </p:cNvPr>
          <p:cNvGrpSpPr/>
          <p:nvPr/>
        </p:nvGrpSpPr>
        <p:grpSpPr>
          <a:xfrm>
            <a:off x="9684420" y="4249500"/>
            <a:ext cx="521280" cy="315000"/>
            <a:chOff x="9684420" y="4249500"/>
            <a:chExt cx="521280" cy="315000"/>
          </a:xfrm>
        </p:grpSpPr>
        <mc:AlternateContent xmlns:mc="http://schemas.openxmlformats.org/markup-compatibility/2006" xmlns:p14="http://schemas.microsoft.com/office/powerpoint/2010/main">
          <mc:Choice Requires="p14">
            <p:contentPart p14:bwMode="auto" r:id="rId64">
              <p14:nvContentPartPr>
                <p14:cNvPr id="14" name="Ink 13">
                  <a:extLst>
                    <a:ext uri="{FF2B5EF4-FFF2-40B4-BE49-F238E27FC236}">
                      <a16:creationId xmlns:a16="http://schemas.microsoft.com/office/drawing/2014/main" id="{4EFEBD08-0943-1C95-AFBB-EE2F3A9202A0}"/>
                    </a:ext>
                  </a:extLst>
                </p14:cNvPr>
                <p14:cNvContentPartPr/>
                <p14:nvPr/>
              </p14:nvContentPartPr>
              <p14:xfrm>
                <a:off x="9684420" y="4556220"/>
                <a:ext cx="151920" cy="8280"/>
              </p14:xfrm>
            </p:contentPart>
          </mc:Choice>
          <mc:Fallback xmlns="">
            <p:pic>
              <p:nvPicPr>
                <p:cNvPr id="14" name="Ink 13">
                  <a:extLst>
                    <a:ext uri="{FF2B5EF4-FFF2-40B4-BE49-F238E27FC236}">
                      <a16:creationId xmlns:a16="http://schemas.microsoft.com/office/drawing/2014/main" id="{4EFEBD08-0943-1C95-AFBB-EE2F3A9202A0}"/>
                    </a:ext>
                  </a:extLst>
                </p:cNvPr>
                <p:cNvPicPr/>
                <p:nvPr/>
              </p:nvPicPr>
              <p:blipFill>
                <a:blip r:embed="rId65"/>
                <a:stretch>
                  <a:fillRect/>
                </a:stretch>
              </p:blipFill>
              <p:spPr>
                <a:xfrm>
                  <a:off x="9675780" y="4547220"/>
                  <a:ext cx="16956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15" name="Ink 14">
                  <a:extLst>
                    <a:ext uri="{FF2B5EF4-FFF2-40B4-BE49-F238E27FC236}">
                      <a16:creationId xmlns:a16="http://schemas.microsoft.com/office/drawing/2014/main" id="{8A61807F-1FBD-0491-B740-90B9D94C8F24}"/>
                    </a:ext>
                  </a:extLst>
                </p14:cNvPr>
                <p14:cNvContentPartPr/>
                <p14:nvPr/>
              </p14:nvContentPartPr>
              <p14:xfrm>
                <a:off x="10026780" y="4555500"/>
                <a:ext cx="162360" cy="7200"/>
              </p14:xfrm>
            </p:contentPart>
          </mc:Choice>
          <mc:Fallback xmlns="">
            <p:pic>
              <p:nvPicPr>
                <p:cNvPr id="15" name="Ink 14">
                  <a:extLst>
                    <a:ext uri="{FF2B5EF4-FFF2-40B4-BE49-F238E27FC236}">
                      <a16:creationId xmlns:a16="http://schemas.microsoft.com/office/drawing/2014/main" id="{8A61807F-1FBD-0491-B740-90B9D94C8F24}"/>
                    </a:ext>
                  </a:extLst>
                </p:cNvPr>
                <p:cNvPicPr/>
                <p:nvPr/>
              </p:nvPicPr>
              <p:blipFill>
                <a:blip r:embed="rId67"/>
                <a:stretch>
                  <a:fillRect/>
                </a:stretch>
              </p:blipFill>
              <p:spPr>
                <a:xfrm>
                  <a:off x="10017780" y="4546860"/>
                  <a:ext cx="18000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76" name="Ink 75">
                  <a:extLst>
                    <a:ext uri="{FF2B5EF4-FFF2-40B4-BE49-F238E27FC236}">
                      <a16:creationId xmlns:a16="http://schemas.microsoft.com/office/drawing/2014/main" id="{82CB3270-BD9E-A99E-CB58-3C42E8E5E39C}"/>
                    </a:ext>
                  </a:extLst>
                </p14:cNvPr>
                <p14:cNvContentPartPr/>
                <p14:nvPr/>
              </p14:nvContentPartPr>
              <p14:xfrm>
                <a:off x="9730860" y="4276500"/>
                <a:ext cx="60120" cy="279720"/>
              </p14:xfrm>
            </p:contentPart>
          </mc:Choice>
          <mc:Fallback xmlns="">
            <p:pic>
              <p:nvPicPr>
                <p:cNvPr id="76" name="Ink 75">
                  <a:extLst>
                    <a:ext uri="{FF2B5EF4-FFF2-40B4-BE49-F238E27FC236}">
                      <a16:creationId xmlns:a16="http://schemas.microsoft.com/office/drawing/2014/main" id="{82CB3270-BD9E-A99E-CB58-3C42E8E5E39C}"/>
                    </a:ext>
                  </a:extLst>
                </p:cNvPr>
                <p:cNvPicPr/>
                <p:nvPr/>
              </p:nvPicPr>
              <p:blipFill>
                <a:blip r:embed="rId69"/>
                <a:stretch>
                  <a:fillRect/>
                </a:stretch>
              </p:blipFill>
              <p:spPr>
                <a:xfrm>
                  <a:off x="9721860" y="4267500"/>
                  <a:ext cx="77760" cy="29736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77" name="Ink 76">
                  <a:extLst>
                    <a:ext uri="{FF2B5EF4-FFF2-40B4-BE49-F238E27FC236}">
                      <a16:creationId xmlns:a16="http://schemas.microsoft.com/office/drawing/2014/main" id="{C2C07C15-6367-B05D-9113-FA8051224A5F}"/>
                    </a:ext>
                  </a:extLst>
                </p14:cNvPr>
                <p14:cNvContentPartPr/>
                <p14:nvPr/>
              </p14:nvContentPartPr>
              <p14:xfrm>
                <a:off x="9875940" y="4303860"/>
                <a:ext cx="116280" cy="158400"/>
              </p14:xfrm>
            </p:contentPart>
          </mc:Choice>
          <mc:Fallback xmlns="">
            <p:pic>
              <p:nvPicPr>
                <p:cNvPr id="77" name="Ink 76">
                  <a:extLst>
                    <a:ext uri="{FF2B5EF4-FFF2-40B4-BE49-F238E27FC236}">
                      <a16:creationId xmlns:a16="http://schemas.microsoft.com/office/drawing/2014/main" id="{C2C07C15-6367-B05D-9113-FA8051224A5F}"/>
                    </a:ext>
                  </a:extLst>
                </p:cNvPr>
                <p:cNvPicPr/>
                <p:nvPr/>
              </p:nvPicPr>
              <p:blipFill>
                <a:blip r:embed="rId71"/>
                <a:stretch>
                  <a:fillRect/>
                </a:stretch>
              </p:blipFill>
              <p:spPr>
                <a:xfrm>
                  <a:off x="9866940" y="4294860"/>
                  <a:ext cx="13392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78" name="Ink 77">
                  <a:extLst>
                    <a:ext uri="{FF2B5EF4-FFF2-40B4-BE49-F238E27FC236}">
                      <a16:creationId xmlns:a16="http://schemas.microsoft.com/office/drawing/2014/main" id="{D6C390F5-13E3-236A-F6DE-C4D91146B216}"/>
                    </a:ext>
                  </a:extLst>
                </p14:cNvPr>
                <p14:cNvContentPartPr/>
                <p14:nvPr/>
              </p14:nvContentPartPr>
              <p14:xfrm>
                <a:off x="10024620" y="4324380"/>
                <a:ext cx="102600" cy="118440"/>
              </p14:xfrm>
            </p:contentPart>
          </mc:Choice>
          <mc:Fallback xmlns="">
            <p:pic>
              <p:nvPicPr>
                <p:cNvPr id="78" name="Ink 77">
                  <a:extLst>
                    <a:ext uri="{FF2B5EF4-FFF2-40B4-BE49-F238E27FC236}">
                      <a16:creationId xmlns:a16="http://schemas.microsoft.com/office/drawing/2014/main" id="{D6C390F5-13E3-236A-F6DE-C4D91146B216}"/>
                    </a:ext>
                  </a:extLst>
                </p:cNvPr>
                <p:cNvPicPr/>
                <p:nvPr/>
              </p:nvPicPr>
              <p:blipFill>
                <a:blip r:embed="rId73"/>
                <a:stretch>
                  <a:fillRect/>
                </a:stretch>
              </p:blipFill>
              <p:spPr>
                <a:xfrm>
                  <a:off x="10015980" y="4315380"/>
                  <a:ext cx="12024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79" name="Ink 78">
                  <a:extLst>
                    <a:ext uri="{FF2B5EF4-FFF2-40B4-BE49-F238E27FC236}">
                      <a16:creationId xmlns:a16="http://schemas.microsoft.com/office/drawing/2014/main" id="{9480336F-C7F2-3BB5-2109-8E0E29F6F154}"/>
                    </a:ext>
                  </a:extLst>
                </p14:cNvPr>
                <p14:cNvContentPartPr/>
                <p14:nvPr/>
              </p14:nvContentPartPr>
              <p14:xfrm>
                <a:off x="10172220" y="4249500"/>
                <a:ext cx="33480" cy="43560"/>
              </p14:xfrm>
            </p:contentPart>
          </mc:Choice>
          <mc:Fallback xmlns="">
            <p:pic>
              <p:nvPicPr>
                <p:cNvPr id="79" name="Ink 78">
                  <a:extLst>
                    <a:ext uri="{FF2B5EF4-FFF2-40B4-BE49-F238E27FC236}">
                      <a16:creationId xmlns:a16="http://schemas.microsoft.com/office/drawing/2014/main" id="{9480336F-C7F2-3BB5-2109-8E0E29F6F154}"/>
                    </a:ext>
                  </a:extLst>
                </p:cNvPr>
                <p:cNvPicPr/>
                <p:nvPr/>
              </p:nvPicPr>
              <p:blipFill>
                <a:blip r:embed="rId75"/>
                <a:stretch>
                  <a:fillRect/>
                </a:stretch>
              </p:blipFill>
              <p:spPr>
                <a:xfrm>
                  <a:off x="10163580" y="4240860"/>
                  <a:ext cx="51120" cy="61200"/>
                </a:xfrm>
                <a:prstGeom prst="rect">
                  <a:avLst/>
                </a:prstGeom>
              </p:spPr>
            </p:pic>
          </mc:Fallback>
        </mc:AlternateContent>
      </p:grpSp>
      <p:grpSp>
        <p:nvGrpSpPr>
          <p:cNvPr id="88" name="Group 87">
            <a:extLst>
              <a:ext uri="{FF2B5EF4-FFF2-40B4-BE49-F238E27FC236}">
                <a16:creationId xmlns:a16="http://schemas.microsoft.com/office/drawing/2014/main" id="{D4E24225-435C-4AC3-38BA-B0A58A060E98}"/>
              </a:ext>
            </a:extLst>
          </p:cNvPr>
          <p:cNvGrpSpPr/>
          <p:nvPr/>
        </p:nvGrpSpPr>
        <p:grpSpPr>
          <a:xfrm>
            <a:off x="8827620" y="5397900"/>
            <a:ext cx="2505960" cy="474840"/>
            <a:chOff x="8827620" y="5397900"/>
            <a:chExt cx="2505960" cy="474840"/>
          </a:xfrm>
        </p:grpSpPr>
        <mc:AlternateContent xmlns:mc="http://schemas.openxmlformats.org/markup-compatibility/2006" xmlns:p14="http://schemas.microsoft.com/office/powerpoint/2010/main">
          <mc:Choice Requires="p14">
            <p:contentPart p14:bwMode="auto" r:id="rId76">
              <p14:nvContentPartPr>
                <p14:cNvPr id="61" name="Ink 60">
                  <a:extLst>
                    <a:ext uri="{FF2B5EF4-FFF2-40B4-BE49-F238E27FC236}">
                      <a16:creationId xmlns:a16="http://schemas.microsoft.com/office/drawing/2014/main" id="{9065239D-7097-E00A-E5F5-59A53B298882}"/>
                    </a:ext>
                  </a:extLst>
                </p14:cNvPr>
                <p14:cNvContentPartPr/>
                <p14:nvPr/>
              </p14:nvContentPartPr>
              <p14:xfrm>
                <a:off x="8941740" y="5459100"/>
                <a:ext cx="192600" cy="5760"/>
              </p14:xfrm>
            </p:contentPart>
          </mc:Choice>
          <mc:Fallback xmlns="">
            <p:pic>
              <p:nvPicPr>
                <p:cNvPr id="61" name="Ink 60">
                  <a:extLst>
                    <a:ext uri="{FF2B5EF4-FFF2-40B4-BE49-F238E27FC236}">
                      <a16:creationId xmlns:a16="http://schemas.microsoft.com/office/drawing/2014/main" id="{9065239D-7097-E00A-E5F5-59A53B298882}"/>
                    </a:ext>
                  </a:extLst>
                </p:cNvPr>
                <p:cNvPicPr/>
                <p:nvPr/>
              </p:nvPicPr>
              <p:blipFill>
                <a:blip r:embed="rId77"/>
                <a:stretch>
                  <a:fillRect/>
                </a:stretch>
              </p:blipFill>
              <p:spPr>
                <a:xfrm>
                  <a:off x="8932740" y="5450100"/>
                  <a:ext cx="21024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62" name="Ink 61">
                  <a:extLst>
                    <a:ext uri="{FF2B5EF4-FFF2-40B4-BE49-F238E27FC236}">
                      <a16:creationId xmlns:a16="http://schemas.microsoft.com/office/drawing/2014/main" id="{892CD475-D708-614C-F61A-8C1247427C69}"/>
                    </a:ext>
                  </a:extLst>
                </p14:cNvPr>
                <p14:cNvContentPartPr/>
                <p14:nvPr/>
              </p14:nvContentPartPr>
              <p14:xfrm>
                <a:off x="9020940" y="5496180"/>
                <a:ext cx="15840" cy="182160"/>
              </p14:xfrm>
            </p:contentPart>
          </mc:Choice>
          <mc:Fallback xmlns="">
            <p:pic>
              <p:nvPicPr>
                <p:cNvPr id="62" name="Ink 61">
                  <a:extLst>
                    <a:ext uri="{FF2B5EF4-FFF2-40B4-BE49-F238E27FC236}">
                      <a16:creationId xmlns:a16="http://schemas.microsoft.com/office/drawing/2014/main" id="{892CD475-D708-614C-F61A-8C1247427C69}"/>
                    </a:ext>
                  </a:extLst>
                </p:cNvPr>
                <p:cNvPicPr/>
                <p:nvPr/>
              </p:nvPicPr>
              <p:blipFill>
                <a:blip r:embed="rId79"/>
                <a:stretch>
                  <a:fillRect/>
                </a:stretch>
              </p:blipFill>
              <p:spPr>
                <a:xfrm>
                  <a:off x="9011940" y="5487540"/>
                  <a:ext cx="33480" cy="1998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63" name="Ink 62">
                  <a:extLst>
                    <a:ext uri="{FF2B5EF4-FFF2-40B4-BE49-F238E27FC236}">
                      <a16:creationId xmlns:a16="http://schemas.microsoft.com/office/drawing/2014/main" id="{B87EB673-5F03-1123-E208-C27CB37B1CC7}"/>
                    </a:ext>
                  </a:extLst>
                </p14:cNvPr>
                <p14:cNvContentPartPr/>
                <p14:nvPr/>
              </p14:nvContentPartPr>
              <p14:xfrm>
                <a:off x="9102300" y="5624700"/>
                <a:ext cx="103680" cy="142920"/>
              </p14:xfrm>
            </p:contentPart>
          </mc:Choice>
          <mc:Fallback xmlns="">
            <p:pic>
              <p:nvPicPr>
                <p:cNvPr id="63" name="Ink 62">
                  <a:extLst>
                    <a:ext uri="{FF2B5EF4-FFF2-40B4-BE49-F238E27FC236}">
                      <a16:creationId xmlns:a16="http://schemas.microsoft.com/office/drawing/2014/main" id="{B87EB673-5F03-1123-E208-C27CB37B1CC7}"/>
                    </a:ext>
                  </a:extLst>
                </p:cNvPr>
                <p:cNvPicPr/>
                <p:nvPr/>
              </p:nvPicPr>
              <p:blipFill>
                <a:blip r:embed="rId81"/>
                <a:stretch>
                  <a:fillRect/>
                </a:stretch>
              </p:blipFill>
              <p:spPr>
                <a:xfrm>
                  <a:off x="9093660" y="5616060"/>
                  <a:ext cx="12132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64" name="Ink 63">
                  <a:extLst>
                    <a:ext uri="{FF2B5EF4-FFF2-40B4-BE49-F238E27FC236}">
                      <a16:creationId xmlns:a16="http://schemas.microsoft.com/office/drawing/2014/main" id="{D507A5F7-09AC-CF31-C8EA-989DDE68E360}"/>
                    </a:ext>
                  </a:extLst>
                </p14:cNvPr>
                <p14:cNvContentPartPr/>
                <p14:nvPr/>
              </p14:nvContentPartPr>
              <p14:xfrm>
                <a:off x="9270780" y="5447580"/>
                <a:ext cx="47520" cy="375840"/>
              </p14:xfrm>
            </p:contentPart>
          </mc:Choice>
          <mc:Fallback xmlns="">
            <p:pic>
              <p:nvPicPr>
                <p:cNvPr id="64" name="Ink 63">
                  <a:extLst>
                    <a:ext uri="{FF2B5EF4-FFF2-40B4-BE49-F238E27FC236}">
                      <a16:creationId xmlns:a16="http://schemas.microsoft.com/office/drawing/2014/main" id="{D507A5F7-09AC-CF31-C8EA-989DDE68E360}"/>
                    </a:ext>
                  </a:extLst>
                </p:cNvPr>
                <p:cNvPicPr/>
                <p:nvPr/>
              </p:nvPicPr>
              <p:blipFill>
                <a:blip r:embed="rId83"/>
                <a:stretch>
                  <a:fillRect/>
                </a:stretch>
              </p:blipFill>
              <p:spPr>
                <a:xfrm>
                  <a:off x="9262140" y="5438940"/>
                  <a:ext cx="65160" cy="39348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65" name="Ink 64">
                  <a:extLst>
                    <a:ext uri="{FF2B5EF4-FFF2-40B4-BE49-F238E27FC236}">
                      <a16:creationId xmlns:a16="http://schemas.microsoft.com/office/drawing/2014/main" id="{4FA941A3-DFA3-1C0F-C373-0DA80E37A78B}"/>
                    </a:ext>
                  </a:extLst>
                </p14:cNvPr>
                <p14:cNvContentPartPr/>
                <p14:nvPr/>
              </p14:nvContentPartPr>
              <p14:xfrm>
                <a:off x="8879100" y="5399700"/>
                <a:ext cx="40320" cy="46800"/>
              </p14:xfrm>
            </p:contentPart>
          </mc:Choice>
          <mc:Fallback xmlns="">
            <p:pic>
              <p:nvPicPr>
                <p:cNvPr id="65" name="Ink 64">
                  <a:extLst>
                    <a:ext uri="{FF2B5EF4-FFF2-40B4-BE49-F238E27FC236}">
                      <a16:creationId xmlns:a16="http://schemas.microsoft.com/office/drawing/2014/main" id="{4FA941A3-DFA3-1C0F-C373-0DA80E37A78B}"/>
                    </a:ext>
                  </a:extLst>
                </p:cNvPr>
                <p:cNvPicPr/>
                <p:nvPr/>
              </p:nvPicPr>
              <p:blipFill>
                <a:blip r:embed="rId85"/>
                <a:stretch>
                  <a:fillRect/>
                </a:stretch>
              </p:blipFill>
              <p:spPr>
                <a:xfrm>
                  <a:off x="8870100" y="5391060"/>
                  <a:ext cx="5796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66" name="Ink 65">
                  <a:extLst>
                    <a:ext uri="{FF2B5EF4-FFF2-40B4-BE49-F238E27FC236}">
                      <a16:creationId xmlns:a16="http://schemas.microsoft.com/office/drawing/2014/main" id="{39351154-4180-21B7-9313-A700CF65C32D}"/>
                    </a:ext>
                  </a:extLst>
                </p14:cNvPr>
                <p14:cNvContentPartPr/>
                <p14:nvPr/>
              </p14:nvContentPartPr>
              <p14:xfrm>
                <a:off x="8846700" y="5723340"/>
                <a:ext cx="60120" cy="77760"/>
              </p14:xfrm>
            </p:contentPart>
          </mc:Choice>
          <mc:Fallback xmlns="">
            <p:pic>
              <p:nvPicPr>
                <p:cNvPr id="66" name="Ink 65">
                  <a:extLst>
                    <a:ext uri="{FF2B5EF4-FFF2-40B4-BE49-F238E27FC236}">
                      <a16:creationId xmlns:a16="http://schemas.microsoft.com/office/drawing/2014/main" id="{39351154-4180-21B7-9313-A700CF65C32D}"/>
                    </a:ext>
                  </a:extLst>
                </p:cNvPr>
                <p:cNvPicPr/>
                <p:nvPr/>
              </p:nvPicPr>
              <p:blipFill>
                <a:blip r:embed="rId87"/>
                <a:stretch>
                  <a:fillRect/>
                </a:stretch>
              </p:blipFill>
              <p:spPr>
                <a:xfrm>
                  <a:off x="8837700" y="5714700"/>
                  <a:ext cx="77760" cy="954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67" name="Ink 66">
                  <a:extLst>
                    <a:ext uri="{FF2B5EF4-FFF2-40B4-BE49-F238E27FC236}">
                      <a16:creationId xmlns:a16="http://schemas.microsoft.com/office/drawing/2014/main" id="{7B2DA045-4385-1FF2-36BD-2DCE9694B1FB}"/>
                    </a:ext>
                  </a:extLst>
                </p14:cNvPr>
                <p14:cNvContentPartPr/>
                <p14:nvPr/>
              </p14:nvContentPartPr>
              <p14:xfrm>
                <a:off x="9452580" y="5678340"/>
                <a:ext cx="81000" cy="98640"/>
              </p14:xfrm>
            </p:contentPart>
          </mc:Choice>
          <mc:Fallback xmlns="">
            <p:pic>
              <p:nvPicPr>
                <p:cNvPr id="67" name="Ink 66">
                  <a:extLst>
                    <a:ext uri="{FF2B5EF4-FFF2-40B4-BE49-F238E27FC236}">
                      <a16:creationId xmlns:a16="http://schemas.microsoft.com/office/drawing/2014/main" id="{7B2DA045-4385-1FF2-36BD-2DCE9694B1FB}"/>
                    </a:ext>
                  </a:extLst>
                </p:cNvPr>
                <p:cNvPicPr/>
                <p:nvPr/>
              </p:nvPicPr>
              <p:blipFill>
                <a:blip r:embed="rId89"/>
                <a:stretch>
                  <a:fillRect/>
                </a:stretch>
              </p:blipFill>
              <p:spPr>
                <a:xfrm>
                  <a:off x="9443580" y="5669340"/>
                  <a:ext cx="98640" cy="11628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68" name="Ink 67">
                  <a:extLst>
                    <a:ext uri="{FF2B5EF4-FFF2-40B4-BE49-F238E27FC236}">
                      <a16:creationId xmlns:a16="http://schemas.microsoft.com/office/drawing/2014/main" id="{BE7534AD-4B50-3A98-DF84-61A6FBD997F0}"/>
                    </a:ext>
                  </a:extLst>
                </p14:cNvPr>
                <p14:cNvContentPartPr/>
                <p14:nvPr/>
              </p14:nvContentPartPr>
              <p14:xfrm>
                <a:off x="9403980" y="5668620"/>
                <a:ext cx="133560" cy="204120"/>
              </p14:xfrm>
            </p:contentPart>
          </mc:Choice>
          <mc:Fallback xmlns="">
            <p:pic>
              <p:nvPicPr>
                <p:cNvPr id="68" name="Ink 67">
                  <a:extLst>
                    <a:ext uri="{FF2B5EF4-FFF2-40B4-BE49-F238E27FC236}">
                      <a16:creationId xmlns:a16="http://schemas.microsoft.com/office/drawing/2014/main" id="{BE7534AD-4B50-3A98-DF84-61A6FBD997F0}"/>
                    </a:ext>
                  </a:extLst>
                </p:cNvPr>
                <p:cNvPicPr/>
                <p:nvPr/>
              </p:nvPicPr>
              <p:blipFill>
                <a:blip r:embed="rId91"/>
                <a:stretch>
                  <a:fillRect/>
                </a:stretch>
              </p:blipFill>
              <p:spPr>
                <a:xfrm>
                  <a:off x="9395340" y="5659620"/>
                  <a:ext cx="151200" cy="22176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70" name="Ink 69">
                  <a:extLst>
                    <a:ext uri="{FF2B5EF4-FFF2-40B4-BE49-F238E27FC236}">
                      <a16:creationId xmlns:a16="http://schemas.microsoft.com/office/drawing/2014/main" id="{0131EDE9-8706-DD40-E4FD-402DB5587498}"/>
                    </a:ext>
                  </a:extLst>
                </p14:cNvPr>
                <p14:cNvContentPartPr/>
                <p14:nvPr/>
              </p14:nvContentPartPr>
              <p14:xfrm>
                <a:off x="8827620" y="5436780"/>
                <a:ext cx="79200" cy="404280"/>
              </p14:xfrm>
            </p:contentPart>
          </mc:Choice>
          <mc:Fallback xmlns="">
            <p:pic>
              <p:nvPicPr>
                <p:cNvPr id="70" name="Ink 69">
                  <a:extLst>
                    <a:ext uri="{FF2B5EF4-FFF2-40B4-BE49-F238E27FC236}">
                      <a16:creationId xmlns:a16="http://schemas.microsoft.com/office/drawing/2014/main" id="{0131EDE9-8706-DD40-E4FD-402DB5587498}"/>
                    </a:ext>
                  </a:extLst>
                </p:cNvPr>
                <p:cNvPicPr/>
                <p:nvPr/>
              </p:nvPicPr>
              <p:blipFill>
                <a:blip r:embed="rId93"/>
                <a:stretch>
                  <a:fillRect/>
                </a:stretch>
              </p:blipFill>
              <p:spPr>
                <a:xfrm>
                  <a:off x="8818620" y="5427780"/>
                  <a:ext cx="96840" cy="42192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71" name="Ink 70">
                  <a:extLst>
                    <a:ext uri="{FF2B5EF4-FFF2-40B4-BE49-F238E27FC236}">
                      <a16:creationId xmlns:a16="http://schemas.microsoft.com/office/drawing/2014/main" id="{E309080C-E2DD-9544-3B44-0BC6F42A0880}"/>
                    </a:ext>
                  </a:extLst>
                </p14:cNvPr>
                <p14:cNvContentPartPr/>
                <p14:nvPr/>
              </p14:nvContentPartPr>
              <p14:xfrm>
                <a:off x="9682980" y="5517780"/>
                <a:ext cx="124560" cy="17280"/>
              </p14:xfrm>
            </p:contentPart>
          </mc:Choice>
          <mc:Fallback xmlns="">
            <p:pic>
              <p:nvPicPr>
                <p:cNvPr id="71" name="Ink 70">
                  <a:extLst>
                    <a:ext uri="{FF2B5EF4-FFF2-40B4-BE49-F238E27FC236}">
                      <a16:creationId xmlns:a16="http://schemas.microsoft.com/office/drawing/2014/main" id="{E309080C-E2DD-9544-3B44-0BC6F42A0880}"/>
                    </a:ext>
                  </a:extLst>
                </p:cNvPr>
                <p:cNvPicPr/>
                <p:nvPr/>
              </p:nvPicPr>
              <p:blipFill>
                <a:blip r:embed="rId95"/>
                <a:stretch>
                  <a:fillRect/>
                </a:stretch>
              </p:blipFill>
              <p:spPr>
                <a:xfrm>
                  <a:off x="9673980" y="5508780"/>
                  <a:ext cx="142200" cy="3492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72" name="Ink 71">
                  <a:extLst>
                    <a:ext uri="{FF2B5EF4-FFF2-40B4-BE49-F238E27FC236}">
                      <a16:creationId xmlns:a16="http://schemas.microsoft.com/office/drawing/2014/main" id="{D23807C6-6214-F5FD-5833-981EF884C271}"/>
                    </a:ext>
                  </a:extLst>
                </p14:cNvPr>
                <p14:cNvContentPartPr/>
                <p14:nvPr/>
              </p14:nvContentPartPr>
              <p14:xfrm>
                <a:off x="9668940" y="5595540"/>
                <a:ext cx="117000" cy="16560"/>
              </p14:xfrm>
            </p:contentPart>
          </mc:Choice>
          <mc:Fallback xmlns="">
            <p:pic>
              <p:nvPicPr>
                <p:cNvPr id="72" name="Ink 71">
                  <a:extLst>
                    <a:ext uri="{FF2B5EF4-FFF2-40B4-BE49-F238E27FC236}">
                      <a16:creationId xmlns:a16="http://schemas.microsoft.com/office/drawing/2014/main" id="{D23807C6-6214-F5FD-5833-981EF884C271}"/>
                    </a:ext>
                  </a:extLst>
                </p:cNvPr>
                <p:cNvPicPr/>
                <p:nvPr/>
              </p:nvPicPr>
              <p:blipFill>
                <a:blip r:embed="rId97"/>
                <a:stretch>
                  <a:fillRect/>
                </a:stretch>
              </p:blipFill>
              <p:spPr>
                <a:xfrm>
                  <a:off x="9660300" y="5586540"/>
                  <a:ext cx="13464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73" name="Ink 72">
                  <a:extLst>
                    <a:ext uri="{FF2B5EF4-FFF2-40B4-BE49-F238E27FC236}">
                      <a16:creationId xmlns:a16="http://schemas.microsoft.com/office/drawing/2014/main" id="{7688E49C-27B4-7906-D76E-4C50BFEAE2C5}"/>
                    </a:ext>
                  </a:extLst>
                </p14:cNvPr>
                <p14:cNvContentPartPr/>
                <p14:nvPr/>
              </p14:nvContentPartPr>
              <p14:xfrm>
                <a:off x="9944700" y="5451180"/>
                <a:ext cx="181080" cy="9360"/>
              </p14:xfrm>
            </p:contentPart>
          </mc:Choice>
          <mc:Fallback xmlns="">
            <p:pic>
              <p:nvPicPr>
                <p:cNvPr id="73" name="Ink 72">
                  <a:extLst>
                    <a:ext uri="{FF2B5EF4-FFF2-40B4-BE49-F238E27FC236}">
                      <a16:creationId xmlns:a16="http://schemas.microsoft.com/office/drawing/2014/main" id="{7688E49C-27B4-7906-D76E-4C50BFEAE2C5}"/>
                    </a:ext>
                  </a:extLst>
                </p:cNvPr>
                <p:cNvPicPr/>
                <p:nvPr/>
              </p:nvPicPr>
              <p:blipFill>
                <a:blip r:embed="rId99"/>
                <a:stretch>
                  <a:fillRect/>
                </a:stretch>
              </p:blipFill>
              <p:spPr>
                <a:xfrm>
                  <a:off x="9935700" y="5442180"/>
                  <a:ext cx="19872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74" name="Ink 73">
                  <a:extLst>
                    <a:ext uri="{FF2B5EF4-FFF2-40B4-BE49-F238E27FC236}">
                      <a16:creationId xmlns:a16="http://schemas.microsoft.com/office/drawing/2014/main" id="{2190A610-AD64-D640-F701-AD86239A6644}"/>
                    </a:ext>
                  </a:extLst>
                </p14:cNvPr>
                <p14:cNvContentPartPr/>
                <p14:nvPr/>
              </p14:nvContentPartPr>
              <p14:xfrm>
                <a:off x="10005540" y="5465940"/>
                <a:ext cx="6120" cy="199800"/>
              </p14:xfrm>
            </p:contentPart>
          </mc:Choice>
          <mc:Fallback xmlns="">
            <p:pic>
              <p:nvPicPr>
                <p:cNvPr id="74" name="Ink 73">
                  <a:extLst>
                    <a:ext uri="{FF2B5EF4-FFF2-40B4-BE49-F238E27FC236}">
                      <a16:creationId xmlns:a16="http://schemas.microsoft.com/office/drawing/2014/main" id="{2190A610-AD64-D640-F701-AD86239A6644}"/>
                    </a:ext>
                  </a:extLst>
                </p:cNvPr>
                <p:cNvPicPr/>
                <p:nvPr/>
              </p:nvPicPr>
              <p:blipFill>
                <a:blip r:embed="rId101"/>
                <a:stretch>
                  <a:fillRect/>
                </a:stretch>
              </p:blipFill>
              <p:spPr>
                <a:xfrm>
                  <a:off x="9996540" y="5457300"/>
                  <a:ext cx="23760" cy="21744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81" name="Ink 80">
                  <a:extLst>
                    <a:ext uri="{FF2B5EF4-FFF2-40B4-BE49-F238E27FC236}">
                      <a16:creationId xmlns:a16="http://schemas.microsoft.com/office/drawing/2014/main" id="{4C1EDB2D-51C1-60AD-21FE-C2B2721A138E}"/>
                    </a:ext>
                  </a:extLst>
                </p14:cNvPr>
                <p14:cNvContentPartPr/>
                <p14:nvPr/>
              </p14:nvContentPartPr>
              <p14:xfrm>
                <a:off x="10122180" y="5641620"/>
                <a:ext cx="95400" cy="159840"/>
              </p14:xfrm>
            </p:contentPart>
          </mc:Choice>
          <mc:Fallback xmlns="">
            <p:pic>
              <p:nvPicPr>
                <p:cNvPr id="81" name="Ink 80">
                  <a:extLst>
                    <a:ext uri="{FF2B5EF4-FFF2-40B4-BE49-F238E27FC236}">
                      <a16:creationId xmlns:a16="http://schemas.microsoft.com/office/drawing/2014/main" id="{4C1EDB2D-51C1-60AD-21FE-C2B2721A138E}"/>
                    </a:ext>
                  </a:extLst>
                </p:cNvPr>
                <p:cNvPicPr/>
                <p:nvPr/>
              </p:nvPicPr>
              <p:blipFill>
                <a:blip r:embed="rId103"/>
                <a:stretch>
                  <a:fillRect/>
                </a:stretch>
              </p:blipFill>
              <p:spPr>
                <a:xfrm>
                  <a:off x="10113180" y="5632620"/>
                  <a:ext cx="113040" cy="17748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82" name="Ink 81">
                  <a:extLst>
                    <a:ext uri="{FF2B5EF4-FFF2-40B4-BE49-F238E27FC236}">
                      <a16:creationId xmlns:a16="http://schemas.microsoft.com/office/drawing/2014/main" id="{D70FABED-1B0C-1F1A-5B6C-0D7250C474D0}"/>
                    </a:ext>
                  </a:extLst>
                </p14:cNvPr>
                <p14:cNvContentPartPr/>
                <p14:nvPr/>
              </p14:nvContentPartPr>
              <p14:xfrm>
                <a:off x="10375260" y="5445780"/>
                <a:ext cx="175680" cy="208080"/>
              </p14:xfrm>
            </p:contentPart>
          </mc:Choice>
          <mc:Fallback xmlns="">
            <p:pic>
              <p:nvPicPr>
                <p:cNvPr id="82" name="Ink 81">
                  <a:extLst>
                    <a:ext uri="{FF2B5EF4-FFF2-40B4-BE49-F238E27FC236}">
                      <a16:creationId xmlns:a16="http://schemas.microsoft.com/office/drawing/2014/main" id="{D70FABED-1B0C-1F1A-5B6C-0D7250C474D0}"/>
                    </a:ext>
                  </a:extLst>
                </p:cNvPr>
                <p:cNvPicPr/>
                <p:nvPr/>
              </p:nvPicPr>
              <p:blipFill>
                <a:blip r:embed="rId105"/>
                <a:stretch>
                  <a:fillRect/>
                </a:stretch>
              </p:blipFill>
              <p:spPr>
                <a:xfrm>
                  <a:off x="10366620" y="5436780"/>
                  <a:ext cx="19332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83" name="Ink 82">
                  <a:extLst>
                    <a:ext uri="{FF2B5EF4-FFF2-40B4-BE49-F238E27FC236}">
                      <a16:creationId xmlns:a16="http://schemas.microsoft.com/office/drawing/2014/main" id="{93E0867F-042C-CF8C-FB7D-315822217A68}"/>
                    </a:ext>
                  </a:extLst>
                </p14:cNvPr>
                <p14:cNvContentPartPr/>
                <p14:nvPr/>
              </p14:nvContentPartPr>
              <p14:xfrm>
                <a:off x="10597380" y="5486820"/>
                <a:ext cx="87840" cy="143640"/>
              </p14:xfrm>
            </p:contentPart>
          </mc:Choice>
          <mc:Fallback xmlns="">
            <p:pic>
              <p:nvPicPr>
                <p:cNvPr id="83" name="Ink 82">
                  <a:extLst>
                    <a:ext uri="{FF2B5EF4-FFF2-40B4-BE49-F238E27FC236}">
                      <a16:creationId xmlns:a16="http://schemas.microsoft.com/office/drawing/2014/main" id="{93E0867F-042C-CF8C-FB7D-315822217A68}"/>
                    </a:ext>
                  </a:extLst>
                </p:cNvPr>
                <p:cNvPicPr/>
                <p:nvPr/>
              </p:nvPicPr>
              <p:blipFill>
                <a:blip r:embed="rId107"/>
                <a:stretch>
                  <a:fillRect/>
                </a:stretch>
              </p:blipFill>
              <p:spPr>
                <a:xfrm>
                  <a:off x="10588380" y="5477820"/>
                  <a:ext cx="10548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84" name="Ink 83">
                  <a:extLst>
                    <a:ext uri="{FF2B5EF4-FFF2-40B4-BE49-F238E27FC236}">
                      <a16:creationId xmlns:a16="http://schemas.microsoft.com/office/drawing/2014/main" id="{FEC1CFF9-1C80-C016-59C6-3BC415CA6775}"/>
                    </a:ext>
                  </a:extLst>
                </p14:cNvPr>
                <p14:cNvContentPartPr/>
                <p14:nvPr/>
              </p14:nvContentPartPr>
              <p14:xfrm>
                <a:off x="10779180" y="5480700"/>
                <a:ext cx="123840" cy="164520"/>
              </p14:xfrm>
            </p:contentPart>
          </mc:Choice>
          <mc:Fallback xmlns="">
            <p:pic>
              <p:nvPicPr>
                <p:cNvPr id="84" name="Ink 83">
                  <a:extLst>
                    <a:ext uri="{FF2B5EF4-FFF2-40B4-BE49-F238E27FC236}">
                      <a16:creationId xmlns:a16="http://schemas.microsoft.com/office/drawing/2014/main" id="{FEC1CFF9-1C80-C016-59C6-3BC415CA6775}"/>
                    </a:ext>
                  </a:extLst>
                </p:cNvPr>
                <p:cNvPicPr/>
                <p:nvPr/>
              </p:nvPicPr>
              <p:blipFill>
                <a:blip r:embed="rId109"/>
                <a:stretch>
                  <a:fillRect/>
                </a:stretch>
              </p:blipFill>
              <p:spPr>
                <a:xfrm>
                  <a:off x="10770540" y="5471700"/>
                  <a:ext cx="141480" cy="18216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85" name="Ink 84">
                  <a:extLst>
                    <a:ext uri="{FF2B5EF4-FFF2-40B4-BE49-F238E27FC236}">
                      <a16:creationId xmlns:a16="http://schemas.microsoft.com/office/drawing/2014/main" id="{9CF9959D-254C-FE91-EDC7-836372466622}"/>
                    </a:ext>
                  </a:extLst>
                </p14:cNvPr>
                <p14:cNvContentPartPr/>
                <p14:nvPr/>
              </p14:nvContentPartPr>
              <p14:xfrm>
                <a:off x="10996620" y="5456940"/>
                <a:ext cx="140760" cy="186120"/>
              </p14:xfrm>
            </p:contentPart>
          </mc:Choice>
          <mc:Fallback xmlns="">
            <p:pic>
              <p:nvPicPr>
                <p:cNvPr id="85" name="Ink 84">
                  <a:extLst>
                    <a:ext uri="{FF2B5EF4-FFF2-40B4-BE49-F238E27FC236}">
                      <a16:creationId xmlns:a16="http://schemas.microsoft.com/office/drawing/2014/main" id="{9CF9959D-254C-FE91-EDC7-836372466622}"/>
                    </a:ext>
                  </a:extLst>
                </p:cNvPr>
                <p:cNvPicPr/>
                <p:nvPr/>
              </p:nvPicPr>
              <p:blipFill>
                <a:blip r:embed="rId111"/>
                <a:stretch>
                  <a:fillRect/>
                </a:stretch>
              </p:blipFill>
              <p:spPr>
                <a:xfrm>
                  <a:off x="10987980" y="5448300"/>
                  <a:ext cx="15840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86" name="Ink 85">
                  <a:extLst>
                    <a:ext uri="{FF2B5EF4-FFF2-40B4-BE49-F238E27FC236}">
                      <a16:creationId xmlns:a16="http://schemas.microsoft.com/office/drawing/2014/main" id="{8C34C429-86CE-4D24-4048-4E1F6B9CAC46}"/>
                    </a:ext>
                  </a:extLst>
                </p14:cNvPr>
                <p14:cNvContentPartPr/>
                <p14:nvPr/>
              </p14:nvContentPartPr>
              <p14:xfrm>
                <a:off x="11163300" y="5475300"/>
                <a:ext cx="114480" cy="136800"/>
              </p14:xfrm>
            </p:contentPart>
          </mc:Choice>
          <mc:Fallback xmlns="">
            <p:pic>
              <p:nvPicPr>
                <p:cNvPr id="86" name="Ink 85">
                  <a:extLst>
                    <a:ext uri="{FF2B5EF4-FFF2-40B4-BE49-F238E27FC236}">
                      <a16:creationId xmlns:a16="http://schemas.microsoft.com/office/drawing/2014/main" id="{8C34C429-86CE-4D24-4048-4E1F6B9CAC46}"/>
                    </a:ext>
                  </a:extLst>
                </p:cNvPr>
                <p:cNvPicPr/>
                <p:nvPr/>
              </p:nvPicPr>
              <p:blipFill>
                <a:blip r:embed="rId113"/>
                <a:stretch>
                  <a:fillRect/>
                </a:stretch>
              </p:blipFill>
              <p:spPr>
                <a:xfrm>
                  <a:off x="11154300" y="5466300"/>
                  <a:ext cx="13212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87" name="Ink 86">
                  <a:extLst>
                    <a:ext uri="{FF2B5EF4-FFF2-40B4-BE49-F238E27FC236}">
                      <a16:creationId xmlns:a16="http://schemas.microsoft.com/office/drawing/2014/main" id="{97FFF6A1-2B06-5D53-175D-AD3F4FAC5B04}"/>
                    </a:ext>
                  </a:extLst>
                </p14:cNvPr>
                <p14:cNvContentPartPr/>
                <p14:nvPr/>
              </p14:nvContentPartPr>
              <p14:xfrm>
                <a:off x="11320980" y="5397900"/>
                <a:ext cx="12600" cy="6120"/>
              </p14:xfrm>
            </p:contentPart>
          </mc:Choice>
          <mc:Fallback xmlns="">
            <p:pic>
              <p:nvPicPr>
                <p:cNvPr id="87" name="Ink 86">
                  <a:extLst>
                    <a:ext uri="{FF2B5EF4-FFF2-40B4-BE49-F238E27FC236}">
                      <a16:creationId xmlns:a16="http://schemas.microsoft.com/office/drawing/2014/main" id="{97FFF6A1-2B06-5D53-175D-AD3F4FAC5B04}"/>
                    </a:ext>
                  </a:extLst>
                </p:cNvPr>
                <p:cNvPicPr/>
                <p:nvPr/>
              </p:nvPicPr>
              <p:blipFill>
                <a:blip r:embed="rId115"/>
                <a:stretch>
                  <a:fillRect/>
                </a:stretch>
              </p:blipFill>
              <p:spPr>
                <a:xfrm>
                  <a:off x="11311980" y="5388900"/>
                  <a:ext cx="30240" cy="23760"/>
                </a:xfrm>
                <a:prstGeom prst="rect">
                  <a:avLst/>
                </a:prstGeom>
              </p:spPr>
            </p:pic>
          </mc:Fallback>
        </mc:AlternateContent>
      </p:grpSp>
      <p:grpSp>
        <p:nvGrpSpPr>
          <p:cNvPr id="103" name="Group 102">
            <a:extLst>
              <a:ext uri="{FF2B5EF4-FFF2-40B4-BE49-F238E27FC236}">
                <a16:creationId xmlns:a16="http://schemas.microsoft.com/office/drawing/2014/main" id="{BA2C3FBF-305B-FF9F-E590-30842FBF4B60}"/>
              </a:ext>
            </a:extLst>
          </p:cNvPr>
          <p:cNvGrpSpPr/>
          <p:nvPr/>
        </p:nvGrpSpPr>
        <p:grpSpPr>
          <a:xfrm>
            <a:off x="8802780" y="6103500"/>
            <a:ext cx="763920" cy="481680"/>
            <a:chOff x="8802780" y="6103500"/>
            <a:chExt cx="763920" cy="481680"/>
          </a:xfrm>
        </p:grpSpPr>
        <mc:AlternateContent xmlns:mc="http://schemas.openxmlformats.org/markup-compatibility/2006" xmlns:p14="http://schemas.microsoft.com/office/powerpoint/2010/main">
          <mc:Choice Requires="p14">
            <p:contentPart p14:bwMode="auto" r:id="rId116">
              <p14:nvContentPartPr>
                <p14:cNvPr id="89" name="Ink 88">
                  <a:extLst>
                    <a:ext uri="{FF2B5EF4-FFF2-40B4-BE49-F238E27FC236}">
                      <a16:creationId xmlns:a16="http://schemas.microsoft.com/office/drawing/2014/main" id="{6516E73A-854E-ED0B-DEA9-718AF9505D4B}"/>
                    </a:ext>
                  </a:extLst>
                </p14:cNvPr>
                <p14:cNvContentPartPr/>
                <p14:nvPr/>
              </p14:nvContentPartPr>
              <p14:xfrm>
                <a:off x="8973060" y="6145980"/>
                <a:ext cx="119880" cy="9360"/>
              </p14:xfrm>
            </p:contentPart>
          </mc:Choice>
          <mc:Fallback xmlns="">
            <p:pic>
              <p:nvPicPr>
                <p:cNvPr id="89" name="Ink 88">
                  <a:extLst>
                    <a:ext uri="{FF2B5EF4-FFF2-40B4-BE49-F238E27FC236}">
                      <a16:creationId xmlns:a16="http://schemas.microsoft.com/office/drawing/2014/main" id="{6516E73A-854E-ED0B-DEA9-718AF9505D4B}"/>
                    </a:ext>
                  </a:extLst>
                </p:cNvPr>
                <p:cNvPicPr/>
                <p:nvPr/>
              </p:nvPicPr>
              <p:blipFill>
                <a:blip r:embed="rId117"/>
                <a:stretch>
                  <a:fillRect/>
                </a:stretch>
              </p:blipFill>
              <p:spPr>
                <a:xfrm>
                  <a:off x="8964420" y="6137340"/>
                  <a:ext cx="13752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90" name="Ink 89">
                  <a:extLst>
                    <a:ext uri="{FF2B5EF4-FFF2-40B4-BE49-F238E27FC236}">
                      <a16:creationId xmlns:a16="http://schemas.microsoft.com/office/drawing/2014/main" id="{762D9878-20E9-6E4A-9D0A-08AB7E4E0066}"/>
                    </a:ext>
                  </a:extLst>
                </p14:cNvPr>
                <p14:cNvContentPartPr/>
                <p14:nvPr/>
              </p14:nvContentPartPr>
              <p14:xfrm>
                <a:off x="9013380" y="6169020"/>
                <a:ext cx="15120" cy="194760"/>
              </p14:xfrm>
            </p:contentPart>
          </mc:Choice>
          <mc:Fallback xmlns="">
            <p:pic>
              <p:nvPicPr>
                <p:cNvPr id="90" name="Ink 89">
                  <a:extLst>
                    <a:ext uri="{FF2B5EF4-FFF2-40B4-BE49-F238E27FC236}">
                      <a16:creationId xmlns:a16="http://schemas.microsoft.com/office/drawing/2014/main" id="{762D9878-20E9-6E4A-9D0A-08AB7E4E0066}"/>
                    </a:ext>
                  </a:extLst>
                </p:cNvPr>
                <p:cNvPicPr/>
                <p:nvPr/>
              </p:nvPicPr>
              <p:blipFill>
                <a:blip r:embed="rId119"/>
                <a:stretch>
                  <a:fillRect/>
                </a:stretch>
              </p:blipFill>
              <p:spPr>
                <a:xfrm>
                  <a:off x="9004740" y="6160020"/>
                  <a:ext cx="32760" cy="2124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91" name="Ink 90">
                  <a:extLst>
                    <a:ext uri="{FF2B5EF4-FFF2-40B4-BE49-F238E27FC236}">
                      <a16:creationId xmlns:a16="http://schemas.microsoft.com/office/drawing/2014/main" id="{67FC9637-7139-19AC-A9E4-471926ECDE28}"/>
                    </a:ext>
                  </a:extLst>
                </p14:cNvPr>
                <p14:cNvContentPartPr/>
                <p14:nvPr/>
              </p14:nvContentPartPr>
              <p14:xfrm>
                <a:off x="9072420" y="6282420"/>
                <a:ext cx="174600" cy="101880"/>
              </p14:xfrm>
            </p:contentPart>
          </mc:Choice>
          <mc:Fallback xmlns="">
            <p:pic>
              <p:nvPicPr>
                <p:cNvPr id="91" name="Ink 90">
                  <a:extLst>
                    <a:ext uri="{FF2B5EF4-FFF2-40B4-BE49-F238E27FC236}">
                      <a16:creationId xmlns:a16="http://schemas.microsoft.com/office/drawing/2014/main" id="{67FC9637-7139-19AC-A9E4-471926ECDE28}"/>
                    </a:ext>
                  </a:extLst>
                </p:cNvPr>
                <p:cNvPicPr/>
                <p:nvPr/>
              </p:nvPicPr>
              <p:blipFill>
                <a:blip r:embed="rId121"/>
                <a:stretch>
                  <a:fillRect/>
                </a:stretch>
              </p:blipFill>
              <p:spPr>
                <a:xfrm>
                  <a:off x="9063780" y="6273420"/>
                  <a:ext cx="192240" cy="11952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92" name="Ink 91">
                  <a:extLst>
                    <a:ext uri="{FF2B5EF4-FFF2-40B4-BE49-F238E27FC236}">
                      <a16:creationId xmlns:a16="http://schemas.microsoft.com/office/drawing/2014/main" id="{B75C3763-E7A4-4ED9-6F4C-A3631B1203A5}"/>
                    </a:ext>
                  </a:extLst>
                </p14:cNvPr>
                <p14:cNvContentPartPr/>
                <p14:nvPr/>
              </p14:nvContentPartPr>
              <p14:xfrm>
                <a:off x="9276180" y="6125460"/>
                <a:ext cx="39240" cy="316440"/>
              </p14:xfrm>
            </p:contentPart>
          </mc:Choice>
          <mc:Fallback xmlns="">
            <p:pic>
              <p:nvPicPr>
                <p:cNvPr id="92" name="Ink 91">
                  <a:extLst>
                    <a:ext uri="{FF2B5EF4-FFF2-40B4-BE49-F238E27FC236}">
                      <a16:creationId xmlns:a16="http://schemas.microsoft.com/office/drawing/2014/main" id="{B75C3763-E7A4-4ED9-6F4C-A3631B1203A5}"/>
                    </a:ext>
                  </a:extLst>
                </p:cNvPr>
                <p:cNvPicPr/>
                <p:nvPr/>
              </p:nvPicPr>
              <p:blipFill>
                <a:blip r:embed="rId123"/>
                <a:stretch>
                  <a:fillRect/>
                </a:stretch>
              </p:blipFill>
              <p:spPr>
                <a:xfrm>
                  <a:off x="9267180" y="6116460"/>
                  <a:ext cx="56880" cy="33408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93" name="Ink 92">
                  <a:extLst>
                    <a:ext uri="{FF2B5EF4-FFF2-40B4-BE49-F238E27FC236}">
                      <a16:creationId xmlns:a16="http://schemas.microsoft.com/office/drawing/2014/main" id="{CA744370-02A1-BC81-6656-D9A281D04F3A}"/>
                    </a:ext>
                  </a:extLst>
                </p14:cNvPr>
                <p14:cNvContentPartPr/>
                <p14:nvPr/>
              </p14:nvContentPartPr>
              <p14:xfrm>
                <a:off x="8802780" y="6103500"/>
                <a:ext cx="65880" cy="355680"/>
              </p14:xfrm>
            </p:contentPart>
          </mc:Choice>
          <mc:Fallback xmlns="">
            <p:pic>
              <p:nvPicPr>
                <p:cNvPr id="93" name="Ink 92">
                  <a:extLst>
                    <a:ext uri="{FF2B5EF4-FFF2-40B4-BE49-F238E27FC236}">
                      <a16:creationId xmlns:a16="http://schemas.microsoft.com/office/drawing/2014/main" id="{CA744370-02A1-BC81-6656-D9A281D04F3A}"/>
                    </a:ext>
                  </a:extLst>
                </p:cNvPr>
                <p:cNvPicPr/>
                <p:nvPr/>
              </p:nvPicPr>
              <p:blipFill>
                <a:blip r:embed="rId125"/>
                <a:stretch>
                  <a:fillRect/>
                </a:stretch>
              </p:blipFill>
              <p:spPr>
                <a:xfrm>
                  <a:off x="8794140" y="6094860"/>
                  <a:ext cx="83520" cy="37332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94" name="Ink 93">
                  <a:extLst>
                    <a:ext uri="{FF2B5EF4-FFF2-40B4-BE49-F238E27FC236}">
                      <a16:creationId xmlns:a16="http://schemas.microsoft.com/office/drawing/2014/main" id="{ED7C3E92-FDEC-438C-AEE3-D3F01F19FF4E}"/>
                    </a:ext>
                  </a:extLst>
                </p14:cNvPr>
                <p14:cNvContentPartPr/>
                <p14:nvPr/>
              </p14:nvContentPartPr>
              <p14:xfrm>
                <a:off x="9490740" y="6337860"/>
                <a:ext cx="41400" cy="60840"/>
              </p14:xfrm>
            </p:contentPart>
          </mc:Choice>
          <mc:Fallback xmlns="">
            <p:pic>
              <p:nvPicPr>
                <p:cNvPr id="94" name="Ink 93">
                  <a:extLst>
                    <a:ext uri="{FF2B5EF4-FFF2-40B4-BE49-F238E27FC236}">
                      <a16:creationId xmlns:a16="http://schemas.microsoft.com/office/drawing/2014/main" id="{ED7C3E92-FDEC-438C-AEE3-D3F01F19FF4E}"/>
                    </a:ext>
                  </a:extLst>
                </p:cNvPr>
                <p:cNvPicPr/>
                <p:nvPr/>
              </p:nvPicPr>
              <p:blipFill>
                <a:blip r:embed="rId127"/>
                <a:stretch>
                  <a:fillRect/>
                </a:stretch>
              </p:blipFill>
              <p:spPr>
                <a:xfrm>
                  <a:off x="9482100" y="6328860"/>
                  <a:ext cx="59040"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95" name="Ink 94">
                  <a:extLst>
                    <a:ext uri="{FF2B5EF4-FFF2-40B4-BE49-F238E27FC236}">
                      <a16:creationId xmlns:a16="http://schemas.microsoft.com/office/drawing/2014/main" id="{485E7A0D-78B9-9820-3FD4-DC7DE79E370F}"/>
                    </a:ext>
                  </a:extLst>
                </p14:cNvPr>
                <p14:cNvContentPartPr/>
                <p14:nvPr/>
              </p14:nvContentPartPr>
              <p14:xfrm>
                <a:off x="9473820" y="6331380"/>
                <a:ext cx="92880" cy="253800"/>
              </p14:xfrm>
            </p:contentPart>
          </mc:Choice>
          <mc:Fallback xmlns="">
            <p:pic>
              <p:nvPicPr>
                <p:cNvPr id="95" name="Ink 94">
                  <a:extLst>
                    <a:ext uri="{FF2B5EF4-FFF2-40B4-BE49-F238E27FC236}">
                      <a16:creationId xmlns:a16="http://schemas.microsoft.com/office/drawing/2014/main" id="{485E7A0D-78B9-9820-3FD4-DC7DE79E370F}"/>
                    </a:ext>
                  </a:extLst>
                </p:cNvPr>
                <p:cNvPicPr/>
                <p:nvPr/>
              </p:nvPicPr>
              <p:blipFill>
                <a:blip r:embed="rId129"/>
                <a:stretch>
                  <a:fillRect/>
                </a:stretch>
              </p:blipFill>
              <p:spPr>
                <a:xfrm>
                  <a:off x="9465180" y="6322380"/>
                  <a:ext cx="110520" cy="271440"/>
                </a:xfrm>
                <a:prstGeom prst="rect">
                  <a:avLst/>
                </a:prstGeom>
              </p:spPr>
            </p:pic>
          </mc:Fallback>
        </mc:AlternateContent>
      </p:grpSp>
      <p:grpSp>
        <p:nvGrpSpPr>
          <p:cNvPr id="102" name="Group 101">
            <a:extLst>
              <a:ext uri="{FF2B5EF4-FFF2-40B4-BE49-F238E27FC236}">
                <a16:creationId xmlns:a16="http://schemas.microsoft.com/office/drawing/2014/main" id="{853FFF0F-F703-8DB6-5A1C-732C1D14133F}"/>
              </a:ext>
            </a:extLst>
          </p:cNvPr>
          <p:cNvGrpSpPr/>
          <p:nvPr/>
        </p:nvGrpSpPr>
        <p:grpSpPr>
          <a:xfrm>
            <a:off x="9783780" y="6286020"/>
            <a:ext cx="150120" cy="74160"/>
            <a:chOff x="9783780" y="6286020"/>
            <a:chExt cx="150120" cy="74160"/>
          </a:xfrm>
        </p:grpSpPr>
        <mc:AlternateContent xmlns:mc="http://schemas.openxmlformats.org/markup-compatibility/2006" xmlns:p14="http://schemas.microsoft.com/office/powerpoint/2010/main">
          <mc:Choice Requires="p14">
            <p:contentPart p14:bwMode="auto" r:id="rId130">
              <p14:nvContentPartPr>
                <p14:cNvPr id="96" name="Ink 95">
                  <a:extLst>
                    <a:ext uri="{FF2B5EF4-FFF2-40B4-BE49-F238E27FC236}">
                      <a16:creationId xmlns:a16="http://schemas.microsoft.com/office/drawing/2014/main" id="{53954F35-BCAA-284B-D60B-325CB9A9EB4D}"/>
                    </a:ext>
                  </a:extLst>
                </p14:cNvPr>
                <p14:cNvContentPartPr/>
                <p14:nvPr/>
              </p14:nvContentPartPr>
              <p14:xfrm>
                <a:off x="9783780" y="6286020"/>
                <a:ext cx="150120" cy="20520"/>
              </p14:xfrm>
            </p:contentPart>
          </mc:Choice>
          <mc:Fallback xmlns="">
            <p:pic>
              <p:nvPicPr>
                <p:cNvPr id="96" name="Ink 95">
                  <a:extLst>
                    <a:ext uri="{FF2B5EF4-FFF2-40B4-BE49-F238E27FC236}">
                      <a16:creationId xmlns:a16="http://schemas.microsoft.com/office/drawing/2014/main" id="{53954F35-BCAA-284B-D60B-325CB9A9EB4D}"/>
                    </a:ext>
                  </a:extLst>
                </p:cNvPr>
                <p:cNvPicPr/>
                <p:nvPr/>
              </p:nvPicPr>
              <p:blipFill>
                <a:blip r:embed="rId131"/>
                <a:stretch>
                  <a:fillRect/>
                </a:stretch>
              </p:blipFill>
              <p:spPr>
                <a:xfrm>
                  <a:off x="9774780" y="6277020"/>
                  <a:ext cx="16776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97" name="Ink 96">
                  <a:extLst>
                    <a:ext uri="{FF2B5EF4-FFF2-40B4-BE49-F238E27FC236}">
                      <a16:creationId xmlns:a16="http://schemas.microsoft.com/office/drawing/2014/main" id="{64F109C1-821F-3CC3-9B7E-ABA55F0A7A21}"/>
                    </a:ext>
                  </a:extLst>
                </p14:cNvPr>
                <p14:cNvContentPartPr/>
                <p14:nvPr/>
              </p14:nvContentPartPr>
              <p14:xfrm>
                <a:off x="9792060" y="6350820"/>
                <a:ext cx="140400" cy="9360"/>
              </p14:xfrm>
            </p:contentPart>
          </mc:Choice>
          <mc:Fallback xmlns="">
            <p:pic>
              <p:nvPicPr>
                <p:cNvPr id="97" name="Ink 96">
                  <a:extLst>
                    <a:ext uri="{FF2B5EF4-FFF2-40B4-BE49-F238E27FC236}">
                      <a16:creationId xmlns:a16="http://schemas.microsoft.com/office/drawing/2014/main" id="{64F109C1-821F-3CC3-9B7E-ABA55F0A7A21}"/>
                    </a:ext>
                  </a:extLst>
                </p:cNvPr>
                <p:cNvPicPr/>
                <p:nvPr/>
              </p:nvPicPr>
              <p:blipFill>
                <a:blip r:embed="rId133"/>
                <a:stretch>
                  <a:fillRect/>
                </a:stretch>
              </p:blipFill>
              <p:spPr>
                <a:xfrm>
                  <a:off x="9783420" y="6341820"/>
                  <a:ext cx="158040" cy="27000"/>
                </a:xfrm>
                <a:prstGeom prst="rect">
                  <a:avLst/>
                </a:prstGeom>
              </p:spPr>
            </p:pic>
          </mc:Fallback>
        </mc:AlternateContent>
      </p:grpSp>
      <p:grpSp>
        <p:nvGrpSpPr>
          <p:cNvPr id="111" name="Group 110">
            <a:extLst>
              <a:ext uri="{FF2B5EF4-FFF2-40B4-BE49-F238E27FC236}">
                <a16:creationId xmlns:a16="http://schemas.microsoft.com/office/drawing/2014/main" id="{28A8F84C-18BD-C36C-C78D-D8FBCF3983AF}"/>
              </a:ext>
            </a:extLst>
          </p:cNvPr>
          <p:cNvGrpSpPr/>
          <p:nvPr/>
        </p:nvGrpSpPr>
        <p:grpSpPr>
          <a:xfrm>
            <a:off x="10130100" y="6048060"/>
            <a:ext cx="1245240" cy="373320"/>
            <a:chOff x="10130100" y="6048060"/>
            <a:chExt cx="1245240" cy="373320"/>
          </a:xfrm>
        </p:grpSpPr>
        <mc:AlternateContent xmlns:mc="http://schemas.openxmlformats.org/markup-compatibility/2006" xmlns:p14="http://schemas.microsoft.com/office/powerpoint/2010/main">
          <mc:Choice Requires="p14">
            <p:contentPart p14:bwMode="auto" r:id="rId134">
              <p14:nvContentPartPr>
                <p14:cNvPr id="98" name="Ink 97">
                  <a:extLst>
                    <a:ext uri="{FF2B5EF4-FFF2-40B4-BE49-F238E27FC236}">
                      <a16:creationId xmlns:a16="http://schemas.microsoft.com/office/drawing/2014/main" id="{2FEC5839-D710-B3FC-03AE-00AF79A3F2DE}"/>
                    </a:ext>
                  </a:extLst>
                </p14:cNvPr>
                <p14:cNvContentPartPr/>
                <p14:nvPr/>
              </p14:nvContentPartPr>
              <p14:xfrm>
                <a:off x="10130100" y="6167940"/>
                <a:ext cx="128160" cy="16920"/>
              </p14:xfrm>
            </p:contentPart>
          </mc:Choice>
          <mc:Fallback xmlns="">
            <p:pic>
              <p:nvPicPr>
                <p:cNvPr id="98" name="Ink 97">
                  <a:extLst>
                    <a:ext uri="{FF2B5EF4-FFF2-40B4-BE49-F238E27FC236}">
                      <a16:creationId xmlns:a16="http://schemas.microsoft.com/office/drawing/2014/main" id="{2FEC5839-D710-B3FC-03AE-00AF79A3F2DE}"/>
                    </a:ext>
                  </a:extLst>
                </p:cNvPr>
                <p:cNvPicPr/>
                <p:nvPr/>
              </p:nvPicPr>
              <p:blipFill>
                <a:blip r:embed="rId135"/>
                <a:stretch>
                  <a:fillRect/>
                </a:stretch>
              </p:blipFill>
              <p:spPr>
                <a:xfrm>
                  <a:off x="10121460" y="6159300"/>
                  <a:ext cx="14580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99" name="Ink 98">
                  <a:extLst>
                    <a:ext uri="{FF2B5EF4-FFF2-40B4-BE49-F238E27FC236}">
                      <a16:creationId xmlns:a16="http://schemas.microsoft.com/office/drawing/2014/main" id="{E3ABF32E-8408-47DB-A578-A6A879983F09}"/>
                    </a:ext>
                  </a:extLst>
                </p14:cNvPr>
                <p14:cNvContentPartPr/>
                <p14:nvPr/>
              </p14:nvContentPartPr>
              <p14:xfrm>
                <a:off x="10159980" y="6184860"/>
                <a:ext cx="15120" cy="173520"/>
              </p14:xfrm>
            </p:contentPart>
          </mc:Choice>
          <mc:Fallback xmlns="">
            <p:pic>
              <p:nvPicPr>
                <p:cNvPr id="99" name="Ink 98">
                  <a:extLst>
                    <a:ext uri="{FF2B5EF4-FFF2-40B4-BE49-F238E27FC236}">
                      <a16:creationId xmlns:a16="http://schemas.microsoft.com/office/drawing/2014/main" id="{E3ABF32E-8408-47DB-A578-A6A879983F09}"/>
                    </a:ext>
                  </a:extLst>
                </p:cNvPr>
                <p:cNvPicPr/>
                <p:nvPr/>
              </p:nvPicPr>
              <p:blipFill>
                <a:blip r:embed="rId137"/>
                <a:stretch>
                  <a:fillRect/>
                </a:stretch>
              </p:blipFill>
              <p:spPr>
                <a:xfrm>
                  <a:off x="10151340" y="6176220"/>
                  <a:ext cx="32760" cy="19116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100" name="Ink 99">
                  <a:extLst>
                    <a:ext uri="{FF2B5EF4-FFF2-40B4-BE49-F238E27FC236}">
                      <a16:creationId xmlns:a16="http://schemas.microsoft.com/office/drawing/2014/main" id="{0CD1D2CF-78A2-D424-57B0-27C0ADA0A144}"/>
                    </a:ext>
                  </a:extLst>
                </p14:cNvPr>
                <p14:cNvContentPartPr/>
                <p14:nvPr/>
              </p14:nvContentPartPr>
              <p14:xfrm>
                <a:off x="10214700" y="6311580"/>
                <a:ext cx="241200" cy="109800"/>
              </p14:xfrm>
            </p:contentPart>
          </mc:Choice>
          <mc:Fallback xmlns="">
            <p:pic>
              <p:nvPicPr>
                <p:cNvPr id="100" name="Ink 99">
                  <a:extLst>
                    <a:ext uri="{FF2B5EF4-FFF2-40B4-BE49-F238E27FC236}">
                      <a16:creationId xmlns:a16="http://schemas.microsoft.com/office/drawing/2014/main" id="{0CD1D2CF-78A2-D424-57B0-27C0ADA0A144}"/>
                    </a:ext>
                  </a:extLst>
                </p:cNvPr>
                <p:cNvPicPr/>
                <p:nvPr/>
              </p:nvPicPr>
              <p:blipFill>
                <a:blip r:embed="rId139"/>
                <a:stretch>
                  <a:fillRect/>
                </a:stretch>
              </p:blipFill>
              <p:spPr>
                <a:xfrm>
                  <a:off x="10206060" y="6302580"/>
                  <a:ext cx="25884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104" name="Ink 103">
                  <a:extLst>
                    <a:ext uri="{FF2B5EF4-FFF2-40B4-BE49-F238E27FC236}">
                      <a16:creationId xmlns:a16="http://schemas.microsoft.com/office/drawing/2014/main" id="{6F92FB80-2A1B-1823-E255-EA7C58E14A5D}"/>
                    </a:ext>
                  </a:extLst>
                </p14:cNvPr>
                <p14:cNvContentPartPr/>
                <p14:nvPr/>
              </p14:nvContentPartPr>
              <p14:xfrm>
                <a:off x="10557420" y="6106020"/>
                <a:ext cx="129240" cy="153720"/>
              </p14:xfrm>
            </p:contentPart>
          </mc:Choice>
          <mc:Fallback xmlns="">
            <p:pic>
              <p:nvPicPr>
                <p:cNvPr id="104" name="Ink 103">
                  <a:extLst>
                    <a:ext uri="{FF2B5EF4-FFF2-40B4-BE49-F238E27FC236}">
                      <a16:creationId xmlns:a16="http://schemas.microsoft.com/office/drawing/2014/main" id="{6F92FB80-2A1B-1823-E255-EA7C58E14A5D}"/>
                    </a:ext>
                  </a:extLst>
                </p:cNvPr>
                <p:cNvPicPr/>
                <p:nvPr/>
              </p:nvPicPr>
              <p:blipFill>
                <a:blip r:embed="rId141"/>
                <a:stretch>
                  <a:fillRect/>
                </a:stretch>
              </p:blipFill>
              <p:spPr>
                <a:xfrm>
                  <a:off x="10548780" y="6097380"/>
                  <a:ext cx="146880" cy="17136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105" name="Ink 104">
                  <a:extLst>
                    <a:ext uri="{FF2B5EF4-FFF2-40B4-BE49-F238E27FC236}">
                      <a16:creationId xmlns:a16="http://schemas.microsoft.com/office/drawing/2014/main" id="{3EF3B8C2-0600-9C96-7CCA-84A69A2F51CE}"/>
                    </a:ext>
                  </a:extLst>
                </p14:cNvPr>
                <p14:cNvContentPartPr/>
                <p14:nvPr/>
              </p14:nvContentPartPr>
              <p14:xfrm>
                <a:off x="10759380" y="6171180"/>
                <a:ext cx="14760" cy="86040"/>
              </p14:xfrm>
            </p:contentPart>
          </mc:Choice>
          <mc:Fallback xmlns="">
            <p:pic>
              <p:nvPicPr>
                <p:cNvPr id="105" name="Ink 104">
                  <a:extLst>
                    <a:ext uri="{FF2B5EF4-FFF2-40B4-BE49-F238E27FC236}">
                      <a16:creationId xmlns:a16="http://schemas.microsoft.com/office/drawing/2014/main" id="{3EF3B8C2-0600-9C96-7CCA-84A69A2F51CE}"/>
                    </a:ext>
                  </a:extLst>
                </p:cNvPr>
                <p:cNvPicPr/>
                <p:nvPr/>
              </p:nvPicPr>
              <p:blipFill>
                <a:blip r:embed="rId143"/>
                <a:stretch>
                  <a:fillRect/>
                </a:stretch>
              </p:blipFill>
              <p:spPr>
                <a:xfrm>
                  <a:off x="10750380" y="6162180"/>
                  <a:ext cx="3240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106" name="Ink 105">
                  <a:extLst>
                    <a:ext uri="{FF2B5EF4-FFF2-40B4-BE49-F238E27FC236}">
                      <a16:creationId xmlns:a16="http://schemas.microsoft.com/office/drawing/2014/main" id="{0551BD0C-0750-CCD1-1DCE-F3EC570CCBD0}"/>
                    </a:ext>
                  </a:extLst>
                </p14:cNvPr>
                <p14:cNvContentPartPr/>
                <p14:nvPr/>
              </p14:nvContentPartPr>
              <p14:xfrm>
                <a:off x="10775580" y="6100620"/>
                <a:ext cx="19080" cy="21240"/>
              </p14:xfrm>
            </p:contentPart>
          </mc:Choice>
          <mc:Fallback xmlns="">
            <p:pic>
              <p:nvPicPr>
                <p:cNvPr id="106" name="Ink 105">
                  <a:extLst>
                    <a:ext uri="{FF2B5EF4-FFF2-40B4-BE49-F238E27FC236}">
                      <a16:creationId xmlns:a16="http://schemas.microsoft.com/office/drawing/2014/main" id="{0551BD0C-0750-CCD1-1DCE-F3EC570CCBD0}"/>
                    </a:ext>
                  </a:extLst>
                </p:cNvPr>
                <p:cNvPicPr/>
                <p:nvPr/>
              </p:nvPicPr>
              <p:blipFill>
                <a:blip r:embed="rId145"/>
                <a:stretch>
                  <a:fillRect/>
                </a:stretch>
              </p:blipFill>
              <p:spPr>
                <a:xfrm>
                  <a:off x="10766940" y="6091980"/>
                  <a:ext cx="3672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107" name="Ink 106">
                  <a:extLst>
                    <a:ext uri="{FF2B5EF4-FFF2-40B4-BE49-F238E27FC236}">
                      <a16:creationId xmlns:a16="http://schemas.microsoft.com/office/drawing/2014/main" id="{1473BF49-C76E-3D2A-580D-A0554684012B}"/>
                    </a:ext>
                  </a:extLst>
                </p14:cNvPr>
                <p14:cNvContentPartPr/>
                <p14:nvPr/>
              </p14:nvContentPartPr>
              <p14:xfrm>
                <a:off x="10856940" y="6135180"/>
                <a:ext cx="135720" cy="150480"/>
              </p14:xfrm>
            </p:contentPart>
          </mc:Choice>
          <mc:Fallback xmlns="">
            <p:pic>
              <p:nvPicPr>
                <p:cNvPr id="107" name="Ink 106">
                  <a:extLst>
                    <a:ext uri="{FF2B5EF4-FFF2-40B4-BE49-F238E27FC236}">
                      <a16:creationId xmlns:a16="http://schemas.microsoft.com/office/drawing/2014/main" id="{1473BF49-C76E-3D2A-580D-A0554684012B}"/>
                    </a:ext>
                  </a:extLst>
                </p:cNvPr>
                <p:cNvPicPr/>
                <p:nvPr/>
              </p:nvPicPr>
              <p:blipFill>
                <a:blip r:embed="rId147"/>
                <a:stretch>
                  <a:fillRect/>
                </a:stretch>
              </p:blipFill>
              <p:spPr>
                <a:xfrm>
                  <a:off x="10848300" y="6126180"/>
                  <a:ext cx="153360" cy="16812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08" name="Ink 107">
                  <a:extLst>
                    <a:ext uri="{FF2B5EF4-FFF2-40B4-BE49-F238E27FC236}">
                      <a16:creationId xmlns:a16="http://schemas.microsoft.com/office/drawing/2014/main" id="{41F5E3A4-98F0-03AE-27AE-46FE8E8A6C2D}"/>
                    </a:ext>
                  </a:extLst>
                </p14:cNvPr>
                <p14:cNvContentPartPr/>
                <p14:nvPr/>
              </p14:nvContentPartPr>
              <p14:xfrm>
                <a:off x="11079420" y="6104940"/>
                <a:ext cx="117720" cy="159840"/>
              </p14:xfrm>
            </p:contentPart>
          </mc:Choice>
          <mc:Fallback xmlns="">
            <p:pic>
              <p:nvPicPr>
                <p:cNvPr id="108" name="Ink 107">
                  <a:extLst>
                    <a:ext uri="{FF2B5EF4-FFF2-40B4-BE49-F238E27FC236}">
                      <a16:creationId xmlns:a16="http://schemas.microsoft.com/office/drawing/2014/main" id="{41F5E3A4-98F0-03AE-27AE-46FE8E8A6C2D}"/>
                    </a:ext>
                  </a:extLst>
                </p:cNvPr>
                <p:cNvPicPr/>
                <p:nvPr/>
              </p:nvPicPr>
              <p:blipFill>
                <a:blip r:embed="rId149"/>
                <a:stretch>
                  <a:fillRect/>
                </a:stretch>
              </p:blipFill>
              <p:spPr>
                <a:xfrm>
                  <a:off x="11070780" y="6095940"/>
                  <a:ext cx="135360" cy="17748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09" name="Ink 108">
                  <a:extLst>
                    <a:ext uri="{FF2B5EF4-FFF2-40B4-BE49-F238E27FC236}">
                      <a16:creationId xmlns:a16="http://schemas.microsoft.com/office/drawing/2014/main" id="{0113EE49-B79D-880E-9646-4244A9F520F5}"/>
                    </a:ext>
                  </a:extLst>
                </p14:cNvPr>
                <p14:cNvContentPartPr/>
                <p14:nvPr/>
              </p14:nvContentPartPr>
              <p14:xfrm>
                <a:off x="11205780" y="6107100"/>
                <a:ext cx="112320" cy="127080"/>
              </p14:xfrm>
            </p:contentPart>
          </mc:Choice>
          <mc:Fallback xmlns="">
            <p:pic>
              <p:nvPicPr>
                <p:cNvPr id="109" name="Ink 108">
                  <a:extLst>
                    <a:ext uri="{FF2B5EF4-FFF2-40B4-BE49-F238E27FC236}">
                      <a16:creationId xmlns:a16="http://schemas.microsoft.com/office/drawing/2014/main" id="{0113EE49-B79D-880E-9646-4244A9F520F5}"/>
                    </a:ext>
                  </a:extLst>
                </p:cNvPr>
                <p:cNvPicPr/>
                <p:nvPr/>
              </p:nvPicPr>
              <p:blipFill>
                <a:blip r:embed="rId151"/>
                <a:stretch>
                  <a:fillRect/>
                </a:stretch>
              </p:blipFill>
              <p:spPr>
                <a:xfrm>
                  <a:off x="11197140" y="6098460"/>
                  <a:ext cx="129960"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110" name="Ink 109">
                  <a:extLst>
                    <a:ext uri="{FF2B5EF4-FFF2-40B4-BE49-F238E27FC236}">
                      <a16:creationId xmlns:a16="http://schemas.microsoft.com/office/drawing/2014/main" id="{B67CB4C7-3FC4-6158-69BE-DB169E9226A1}"/>
                    </a:ext>
                  </a:extLst>
                </p14:cNvPr>
                <p14:cNvContentPartPr/>
                <p14:nvPr/>
              </p14:nvContentPartPr>
              <p14:xfrm>
                <a:off x="11355180" y="6048060"/>
                <a:ext cx="20160" cy="29160"/>
              </p14:xfrm>
            </p:contentPart>
          </mc:Choice>
          <mc:Fallback xmlns="">
            <p:pic>
              <p:nvPicPr>
                <p:cNvPr id="110" name="Ink 109">
                  <a:extLst>
                    <a:ext uri="{FF2B5EF4-FFF2-40B4-BE49-F238E27FC236}">
                      <a16:creationId xmlns:a16="http://schemas.microsoft.com/office/drawing/2014/main" id="{B67CB4C7-3FC4-6158-69BE-DB169E9226A1}"/>
                    </a:ext>
                  </a:extLst>
                </p:cNvPr>
                <p:cNvPicPr/>
                <p:nvPr/>
              </p:nvPicPr>
              <p:blipFill>
                <a:blip r:embed="rId153"/>
                <a:stretch>
                  <a:fillRect/>
                </a:stretch>
              </p:blipFill>
              <p:spPr>
                <a:xfrm>
                  <a:off x="11346180" y="6039060"/>
                  <a:ext cx="37800" cy="46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54">
            <p14:nvContentPartPr>
              <p14:cNvPr id="121" name="Ink 120">
                <a:extLst>
                  <a:ext uri="{FF2B5EF4-FFF2-40B4-BE49-F238E27FC236}">
                    <a16:creationId xmlns:a16="http://schemas.microsoft.com/office/drawing/2014/main" id="{23AB08A6-6B1C-4335-B671-3041F2A2B6FF}"/>
                  </a:ext>
                </a:extLst>
              </p14:cNvPr>
              <p14:cNvContentPartPr/>
              <p14:nvPr/>
            </p14:nvContentPartPr>
            <p14:xfrm>
              <a:off x="2443740" y="895020"/>
              <a:ext cx="145800" cy="2309760"/>
            </p14:xfrm>
          </p:contentPart>
        </mc:Choice>
        <mc:Fallback xmlns="">
          <p:pic>
            <p:nvPicPr>
              <p:cNvPr id="121" name="Ink 120">
                <a:extLst>
                  <a:ext uri="{FF2B5EF4-FFF2-40B4-BE49-F238E27FC236}">
                    <a16:creationId xmlns:a16="http://schemas.microsoft.com/office/drawing/2014/main" id="{23AB08A6-6B1C-4335-B671-3041F2A2B6FF}"/>
                  </a:ext>
                </a:extLst>
              </p:cNvPr>
              <p:cNvPicPr/>
              <p:nvPr/>
            </p:nvPicPr>
            <p:blipFill>
              <a:blip r:embed="rId173"/>
              <a:stretch>
                <a:fillRect/>
              </a:stretch>
            </p:blipFill>
            <p:spPr>
              <a:xfrm>
                <a:off x="2434740" y="886380"/>
                <a:ext cx="163440" cy="232740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22" name="Ink 121">
                <a:extLst>
                  <a:ext uri="{FF2B5EF4-FFF2-40B4-BE49-F238E27FC236}">
                    <a16:creationId xmlns:a16="http://schemas.microsoft.com/office/drawing/2014/main" id="{A9DA2214-5405-3253-CC14-629722A6D6ED}"/>
                  </a:ext>
                </a:extLst>
              </p14:cNvPr>
              <p14:cNvContentPartPr/>
              <p14:nvPr/>
            </p14:nvContentPartPr>
            <p14:xfrm>
              <a:off x="938940" y="1233420"/>
              <a:ext cx="5985000" cy="210600"/>
            </p14:xfrm>
          </p:contentPart>
        </mc:Choice>
        <mc:Fallback xmlns="">
          <p:pic>
            <p:nvPicPr>
              <p:cNvPr id="122" name="Ink 121">
                <a:extLst>
                  <a:ext uri="{FF2B5EF4-FFF2-40B4-BE49-F238E27FC236}">
                    <a16:creationId xmlns:a16="http://schemas.microsoft.com/office/drawing/2014/main" id="{A9DA2214-5405-3253-CC14-629722A6D6ED}"/>
                  </a:ext>
                </a:extLst>
              </p:cNvPr>
              <p:cNvPicPr/>
              <p:nvPr/>
            </p:nvPicPr>
            <p:blipFill>
              <a:blip r:embed="rId175"/>
              <a:stretch>
                <a:fillRect/>
              </a:stretch>
            </p:blipFill>
            <p:spPr>
              <a:xfrm>
                <a:off x="929940" y="1224420"/>
                <a:ext cx="6002640" cy="22824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23" name="Ink 122">
                <a:extLst>
                  <a:ext uri="{FF2B5EF4-FFF2-40B4-BE49-F238E27FC236}">
                    <a16:creationId xmlns:a16="http://schemas.microsoft.com/office/drawing/2014/main" id="{875DFBF5-75A4-0C37-9FA9-66A3AAB7D025}"/>
                  </a:ext>
                </a:extLst>
              </p14:cNvPr>
              <p14:cNvContentPartPr/>
              <p14:nvPr/>
            </p14:nvContentPartPr>
            <p14:xfrm>
              <a:off x="4894620" y="836340"/>
              <a:ext cx="115920" cy="2165040"/>
            </p14:xfrm>
          </p:contentPart>
        </mc:Choice>
        <mc:Fallback xmlns="">
          <p:pic>
            <p:nvPicPr>
              <p:cNvPr id="123" name="Ink 122">
                <a:extLst>
                  <a:ext uri="{FF2B5EF4-FFF2-40B4-BE49-F238E27FC236}">
                    <a16:creationId xmlns:a16="http://schemas.microsoft.com/office/drawing/2014/main" id="{875DFBF5-75A4-0C37-9FA9-66A3AAB7D025}"/>
                  </a:ext>
                </a:extLst>
              </p:cNvPr>
              <p:cNvPicPr/>
              <p:nvPr/>
            </p:nvPicPr>
            <p:blipFill>
              <a:blip r:embed="rId177"/>
              <a:stretch>
                <a:fillRect/>
              </a:stretch>
            </p:blipFill>
            <p:spPr>
              <a:xfrm>
                <a:off x="4885980" y="827340"/>
                <a:ext cx="133560" cy="218268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24" name="Ink 123">
                <a:extLst>
                  <a:ext uri="{FF2B5EF4-FFF2-40B4-BE49-F238E27FC236}">
                    <a16:creationId xmlns:a16="http://schemas.microsoft.com/office/drawing/2014/main" id="{1BE4B24E-7FDD-DE12-6BAF-A360C4915F15}"/>
                  </a:ext>
                </a:extLst>
              </p14:cNvPr>
              <p14:cNvContentPartPr/>
              <p14:nvPr/>
            </p14:nvContentPartPr>
            <p14:xfrm>
              <a:off x="2796900" y="1165020"/>
              <a:ext cx="106560" cy="79200"/>
            </p14:xfrm>
          </p:contentPart>
        </mc:Choice>
        <mc:Fallback xmlns="">
          <p:pic>
            <p:nvPicPr>
              <p:cNvPr id="124" name="Ink 123">
                <a:extLst>
                  <a:ext uri="{FF2B5EF4-FFF2-40B4-BE49-F238E27FC236}">
                    <a16:creationId xmlns:a16="http://schemas.microsoft.com/office/drawing/2014/main" id="{1BE4B24E-7FDD-DE12-6BAF-A360C4915F15}"/>
                  </a:ext>
                </a:extLst>
              </p:cNvPr>
              <p:cNvPicPr/>
              <p:nvPr/>
            </p:nvPicPr>
            <p:blipFill>
              <a:blip r:embed="rId179"/>
              <a:stretch>
                <a:fillRect/>
              </a:stretch>
            </p:blipFill>
            <p:spPr>
              <a:xfrm>
                <a:off x="2788260" y="1156380"/>
                <a:ext cx="12420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25" name="Ink 124">
                <a:extLst>
                  <a:ext uri="{FF2B5EF4-FFF2-40B4-BE49-F238E27FC236}">
                    <a16:creationId xmlns:a16="http://schemas.microsoft.com/office/drawing/2014/main" id="{74FB26FF-667F-92FA-0435-2EB031E30023}"/>
                  </a:ext>
                </a:extLst>
              </p14:cNvPr>
              <p14:cNvContentPartPr/>
              <p14:nvPr/>
            </p14:nvContentPartPr>
            <p14:xfrm>
              <a:off x="2767380" y="1159260"/>
              <a:ext cx="165960" cy="141120"/>
            </p14:xfrm>
          </p:contentPart>
        </mc:Choice>
        <mc:Fallback xmlns="">
          <p:pic>
            <p:nvPicPr>
              <p:cNvPr id="125" name="Ink 124">
                <a:extLst>
                  <a:ext uri="{FF2B5EF4-FFF2-40B4-BE49-F238E27FC236}">
                    <a16:creationId xmlns:a16="http://schemas.microsoft.com/office/drawing/2014/main" id="{74FB26FF-667F-92FA-0435-2EB031E30023}"/>
                  </a:ext>
                </a:extLst>
              </p:cNvPr>
              <p:cNvPicPr/>
              <p:nvPr/>
            </p:nvPicPr>
            <p:blipFill>
              <a:blip r:embed="rId181"/>
              <a:stretch>
                <a:fillRect/>
              </a:stretch>
            </p:blipFill>
            <p:spPr>
              <a:xfrm>
                <a:off x="2758380" y="1150260"/>
                <a:ext cx="18360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26" name="Ink 125">
                <a:extLst>
                  <a:ext uri="{FF2B5EF4-FFF2-40B4-BE49-F238E27FC236}">
                    <a16:creationId xmlns:a16="http://schemas.microsoft.com/office/drawing/2014/main" id="{06C20325-4AEA-28AC-B013-A202754EC903}"/>
                  </a:ext>
                </a:extLst>
              </p14:cNvPr>
              <p14:cNvContentPartPr/>
              <p14:nvPr/>
            </p14:nvContentPartPr>
            <p14:xfrm>
              <a:off x="3009300" y="1183740"/>
              <a:ext cx="81360" cy="12600"/>
            </p14:xfrm>
          </p:contentPart>
        </mc:Choice>
        <mc:Fallback xmlns="">
          <p:pic>
            <p:nvPicPr>
              <p:cNvPr id="126" name="Ink 125">
                <a:extLst>
                  <a:ext uri="{FF2B5EF4-FFF2-40B4-BE49-F238E27FC236}">
                    <a16:creationId xmlns:a16="http://schemas.microsoft.com/office/drawing/2014/main" id="{06C20325-4AEA-28AC-B013-A202754EC903}"/>
                  </a:ext>
                </a:extLst>
              </p:cNvPr>
              <p:cNvPicPr/>
              <p:nvPr/>
            </p:nvPicPr>
            <p:blipFill>
              <a:blip r:embed="rId183"/>
              <a:stretch>
                <a:fillRect/>
              </a:stretch>
            </p:blipFill>
            <p:spPr>
              <a:xfrm>
                <a:off x="3000300" y="1175100"/>
                <a:ext cx="9900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27" name="Ink 126">
                <a:extLst>
                  <a:ext uri="{FF2B5EF4-FFF2-40B4-BE49-F238E27FC236}">
                    <a16:creationId xmlns:a16="http://schemas.microsoft.com/office/drawing/2014/main" id="{E4694B94-6928-58BA-D53F-6EA0E2BB0799}"/>
                  </a:ext>
                </a:extLst>
              </p14:cNvPr>
              <p14:cNvContentPartPr/>
              <p14:nvPr/>
            </p14:nvContentPartPr>
            <p14:xfrm>
              <a:off x="3145020" y="1150620"/>
              <a:ext cx="84240" cy="93240"/>
            </p14:xfrm>
          </p:contentPart>
        </mc:Choice>
        <mc:Fallback xmlns="">
          <p:pic>
            <p:nvPicPr>
              <p:cNvPr id="127" name="Ink 126">
                <a:extLst>
                  <a:ext uri="{FF2B5EF4-FFF2-40B4-BE49-F238E27FC236}">
                    <a16:creationId xmlns:a16="http://schemas.microsoft.com/office/drawing/2014/main" id="{E4694B94-6928-58BA-D53F-6EA0E2BB0799}"/>
                  </a:ext>
                </a:extLst>
              </p:cNvPr>
              <p:cNvPicPr/>
              <p:nvPr/>
            </p:nvPicPr>
            <p:blipFill>
              <a:blip r:embed="rId185"/>
              <a:stretch>
                <a:fillRect/>
              </a:stretch>
            </p:blipFill>
            <p:spPr>
              <a:xfrm>
                <a:off x="3136020" y="1141980"/>
                <a:ext cx="101880" cy="11088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28" name="Ink 127">
                <a:extLst>
                  <a:ext uri="{FF2B5EF4-FFF2-40B4-BE49-F238E27FC236}">
                    <a16:creationId xmlns:a16="http://schemas.microsoft.com/office/drawing/2014/main" id="{B92B1E9D-C8CF-4B13-3BB7-1E1CF5C3CDDC}"/>
                  </a:ext>
                </a:extLst>
              </p14:cNvPr>
              <p14:cNvContentPartPr/>
              <p14:nvPr/>
            </p14:nvContentPartPr>
            <p14:xfrm>
              <a:off x="3239340" y="1168980"/>
              <a:ext cx="121680" cy="74880"/>
            </p14:xfrm>
          </p:contentPart>
        </mc:Choice>
        <mc:Fallback xmlns="">
          <p:pic>
            <p:nvPicPr>
              <p:cNvPr id="128" name="Ink 127">
                <a:extLst>
                  <a:ext uri="{FF2B5EF4-FFF2-40B4-BE49-F238E27FC236}">
                    <a16:creationId xmlns:a16="http://schemas.microsoft.com/office/drawing/2014/main" id="{B92B1E9D-C8CF-4B13-3BB7-1E1CF5C3CDDC}"/>
                  </a:ext>
                </a:extLst>
              </p:cNvPr>
              <p:cNvPicPr/>
              <p:nvPr/>
            </p:nvPicPr>
            <p:blipFill>
              <a:blip r:embed="rId187"/>
              <a:stretch>
                <a:fillRect/>
              </a:stretch>
            </p:blipFill>
            <p:spPr>
              <a:xfrm>
                <a:off x="3230340" y="1159980"/>
                <a:ext cx="13932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29" name="Ink 128">
                <a:extLst>
                  <a:ext uri="{FF2B5EF4-FFF2-40B4-BE49-F238E27FC236}">
                    <a16:creationId xmlns:a16="http://schemas.microsoft.com/office/drawing/2014/main" id="{33E9C6CE-8BC8-2316-5055-D0C36892362A}"/>
                  </a:ext>
                </a:extLst>
              </p14:cNvPr>
              <p14:cNvContentPartPr/>
              <p14:nvPr/>
            </p14:nvContentPartPr>
            <p14:xfrm>
              <a:off x="3416460" y="1143060"/>
              <a:ext cx="221040" cy="80640"/>
            </p14:xfrm>
          </p:contentPart>
        </mc:Choice>
        <mc:Fallback xmlns="">
          <p:pic>
            <p:nvPicPr>
              <p:cNvPr id="129" name="Ink 128">
                <a:extLst>
                  <a:ext uri="{FF2B5EF4-FFF2-40B4-BE49-F238E27FC236}">
                    <a16:creationId xmlns:a16="http://schemas.microsoft.com/office/drawing/2014/main" id="{33E9C6CE-8BC8-2316-5055-D0C36892362A}"/>
                  </a:ext>
                </a:extLst>
              </p:cNvPr>
              <p:cNvPicPr/>
              <p:nvPr/>
            </p:nvPicPr>
            <p:blipFill>
              <a:blip r:embed="rId189"/>
              <a:stretch>
                <a:fillRect/>
              </a:stretch>
            </p:blipFill>
            <p:spPr>
              <a:xfrm>
                <a:off x="3407460" y="1134060"/>
                <a:ext cx="23868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30" name="Ink 129">
                <a:extLst>
                  <a:ext uri="{FF2B5EF4-FFF2-40B4-BE49-F238E27FC236}">
                    <a16:creationId xmlns:a16="http://schemas.microsoft.com/office/drawing/2014/main" id="{CF572C6B-9755-1D4D-B5A3-27E4A82469FE}"/>
                  </a:ext>
                </a:extLst>
              </p14:cNvPr>
              <p14:cNvContentPartPr/>
              <p14:nvPr/>
            </p14:nvContentPartPr>
            <p14:xfrm>
              <a:off x="3693660" y="1029660"/>
              <a:ext cx="21600" cy="285480"/>
            </p14:xfrm>
          </p:contentPart>
        </mc:Choice>
        <mc:Fallback xmlns="">
          <p:pic>
            <p:nvPicPr>
              <p:cNvPr id="130" name="Ink 129">
                <a:extLst>
                  <a:ext uri="{FF2B5EF4-FFF2-40B4-BE49-F238E27FC236}">
                    <a16:creationId xmlns:a16="http://schemas.microsoft.com/office/drawing/2014/main" id="{CF572C6B-9755-1D4D-B5A3-27E4A82469FE}"/>
                  </a:ext>
                </a:extLst>
              </p:cNvPr>
              <p:cNvPicPr/>
              <p:nvPr/>
            </p:nvPicPr>
            <p:blipFill>
              <a:blip r:embed="rId191"/>
              <a:stretch>
                <a:fillRect/>
              </a:stretch>
            </p:blipFill>
            <p:spPr>
              <a:xfrm>
                <a:off x="3684660" y="1021020"/>
                <a:ext cx="39240" cy="30312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31" name="Ink 130">
                <a:extLst>
                  <a:ext uri="{FF2B5EF4-FFF2-40B4-BE49-F238E27FC236}">
                    <a16:creationId xmlns:a16="http://schemas.microsoft.com/office/drawing/2014/main" id="{42F4FD6B-956C-DDB9-1EFA-F1FBA38CB512}"/>
                  </a:ext>
                </a:extLst>
              </p14:cNvPr>
              <p14:cNvContentPartPr/>
              <p14:nvPr/>
            </p14:nvContentPartPr>
            <p14:xfrm>
              <a:off x="3693660" y="1150620"/>
              <a:ext cx="81360" cy="48960"/>
            </p14:xfrm>
          </p:contentPart>
        </mc:Choice>
        <mc:Fallback xmlns="">
          <p:pic>
            <p:nvPicPr>
              <p:cNvPr id="131" name="Ink 130">
                <a:extLst>
                  <a:ext uri="{FF2B5EF4-FFF2-40B4-BE49-F238E27FC236}">
                    <a16:creationId xmlns:a16="http://schemas.microsoft.com/office/drawing/2014/main" id="{42F4FD6B-956C-DDB9-1EFA-F1FBA38CB512}"/>
                  </a:ext>
                </a:extLst>
              </p:cNvPr>
              <p:cNvPicPr/>
              <p:nvPr/>
            </p:nvPicPr>
            <p:blipFill>
              <a:blip r:embed="rId193"/>
              <a:stretch>
                <a:fillRect/>
              </a:stretch>
            </p:blipFill>
            <p:spPr>
              <a:xfrm>
                <a:off x="3684660" y="1141620"/>
                <a:ext cx="99000" cy="6660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32" name="Ink 131">
                <a:extLst>
                  <a:ext uri="{FF2B5EF4-FFF2-40B4-BE49-F238E27FC236}">
                    <a16:creationId xmlns:a16="http://schemas.microsoft.com/office/drawing/2014/main" id="{570B9996-5390-7B0A-94A6-FDB34A114D94}"/>
                  </a:ext>
                </a:extLst>
              </p14:cNvPr>
              <p14:cNvContentPartPr/>
              <p14:nvPr/>
            </p14:nvContentPartPr>
            <p14:xfrm>
              <a:off x="3878700" y="1128300"/>
              <a:ext cx="84240" cy="63000"/>
            </p14:xfrm>
          </p:contentPart>
        </mc:Choice>
        <mc:Fallback xmlns="">
          <p:pic>
            <p:nvPicPr>
              <p:cNvPr id="132" name="Ink 131">
                <a:extLst>
                  <a:ext uri="{FF2B5EF4-FFF2-40B4-BE49-F238E27FC236}">
                    <a16:creationId xmlns:a16="http://schemas.microsoft.com/office/drawing/2014/main" id="{570B9996-5390-7B0A-94A6-FDB34A114D94}"/>
                  </a:ext>
                </a:extLst>
              </p:cNvPr>
              <p:cNvPicPr/>
              <p:nvPr/>
            </p:nvPicPr>
            <p:blipFill>
              <a:blip r:embed="rId195"/>
              <a:stretch>
                <a:fillRect/>
              </a:stretch>
            </p:blipFill>
            <p:spPr>
              <a:xfrm>
                <a:off x="3869700" y="1119660"/>
                <a:ext cx="10188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34" name="Ink 133">
                <a:extLst>
                  <a:ext uri="{FF2B5EF4-FFF2-40B4-BE49-F238E27FC236}">
                    <a16:creationId xmlns:a16="http://schemas.microsoft.com/office/drawing/2014/main" id="{A5B1E7A3-D92F-DB29-BBE2-F18C124DADFD}"/>
                  </a:ext>
                </a:extLst>
              </p14:cNvPr>
              <p14:cNvContentPartPr/>
              <p14:nvPr/>
            </p14:nvContentPartPr>
            <p14:xfrm>
              <a:off x="4003980" y="1102020"/>
              <a:ext cx="172080" cy="82440"/>
            </p14:xfrm>
          </p:contentPart>
        </mc:Choice>
        <mc:Fallback xmlns="">
          <p:pic>
            <p:nvPicPr>
              <p:cNvPr id="134" name="Ink 133">
                <a:extLst>
                  <a:ext uri="{FF2B5EF4-FFF2-40B4-BE49-F238E27FC236}">
                    <a16:creationId xmlns:a16="http://schemas.microsoft.com/office/drawing/2014/main" id="{A5B1E7A3-D92F-DB29-BBE2-F18C124DADFD}"/>
                  </a:ext>
                </a:extLst>
              </p:cNvPr>
              <p:cNvPicPr/>
              <p:nvPr/>
            </p:nvPicPr>
            <p:blipFill>
              <a:blip r:embed="rId197"/>
              <a:stretch>
                <a:fillRect/>
              </a:stretch>
            </p:blipFill>
            <p:spPr>
              <a:xfrm>
                <a:off x="3995340" y="1093380"/>
                <a:ext cx="18972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35" name="Ink 134">
                <a:extLst>
                  <a:ext uri="{FF2B5EF4-FFF2-40B4-BE49-F238E27FC236}">
                    <a16:creationId xmlns:a16="http://schemas.microsoft.com/office/drawing/2014/main" id="{2CC7A564-F3B8-E726-8580-4B0268B0BD8D}"/>
                  </a:ext>
                </a:extLst>
              </p14:cNvPr>
              <p14:cNvContentPartPr/>
              <p14:nvPr/>
            </p14:nvContentPartPr>
            <p14:xfrm>
              <a:off x="4213860" y="1105620"/>
              <a:ext cx="147240" cy="78120"/>
            </p14:xfrm>
          </p:contentPart>
        </mc:Choice>
        <mc:Fallback xmlns="">
          <p:pic>
            <p:nvPicPr>
              <p:cNvPr id="135" name="Ink 134">
                <a:extLst>
                  <a:ext uri="{FF2B5EF4-FFF2-40B4-BE49-F238E27FC236}">
                    <a16:creationId xmlns:a16="http://schemas.microsoft.com/office/drawing/2014/main" id="{2CC7A564-F3B8-E726-8580-4B0268B0BD8D}"/>
                  </a:ext>
                </a:extLst>
              </p:cNvPr>
              <p:cNvPicPr/>
              <p:nvPr/>
            </p:nvPicPr>
            <p:blipFill>
              <a:blip r:embed="rId199"/>
              <a:stretch>
                <a:fillRect/>
              </a:stretch>
            </p:blipFill>
            <p:spPr>
              <a:xfrm>
                <a:off x="4204860" y="1096980"/>
                <a:ext cx="164880" cy="9576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36" name="Ink 135">
                <a:extLst>
                  <a:ext uri="{FF2B5EF4-FFF2-40B4-BE49-F238E27FC236}">
                    <a16:creationId xmlns:a16="http://schemas.microsoft.com/office/drawing/2014/main" id="{AC77FF4D-F142-970D-A49B-E79DC8095516}"/>
                  </a:ext>
                </a:extLst>
              </p14:cNvPr>
              <p14:cNvContentPartPr/>
              <p14:nvPr/>
            </p14:nvContentPartPr>
            <p14:xfrm>
              <a:off x="4402140" y="1086540"/>
              <a:ext cx="149760" cy="90000"/>
            </p14:xfrm>
          </p:contentPart>
        </mc:Choice>
        <mc:Fallback xmlns="">
          <p:pic>
            <p:nvPicPr>
              <p:cNvPr id="136" name="Ink 135">
                <a:extLst>
                  <a:ext uri="{FF2B5EF4-FFF2-40B4-BE49-F238E27FC236}">
                    <a16:creationId xmlns:a16="http://schemas.microsoft.com/office/drawing/2014/main" id="{AC77FF4D-F142-970D-A49B-E79DC8095516}"/>
                  </a:ext>
                </a:extLst>
              </p:cNvPr>
              <p:cNvPicPr/>
              <p:nvPr/>
            </p:nvPicPr>
            <p:blipFill>
              <a:blip r:embed="rId201"/>
              <a:stretch>
                <a:fillRect/>
              </a:stretch>
            </p:blipFill>
            <p:spPr>
              <a:xfrm>
                <a:off x="4393140" y="1077900"/>
                <a:ext cx="167400" cy="10764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37" name="Ink 136">
                <a:extLst>
                  <a:ext uri="{FF2B5EF4-FFF2-40B4-BE49-F238E27FC236}">
                    <a16:creationId xmlns:a16="http://schemas.microsoft.com/office/drawing/2014/main" id="{EF24062F-C75E-6E80-9F01-2E9AB62523EE}"/>
                  </a:ext>
                </a:extLst>
              </p14:cNvPr>
              <p14:cNvContentPartPr/>
              <p14:nvPr/>
            </p14:nvContentPartPr>
            <p14:xfrm>
              <a:off x="4633620" y="987180"/>
              <a:ext cx="48240" cy="197280"/>
            </p14:xfrm>
          </p:contentPart>
        </mc:Choice>
        <mc:Fallback xmlns="">
          <p:pic>
            <p:nvPicPr>
              <p:cNvPr id="137" name="Ink 136">
                <a:extLst>
                  <a:ext uri="{FF2B5EF4-FFF2-40B4-BE49-F238E27FC236}">
                    <a16:creationId xmlns:a16="http://schemas.microsoft.com/office/drawing/2014/main" id="{EF24062F-C75E-6E80-9F01-2E9AB62523EE}"/>
                  </a:ext>
                </a:extLst>
              </p:cNvPr>
              <p:cNvPicPr/>
              <p:nvPr/>
            </p:nvPicPr>
            <p:blipFill>
              <a:blip r:embed="rId203"/>
              <a:stretch>
                <a:fillRect/>
              </a:stretch>
            </p:blipFill>
            <p:spPr>
              <a:xfrm>
                <a:off x="4624980" y="978180"/>
                <a:ext cx="65880" cy="21492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38" name="Ink 137">
                <a:extLst>
                  <a:ext uri="{FF2B5EF4-FFF2-40B4-BE49-F238E27FC236}">
                    <a16:creationId xmlns:a16="http://schemas.microsoft.com/office/drawing/2014/main" id="{012C917C-C2A4-F2FB-A20E-69A67D4CAEA6}"/>
                  </a:ext>
                </a:extLst>
              </p14:cNvPr>
              <p14:cNvContentPartPr/>
              <p14:nvPr/>
            </p14:nvContentPartPr>
            <p14:xfrm>
              <a:off x="4631820" y="1079340"/>
              <a:ext cx="105480" cy="17280"/>
            </p14:xfrm>
          </p:contentPart>
        </mc:Choice>
        <mc:Fallback xmlns="">
          <p:pic>
            <p:nvPicPr>
              <p:cNvPr id="138" name="Ink 137">
                <a:extLst>
                  <a:ext uri="{FF2B5EF4-FFF2-40B4-BE49-F238E27FC236}">
                    <a16:creationId xmlns:a16="http://schemas.microsoft.com/office/drawing/2014/main" id="{012C917C-C2A4-F2FB-A20E-69A67D4CAEA6}"/>
                  </a:ext>
                </a:extLst>
              </p:cNvPr>
              <p:cNvPicPr/>
              <p:nvPr/>
            </p:nvPicPr>
            <p:blipFill>
              <a:blip r:embed="rId205"/>
              <a:stretch>
                <a:fillRect/>
              </a:stretch>
            </p:blipFill>
            <p:spPr>
              <a:xfrm>
                <a:off x="4622820" y="1070340"/>
                <a:ext cx="123120" cy="3492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44" name="Ink 143">
                <a:extLst>
                  <a:ext uri="{FF2B5EF4-FFF2-40B4-BE49-F238E27FC236}">
                    <a16:creationId xmlns:a16="http://schemas.microsoft.com/office/drawing/2014/main" id="{221FE436-8B82-51EB-FF66-4FD2FCCEE5F6}"/>
                  </a:ext>
                </a:extLst>
              </p14:cNvPr>
              <p14:cNvContentPartPr/>
              <p14:nvPr/>
            </p14:nvContentPartPr>
            <p14:xfrm>
              <a:off x="6520740" y="940740"/>
              <a:ext cx="720" cy="360"/>
            </p14:xfrm>
          </p:contentPart>
        </mc:Choice>
        <mc:Fallback xmlns="">
          <p:pic>
            <p:nvPicPr>
              <p:cNvPr id="144" name="Ink 143">
                <a:extLst>
                  <a:ext uri="{FF2B5EF4-FFF2-40B4-BE49-F238E27FC236}">
                    <a16:creationId xmlns:a16="http://schemas.microsoft.com/office/drawing/2014/main" id="{221FE436-8B82-51EB-FF66-4FD2FCCEE5F6}"/>
                  </a:ext>
                </a:extLst>
              </p:cNvPr>
              <p:cNvPicPr/>
              <p:nvPr/>
            </p:nvPicPr>
            <p:blipFill>
              <a:blip r:embed="rId161"/>
              <a:stretch>
                <a:fillRect/>
              </a:stretch>
            </p:blipFill>
            <p:spPr>
              <a:xfrm>
                <a:off x="6512100" y="931740"/>
                <a:ext cx="1836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145" name="Ink 144">
                <a:extLst>
                  <a:ext uri="{FF2B5EF4-FFF2-40B4-BE49-F238E27FC236}">
                    <a16:creationId xmlns:a16="http://schemas.microsoft.com/office/drawing/2014/main" id="{C97599EE-5160-25C4-BC7C-98B3537B59BB}"/>
                  </a:ext>
                </a:extLst>
              </p14:cNvPr>
              <p14:cNvContentPartPr/>
              <p14:nvPr/>
            </p14:nvContentPartPr>
            <p14:xfrm>
              <a:off x="6445140" y="1195620"/>
              <a:ext cx="25920" cy="114840"/>
            </p14:xfrm>
          </p:contentPart>
        </mc:Choice>
        <mc:Fallback xmlns="">
          <p:pic>
            <p:nvPicPr>
              <p:cNvPr id="145" name="Ink 144">
                <a:extLst>
                  <a:ext uri="{FF2B5EF4-FFF2-40B4-BE49-F238E27FC236}">
                    <a16:creationId xmlns:a16="http://schemas.microsoft.com/office/drawing/2014/main" id="{C97599EE-5160-25C4-BC7C-98B3537B59BB}"/>
                  </a:ext>
                </a:extLst>
              </p:cNvPr>
              <p:cNvPicPr/>
              <p:nvPr/>
            </p:nvPicPr>
            <p:blipFill>
              <a:blip r:embed="rId218"/>
              <a:stretch>
                <a:fillRect/>
              </a:stretch>
            </p:blipFill>
            <p:spPr>
              <a:xfrm>
                <a:off x="6436500" y="1186620"/>
                <a:ext cx="4356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156" name="Ink 155">
                <a:extLst>
                  <a:ext uri="{FF2B5EF4-FFF2-40B4-BE49-F238E27FC236}">
                    <a16:creationId xmlns:a16="http://schemas.microsoft.com/office/drawing/2014/main" id="{70ECC93C-FC3F-AC7C-3DB9-69E6BE4AFEC1}"/>
                  </a:ext>
                </a:extLst>
              </p14:cNvPr>
              <p14:cNvContentPartPr/>
              <p14:nvPr/>
            </p14:nvContentPartPr>
            <p14:xfrm>
              <a:off x="6707940" y="1254300"/>
              <a:ext cx="1063800" cy="8640"/>
            </p14:xfrm>
          </p:contentPart>
        </mc:Choice>
        <mc:Fallback xmlns="">
          <p:pic>
            <p:nvPicPr>
              <p:cNvPr id="156" name="Ink 155">
                <a:extLst>
                  <a:ext uri="{FF2B5EF4-FFF2-40B4-BE49-F238E27FC236}">
                    <a16:creationId xmlns:a16="http://schemas.microsoft.com/office/drawing/2014/main" id="{70ECC93C-FC3F-AC7C-3DB9-69E6BE4AFEC1}"/>
                  </a:ext>
                </a:extLst>
              </p:cNvPr>
              <p:cNvPicPr/>
              <p:nvPr/>
            </p:nvPicPr>
            <p:blipFill>
              <a:blip r:embed="rId236"/>
              <a:stretch>
                <a:fillRect/>
              </a:stretch>
            </p:blipFill>
            <p:spPr>
              <a:xfrm>
                <a:off x="6699300" y="1245660"/>
                <a:ext cx="108144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237">
            <p14:nvContentPartPr>
              <p14:cNvPr id="158" name="Ink 157">
                <a:extLst>
                  <a:ext uri="{FF2B5EF4-FFF2-40B4-BE49-F238E27FC236}">
                    <a16:creationId xmlns:a16="http://schemas.microsoft.com/office/drawing/2014/main" id="{2E0681A4-C7D2-4DB2-4D59-460EEC653394}"/>
                  </a:ext>
                </a:extLst>
              </p14:cNvPr>
              <p14:cNvContentPartPr/>
              <p14:nvPr/>
            </p14:nvContentPartPr>
            <p14:xfrm>
              <a:off x="1321260" y="1580820"/>
              <a:ext cx="185040" cy="18360"/>
            </p14:xfrm>
          </p:contentPart>
        </mc:Choice>
        <mc:Fallback xmlns="">
          <p:pic>
            <p:nvPicPr>
              <p:cNvPr id="158" name="Ink 157">
                <a:extLst>
                  <a:ext uri="{FF2B5EF4-FFF2-40B4-BE49-F238E27FC236}">
                    <a16:creationId xmlns:a16="http://schemas.microsoft.com/office/drawing/2014/main" id="{2E0681A4-C7D2-4DB2-4D59-460EEC653394}"/>
                  </a:ext>
                </a:extLst>
              </p:cNvPr>
              <p:cNvPicPr/>
              <p:nvPr/>
            </p:nvPicPr>
            <p:blipFill>
              <a:blip r:embed="rId238"/>
              <a:stretch>
                <a:fillRect/>
              </a:stretch>
            </p:blipFill>
            <p:spPr>
              <a:xfrm>
                <a:off x="1312260" y="1572180"/>
                <a:ext cx="20268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39">
            <p14:nvContentPartPr>
              <p14:cNvPr id="159" name="Ink 158">
                <a:extLst>
                  <a:ext uri="{FF2B5EF4-FFF2-40B4-BE49-F238E27FC236}">
                    <a16:creationId xmlns:a16="http://schemas.microsoft.com/office/drawing/2014/main" id="{09BE293E-B481-F185-B743-1AE996C1F867}"/>
                  </a:ext>
                </a:extLst>
              </p14:cNvPr>
              <p14:cNvContentPartPr/>
              <p14:nvPr/>
            </p14:nvContentPartPr>
            <p14:xfrm>
              <a:off x="1395060" y="1625100"/>
              <a:ext cx="21240" cy="190080"/>
            </p14:xfrm>
          </p:contentPart>
        </mc:Choice>
        <mc:Fallback xmlns="">
          <p:pic>
            <p:nvPicPr>
              <p:cNvPr id="159" name="Ink 158">
                <a:extLst>
                  <a:ext uri="{FF2B5EF4-FFF2-40B4-BE49-F238E27FC236}">
                    <a16:creationId xmlns:a16="http://schemas.microsoft.com/office/drawing/2014/main" id="{09BE293E-B481-F185-B743-1AE996C1F867}"/>
                  </a:ext>
                </a:extLst>
              </p:cNvPr>
              <p:cNvPicPr/>
              <p:nvPr/>
            </p:nvPicPr>
            <p:blipFill>
              <a:blip r:embed="rId240"/>
              <a:stretch>
                <a:fillRect/>
              </a:stretch>
            </p:blipFill>
            <p:spPr>
              <a:xfrm>
                <a:off x="1386060" y="1616100"/>
                <a:ext cx="38880" cy="207720"/>
              </a:xfrm>
              <a:prstGeom prst="rect">
                <a:avLst/>
              </a:prstGeom>
            </p:spPr>
          </p:pic>
        </mc:Fallback>
      </mc:AlternateContent>
      <mc:AlternateContent xmlns:mc="http://schemas.openxmlformats.org/markup-compatibility/2006" xmlns:p14="http://schemas.microsoft.com/office/powerpoint/2010/main">
        <mc:Choice Requires="p14">
          <p:contentPart p14:bwMode="auto" r:id="rId241">
            <p14:nvContentPartPr>
              <p14:cNvPr id="160" name="Ink 159">
                <a:extLst>
                  <a:ext uri="{FF2B5EF4-FFF2-40B4-BE49-F238E27FC236}">
                    <a16:creationId xmlns:a16="http://schemas.microsoft.com/office/drawing/2014/main" id="{9DAAF291-737F-D70D-A62D-69890289CF8D}"/>
                  </a:ext>
                </a:extLst>
              </p14:cNvPr>
              <p14:cNvContentPartPr/>
              <p14:nvPr/>
            </p14:nvContentPartPr>
            <p14:xfrm>
              <a:off x="1520340" y="1719060"/>
              <a:ext cx="7920" cy="178560"/>
            </p14:xfrm>
          </p:contentPart>
        </mc:Choice>
        <mc:Fallback xmlns="">
          <p:pic>
            <p:nvPicPr>
              <p:cNvPr id="160" name="Ink 159">
                <a:extLst>
                  <a:ext uri="{FF2B5EF4-FFF2-40B4-BE49-F238E27FC236}">
                    <a16:creationId xmlns:a16="http://schemas.microsoft.com/office/drawing/2014/main" id="{9DAAF291-737F-D70D-A62D-69890289CF8D}"/>
                  </a:ext>
                </a:extLst>
              </p:cNvPr>
              <p:cNvPicPr/>
              <p:nvPr/>
            </p:nvPicPr>
            <p:blipFill>
              <a:blip r:embed="rId242"/>
              <a:stretch>
                <a:fillRect/>
              </a:stretch>
            </p:blipFill>
            <p:spPr>
              <a:xfrm>
                <a:off x="1511700" y="1710060"/>
                <a:ext cx="2556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243">
            <p14:nvContentPartPr>
              <p14:cNvPr id="162" name="Ink 161">
                <a:extLst>
                  <a:ext uri="{FF2B5EF4-FFF2-40B4-BE49-F238E27FC236}">
                    <a16:creationId xmlns:a16="http://schemas.microsoft.com/office/drawing/2014/main" id="{E2DB6BED-E919-EF13-2974-44F41A528EE6}"/>
                  </a:ext>
                </a:extLst>
              </p14:cNvPr>
              <p14:cNvContentPartPr/>
              <p14:nvPr/>
            </p14:nvContentPartPr>
            <p14:xfrm>
              <a:off x="3082380" y="1692060"/>
              <a:ext cx="157320" cy="20520"/>
            </p14:xfrm>
          </p:contentPart>
        </mc:Choice>
        <mc:Fallback xmlns="">
          <p:pic>
            <p:nvPicPr>
              <p:cNvPr id="162" name="Ink 161">
                <a:extLst>
                  <a:ext uri="{FF2B5EF4-FFF2-40B4-BE49-F238E27FC236}">
                    <a16:creationId xmlns:a16="http://schemas.microsoft.com/office/drawing/2014/main" id="{E2DB6BED-E919-EF13-2974-44F41A528EE6}"/>
                  </a:ext>
                </a:extLst>
              </p:cNvPr>
              <p:cNvPicPr/>
              <p:nvPr/>
            </p:nvPicPr>
            <p:blipFill>
              <a:blip r:embed="rId244"/>
              <a:stretch>
                <a:fillRect/>
              </a:stretch>
            </p:blipFill>
            <p:spPr>
              <a:xfrm>
                <a:off x="3073740" y="1683420"/>
                <a:ext cx="17496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245">
            <p14:nvContentPartPr>
              <p14:cNvPr id="163" name="Ink 162">
                <a:extLst>
                  <a:ext uri="{FF2B5EF4-FFF2-40B4-BE49-F238E27FC236}">
                    <a16:creationId xmlns:a16="http://schemas.microsoft.com/office/drawing/2014/main" id="{6B6B2EED-6DDB-D22E-EB95-35C4EE8126B2}"/>
                  </a:ext>
                </a:extLst>
              </p14:cNvPr>
              <p14:cNvContentPartPr/>
              <p14:nvPr/>
            </p14:nvContentPartPr>
            <p14:xfrm>
              <a:off x="3409260" y="1580820"/>
              <a:ext cx="115200" cy="20160"/>
            </p14:xfrm>
          </p:contentPart>
        </mc:Choice>
        <mc:Fallback xmlns="">
          <p:pic>
            <p:nvPicPr>
              <p:cNvPr id="163" name="Ink 162">
                <a:extLst>
                  <a:ext uri="{FF2B5EF4-FFF2-40B4-BE49-F238E27FC236}">
                    <a16:creationId xmlns:a16="http://schemas.microsoft.com/office/drawing/2014/main" id="{6B6B2EED-6DDB-D22E-EB95-35C4EE8126B2}"/>
                  </a:ext>
                </a:extLst>
              </p:cNvPr>
              <p:cNvPicPr/>
              <p:nvPr/>
            </p:nvPicPr>
            <p:blipFill>
              <a:blip r:embed="rId246"/>
              <a:stretch>
                <a:fillRect/>
              </a:stretch>
            </p:blipFill>
            <p:spPr>
              <a:xfrm>
                <a:off x="3400620" y="1572180"/>
                <a:ext cx="13284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247">
            <p14:nvContentPartPr>
              <p14:cNvPr id="164" name="Ink 163">
                <a:extLst>
                  <a:ext uri="{FF2B5EF4-FFF2-40B4-BE49-F238E27FC236}">
                    <a16:creationId xmlns:a16="http://schemas.microsoft.com/office/drawing/2014/main" id="{4A4F00EF-BDD1-86E8-0604-28F38AEC805C}"/>
                  </a:ext>
                </a:extLst>
              </p14:cNvPr>
              <p14:cNvContentPartPr/>
              <p14:nvPr/>
            </p14:nvContentPartPr>
            <p14:xfrm>
              <a:off x="3444180" y="1762980"/>
              <a:ext cx="360" cy="360"/>
            </p14:xfrm>
          </p:contentPart>
        </mc:Choice>
        <mc:Fallback xmlns="">
          <p:pic>
            <p:nvPicPr>
              <p:cNvPr id="164" name="Ink 163">
                <a:extLst>
                  <a:ext uri="{FF2B5EF4-FFF2-40B4-BE49-F238E27FC236}">
                    <a16:creationId xmlns:a16="http://schemas.microsoft.com/office/drawing/2014/main" id="{4A4F00EF-BDD1-86E8-0604-28F38AEC805C}"/>
                  </a:ext>
                </a:extLst>
              </p:cNvPr>
              <p:cNvPicPr/>
              <p:nvPr/>
            </p:nvPicPr>
            <p:blipFill>
              <a:blip r:embed="rId161"/>
              <a:stretch>
                <a:fillRect/>
              </a:stretch>
            </p:blipFill>
            <p:spPr>
              <a:xfrm>
                <a:off x="3435180" y="175434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65" name="Ink 164">
                <a:extLst>
                  <a:ext uri="{FF2B5EF4-FFF2-40B4-BE49-F238E27FC236}">
                    <a16:creationId xmlns:a16="http://schemas.microsoft.com/office/drawing/2014/main" id="{4E191022-F21F-BE0E-530D-A9842C70A8B1}"/>
                  </a:ext>
                </a:extLst>
              </p14:cNvPr>
              <p14:cNvContentPartPr/>
              <p14:nvPr/>
            </p14:nvContentPartPr>
            <p14:xfrm>
              <a:off x="3568380" y="1697460"/>
              <a:ext cx="360" cy="360"/>
            </p14:xfrm>
          </p:contentPart>
        </mc:Choice>
        <mc:Fallback xmlns="">
          <p:pic>
            <p:nvPicPr>
              <p:cNvPr id="165" name="Ink 164">
                <a:extLst>
                  <a:ext uri="{FF2B5EF4-FFF2-40B4-BE49-F238E27FC236}">
                    <a16:creationId xmlns:a16="http://schemas.microsoft.com/office/drawing/2014/main" id="{4E191022-F21F-BE0E-530D-A9842C70A8B1}"/>
                  </a:ext>
                </a:extLst>
              </p:cNvPr>
              <p:cNvPicPr/>
              <p:nvPr/>
            </p:nvPicPr>
            <p:blipFill>
              <a:blip r:embed="rId161"/>
              <a:stretch>
                <a:fillRect/>
              </a:stretch>
            </p:blipFill>
            <p:spPr>
              <a:xfrm>
                <a:off x="3559380" y="168882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49">
            <p14:nvContentPartPr>
              <p14:cNvPr id="166" name="Ink 165">
                <a:extLst>
                  <a:ext uri="{FF2B5EF4-FFF2-40B4-BE49-F238E27FC236}">
                    <a16:creationId xmlns:a16="http://schemas.microsoft.com/office/drawing/2014/main" id="{0174466A-B671-7F0A-E167-78B16DA529F7}"/>
                  </a:ext>
                </a:extLst>
              </p14:cNvPr>
              <p14:cNvContentPartPr/>
              <p14:nvPr/>
            </p14:nvContentPartPr>
            <p14:xfrm>
              <a:off x="3336900" y="1608180"/>
              <a:ext cx="175680" cy="15840"/>
            </p14:xfrm>
          </p:contentPart>
        </mc:Choice>
        <mc:Fallback xmlns="">
          <p:pic>
            <p:nvPicPr>
              <p:cNvPr id="166" name="Ink 165">
                <a:extLst>
                  <a:ext uri="{FF2B5EF4-FFF2-40B4-BE49-F238E27FC236}">
                    <a16:creationId xmlns:a16="http://schemas.microsoft.com/office/drawing/2014/main" id="{0174466A-B671-7F0A-E167-78B16DA529F7}"/>
                  </a:ext>
                </a:extLst>
              </p:cNvPr>
              <p:cNvPicPr/>
              <p:nvPr/>
            </p:nvPicPr>
            <p:blipFill>
              <a:blip r:embed="rId250"/>
              <a:stretch>
                <a:fillRect/>
              </a:stretch>
            </p:blipFill>
            <p:spPr>
              <a:xfrm>
                <a:off x="3328260" y="1599180"/>
                <a:ext cx="19332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251">
            <p14:nvContentPartPr>
              <p14:cNvPr id="167" name="Ink 166">
                <a:extLst>
                  <a:ext uri="{FF2B5EF4-FFF2-40B4-BE49-F238E27FC236}">
                    <a16:creationId xmlns:a16="http://schemas.microsoft.com/office/drawing/2014/main" id="{65408859-5DC9-7306-D948-9CD12081CAF2}"/>
                  </a:ext>
                </a:extLst>
              </p14:cNvPr>
              <p14:cNvContentPartPr/>
              <p14:nvPr/>
            </p14:nvContentPartPr>
            <p14:xfrm>
              <a:off x="3428700" y="1625460"/>
              <a:ext cx="36000" cy="196560"/>
            </p14:xfrm>
          </p:contentPart>
        </mc:Choice>
        <mc:Fallback xmlns="">
          <p:pic>
            <p:nvPicPr>
              <p:cNvPr id="167" name="Ink 166">
                <a:extLst>
                  <a:ext uri="{FF2B5EF4-FFF2-40B4-BE49-F238E27FC236}">
                    <a16:creationId xmlns:a16="http://schemas.microsoft.com/office/drawing/2014/main" id="{65408859-5DC9-7306-D948-9CD12081CAF2}"/>
                  </a:ext>
                </a:extLst>
              </p:cNvPr>
              <p:cNvPicPr/>
              <p:nvPr/>
            </p:nvPicPr>
            <p:blipFill>
              <a:blip r:embed="rId252"/>
              <a:stretch>
                <a:fillRect/>
              </a:stretch>
            </p:blipFill>
            <p:spPr>
              <a:xfrm>
                <a:off x="3420060" y="1616820"/>
                <a:ext cx="53640" cy="214200"/>
              </a:xfrm>
              <a:prstGeom prst="rect">
                <a:avLst/>
              </a:prstGeom>
            </p:spPr>
          </p:pic>
        </mc:Fallback>
      </mc:AlternateContent>
      <mc:AlternateContent xmlns:mc="http://schemas.openxmlformats.org/markup-compatibility/2006" xmlns:p14="http://schemas.microsoft.com/office/powerpoint/2010/main">
        <mc:Choice Requires="p14">
          <p:contentPart p14:bwMode="auto" r:id="rId253">
            <p14:nvContentPartPr>
              <p14:cNvPr id="168" name="Ink 167">
                <a:extLst>
                  <a:ext uri="{FF2B5EF4-FFF2-40B4-BE49-F238E27FC236}">
                    <a16:creationId xmlns:a16="http://schemas.microsoft.com/office/drawing/2014/main" id="{22BD6EF0-06AB-707E-EDE6-DF7B7302A327}"/>
                  </a:ext>
                </a:extLst>
              </p14:cNvPr>
              <p14:cNvContentPartPr/>
              <p14:nvPr/>
            </p14:nvContentPartPr>
            <p14:xfrm>
              <a:off x="3533100" y="1710420"/>
              <a:ext cx="12240" cy="106560"/>
            </p14:xfrm>
          </p:contentPart>
        </mc:Choice>
        <mc:Fallback xmlns="">
          <p:pic>
            <p:nvPicPr>
              <p:cNvPr id="168" name="Ink 167">
                <a:extLst>
                  <a:ext uri="{FF2B5EF4-FFF2-40B4-BE49-F238E27FC236}">
                    <a16:creationId xmlns:a16="http://schemas.microsoft.com/office/drawing/2014/main" id="{22BD6EF0-06AB-707E-EDE6-DF7B7302A327}"/>
                  </a:ext>
                </a:extLst>
              </p:cNvPr>
              <p:cNvPicPr/>
              <p:nvPr/>
            </p:nvPicPr>
            <p:blipFill>
              <a:blip r:embed="rId254"/>
              <a:stretch>
                <a:fillRect/>
              </a:stretch>
            </p:blipFill>
            <p:spPr>
              <a:xfrm>
                <a:off x="3524100" y="1701420"/>
                <a:ext cx="2988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255">
            <p14:nvContentPartPr>
              <p14:cNvPr id="173" name="Ink 172">
                <a:extLst>
                  <a:ext uri="{FF2B5EF4-FFF2-40B4-BE49-F238E27FC236}">
                    <a16:creationId xmlns:a16="http://schemas.microsoft.com/office/drawing/2014/main" id="{8D9A2935-5A24-D3C6-FE91-B2CBB1DB1265}"/>
                  </a:ext>
                </a:extLst>
              </p14:cNvPr>
              <p14:cNvContentPartPr/>
              <p14:nvPr/>
            </p14:nvContentPartPr>
            <p14:xfrm>
              <a:off x="2365260" y="2029020"/>
              <a:ext cx="52200" cy="2520"/>
            </p14:xfrm>
          </p:contentPart>
        </mc:Choice>
        <mc:Fallback xmlns="">
          <p:pic>
            <p:nvPicPr>
              <p:cNvPr id="173" name="Ink 172">
                <a:extLst>
                  <a:ext uri="{FF2B5EF4-FFF2-40B4-BE49-F238E27FC236}">
                    <a16:creationId xmlns:a16="http://schemas.microsoft.com/office/drawing/2014/main" id="{8D9A2935-5A24-D3C6-FE91-B2CBB1DB1265}"/>
                  </a:ext>
                </a:extLst>
              </p:cNvPr>
              <p:cNvPicPr/>
              <p:nvPr/>
            </p:nvPicPr>
            <p:blipFill>
              <a:blip r:embed="rId262"/>
              <a:stretch>
                <a:fillRect/>
              </a:stretch>
            </p:blipFill>
            <p:spPr>
              <a:xfrm>
                <a:off x="2356620" y="2020380"/>
                <a:ext cx="6984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263">
            <p14:nvContentPartPr>
              <p14:cNvPr id="174" name="Ink 173">
                <a:extLst>
                  <a:ext uri="{FF2B5EF4-FFF2-40B4-BE49-F238E27FC236}">
                    <a16:creationId xmlns:a16="http://schemas.microsoft.com/office/drawing/2014/main" id="{5A1B54D2-D78D-89EC-665C-56A6871400EE}"/>
                  </a:ext>
                </a:extLst>
              </p14:cNvPr>
              <p14:cNvContentPartPr/>
              <p14:nvPr/>
            </p14:nvContentPartPr>
            <p14:xfrm>
              <a:off x="2616900" y="1827780"/>
              <a:ext cx="4954320" cy="198000"/>
            </p14:xfrm>
          </p:contentPart>
        </mc:Choice>
        <mc:Fallback xmlns="">
          <p:pic>
            <p:nvPicPr>
              <p:cNvPr id="174" name="Ink 173">
                <a:extLst>
                  <a:ext uri="{FF2B5EF4-FFF2-40B4-BE49-F238E27FC236}">
                    <a16:creationId xmlns:a16="http://schemas.microsoft.com/office/drawing/2014/main" id="{5A1B54D2-D78D-89EC-665C-56A6871400EE}"/>
                  </a:ext>
                </a:extLst>
              </p:cNvPr>
              <p:cNvPicPr/>
              <p:nvPr/>
            </p:nvPicPr>
            <p:blipFill>
              <a:blip r:embed="rId264"/>
              <a:stretch>
                <a:fillRect/>
              </a:stretch>
            </p:blipFill>
            <p:spPr>
              <a:xfrm>
                <a:off x="2607900" y="1818780"/>
                <a:ext cx="4971960" cy="215640"/>
              </a:xfrm>
              <a:prstGeom prst="rect">
                <a:avLst/>
              </a:prstGeom>
            </p:spPr>
          </p:pic>
        </mc:Fallback>
      </mc:AlternateContent>
      <mc:AlternateContent xmlns:mc="http://schemas.openxmlformats.org/markup-compatibility/2006" xmlns:p14="http://schemas.microsoft.com/office/powerpoint/2010/main">
        <mc:Choice Requires="p14">
          <p:contentPart p14:bwMode="auto" r:id="rId265">
            <p14:nvContentPartPr>
              <p14:cNvPr id="182" name="Ink 181">
                <a:extLst>
                  <a:ext uri="{FF2B5EF4-FFF2-40B4-BE49-F238E27FC236}">
                    <a16:creationId xmlns:a16="http://schemas.microsoft.com/office/drawing/2014/main" id="{D77A23D8-D3E8-C6D0-DECE-840E46A33CEB}"/>
                  </a:ext>
                </a:extLst>
              </p14:cNvPr>
              <p14:cNvContentPartPr/>
              <p14:nvPr/>
            </p14:nvContentPartPr>
            <p14:xfrm>
              <a:off x="2896260" y="2158980"/>
              <a:ext cx="167760" cy="38160"/>
            </p14:xfrm>
          </p:contentPart>
        </mc:Choice>
        <mc:Fallback xmlns="">
          <p:pic>
            <p:nvPicPr>
              <p:cNvPr id="182" name="Ink 181">
                <a:extLst>
                  <a:ext uri="{FF2B5EF4-FFF2-40B4-BE49-F238E27FC236}">
                    <a16:creationId xmlns:a16="http://schemas.microsoft.com/office/drawing/2014/main" id="{D77A23D8-D3E8-C6D0-DECE-840E46A33CEB}"/>
                  </a:ext>
                </a:extLst>
              </p:cNvPr>
              <p:cNvPicPr/>
              <p:nvPr/>
            </p:nvPicPr>
            <p:blipFill>
              <a:blip r:embed="rId276"/>
              <a:stretch>
                <a:fillRect/>
              </a:stretch>
            </p:blipFill>
            <p:spPr>
              <a:xfrm>
                <a:off x="2887260" y="2150340"/>
                <a:ext cx="18540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277">
            <p14:nvContentPartPr>
              <p14:cNvPr id="183" name="Ink 182">
                <a:extLst>
                  <a:ext uri="{FF2B5EF4-FFF2-40B4-BE49-F238E27FC236}">
                    <a16:creationId xmlns:a16="http://schemas.microsoft.com/office/drawing/2014/main" id="{7F5FB4E1-BCCF-6F1E-9351-85567BA1B67C}"/>
                  </a:ext>
                </a:extLst>
              </p14:cNvPr>
              <p14:cNvContentPartPr/>
              <p14:nvPr/>
            </p14:nvContentPartPr>
            <p14:xfrm>
              <a:off x="2956020" y="2198220"/>
              <a:ext cx="16200" cy="145440"/>
            </p14:xfrm>
          </p:contentPart>
        </mc:Choice>
        <mc:Fallback xmlns="">
          <p:pic>
            <p:nvPicPr>
              <p:cNvPr id="183" name="Ink 182">
                <a:extLst>
                  <a:ext uri="{FF2B5EF4-FFF2-40B4-BE49-F238E27FC236}">
                    <a16:creationId xmlns:a16="http://schemas.microsoft.com/office/drawing/2014/main" id="{7F5FB4E1-BCCF-6F1E-9351-85567BA1B67C}"/>
                  </a:ext>
                </a:extLst>
              </p:cNvPr>
              <p:cNvPicPr/>
              <p:nvPr/>
            </p:nvPicPr>
            <p:blipFill>
              <a:blip r:embed="rId278"/>
              <a:stretch>
                <a:fillRect/>
              </a:stretch>
            </p:blipFill>
            <p:spPr>
              <a:xfrm>
                <a:off x="2947020" y="2189220"/>
                <a:ext cx="3384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279">
            <p14:nvContentPartPr>
              <p14:cNvPr id="184" name="Ink 183">
                <a:extLst>
                  <a:ext uri="{FF2B5EF4-FFF2-40B4-BE49-F238E27FC236}">
                    <a16:creationId xmlns:a16="http://schemas.microsoft.com/office/drawing/2014/main" id="{ABC2EEE0-D552-CCFB-9C88-58043BA92454}"/>
                  </a:ext>
                </a:extLst>
              </p14:cNvPr>
              <p14:cNvContentPartPr/>
              <p14:nvPr/>
            </p14:nvContentPartPr>
            <p14:xfrm>
              <a:off x="3034140" y="2288220"/>
              <a:ext cx="118080" cy="122400"/>
            </p14:xfrm>
          </p:contentPart>
        </mc:Choice>
        <mc:Fallback xmlns="">
          <p:pic>
            <p:nvPicPr>
              <p:cNvPr id="184" name="Ink 183">
                <a:extLst>
                  <a:ext uri="{FF2B5EF4-FFF2-40B4-BE49-F238E27FC236}">
                    <a16:creationId xmlns:a16="http://schemas.microsoft.com/office/drawing/2014/main" id="{ABC2EEE0-D552-CCFB-9C88-58043BA92454}"/>
                  </a:ext>
                </a:extLst>
              </p:cNvPr>
              <p:cNvPicPr/>
              <p:nvPr/>
            </p:nvPicPr>
            <p:blipFill>
              <a:blip r:embed="rId280"/>
              <a:stretch>
                <a:fillRect/>
              </a:stretch>
            </p:blipFill>
            <p:spPr>
              <a:xfrm>
                <a:off x="3025500" y="2279220"/>
                <a:ext cx="13572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281">
            <p14:nvContentPartPr>
              <p14:cNvPr id="185" name="Ink 184">
                <a:extLst>
                  <a:ext uri="{FF2B5EF4-FFF2-40B4-BE49-F238E27FC236}">
                    <a16:creationId xmlns:a16="http://schemas.microsoft.com/office/drawing/2014/main" id="{10863330-A900-AFDF-1AB4-967B8B3911F3}"/>
                  </a:ext>
                </a:extLst>
              </p14:cNvPr>
              <p14:cNvContentPartPr/>
              <p14:nvPr/>
            </p14:nvContentPartPr>
            <p14:xfrm>
              <a:off x="3265620" y="2148900"/>
              <a:ext cx="62640" cy="155520"/>
            </p14:xfrm>
          </p:contentPart>
        </mc:Choice>
        <mc:Fallback xmlns="">
          <p:pic>
            <p:nvPicPr>
              <p:cNvPr id="185" name="Ink 184">
                <a:extLst>
                  <a:ext uri="{FF2B5EF4-FFF2-40B4-BE49-F238E27FC236}">
                    <a16:creationId xmlns:a16="http://schemas.microsoft.com/office/drawing/2014/main" id="{10863330-A900-AFDF-1AB4-967B8B3911F3}"/>
                  </a:ext>
                </a:extLst>
              </p:cNvPr>
              <p:cNvPicPr/>
              <p:nvPr/>
            </p:nvPicPr>
            <p:blipFill>
              <a:blip r:embed="rId282"/>
              <a:stretch>
                <a:fillRect/>
              </a:stretch>
            </p:blipFill>
            <p:spPr>
              <a:xfrm>
                <a:off x="3256980" y="2140260"/>
                <a:ext cx="8028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283">
            <p14:nvContentPartPr>
              <p14:cNvPr id="186" name="Ink 185">
                <a:extLst>
                  <a:ext uri="{FF2B5EF4-FFF2-40B4-BE49-F238E27FC236}">
                    <a16:creationId xmlns:a16="http://schemas.microsoft.com/office/drawing/2014/main" id="{5D3F0CE5-7007-F15B-C182-CB5AF77FC3FB}"/>
                  </a:ext>
                </a:extLst>
              </p14:cNvPr>
              <p14:cNvContentPartPr/>
              <p14:nvPr/>
            </p14:nvContentPartPr>
            <p14:xfrm>
              <a:off x="3398100" y="2139180"/>
              <a:ext cx="104400" cy="155520"/>
            </p14:xfrm>
          </p:contentPart>
        </mc:Choice>
        <mc:Fallback xmlns="">
          <p:pic>
            <p:nvPicPr>
              <p:cNvPr id="186" name="Ink 185">
                <a:extLst>
                  <a:ext uri="{FF2B5EF4-FFF2-40B4-BE49-F238E27FC236}">
                    <a16:creationId xmlns:a16="http://schemas.microsoft.com/office/drawing/2014/main" id="{5D3F0CE5-7007-F15B-C182-CB5AF77FC3FB}"/>
                  </a:ext>
                </a:extLst>
              </p:cNvPr>
              <p:cNvPicPr/>
              <p:nvPr/>
            </p:nvPicPr>
            <p:blipFill>
              <a:blip r:embed="rId284"/>
              <a:stretch>
                <a:fillRect/>
              </a:stretch>
            </p:blipFill>
            <p:spPr>
              <a:xfrm>
                <a:off x="3389460" y="2130540"/>
                <a:ext cx="12204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285">
            <p14:nvContentPartPr>
              <p14:cNvPr id="187" name="Ink 186">
                <a:extLst>
                  <a:ext uri="{FF2B5EF4-FFF2-40B4-BE49-F238E27FC236}">
                    <a16:creationId xmlns:a16="http://schemas.microsoft.com/office/drawing/2014/main" id="{EC5B4E35-20FE-6D3B-E81B-9118C7B6E169}"/>
                  </a:ext>
                </a:extLst>
              </p14:cNvPr>
              <p14:cNvContentPartPr/>
              <p14:nvPr/>
            </p14:nvContentPartPr>
            <p14:xfrm>
              <a:off x="3538500" y="2126220"/>
              <a:ext cx="151200" cy="132120"/>
            </p14:xfrm>
          </p:contentPart>
        </mc:Choice>
        <mc:Fallback xmlns="">
          <p:pic>
            <p:nvPicPr>
              <p:cNvPr id="187" name="Ink 186">
                <a:extLst>
                  <a:ext uri="{FF2B5EF4-FFF2-40B4-BE49-F238E27FC236}">
                    <a16:creationId xmlns:a16="http://schemas.microsoft.com/office/drawing/2014/main" id="{EC5B4E35-20FE-6D3B-E81B-9118C7B6E169}"/>
                  </a:ext>
                </a:extLst>
              </p:cNvPr>
              <p:cNvPicPr/>
              <p:nvPr/>
            </p:nvPicPr>
            <p:blipFill>
              <a:blip r:embed="rId286"/>
              <a:stretch>
                <a:fillRect/>
              </a:stretch>
            </p:blipFill>
            <p:spPr>
              <a:xfrm>
                <a:off x="3529860" y="2117220"/>
                <a:ext cx="168840" cy="149760"/>
              </a:xfrm>
              <a:prstGeom prst="rect">
                <a:avLst/>
              </a:prstGeom>
            </p:spPr>
          </p:pic>
        </mc:Fallback>
      </mc:AlternateContent>
      <mc:AlternateContent xmlns:mc="http://schemas.openxmlformats.org/markup-compatibility/2006" xmlns:p14="http://schemas.microsoft.com/office/powerpoint/2010/main">
        <mc:Choice Requires="p14">
          <p:contentPart p14:bwMode="auto" r:id="rId287">
            <p14:nvContentPartPr>
              <p14:cNvPr id="188" name="Ink 187">
                <a:extLst>
                  <a:ext uri="{FF2B5EF4-FFF2-40B4-BE49-F238E27FC236}">
                    <a16:creationId xmlns:a16="http://schemas.microsoft.com/office/drawing/2014/main" id="{78405468-30F8-E4DB-14E7-3C8C23616DE3}"/>
                  </a:ext>
                </a:extLst>
              </p14:cNvPr>
              <p14:cNvContentPartPr/>
              <p14:nvPr/>
            </p14:nvContentPartPr>
            <p14:xfrm>
              <a:off x="3763860" y="2086260"/>
              <a:ext cx="146520" cy="168120"/>
            </p14:xfrm>
          </p:contentPart>
        </mc:Choice>
        <mc:Fallback xmlns="">
          <p:pic>
            <p:nvPicPr>
              <p:cNvPr id="188" name="Ink 187">
                <a:extLst>
                  <a:ext uri="{FF2B5EF4-FFF2-40B4-BE49-F238E27FC236}">
                    <a16:creationId xmlns:a16="http://schemas.microsoft.com/office/drawing/2014/main" id="{78405468-30F8-E4DB-14E7-3C8C23616DE3}"/>
                  </a:ext>
                </a:extLst>
              </p:cNvPr>
              <p:cNvPicPr/>
              <p:nvPr/>
            </p:nvPicPr>
            <p:blipFill>
              <a:blip r:embed="rId288"/>
              <a:stretch>
                <a:fillRect/>
              </a:stretch>
            </p:blipFill>
            <p:spPr>
              <a:xfrm>
                <a:off x="3755220" y="2077260"/>
                <a:ext cx="16416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289">
            <p14:nvContentPartPr>
              <p14:cNvPr id="189" name="Ink 188">
                <a:extLst>
                  <a:ext uri="{FF2B5EF4-FFF2-40B4-BE49-F238E27FC236}">
                    <a16:creationId xmlns:a16="http://schemas.microsoft.com/office/drawing/2014/main" id="{8399DDF3-6F8A-03B7-4015-E61159E697C1}"/>
                  </a:ext>
                </a:extLst>
              </p14:cNvPr>
              <p14:cNvContentPartPr/>
              <p14:nvPr/>
            </p14:nvContentPartPr>
            <p14:xfrm>
              <a:off x="3943500" y="2099940"/>
              <a:ext cx="110880" cy="138960"/>
            </p14:xfrm>
          </p:contentPart>
        </mc:Choice>
        <mc:Fallback xmlns="">
          <p:pic>
            <p:nvPicPr>
              <p:cNvPr id="189" name="Ink 188">
                <a:extLst>
                  <a:ext uri="{FF2B5EF4-FFF2-40B4-BE49-F238E27FC236}">
                    <a16:creationId xmlns:a16="http://schemas.microsoft.com/office/drawing/2014/main" id="{8399DDF3-6F8A-03B7-4015-E61159E697C1}"/>
                  </a:ext>
                </a:extLst>
              </p:cNvPr>
              <p:cNvPicPr/>
              <p:nvPr/>
            </p:nvPicPr>
            <p:blipFill>
              <a:blip r:embed="rId290"/>
              <a:stretch>
                <a:fillRect/>
              </a:stretch>
            </p:blipFill>
            <p:spPr>
              <a:xfrm>
                <a:off x="3934860" y="2091300"/>
                <a:ext cx="128520" cy="156600"/>
              </a:xfrm>
              <a:prstGeom prst="rect">
                <a:avLst/>
              </a:prstGeom>
            </p:spPr>
          </p:pic>
        </mc:Fallback>
      </mc:AlternateContent>
      <mc:AlternateContent xmlns:mc="http://schemas.openxmlformats.org/markup-compatibility/2006" xmlns:p14="http://schemas.microsoft.com/office/powerpoint/2010/main">
        <mc:Choice Requires="p14">
          <p:contentPart p14:bwMode="auto" r:id="rId291">
            <p14:nvContentPartPr>
              <p14:cNvPr id="190" name="Ink 189">
                <a:extLst>
                  <a:ext uri="{FF2B5EF4-FFF2-40B4-BE49-F238E27FC236}">
                    <a16:creationId xmlns:a16="http://schemas.microsoft.com/office/drawing/2014/main" id="{F149A91A-582C-B33C-E483-3DA359CC782E}"/>
                  </a:ext>
                </a:extLst>
              </p14:cNvPr>
              <p14:cNvContentPartPr/>
              <p14:nvPr/>
            </p14:nvContentPartPr>
            <p14:xfrm>
              <a:off x="4147620" y="2043060"/>
              <a:ext cx="20160" cy="25200"/>
            </p14:xfrm>
          </p:contentPart>
        </mc:Choice>
        <mc:Fallback xmlns="">
          <p:pic>
            <p:nvPicPr>
              <p:cNvPr id="190" name="Ink 189">
                <a:extLst>
                  <a:ext uri="{FF2B5EF4-FFF2-40B4-BE49-F238E27FC236}">
                    <a16:creationId xmlns:a16="http://schemas.microsoft.com/office/drawing/2014/main" id="{F149A91A-582C-B33C-E483-3DA359CC782E}"/>
                  </a:ext>
                </a:extLst>
              </p:cNvPr>
              <p:cNvPicPr/>
              <p:nvPr/>
            </p:nvPicPr>
            <p:blipFill>
              <a:blip r:embed="rId292"/>
              <a:stretch>
                <a:fillRect/>
              </a:stretch>
            </p:blipFill>
            <p:spPr>
              <a:xfrm>
                <a:off x="4138620" y="2034060"/>
                <a:ext cx="37800" cy="42840"/>
              </a:xfrm>
              <a:prstGeom prst="rect">
                <a:avLst/>
              </a:prstGeom>
            </p:spPr>
          </p:pic>
        </mc:Fallback>
      </mc:AlternateContent>
      <mc:AlternateContent xmlns:mc="http://schemas.openxmlformats.org/markup-compatibility/2006" xmlns:p14="http://schemas.microsoft.com/office/powerpoint/2010/main">
        <mc:Choice Requires="p14">
          <p:contentPart p14:bwMode="auto" r:id="rId293">
            <p14:nvContentPartPr>
              <p14:cNvPr id="204" name="Ink 203">
                <a:extLst>
                  <a:ext uri="{FF2B5EF4-FFF2-40B4-BE49-F238E27FC236}">
                    <a16:creationId xmlns:a16="http://schemas.microsoft.com/office/drawing/2014/main" id="{A67A3DEA-64FB-F05A-1482-15B04F8E85ED}"/>
                  </a:ext>
                </a:extLst>
              </p14:cNvPr>
              <p14:cNvContentPartPr/>
              <p14:nvPr/>
            </p14:nvContentPartPr>
            <p14:xfrm>
              <a:off x="920220" y="2689980"/>
              <a:ext cx="27720" cy="2880"/>
            </p14:xfrm>
          </p:contentPart>
        </mc:Choice>
        <mc:Fallback xmlns="">
          <p:pic>
            <p:nvPicPr>
              <p:cNvPr id="204" name="Ink 203">
                <a:extLst>
                  <a:ext uri="{FF2B5EF4-FFF2-40B4-BE49-F238E27FC236}">
                    <a16:creationId xmlns:a16="http://schemas.microsoft.com/office/drawing/2014/main" id="{A67A3DEA-64FB-F05A-1482-15B04F8E85ED}"/>
                  </a:ext>
                </a:extLst>
              </p:cNvPr>
              <p:cNvPicPr/>
              <p:nvPr/>
            </p:nvPicPr>
            <p:blipFill>
              <a:blip r:embed="rId294"/>
              <a:stretch>
                <a:fillRect/>
              </a:stretch>
            </p:blipFill>
            <p:spPr>
              <a:xfrm>
                <a:off x="911220" y="2681340"/>
                <a:ext cx="4536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295">
            <p14:nvContentPartPr>
              <p14:cNvPr id="205" name="Ink 204">
                <a:extLst>
                  <a:ext uri="{FF2B5EF4-FFF2-40B4-BE49-F238E27FC236}">
                    <a16:creationId xmlns:a16="http://schemas.microsoft.com/office/drawing/2014/main" id="{3C3F7F68-3455-E964-CE2A-79CFFE315979}"/>
                  </a:ext>
                </a:extLst>
              </p14:cNvPr>
              <p14:cNvContentPartPr/>
              <p14:nvPr/>
            </p14:nvContentPartPr>
            <p14:xfrm>
              <a:off x="915540" y="2444820"/>
              <a:ext cx="6800400" cy="261720"/>
            </p14:xfrm>
          </p:contentPart>
        </mc:Choice>
        <mc:Fallback xmlns="">
          <p:pic>
            <p:nvPicPr>
              <p:cNvPr id="205" name="Ink 204">
                <a:extLst>
                  <a:ext uri="{FF2B5EF4-FFF2-40B4-BE49-F238E27FC236}">
                    <a16:creationId xmlns:a16="http://schemas.microsoft.com/office/drawing/2014/main" id="{3C3F7F68-3455-E964-CE2A-79CFFE315979}"/>
                  </a:ext>
                </a:extLst>
              </p:cNvPr>
              <p:cNvPicPr/>
              <p:nvPr/>
            </p:nvPicPr>
            <p:blipFill>
              <a:blip r:embed="rId296"/>
              <a:stretch>
                <a:fillRect/>
              </a:stretch>
            </p:blipFill>
            <p:spPr>
              <a:xfrm>
                <a:off x="906540" y="2436180"/>
                <a:ext cx="6818040" cy="279360"/>
              </a:xfrm>
              <a:prstGeom prst="rect">
                <a:avLst/>
              </a:prstGeom>
            </p:spPr>
          </p:pic>
        </mc:Fallback>
      </mc:AlternateContent>
      <mc:AlternateContent xmlns:mc="http://schemas.openxmlformats.org/markup-compatibility/2006" xmlns:p14="http://schemas.microsoft.com/office/powerpoint/2010/main">
        <mc:Choice Requires="p14">
          <p:contentPart p14:bwMode="auto" r:id="rId297">
            <p14:nvContentPartPr>
              <p14:cNvPr id="207" name="Ink 206">
                <a:extLst>
                  <a:ext uri="{FF2B5EF4-FFF2-40B4-BE49-F238E27FC236}">
                    <a16:creationId xmlns:a16="http://schemas.microsoft.com/office/drawing/2014/main" id="{86214545-095D-AAEE-9A76-9B95647C8F3D}"/>
                  </a:ext>
                </a:extLst>
              </p14:cNvPr>
              <p14:cNvContentPartPr/>
              <p14:nvPr/>
            </p14:nvContentPartPr>
            <p14:xfrm>
              <a:off x="1338180" y="2761980"/>
              <a:ext cx="136800" cy="196920"/>
            </p14:xfrm>
          </p:contentPart>
        </mc:Choice>
        <mc:Fallback xmlns="">
          <p:pic>
            <p:nvPicPr>
              <p:cNvPr id="207" name="Ink 206">
                <a:extLst>
                  <a:ext uri="{FF2B5EF4-FFF2-40B4-BE49-F238E27FC236}">
                    <a16:creationId xmlns:a16="http://schemas.microsoft.com/office/drawing/2014/main" id="{86214545-095D-AAEE-9A76-9B95647C8F3D}"/>
                  </a:ext>
                </a:extLst>
              </p:cNvPr>
              <p:cNvPicPr/>
              <p:nvPr/>
            </p:nvPicPr>
            <p:blipFill>
              <a:blip r:embed="rId298"/>
              <a:stretch>
                <a:fillRect/>
              </a:stretch>
            </p:blipFill>
            <p:spPr>
              <a:xfrm>
                <a:off x="1329540" y="2753340"/>
                <a:ext cx="154440" cy="214560"/>
              </a:xfrm>
              <a:prstGeom prst="rect">
                <a:avLst/>
              </a:prstGeom>
            </p:spPr>
          </p:pic>
        </mc:Fallback>
      </mc:AlternateContent>
      <mc:AlternateContent xmlns:mc="http://schemas.openxmlformats.org/markup-compatibility/2006" xmlns:p14="http://schemas.microsoft.com/office/powerpoint/2010/main">
        <mc:Choice Requires="p14">
          <p:contentPart p14:bwMode="auto" r:id="rId299">
            <p14:nvContentPartPr>
              <p14:cNvPr id="208" name="Ink 207">
                <a:extLst>
                  <a:ext uri="{FF2B5EF4-FFF2-40B4-BE49-F238E27FC236}">
                    <a16:creationId xmlns:a16="http://schemas.microsoft.com/office/drawing/2014/main" id="{F85C5677-9EF5-2A25-25CE-C25641E3A6B3}"/>
                  </a:ext>
                </a:extLst>
              </p14:cNvPr>
              <p14:cNvContentPartPr/>
              <p14:nvPr/>
            </p14:nvContentPartPr>
            <p14:xfrm>
              <a:off x="1318380" y="2884740"/>
              <a:ext cx="93600" cy="13680"/>
            </p14:xfrm>
          </p:contentPart>
        </mc:Choice>
        <mc:Fallback xmlns="">
          <p:pic>
            <p:nvPicPr>
              <p:cNvPr id="208" name="Ink 207">
                <a:extLst>
                  <a:ext uri="{FF2B5EF4-FFF2-40B4-BE49-F238E27FC236}">
                    <a16:creationId xmlns:a16="http://schemas.microsoft.com/office/drawing/2014/main" id="{F85C5677-9EF5-2A25-25CE-C25641E3A6B3}"/>
                  </a:ext>
                </a:extLst>
              </p:cNvPr>
              <p:cNvPicPr/>
              <p:nvPr/>
            </p:nvPicPr>
            <p:blipFill>
              <a:blip r:embed="rId300"/>
              <a:stretch>
                <a:fillRect/>
              </a:stretch>
            </p:blipFill>
            <p:spPr>
              <a:xfrm>
                <a:off x="1309740" y="2875740"/>
                <a:ext cx="111240" cy="31320"/>
              </a:xfrm>
              <a:prstGeom prst="rect">
                <a:avLst/>
              </a:prstGeom>
            </p:spPr>
          </p:pic>
        </mc:Fallback>
      </mc:AlternateContent>
      <mc:AlternateContent xmlns:mc="http://schemas.openxmlformats.org/markup-compatibility/2006" xmlns:p14="http://schemas.microsoft.com/office/powerpoint/2010/main">
        <mc:Choice Requires="p14">
          <p:contentPart p14:bwMode="auto" r:id="rId301">
            <p14:nvContentPartPr>
              <p14:cNvPr id="209" name="Ink 208">
                <a:extLst>
                  <a:ext uri="{FF2B5EF4-FFF2-40B4-BE49-F238E27FC236}">
                    <a16:creationId xmlns:a16="http://schemas.microsoft.com/office/drawing/2014/main" id="{CFEC8962-07DC-ED56-B2C7-82A40512073C}"/>
                  </a:ext>
                </a:extLst>
              </p14:cNvPr>
              <p14:cNvContentPartPr/>
              <p14:nvPr/>
            </p14:nvContentPartPr>
            <p14:xfrm>
              <a:off x="1471740" y="2830380"/>
              <a:ext cx="173160" cy="384480"/>
            </p14:xfrm>
          </p:contentPart>
        </mc:Choice>
        <mc:Fallback xmlns="">
          <p:pic>
            <p:nvPicPr>
              <p:cNvPr id="209" name="Ink 208">
                <a:extLst>
                  <a:ext uri="{FF2B5EF4-FFF2-40B4-BE49-F238E27FC236}">
                    <a16:creationId xmlns:a16="http://schemas.microsoft.com/office/drawing/2014/main" id="{CFEC8962-07DC-ED56-B2C7-82A40512073C}"/>
                  </a:ext>
                </a:extLst>
              </p:cNvPr>
              <p:cNvPicPr/>
              <p:nvPr/>
            </p:nvPicPr>
            <p:blipFill>
              <a:blip r:embed="rId302"/>
              <a:stretch>
                <a:fillRect/>
              </a:stretch>
            </p:blipFill>
            <p:spPr>
              <a:xfrm>
                <a:off x="1463100" y="2821380"/>
                <a:ext cx="190800" cy="402120"/>
              </a:xfrm>
              <a:prstGeom prst="rect">
                <a:avLst/>
              </a:prstGeom>
            </p:spPr>
          </p:pic>
        </mc:Fallback>
      </mc:AlternateContent>
      <mc:AlternateContent xmlns:mc="http://schemas.openxmlformats.org/markup-compatibility/2006" xmlns:p14="http://schemas.microsoft.com/office/powerpoint/2010/main">
        <mc:Choice Requires="p14">
          <p:contentPart p14:bwMode="auto" r:id="rId303">
            <p14:nvContentPartPr>
              <p14:cNvPr id="211" name="Ink 210">
                <a:extLst>
                  <a:ext uri="{FF2B5EF4-FFF2-40B4-BE49-F238E27FC236}">
                    <a16:creationId xmlns:a16="http://schemas.microsoft.com/office/drawing/2014/main" id="{C38E550D-B83A-E70A-6490-80C3DB74A876}"/>
                  </a:ext>
                </a:extLst>
              </p14:cNvPr>
              <p14:cNvContentPartPr/>
              <p14:nvPr/>
            </p14:nvContentPartPr>
            <p14:xfrm>
              <a:off x="3264540" y="2736780"/>
              <a:ext cx="216720" cy="212040"/>
            </p14:xfrm>
          </p:contentPart>
        </mc:Choice>
        <mc:Fallback xmlns="">
          <p:pic>
            <p:nvPicPr>
              <p:cNvPr id="211" name="Ink 210">
                <a:extLst>
                  <a:ext uri="{FF2B5EF4-FFF2-40B4-BE49-F238E27FC236}">
                    <a16:creationId xmlns:a16="http://schemas.microsoft.com/office/drawing/2014/main" id="{C38E550D-B83A-E70A-6490-80C3DB74A876}"/>
                  </a:ext>
                </a:extLst>
              </p:cNvPr>
              <p:cNvPicPr/>
              <p:nvPr/>
            </p:nvPicPr>
            <p:blipFill>
              <a:blip r:embed="rId304"/>
              <a:stretch>
                <a:fillRect/>
              </a:stretch>
            </p:blipFill>
            <p:spPr>
              <a:xfrm>
                <a:off x="3255900" y="2727780"/>
                <a:ext cx="234360" cy="229680"/>
              </a:xfrm>
              <a:prstGeom prst="rect">
                <a:avLst/>
              </a:prstGeom>
            </p:spPr>
          </p:pic>
        </mc:Fallback>
      </mc:AlternateContent>
      <mc:AlternateContent xmlns:mc="http://schemas.openxmlformats.org/markup-compatibility/2006" xmlns:p14="http://schemas.microsoft.com/office/powerpoint/2010/main">
        <mc:Choice Requires="p14">
          <p:contentPart p14:bwMode="auto" r:id="rId305">
            <p14:nvContentPartPr>
              <p14:cNvPr id="219" name="Ink 218">
                <a:extLst>
                  <a:ext uri="{FF2B5EF4-FFF2-40B4-BE49-F238E27FC236}">
                    <a16:creationId xmlns:a16="http://schemas.microsoft.com/office/drawing/2014/main" id="{FD493D6E-6F2F-7444-1BA0-CEB2ADA8DC7F}"/>
                  </a:ext>
                </a:extLst>
              </p14:cNvPr>
              <p14:cNvContentPartPr/>
              <p14:nvPr/>
            </p14:nvContentPartPr>
            <p14:xfrm>
              <a:off x="807180" y="3077700"/>
              <a:ext cx="7324920" cy="217080"/>
            </p14:xfrm>
          </p:contentPart>
        </mc:Choice>
        <mc:Fallback xmlns="">
          <p:pic>
            <p:nvPicPr>
              <p:cNvPr id="219" name="Ink 218">
                <a:extLst>
                  <a:ext uri="{FF2B5EF4-FFF2-40B4-BE49-F238E27FC236}">
                    <a16:creationId xmlns:a16="http://schemas.microsoft.com/office/drawing/2014/main" id="{FD493D6E-6F2F-7444-1BA0-CEB2ADA8DC7F}"/>
                  </a:ext>
                </a:extLst>
              </p:cNvPr>
              <p:cNvPicPr/>
              <p:nvPr/>
            </p:nvPicPr>
            <p:blipFill>
              <a:blip r:embed="rId318"/>
              <a:stretch>
                <a:fillRect/>
              </a:stretch>
            </p:blipFill>
            <p:spPr>
              <a:xfrm>
                <a:off x="798540" y="3068700"/>
                <a:ext cx="7342560" cy="234720"/>
              </a:xfrm>
              <a:prstGeom prst="rect">
                <a:avLst/>
              </a:prstGeom>
            </p:spPr>
          </p:pic>
        </mc:Fallback>
      </mc:AlternateContent>
      <mc:AlternateContent xmlns:mc="http://schemas.openxmlformats.org/markup-compatibility/2006" xmlns:p14="http://schemas.microsoft.com/office/powerpoint/2010/main">
        <mc:Choice Requires="p14">
          <p:contentPart p14:bwMode="auto" r:id="rId319">
            <p14:nvContentPartPr>
              <p14:cNvPr id="220" name="Ink 219">
                <a:extLst>
                  <a:ext uri="{FF2B5EF4-FFF2-40B4-BE49-F238E27FC236}">
                    <a16:creationId xmlns:a16="http://schemas.microsoft.com/office/drawing/2014/main" id="{F6B56EB2-64E9-697B-92D7-BE4273D4AC23}"/>
                  </a:ext>
                </a:extLst>
              </p14:cNvPr>
              <p14:cNvContentPartPr/>
              <p14:nvPr/>
            </p14:nvContentPartPr>
            <p14:xfrm>
              <a:off x="8584548" y="876300"/>
              <a:ext cx="137160" cy="5844240"/>
            </p14:xfrm>
          </p:contentPart>
        </mc:Choice>
        <mc:Fallback xmlns="">
          <p:pic>
            <p:nvPicPr>
              <p:cNvPr id="220" name="Ink 219">
                <a:extLst>
                  <a:ext uri="{FF2B5EF4-FFF2-40B4-BE49-F238E27FC236}">
                    <a16:creationId xmlns:a16="http://schemas.microsoft.com/office/drawing/2014/main" id="{F6B56EB2-64E9-697B-92D7-BE4273D4AC23}"/>
                  </a:ext>
                </a:extLst>
              </p:cNvPr>
              <p:cNvPicPr/>
              <p:nvPr/>
            </p:nvPicPr>
            <p:blipFill>
              <a:blip r:embed="rId320"/>
              <a:stretch>
                <a:fillRect/>
              </a:stretch>
            </p:blipFill>
            <p:spPr>
              <a:xfrm>
                <a:off x="8575548" y="867300"/>
                <a:ext cx="154800" cy="5861880"/>
              </a:xfrm>
              <a:prstGeom prst="rect">
                <a:avLst/>
              </a:prstGeom>
            </p:spPr>
          </p:pic>
        </mc:Fallback>
      </mc:AlternateContent>
      <p:grpSp>
        <p:nvGrpSpPr>
          <p:cNvPr id="295" name="Group 294">
            <a:extLst>
              <a:ext uri="{FF2B5EF4-FFF2-40B4-BE49-F238E27FC236}">
                <a16:creationId xmlns:a16="http://schemas.microsoft.com/office/drawing/2014/main" id="{33CBCAAE-4D92-8082-DE9C-B09E70135FCE}"/>
              </a:ext>
            </a:extLst>
          </p:cNvPr>
          <p:cNvGrpSpPr/>
          <p:nvPr/>
        </p:nvGrpSpPr>
        <p:grpSpPr>
          <a:xfrm>
            <a:off x="2763420" y="4651706"/>
            <a:ext cx="2445840" cy="461520"/>
            <a:chOff x="2763420" y="4120260"/>
            <a:chExt cx="2445840" cy="461520"/>
          </a:xfrm>
        </p:grpSpPr>
        <mc:AlternateContent xmlns:mc="http://schemas.openxmlformats.org/markup-compatibility/2006" xmlns:p14="http://schemas.microsoft.com/office/powerpoint/2010/main">
          <mc:Choice Requires="p14">
            <p:contentPart p14:bwMode="auto" r:id="rId321">
              <p14:nvContentPartPr>
                <p14:cNvPr id="277" name="Ink 276">
                  <a:extLst>
                    <a:ext uri="{FF2B5EF4-FFF2-40B4-BE49-F238E27FC236}">
                      <a16:creationId xmlns:a16="http://schemas.microsoft.com/office/drawing/2014/main" id="{3E73C6CB-1B16-BBCF-14DD-215DF21E2AE8}"/>
                    </a:ext>
                  </a:extLst>
                </p14:cNvPr>
                <p14:cNvContentPartPr/>
                <p14:nvPr/>
              </p14:nvContentPartPr>
              <p14:xfrm>
                <a:off x="2763420" y="4339140"/>
                <a:ext cx="164520" cy="11520"/>
              </p14:xfrm>
            </p:contentPart>
          </mc:Choice>
          <mc:Fallback xmlns="">
            <p:pic>
              <p:nvPicPr>
                <p:cNvPr id="277" name="Ink 276">
                  <a:extLst>
                    <a:ext uri="{FF2B5EF4-FFF2-40B4-BE49-F238E27FC236}">
                      <a16:creationId xmlns:a16="http://schemas.microsoft.com/office/drawing/2014/main" id="{3E73C6CB-1B16-BBCF-14DD-215DF21E2AE8}"/>
                    </a:ext>
                  </a:extLst>
                </p:cNvPr>
                <p:cNvPicPr/>
                <p:nvPr/>
              </p:nvPicPr>
              <p:blipFill>
                <a:blip r:embed="rId370"/>
                <a:stretch>
                  <a:fillRect/>
                </a:stretch>
              </p:blipFill>
              <p:spPr>
                <a:xfrm>
                  <a:off x="2754780" y="4330500"/>
                  <a:ext cx="18216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371">
              <p14:nvContentPartPr>
                <p14:cNvPr id="278" name="Ink 277">
                  <a:extLst>
                    <a:ext uri="{FF2B5EF4-FFF2-40B4-BE49-F238E27FC236}">
                      <a16:creationId xmlns:a16="http://schemas.microsoft.com/office/drawing/2014/main" id="{00874331-0E63-7106-D8B6-5D07298C1F93}"/>
                    </a:ext>
                  </a:extLst>
                </p14:cNvPr>
                <p14:cNvContentPartPr/>
                <p14:nvPr/>
              </p14:nvContentPartPr>
              <p14:xfrm>
                <a:off x="2822460" y="4366860"/>
                <a:ext cx="11160" cy="174240"/>
              </p14:xfrm>
            </p:contentPart>
          </mc:Choice>
          <mc:Fallback xmlns="">
            <p:pic>
              <p:nvPicPr>
                <p:cNvPr id="278" name="Ink 277">
                  <a:extLst>
                    <a:ext uri="{FF2B5EF4-FFF2-40B4-BE49-F238E27FC236}">
                      <a16:creationId xmlns:a16="http://schemas.microsoft.com/office/drawing/2014/main" id="{00874331-0E63-7106-D8B6-5D07298C1F93}"/>
                    </a:ext>
                  </a:extLst>
                </p:cNvPr>
                <p:cNvPicPr/>
                <p:nvPr/>
              </p:nvPicPr>
              <p:blipFill>
                <a:blip r:embed="rId372"/>
                <a:stretch>
                  <a:fillRect/>
                </a:stretch>
              </p:blipFill>
              <p:spPr>
                <a:xfrm>
                  <a:off x="2813820" y="4358220"/>
                  <a:ext cx="2880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373">
              <p14:nvContentPartPr>
                <p14:cNvPr id="279" name="Ink 278">
                  <a:extLst>
                    <a:ext uri="{FF2B5EF4-FFF2-40B4-BE49-F238E27FC236}">
                      <a16:creationId xmlns:a16="http://schemas.microsoft.com/office/drawing/2014/main" id="{79E7BFA2-0B09-8DB4-6037-004112C3C6F6}"/>
                    </a:ext>
                  </a:extLst>
                </p14:cNvPr>
                <p14:cNvContentPartPr/>
                <p14:nvPr/>
              </p14:nvContentPartPr>
              <p14:xfrm>
                <a:off x="2943420" y="4475220"/>
                <a:ext cx="10800" cy="106560"/>
              </p14:xfrm>
            </p:contentPart>
          </mc:Choice>
          <mc:Fallback xmlns="">
            <p:pic>
              <p:nvPicPr>
                <p:cNvPr id="279" name="Ink 278">
                  <a:extLst>
                    <a:ext uri="{FF2B5EF4-FFF2-40B4-BE49-F238E27FC236}">
                      <a16:creationId xmlns:a16="http://schemas.microsoft.com/office/drawing/2014/main" id="{79E7BFA2-0B09-8DB4-6037-004112C3C6F6}"/>
                    </a:ext>
                  </a:extLst>
                </p:cNvPr>
                <p:cNvPicPr/>
                <p:nvPr/>
              </p:nvPicPr>
              <p:blipFill>
                <a:blip r:embed="rId374"/>
                <a:stretch>
                  <a:fillRect/>
                </a:stretch>
              </p:blipFill>
              <p:spPr>
                <a:xfrm>
                  <a:off x="2934420" y="4466220"/>
                  <a:ext cx="2844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375">
              <p14:nvContentPartPr>
                <p14:cNvPr id="280" name="Ink 279">
                  <a:extLst>
                    <a:ext uri="{FF2B5EF4-FFF2-40B4-BE49-F238E27FC236}">
                      <a16:creationId xmlns:a16="http://schemas.microsoft.com/office/drawing/2014/main" id="{2A5C840C-F578-C44C-4EDB-92A09A447DF9}"/>
                    </a:ext>
                  </a:extLst>
                </p14:cNvPr>
                <p14:cNvContentPartPr/>
                <p14:nvPr/>
              </p14:nvContentPartPr>
              <p14:xfrm>
                <a:off x="3145380" y="4367940"/>
                <a:ext cx="97560" cy="6840"/>
              </p14:xfrm>
            </p:contentPart>
          </mc:Choice>
          <mc:Fallback xmlns="">
            <p:pic>
              <p:nvPicPr>
                <p:cNvPr id="280" name="Ink 279">
                  <a:extLst>
                    <a:ext uri="{FF2B5EF4-FFF2-40B4-BE49-F238E27FC236}">
                      <a16:creationId xmlns:a16="http://schemas.microsoft.com/office/drawing/2014/main" id="{2A5C840C-F578-C44C-4EDB-92A09A447DF9}"/>
                    </a:ext>
                  </a:extLst>
                </p:cNvPr>
                <p:cNvPicPr/>
                <p:nvPr/>
              </p:nvPicPr>
              <p:blipFill>
                <a:blip r:embed="rId376"/>
                <a:stretch>
                  <a:fillRect/>
                </a:stretch>
              </p:blipFill>
              <p:spPr>
                <a:xfrm>
                  <a:off x="3136740" y="4359300"/>
                  <a:ext cx="11520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377">
              <p14:nvContentPartPr>
                <p14:cNvPr id="281" name="Ink 280">
                  <a:extLst>
                    <a:ext uri="{FF2B5EF4-FFF2-40B4-BE49-F238E27FC236}">
                      <a16:creationId xmlns:a16="http://schemas.microsoft.com/office/drawing/2014/main" id="{58F0213B-20BC-AB43-CFE1-B927C5EB9EEF}"/>
                    </a:ext>
                  </a:extLst>
                </p14:cNvPr>
                <p14:cNvContentPartPr/>
                <p14:nvPr/>
              </p14:nvContentPartPr>
              <p14:xfrm>
                <a:off x="3128100" y="4445700"/>
                <a:ext cx="112680" cy="28440"/>
              </p14:xfrm>
            </p:contentPart>
          </mc:Choice>
          <mc:Fallback xmlns="">
            <p:pic>
              <p:nvPicPr>
                <p:cNvPr id="281" name="Ink 280">
                  <a:extLst>
                    <a:ext uri="{FF2B5EF4-FFF2-40B4-BE49-F238E27FC236}">
                      <a16:creationId xmlns:a16="http://schemas.microsoft.com/office/drawing/2014/main" id="{58F0213B-20BC-AB43-CFE1-B927C5EB9EEF}"/>
                    </a:ext>
                  </a:extLst>
                </p:cNvPr>
                <p:cNvPicPr/>
                <p:nvPr/>
              </p:nvPicPr>
              <p:blipFill>
                <a:blip r:embed="rId378"/>
                <a:stretch>
                  <a:fillRect/>
                </a:stretch>
              </p:blipFill>
              <p:spPr>
                <a:xfrm>
                  <a:off x="3119100" y="4437060"/>
                  <a:ext cx="13032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379">
              <p14:nvContentPartPr>
                <p14:cNvPr id="282" name="Ink 281">
                  <a:extLst>
                    <a:ext uri="{FF2B5EF4-FFF2-40B4-BE49-F238E27FC236}">
                      <a16:creationId xmlns:a16="http://schemas.microsoft.com/office/drawing/2014/main" id="{64A23A2A-B535-D5F5-C0CE-5BD2DD15266D}"/>
                    </a:ext>
                  </a:extLst>
                </p14:cNvPr>
                <p14:cNvContentPartPr/>
                <p14:nvPr/>
              </p14:nvContentPartPr>
              <p14:xfrm>
                <a:off x="3408540" y="4320060"/>
                <a:ext cx="110520" cy="18000"/>
              </p14:xfrm>
            </p:contentPart>
          </mc:Choice>
          <mc:Fallback xmlns="">
            <p:pic>
              <p:nvPicPr>
                <p:cNvPr id="282" name="Ink 281">
                  <a:extLst>
                    <a:ext uri="{FF2B5EF4-FFF2-40B4-BE49-F238E27FC236}">
                      <a16:creationId xmlns:a16="http://schemas.microsoft.com/office/drawing/2014/main" id="{64A23A2A-B535-D5F5-C0CE-5BD2DD15266D}"/>
                    </a:ext>
                  </a:extLst>
                </p:cNvPr>
                <p:cNvPicPr/>
                <p:nvPr/>
              </p:nvPicPr>
              <p:blipFill>
                <a:blip r:embed="rId380"/>
                <a:stretch>
                  <a:fillRect/>
                </a:stretch>
              </p:blipFill>
              <p:spPr>
                <a:xfrm>
                  <a:off x="3399900" y="4311060"/>
                  <a:ext cx="128160"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381">
              <p14:nvContentPartPr>
                <p14:cNvPr id="283" name="Ink 282">
                  <a:extLst>
                    <a:ext uri="{FF2B5EF4-FFF2-40B4-BE49-F238E27FC236}">
                      <a16:creationId xmlns:a16="http://schemas.microsoft.com/office/drawing/2014/main" id="{35B3E40B-0B31-43BC-ADC8-E58E0A53972D}"/>
                    </a:ext>
                  </a:extLst>
                </p14:cNvPr>
                <p14:cNvContentPartPr/>
                <p14:nvPr/>
              </p14:nvContentPartPr>
              <p14:xfrm>
                <a:off x="3440580" y="4331220"/>
                <a:ext cx="19440" cy="185760"/>
              </p14:xfrm>
            </p:contentPart>
          </mc:Choice>
          <mc:Fallback xmlns="">
            <p:pic>
              <p:nvPicPr>
                <p:cNvPr id="283" name="Ink 282">
                  <a:extLst>
                    <a:ext uri="{FF2B5EF4-FFF2-40B4-BE49-F238E27FC236}">
                      <a16:creationId xmlns:a16="http://schemas.microsoft.com/office/drawing/2014/main" id="{35B3E40B-0B31-43BC-ADC8-E58E0A53972D}"/>
                    </a:ext>
                  </a:extLst>
                </p:cNvPr>
                <p:cNvPicPr/>
                <p:nvPr/>
              </p:nvPicPr>
              <p:blipFill>
                <a:blip r:embed="rId382"/>
                <a:stretch>
                  <a:fillRect/>
                </a:stretch>
              </p:blipFill>
              <p:spPr>
                <a:xfrm>
                  <a:off x="3431580" y="4322220"/>
                  <a:ext cx="37080" cy="203400"/>
                </a:xfrm>
                <a:prstGeom prst="rect">
                  <a:avLst/>
                </a:prstGeom>
              </p:spPr>
            </p:pic>
          </mc:Fallback>
        </mc:AlternateContent>
        <mc:AlternateContent xmlns:mc="http://schemas.openxmlformats.org/markup-compatibility/2006" xmlns:p14="http://schemas.microsoft.com/office/powerpoint/2010/main">
          <mc:Choice Requires="p14">
            <p:contentPart p14:bwMode="auto" r:id="rId383">
              <p14:nvContentPartPr>
                <p14:cNvPr id="284" name="Ink 283">
                  <a:extLst>
                    <a:ext uri="{FF2B5EF4-FFF2-40B4-BE49-F238E27FC236}">
                      <a16:creationId xmlns:a16="http://schemas.microsoft.com/office/drawing/2014/main" id="{6D8AFF0B-98F7-3DA5-060B-CC5E5904286A}"/>
                    </a:ext>
                  </a:extLst>
                </p14:cNvPr>
                <p14:cNvContentPartPr/>
                <p14:nvPr/>
              </p14:nvContentPartPr>
              <p14:xfrm>
                <a:off x="3511500" y="4428060"/>
                <a:ext cx="130320" cy="141480"/>
              </p14:xfrm>
            </p:contentPart>
          </mc:Choice>
          <mc:Fallback xmlns="">
            <p:pic>
              <p:nvPicPr>
                <p:cNvPr id="284" name="Ink 283">
                  <a:extLst>
                    <a:ext uri="{FF2B5EF4-FFF2-40B4-BE49-F238E27FC236}">
                      <a16:creationId xmlns:a16="http://schemas.microsoft.com/office/drawing/2014/main" id="{6D8AFF0B-98F7-3DA5-060B-CC5E5904286A}"/>
                    </a:ext>
                  </a:extLst>
                </p:cNvPr>
                <p:cNvPicPr/>
                <p:nvPr/>
              </p:nvPicPr>
              <p:blipFill>
                <a:blip r:embed="rId384"/>
                <a:stretch>
                  <a:fillRect/>
                </a:stretch>
              </p:blipFill>
              <p:spPr>
                <a:xfrm>
                  <a:off x="3502500" y="4419060"/>
                  <a:ext cx="14796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385">
              <p14:nvContentPartPr>
                <p14:cNvPr id="285" name="Ink 284">
                  <a:extLst>
                    <a:ext uri="{FF2B5EF4-FFF2-40B4-BE49-F238E27FC236}">
                      <a16:creationId xmlns:a16="http://schemas.microsoft.com/office/drawing/2014/main" id="{762E8CE4-CC44-B9F2-219E-7A0ADA4DAD32}"/>
                    </a:ext>
                  </a:extLst>
                </p14:cNvPr>
                <p14:cNvContentPartPr/>
                <p14:nvPr/>
              </p14:nvContentPartPr>
              <p14:xfrm>
                <a:off x="3706620" y="4301700"/>
                <a:ext cx="128520" cy="139320"/>
              </p14:xfrm>
            </p:contentPart>
          </mc:Choice>
          <mc:Fallback xmlns="">
            <p:pic>
              <p:nvPicPr>
                <p:cNvPr id="285" name="Ink 284">
                  <a:extLst>
                    <a:ext uri="{FF2B5EF4-FFF2-40B4-BE49-F238E27FC236}">
                      <a16:creationId xmlns:a16="http://schemas.microsoft.com/office/drawing/2014/main" id="{762E8CE4-CC44-B9F2-219E-7A0ADA4DAD32}"/>
                    </a:ext>
                  </a:extLst>
                </p:cNvPr>
                <p:cNvPicPr/>
                <p:nvPr/>
              </p:nvPicPr>
              <p:blipFill>
                <a:blip r:embed="rId386"/>
                <a:stretch>
                  <a:fillRect/>
                </a:stretch>
              </p:blipFill>
              <p:spPr>
                <a:xfrm>
                  <a:off x="3697980" y="4293060"/>
                  <a:ext cx="14616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387">
              <p14:nvContentPartPr>
                <p14:cNvPr id="286" name="Ink 285">
                  <a:extLst>
                    <a:ext uri="{FF2B5EF4-FFF2-40B4-BE49-F238E27FC236}">
                      <a16:creationId xmlns:a16="http://schemas.microsoft.com/office/drawing/2014/main" id="{CC27C41D-675B-01F8-B0C0-8AF4B27D5926}"/>
                    </a:ext>
                  </a:extLst>
                </p14:cNvPr>
                <p14:cNvContentPartPr/>
                <p14:nvPr/>
              </p14:nvContentPartPr>
              <p14:xfrm>
                <a:off x="3883380" y="4320060"/>
                <a:ext cx="86040" cy="117000"/>
              </p14:xfrm>
            </p:contentPart>
          </mc:Choice>
          <mc:Fallback xmlns="">
            <p:pic>
              <p:nvPicPr>
                <p:cNvPr id="286" name="Ink 285">
                  <a:extLst>
                    <a:ext uri="{FF2B5EF4-FFF2-40B4-BE49-F238E27FC236}">
                      <a16:creationId xmlns:a16="http://schemas.microsoft.com/office/drawing/2014/main" id="{CC27C41D-675B-01F8-B0C0-8AF4B27D5926}"/>
                    </a:ext>
                  </a:extLst>
                </p:cNvPr>
                <p:cNvPicPr/>
                <p:nvPr/>
              </p:nvPicPr>
              <p:blipFill>
                <a:blip r:embed="rId388"/>
                <a:stretch>
                  <a:fillRect/>
                </a:stretch>
              </p:blipFill>
              <p:spPr>
                <a:xfrm>
                  <a:off x="3874740" y="4311060"/>
                  <a:ext cx="103680" cy="134640"/>
                </a:xfrm>
                <a:prstGeom prst="rect">
                  <a:avLst/>
                </a:prstGeom>
              </p:spPr>
            </p:pic>
          </mc:Fallback>
        </mc:AlternateContent>
        <mc:AlternateContent xmlns:mc="http://schemas.openxmlformats.org/markup-compatibility/2006" xmlns:p14="http://schemas.microsoft.com/office/powerpoint/2010/main">
          <mc:Choice Requires="p14">
            <p:contentPart p14:bwMode="auto" r:id="rId389">
              <p14:nvContentPartPr>
                <p14:cNvPr id="287" name="Ink 286">
                  <a:extLst>
                    <a:ext uri="{FF2B5EF4-FFF2-40B4-BE49-F238E27FC236}">
                      <a16:creationId xmlns:a16="http://schemas.microsoft.com/office/drawing/2014/main" id="{2531EC7B-9698-7332-284A-B2AB2ED2CCEA}"/>
                    </a:ext>
                  </a:extLst>
                </p14:cNvPr>
                <p14:cNvContentPartPr/>
                <p14:nvPr/>
              </p14:nvContentPartPr>
              <p14:xfrm>
                <a:off x="4049700" y="4315380"/>
                <a:ext cx="112680" cy="117000"/>
              </p14:xfrm>
            </p:contentPart>
          </mc:Choice>
          <mc:Fallback xmlns="">
            <p:pic>
              <p:nvPicPr>
                <p:cNvPr id="287" name="Ink 286">
                  <a:extLst>
                    <a:ext uri="{FF2B5EF4-FFF2-40B4-BE49-F238E27FC236}">
                      <a16:creationId xmlns:a16="http://schemas.microsoft.com/office/drawing/2014/main" id="{2531EC7B-9698-7332-284A-B2AB2ED2CCEA}"/>
                    </a:ext>
                  </a:extLst>
                </p:cNvPr>
                <p:cNvPicPr/>
                <p:nvPr/>
              </p:nvPicPr>
              <p:blipFill>
                <a:blip r:embed="rId390"/>
                <a:stretch>
                  <a:fillRect/>
                </a:stretch>
              </p:blipFill>
              <p:spPr>
                <a:xfrm>
                  <a:off x="4041060" y="4306740"/>
                  <a:ext cx="130320" cy="134640"/>
                </a:xfrm>
                <a:prstGeom prst="rect">
                  <a:avLst/>
                </a:prstGeom>
              </p:spPr>
            </p:pic>
          </mc:Fallback>
        </mc:AlternateContent>
        <mc:AlternateContent xmlns:mc="http://schemas.openxmlformats.org/markup-compatibility/2006" xmlns:p14="http://schemas.microsoft.com/office/powerpoint/2010/main">
          <mc:Choice Requires="p14">
            <p:contentPart p14:bwMode="auto" r:id="rId391">
              <p14:nvContentPartPr>
                <p14:cNvPr id="288" name="Ink 287">
                  <a:extLst>
                    <a:ext uri="{FF2B5EF4-FFF2-40B4-BE49-F238E27FC236}">
                      <a16:creationId xmlns:a16="http://schemas.microsoft.com/office/drawing/2014/main" id="{CD9FE2DE-3AE4-9991-9DEA-8312F56C7A3F}"/>
                    </a:ext>
                  </a:extLst>
                </p14:cNvPr>
                <p14:cNvContentPartPr/>
                <p14:nvPr/>
              </p14:nvContentPartPr>
              <p14:xfrm>
                <a:off x="4255620" y="4232220"/>
                <a:ext cx="117000" cy="182520"/>
              </p14:xfrm>
            </p:contentPart>
          </mc:Choice>
          <mc:Fallback xmlns="">
            <p:pic>
              <p:nvPicPr>
                <p:cNvPr id="288" name="Ink 287">
                  <a:extLst>
                    <a:ext uri="{FF2B5EF4-FFF2-40B4-BE49-F238E27FC236}">
                      <a16:creationId xmlns:a16="http://schemas.microsoft.com/office/drawing/2014/main" id="{CD9FE2DE-3AE4-9991-9DEA-8312F56C7A3F}"/>
                    </a:ext>
                  </a:extLst>
                </p:cNvPr>
                <p:cNvPicPr/>
                <p:nvPr/>
              </p:nvPicPr>
              <p:blipFill>
                <a:blip r:embed="rId392"/>
                <a:stretch>
                  <a:fillRect/>
                </a:stretch>
              </p:blipFill>
              <p:spPr>
                <a:xfrm>
                  <a:off x="4246620" y="4223220"/>
                  <a:ext cx="134640" cy="200160"/>
                </a:xfrm>
                <a:prstGeom prst="rect">
                  <a:avLst/>
                </a:prstGeom>
              </p:spPr>
            </p:pic>
          </mc:Fallback>
        </mc:AlternateContent>
        <mc:AlternateContent xmlns:mc="http://schemas.openxmlformats.org/markup-compatibility/2006" xmlns:p14="http://schemas.microsoft.com/office/powerpoint/2010/main">
          <mc:Choice Requires="p14">
            <p:contentPart p14:bwMode="auto" r:id="rId393">
              <p14:nvContentPartPr>
                <p14:cNvPr id="289" name="Ink 288">
                  <a:extLst>
                    <a:ext uri="{FF2B5EF4-FFF2-40B4-BE49-F238E27FC236}">
                      <a16:creationId xmlns:a16="http://schemas.microsoft.com/office/drawing/2014/main" id="{83507EFF-EB5B-AF6E-CD37-A56EA0F356A9}"/>
                    </a:ext>
                  </a:extLst>
                </p14:cNvPr>
                <p14:cNvContentPartPr/>
                <p14:nvPr/>
              </p14:nvContentPartPr>
              <p14:xfrm>
                <a:off x="4417260" y="4226460"/>
                <a:ext cx="139680" cy="178560"/>
              </p14:xfrm>
            </p:contentPart>
          </mc:Choice>
          <mc:Fallback xmlns="">
            <p:pic>
              <p:nvPicPr>
                <p:cNvPr id="289" name="Ink 288">
                  <a:extLst>
                    <a:ext uri="{FF2B5EF4-FFF2-40B4-BE49-F238E27FC236}">
                      <a16:creationId xmlns:a16="http://schemas.microsoft.com/office/drawing/2014/main" id="{83507EFF-EB5B-AF6E-CD37-A56EA0F356A9}"/>
                    </a:ext>
                  </a:extLst>
                </p:cNvPr>
                <p:cNvPicPr/>
                <p:nvPr/>
              </p:nvPicPr>
              <p:blipFill>
                <a:blip r:embed="rId394"/>
                <a:stretch>
                  <a:fillRect/>
                </a:stretch>
              </p:blipFill>
              <p:spPr>
                <a:xfrm>
                  <a:off x="4408620" y="4217820"/>
                  <a:ext cx="15732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395">
              <p14:nvContentPartPr>
                <p14:cNvPr id="290" name="Ink 289">
                  <a:extLst>
                    <a:ext uri="{FF2B5EF4-FFF2-40B4-BE49-F238E27FC236}">
                      <a16:creationId xmlns:a16="http://schemas.microsoft.com/office/drawing/2014/main" id="{EFB5F161-737C-26C8-2923-3DBC41DCAB98}"/>
                    </a:ext>
                  </a:extLst>
                </p14:cNvPr>
                <p14:cNvContentPartPr/>
                <p14:nvPr/>
              </p14:nvContentPartPr>
              <p14:xfrm>
                <a:off x="4585380" y="4120260"/>
                <a:ext cx="35280" cy="48240"/>
              </p14:xfrm>
            </p:contentPart>
          </mc:Choice>
          <mc:Fallback xmlns="">
            <p:pic>
              <p:nvPicPr>
                <p:cNvPr id="290" name="Ink 289">
                  <a:extLst>
                    <a:ext uri="{FF2B5EF4-FFF2-40B4-BE49-F238E27FC236}">
                      <a16:creationId xmlns:a16="http://schemas.microsoft.com/office/drawing/2014/main" id="{EFB5F161-737C-26C8-2923-3DBC41DCAB98}"/>
                    </a:ext>
                  </a:extLst>
                </p:cNvPr>
                <p:cNvPicPr/>
                <p:nvPr/>
              </p:nvPicPr>
              <p:blipFill>
                <a:blip r:embed="rId396"/>
                <a:stretch>
                  <a:fillRect/>
                </a:stretch>
              </p:blipFill>
              <p:spPr>
                <a:xfrm>
                  <a:off x="4576380" y="4111260"/>
                  <a:ext cx="52920" cy="65880"/>
                </a:xfrm>
                <a:prstGeom prst="rect">
                  <a:avLst/>
                </a:prstGeom>
              </p:spPr>
            </p:pic>
          </mc:Fallback>
        </mc:AlternateContent>
        <mc:AlternateContent xmlns:mc="http://schemas.openxmlformats.org/markup-compatibility/2006" xmlns:p14="http://schemas.microsoft.com/office/powerpoint/2010/main">
          <mc:Choice Requires="p14">
            <p:contentPart p14:bwMode="auto" r:id="rId397">
              <p14:nvContentPartPr>
                <p14:cNvPr id="292" name="Ink 291">
                  <a:extLst>
                    <a:ext uri="{FF2B5EF4-FFF2-40B4-BE49-F238E27FC236}">
                      <a16:creationId xmlns:a16="http://schemas.microsoft.com/office/drawing/2014/main" id="{8FF49E41-49E4-D776-7ECB-79A029054A61}"/>
                    </a:ext>
                  </a:extLst>
                </p14:cNvPr>
                <p14:cNvContentPartPr/>
                <p14:nvPr/>
              </p14:nvContentPartPr>
              <p14:xfrm>
                <a:off x="4610940" y="4326540"/>
                <a:ext cx="298440" cy="15840"/>
              </p14:xfrm>
            </p:contentPart>
          </mc:Choice>
          <mc:Fallback xmlns="">
            <p:pic>
              <p:nvPicPr>
                <p:cNvPr id="292" name="Ink 291">
                  <a:extLst>
                    <a:ext uri="{FF2B5EF4-FFF2-40B4-BE49-F238E27FC236}">
                      <a16:creationId xmlns:a16="http://schemas.microsoft.com/office/drawing/2014/main" id="{8FF49E41-49E4-D776-7ECB-79A029054A61}"/>
                    </a:ext>
                  </a:extLst>
                </p:cNvPr>
                <p:cNvPicPr/>
                <p:nvPr/>
              </p:nvPicPr>
              <p:blipFill>
                <a:blip r:embed="rId398"/>
                <a:stretch>
                  <a:fillRect/>
                </a:stretch>
              </p:blipFill>
              <p:spPr>
                <a:xfrm>
                  <a:off x="4602300" y="4317540"/>
                  <a:ext cx="31608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399">
              <p14:nvContentPartPr>
                <p14:cNvPr id="293" name="Ink 292">
                  <a:extLst>
                    <a:ext uri="{FF2B5EF4-FFF2-40B4-BE49-F238E27FC236}">
                      <a16:creationId xmlns:a16="http://schemas.microsoft.com/office/drawing/2014/main" id="{A0BA6380-FD57-0BA3-35A5-E3DBB285E102}"/>
                    </a:ext>
                  </a:extLst>
                </p14:cNvPr>
                <p14:cNvContentPartPr/>
                <p14:nvPr/>
              </p14:nvContentPartPr>
              <p14:xfrm>
                <a:off x="5081100" y="4247700"/>
                <a:ext cx="7200" cy="128880"/>
              </p14:xfrm>
            </p:contentPart>
          </mc:Choice>
          <mc:Fallback xmlns="">
            <p:pic>
              <p:nvPicPr>
                <p:cNvPr id="293" name="Ink 292">
                  <a:extLst>
                    <a:ext uri="{FF2B5EF4-FFF2-40B4-BE49-F238E27FC236}">
                      <a16:creationId xmlns:a16="http://schemas.microsoft.com/office/drawing/2014/main" id="{A0BA6380-FD57-0BA3-35A5-E3DBB285E102}"/>
                    </a:ext>
                  </a:extLst>
                </p:cNvPr>
                <p:cNvPicPr/>
                <p:nvPr/>
              </p:nvPicPr>
              <p:blipFill>
                <a:blip r:embed="rId400"/>
                <a:stretch>
                  <a:fillRect/>
                </a:stretch>
              </p:blipFill>
              <p:spPr>
                <a:xfrm>
                  <a:off x="5072460" y="4238700"/>
                  <a:ext cx="2484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401">
              <p14:nvContentPartPr>
                <p14:cNvPr id="294" name="Ink 293">
                  <a:extLst>
                    <a:ext uri="{FF2B5EF4-FFF2-40B4-BE49-F238E27FC236}">
                      <a16:creationId xmlns:a16="http://schemas.microsoft.com/office/drawing/2014/main" id="{4628DDC3-5E02-AA79-9AED-81E46D59E0DE}"/>
                    </a:ext>
                  </a:extLst>
                </p14:cNvPr>
                <p14:cNvContentPartPr/>
                <p14:nvPr/>
              </p14:nvContentPartPr>
              <p14:xfrm>
                <a:off x="4967700" y="4132500"/>
                <a:ext cx="241560" cy="331920"/>
              </p14:xfrm>
            </p:contentPart>
          </mc:Choice>
          <mc:Fallback xmlns="">
            <p:pic>
              <p:nvPicPr>
                <p:cNvPr id="294" name="Ink 293">
                  <a:extLst>
                    <a:ext uri="{FF2B5EF4-FFF2-40B4-BE49-F238E27FC236}">
                      <a16:creationId xmlns:a16="http://schemas.microsoft.com/office/drawing/2014/main" id="{4628DDC3-5E02-AA79-9AED-81E46D59E0DE}"/>
                    </a:ext>
                  </a:extLst>
                </p:cNvPr>
                <p:cNvPicPr/>
                <p:nvPr/>
              </p:nvPicPr>
              <p:blipFill>
                <a:blip r:embed="rId402"/>
                <a:stretch>
                  <a:fillRect/>
                </a:stretch>
              </p:blipFill>
              <p:spPr>
                <a:xfrm>
                  <a:off x="4958700" y="4123860"/>
                  <a:ext cx="259200" cy="349560"/>
                </a:xfrm>
                <a:prstGeom prst="rect">
                  <a:avLst/>
                </a:prstGeom>
              </p:spPr>
            </p:pic>
          </mc:Fallback>
        </mc:AlternateContent>
      </p:grpSp>
      <p:grpSp>
        <p:nvGrpSpPr>
          <p:cNvPr id="400" name="Group 399">
            <a:extLst>
              <a:ext uri="{FF2B5EF4-FFF2-40B4-BE49-F238E27FC236}">
                <a16:creationId xmlns:a16="http://schemas.microsoft.com/office/drawing/2014/main" id="{B20C529C-2CAE-D154-DB6B-65073823E204}"/>
              </a:ext>
            </a:extLst>
          </p:cNvPr>
          <p:cNvGrpSpPr/>
          <p:nvPr/>
        </p:nvGrpSpPr>
        <p:grpSpPr>
          <a:xfrm>
            <a:off x="5479620" y="3826410"/>
            <a:ext cx="1661400" cy="2465280"/>
            <a:chOff x="5479620" y="3201180"/>
            <a:chExt cx="1661400" cy="2465280"/>
          </a:xfrm>
        </p:grpSpPr>
        <mc:AlternateContent xmlns:mc="http://schemas.openxmlformats.org/markup-compatibility/2006" xmlns:p14="http://schemas.microsoft.com/office/powerpoint/2010/main">
          <mc:Choice Requires="p14">
            <p:contentPart p14:bwMode="auto" r:id="rId403">
              <p14:nvContentPartPr>
                <p14:cNvPr id="369" name="Ink 368">
                  <a:extLst>
                    <a:ext uri="{FF2B5EF4-FFF2-40B4-BE49-F238E27FC236}">
                      <a16:creationId xmlns:a16="http://schemas.microsoft.com/office/drawing/2014/main" id="{BC2F85A0-C33C-93AE-B7D0-D3AE385811E0}"/>
                    </a:ext>
                  </a:extLst>
                </p14:cNvPr>
                <p14:cNvContentPartPr/>
                <p14:nvPr/>
              </p14:nvContentPartPr>
              <p14:xfrm>
                <a:off x="7135980" y="5665740"/>
                <a:ext cx="5040" cy="720"/>
              </p14:xfrm>
            </p:contentPart>
          </mc:Choice>
          <mc:Fallback xmlns="">
            <p:pic>
              <p:nvPicPr>
                <p:cNvPr id="369" name="Ink 368">
                  <a:extLst>
                    <a:ext uri="{FF2B5EF4-FFF2-40B4-BE49-F238E27FC236}">
                      <a16:creationId xmlns:a16="http://schemas.microsoft.com/office/drawing/2014/main" id="{BC2F85A0-C33C-93AE-B7D0-D3AE385811E0}"/>
                    </a:ext>
                  </a:extLst>
                </p:cNvPr>
                <p:cNvPicPr/>
                <p:nvPr/>
              </p:nvPicPr>
              <p:blipFill>
                <a:blip r:embed="rId462"/>
                <a:stretch>
                  <a:fillRect/>
                </a:stretch>
              </p:blipFill>
              <p:spPr>
                <a:xfrm>
                  <a:off x="7127340" y="5657100"/>
                  <a:ext cx="22680" cy="18360"/>
                </a:xfrm>
                <a:prstGeom prst="rect">
                  <a:avLst/>
                </a:prstGeom>
              </p:spPr>
            </p:pic>
          </mc:Fallback>
        </mc:AlternateContent>
        <mc:AlternateContent xmlns:mc="http://schemas.openxmlformats.org/markup-compatibility/2006" xmlns:p14="http://schemas.microsoft.com/office/powerpoint/2010/main">
          <mc:Choice Requires="p14">
            <p:contentPart p14:bwMode="auto" r:id="rId463">
              <p14:nvContentPartPr>
                <p14:cNvPr id="235" name="Ink 234">
                  <a:extLst>
                    <a:ext uri="{FF2B5EF4-FFF2-40B4-BE49-F238E27FC236}">
                      <a16:creationId xmlns:a16="http://schemas.microsoft.com/office/drawing/2014/main" id="{9CD5C6A8-9A2C-AC6A-E526-51B82A428D3B}"/>
                    </a:ext>
                  </a:extLst>
                </p14:cNvPr>
                <p14:cNvContentPartPr/>
                <p14:nvPr/>
              </p14:nvContentPartPr>
              <p14:xfrm>
                <a:off x="5497620" y="3206940"/>
                <a:ext cx="221400" cy="10440"/>
              </p14:xfrm>
            </p:contentPart>
          </mc:Choice>
          <mc:Fallback xmlns="">
            <p:pic>
              <p:nvPicPr>
                <p:cNvPr id="235" name="Ink 234">
                  <a:extLst>
                    <a:ext uri="{FF2B5EF4-FFF2-40B4-BE49-F238E27FC236}">
                      <a16:creationId xmlns:a16="http://schemas.microsoft.com/office/drawing/2014/main" id="{9CD5C6A8-9A2C-AC6A-E526-51B82A428D3B}"/>
                    </a:ext>
                  </a:extLst>
                </p:cNvPr>
                <p:cNvPicPr/>
                <p:nvPr/>
              </p:nvPicPr>
              <p:blipFill>
                <a:blip r:embed="rId470"/>
                <a:stretch>
                  <a:fillRect/>
                </a:stretch>
              </p:blipFill>
              <p:spPr>
                <a:xfrm>
                  <a:off x="5488980" y="3198300"/>
                  <a:ext cx="23904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471">
              <p14:nvContentPartPr>
                <p14:cNvPr id="236" name="Ink 235">
                  <a:extLst>
                    <a:ext uri="{FF2B5EF4-FFF2-40B4-BE49-F238E27FC236}">
                      <a16:creationId xmlns:a16="http://schemas.microsoft.com/office/drawing/2014/main" id="{6E39F81D-7C84-ED70-7F73-703AB190C0EF}"/>
                    </a:ext>
                  </a:extLst>
                </p14:cNvPr>
                <p14:cNvContentPartPr/>
                <p14:nvPr/>
              </p14:nvContentPartPr>
              <p14:xfrm>
                <a:off x="5479620" y="3229620"/>
                <a:ext cx="227520" cy="169920"/>
              </p14:xfrm>
            </p:contentPart>
          </mc:Choice>
          <mc:Fallback xmlns="">
            <p:pic>
              <p:nvPicPr>
                <p:cNvPr id="236" name="Ink 235">
                  <a:extLst>
                    <a:ext uri="{FF2B5EF4-FFF2-40B4-BE49-F238E27FC236}">
                      <a16:creationId xmlns:a16="http://schemas.microsoft.com/office/drawing/2014/main" id="{6E39F81D-7C84-ED70-7F73-703AB190C0EF}"/>
                    </a:ext>
                  </a:extLst>
                </p:cNvPr>
                <p:cNvPicPr/>
                <p:nvPr/>
              </p:nvPicPr>
              <p:blipFill>
                <a:blip r:embed="rId472"/>
                <a:stretch>
                  <a:fillRect/>
                </a:stretch>
              </p:blipFill>
              <p:spPr>
                <a:xfrm>
                  <a:off x="5470980" y="3220620"/>
                  <a:ext cx="245160" cy="187560"/>
                </a:xfrm>
                <a:prstGeom prst="rect">
                  <a:avLst/>
                </a:prstGeom>
              </p:spPr>
            </p:pic>
          </mc:Fallback>
        </mc:AlternateContent>
        <mc:AlternateContent xmlns:mc="http://schemas.openxmlformats.org/markup-compatibility/2006" xmlns:p14="http://schemas.microsoft.com/office/powerpoint/2010/main">
          <mc:Choice Requires="p14">
            <p:contentPart p14:bwMode="auto" r:id="rId473">
              <p14:nvContentPartPr>
                <p14:cNvPr id="237" name="Ink 236">
                  <a:extLst>
                    <a:ext uri="{FF2B5EF4-FFF2-40B4-BE49-F238E27FC236}">
                      <a16:creationId xmlns:a16="http://schemas.microsoft.com/office/drawing/2014/main" id="{BCE9A628-C374-4857-8D5B-83BB8A6F670A}"/>
                    </a:ext>
                  </a:extLst>
                </p14:cNvPr>
                <p14:cNvContentPartPr/>
                <p14:nvPr/>
              </p14:nvContentPartPr>
              <p14:xfrm>
                <a:off x="5751060" y="3201180"/>
                <a:ext cx="195480" cy="188280"/>
              </p14:xfrm>
            </p:contentPart>
          </mc:Choice>
          <mc:Fallback xmlns="">
            <p:pic>
              <p:nvPicPr>
                <p:cNvPr id="237" name="Ink 236">
                  <a:extLst>
                    <a:ext uri="{FF2B5EF4-FFF2-40B4-BE49-F238E27FC236}">
                      <a16:creationId xmlns:a16="http://schemas.microsoft.com/office/drawing/2014/main" id="{BCE9A628-C374-4857-8D5B-83BB8A6F670A}"/>
                    </a:ext>
                  </a:extLst>
                </p:cNvPr>
                <p:cNvPicPr/>
                <p:nvPr/>
              </p:nvPicPr>
              <p:blipFill>
                <a:blip r:embed="rId474"/>
                <a:stretch>
                  <a:fillRect/>
                </a:stretch>
              </p:blipFill>
              <p:spPr>
                <a:xfrm>
                  <a:off x="5742420" y="3192180"/>
                  <a:ext cx="213120" cy="205920"/>
                </a:xfrm>
                <a:prstGeom prst="rect">
                  <a:avLst/>
                </a:prstGeom>
              </p:spPr>
            </p:pic>
          </mc:Fallback>
        </mc:AlternateContent>
        <mc:AlternateContent xmlns:mc="http://schemas.openxmlformats.org/markup-compatibility/2006" xmlns:p14="http://schemas.microsoft.com/office/powerpoint/2010/main">
          <mc:Choice Requires="p14">
            <p:contentPart p14:bwMode="auto" r:id="rId475">
              <p14:nvContentPartPr>
                <p14:cNvPr id="238" name="Ink 237">
                  <a:extLst>
                    <a:ext uri="{FF2B5EF4-FFF2-40B4-BE49-F238E27FC236}">
                      <a16:creationId xmlns:a16="http://schemas.microsoft.com/office/drawing/2014/main" id="{F4FF4A12-0822-7515-E86D-9F92742C16B5}"/>
                    </a:ext>
                  </a:extLst>
                </p14:cNvPr>
                <p14:cNvContentPartPr/>
                <p14:nvPr/>
              </p14:nvContentPartPr>
              <p14:xfrm>
                <a:off x="5757540" y="3299820"/>
                <a:ext cx="128160" cy="9000"/>
              </p14:xfrm>
            </p:contentPart>
          </mc:Choice>
          <mc:Fallback xmlns="">
            <p:pic>
              <p:nvPicPr>
                <p:cNvPr id="238" name="Ink 237">
                  <a:extLst>
                    <a:ext uri="{FF2B5EF4-FFF2-40B4-BE49-F238E27FC236}">
                      <a16:creationId xmlns:a16="http://schemas.microsoft.com/office/drawing/2014/main" id="{F4FF4A12-0822-7515-E86D-9F92742C16B5}"/>
                    </a:ext>
                  </a:extLst>
                </p:cNvPr>
                <p:cNvPicPr/>
                <p:nvPr/>
              </p:nvPicPr>
              <p:blipFill>
                <a:blip r:embed="rId476"/>
                <a:stretch>
                  <a:fillRect/>
                </a:stretch>
              </p:blipFill>
              <p:spPr>
                <a:xfrm>
                  <a:off x="5748900" y="3290820"/>
                  <a:ext cx="14580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477">
              <p14:nvContentPartPr>
                <p14:cNvPr id="239" name="Ink 238">
                  <a:extLst>
                    <a:ext uri="{FF2B5EF4-FFF2-40B4-BE49-F238E27FC236}">
                      <a16:creationId xmlns:a16="http://schemas.microsoft.com/office/drawing/2014/main" id="{65F29066-243A-2297-D233-17BA6A8C5901}"/>
                    </a:ext>
                  </a:extLst>
                </p14:cNvPr>
                <p14:cNvContentPartPr/>
                <p14:nvPr/>
              </p14:nvContentPartPr>
              <p14:xfrm>
                <a:off x="5926380" y="3304500"/>
                <a:ext cx="70200" cy="77040"/>
              </p14:xfrm>
            </p:contentPart>
          </mc:Choice>
          <mc:Fallback xmlns="">
            <p:pic>
              <p:nvPicPr>
                <p:cNvPr id="239" name="Ink 238">
                  <a:extLst>
                    <a:ext uri="{FF2B5EF4-FFF2-40B4-BE49-F238E27FC236}">
                      <a16:creationId xmlns:a16="http://schemas.microsoft.com/office/drawing/2014/main" id="{65F29066-243A-2297-D233-17BA6A8C5901}"/>
                    </a:ext>
                  </a:extLst>
                </p:cNvPr>
                <p:cNvPicPr/>
                <p:nvPr/>
              </p:nvPicPr>
              <p:blipFill>
                <a:blip r:embed="rId478"/>
                <a:stretch>
                  <a:fillRect/>
                </a:stretch>
              </p:blipFill>
              <p:spPr>
                <a:xfrm>
                  <a:off x="5917740" y="3295860"/>
                  <a:ext cx="87840" cy="94680"/>
                </a:xfrm>
                <a:prstGeom prst="rect">
                  <a:avLst/>
                </a:prstGeom>
              </p:spPr>
            </p:pic>
          </mc:Fallback>
        </mc:AlternateContent>
        <mc:AlternateContent xmlns:mc="http://schemas.openxmlformats.org/markup-compatibility/2006" xmlns:p14="http://schemas.microsoft.com/office/powerpoint/2010/main">
          <mc:Choice Requires="p14">
            <p:contentPart p14:bwMode="auto" r:id="rId479">
              <p14:nvContentPartPr>
                <p14:cNvPr id="240" name="Ink 239">
                  <a:extLst>
                    <a:ext uri="{FF2B5EF4-FFF2-40B4-BE49-F238E27FC236}">
                      <a16:creationId xmlns:a16="http://schemas.microsoft.com/office/drawing/2014/main" id="{00F9F02F-1F14-D041-3B8D-770DD8D83EEB}"/>
                    </a:ext>
                  </a:extLst>
                </p14:cNvPr>
                <p14:cNvContentPartPr/>
                <p14:nvPr/>
              </p14:nvContentPartPr>
              <p14:xfrm>
                <a:off x="5928180" y="3299100"/>
                <a:ext cx="89280" cy="213480"/>
              </p14:xfrm>
            </p:contentPart>
          </mc:Choice>
          <mc:Fallback xmlns="">
            <p:pic>
              <p:nvPicPr>
                <p:cNvPr id="240" name="Ink 239">
                  <a:extLst>
                    <a:ext uri="{FF2B5EF4-FFF2-40B4-BE49-F238E27FC236}">
                      <a16:creationId xmlns:a16="http://schemas.microsoft.com/office/drawing/2014/main" id="{00F9F02F-1F14-D041-3B8D-770DD8D83EEB}"/>
                    </a:ext>
                  </a:extLst>
                </p:cNvPr>
                <p:cNvPicPr/>
                <p:nvPr/>
              </p:nvPicPr>
              <p:blipFill>
                <a:blip r:embed="rId480"/>
                <a:stretch>
                  <a:fillRect/>
                </a:stretch>
              </p:blipFill>
              <p:spPr>
                <a:xfrm>
                  <a:off x="5919180" y="3290100"/>
                  <a:ext cx="106920" cy="231120"/>
                </a:xfrm>
                <a:prstGeom prst="rect">
                  <a:avLst/>
                </a:prstGeom>
              </p:spPr>
            </p:pic>
          </mc:Fallback>
        </mc:AlternateContent>
        <mc:AlternateContent xmlns:mc="http://schemas.openxmlformats.org/markup-compatibility/2006" xmlns:p14="http://schemas.microsoft.com/office/powerpoint/2010/main">
          <mc:Choice Requires="p14">
            <p:contentPart p14:bwMode="auto" r:id="rId481">
              <p14:nvContentPartPr>
                <p14:cNvPr id="241" name="Ink 240">
                  <a:extLst>
                    <a:ext uri="{FF2B5EF4-FFF2-40B4-BE49-F238E27FC236}">
                      <a16:creationId xmlns:a16="http://schemas.microsoft.com/office/drawing/2014/main" id="{D5B8C61B-7039-E723-227A-1E878C358FCB}"/>
                    </a:ext>
                  </a:extLst>
                </p14:cNvPr>
                <p14:cNvContentPartPr/>
                <p14:nvPr/>
              </p14:nvContentPartPr>
              <p14:xfrm>
                <a:off x="6235260" y="3282180"/>
                <a:ext cx="87840" cy="18360"/>
              </p14:xfrm>
            </p:contentPart>
          </mc:Choice>
          <mc:Fallback xmlns="">
            <p:pic>
              <p:nvPicPr>
                <p:cNvPr id="241" name="Ink 240">
                  <a:extLst>
                    <a:ext uri="{FF2B5EF4-FFF2-40B4-BE49-F238E27FC236}">
                      <a16:creationId xmlns:a16="http://schemas.microsoft.com/office/drawing/2014/main" id="{D5B8C61B-7039-E723-227A-1E878C358FCB}"/>
                    </a:ext>
                  </a:extLst>
                </p:cNvPr>
                <p:cNvPicPr/>
                <p:nvPr/>
              </p:nvPicPr>
              <p:blipFill>
                <a:blip r:embed="rId482"/>
                <a:stretch>
                  <a:fillRect/>
                </a:stretch>
              </p:blipFill>
              <p:spPr>
                <a:xfrm>
                  <a:off x="6226260" y="3273540"/>
                  <a:ext cx="10548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483">
              <p14:nvContentPartPr>
                <p14:cNvPr id="242" name="Ink 241">
                  <a:extLst>
                    <a:ext uri="{FF2B5EF4-FFF2-40B4-BE49-F238E27FC236}">
                      <a16:creationId xmlns:a16="http://schemas.microsoft.com/office/drawing/2014/main" id="{3024050F-2909-3B08-7824-BA85381E9019}"/>
                    </a:ext>
                  </a:extLst>
                </p14:cNvPr>
                <p14:cNvContentPartPr/>
                <p14:nvPr/>
              </p14:nvContentPartPr>
              <p14:xfrm>
                <a:off x="6231300" y="3351660"/>
                <a:ext cx="130320" cy="11160"/>
              </p14:xfrm>
            </p:contentPart>
          </mc:Choice>
          <mc:Fallback xmlns="">
            <p:pic>
              <p:nvPicPr>
                <p:cNvPr id="242" name="Ink 241">
                  <a:extLst>
                    <a:ext uri="{FF2B5EF4-FFF2-40B4-BE49-F238E27FC236}">
                      <a16:creationId xmlns:a16="http://schemas.microsoft.com/office/drawing/2014/main" id="{3024050F-2909-3B08-7824-BA85381E9019}"/>
                    </a:ext>
                  </a:extLst>
                </p:cNvPr>
                <p:cNvPicPr/>
                <p:nvPr/>
              </p:nvPicPr>
              <p:blipFill>
                <a:blip r:embed="rId484"/>
                <a:stretch>
                  <a:fillRect/>
                </a:stretch>
              </p:blipFill>
              <p:spPr>
                <a:xfrm>
                  <a:off x="6222660" y="3342660"/>
                  <a:ext cx="14796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485">
              <p14:nvContentPartPr>
                <p14:cNvPr id="243" name="Ink 242">
                  <a:extLst>
                    <a:ext uri="{FF2B5EF4-FFF2-40B4-BE49-F238E27FC236}">
                      <a16:creationId xmlns:a16="http://schemas.microsoft.com/office/drawing/2014/main" id="{E515D945-E787-50FC-A72A-69CDBEA76879}"/>
                    </a:ext>
                  </a:extLst>
                </p14:cNvPr>
                <p14:cNvContentPartPr/>
                <p14:nvPr/>
              </p14:nvContentPartPr>
              <p14:xfrm>
                <a:off x="6477900" y="3230340"/>
                <a:ext cx="232920" cy="118800"/>
              </p14:xfrm>
            </p:contentPart>
          </mc:Choice>
          <mc:Fallback xmlns="">
            <p:pic>
              <p:nvPicPr>
                <p:cNvPr id="243" name="Ink 242">
                  <a:extLst>
                    <a:ext uri="{FF2B5EF4-FFF2-40B4-BE49-F238E27FC236}">
                      <a16:creationId xmlns:a16="http://schemas.microsoft.com/office/drawing/2014/main" id="{E515D945-E787-50FC-A72A-69CDBEA76879}"/>
                    </a:ext>
                  </a:extLst>
                </p:cNvPr>
                <p:cNvPicPr/>
                <p:nvPr/>
              </p:nvPicPr>
              <p:blipFill>
                <a:blip r:embed="rId486"/>
                <a:stretch>
                  <a:fillRect/>
                </a:stretch>
              </p:blipFill>
              <p:spPr>
                <a:xfrm>
                  <a:off x="6468900" y="3221340"/>
                  <a:ext cx="25056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487">
              <p14:nvContentPartPr>
                <p14:cNvPr id="244" name="Ink 243">
                  <a:extLst>
                    <a:ext uri="{FF2B5EF4-FFF2-40B4-BE49-F238E27FC236}">
                      <a16:creationId xmlns:a16="http://schemas.microsoft.com/office/drawing/2014/main" id="{BF9840FD-2A2A-F38F-6183-A77B0C3F4816}"/>
                    </a:ext>
                  </a:extLst>
                </p14:cNvPr>
                <p14:cNvContentPartPr/>
                <p14:nvPr/>
              </p14:nvContentPartPr>
              <p14:xfrm>
                <a:off x="6772020" y="3228900"/>
                <a:ext cx="125280" cy="121680"/>
              </p14:xfrm>
            </p:contentPart>
          </mc:Choice>
          <mc:Fallback xmlns="">
            <p:pic>
              <p:nvPicPr>
                <p:cNvPr id="244" name="Ink 243">
                  <a:extLst>
                    <a:ext uri="{FF2B5EF4-FFF2-40B4-BE49-F238E27FC236}">
                      <a16:creationId xmlns:a16="http://schemas.microsoft.com/office/drawing/2014/main" id="{BF9840FD-2A2A-F38F-6183-A77B0C3F4816}"/>
                    </a:ext>
                  </a:extLst>
                </p:cNvPr>
                <p:cNvPicPr/>
                <p:nvPr/>
              </p:nvPicPr>
              <p:blipFill>
                <a:blip r:embed="rId488"/>
                <a:stretch>
                  <a:fillRect/>
                </a:stretch>
              </p:blipFill>
              <p:spPr>
                <a:xfrm>
                  <a:off x="6763380" y="3219900"/>
                  <a:ext cx="14292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489">
              <p14:nvContentPartPr>
                <p14:cNvPr id="301" name="Ink 300">
                  <a:extLst>
                    <a:ext uri="{FF2B5EF4-FFF2-40B4-BE49-F238E27FC236}">
                      <a16:creationId xmlns:a16="http://schemas.microsoft.com/office/drawing/2014/main" id="{789B7427-A6DF-DEF3-F1B0-32196913A399}"/>
                    </a:ext>
                  </a:extLst>
                </p14:cNvPr>
                <p14:cNvContentPartPr/>
                <p14:nvPr/>
              </p14:nvContentPartPr>
              <p14:xfrm>
                <a:off x="6342180" y="3771060"/>
                <a:ext cx="3600" cy="6120"/>
              </p14:xfrm>
            </p:contentPart>
          </mc:Choice>
          <mc:Fallback xmlns="">
            <p:pic>
              <p:nvPicPr>
                <p:cNvPr id="301" name="Ink 300">
                  <a:extLst>
                    <a:ext uri="{FF2B5EF4-FFF2-40B4-BE49-F238E27FC236}">
                      <a16:creationId xmlns:a16="http://schemas.microsoft.com/office/drawing/2014/main" id="{789B7427-A6DF-DEF3-F1B0-32196913A399}"/>
                    </a:ext>
                  </a:extLst>
                </p:cNvPr>
                <p:cNvPicPr/>
                <p:nvPr/>
              </p:nvPicPr>
              <p:blipFill>
                <a:blip r:embed="rId504"/>
                <a:stretch>
                  <a:fillRect/>
                </a:stretch>
              </p:blipFill>
              <p:spPr>
                <a:xfrm>
                  <a:off x="6333540" y="3762060"/>
                  <a:ext cx="21240" cy="23760"/>
                </a:xfrm>
                <a:prstGeom prst="rect">
                  <a:avLst/>
                </a:prstGeom>
              </p:spPr>
            </p:pic>
          </mc:Fallback>
        </mc:AlternateContent>
      </p:grpSp>
      <p:grpSp>
        <p:nvGrpSpPr>
          <p:cNvPr id="468" name="Group 467">
            <a:extLst>
              <a:ext uri="{FF2B5EF4-FFF2-40B4-BE49-F238E27FC236}">
                <a16:creationId xmlns:a16="http://schemas.microsoft.com/office/drawing/2014/main" id="{C33C7159-4355-D056-D5D9-16C277DB94A4}"/>
              </a:ext>
            </a:extLst>
          </p:cNvPr>
          <p:cNvGrpSpPr/>
          <p:nvPr/>
        </p:nvGrpSpPr>
        <p:grpSpPr>
          <a:xfrm>
            <a:off x="5353806" y="3223791"/>
            <a:ext cx="535680" cy="371160"/>
            <a:chOff x="5353806" y="3223791"/>
            <a:chExt cx="535680" cy="371160"/>
          </a:xfrm>
        </p:grpSpPr>
        <mc:AlternateContent xmlns:mc="http://schemas.openxmlformats.org/markup-compatibility/2006" xmlns:p14="http://schemas.microsoft.com/office/powerpoint/2010/main">
          <mc:Choice Requires="p14">
            <p:contentPart p14:bwMode="auto" r:id="rId505">
              <p14:nvContentPartPr>
                <p14:cNvPr id="462" name="Ink 461">
                  <a:extLst>
                    <a:ext uri="{FF2B5EF4-FFF2-40B4-BE49-F238E27FC236}">
                      <a16:creationId xmlns:a16="http://schemas.microsoft.com/office/drawing/2014/main" id="{BB7EAFCF-5660-BB13-86CA-B4461F3ADC96}"/>
                    </a:ext>
                  </a:extLst>
                </p14:cNvPr>
                <p14:cNvContentPartPr/>
                <p14:nvPr/>
              </p14:nvContentPartPr>
              <p14:xfrm>
                <a:off x="5353806" y="3241431"/>
                <a:ext cx="167760" cy="10800"/>
              </p14:xfrm>
            </p:contentPart>
          </mc:Choice>
          <mc:Fallback xmlns="">
            <p:pic>
              <p:nvPicPr>
                <p:cNvPr id="462" name="Ink 461">
                  <a:extLst>
                    <a:ext uri="{FF2B5EF4-FFF2-40B4-BE49-F238E27FC236}">
                      <a16:creationId xmlns:a16="http://schemas.microsoft.com/office/drawing/2014/main" id="{BB7EAFCF-5660-BB13-86CA-B4461F3ADC96}"/>
                    </a:ext>
                  </a:extLst>
                </p:cNvPr>
                <p:cNvPicPr/>
                <p:nvPr/>
              </p:nvPicPr>
              <p:blipFill>
                <a:blip r:embed="rId506"/>
                <a:stretch>
                  <a:fillRect/>
                </a:stretch>
              </p:blipFill>
              <p:spPr>
                <a:xfrm>
                  <a:off x="5345166" y="3232431"/>
                  <a:ext cx="18540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507">
              <p14:nvContentPartPr>
                <p14:cNvPr id="463" name="Ink 462">
                  <a:extLst>
                    <a:ext uri="{FF2B5EF4-FFF2-40B4-BE49-F238E27FC236}">
                      <a16:creationId xmlns:a16="http://schemas.microsoft.com/office/drawing/2014/main" id="{43482AB5-3473-FB97-1BEE-D74421254631}"/>
                    </a:ext>
                  </a:extLst>
                </p14:cNvPr>
                <p14:cNvContentPartPr/>
                <p14:nvPr/>
              </p14:nvContentPartPr>
              <p14:xfrm>
                <a:off x="5363526" y="3248991"/>
                <a:ext cx="233280" cy="167400"/>
              </p14:xfrm>
            </p:contentPart>
          </mc:Choice>
          <mc:Fallback xmlns="">
            <p:pic>
              <p:nvPicPr>
                <p:cNvPr id="463" name="Ink 462">
                  <a:extLst>
                    <a:ext uri="{FF2B5EF4-FFF2-40B4-BE49-F238E27FC236}">
                      <a16:creationId xmlns:a16="http://schemas.microsoft.com/office/drawing/2014/main" id="{43482AB5-3473-FB97-1BEE-D74421254631}"/>
                    </a:ext>
                  </a:extLst>
                </p:cNvPr>
                <p:cNvPicPr/>
                <p:nvPr/>
              </p:nvPicPr>
              <p:blipFill>
                <a:blip r:embed="rId508"/>
                <a:stretch>
                  <a:fillRect/>
                </a:stretch>
              </p:blipFill>
              <p:spPr>
                <a:xfrm>
                  <a:off x="5354526" y="3239991"/>
                  <a:ext cx="250920" cy="185040"/>
                </a:xfrm>
                <a:prstGeom prst="rect">
                  <a:avLst/>
                </a:prstGeom>
              </p:spPr>
            </p:pic>
          </mc:Fallback>
        </mc:AlternateContent>
        <mc:AlternateContent xmlns:mc="http://schemas.openxmlformats.org/markup-compatibility/2006" xmlns:p14="http://schemas.microsoft.com/office/powerpoint/2010/main">
          <mc:Choice Requires="p14">
            <p:contentPart p14:bwMode="auto" r:id="rId509">
              <p14:nvContentPartPr>
                <p14:cNvPr id="464" name="Ink 463">
                  <a:extLst>
                    <a:ext uri="{FF2B5EF4-FFF2-40B4-BE49-F238E27FC236}">
                      <a16:creationId xmlns:a16="http://schemas.microsoft.com/office/drawing/2014/main" id="{86031DD6-0DF4-435A-D78B-4F1FF8BFF214}"/>
                    </a:ext>
                  </a:extLst>
                </p14:cNvPr>
                <p14:cNvContentPartPr/>
                <p14:nvPr/>
              </p14:nvContentPartPr>
              <p14:xfrm>
                <a:off x="5627046" y="3223791"/>
                <a:ext cx="116640" cy="158400"/>
              </p14:xfrm>
            </p:contentPart>
          </mc:Choice>
          <mc:Fallback xmlns="">
            <p:pic>
              <p:nvPicPr>
                <p:cNvPr id="464" name="Ink 463">
                  <a:extLst>
                    <a:ext uri="{FF2B5EF4-FFF2-40B4-BE49-F238E27FC236}">
                      <a16:creationId xmlns:a16="http://schemas.microsoft.com/office/drawing/2014/main" id="{86031DD6-0DF4-435A-D78B-4F1FF8BFF214}"/>
                    </a:ext>
                  </a:extLst>
                </p:cNvPr>
                <p:cNvPicPr/>
                <p:nvPr/>
              </p:nvPicPr>
              <p:blipFill>
                <a:blip r:embed="rId510"/>
                <a:stretch>
                  <a:fillRect/>
                </a:stretch>
              </p:blipFill>
              <p:spPr>
                <a:xfrm>
                  <a:off x="5618406" y="3214791"/>
                  <a:ext cx="13428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511">
              <p14:nvContentPartPr>
                <p14:cNvPr id="465" name="Ink 464">
                  <a:extLst>
                    <a:ext uri="{FF2B5EF4-FFF2-40B4-BE49-F238E27FC236}">
                      <a16:creationId xmlns:a16="http://schemas.microsoft.com/office/drawing/2014/main" id="{77D2AC41-92C8-A561-CB90-B1A283D56B38}"/>
                    </a:ext>
                  </a:extLst>
                </p14:cNvPr>
                <p14:cNvContentPartPr/>
                <p14:nvPr/>
              </p14:nvContentPartPr>
              <p14:xfrm>
                <a:off x="5628126" y="3313071"/>
                <a:ext cx="118080" cy="6480"/>
              </p14:xfrm>
            </p:contentPart>
          </mc:Choice>
          <mc:Fallback xmlns="">
            <p:pic>
              <p:nvPicPr>
                <p:cNvPr id="465" name="Ink 464">
                  <a:extLst>
                    <a:ext uri="{FF2B5EF4-FFF2-40B4-BE49-F238E27FC236}">
                      <a16:creationId xmlns:a16="http://schemas.microsoft.com/office/drawing/2014/main" id="{77D2AC41-92C8-A561-CB90-B1A283D56B38}"/>
                    </a:ext>
                  </a:extLst>
                </p:cNvPr>
                <p:cNvPicPr/>
                <p:nvPr/>
              </p:nvPicPr>
              <p:blipFill>
                <a:blip r:embed="rId512"/>
                <a:stretch>
                  <a:fillRect/>
                </a:stretch>
              </p:blipFill>
              <p:spPr>
                <a:xfrm>
                  <a:off x="5619126" y="3304071"/>
                  <a:ext cx="13572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513">
              <p14:nvContentPartPr>
                <p14:cNvPr id="466" name="Ink 465">
                  <a:extLst>
                    <a:ext uri="{FF2B5EF4-FFF2-40B4-BE49-F238E27FC236}">
                      <a16:creationId xmlns:a16="http://schemas.microsoft.com/office/drawing/2014/main" id="{5FB88B60-69AF-9253-B0E2-8882E9E28C15}"/>
                    </a:ext>
                  </a:extLst>
                </p14:cNvPr>
                <p14:cNvContentPartPr/>
                <p14:nvPr/>
              </p14:nvContentPartPr>
              <p14:xfrm>
                <a:off x="5794806" y="3291471"/>
                <a:ext cx="66960" cy="88920"/>
              </p14:xfrm>
            </p:contentPart>
          </mc:Choice>
          <mc:Fallback xmlns="">
            <p:pic>
              <p:nvPicPr>
                <p:cNvPr id="466" name="Ink 465">
                  <a:extLst>
                    <a:ext uri="{FF2B5EF4-FFF2-40B4-BE49-F238E27FC236}">
                      <a16:creationId xmlns:a16="http://schemas.microsoft.com/office/drawing/2014/main" id="{5FB88B60-69AF-9253-B0E2-8882E9E28C15}"/>
                    </a:ext>
                  </a:extLst>
                </p:cNvPr>
                <p:cNvPicPr/>
                <p:nvPr/>
              </p:nvPicPr>
              <p:blipFill>
                <a:blip r:embed="rId514"/>
                <a:stretch>
                  <a:fillRect/>
                </a:stretch>
              </p:blipFill>
              <p:spPr>
                <a:xfrm>
                  <a:off x="5785806" y="3282831"/>
                  <a:ext cx="8460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515">
              <p14:nvContentPartPr>
                <p14:cNvPr id="467" name="Ink 466">
                  <a:extLst>
                    <a:ext uri="{FF2B5EF4-FFF2-40B4-BE49-F238E27FC236}">
                      <a16:creationId xmlns:a16="http://schemas.microsoft.com/office/drawing/2014/main" id="{9F7E6502-74C3-20C6-9EEB-F3D67D8D2DB2}"/>
                    </a:ext>
                  </a:extLst>
                </p14:cNvPr>
                <p14:cNvContentPartPr/>
                <p14:nvPr/>
              </p14:nvContentPartPr>
              <p14:xfrm>
                <a:off x="5794806" y="3321351"/>
                <a:ext cx="94680" cy="273600"/>
              </p14:xfrm>
            </p:contentPart>
          </mc:Choice>
          <mc:Fallback xmlns="">
            <p:pic>
              <p:nvPicPr>
                <p:cNvPr id="467" name="Ink 466">
                  <a:extLst>
                    <a:ext uri="{FF2B5EF4-FFF2-40B4-BE49-F238E27FC236}">
                      <a16:creationId xmlns:a16="http://schemas.microsoft.com/office/drawing/2014/main" id="{9F7E6502-74C3-20C6-9EEB-F3D67D8D2DB2}"/>
                    </a:ext>
                  </a:extLst>
                </p:cNvPr>
                <p:cNvPicPr/>
                <p:nvPr/>
              </p:nvPicPr>
              <p:blipFill>
                <a:blip r:embed="rId516"/>
                <a:stretch>
                  <a:fillRect/>
                </a:stretch>
              </p:blipFill>
              <p:spPr>
                <a:xfrm>
                  <a:off x="5785806" y="3312351"/>
                  <a:ext cx="112320" cy="291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17">
            <p14:nvContentPartPr>
              <p14:cNvPr id="469" name="Ink 468">
                <a:extLst>
                  <a:ext uri="{FF2B5EF4-FFF2-40B4-BE49-F238E27FC236}">
                    <a16:creationId xmlns:a16="http://schemas.microsoft.com/office/drawing/2014/main" id="{DDC8E3E5-AFEF-5BA8-55B6-1E5DA0349BA8}"/>
                  </a:ext>
                </a:extLst>
              </p14:cNvPr>
              <p14:cNvContentPartPr/>
              <p14:nvPr/>
            </p14:nvContentPartPr>
            <p14:xfrm>
              <a:off x="6045366" y="3288231"/>
              <a:ext cx="59400" cy="13320"/>
            </p14:xfrm>
          </p:contentPart>
        </mc:Choice>
        <mc:Fallback xmlns="">
          <p:pic>
            <p:nvPicPr>
              <p:cNvPr id="469" name="Ink 468">
                <a:extLst>
                  <a:ext uri="{FF2B5EF4-FFF2-40B4-BE49-F238E27FC236}">
                    <a16:creationId xmlns:a16="http://schemas.microsoft.com/office/drawing/2014/main" id="{DDC8E3E5-AFEF-5BA8-55B6-1E5DA0349BA8}"/>
                  </a:ext>
                </a:extLst>
              </p:cNvPr>
              <p:cNvPicPr/>
              <p:nvPr/>
            </p:nvPicPr>
            <p:blipFill>
              <a:blip r:embed="rId518"/>
              <a:stretch>
                <a:fillRect/>
              </a:stretch>
            </p:blipFill>
            <p:spPr>
              <a:xfrm>
                <a:off x="6036366" y="3279591"/>
                <a:ext cx="7704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519">
            <p14:nvContentPartPr>
              <p14:cNvPr id="470" name="Ink 469">
                <a:extLst>
                  <a:ext uri="{FF2B5EF4-FFF2-40B4-BE49-F238E27FC236}">
                    <a16:creationId xmlns:a16="http://schemas.microsoft.com/office/drawing/2014/main" id="{B573BBD1-2DA3-1A6A-EB2C-8B85596A169B}"/>
                  </a:ext>
                </a:extLst>
              </p14:cNvPr>
              <p14:cNvContentPartPr/>
              <p14:nvPr/>
            </p14:nvContentPartPr>
            <p14:xfrm>
              <a:off x="6044646" y="3390111"/>
              <a:ext cx="61560" cy="5400"/>
            </p14:xfrm>
          </p:contentPart>
        </mc:Choice>
        <mc:Fallback xmlns="">
          <p:pic>
            <p:nvPicPr>
              <p:cNvPr id="470" name="Ink 469">
                <a:extLst>
                  <a:ext uri="{FF2B5EF4-FFF2-40B4-BE49-F238E27FC236}">
                    <a16:creationId xmlns:a16="http://schemas.microsoft.com/office/drawing/2014/main" id="{B573BBD1-2DA3-1A6A-EB2C-8B85596A169B}"/>
                  </a:ext>
                </a:extLst>
              </p:cNvPr>
              <p:cNvPicPr/>
              <p:nvPr/>
            </p:nvPicPr>
            <p:blipFill>
              <a:blip r:embed="rId520"/>
              <a:stretch>
                <a:fillRect/>
              </a:stretch>
            </p:blipFill>
            <p:spPr>
              <a:xfrm>
                <a:off x="6035646" y="3381111"/>
                <a:ext cx="79200" cy="23040"/>
              </a:xfrm>
              <a:prstGeom prst="rect">
                <a:avLst/>
              </a:prstGeom>
            </p:spPr>
          </p:pic>
        </mc:Fallback>
      </mc:AlternateContent>
      <p:grpSp>
        <p:nvGrpSpPr>
          <p:cNvPr id="483" name="Group 482">
            <a:extLst>
              <a:ext uri="{FF2B5EF4-FFF2-40B4-BE49-F238E27FC236}">
                <a16:creationId xmlns:a16="http://schemas.microsoft.com/office/drawing/2014/main" id="{84BC119B-35F8-A8BB-CAAB-81B59A504B00}"/>
              </a:ext>
            </a:extLst>
          </p:cNvPr>
          <p:cNvGrpSpPr/>
          <p:nvPr/>
        </p:nvGrpSpPr>
        <p:grpSpPr>
          <a:xfrm>
            <a:off x="6249126" y="3225951"/>
            <a:ext cx="711360" cy="261000"/>
            <a:chOff x="6249126" y="3225951"/>
            <a:chExt cx="711360" cy="261000"/>
          </a:xfrm>
        </p:grpSpPr>
        <mc:AlternateContent xmlns:mc="http://schemas.openxmlformats.org/markup-compatibility/2006" xmlns:p14="http://schemas.microsoft.com/office/powerpoint/2010/main">
          <mc:Choice Requires="p14">
            <p:contentPart p14:bwMode="auto" r:id="rId521">
              <p14:nvContentPartPr>
                <p14:cNvPr id="471" name="Ink 470">
                  <a:extLst>
                    <a:ext uri="{FF2B5EF4-FFF2-40B4-BE49-F238E27FC236}">
                      <a16:creationId xmlns:a16="http://schemas.microsoft.com/office/drawing/2014/main" id="{8E526049-EDC9-D70D-6F7E-971DCC1ACA96}"/>
                    </a:ext>
                  </a:extLst>
                </p14:cNvPr>
                <p14:cNvContentPartPr/>
                <p14:nvPr/>
              </p14:nvContentPartPr>
              <p14:xfrm>
                <a:off x="6249126" y="3229911"/>
                <a:ext cx="123840" cy="14760"/>
              </p14:xfrm>
            </p:contentPart>
          </mc:Choice>
          <mc:Fallback xmlns="">
            <p:pic>
              <p:nvPicPr>
                <p:cNvPr id="471" name="Ink 470">
                  <a:extLst>
                    <a:ext uri="{FF2B5EF4-FFF2-40B4-BE49-F238E27FC236}">
                      <a16:creationId xmlns:a16="http://schemas.microsoft.com/office/drawing/2014/main" id="{8E526049-EDC9-D70D-6F7E-971DCC1ACA96}"/>
                    </a:ext>
                  </a:extLst>
                </p:cNvPr>
                <p:cNvPicPr/>
                <p:nvPr/>
              </p:nvPicPr>
              <p:blipFill>
                <a:blip r:embed="rId522"/>
                <a:stretch>
                  <a:fillRect/>
                </a:stretch>
              </p:blipFill>
              <p:spPr>
                <a:xfrm>
                  <a:off x="6240126" y="3220911"/>
                  <a:ext cx="141480" cy="32400"/>
                </a:xfrm>
                <a:prstGeom prst="rect">
                  <a:avLst/>
                </a:prstGeom>
              </p:spPr>
            </p:pic>
          </mc:Fallback>
        </mc:AlternateContent>
        <mc:AlternateContent xmlns:mc="http://schemas.openxmlformats.org/markup-compatibility/2006" xmlns:p14="http://schemas.microsoft.com/office/powerpoint/2010/main">
          <mc:Choice Requires="p14">
            <p:contentPart p14:bwMode="auto" r:id="rId523">
              <p14:nvContentPartPr>
                <p14:cNvPr id="472" name="Ink 471">
                  <a:extLst>
                    <a:ext uri="{FF2B5EF4-FFF2-40B4-BE49-F238E27FC236}">
                      <a16:creationId xmlns:a16="http://schemas.microsoft.com/office/drawing/2014/main" id="{918767C8-F30B-9E70-2996-F75F00208A56}"/>
                    </a:ext>
                  </a:extLst>
                </p14:cNvPr>
                <p14:cNvContentPartPr/>
                <p14:nvPr/>
              </p14:nvContentPartPr>
              <p14:xfrm>
                <a:off x="6301686" y="3246111"/>
                <a:ext cx="6120" cy="190080"/>
              </p14:xfrm>
            </p:contentPart>
          </mc:Choice>
          <mc:Fallback xmlns="">
            <p:pic>
              <p:nvPicPr>
                <p:cNvPr id="472" name="Ink 471">
                  <a:extLst>
                    <a:ext uri="{FF2B5EF4-FFF2-40B4-BE49-F238E27FC236}">
                      <a16:creationId xmlns:a16="http://schemas.microsoft.com/office/drawing/2014/main" id="{918767C8-F30B-9E70-2996-F75F00208A56}"/>
                    </a:ext>
                  </a:extLst>
                </p:cNvPr>
                <p:cNvPicPr/>
                <p:nvPr/>
              </p:nvPicPr>
              <p:blipFill>
                <a:blip r:embed="rId524"/>
                <a:stretch>
                  <a:fillRect/>
                </a:stretch>
              </p:blipFill>
              <p:spPr>
                <a:xfrm>
                  <a:off x="6292686" y="3237471"/>
                  <a:ext cx="23760" cy="207720"/>
                </a:xfrm>
                <a:prstGeom prst="rect">
                  <a:avLst/>
                </a:prstGeom>
              </p:spPr>
            </p:pic>
          </mc:Fallback>
        </mc:AlternateContent>
        <mc:AlternateContent xmlns:mc="http://schemas.openxmlformats.org/markup-compatibility/2006" xmlns:p14="http://schemas.microsoft.com/office/powerpoint/2010/main">
          <mc:Choice Requires="p14">
            <p:contentPart p14:bwMode="auto" r:id="rId525">
              <p14:nvContentPartPr>
                <p14:cNvPr id="473" name="Ink 472">
                  <a:extLst>
                    <a:ext uri="{FF2B5EF4-FFF2-40B4-BE49-F238E27FC236}">
                      <a16:creationId xmlns:a16="http://schemas.microsoft.com/office/drawing/2014/main" id="{D01B3AA4-5D70-929F-BC99-86DA13951245}"/>
                    </a:ext>
                  </a:extLst>
                </p14:cNvPr>
                <p14:cNvContentPartPr/>
                <p14:nvPr/>
              </p14:nvContentPartPr>
              <p14:xfrm>
                <a:off x="6381246" y="3336831"/>
                <a:ext cx="127800" cy="150120"/>
              </p14:xfrm>
            </p:contentPart>
          </mc:Choice>
          <mc:Fallback xmlns="">
            <p:pic>
              <p:nvPicPr>
                <p:cNvPr id="473" name="Ink 472">
                  <a:extLst>
                    <a:ext uri="{FF2B5EF4-FFF2-40B4-BE49-F238E27FC236}">
                      <a16:creationId xmlns:a16="http://schemas.microsoft.com/office/drawing/2014/main" id="{D01B3AA4-5D70-929F-BC99-86DA13951245}"/>
                    </a:ext>
                  </a:extLst>
                </p:cNvPr>
                <p:cNvPicPr/>
                <p:nvPr/>
              </p:nvPicPr>
              <p:blipFill>
                <a:blip r:embed="rId526"/>
                <a:stretch>
                  <a:fillRect/>
                </a:stretch>
              </p:blipFill>
              <p:spPr>
                <a:xfrm>
                  <a:off x="6372606" y="3327831"/>
                  <a:ext cx="145440" cy="167760"/>
                </a:xfrm>
                <a:prstGeom prst="rect">
                  <a:avLst/>
                </a:prstGeom>
              </p:spPr>
            </p:pic>
          </mc:Fallback>
        </mc:AlternateContent>
        <mc:AlternateContent xmlns:mc="http://schemas.openxmlformats.org/markup-compatibility/2006" xmlns:p14="http://schemas.microsoft.com/office/powerpoint/2010/main">
          <mc:Choice Requires="p14">
            <p:contentPart p14:bwMode="auto" r:id="rId527">
              <p14:nvContentPartPr>
                <p14:cNvPr id="474" name="Ink 473">
                  <a:extLst>
                    <a:ext uri="{FF2B5EF4-FFF2-40B4-BE49-F238E27FC236}">
                      <a16:creationId xmlns:a16="http://schemas.microsoft.com/office/drawing/2014/main" id="{77EB817F-E9E7-B5F1-CA6A-0332B96AA8FA}"/>
                    </a:ext>
                  </a:extLst>
                </p14:cNvPr>
                <p14:cNvContentPartPr/>
                <p14:nvPr/>
              </p14:nvContentPartPr>
              <p14:xfrm>
                <a:off x="6547926" y="3241071"/>
                <a:ext cx="134280" cy="171720"/>
              </p14:xfrm>
            </p:contentPart>
          </mc:Choice>
          <mc:Fallback xmlns="">
            <p:pic>
              <p:nvPicPr>
                <p:cNvPr id="474" name="Ink 473">
                  <a:extLst>
                    <a:ext uri="{FF2B5EF4-FFF2-40B4-BE49-F238E27FC236}">
                      <a16:creationId xmlns:a16="http://schemas.microsoft.com/office/drawing/2014/main" id="{77EB817F-E9E7-B5F1-CA6A-0332B96AA8FA}"/>
                    </a:ext>
                  </a:extLst>
                </p:cNvPr>
                <p:cNvPicPr/>
                <p:nvPr/>
              </p:nvPicPr>
              <p:blipFill>
                <a:blip r:embed="rId528"/>
                <a:stretch>
                  <a:fillRect/>
                </a:stretch>
              </p:blipFill>
              <p:spPr>
                <a:xfrm>
                  <a:off x="6538926" y="3232071"/>
                  <a:ext cx="151920" cy="189360"/>
                </a:xfrm>
                <a:prstGeom prst="rect">
                  <a:avLst/>
                </a:prstGeom>
              </p:spPr>
            </p:pic>
          </mc:Fallback>
        </mc:AlternateContent>
        <mc:AlternateContent xmlns:mc="http://schemas.openxmlformats.org/markup-compatibility/2006" xmlns:p14="http://schemas.microsoft.com/office/powerpoint/2010/main">
          <mc:Choice Requires="p14">
            <p:contentPart p14:bwMode="auto" r:id="rId529">
              <p14:nvContentPartPr>
                <p14:cNvPr id="475" name="Ink 474">
                  <a:extLst>
                    <a:ext uri="{FF2B5EF4-FFF2-40B4-BE49-F238E27FC236}">
                      <a16:creationId xmlns:a16="http://schemas.microsoft.com/office/drawing/2014/main" id="{206DC752-795A-5949-E64F-869F7B906CB7}"/>
                    </a:ext>
                  </a:extLst>
                </p14:cNvPr>
                <p14:cNvContentPartPr/>
                <p14:nvPr/>
              </p14:nvContentPartPr>
              <p14:xfrm>
                <a:off x="6738366" y="3278511"/>
                <a:ext cx="4680" cy="108000"/>
              </p14:xfrm>
            </p:contentPart>
          </mc:Choice>
          <mc:Fallback xmlns="">
            <p:pic>
              <p:nvPicPr>
                <p:cNvPr id="475" name="Ink 474">
                  <a:extLst>
                    <a:ext uri="{FF2B5EF4-FFF2-40B4-BE49-F238E27FC236}">
                      <a16:creationId xmlns:a16="http://schemas.microsoft.com/office/drawing/2014/main" id="{206DC752-795A-5949-E64F-869F7B906CB7}"/>
                    </a:ext>
                  </a:extLst>
                </p:cNvPr>
                <p:cNvPicPr/>
                <p:nvPr/>
              </p:nvPicPr>
              <p:blipFill>
                <a:blip r:embed="rId530"/>
                <a:stretch>
                  <a:fillRect/>
                </a:stretch>
              </p:blipFill>
              <p:spPr>
                <a:xfrm>
                  <a:off x="6729726" y="3269511"/>
                  <a:ext cx="2232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531">
              <p14:nvContentPartPr>
                <p14:cNvPr id="476" name="Ink 475">
                  <a:extLst>
                    <a:ext uri="{FF2B5EF4-FFF2-40B4-BE49-F238E27FC236}">
                      <a16:creationId xmlns:a16="http://schemas.microsoft.com/office/drawing/2014/main" id="{1D664AE9-1FB6-965B-73A2-8AAF3794DBA6}"/>
                    </a:ext>
                  </a:extLst>
                </p14:cNvPr>
                <p14:cNvContentPartPr/>
                <p14:nvPr/>
              </p14:nvContentPartPr>
              <p14:xfrm>
                <a:off x="6730806" y="3225951"/>
                <a:ext cx="360" cy="360"/>
              </p14:xfrm>
            </p:contentPart>
          </mc:Choice>
          <mc:Fallback xmlns="">
            <p:pic>
              <p:nvPicPr>
                <p:cNvPr id="476" name="Ink 475">
                  <a:extLst>
                    <a:ext uri="{FF2B5EF4-FFF2-40B4-BE49-F238E27FC236}">
                      <a16:creationId xmlns:a16="http://schemas.microsoft.com/office/drawing/2014/main" id="{1D664AE9-1FB6-965B-73A2-8AAF3794DBA6}"/>
                    </a:ext>
                  </a:extLst>
                </p:cNvPr>
                <p:cNvPicPr/>
                <p:nvPr/>
              </p:nvPicPr>
              <p:blipFill>
                <a:blip r:embed="rId532"/>
                <a:stretch>
                  <a:fillRect/>
                </a:stretch>
              </p:blipFill>
              <p:spPr>
                <a:xfrm>
                  <a:off x="6721806" y="321731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33">
              <p14:nvContentPartPr>
                <p14:cNvPr id="482" name="Ink 481">
                  <a:extLst>
                    <a:ext uri="{FF2B5EF4-FFF2-40B4-BE49-F238E27FC236}">
                      <a16:creationId xmlns:a16="http://schemas.microsoft.com/office/drawing/2014/main" id="{9CEDE6D5-7C89-A388-99F8-83D618DA074E}"/>
                    </a:ext>
                  </a:extLst>
                </p14:cNvPr>
                <p14:cNvContentPartPr/>
                <p14:nvPr/>
              </p14:nvContentPartPr>
              <p14:xfrm>
                <a:off x="6828006" y="3253671"/>
                <a:ext cx="132480" cy="152640"/>
              </p14:xfrm>
            </p:contentPart>
          </mc:Choice>
          <mc:Fallback xmlns="">
            <p:pic>
              <p:nvPicPr>
                <p:cNvPr id="482" name="Ink 481">
                  <a:extLst>
                    <a:ext uri="{FF2B5EF4-FFF2-40B4-BE49-F238E27FC236}">
                      <a16:creationId xmlns:a16="http://schemas.microsoft.com/office/drawing/2014/main" id="{9CEDE6D5-7C89-A388-99F8-83D618DA074E}"/>
                    </a:ext>
                  </a:extLst>
                </p:cNvPr>
                <p:cNvPicPr/>
                <p:nvPr/>
              </p:nvPicPr>
              <p:blipFill>
                <a:blip r:embed="rId534"/>
                <a:stretch>
                  <a:fillRect/>
                </a:stretch>
              </p:blipFill>
              <p:spPr>
                <a:xfrm>
                  <a:off x="6819366" y="3244671"/>
                  <a:ext cx="150120" cy="170280"/>
                </a:xfrm>
                <a:prstGeom prst="rect">
                  <a:avLst/>
                </a:prstGeom>
              </p:spPr>
            </p:pic>
          </mc:Fallback>
        </mc:AlternateContent>
      </p:grpSp>
      <p:grpSp>
        <p:nvGrpSpPr>
          <p:cNvPr id="494" name="Group 493">
            <a:extLst>
              <a:ext uri="{FF2B5EF4-FFF2-40B4-BE49-F238E27FC236}">
                <a16:creationId xmlns:a16="http://schemas.microsoft.com/office/drawing/2014/main" id="{D5EC50B6-93F1-7AA2-A7E1-223551E73811}"/>
              </a:ext>
            </a:extLst>
          </p:cNvPr>
          <p:cNvGrpSpPr/>
          <p:nvPr/>
        </p:nvGrpSpPr>
        <p:grpSpPr>
          <a:xfrm>
            <a:off x="7100886" y="3179151"/>
            <a:ext cx="1169280" cy="245160"/>
            <a:chOff x="7100886" y="3179151"/>
            <a:chExt cx="1169280" cy="245160"/>
          </a:xfrm>
        </p:grpSpPr>
        <mc:AlternateContent xmlns:mc="http://schemas.openxmlformats.org/markup-compatibility/2006" xmlns:p14="http://schemas.microsoft.com/office/powerpoint/2010/main">
          <mc:Choice Requires="p14">
            <p:contentPart p14:bwMode="auto" r:id="rId535">
              <p14:nvContentPartPr>
                <p14:cNvPr id="484" name="Ink 483">
                  <a:extLst>
                    <a:ext uri="{FF2B5EF4-FFF2-40B4-BE49-F238E27FC236}">
                      <a16:creationId xmlns:a16="http://schemas.microsoft.com/office/drawing/2014/main" id="{12CA366D-3B12-BD23-1739-54D05E7B919B}"/>
                    </a:ext>
                  </a:extLst>
                </p14:cNvPr>
                <p14:cNvContentPartPr/>
                <p14:nvPr/>
              </p14:nvContentPartPr>
              <p14:xfrm>
                <a:off x="7100886" y="3234591"/>
                <a:ext cx="119520" cy="189720"/>
              </p14:xfrm>
            </p:contentPart>
          </mc:Choice>
          <mc:Fallback xmlns="">
            <p:pic>
              <p:nvPicPr>
                <p:cNvPr id="484" name="Ink 483">
                  <a:extLst>
                    <a:ext uri="{FF2B5EF4-FFF2-40B4-BE49-F238E27FC236}">
                      <a16:creationId xmlns:a16="http://schemas.microsoft.com/office/drawing/2014/main" id="{12CA366D-3B12-BD23-1739-54D05E7B919B}"/>
                    </a:ext>
                  </a:extLst>
                </p:cNvPr>
                <p:cNvPicPr/>
                <p:nvPr/>
              </p:nvPicPr>
              <p:blipFill>
                <a:blip r:embed="rId536"/>
                <a:stretch>
                  <a:fillRect/>
                </a:stretch>
              </p:blipFill>
              <p:spPr>
                <a:xfrm>
                  <a:off x="7091886" y="3225591"/>
                  <a:ext cx="137160" cy="207360"/>
                </a:xfrm>
                <a:prstGeom prst="rect">
                  <a:avLst/>
                </a:prstGeom>
              </p:spPr>
            </p:pic>
          </mc:Fallback>
        </mc:AlternateContent>
        <mc:AlternateContent xmlns:mc="http://schemas.openxmlformats.org/markup-compatibility/2006" xmlns:p14="http://schemas.microsoft.com/office/powerpoint/2010/main">
          <mc:Choice Requires="p14">
            <p:contentPart p14:bwMode="auto" r:id="rId537">
              <p14:nvContentPartPr>
                <p14:cNvPr id="485" name="Ink 484">
                  <a:extLst>
                    <a:ext uri="{FF2B5EF4-FFF2-40B4-BE49-F238E27FC236}">
                      <a16:creationId xmlns:a16="http://schemas.microsoft.com/office/drawing/2014/main" id="{CDA8A7DD-4EEF-3E43-3D6B-2821D05D944C}"/>
                    </a:ext>
                  </a:extLst>
                </p14:cNvPr>
                <p14:cNvContentPartPr/>
                <p14:nvPr/>
              </p14:nvContentPartPr>
              <p14:xfrm>
                <a:off x="7252446" y="3214431"/>
                <a:ext cx="97920" cy="178200"/>
              </p14:xfrm>
            </p:contentPart>
          </mc:Choice>
          <mc:Fallback xmlns="">
            <p:pic>
              <p:nvPicPr>
                <p:cNvPr id="485" name="Ink 484">
                  <a:extLst>
                    <a:ext uri="{FF2B5EF4-FFF2-40B4-BE49-F238E27FC236}">
                      <a16:creationId xmlns:a16="http://schemas.microsoft.com/office/drawing/2014/main" id="{CDA8A7DD-4EEF-3E43-3D6B-2821D05D944C}"/>
                    </a:ext>
                  </a:extLst>
                </p:cNvPr>
                <p:cNvPicPr/>
                <p:nvPr/>
              </p:nvPicPr>
              <p:blipFill>
                <a:blip r:embed="rId538"/>
                <a:stretch>
                  <a:fillRect/>
                </a:stretch>
              </p:blipFill>
              <p:spPr>
                <a:xfrm>
                  <a:off x="7243806" y="3205791"/>
                  <a:ext cx="115560" cy="195840"/>
                </a:xfrm>
                <a:prstGeom prst="rect">
                  <a:avLst/>
                </a:prstGeom>
              </p:spPr>
            </p:pic>
          </mc:Fallback>
        </mc:AlternateContent>
        <mc:AlternateContent xmlns:mc="http://schemas.openxmlformats.org/markup-compatibility/2006" xmlns:p14="http://schemas.microsoft.com/office/powerpoint/2010/main">
          <mc:Choice Requires="p14">
            <p:contentPart p14:bwMode="auto" r:id="rId539">
              <p14:nvContentPartPr>
                <p14:cNvPr id="486" name="Ink 485">
                  <a:extLst>
                    <a:ext uri="{FF2B5EF4-FFF2-40B4-BE49-F238E27FC236}">
                      <a16:creationId xmlns:a16="http://schemas.microsoft.com/office/drawing/2014/main" id="{768547FE-6052-D601-CDA7-E5E652FB0EBB}"/>
                    </a:ext>
                  </a:extLst>
                </p14:cNvPr>
                <p14:cNvContentPartPr/>
                <p14:nvPr/>
              </p14:nvContentPartPr>
              <p14:xfrm>
                <a:off x="7408686" y="3187071"/>
                <a:ext cx="43920" cy="48240"/>
              </p14:xfrm>
            </p:contentPart>
          </mc:Choice>
          <mc:Fallback xmlns="">
            <p:pic>
              <p:nvPicPr>
                <p:cNvPr id="486" name="Ink 485">
                  <a:extLst>
                    <a:ext uri="{FF2B5EF4-FFF2-40B4-BE49-F238E27FC236}">
                      <a16:creationId xmlns:a16="http://schemas.microsoft.com/office/drawing/2014/main" id="{768547FE-6052-D601-CDA7-E5E652FB0EBB}"/>
                    </a:ext>
                  </a:extLst>
                </p:cNvPr>
                <p:cNvPicPr/>
                <p:nvPr/>
              </p:nvPicPr>
              <p:blipFill>
                <a:blip r:embed="rId540"/>
                <a:stretch>
                  <a:fillRect/>
                </a:stretch>
              </p:blipFill>
              <p:spPr>
                <a:xfrm>
                  <a:off x="7399686" y="3178431"/>
                  <a:ext cx="61560" cy="65880"/>
                </a:xfrm>
                <a:prstGeom prst="rect">
                  <a:avLst/>
                </a:prstGeom>
              </p:spPr>
            </p:pic>
          </mc:Fallback>
        </mc:AlternateContent>
        <mc:AlternateContent xmlns:mc="http://schemas.openxmlformats.org/markup-compatibility/2006" xmlns:p14="http://schemas.microsoft.com/office/powerpoint/2010/main">
          <mc:Choice Requires="p14">
            <p:contentPart p14:bwMode="auto" r:id="rId541">
              <p14:nvContentPartPr>
                <p14:cNvPr id="487" name="Ink 486">
                  <a:extLst>
                    <a:ext uri="{FF2B5EF4-FFF2-40B4-BE49-F238E27FC236}">
                      <a16:creationId xmlns:a16="http://schemas.microsoft.com/office/drawing/2014/main" id="{3DFF2DA5-38B8-48FC-82A7-8F881B46F6DF}"/>
                    </a:ext>
                  </a:extLst>
                </p14:cNvPr>
                <p14:cNvContentPartPr/>
                <p14:nvPr/>
              </p14:nvContentPartPr>
              <p14:xfrm>
                <a:off x="7562046" y="3270951"/>
                <a:ext cx="100080" cy="9000"/>
              </p14:xfrm>
            </p:contentPart>
          </mc:Choice>
          <mc:Fallback xmlns="">
            <p:pic>
              <p:nvPicPr>
                <p:cNvPr id="487" name="Ink 486">
                  <a:extLst>
                    <a:ext uri="{FF2B5EF4-FFF2-40B4-BE49-F238E27FC236}">
                      <a16:creationId xmlns:a16="http://schemas.microsoft.com/office/drawing/2014/main" id="{3DFF2DA5-38B8-48FC-82A7-8F881B46F6DF}"/>
                    </a:ext>
                  </a:extLst>
                </p:cNvPr>
                <p:cNvPicPr/>
                <p:nvPr/>
              </p:nvPicPr>
              <p:blipFill>
                <a:blip r:embed="rId542"/>
                <a:stretch>
                  <a:fillRect/>
                </a:stretch>
              </p:blipFill>
              <p:spPr>
                <a:xfrm>
                  <a:off x="7553406" y="3261951"/>
                  <a:ext cx="11772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543">
              <p14:nvContentPartPr>
                <p14:cNvPr id="488" name="Ink 487">
                  <a:extLst>
                    <a:ext uri="{FF2B5EF4-FFF2-40B4-BE49-F238E27FC236}">
                      <a16:creationId xmlns:a16="http://schemas.microsoft.com/office/drawing/2014/main" id="{7E9CB3DE-5B95-5D5D-8973-0A7CED9AE32C}"/>
                    </a:ext>
                  </a:extLst>
                </p14:cNvPr>
                <p14:cNvContentPartPr/>
                <p14:nvPr/>
              </p14:nvContentPartPr>
              <p14:xfrm>
                <a:off x="7782006" y="3200391"/>
                <a:ext cx="22680" cy="200520"/>
              </p14:xfrm>
            </p:contentPart>
          </mc:Choice>
          <mc:Fallback xmlns="">
            <p:pic>
              <p:nvPicPr>
                <p:cNvPr id="488" name="Ink 487">
                  <a:extLst>
                    <a:ext uri="{FF2B5EF4-FFF2-40B4-BE49-F238E27FC236}">
                      <a16:creationId xmlns:a16="http://schemas.microsoft.com/office/drawing/2014/main" id="{7E9CB3DE-5B95-5D5D-8973-0A7CED9AE32C}"/>
                    </a:ext>
                  </a:extLst>
                </p:cNvPr>
                <p:cNvPicPr/>
                <p:nvPr/>
              </p:nvPicPr>
              <p:blipFill>
                <a:blip r:embed="rId544"/>
                <a:stretch>
                  <a:fillRect/>
                </a:stretch>
              </p:blipFill>
              <p:spPr>
                <a:xfrm>
                  <a:off x="7773366" y="3191391"/>
                  <a:ext cx="40320" cy="218160"/>
                </a:xfrm>
                <a:prstGeom prst="rect">
                  <a:avLst/>
                </a:prstGeom>
              </p:spPr>
            </p:pic>
          </mc:Fallback>
        </mc:AlternateContent>
        <mc:AlternateContent xmlns:mc="http://schemas.openxmlformats.org/markup-compatibility/2006" xmlns:p14="http://schemas.microsoft.com/office/powerpoint/2010/main">
          <mc:Choice Requires="p14">
            <p:contentPart p14:bwMode="auto" r:id="rId545">
              <p14:nvContentPartPr>
                <p14:cNvPr id="489" name="Ink 488">
                  <a:extLst>
                    <a:ext uri="{FF2B5EF4-FFF2-40B4-BE49-F238E27FC236}">
                      <a16:creationId xmlns:a16="http://schemas.microsoft.com/office/drawing/2014/main" id="{E4957ECF-DF96-A641-9629-9071104C33E6}"/>
                    </a:ext>
                  </a:extLst>
                </p14:cNvPr>
                <p14:cNvContentPartPr/>
                <p14:nvPr/>
              </p14:nvContentPartPr>
              <p14:xfrm>
                <a:off x="7872726" y="3229911"/>
                <a:ext cx="63720" cy="146880"/>
              </p14:xfrm>
            </p:contentPart>
          </mc:Choice>
          <mc:Fallback xmlns="">
            <p:pic>
              <p:nvPicPr>
                <p:cNvPr id="489" name="Ink 488">
                  <a:extLst>
                    <a:ext uri="{FF2B5EF4-FFF2-40B4-BE49-F238E27FC236}">
                      <a16:creationId xmlns:a16="http://schemas.microsoft.com/office/drawing/2014/main" id="{E4957ECF-DF96-A641-9629-9071104C33E6}"/>
                    </a:ext>
                  </a:extLst>
                </p:cNvPr>
                <p:cNvPicPr/>
                <p:nvPr/>
              </p:nvPicPr>
              <p:blipFill>
                <a:blip r:embed="rId546"/>
                <a:stretch>
                  <a:fillRect/>
                </a:stretch>
              </p:blipFill>
              <p:spPr>
                <a:xfrm>
                  <a:off x="7864086" y="3221271"/>
                  <a:ext cx="81360" cy="164520"/>
                </a:xfrm>
                <a:prstGeom prst="rect">
                  <a:avLst/>
                </a:prstGeom>
              </p:spPr>
            </p:pic>
          </mc:Fallback>
        </mc:AlternateContent>
        <mc:AlternateContent xmlns:mc="http://schemas.openxmlformats.org/markup-compatibility/2006" xmlns:p14="http://schemas.microsoft.com/office/powerpoint/2010/main">
          <mc:Choice Requires="p14">
            <p:contentPart p14:bwMode="auto" r:id="rId547">
              <p14:nvContentPartPr>
                <p14:cNvPr id="490" name="Ink 489">
                  <a:extLst>
                    <a:ext uri="{FF2B5EF4-FFF2-40B4-BE49-F238E27FC236}">
                      <a16:creationId xmlns:a16="http://schemas.microsoft.com/office/drawing/2014/main" id="{8CF5F2C5-6790-2EB0-B2A8-C312A4F45975}"/>
                    </a:ext>
                  </a:extLst>
                </p14:cNvPr>
                <p14:cNvContentPartPr/>
                <p14:nvPr/>
              </p14:nvContentPartPr>
              <p14:xfrm>
                <a:off x="7987926" y="3211911"/>
                <a:ext cx="108720" cy="197280"/>
              </p14:xfrm>
            </p:contentPart>
          </mc:Choice>
          <mc:Fallback xmlns="">
            <p:pic>
              <p:nvPicPr>
                <p:cNvPr id="490" name="Ink 489">
                  <a:extLst>
                    <a:ext uri="{FF2B5EF4-FFF2-40B4-BE49-F238E27FC236}">
                      <a16:creationId xmlns:a16="http://schemas.microsoft.com/office/drawing/2014/main" id="{8CF5F2C5-6790-2EB0-B2A8-C312A4F45975}"/>
                    </a:ext>
                  </a:extLst>
                </p:cNvPr>
                <p:cNvPicPr/>
                <p:nvPr/>
              </p:nvPicPr>
              <p:blipFill>
                <a:blip r:embed="rId548"/>
                <a:stretch>
                  <a:fillRect/>
                </a:stretch>
              </p:blipFill>
              <p:spPr>
                <a:xfrm>
                  <a:off x="7978926" y="3203271"/>
                  <a:ext cx="126360" cy="214920"/>
                </a:xfrm>
                <a:prstGeom prst="rect">
                  <a:avLst/>
                </a:prstGeom>
              </p:spPr>
            </p:pic>
          </mc:Fallback>
        </mc:AlternateContent>
        <mc:AlternateContent xmlns:mc="http://schemas.openxmlformats.org/markup-compatibility/2006" xmlns:p14="http://schemas.microsoft.com/office/powerpoint/2010/main">
          <mc:Choice Requires="p14">
            <p:contentPart p14:bwMode="auto" r:id="rId549">
              <p14:nvContentPartPr>
                <p14:cNvPr id="492" name="Ink 491">
                  <a:extLst>
                    <a:ext uri="{FF2B5EF4-FFF2-40B4-BE49-F238E27FC236}">
                      <a16:creationId xmlns:a16="http://schemas.microsoft.com/office/drawing/2014/main" id="{EF66E92B-5282-6CD8-FC1A-7938FD1376B0}"/>
                    </a:ext>
                  </a:extLst>
                </p14:cNvPr>
                <p14:cNvContentPartPr/>
                <p14:nvPr/>
              </p14:nvContentPartPr>
              <p14:xfrm>
                <a:off x="8139846" y="3210111"/>
                <a:ext cx="4680" cy="176760"/>
              </p14:xfrm>
            </p:contentPart>
          </mc:Choice>
          <mc:Fallback xmlns="">
            <p:pic>
              <p:nvPicPr>
                <p:cNvPr id="492" name="Ink 491">
                  <a:extLst>
                    <a:ext uri="{FF2B5EF4-FFF2-40B4-BE49-F238E27FC236}">
                      <a16:creationId xmlns:a16="http://schemas.microsoft.com/office/drawing/2014/main" id="{EF66E92B-5282-6CD8-FC1A-7938FD1376B0}"/>
                    </a:ext>
                  </a:extLst>
                </p:cNvPr>
                <p:cNvPicPr/>
                <p:nvPr/>
              </p:nvPicPr>
              <p:blipFill>
                <a:blip r:embed="rId550"/>
                <a:stretch>
                  <a:fillRect/>
                </a:stretch>
              </p:blipFill>
              <p:spPr>
                <a:xfrm>
                  <a:off x="8130846" y="3201471"/>
                  <a:ext cx="22320" cy="194400"/>
                </a:xfrm>
                <a:prstGeom prst="rect">
                  <a:avLst/>
                </a:prstGeom>
              </p:spPr>
            </p:pic>
          </mc:Fallback>
        </mc:AlternateContent>
        <mc:AlternateContent xmlns:mc="http://schemas.openxmlformats.org/markup-compatibility/2006" xmlns:p14="http://schemas.microsoft.com/office/powerpoint/2010/main">
          <mc:Choice Requires="p14">
            <p:contentPart p14:bwMode="auto" r:id="rId551">
              <p14:nvContentPartPr>
                <p14:cNvPr id="493" name="Ink 492">
                  <a:extLst>
                    <a:ext uri="{FF2B5EF4-FFF2-40B4-BE49-F238E27FC236}">
                      <a16:creationId xmlns:a16="http://schemas.microsoft.com/office/drawing/2014/main" id="{05D49871-C9D5-8C14-7DCB-10B54F8F36B8}"/>
                    </a:ext>
                  </a:extLst>
                </p14:cNvPr>
                <p14:cNvContentPartPr/>
                <p14:nvPr/>
              </p14:nvContentPartPr>
              <p14:xfrm>
                <a:off x="8132646" y="3179151"/>
                <a:ext cx="137520" cy="194400"/>
              </p14:xfrm>
            </p:contentPart>
          </mc:Choice>
          <mc:Fallback xmlns="">
            <p:pic>
              <p:nvPicPr>
                <p:cNvPr id="493" name="Ink 492">
                  <a:extLst>
                    <a:ext uri="{FF2B5EF4-FFF2-40B4-BE49-F238E27FC236}">
                      <a16:creationId xmlns:a16="http://schemas.microsoft.com/office/drawing/2014/main" id="{05D49871-C9D5-8C14-7DCB-10B54F8F36B8}"/>
                    </a:ext>
                  </a:extLst>
                </p:cNvPr>
                <p:cNvPicPr/>
                <p:nvPr/>
              </p:nvPicPr>
              <p:blipFill>
                <a:blip r:embed="rId552"/>
                <a:stretch>
                  <a:fillRect/>
                </a:stretch>
              </p:blipFill>
              <p:spPr>
                <a:xfrm>
                  <a:off x="8123646" y="3170151"/>
                  <a:ext cx="155160" cy="212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53">
            <p14:nvContentPartPr>
              <p14:cNvPr id="498" name="Ink 497">
                <a:extLst>
                  <a:ext uri="{FF2B5EF4-FFF2-40B4-BE49-F238E27FC236}">
                    <a16:creationId xmlns:a16="http://schemas.microsoft.com/office/drawing/2014/main" id="{D73737C8-857A-42CE-1A46-AF8655E44DCD}"/>
                  </a:ext>
                </a:extLst>
              </p14:cNvPr>
              <p14:cNvContentPartPr/>
              <p14:nvPr/>
            </p14:nvContentPartPr>
            <p14:xfrm>
              <a:off x="6255606" y="1009791"/>
              <a:ext cx="360" cy="360"/>
            </p14:xfrm>
          </p:contentPart>
        </mc:Choice>
        <mc:Fallback xmlns="">
          <p:pic>
            <p:nvPicPr>
              <p:cNvPr id="498" name="Ink 497">
                <a:extLst>
                  <a:ext uri="{FF2B5EF4-FFF2-40B4-BE49-F238E27FC236}">
                    <a16:creationId xmlns:a16="http://schemas.microsoft.com/office/drawing/2014/main" id="{D73737C8-857A-42CE-1A46-AF8655E44DCD}"/>
                  </a:ext>
                </a:extLst>
              </p:cNvPr>
              <p:cNvPicPr/>
              <p:nvPr/>
            </p:nvPicPr>
            <p:blipFill>
              <a:blip r:embed="rId532"/>
              <a:stretch>
                <a:fillRect/>
              </a:stretch>
            </p:blipFill>
            <p:spPr>
              <a:xfrm>
                <a:off x="6246966" y="1000791"/>
                <a:ext cx="18000" cy="18000"/>
              </a:xfrm>
              <a:prstGeom prst="rect">
                <a:avLst/>
              </a:prstGeom>
            </p:spPr>
          </p:pic>
        </mc:Fallback>
      </mc:AlternateContent>
      <p:grpSp>
        <p:nvGrpSpPr>
          <p:cNvPr id="169" name="Group 168">
            <a:extLst>
              <a:ext uri="{FF2B5EF4-FFF2-40B4-BE49-F238E27FC236}">
                <a16:creationId xmlns:a16="http://schemas.microsoft.com/office/drawing/2014/main" id="{58E53BB9-3D8D-448E-9C3B-B4A676CFC0A1}"/>
              </a:ext>
            </a:extLst>
          </p:cNvPr>
          <p:cNvGrpSpPr/>
          <p:nvPr/>
        </p:nvGrpSpPr>
        <p:grpSpPr>
          <a:xfrm>
            <a:off x="5584206" y="910791"/>
            <a:ext cx="2112840" cy="312480"/>
            <a:chOff x="5584206" y="910791"/>
            <a:chExt cx="2112840" cy="312480"/>
          </a:xfrm>
        </p:grpSpPr>
        <mc:AlternateContent xmlns:mc="http://schemas.openxmlformats.org/markup-compatibility/2006" xmlns:p14="http://schemas.microsoft.com/office/powerpoint/2010/main">
          <mc:Choice Requires="p14">
            <p:contentPart p14:bwMode="auto" r:id="rId554">
              <p14:nvContentPartPr>
                <p14:cNvPr id="507" name="Ink 506">
                  <a:extLst>
                    <a:ext uri="{FF2B5EF4-FFF2-40B4-BE49-F238E27FC236}">
                      <a16:creationId xmlns:a16="http://schemas.microsoft.com/office/drawing/2014/main" id="{7386886C-AFA7-D77E-40BE-E14C65F5708C}"/>
                    </a:ext>
                  </a:extLst>
                </p14:cNvPr>
                <p14:cNvContentPartPr/>
                <p14:nvPr/>
              </p14:nvContentPartPr>
              <p14:xfrm>
                <a:off x="5584206" y="950751"/>
                <a:ext cx="182520" cy="258480"/>
              </p14:xfrm>
            </p:contentPart>
          </mc:Choice>
          <mc:Fallback xmlns="">
            <p:pic>
              <p:nvPicPr>
                <p:cNvPr id="507" name="Ink 506">
                  <a:extLst>
                    <a:ext uri="{FF2B5EF4-FFF2-40B4-BE49-F238E27FC236}">
                      <a16:creationId xmlns:a16="http://schemas.microsoft.com/office/drawing/2014/main" id="{7386886C-AFA7-D77E-40BE-E14C65F5708C}"/>
                    </a:ext>
                  </a:extLst>
                </p:cNvPr>
                <p:cNvPicPr/>
                <p:nvPr/>
              </p:nvPicPr>
              <p:blipFill>
                <a:blip r:embed="rId555"/>
                <a:stretch>
                  <a:fillRect/>
                </a:stretch>
              </p:blipFill>
              <p:spPr>
                <a:xfrm>
                  <a:off x="5575566" y="941751"/>
                  <a:ext cx="200160" cy="276120"/>
                </a:xfrm>
                <a:prstGeom prst="rect">
                  <a:avLst/>
                </a:prstGeom>
              </p:spPr>
            </p:pic>
          </mc:Fallback>
        </mc:AlternateContent>
        <mc:AlternateContent xmlns:mc="http://schemas.openxmlformats.org/markup-compatibility/2006" xmlns:p14="http://schemas.microsoft.com/office/powerpoint/2010/main">
          <mc:Choice Requires="p14">
            <p:contentPart p14:bwMode="auto" r:id="rId556">
              <p14:nvContentPartPr>
                <p14:cNvPr id="508" name="Ink 507">
                  <a:extLst>
                    <a:ext uri="{FF2B5EF4-FFF2-40B4-BE49-F238E27FC236}">
                      <a16:creationId xmlns:a16="http://schemas.microsoft.com/office/drawing/2014/main" id="{0E0E5858-9D3F-D7F4-BA47-AFE4017A6006}"/>
                    </a:ext>
                  </a:extLst>
                </p14:cNvPr>
                <p14:cNvContentPartPr/>
                <p14:nvPr/>
              </p14:nvContentPartPr>
              <p14:xfrm>
                <a:off x="5875806" y="1108071"/>
                <a:ext cx="105480" cy="8640"/>
              </p14:xfrm>
            </p:contentPart>
          </mc:Choice>
          <mc:Fallback xmlns="">
            <p:pic>
              <p:nvPicPr>
                <p:cNvPr id="508" name="Ink 507">
                  <a:extLst>
                    <a:ext uri="{FF2B5EF4-FFF2-40B4-BE49-F238E27FC236}">
                      <a16:creationId xmlns:a16="http://schemas.microsoft.com/office/drawing/2014/main" id="{0E0E5858-9D3F-D7F4-BA47-AFE4017A6006}"/>
                    </a:ext>
                  </a:extLst>
                </p:cNvPr>
                <p:cNvPicPr/>
                <p:nvPr/>
              </p:nvPicPr>
              <p:blipFill>
                <a:blip r:embed="rId557"/>
                <a:stretch>
                  <a:fillRect/>
                </a:stretch>
              </p:blipFill>
              <p:spPr>
                <a:xfrm>
                  <a:off x="5866806" y="1099431"/>
                  <a:ext cx="12312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558">
              <p14:nvContentPartPr>
                <p14:cNvPr id="509" name="Ink 508">
                  <a:extLst>
                    <a:ext uri="{FF2B5EF4-FFF2-40B4-BE49-F238E27FC236}">
                      <a16:creationId xmlns:a16="http://schemas.microsoft.com/office/drawing/2014/main" id="{41CF6023-D850-03E8-E94B-F1E1C781D39C}"/>
                    </a:ext>
                  </a:extLst>
                </p14:cNvPr>
                <p14:cNvContentPartPr/>
                <p14:nvPr/>
              </p14:nvContentPartPr>
              <p14:xfrm>
                <a:off x="6106206" y="1060191"/>
                <a:ext cx="286920" cy="74160"/>
              </p14:xfrm>
            </p:contentPart>
          </mc:Choice>
          <mc:Fallback xmlns="">
            <p:pic>
              <p:nvPicPr>
                <p:cNvPr id="509" name="Ink 508">
                  <a:extLst>
                    <a:ext uri="{FF2B5EF4-FFF2-40B4-BE49-F238E27FC236}">
                      <a16:creationId xmlns:a16="http://schemas.microsoft.com/office/drawing/2014/main" id="{41CF6023-D850-03E8-E94B-F1E1C781D39C}"/>
                    </a:ext>
                  </a:extLst>
                </p:cNvPr>
                <p:cNvPicPr/>
                <p:nvPr/>
              </p:nvPicPr>
              <p:blipFill>
                <a:blip r:embed="rId559"/>
                <a:stretch>
                  <a:fillRect/>
                </a:stretch>
              </p:blipFill>
              <p:spPr>
                <a:xfrm>
                  <a:off x="6097206" y="1051191"/>
                  <a:ext cx="30456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560">
              <p14:nvContentPartPr>
                <p14:cNvPr id="510" name="Ink 509">
                  <a:extLst>
                    <a:ext uri="{FF2B5EF4-FFF2-40B4-BE49-F238E27FC236}">
                      <a16:creationId xmlns:a16="http://schemas.microsoft.com/office/drawing/2014/main" id="{09CBAD68-4DE9-9E07-42EF-76702EA03B00}"/>
                    </a:ext>
                  </a:extLst>
                </p14:cNvPr>
                <p14:cNvContentPartPr/>
                <p14:nvPr/>
              </p14:nvContentPartPr>
              <p14:xfrm>
                <a:off x="6468366" y="1027071"/>
                <a:ext cx="236520" cy="95760"/>
              </p14:xfrm>
            </p:contentPart>
          </mc:Choice>
          <mc:Fallback xmlns="">
            <p:pic>
              <p:nvPicPr>
                <p:cNvPr id="510" name="Ink 509">
                  <a:extLst>
                    <a:ext uri="{FF2B5EF4-FFF2-40B4-BE49-F238E27FC236}">
                      <a16:creationId xmlns:a16="http://schemas.microsoft.com/office/drawing/2014/main" id="{09CBAD68-4DE9-9E07-42EF-76702EA03B00}"/>
                    </a:ext>
                  </a:extLst>
                </p:cNvPr>
                <p:cNvPicPr/>
                <p:nvPr/>
              </p:nvPicPr>
              <p:blipFill>
                <a:blip r:embed="rId561"/>
                <a:stretch>
                  <a:fillRect/>
                </a:stretch>
              </p:blipFill>
              <p:spPr>
                <a:xfrm>
                  <a:off x="6459726" y="1018431"/>
                  <a:ext cx="25416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562">
              <p14:nvContentPartPr>
                <p14:cNvPr id="511" name="Ink 510">
                  <a:extLst>
                    <a:ext uri="{FF2B5EF4-FFF2-40B4-BE49-F238E27FC236}">
                      <a16:creationId xmlns:a16="http://schemas.microsoft.com/office/drawing/2014/main" id="{566B9A27-3D98-2658-9842-CC22E6872794}"/>
                    </a:ext>
                  </a:extLst>
                </p14:cNvPr>
                <p14:cNvContentPartPr/>
                <p14:nvPr/>
              </p14:nvContentPartPr>
              <p14:xfrm>
                <a:off x="6789846" y="941031"/>
                <a:ext cx="12240" cy="210600"/>
              </p14:xfrm>
            </p:contentPart>
          </mc:Choice>
          <mc:Fallback xmlns="">
            <p:pic>
              <p:nvPicPr>
                <p:cNvPr id="511" name="Ink 510">
                  <a:extLst>
                    <a:ext uri="{FF2B5EF4-FFF2-40B4-BE49-F238E27FC236}">
                      <a16:creationId xmlns:a16="http://schemas.microsoft.com/office/drawing/2014/main" id="{566B9A27-3D98-2658-9842-CC22E6872794}"/>
                    </a:ext>
                  </a:extLst>
                </p:cNvPr>
                <p:cNvPicPr/>
                <p:nvPr/>
              </p:nvPicPr>
              <p:blipFill>
                <a:blip r:embed="rId563"/>
                <a:stretch>
                  <a:fillRect/>
                </a:stretch>
              </p:blipFill>
              <p:spPr>
                <a:xfrm>
                  <a:off x="6781206" y="932391"/>
                  <a:ext cx="29880" cy="228240"/>
                </a:xfrm>
                <a:prstGeom prst="rect">
                  <a:avLst/>
                </a:prstGeom>
              </p:spPr>
            </p:pic>
          </mc:Fallback>
        </mc:AlternateContent>
        <mc:AlternateContent xmlns:mc="http://schemas.openxmlformats.org/markup-compatibility/2006" xmlns:p14="http://schemas.microsoft.com/office/powerpoint/2010/main">
          <mc:Choice Requires="p14">
            <p:contentPart p14:bwMode="auto" r:id="rId564">
              <p14:nvContentPartPr>
                <p14:cNvPr id="69" name="Ink 68">
                  <a:extLst>
                    <a:ext uri="{FF2B5EF4-FFF2-40B4-BE49-F238E27FC236}">
                      <a16:creationId xmlns:a16="http://schemas.microsoft.com/office/drawing/2014/main" id="{47C5F077-A814-A2CB-D65C-C01731F37FCD}"/>
                    </a:ext>
                  </a:extLst>
                </p14:cNvPr>
                <p14:cNvContentPartPr/>
                <p14:nvPr/>
              </p14:nvContentPartPr>
              <p14:xfrm>
                <a:off x="6790206" y="1044711"/>
                <a:ext cx="108720" cy="90000"/>
              </p14:xfrm>
            </p:contentPart>
          </mc:Choice>
          <mc:Fallback xmlns="">
            <p:pic>
              <p:nvPicPr>
                <p:cNvPr id="69" name="Ink 68">
                  <a:extLst>
                    <a:ext uri="{FF2B5EF4-FFF2-40B4-BE49-F238E27FC236}">
                      <a16:creationId xmlns:a16="http://schemas.microsoft.com/office/drawing/2014/main" id="{47C5F077-A814-A2CB-D65C-C01731F37FCD}"/>
                    </a:ext>
                  </a:extLst>
                </p:cNvPr>
                <p:cNvPicPr/>
                <p:nvPr/>
              </p:nvPicPr>
              <p:blipFill>
                <a:blip r:embed="rId565"/>
                <a:stretch>
                  <a:fillRect/>
                </a:stretch>
              </p:blipFill>
              <p:spPr>
                <a:xfrm>
                  <a:off x="6781566" y="1035711"/>
                  <a:ext cx="126360" cy="107640"/>
                </a:xfrm>
                <a:prstGeom prst="rect">
                  <a:avLst/>
                </a:prstGeom>
              </p:spPr>
            </p:pic>
          </mc:Fallback>
        </mc:AlternateContent>
        <mc:AlternateContent xmlns:mc="http://schemas.openxmlformats.org/markup-compatibility/2006" xmlns:p14="http://schemas.microsoft.com/office/powerpoint/2010/main">
          <mc:Choice Requires="p14">
            <p:contentPart p14:bwMode="auto" r:id="rId566">
              <p14:nvContentPartPr>
                <p14:cNvPr id="75" name="Ink 74">
                  <a:extLst>
                    <a:ext uri="{FF2B5EF4-FFF2-40B4-BE49-F238E27FC236}">
                      <a16:creationId xmlns:a16="http://schemas.microsoft.com/office/drawing/2014/main" id="{CD5EE253-7E77-2CAF-C8A4-CD4B191817A3}"/>
                    </a:ext>
                  </a:extLst>
                </p14:cNvPr>
                <p14:cNvContentPartPr/>
                <p14:nvPr/>
              </p14:nvContentPartPr>
              <p14:xfrm>
                <a:off x="6974166" y="1033911"/>
                <a:ext cx="118800" cy="78840"/>
              </p14:xfrm>
            </p:contentPart>
          </mc:Choice>
          <mc:Fallback xmlns="">
            <p:pic>
              <p:nvPicPr>
                <p:cNvPr id="75" name="Ink 74">
                  <a:extLst>
                    <a:ext uri="{FF2B5EF4-FFF2-40B4-BE49-F238E27FC236}">
                      <a16:creationId xmlns:a16="http://schemas.microsoft.com/office/drawing/2014/main" id="{CD5EE253-7E77-2CAF-C8A4-CD4B191817A3}"/>
                    </a:ext>
                  </a:extLst>
                </p:cNvPr>
                <p:cNvPicPr/>
                <p:nvPr/>
              </p:nvPicPr>
              <p:blipFill>
                <a:blip r:embed="rId567"/>
                <a:stretch>
                  <a:fillRect/>
                </a:stretch>
              </p:blipFill>
              <p:spPr>
                <a:xfrm>
                  <a:off x="6965166" y="1024911"/>
                  <a:ext cx="136440" cy="96480"/>
                </a:xfrm>
                <a:prstGeom prst="rect">
                  <a:avLst/>
                </a:prstGeom>
              </p:spPr>
            </p:pic>
          </mc:Fallback>
        </mc:AlternateContent>
        <mc:AlternateContent xmlns:mc="http://schemas.openxmlformats.org/markup-compatibility/2006" xmlns:p14="http://schemas.microsoft.com/office/powerpoint/2010/main">
          <mc:Choice Requires="p14">
            <p:contentPart p14:bwMode="auto" r:id="rId568">
              <p14:nvContentPartPr>
                <p14:cNvPr id="101" name="Ink 100">
                  <a:extLst>
                    <a:ext uri="{FF2B5EF4-FFF2-40B4-BE49-F238E27FC236}">
                      <a16:creationId xmlns:a16="http://schemas.microsoft.com/office/drawing/2014/main" id="{22F02049-AC08-C819-9DDB-B4DE3D373ECA}"/>
                    </a:ext>
                  </a:extLst>
                </p14:cNvPr>
                <p14:cNvContentPartPr/>
                <p14:nvPr/>
              </p14:nvContentPartPr>
              <p14:xfrm>
                <a:off x="6790206" y="1130751"/>
                <a:ext cx="4680" cy="92520"/>
              </p14:xfrm>
            </p:contentPart>
          </mc:Choice>
          <mc:Fallback xmlns="">
            <p:pic>
              <p:nvPicPr>
                <p:cNvPr id="101" name="Ink 100">
                  <a:extLst>
                    <a:ext uri="{FF2B5EF4-FFF2-40B4-BE49-F238E27FC236}">
                      <a16:creationId xmlns:a16="http://schemas.microsoft.com/office/drawing/2014/main" id="{22F02049-AC08-C819-9DDB-B4DE3D373ECA}"/>
                    </a:ext>
                  </a:extLst>
                </p:cNvPr>
                <p:cNvPicPr/>
                <p:nvPr/>
              </p:nvPicPr>
              <p:blipFill>
                <a:blip r:embed="rId569"/>
                <a:stretch>
                  <a:fillRect/>
                </a:stretch>
              </p:blipFill>
              <p:spPr>
                <a:xfrm>
                  <a:off x="6781566" y="1122111"/>
                  <a:ext cx="2232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570">
              <p14:nvContentPartPr>
                <p14:cNvPr id="133" name="Ink 132">
                  <a:extLst>
                    <a:ext uri="{FF2B5EF4-FFF2-40B4-BE49-F238E27FC236}">
                      <a16:creationId xmlns:a16="http://schemas.microsoft.com/office/drawing/2014/main" id="{4F7BEC1A-DF86-A252-3271-C61D0075F443}"/>
                    </a:ext>
                  </a:extLst>
                </p14:cNvPr>
                <p14:cNvContentPartPr/>
                <p14:nvPr/>
              </p14:nvContentPartPr>
              <p14:xfrm>
                <a:off x="7169646" y="1028871"/>
                <a:ext cx="100800" cy="86760"/>
              </p14:xfrm>
            </p:contentPart>
          </mc:Choice>
          <mc:Fallback xmlns="">
            <p:pic>
              <p:nvPicPr>
                <p:cNvPr id="133" name="Ink 132">
                  <a:extLst>
                    <a:ext uri="{FF2B5EF4-FFF2-40B4-BE49-F238E27FC236}">
                      <a16:creationId xmlns:a16="http://schemas.microsoft.com/office/drawing/2014/main" id="{4F7BEC1A-DF86-A252-3271-C61D0075F443}"/>
                    </a:ext>
                  </a:extLst>
                </p:cNvPr>
                <p:cNvPicPr/>
                <p:nvPr/>
              </p:nvPicPr>
              <p:blipFill>
                <a:blip r:embed="rId571"/>
                <a:stretch>
                  <a:fillRect/>
                </a:stretch>
              </p:blipFill>
              <p:spPr>
                <a:xfrm>
                  <a:off x="7160646" y="1020231"/>
                  <a:ext cx="118440" cy="104400"/>
                </a:xfrm>
                <a:prstGeom prst="rect">
                  <a:avLst/>
                </a:prstGeom>
              </p:spPr>
            </p:pic>
          </mc:Fallback>
        </mc:AlternateContent>
        <mc:AlternateContent xmlns:mc="http://schemas.openxmlformats.org/markup-compatibility/2006" xmlns:p14="http://schemas.microsoft.com/office/powerpoint/2010/main">
          <mc:Choice Requires="p14">
            <p:contentPart p14:bwMode="auto" r:id="rId572">
              <p14:nvContentPartPr>
                <p14:cNvPr id="154" name="Ink 153">
                  <a:extLst>
                    <a:ext uri="{FF2B5EF4-FFF2-40B4-BE49-F238E27FC236}">
                      <a16:creationId xmlns:a16="http://schemas.microsoft.com/office/drawing/2014/main" id="{59A5A95D-08BC-51FE-079E-9F7A6277F480}"/>
                    </a:ext>
                  </a:extLst>
                </p14:cNvPr>
                <p14:cNvContentPartPr/>
                <p14:nvPr/>
              </p14:nvContentPartPr>
              <p14:xfrm>
                <a:off x="7307166" y="1030311"/>
                <a:ext cx="127080" cy="102960"/>
              </p14:xfrm>
            </p:contentPart>
          </mc:Choice>
          <mc:Fallback xmlns="">
            <p:pic>
              <p:nvPicPr>
                <p:cNvPr id="154" name="Ink 153">
                  <a:extLst>
                    <a:ext uri="{FF2B5EF4-FFF2-40B4-BE49-F238E27FC236}">
                      <a16:creationId xmlns:a16="http://schemas.microsoft.com/office/drawing/2014/main" id="{59A5A95D-08BC-51FE-079E-9F7A6277F480}"/>
                    </a:ext>
                  </a:extLst>
                </p:cNvPr>
                <p:cNvPicPr/>
                <p:nvPr/>
              </p:nvPicPr>
              <p:blipFill>
                <a:blip r:embed="rId573"/>
                <a:stretch>
                  <a:fillRect/>
                </a:stretch>
              </p:blipFill>
              <p:spPr>
                <a:xfrm>
                  <a:off x="7298166" y="1021311"/>
                  <a:ext cx="14472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574">
              <p14:nvContentPartPr>
                <p14:cNvPr id="155" name="Ink 154">
                  <a:extLst>
                    <a:ext uri="{FF2B5EF4-FFF2-40B4-BE49-F238E27FC236}">
                      <a16:creationId xmlns:a16="http://schemas.microsoft.com/office/drawing/2014/main" id="{5B31DF46-58F1-4AED-0F2A-9F89F23A1920}"/>
                    </a:ext>
                  </a:extLst>
                </p14:cNvPr>
                <p14:cNvContentPartPr/>
                <p14:nvPr/>
              </p14:nvContentPartPr>
              <p14:xfrm>
                <a:off x="7468806" y="1012311"/>
                <a:ext cx="96120" cy="118440"/>
              </p14:xfrm>
            </p:contentPart>
          </mc:Choice>
          <mc:Fallback xmlns="">
            <p:pic>
              <p:nvPicPr>
                <p:cNvPr id="155" name="Ink 154">
                  <a:extLst>
                    <a:ext uri="{FF2B5EF4-FFF2-40B4-BE49-F238E27FC236}">
                      <a16:creationId xmlns:a16="http://schemas.microsoft.com/office/drawing/2014/main" id="{5B31DF46-58F1-4AED-0F2A-9F89F23A1920}"/>
                    </a:ext>
                  </a:extLst>
                </p:cNvPr>
                <p:cNvPicPr/>
                <p:nvPr/>
              </p:nvPicPr>
              <p:blipFill>
                <a:blip r:embed="rId575"/>
                <a:stretch>
                  <a:fillRect/>
                </a:stretch>
              </p:blipFill>
              <p:spPr>
                <a:xfrm>
                  <a:off x="7459806" y="1003671"/>
                  <a:ext cx="11376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576">
              <p14:nvContentPartPr>
                <p14:cNvPr id="157" name="Ink 156">
                  <a:extLst>
                    <a:ext uri="{FF2B5EF4-FFF2-40B4-BE49-F238E27FC236}">
                      <a16:creationId xmlns:a16="http://schemas.microsoft.com/office/drawing/2014/main" id="{AAD24498-F597-A48B-162B-DB47D0FB59BD}"/>
                    </a:ext>
                  </a:extLst>
                </p14:cNvPr>
                <p14:cNvContentPartPr/>
                <p14:nvPr/>
              </p14:nvContentPartPr>
              <p14:xfrm>
                <a:off x="7644486" y="910791"/>
                <a:ext cx="50400" cy="206280"/>
              </p14:xfrm>
            </p:contentPart>
          </mc:Choice>
          <mc:Fallback xmlns="">
            <p:pic>
              <p:nvPicPr>
                <p:cNvPr id="157" name="Ink 156">
                  <a:extLst>
                    <a:ext uri="{FF2B5EF4-FFF2-40B4-BE49-F238E27FC236}">
                      <a16:creationId xmlns:a16="http://schemas.microsoft.com/office/drawing/2014/main" id="{AAD24498-F597-A48B-162B-DB47D0FB59BD}"/>
                    </a:ext>
                  </a:extLst>
                </p:cNvPr>
                <p:cNvPicPr/>
                <p:nvPr/>
              </p:nvPicPr>
              <p:blipFill>
                <a:blip r:embed="rId577"/>
                <a:stretch>
                  <a:fillRect/>
                </a:stretch>
              </p:blipFill>
              <p:spPr>
                <a:xfrm>
                  <a:off x="7635846" y="902151"/>
                  <a:ext cx="68040" cy="223920"/>
                </a:xfrm>
                <a:prstGeom prst="rect">
                  <a:avLst/>
                </a:prstGeom>
              </p:spPr>
            </p:pic>
          </mc:Fallback>
        </mc:AlternateContent>
        <mc:AlternateContent xmlns:mc="http://schemas.openxmlformats.org/markup-compatibility/2006" xmlns:p14="http://schemas.microsoft.com/office/powerpoint/2010/main">
          <mc:Choice Requires="p14">
            <p:contentPart p14:bwMode="auto" r:id="rId578">
              <p14:nvContentPartPr>
                <p14:cNvPr id="161" name="Ink 160">
                  <a:extLst>
                    <a:ext uri="{FF2B5EF4-FFF2-40B4-BE49-F238E27FC236}">
                      <a16:creationId xmlns:a16="http://schemas.microsoft.com/office/drawing/2014/main" id="{65077C62-C941-09D5-08DD-ADE7BF3F2DF1}"/>
                    </a:ext>
                  </a:extLst>
                </p14:cNvPr>
                <p14:cNvContentPartPr/>
                <p14:nvPr/>
              </p14:nvContentPartPr>
              <p14:xfrm>
                <a:off x="7615686" y="1015191"/>
                <a:ext cx="81360" cy="24840"/>
              </p14:xfrm>
            </p:contentPart>
          </mc:Choice>
          <mc:Fallback xmlns="">
            <p:pic>
              <p:nvPicPr>
                <p:cNvPr id="161" name="Ink 160">
                  <a:extLst>
                    <a:ext uri="{FF2B5EF4-FFF2-40B4-BE49-F238E27FC236}">
                      <a16:creationId xmlns:a16="http://schemas.microsoft.com/office/drawing/2014/main" id="{65077C62-C941-09D5-08DD-ADE7BF3F2DF1}"/>
                    </a:ext>
                  </a:extLst>
                </p:cNvPr>
                <p:cNvPicPr/>
                <p:nvPr/>
              </p:nvPicPr>
              <p:blipFill>
                <a:blip r:embed="rId579"/>
                <a:stretch>
                  <a:fillRect/>
                </a:stretch>
              </p:blipFill>
              <p:spPr>
                <a:xfrm>
                  <a:off x="7607046" y="1006551"/>
                  <a:ext cx="99000" cy="424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80">
            <p14:nvContentPartPr>
              <p14:cNvPr id="175" name="Ink 174">
                <a:extLst>
                  <a:ext uri="{FF2B5EF4-FFF2-40B4-BE49-F238E27FC236}">
                    <a16:creationId xmlns:a16="http://schemas.microsoft.com/office/drawing/2014/main" id="{38EA46E1-F19D-05D6-E0E3-CA2818911261}"/>
                  </a:ext>
                </a:extLst>
              </p14:cNvPr>
              <p14:cNvContentPartPr/>
              <p14:nvPr/>
            </p14:nvContentPartPr>
            <p14:xfrm>
              <a:off x="5850246" y="1410831"/>
              <a:ext cx="182160" cy="222120"/>
            </p14:xfrm>
          </p:contentPart>
        </mc:Choice>
        <mc:Fallback xmlns="">
          <p:pic>
            <p:nvPicPr>
              <p:cNvPr id="175" name="Ink 174">
                <a:extLst>
                  <a:ext uri="{FF2B5EF4-FFF2-40B4-BE49-F238E27FC236}">
                    <a16:creationId xmlns:a16="http://schemas.microsoft.com/office/drawing/2014/main" id="{38EA46E1-F19D-05D6-E0E3-CA2818911261}"/>
                  </a:ext>
                </a:extLst>
              </p:cNvPr>
              <p:cNvPicPr/>
              <p:nvPr/>
            </p:nvPicPr>
            <p:blipFill>
              <a:blip r:embed="rId581"/>
              <a:stretch>
                <a:fillRect/>
              </a:stretch>
            </p:blipFill>
            <p:spPr>
              <a:xfrm>
                <a:off x="5841246" y="1401831"/>
                <a:ext cx="199800" cy="239760"/>
              </a:xfrm>
              <a:prstGeom prst="rect">
                <a:avLst/>
              </a:prstGeom>
            </p:spPr>
          </p:pic>
        </mc:Fallback>
      </mc:AlternateContent>
      <p:grpSp>
        <p:nvGrpSpPr>
          <p:cNvPr id="247" name="Group 246">
            <a:extLst>
              <a:ext uri="{FF2B5EF4-FFF2-40B4-BE49-F238E27FC236}">
                <a16:creationId xmlns:a16="http://schemas.microsoft.com/office/drawing/2014/main" id="{443D98CF-3CBA-07FF-B3EC-5CA9A1ECC053}"/>
              </a:ext>
            </a:extLst>
          </p:cNvPr>
          <p:cNvGrpSpPr/>
          <p:nvPr/>
        </p:nvGrpSpPr>
        <p:grpSpPr>
          <a:xfrm>
            <a:off x="5708766" y="1923831"/>
            <a:ext cx="1301400" cy="367560"/>
            <a:chOff x="5708766" y="1923831"/>
            <a:chExt cx="1301400" cy="367560"/>
          </a:xfrm>
        </p:grpSpPr>
        <mc:AlternateContent xmlns:mc="http://schemas.openxmlformats.org/markup-compatibility/2006" xmlns:p14="http://schemas.microsoft.com/office/powerpoint/2010/main">
          <mc:Choice Requires="p14">
            <p:contentPart p14:bwMode="auto" r:id="rId582">
              <p14:nvContentPartPr>
                <p14:cNvPr id="181" name="Ink 180">
                  <a:extLst>
                    <a:ext uri="{FF2B5EF4-FFF2-40B4-BE49-F238E27FC236}">
                      <a16:creationId xmlns:a16="http://schemas.microsoft.com/office/drawing/2014/main" id="{6455917C-5014-F4DE-0391-E715B696CB14}"/>
                    </a:ext>
                  </a:extLst>
                </p14:cNvPr>
                <p14:cNvContentPartPr/>
                <p14:nvPr/>
              </p14:nvContentPartPr>
              <p14:xfrm>
                <a:off x="5708766" y="2031111"/>
                <a:ext cx="118800" cy="25560"/>
              </p14:xfrm>
            </p:contentPart>
          </mc:Choice>
          <mc:Fallback xmlns="">
            <p:pic>
              <p:nvPicPr>
                <p:cNvPr id="181" name="Ink 180">
                  <a:extLst>
                    <a:ext uri="{FF2B5EF4-FFF2-40B4-BE49-F238E27FC236}">
                      <a16:creationId xmlns:a16="http://schemas.microsoft.com/office/drawing/2014/main" id="{6455917C-5014-F4DE-0391-E715B696CB14}"/>
                    </a:ext>
                  </a:extLst>
                </p:cNvPr>
                <p:cNvPicPr/>
                <p:nvPr/>
              </p:nvPicPr>
              <p:blipFill>
                <a:blip r:embed="rId583"/>
                <a:stretch>
                  <a:fillRect/>
                </a:stretch>
              </p:blipFill>
              <p:spPr>
                <a:xfrm>
                  <a:off x="5699766" y="2022111"/>
                  <a:ext cx="136440" cy="43200"/>
                </a:xfrm>
                <a:prstGeom prst="rect">
                  <a:avLst/>
                </a:prstGeom>
              </p:spPr>
            </p:pic>
          </mc:Fallback>
        </mc:AlternateContent>
        <mc:AlternateContent xmlns:mc="http://schemas.openxmlformats.org/markup-compatibility/2006" xmlns:p14="http://schemas.microsoft.com/office/powerpoint/2010/main">
          <mc:Choice Requires="p14">
            <p:contentPart p14:bwMode="auto" r:id="rId584">
              <p14:nvContentPartPr>
                <p14:cNvPr id="191" name="Ink 190">
                  <a:extLst>
                    <a:ext uri="{FF2B5EF4-FFF2-40B4-BE49-F238E27FC236}">
                      <a16:creationId xmlns:a16="http://schemas.microsoft.com/office/drawing/2014/main" id="{84C54494-F3E1-1D34-350C-D84CBCDD432C}"/>
                    </a:ext>
                  </a:extLst>
                </p14:cNvPr>
                <p14:cNvContentPartPr/>
                <p14:nvPr/>
              </p14:nvContentPartPr>
              <p14:xfrm>
                <a:off x="5790486" y="2062071"/>
                <a:ext cx="6840" cy="152280"/>
              </p14:xfrm>
            </p:contentPart>
          </mc:Choice>
          <mc:Fallback xmlns="">
            <p:pic>
              <p:nvPicPr>
                <p:cNvPr id="191" name="Ink 190">
                  <a:extLst>
                    <a:ext uri="{FF2B5EF4-FFF2-40B4-BE49-F238E27FC236}">
                      <a16:creationId xmlns:a16="http://schemas.microsoft.com/office/drawing/2014/main" id="{84C54494-F3E1-1D34-350C-D84CBCDD432C}"/>
                    </a:ext>
                  </a:extLst>
                </p:cNvPr>
                <p:cNvPicPr/>
                <p:nvPr/>
              </p:nvPicPr>
              <p:blipFill>
                <a:blip r:embed="rId585"/>
                <a:stretch>
                  <a:fillRect/>
                </a:stretch>
              </p:blipFill>
              <p:spPr>
                <a:xfrm>
                  <a:off x="5781486" y="2053431"/>
                  <a:ext cx="24480"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586">
              <p14:nvContentPartPr>
                <p14:cNvPr id="192" name="Ink 191">
                  <a:extLst>
                    <a:ext uri="{FF2B5EF4-FFF2-40B4-BE49-F238E27FC236}">
                      <a16:creationId xmlns:a16="http://schemas.microsoft.com/office/drawing/2014/main" id="{4E9242A2-160D-37FA-5A72-EA2CE0E2206D}"/>
                    </a:ext>
                  </a:extLst>
                </p14:cNvPr>
                <p14:cNvContentPartPr/>
                <p14:nvPr/>
              </p14:nvContentPartPr>
              <p14:xfrm>
                <a:off x="5846646" y="2122551"/>
                <a:ext cx="179640" cy="168840"/>
              </p14:xfrm>
            </p:contentPart>
          </mc:Choice>
          <mc:Fallback xmlns="">
            <p:pic>
              <p:nvPicPr>
                <p:cNvPr id="192" name="Ink 191">
                  <a:extLst>
                    <a:ext uri="{FF2B5EF4-FFF2-40B4-BE49-F238E27FC236}">
                      <a16:creationId xmlns:a16="http://schemas.microsoft.com/office/drawing/2014/main" id="{4E9242A2-160D-37FA-5A72-EA2CE0E2206D}"/>
                    </a:ext>
                  </a:extLst>
                </p:cNvPr>
                <p:cNvPicPr/>
                <p:nvPr/>
              </p:nvPicPr>
              <p:blipFill>
                <a:blip r:embed="rId587"/>
                <a:stretch>
                  <a:fillRect/>
                </a:stretch>
              </p:blipFill>
              <p:spPr>
                <a:xfrm>
                  <a:off x="5838006" y="2113911"/>
                  <a:ext cx="19728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588">
              <p14:nvContentPartPr>
                <p14:cNvPr id="193" name="Ink 192">
                  <a:extLst>
                    <a:ext uri="{FF2B5EF4-FFF2-40B4-BE49-F238E27FC236}">
                      <a16:creationId xmlns:a16="http://schemas.microsoft.com/office/drawing/2014/main" id="{AB452E0E-8F48-BC7C-6833-B053852EDA50}"/>
                    </a:ext>
                  </a:extLst>
                </p14:cNvPr>
                <p14:cNvContentPartPr/>
                <p14:nvPr/>
              </p14:nvContentPartPr>
              <p14:xfrm>
                <a:off x="6064446" y="2020311"/>
                <a:ext cx="177480" cy="192600"/>
              </p14:xfrm>
            </p:contentPart>
          </mc:Choice>
          <mc:Fallback xmlns="">
            <p:pic>
              <p:nvPicPr>
                <p:cNvPr id="193" name="Ink 192">
                  <a:extLst>
                    <a:ext uri="{FF2B5EF4-FFF2-40B4-BE49-F238E27FC236}">
                      <a16:creationId xmlns:a16="http://schemas.microsoft.com/office/drawing/2014/main" id="{AB452E0E-8F48-BC7C-6833-B053852EDA50}"/>
                    </a:ext>
                  </a:extLst>
                </p:cNvPr>
                <p:cNvPicPr/>
                <p:nvPr/>
              </p:nvPicPr>
              <p:blipFill>
                <a:blip r:embed="rId589"/>
                <a:stretch>
                  <a:fillRect/>
                </a:stretch>
              </p:blipFill>
              <p:spPr>
                <a:xfrm>
                  <a:off x="6055446" y="2011671"/>
                  <a:ext cx="195120" cy="210240"/>
                </a:xfrm>
                <a:prstGeom prst="rect">
                  <a:avLst/>
                </a:prstGeom>
              </p:spPr>
            </p:pic>
          </mc:Fallback>
        </mc:AlternateContent>
        <mc:AlternateContent xmlns:mc="http://schemas.openxmlformats.org/markup-compatibility/2006" xmlns:p14="http://schemas.microsoft.com/office/powerpoint/2010/main">
          <mc:Choice Requires="p14">
            <p:contentPart p14:bwMode="auto" r:id="rId590">
              <p14:nvContentPartPr>
                <p14:cNvPr id="198" name="Ink 197">
                  <a:extLst>
                    <a:ext uri="{FF2B5EF4-FFF2-40B4-BE49-F238E27FC236}">
                      <a16:creationId xmlns:a16="http://schemas.microsoft.com/office/drawing/2014/main" id="{0DF0A161-DF24-819B-C9F0-C1EB0C2749EE}"/>
                    </a:ext>
                  </a:extLst>
                </p14:cNvPr>
                <p14:cNvContentPartPr/>
                <p14:nvPr/>
              </p14:nvContentPartPr>
              <p14:xfrm>
                <a:off x="6324006" y="2061711"/>
                <a:ext cx="6840" cy="122760"/>
              </p14:xfrm>
            </p:contentPart>
          </mc:Choice>
          <mc:Fallback xmlns="">
            <p:pic>
              <p:nvPicPr>
                <p:cNvPr id="198" name="Ink 197">
                  <a:extLst>
                    <a:ext uri="{FF2B5EF4-FFF2-40B4-BE49-F238E27FC236}">
                      <a16:creationId xmlns:a16="http://schemas.microsoft.com/office/drawing/2014/main" id="{0DF0A161-DF24-819B-C9F0-C1EB0C2749EE}"/>
                    </a:ext>
                  </a:extLst>
                </p:cNvPr>
                <p:cNvPicPr/>
                <p:nvPr/>
              </p:nvPicPr>
              <p:blipFill>
                <a:blip r:embed="rId591"/>
                <a:stretch>
                  <a:fillRect/>
                </a:stretch>
              </p:blipFill>
              <p:spPr>
                <a:xfrm>
                  <a:off x="6315006" y="2052711"/>
                  <a:ext cx="2448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592">
              <p14:nvContentPartPr>
                <p14:cNvPr id="199" name="Ink 198">
                  <a:extLst>
                    <a:ext uri="{FF2B5EF4-FFF2-40B4-BE49-F238E27FC236}">
                      <a16:creationId xmlns:a16="http://schemas.microsoft.com/office/drawing/2014/main" id="{CDF26250-8271-F555-20B6-BB94FE2E761F}"/>
                    </a:ext>
                  </a:extLst>
                </p14:cNvPr>
                <p14:cNvContentPartPr/>
                <p14:nvPr/>
              </p14:nvContentPartPr>
              <p14:xfrm>
                <a:off x="6318606" y="2016711"/>
                <a:ext cx="360" cy="360"/>
              </p14:xfrm>
            </p:contentPart>
          </mc:Choice>
          <mc:Fallback xmlns="">
            <p:pic>
              <p:nvPicPr>
                <p:cNvPr id="199" name="Ink 198">
                  <a:extLst>
                    <a:ext uri="{FF2B5EF4-FFF2-40B4-BE49-F238E27FC236}">
                      <a16:creationId xmlns:a16="http://schemas.microsoft.com/office/drawing/2014/main" id="{CDF26250-8271-F555-20B6-BB94FE2E761F}"/>
                    </a:ext>
                  </a:extLst>
                </p:cNvPr>
                <p:cNvPicPr/>
                <p:nvPr/>
              </p:nvPicPr>
              <p:blipFill>
                <a:blip r:embed="rId532"/>
                <a:stretch>
                  <a:fillRect/>
                </a:stretch>
              </p:blipFill>
              <p:spPr>
                <a:xfrm>
                  <a:off x="6309606" y="200807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93">
              <p14:nvContentPartPr>
                <p14:cNvPr id="203" name="Ink 202">
                  <a:extLst>
                    <a:ext uri="{FF2B5EF4-FFF2-40B4-BE49-F238E27FC236}">
                      <a16:creationId xmlns:a16="http://schemas.microsoft.com/office/drawing/2014/main" id="{95EE5A76-7397-503B-2BB2-26FD7F9D4FD1}"/>
                    </a:ext>
                  </a:extLst>
                </p14:cNvPr>
                <p14:cNvContentPartPr/>
                <p14:nvPr/>
              </p14:nvContentPartPr>
              <p14:xfrm>
                <a:off x="6417246" y="2041911"/>
                <a:ext cx="126720" cy="121680"/>
              </p14:xfrm>
            </p:contentPart>
          </mc:Choice>
          <mc:Fallback xmlns="">
            <p:pic>
              <p:nvPicPr>
                <p:cNvPr id="203" name="Ink 202">
                  <a:extLst>
                    <a:ext uri="{FF2B5EF4-FFF2-40B4-BE49-F238E27FC236}">
                      <a16:creationId xmlns:a16="http://schemas.microsoft.com/office/drawing/2014/main" id="{95EE5A76-7397-503B-2BB2-26FD7F9D4FD1}"/>
                    </a:ext>
                  </a:extLst>
                </p:cNvPr>
                <p:cNvPicPr/>
                <p:nvPr/>
              </p:nvPicPr>
              <p:blipFill>
                <a:blip r:embed="rId594"/>
                <a:stretch>
                  <a:fillRect/>
                </a:stretch>
              </p:blipFill>
              <p:spPr>
                <a:xfrm>
                  <a:off x="6408606" y="2033271"/>
                  <a:ext cx="14436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595">
              <p14:nvContentPartPr>
                <p14:cNvPr id="206" name="Ink 205">
                  <a:extLst>
                    <a:ext uri="{FF2B5EF4-FFF2-40B4-BE49-F238E27FC236}">
                      <a16:creationId xmlns:a16="http://schemas.microsoft.com/office/drawing/2014/main" id="{373BE1FB-F670-91EB-A7E3-D9C1C8A71D42}"/>
                    </a:ext>
                  </a:extLst>
                </p14:cNvPr>
                <p14:cNvContentPartPr/>
                <p14:nvPr/>
              </p14:nvContentPartPr>
              <p14:xfrm>
                <a:off x="6668526" y="1992951"/>
                <a:ext cx="90000" cy="181800"/>
              </p14:xfrm>
            </p:contentPart>
          </mc:Choice>
          <mc:Fallback xmlns="">
            <p:pic>
              <p:nvPicPr>
                <p:cNvPr id="206" name="Ink 205">
                  <a:extLst>
                    <a:ext uri="{FF2B5EF4-FFF2-40B4-BE49-F238E27FC236}">
                      <a16:creationId xmlns:a16="http://schemas.microsoft.com/office/drawing/2014/main" id="{373BE1FB-F670-91EB-A7E3-D9C1C8A71D42}"/>
                    </a:ext>
                  </a:extLst>
                </p:cNvPr>
                <p:cNvPicPr/>
                <p:nvPr/>
              </p:nvPicPr>
              <p:blipFill>
                <a:blip r:embed="rId596"/>
                <a:stretch>
                  <a:fillRect/>
                </a:stretch>
              </p:blipFill>
              <p:spPr>
                <a:xfrm>
                  <a:off x="6659886" y="1983951"/>
                  <a:ext cx="107640" cy="199440"/>
                </a:xfrm>
                <a:prstGeom prst="rect">
                  <a:avLst/>
                </a:prstGeom>
              </p:spPr>
            </p:pic>
          </mc:Fallback>
        </mc:AlternateContent>
        <mc:AlternateContent xmlns:mc="http://schemas.openxmlformats.org/markup-compatibility/2006" xmlns:p14="http://schemas.microsoft.com/office/powerpoint/2010/main">
          <mc:Choice Requires="p14">
            <p:contentPart p14:bwMode="auto" r:id="rId597">
              <p14:nvContentPartPr>
                <p14:cNvPr id="210" name="Ink 209">
                  <a:extLst>
                    <a:ext uri="{FF2B5EF4-FFF2-40B4-BE49-F238E27FC236}">
                      <a16:creationId xmlns:a16="http://schemas.microsoft.com/office/drawing/2014/main" id="{FCA32DB1-1FCC-CB0C-7759-75FF3ADA9F3E}"/>
                    </a:ext>
                  </a:extLst>
                </p14:cNvPr>
                <p14:cNvContentPartPr/>
                <p14:nvPr/>
              </p14:nvContentPartPr>
              <p14:xfrm>
                <a:off x="6773286" y="2000511"/>
                <a:ext cx="133920" cy="155880"/>
              </p14:xfrm>
            </p:contentPart>
          </mc:Choice>
          <mc:Fallback xmlns="">
            <p:pic>
              <p:nvPicPr>
                <p:cNvPr id="210" name="Ink 209">
                  <a:extLst>
                    <a:ext uri="{FF2B5EF4-FFF2-40B4-BE49-F238E27FC236}">
                      <a16:creationId xmlns:a16="http://schemas.microsoft.com/office/drawing/2014/main" id="{FCA32DB1-1FCC-CB0C-7759-75FF3ADA9F3E}"/>
                    </a:ext>
                  </a:extLst>
                </p:cNvPr>
                <p:cNvPicPr/>
                <p:nvPr/>
              </p:nvPicPr>
              <p:blipFill>
                <a:blip r:embed="rId598"/>
                <a:stretch>
                  <a:fillRect/>
                </a:stretch>
              </p:blipFill>
              <p:spPr>
                <a:xfrm>
                  <a:off x="6764646" y="1991871"/>
                  <a:ext cx="151560"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599">
              <p14:nvContentPartPr>
                <p14:cNvPr id="223" name="Ink 222">
                  <a:extLst>
                    <a:ext uri="{FF2B5EF4-FFF2-40B4-BE49-F238E27FC236}">
                      <a16:creationId xmlns:a16="http://schemas.microsoft.com/office/drawing/2014/main" id="{14FB011C-32B5-AA9D-09F7-FD320B28EE9D}"/>
                    </a:ext>
                  </a:extLst>
                </p14:cNvPr>
                <p14:cNvContentPartPr/>
                <p14:nvPr/>
              </p14:nvContentPartPr>
              <p14:xfrm>
                <a:off x="6966606" y="1923831"/>
                <a:ext cx="43560" cy="69120"/>
              </p14:xfrm>
            </p:contentPart>
          </mc:Choice>
          <mc:Fallback xmlns="">
            <p:pic>
              <p:nvPicPr>
                <p:cNvPr id="223" name="Ink 222">
                  <a:extLst>
                    <a:ext uri="{FF2B5EF4-FFF2-40B4-BE49-F238E27FC236}">
                      <a16:creationId xmlns:a16="http://schemas.microsoft.com/office/drawing/2014/main" id="{14FB011C-32B5-AA9D-09F7-FD320B28EE9D}"/>
                    </a:ext>
                  </a:extLst>
                </p:cNvPr>
                <p:cNvPicPr/>
                <p:nvPr/>
              </p:nvPicPr>
              <p:blipFill>
                <a:blip r:embed="rId600"/>
                <a:stretch>
                  <a:fillRect/>
                </a:stretch>
              </p:blipFill>
              <p:spPr>
                <a:xfrm>
                  <a:off x="6957966" y="1915191"/>
                  <a:ext cx="61200" cy="86760"/>
                </a:xfrm>
                <a:prstGeom prst="rect">
                  <a:avLst/>
                </a:prstGeom>
              </p:spPr>
            </p:pic>
          </mc:Fallback>
        </mc:AlternateContent>
      </p:grpSp>
      <p:grpSp>
        <p:nvGrpSpPr>
          <p:cNvPr id="260" name="Group 259">
            <a:extLst>
              <a:ext uri="{FF2B5EF4-FFF2-40B4-BE49-F238E27FC236}">
                <a16:creationId xmlns:a16="http://schemas.microsoft.com/office/drawing/2014/main" id="{826D4A79-7047-629B-2834-0CC87E1DFC07}"/>
              </a:ext>
            </a:extLst>
          </p:cNvPr>
          <p:cNvGrpSpPr/>
          <p:nvPr/>
        </p:nvGrpSpPr>
        <p:grpSpPr>
          <a:xfrm>
            <a:off x="5877966" y="2608191"/>
            <a:ext cx="803160" cy="237600"/>
            <a:chOff x="5877966" y="2608191"/>
            <a:chExt cx="803160" cy="237600"/>
          </a:xfrm>
        </p:grpSpPr>
        <mc:AlternateContent xmlns:mc="http://schemas.openxmlformats.org/markup-compatibility/2006" xmlns:p14="http://schemas.microsoft.com/office/powerpoint/2010/main">
          <mc:Choice Requires="p14">
            <p:contentPart p14:bwMode="auto" r:id="rId601">
              <p14:nvContentPartPr>
                <p14:cNvPr id="248" name="Ink 247">
                  <a:extLst>
                    <a:ext uri="{FF2B5EF4-FFF2-40B4-BE49-F238E27FC236}">
                      <a16:creationId xmlns:a16="http://schemas.microsoft.com/office/drawing/2014/main" id="{0B5DD479-58E7-AA3E-BBD5-38A6BC623E4A}"/>
                    </a:ext>
                  </a:extLst>
                </p14:cNvPr>
                <p14:cNvContentPartPr/>
                <p14:nvPr/>
              </p14:nvContentPartPr>
              <p14:xfrm>
                <a:off x="5877966" y="2750391"/>
                <a:ext cx="170280" cy="11880"/>
              </p14:xfrm>
            </p:contentPart>
          </mc:Choice>
          <mc:Fallback xmlns="">
            <p:pic>
              <p:nvPicPr>
                <p:cNvPr id="248" name="Ink 247">
                  <a:extLst>
                    <a:ext uri="{FF2B5EF4-FFF2-40B4-BE49-F238E27FC236}">
                      <a16:creationId xmlns:a16="http://schemas.microsoft.com/office/drawing/2014/main" id="{0B5DD479-58E7-AA3E-BBD5-38A6BC623E4A}"/>
                    </a:ext>
                  </a:extLst>
                </p:cNvPr>
                <p:cNvPicPr/>
                <p:nvPr/>
              </p:nvPicPr>
              <p:blipFill>
                <a:blip r:embed="rId602"/>
                <a:stretch>
                  <a:fillRect/>
                </a:stretch>
              </p:blipFill>
              <p:spPr>
                <a:xfrm>
                  <a:off x="5868966" y="2741751"/>
                  <a:ext cx="187920" cy="29520"/>
                </a:xfrm>
                <a:prstGeom prst="rect">
                  <a:avLst/>
                </a:prstGeom>
              </p:spPr>
            </p:pic>
          </mc:Fallback>
        </mc:AlternateContent>
        <mc:AlternateContent xmlns:mc="http://schemas.openxmlformats.org/markup-compatibility/2006" xmlns:p14="http://schemas.microsoft.com/office/powerpoint/2010/main">
          <mc:Choice Requires="p14">
            <p:contentPart p14:bwMode="auto" r:id="rId603">
              <p14:nvContentPartPr>
                <p14:cNvPr id="251" name="Ink 250">
                  <a:extLst>
                    <a:ext uri="{FF2B5EF4-FFF2-40B4-BE49-F238E27FC236}">
                      <a16:creationId xmlns:a16="http://schemas.microsoft.com/office/drawing/2014/main" id="{5A608241-1F21-0B3D-B12B-A60B151B6EBD}"/>
                    </a:ext>
                  </a:extLst>
                </p14:cNvPr>
                <p14:cNvContentPartPr/>
                <p14:nvPr/>
              </p14:nvContentPartPr>
              <p14:xfrm>
                <a:off x="6124206" y="2670471"/>
                <a:ext cx="7200" cy="175320"/>
              </p14:xfrm>
            </p:contentPart>
          </mc:Choice>
          <mc:Fallback xmlns="">
            <p:pic>
              <p:nvPicPr>
                <p:cNvPr id="251" name="Ink 250">
                  <a:extLst>
                    <a:ext uri="{FF2B5EF4-FFF2-40B4-BE49-F238E27FC236}">
                      <a16:creationId xmlns:a16="http://schemas.microsoft.com/office/drawing/2014/main" id="{5A608241-1F21-0B3D-B12B-A60B151B6EBD}"/>
                    </a:ext>
                  </a:extLst>
                </p:cNvPr>
                <p:cNvPicPr/>
                <p:nvPr/>
              </p:nvPicPr>
              <p:blipFill>
                <a:blip r:embed="rId604"/>
                <a:stretch>
                  <a:fillRect/>
                </a:stretch>
              </p:blipFill>
              <p:spPr>
                <a:xfrm>
                  <a:off x="6115566" y="2661831"/>
                  <a:ext cx="24840" cy="192960"/>
                </a:xfrm>
                <a:prstGeom prst="rect">
                  <a:avLst/>
                </a:prstGeom>
              </p:spPr>
            </p:pic>
          </mc:Fallback>
        </mc:AlternateContent>
        <mc:AlternateContent xmlns:mc="http://schemas.openxmlformats.org/markup-compatibility/2006" xmlns:p14="http://schemas.microsoft.com/office/powerpoint/2010/main">
          <mc:Choice Requires="p14">
            <p:contentPart p14:bwMode="auto" r:id="rId605">
              <p14:nvContentPartPr>
                <p14:cNvPr id="256" name="Ink 255">
                  <a:extLst>
                    <a:ext uri="{FF2B5EF4-FFF2-40B4-BE49-F238E27FC236}">
                      <a16:creationId xmlns:a16="http://schemas.microsoft.com/office/drawing/2014/main" id="{8B1D3C37-F97C-3C6E-8D4A-827A35E170C7}"/>
                    </a:ext>
                  </a:extLst>
                </p14:cNvPr>
                <p14:cNvContentPartPr/>
                <p14:nvPr/>
              </p14:nvContentPartPr>
              <p14:xfrm>
                <a:off x="6225366" y="2663631"/>
                <a:ext cx="81000" cy="156240"/>
              </p14:xfrm>
            </p:contentPart>
          </mc:Choice>
          <mc:Fallback xmlns="">
            <p:pic>
              <p:nvPicPr>
                <p:cNvPr id="256" name="Ink 255">
                  <a:extLst>
                    <a:ext uri="{FF2B5EF4-FFF2-40B4-BE49-F238E27FC236}">
                      <a16:creationId xmlns:a16="http://schemas.microsoft.com/office/drawing/2014/main" id="{8B1D3C37-F97C-3C6E-8D4A-827A35E170C7}"/>
                    </a:ext>
                  </a:extLst>
                </p:cNvPr>
                <p:cNvPicPr/>
                <p:nvPr/>
              </p:nvPicPr>
              <p:blipFill>
                <a:blip r:embed="rId606"/>
                <a:stretch>
                  <a:fillRect/>
                </a:stretch>
              </p:blipFill>
              <p:spPr>
                <a:xfrm>
                  <a:off x="6216726" y="2654991"/>
                  <a:ext cx="98640" cy="173880"/>
                </a:xfrm>
                <a:prstGeom prst="rect">
                  <a:avLst/>
                </a:prstGeom>
              </p:spPr>
            </p:pic>
          </mc:Fallback>
        </mc:AlternateContent>
        <mc:AlternateContent xmlns:mc="http://schemas.openxmlformats.org/markup-compatibility/2006" xmlns:p14="http://schemas.microsoft.com/office/powerpoint/2010/main">
          <mc:Choice Requires="p14">
            <p:contentPart p14:bwMode="auto" r:id="rId607">
              <p14:nvContentPartPr>
                <p14:cNvPr id="257" name="Ink 256">
                  <a:extLst>
                    <a:ext uri="{FF2B5EF4-FFF2-40B4-BE49-F238E27FC236}">
                      <a16:creationId xmlns:a16="http://schemas.microsoft.com/office/drawing/2014/main" id="{5FB9F154-EF20-8C5A-ADCC-14BCA4610F4A}"/>
                    </a:ext>
                  </a:extLst>
                </p14:cNvPr>
                <p14:cNvContentPartPr/>
                <p14:nvPr/>
              </p14:nvContentPartPr>
              <p14:xfrm>
                <a:off x="6346326" y="2692431"/>
                <a:ext cx="167400" cy="113760"/>
              </p14:xfrm>
            </p:contentPart>
          </mc:Choice>
          <mc:Fallback xmlns="">
            <p:pic>
              <p:nvPicPr>
                <p:cNvPr id="257" name="Ink 256">
                  <a:extLst>
                    <a:ext uri="{FF2B5EF4-FFF2-40B4-BE49-F238E27FC236}">
                      <a16:creationId xmlns:a16="http://schemas.microsoft.com/office/drawing/2014/main" id="{5FB9F154-EF20-8C5A-ADCC-14BCA4610F4A}"/>
                    </a:ext>
                  </a:extLst>
                </p:cNvPr>
                <p:cNvPicPr/>
                <p:nvPr/>
              </p:nvPicPr>
              <p:blipFill>
                <a:blip r:embed="rId608"/>
                <a:stretch>
                  <a:fillRect/>
                </a:stretch>
              </p:blipFill>
              <p:spPr>
                <a:xfrm>
                  <a:off x="6337326" y="2683431"/>
                  <a:ext cx="18504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609">
              <p14:nvContentPartPr>
                <p14:cNvPr id="258" name="Ink 257">
                  <a:extLst>
                    <a:ext uri="{FF2B5EF4-FFF2-40B4-BE49-F238E27FC236}">
                      <a16:creationId xmlns:a16="http://schemas.microsoft.com/office/drawing/2014/main" id="{B2A014E2-C4E5-9BE2-5175-042311C167B9}"/>
                    </a:ext>
                  </a:extLst>
                </p14:cNvPr>
                <p14:cNvContentPartPr/>
                <p14:nvPr/>
              </p14:nvContentPartPr>
              <p14:xfrm>
                <a:off x="6566646" y="2653191"/>
                <a:ext cx="7920" cy="165600"/>
              </p14:xfrm>
            </p:contentPart>
          </mc:Choice>
          <mc:Fallback xmlns="">
            <p:pic>
              <p:nvPicPr>
                <p:cNvPr id="258" name="Ink 257">
                  <a:extLst>
                    <a:ext uri="{FF2B5EF4-FFF2-40B4-BE49-F238E27FC236}">
                      <a16:creationId xmlns:a16="http://schemas.microsoft.com/office/drawing/2014/main" id="{B2A014E2-C4E5-9BE2-5175-042311C167B9}"/>
                    </a:ext>
                  </a:extLst>
                </p:cNvPr>
                <p:cNvPicPr/>
                <p:nvPr/>
              </p:nvPicPr>
              <p:blipFill>
                <a:blip r:embed="rId610"/>
                <a:stretch>
                  <a:fillRect/>
                </a:stretch>
              </p:blipFill>
              <p:spPr>
                <a:xfrm>
                  <a:off x="6558006" y="2644191"/>
                  <a:ext cx="25560"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611">
              <p14:nvContentPartPr>
                <p14:cNvPr id="259" name="Ink 258">
                  <a:extLst>
                    <a:ext uri="{FF2B5EF4-FFF2-40B4-BE49-F238E27FC236}">
                      <a16:creationId xmlns:a16="http://schemas.microsoft.com/office/drawing/2014/main" id="{84856288-A00F-35C8-215D-C57982F446BF}"/>
                    </a:ext>
                  </a:extLst>
                </p14:cNvPr>
                <p14:cNvContentPartPr/>
                <p14:nvPr/>
              </p14:nvContentPartPr>
              <p14:xfrm>
                <a:off x="6556206" y="2608191"/>
                <a:ext cx="124920" cy="192960"/>
              </p14:xfrm>
            </p:contentPart>
          </mc:Choice>
          <mc:Fallback xmlns="">
            <p:pic>
              <p:nvPicPr>
                <p:cNvPr id="259" name="Ink 258">
                  <a:extLst>
                    <a:ext uri="{FF2B5EF4-FFF2-40B4-BE49-F238E27FC236}">
                      <a16:creationId xmlns:a16="http://schemas.microsoft.com/office/drawing/2014/main" id="{84856288-A00F-35C8-215D-C57982F446BF}"/>
                    </a:ext>
                  </a:extLst>
                </p:cNvPr>
                <p:cNvPicPr/>
                <p:nvPr/>
              </p:nvPicPr>
              <p:blipFill>
                <a:blip r:embed="rId612"/>
                <a:stretch>
                  <a:fillRect/>
                </a:stretch>
              </p:blipFill>
              <p:spPr>
                <a:xfrm>
                  <a:off x="6547566" y="2599191"/>
                  <a:ext cx="142560" cy="210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13">
            <p14:nvContentPartPr>
              <p14:cNvPr id="261" name="Ink 260">
                <a:extLst>
                  <a:ext uri="{FF2B5EF4-FFF2-40B4-BE49-F238E27FC236}">
                    <a16:creationId xmlns:a16="http://schemas.microsoft.com/office/drawing/2014/main" id="{1ED818FD-4EDF-5BA8-FDC8-8E377CFA3113}"/>
                  </a:ext>
                </a:extLst>
              </p14:cNvPr>
              <p14:cNvContentPartPr/>
              <p14:nvPr/>
            </p14:nvContentPartPr>
            <p14:xfrm>
              <a:off x="2602326" y="3516831"/>
              <a:ext cx="5724720" cy="149400"/>
            </p14:xfrm>
          </p:contentPart>
        </mc:Choice>
        <mc:Fallback xmlns="">
          <p:pic>
            <p:nvPicPr>
              <p:cNvPr id="261" name="Ink 260">
                <a:extLst>
                  <a:ext uri="{FF2B5EF4-FFF2-40B4-BE49-F238E27FC236}">
                    <a16:creationId xmlns:a16="http://schemas.microsoft.com/office/drawing/2014/main" id="{1ED818FD-4EDF-5BA8-FDC8-8E377CFA3113}"/>
                  </a:ext>
                </a:extLst>
              </p:cNvPr>
              <p:cNvPicPr/>
              <p:nvPr/>
            </p:nvPicPr>
            <p:blipFill>
              <a:blip r:embed="rId614"/>
              <a:stretch>
                <a:fillRect/>
              </a:stretch>
            </p:blipFill>
            <p:spPr>
              <a:xfrm>
                <a:off x="2593326" y="3508191"/>
                <a:ext cx="5742360"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615">
            <p14:nvContentPartPr>
              <p14:cNvPr id="262" name="Ink 261">
                <a:extLst>
                  <a:ext uri="{FF2B5EF4-FFF2-40B4-BE49-F238E27FC236}">
                    <a16:creationId xmlns:a16="http://schemas.microsoft.com/office/drawing/2014/main" id="{E74237B0-1AE6-74B2-C783-CF83D3D66244}"/>
                  </a:ext>
                </a:extLst>
              </p14:cNvPr>
              <p14:cNvContentPartPr/>
              <p14:nvPr/>
            </p14:nvContentPartPr>
            <p14:xfrm>
              <a:off x="8178006" y="937791"/>
              <a:ext cx="2160" cy="9000"/>
            </p14:xfrm>
          </p:contentPart>
        </mc:Choice>
        <mc:Fallback xmlns="">
          <p:pic>
            <p:nvPicPr>
              <p:cNvPr id="262" name="Ink 261">
                <a:extLst>
                  <a:ext uri="{FF2B5EF4-FFF2-40B4-BE49-F238E27FC236}">
                    <a16:creationId xmlns:a16="http://schemas.microsoft.com/office/drawing/2014/main" id="{E74237B0-1AE6-74B2-C783-CF83D3D66244}"/>
                  </a:ext>
                </a:extLst>
              </p:cNvPr>
              <p:cNvPicPr/>
              <p:nvPr/>
            </p:nvPicPr>
            <p:blipFill>
              <a:blip r:embed="rId616"/>
              <a:stretch>
                <a:fillRect/>
              </a:stretch>
            </p:blipFill>
            <p:spPr>
              <a:xfrm>
                <a:off x="8169006" y="928791"/>
                <a:ext cx="1980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617">
            <p14:nvContentPartPr>
              <p14:cNvPr id="264" name="Ink 263">
                <a:extLst>
                  <a:ext uri="{FF2B5EF4-FFF2-40B4-BE49-F238E27FC236}">
                    <a16:creationId xmlns:a16="http://schemas.microsoft.com/office/drawing/2014/main" id="{562AE137-BA77-5352-020E-6864E4C916E3}"/>
                  </a:ext>
                </a:extLst>
              </p14:cNvPr>
              <p14:cNvContentPartPr/>
              <p14:nvPr/>
            </p14:nvContentPartPr>
            <p14:xfrm>
              <a:off x="8187006" y="796671"/>
              <a:ext cx="153000" cy="2736720"/>
            </p14:xfrm>
          </p:contentPart>
        </mc:Choice>
        <mc:Fallback xmlns="">
          <p:pic>
            <p:nvPicPr>
              <p:cNvPr id="264" name="Ink 263">
                <a:extLst>
                  <a:ext uri="{FF2B5EF4-FFF2-40B4-BE49-F238E27FC236}">
                    <a16:creationId xmlns:a16="http://schemas.microsoft.com/office/drawing/2014/main" id="{562AE137-BA77-5352-020E-6864E4C916E3}"/>
                  </a:ext>
                </a:extLst>
              </p:cNvPr>
              <p:cNvPicPr/>
              <p:nvPr/>
            </p:nvPicPr>
            <p:blipFill>
              <a:blip r:embed="rId618"/>
              <a:stretch>
                <a:fillRect/>
              </a:stretch>
            </p:blipFill>
            <p:spPr>
              <a:xfrm>
                <a:off x="8178366" y="788031"/>
                <a:ext cx="170640" cy="2754360"/>
              </a:xfrm>
              <a:prstGeom prst="rect">
                <a:avLst/>
              </a:prstGeom>
            </p:spPr>
          </p:pic>
        </mc:Fallback>
      </mc:AlternateContent>
      <mc:AlternateContent xmlns:mc="http://schemas.openxmlformats.org/markup-compatibility/2006" xmlns:p14="http://schemas.microsoft.com/office/powerpoint/2010/main">
        <mc:Choice Requires="p14">
          <p:contentPart p14:bwMode="auto" r:id="rId619">
            <p14:nvContentPartPr>
              <p14:cNvPr id="297" name="Ink 296">
                <a:extLst>
                  <a:ext uri="{FF2B5EF4-FFF2-40B4-BE49-F238E27FC236}">
                    <a16:creationId xmlns:a16="http://schemas.microsoft.com/office/drawing/2014/main" id="{2F0C126E-9712-193B-1D40-8ADC846F0E9A}"/>
                  </a:ext>
                </a:extLst>
              </p14:cNvPr>
              <p14:cNvContentPartPr/>
              <p14:nvPr/>
            </p14:nvContentPartPr>
            <p14:xfrm>
              <a:off x="7563486" y="1820511"/>
              <a:ext cx="360" cy="360"/>
            </p14:xfrm>
          </p:contentPart>
        </mc:Choice>
        <mc:Fallback xmlns="">
          <p:pic>
            <p:nvPicPr>
              <p:cNvPr id="297" name="Ink 296">
                <a:extLst>
                  <a:ext uri="{FF2B5EF4-FFF2-40B4-BE49-F238E27FC236}">
                    <a16:creationId xmlns:a16="http://schemas.microsoft.com/office/drawing/2014/main" id="{2F0C126E-9712-193B-1D40-8ADC846F0E9A}"/>
                  </a:ext>
                </a:extLst>
              </p:cNvPr>
              <p:cNvPicPr/>
              <p:nvPr/>
            </p:nvPicPr>
            <p:blipFill>
              <a:blip r:embed="rId620"/>
              <a:stretch>
                <a:fillRect/>
              </a:stretch>
            </p:blipFill>
            <p:spPr>
              <a:xfrm>
                <a:off x="7554486" y="181187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21">
            <p14:nvContentPartPr>
              <p14:cNvPr id="298" name="Ink 297">
                <a:extLst>
                  <a:ext uri="{FF2B5EF4-FFF2-40B4-BE49-F238E27FC236}">
                    <a16:creationId xmlns:a16="http://schemas.microsoft.com/office/drawing/2014/main" id="{BA60CBEA-EC53-781B-0760-748179D2B355}"/>
                  </a:ext>
                </a:extLst>
              </p14:cNvPr>
              <p14:cNvContentPartPr/>
              <p14:nvPr/>
            </p14:nvContentPartPr>
            <p14:xfrm>
              <a:off x="7535406" y="1821231"/>
              <a:ext cx="737280" cy="19440"/>
            </p14:xfrm>
          </p:contentPart>
        </mc:Choice>
        <mc:Fallback xmlns="">
          <p:pic>
            <p:nvPicPr>
              <p:cNvPr id="298" name="Ink 297">
                <a:extLst>
                  <a:ext uri="{FF2B5EF4-FFF2-40B4-BE49-F238E27FC236}">
                    <a16:creationId xmlns:a16="http://schemas.microsoft.com/office/drawing/2014/main" id="{BA60CBEA-EC53-781B-0760-748179D2B355}"/>
                  </a:ext>
                </a:extLst>
              </p:cNvPr>
              <p:cNvPicPr/>
              <p:nvPr/>
            </p:nvPicPr>
            <p:blipFill>
              <a:blip r:embed="rId622"/>
              <a:stretch>
                <a:fillRect/>
              </a:stretch>
            </p:blipFill>
            <p:spPr>
              <a:xfrm>
                <a:off x="7526766" y="1812231"/>
                <a:ext cx="754920" cy="37080"/>
              </a:xfrm>
              <a:prstGeom prst="rect">
                <a:avLst/>
              </a:prstGeom>
            </p:spPr>
          </p:pic>
        </mc:Fallback>
      </mc:AlternateContent>
      <mc:AlternateContent xmlns:mc="http://schemas.openxmlformats.org/markup-compatibility/2006" xmlns:p14="http://schemas.microsoft.com/office/powerpoint/2010/main">
        <mc:Choice Requires="p14">
          <p:contentPart p14:bwMode="auto" r:id="rId623">
            <p14:nvContentPartPr>
              <p14:cNvPr id="315" name="Ink 314">
                <a:extLst>
                  <a:ext uri="{FF2B5EF4-FFF2-40B4-BE49-F238E27FC236}">
                    <a16:creationId xmlns:a16="http://schemas.microsoft.com/office/drawing/2014/main" id="{CB477D25-9ABD-C924-6CBA-40107334C783}"/>
                  </a:ext>
                </a:extLst>
              </p14:cNvPr>
              <p14:cNvContentPartPr/>
              <p14:nvPr/>
            </p14:nvContentPartPr>
            <p14:xfrm>
              <a:off x="7653126" y="2436111"/>
              <a:ext cx="603360" cy="33840"/>
            </p14:xfrm>
          </p:contentPart>
        </mc:Choice>
        <mc:Fallback xmlns="">
          <p:pic>
            <p:nvPicPr>
              <p:cNvPr id="315" name="Ink 314">
                <a:extLst>
                  <a:ext uri="{FF2B5EF4-FFF2-40B4-BE49-F238E27FC236}">
                    <a16:creationId xmlns:a16="http://schemas.microsoft.com/office/drawing/2014/main" id="{CB477D25-9ABD-C924-6CBA-40107334C783}"/>
                  </a:ext>
                </a:extLst>
              </p:cNvPr>
              <p:cNvPicPr/>
              <p:nvPr/>
            </p:nvPicPr>
            <p:blipFill>
              <a:blip r:embed="rId624"/>
              <a:stretch>
                <a:fillRect/>
              </a:stretch>
            </p:blipFill>
            <p:spPr>
              <a:xfrm>
                <a:off x="7644126" y="2427111"/>
                <a:ext cx="621000" cy="51480"/>
              </a:xfrm>
              <a:prstGeom prst="rect">
                <a:avLst/>
              </a:prstGeom>
            </p:spPr>
          </p:pic>
        </mc:Fallback>
      </mc:AlternateContent>
      <mc:AlternateContent xmlns:mc="http://schemas.openxmlformats.org/markup-compatibility/2006" xmlns:p14="http://schemas.microsoft.com/office/powerpoint/2010/main">
        <mc:Choice Requires="p14">
          <p:contentPart p14:bwMode="auto" r:id="rId625">
            <p14:nvContentPartPr>
              <p14:cNvPr id="318" name="Ink 317">
                <a:extLst>
                  <a:ext uri="{FF2B5EF4-FFF2-40B4-BE49-F238E27FC236}">
                    <a16:creationId xmlns:a16="http://schemas.microsoft.com/office/drawing/2014/main" id="{04C2CAA0-340A-0A6D-FD96-BB05734A9471}"/>
                  </a:ext>
                </a:extLst>
              </p14:cNvPr>
              <p14:cNvContentPartPr/>
              <p14:nvPr/>
            </p14:nvContentPartPr>
            <p14:xfrm>
              <a:off x="8074686" y="3080511"/>
              <a:ext cx="253080" cy="24480"/>
            </p14:xfrm>
          </p:contentPart>
        </mc:Choice>
        <mc:Fallback xmlns="">
          <p:pic>
            <p:nvPicPr>
              <p:cNvPr id="318" name="Ink 317">
                <a:extLst>
                  <a:ext uri="{FF2B5EF4-FFF2-40B4-BE49-F238E27FC236}">
                    <a16:creationId xmlns:a16="http://schemas.microsoft.com/office/drawing/2014/main" id="{04C2CAA0-340A-0A6D-FD96-BB05734A9471}"/>
                  </a:ext>
                </a:extLst>
              </p:cNvPr>
              <p:cNvPicPr/>
              <p:nvPr/>
            </p:nvPicPr>
            <p:blipFill>
              <a:blip r:embed="rId626"/>
              <a:stretch>
                <a:fillRect/>
              </a:stretch>
            </p:blipFill>
            <p:spPr>
              <a:xfrm>
                <a:off x="8065686" y="3071871"/>
                <a:ext cx="27072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627">
            <p14:nvContentPartPr>
              <p14:cNvPr id="338" name="Ink 337">
                <a:extLst>
                  <a:ext uri="{FF2B5EF4-FFF2-40B4-BE49-F238E27FC236}">
                    <a16:creationId xmlns:a16="http://schemas.microsoft.com/office/drawing/2014/main" id="{5E786E02-8B17-0A5D-A4D9-8BFCE588F9B0}"/>
                  </a:ext>
                </a:extLst>
              </p14:cNvPr>
              <p14:cNvContentPartPr/>
              <p14:nvPr/>
            </p14:nvContentPartPr>
            <p14:xfrm>
              <a:off x="7809006" y="1453311"/>
              <a:ext cx="1080" cy="1440"/>
            </p14:xfrm>
          </p:contentPart>
        </mc:Choice>
        <mc:Fallback xmlns="">
          <p:pic>
            <p:nvPicPr>
              <p:cNvPr id="338" name="Ink 337">
                <a:extLst>
                  <a:ext uri="{FF2B5EF4-FFF2-40B4-BE49-F238E27FC236}">
                    <a16:creationId xmlns:a16="http://schemas.microsoft.com/office/drawing/2014/main" id="{5E786E02-8B17-0A5D-A4D9-8BFCE588F9B0}"/>
                  </a:ext>
                </a:extLst>
              </p:cNvPr>
              <p:cNvPicPr/>
              <p:nvPr/>
            </p:nvPicPr>
            <p:blipFill>
              <a:blip r:embed="rId628"/>
              <a:stretch>
                <a:fillRect/>
              </a:stretch>
            </p:blipFill>
            <p:spPr>
              <a:xfrm>
                <a:off x="7800006" y="1444311"/>
                <a:ext cx="18720" cy="19080"/>
              </a:xfrm>
              <a:prstGeom prst="rect">
                <a:avLst/>
              </a:prstGeom>
            </p:spPr>
          </p:pic>
        </mc:Fallback>
      </mc:AlternateContent>
      <p:grpSp>
        <p:nvGrpSpPr>
          <p:cNvPr id="359" name="Group 358">
            <a:extLst>
              <a:ext uri="{FF2B5EF4-FFF2-40B4-BE49-F238E27FC236}">
                <a16:creationId xmlns:a16="http://schemas.microsoft.com/office/drawing/2014/main" id="{05FC911C-AD4F-D7EA-043C-103F22F870EF}"/>
              </a:ext>
            </a:extLst>
          </p:cNvPr>
          <p:cNvGrpSpPr/>
          <p:nvPr/>
        </p:nvGrpSpPr>
        <p:grpSpPr>
          <a:xfrm>
            <a:off x="7686966" y="1228311"/>
            <a:ext cx="536400" cy="71280"/>
            <a:chOff x="7686966" y="1228311"/>
            <a:chExt cx="536400" cy="71280"/>
          </a:xfrm>
        </p:grpSpPr>
        <mc:AlternateContent xmlns:mc="http://schemas.openxmlformats.org/markup-compatibility/2006" xmlns:p14="http://schemas.microsoft.com/office/powerpoint/2010/main">
          <mc:Choice Requires="p14">
            <p:contentPart p14:bwMode="auto" r:id="rId629">
              <p14:nvContentPartPr>
                <p14:cNvPr id="350" name="Ink 349">
                  <a:extLst>
                    <a:ext uri="{FF2B5EF4-FFF2-40B4-BE49-F238E27FC236}">
                      <a16:creationId xmlns:a16="http://schemas.microsoft.com/office/drawing/2014/main" id="{03B139DE-5968-C83C-1C8C-78866CEC7EB3}"/>
                    </a:ext>
                  </a:extLst>
                </p14:cNvPr>
                <p14:cNvContentPartPr/>
                <p14:nvPr/>
              </p14:nvContentPartPr>
              <p14:xfrm>
                <a:off x="7686966" y="1298511"/>
                <a:ext cx="23760" cy="1080"/>
              </p14:xfrm>
            </p:contentPart>
          </mc:Choice>
          <mc:Fallback xmlns="">
            <p:pic>
              <p:nvPicPr>
                <p:cNvPr id="350" name="Ink 349">
                  <a:extLst>
                    <a:ext uri="{FF2B5EF4-FFF2-40B4-BE49-F238E27FC236}">
                      <a16:creationId xmlns:a16="http://schemas.microsoft.com/office/drawing/2014/main" id="{03B139DE-5968-C83C-1C8C-78866CEC7EB3}"/>
                    </a:ext>
                  </a:extLst>
                </p:cNvPr>
                <p:cNvPicPr/>
                <p:nvPr/>
              </p:nvPicPr>
              <p:blipFill>
                <a:blip r:embed="rId630"/>
                <a:stretch>
                  <a:fillRect/>
                </a:stretch>
              </p:blipFill>
              <p:spPr>
                <a:xfrm>
                  <a:off x="7677966" y="1289511"/>
                  <a:ext cx="4140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631">
              <p14:nvContentPartPr>
                <p14:cNvPr id="356" name="Ink 355">
                  <a:extLst>
                    <a:ext uri="{FF2B5EF4-FFF2-40B4-BE49-F238E27FC236}">
                      <a16:creationId xmlns:a16="http://schemas.microsoft.com/office/drawing/2014/main" id="{85228217-46C8-6C92-1B45-A6F76AE7019D}"/>
                    </a:ext>
                  </a:extLst>
                </p14:cNvPr>
                <p14:cNvContentPartPr/>
                <p14:nvPr/>
              </p14:nvContentPartPr>
              <p14:xfrm>
                <a:off x="7732686" y="1228311"/>
                <a:ext cx="490680" cy="47520"/>
              </p14:xfrm>
            </p:contentPart>
          </mc:Choice>
          <mc:Fallback xmlns="">
            <p:pic>
              <p:nvPicPr>
                <p:cNvPr id="356" name="Ink 355">
                  <a:extLst>
                    <a:ext uri="{FF2B5EF4-FFF2-40B4-BE49-F238E27FC236}">
                      <a16:creationId xmlns:a16="http://schemas.microsoft.com/office/drawing/2014/main" id="{85228217-46C8-6C92-1B45-A6F76AE7019D}"/>
                    </a:ext>
                  </a:extLst>
                </p:cNvPr>
                <p:cNvPicPr/>
                <p:nvPr/>
              </p:nvPicPr>
              <p:blipFill>
                <a:blip r:embed="rId632"/>
                <a:stretch>
                  <a:fillRect/>
                </a:stretch>
              </p:blipFill>
              <p:spPr>
                <a:xfrm>
                  <a:off x="7724046" y="1219671"/>
                  <a:ext cx="508320" cy="65160"/>
                </a:xfrm>
                <a:prstGeom prst="rect">
                  <a:avLst/>
                </a:prstGeom>
              </p:spPr>
            </p:pic>
          </mc:Fallback>
        </mc:AlternateContent>
      </p:grpSp>
      <p:grpSp>
        <p:nvGrpSpPr>
          <p:cNvPr id="512" name="Group 511">
            <a:extLst>
              <a:ext uri="{FF2B5EF4-FFF2-40B4-BE49-F238E27FC236}">
                <a16:creationId xmlns:a16="http://schemas.microsoft.com/office/drawing/2014/main" id="{122369B5-B812-51AC-608E-D30AC35338BE}"/>
              </a:ext>
            </a:extLst>
          </p:cNvPr>
          <p:cNvGrpSpPr/>
          <p:nvPr/>
        </p:nvGrpSpPr>
        <p:grpSpPr>
          <a:xfrm>
            <a:off x="202206" y="3865671"/>
            <a:ext cx="1992600" cy="310320"/>
            <a:chOff x="202206" y="3865671"/>
            <a:chExt cx="1992600" cy="310320"/>
          </a:xfrm>
        </p:grpSpPr>
        <mc:AlternateContent xmlns:mc="http://schemas.openxmlformats.org/markup-compatibility/2006" xmlns:p14="http://schemas.microsoft.com/office/powerpoint/2010/main">
          <mc:Choice Requires="p14">
            <p:contentPart p14:bwMode="auto" r:id="rId633">
              <p14:nvContentPartPr>
                <p14:cNvPr id="363" name="Ink 362">
                  <a:extLst>
                    <a:ext uri="{FF2B5EF4-FFF2-40B4-BE49-F238E27FC236}">
                      <a16:creationId xmlns:a16="http://schemas.microsoft.com/office/drawing/2014/main" id="{510B9376-5DAF-CEBC-79BD-01F2B93849CD}"/>
                    </a:ext>
                  </a:extLst>
                </p14:cNvPr>
                <p14:cNvContentPartPr/>
                <p14:nvPr/>
              </p14:nvContentPartPr>
              <p14:xfrm>
                <a:off x="202206" y="3994911"/>
                <a:ext cx="28800" cy="158760"/>
              </p14:xfrm>
            </p:contentPart>
          </mc:Choice>
          <mc:Fallback xmlns="">
            <p:pic>
              <p:nvPicPr>
                <p:cNvPr id="363" name="Ink 362">
                  <a:extLst>
                    <a:ext uri="{FF2B5EF4-FFF2-40B4-BE49-F238E27FC236}">
                      <a16:creationId xmlns:a16="http://schemas.microsoft.com/office/drawing/2014/main" id="{510B9376-5DAF-CEBC-79BD-01F2B93849CD}"/>
                    </a:ext>
                  </a:extLst>
                </p:cNvPr>
                <p:cNvPicPr/>
                <p:nvPr/>
              </p:nvPicPr>
              <p:blipFill>
                <a:blip r:embed="rId634"/>
                <a:stretch>
                  <a:fillRect/>
                </a:stretch>
              </p:blipFill>
              <p:spPr>
                <a:xfrm>
                  <a:off x="193206" y="3985911"/>
                  <a:ext cx="46440" cy="176400"/>
                </a:xfrm>
                <a:prstGeom prst="rect">
                  <a:avLst/>
                </a:prstGeom>
              </p:spPr>
            </p:pic>
          </mc:Fallback>
        </mc:AlternateContent>
        <mc:AlternateContent xmlns:mc="http://schemas.openxmlformats.org/markup-compatibility/2006" xmlns:p14="http://schemas.microsoft.com/office/powerpoint/2010/main">
          <mc:Choice Requires="p14">
            <p:contentPart p14:bwMode="auto" r:id="rId635">
              <p14:nvContentPartPr>
                <p14:cNvPr id="368" name="Ink 367">
                  <a:extLst>
                    <a:ext uri="{FF2B5EF4-FFF2-40B4-BE49-F238E27FC236}">
                      <a16:creationId xmlns:a16="http://schemas.microsoft.com/office/drawing/2014/main" id="{49503E71-C8A4-86BE-8E23-44F8CCDBEB85}"/>
                    </a:ext>
                  </a:extLst>
                </p14:cNvPr>
                <p14:cNvContentPartPr/>
                <p14:nvPr/>
              </p14:nvContentPartPr>
              <p14:xfrm>
                <a:off x="223086" y="3980871"/>
                <a:ext cx="143280" cy="176760"/>
              </p14:xfrm>
            </p:contentPart>
          </mc:Choice>
          <mc:Fallback xmlns="">
            <p:pic>
              <p:nvPicPr>
                <p:cNvPr id="368" name="Ink 367">
                  <a:extLst>
                    <a:ext uri="{FF2B5EF4-FFF2-40B4-BE49-F238E27FC236}">
                      <a16:creationId xmlns:a16="http://schemas.microsoft.com/office/drawing/2014/main" id="{49503E71-C8A4-86BE-8E23-44F8CCDBEB85}"/>
                    </a:ext>
                  </a:extLst>
                </p:cNvPr>
                <p:cNvPicPr/>
                <p:nvPr/>
              </p:nvPicPr>
              <p:blipFill>
                <a:blip r:embed="rId636"/>
                <a:stretch>
                  <a:fillRect/>
                </a:stretch>
              </p:blipFill>
              <p:spPr>
                <a:xfrm>
                  <a:off x="214446" y="3972231"/>
                  <a:ext cx="160920" cy="194400"/>
                </a:xfrm>
                <a:prstGeom prst="rect">
                  <a:avLst/>
                </a:prstGeom>
              </p:spPr>
            </p:pic>
          </mc:Fallback>
        </mc:AlternateContent>
        <mc:AlternateContent xmlns:mc="http://schemas.openxmlformats.org/markup-compatibility/2006" xmlns:p14="http://schemas.microsoft.com/office/powerpoint/2010/main">
          <mc:Choice Requires="p14">
            <p:contentPart p14:bwMode="auto" r:id="rId637">
              <p14:nvContentPartPr>
                <p14:cNvPr id="386" name="Ink 385">
                  <a:extLst>
                    <a:ext uri="{FF2B5EF4-FFF2-40B4-BE49-F238E27FC236}">
                      <a16:creationId xmlns:a16="http://schemas.microsoft.com/office/drawing/2014/main" id="{8B162147-512D-1A3C-C7E1-A8C1DF7145C9}"/>
                    </a:ext>
                  </a:extLst>
                </p14:cNvPr>
                <p14:cNvContentPartPr/>
                <p14:nvPr/>
              </p14:nvContentPartPr>
              <p14:xfrm>
                <a:off x="438726" y="4054311"/>
                <a:ext cx="90000" cy="102600"/>
              </p14:xfrm>
            </p:contentPart>
          </mc:Choice>
          <mc:Fallback xmlns="">
            <p:pic>
              <p:nvPicPr>
                <p:cNvPr id="386" name="Ink 385">
                  <a:extLst>
                    <a:ext uri="{FF2B5EF4-FFF2-40B4-BE49-F238E27FC236}">
                      <a16:creationId xmlns:a16="http://schemas.microsoft.com/office/drawing/2014/main" id="{8B162147-512D-1A3C-C7E1-A8C1DF7145C9}"/>
                    </a:ext>
                  </a:extLst>
                </p:cNvPr>
                <p:cNvPicPr/>
                <p:nvPr/>
              </p:nvPicPr>
              <p:blipFill>
                <a:blip r:embed="rId638"/>
                <a:stretch>
                  <a:fillRect/>
                </a:stretch>
              </p:blipFill>
              <p:spPr>
                <a:xfrm>
                  <a:off x="430086" y="4045311"/>
                  <a:ext cx="107640" cy="120240"/>
                </a:xfrm>
                <a:prstGeom prst="rect">
                  <a:avLst/>
                </a:prstGeom>
              </p:spPr>
            </p:pic>
          </mc:Fallback>
        </mc:AlternateContent>
        <mc:AlternateContent xmlns:mc="http://schemas.openxmlformats.org/markup-compatibility/2006" xmlns:p14="http://schemas.microsoft.com/office/powerpoint/2010/main">
          <mc:Choice Requires="p14">
            <p:contentPart p14:bwMode="auto" r:id="rId639">
              <p14:nvContentPartPr>
                <p14:cNvPr id="394" name="Ink 393">
                  <a:extLst>
                    <a:ext uri="{FF2B5EF4-FFF2-40B4-BE49-F238E27FC236}">
                      <a16:creationId xmlns:a16="http://schemas.microsoft.com/office/drawing/2014/main" id="{4368F242-708E-50E6-4841-41D7ED4A8F3D}"/>
                    </a:ext>
                  </a:extLst>
                </p14:cNvPr>
                <p14:cNvContentPartPr/>
                <p14:nvPr/>
              </p14:nvContentPartPr>
              <p14:xfrm>
                <a:off x="563286" y="3979431"/>
                <a:ext cx="186120" cy="179640"/>
              </p14:xfrm>
            </p:contentPart>
          </mc:Choice>
          <mc:Fallback xmlns="">
            <p:pic>
              <p:nvPicPr>
                <p:cNvPr id="394" name="Ink 393">
                  <a:extLst>
                    <a:ext uri="{FF2B5EF4-FFF2-40B4-BE49-F238E27FC236}">
                      <a16:creationId xmlns:a16="http://schemas.microsoft.com/office/drawing/2014/main" id="{4368F242-708E-50E6-4841-41D7ED4A8F3D}"/>
                    </a:ext>
                  </a:extLst>
                </p:cNvPr>
                <p:cNvPicPr/>
                <p:nvPr/>
              </p:nvPicPr>
              <p:blipFill>
                <a:blip r:embed="rId640"/>
                <a:stretch>
                  <a:fillRect/>
                </a:stretch>
              </p:blipFill>
              <p:spPr>
                <a:xfrm>
                  <a:off x="554646" y="3970431"/>
                  <a:ext cx="20376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641">
              <p14:nvContentPartPr>
                <p14:cNvPr id="395" name="Ink 394">
                  <a:extLst>
                    <a:ext uri="{FF2B5EF4-FFF2-40B4-BE49-F238E27FC236}">
                      <a16:creationId xmlns:a16="http://schemas.microsoft.com/office/drawing/2014/main" id="{8B404D7D-F816-F6F0-940D-C58C5C903497}"/>
                    </a:ext>
                  </a:extLst>
                </p14:cNvPr>
                <p14:cNvContentPartPr/>
                <p14:nvPr/>
              </p14:nvContentPartPr>
              <p14:xfrm>
                <a:off x="638886" y="4070151"/>
                <a:ext cx="376560" cy="93600"/>
              </p14:xfrm>
            </p:contentPart>
          </mc:Choice>
          <mc:Fallback xmlns="">
            <p:pic>
              <p:nvPicPr>
                <p:cNvPr id="395" name="Ink 394">
                  <a:extLst>
                    <a:ext uri="{FF2B5EF4-FFF2-40B4-BE49-F238E27FC236}">
                      <a16:creationId xmlns:a16="http://schemas.microsoft.com/office/drawing/2014/main" id="{8B404D7D-F816-F6F0-940D-C58C5C903497}"/>
                    </a:ext>
                  </a:extLst>
                </p:cNvPr>
                <p:cNvPicPr/>
                <p:nvPr/>
              </p:nvPicPr>
              <p:blipFill>
                <a:blip r:embed="rId642"/>
                <a:stretch>
                  <a:fillRect/>
                </a:stretch>
              </p:blipFill>
              <p:spPr>
                <a:xfrm>
                  <a:off x="629886" y="4061151"/>
                  <a:ext cx="394200"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643">
              <p14:nvContentPartPr>
                <p14:cNvPr id="398" name="Ink 397">
                  <a:extLst>
                    <a:ext uri="{FF2B5EF4-FFF2-40B4-BE49-F238E27FC236}">
                      <a16:creationId xmlns:a16="http://schemas.microsoft.com/office/drawing/2014/main" id="{FAF60025-F2D9-B726-4543-78CE538B2044}"/>
                    </a:ext>
                  </a:extLst>
                </p14:cNvPr>
                <p14:cNvContentPartPr/>
                <p14:nvPr/>
              </p14:nvContentPartPr>
              <p14:xfrm>
                <a:off x="1046046" y="4056831"/>
                <a:ext cx="6840" cy="45360"/>
              </p14:xfrm>
            </p:contentPart>
          </mc:Choice>
          <mc:Fallback xmlns="">
            <p:pic>
              <p:nvPicPr>
                <p:cNvPr id="398" name="Ink 397">
                  <a:extLst>
                    <a:ext uri="{FF2B5EF4-FFF2-40B4-BE49-F238E27FC236}">
                      <a16:creationId xmlns:a16="http://schemas.microsoft.com/office/drawing/2014/main" id="{FAF60025-F2D9-B726-4543-78CE538B2044}"/>
                    </a:ext>
                  </a:extLst>
                </p:cNvPr>
                <p:cNvPicPr/>
                <p:nvPr/>
              </p:nvPicPr>
              <p:blipFill>
                <a:blip r:embed="rId644"/>
                <a:stretch>
                  <a:fillRect/>
                </a:stretch>
              </p:blipFill>
              <p:spPr>
                <a:xfrm>
                  <a:off x="1037406" y="4048191"/>
                  <a:ext cx="24480" cy="63000"/>
                </a:xfrm>
                <a:prstGeom prst="rect">
                  <a:avLst/>
                </a:prstGeom>
              </p:spPr>
            </p:pic>
          </mc:Fallback>
        </mc:AlternateContent>
        <mc:AlternateContent xmlns:mc="http://schemas.openxmlformats.org/markup-compatibility/2006" xmlns:p14="http://schemas.microsoft.com/office/powerpoint/2010/main">
          <mc:Choice Requires="p14">
            <p:contentPart p14:bwMode="auto" r:id="rId645">
              <p14:nvContentPartPr>
                <p14:cNvPr id="401" name="Ink 400">
                  <a:extLst>
                    <a:ext uri="{FF2B5EF4-FFF2-40B4-BE49-F238E27FC236}">
                      <a16:creationId xmlns:a16="http://schemas.microsoft.com/office/drawing/2014/main" id="{D74EEB7C-CC4B-3F76-210D-5554A59C5C89}"/>
                    </a:ext>
                  </a:extLst>
                </p14:cNvPr>
                <p14:cNvContentPartPr/>
                <p14:nvPr/>
              </p14:nvContentPartPr>
              <p14:xfrm>
                <a:off x="1103286" y="4042791"/>
                <a:ext cx="99360" cy="123840"/>
              </p14:xfrm>
            </p:contentPart>
          </mc:Choice>
          <mc:Fallback xmlns="">
            <p:pic>
              <p:nvPicPr>
                <p:cNvPr id="401" name="Ink 400">
                  <a:extLst>
                    <a:ext uri="{FF2B5EF4-FFF2-40B4-BE49-F238E27FC236}">
                      <a16:creationId xmlns:a16="http://schemas.microsoft.com/office/drawing/2014/main" id="{D74EEB7C-CC4B-3F76-210D-5554A59C5C89}"/>
                    </a:ext>
                  </a:extLst>
                </p:cNvPr>
                <p:cNvPicPr/>
                <p:nvPr/>
              </p:nvPicPr>
              <p:blipFill>
                <a:blip r:embed="rId646"/>
                <a:stretch>
                  <a:fillRect/>
                </a:stretch>
              </p:blipFill>
              <p:spPr>
                <a:xfrm>
                  <a:off x="1094646" y="4033791"/>
                  <a:ext cx="117000" cy="141480"/>
                </a:xfrm>
                <a:prstGeom prst="rect">
                  <a:avLst/>
                </a:prstGeom>
              </p:spPr>
            </p:pic>
          </mc:Fallback>
        </mc:AlternateContent>
        <mc:AlternateContent xmlns:mc="http://schemas.openxmlformats.org/markup-compatibility/2006" xmlns:p14="http://schemas.microsoft.com/office/powerpoint/2010/main">
          <mc:Choice Requires="p14">
            <p:contentPart p14:bwMode="auto" r:id="rId647">
              <p14:nvContentPartPr>
                <p14:cNvPr id="407" name="Ink 406">
                  <a:extLst>
                    <a:ext uri="{FF2B5EF4-FFF2-40B4-BE49-F238E27FC236}">
                      <a16:creationId xmlns:a16="http://schemas.microsoft.com/office/drawing/2014/main" id="{C7AB222A-82A3-F45D-8141-7A4CC305ED97}"/>
                    </a:ext>
                  </a:extLst>
                </p14:cNvPr>
                <p14:cNvContentPartPr/>
                <p14:nvPr/>
              </p14:nvContentPartPr>
              <p14:xfrm>
                <a:off x="1283646" y="3950631"/>
                <a:ext cx="120600" cy="187200"/>
              </p14:xfrm>
            </p:contentPart>
          </mc:Choice>
          <mc:Fallback xmlns="">
            <p:pic>
              <p:nvPicPr>
                <p:cNvPr id="407" name="Ink 406">
                  <a:extLst>
                    <a:ext uri="{FF2B5EF4-FFF2-40B4-BE49-F238E27FC236}">
                      <a16:creationId xmlns:a16="http://schemas.microsoft.com/office/drawing/2014/main" id="{C7AB222A-82A3-F45D-8141-7A4CC305ED97}"/>
                    </a:ext>
                  </a:extLst>
                </p:cNvPr>
                <p:cNvPicPr/>
                <p:nvPr/>
              </p:nvPicPr>
              <p:blipFill>
                <a:blip r:embed="rId648"/>
                <a:stretch>
                  <a:fillRect/>
                </a:stretch>
              </p:blipFill>
              <p:spPr>
                <a:xfrm>
                  <a:off x="1275006" y="3941631"/>
                  <a:ext cx="13824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649">
              <p14:nvContentPartPr>
                <p14:cNvPr id="408" name="Ink 407">
                  <a:extLst>
                    <a:ext uri="{FF2B5EF4-FFF2-40B4-BE49-F238E27FC236}">
                      <a16:creationId xmlns:a16="http://schemas.microsoft.com/office/drawing/2014/main" id="{5F2EC5F2-991A-D589-CD1B-313ABC04BB6E}"/>
                    </a:ext>
                  </a:extLst>
                </p14:cNvPr>
                <p14:cNvContentPartPr/>
                <p14:nvPr/>
              </p14:nvContentPartPr>
              <p14:xfrm>
                <a:off x="1451046" y="3937311"/>
                <a:ext cx="68400" cy="119160"/>
              </p14:xfrm>
            </p:contentPart>
          </mc:Choice>
          <mc:Fallback xmlns="">
            <p:pic>
              <p:nvPicPr>
                <p:cNvPr id="408" name="Ink 407">
                  <a:extLst>
                    <a:ext uri="{FF2B5EF4-FFF2-40B4-BE49-F238E27FC236}">
                      <a16:creationId xmlns:a16="http://schemas.microsoft.com/office/drawing/2014/main" id="{5F2EC5F2-991A-D589-CD1B-313ABC04BB6E}"/>
                    </a:ext>
                  </a:extLst>
                </p:cNvPr>
                <p:cNvPicPr/>
                <p:nvPr/>
              </p:nvPicPr>
              <p:blipFill>
                <a:blip r:embed="rId650"/>
                <a:stretch>
                  <a:fillRect/>
                </a:stretch>
              </p:blipFill>
              <p:spPr>
                <a:xfrm>
                  <a:off x="1442406" y="3928671"/>
                  <a:ext cx="8604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651">
              <p14:nvContentPartPr>
                <p14:cNvPr id="423" name="Ink 422">
                  <a:extLst>
                    <a:ext uri="{FF2B5EF4-FFF2-40B4-BE49-F238E27FC236}">
                      <a16:creationId xmlns:a16="http://schemas.microsoft.com/office/drawing/2014/main" id="{718B77AF-37A7-AE1D-CA6B-2AC4229432EB}"/>
                    </a:ext>
                  </a:extLst>
                </p14:cNvPr>
                <p14:cNvContentPartPr/>
                <p14:nvPr/>
              </p14:nvContentPartPr>
              <p14:xfrm>
                <a:off x="1538886" y="3865671"/>
                <a:ext cx="89280" cy="150480"/>
              </p14:xfrm>
            </p:contentPart>
          </mc:Choice>
          <mc:Fallback xmlns="">
            <p:pic>
              <p:nvPicPr>
                <p:cNvPr id="423" name="Ink 422">
                  <a:extLst>
                    <a:ext uri="{FF2B5EF4-FFF2-40B4-BE49-F238E27FC236}">
                      <a16:creationId xmlns:a16="http://schemas.microsoft.com/office/drawing/2014/main" id="{718B77AF-37A7-AE1D-CA6B-2AC4229432EB}"/>
                    </a:ext>
                  </a:extLst>
                </p:cNvPr>
                <p:cNvPicPr/>
                <p:nvPr/>
              </p:nvPicPr>
              <p:blipFill>
                <a:blip r:embed="rId652"/>
                <a:stretch>
                  <a:fillRect/>
                </a:stretch>
              </p:blipFill>
              <p:spPr>
                <a:xfrm>
                  <a:off x="1529886" y="3856671"/>
                  <a:ext cx="106920" cy="168120"/>
                </a:xfrm>
                <a:prstGeom prst="rect">
                  <a:avLst/>
                </a:prstGeom>
              </p:spPr>
            </p:pic>
          </mc:Fallback>
        </mc:AlternateContent>
        <mc:AlternateContent xmlns:mc="http://schemas.openxmlformats.org/markup-compatibility/2006" xmlns:p14="http://schemas.microsoft.com/office/powerpoint/2010/main">
          <mc:Choice Requires="p14">
            <p:contentPart p14:bwMode="auto" r:id="rId653">
              <p14:nvContentPartPr>
                <p14:cNvPr id="424" name="Ink 423">
                  <a:extLst>
                    <a:ext uri="{FF2B5EF4-FFF2-40B4-BE49-F238E27FC236}">
                      <a16:creationId xmlns:a16="http://schemas.microsoft.com/office/drawing/2014/main" id="{E277B304-F555-E877-0D52-C8002A7CE02C}"/>
                    </a:ext>
                  </a:extLst>
                </p14:cNvPr>
                <p14:cNvContentPartPr/>
                <p14:nvPr/>
              </p14:nvContentPartPr>
              <p14:xfrm>
                <a:off x="1705926" y="3912471"/>
                <a:ext cx="78840" cy="223200"/>
              </p14:xfrm>
            </p:contentPart>
          </mc:Choice>
          <mc:Fallback xmlns="">
            <p:pic>
              <p:nvPicPr>
                <p:cNvPr id="424" name="Ink 423">
                  <a:extLst>
                    <a:ext uri="{FF2B5EF4-FFF2-40B4-BE49-F238E27FC236}">
                      <a16:creationId xmlns:a16="http://schemas.microsoft.com/office/drawing/2014/main" id="{E277B304-F555-E877-0D52-C8002A7CE02C}"/>
                    </a:ext>
                  </a:extLst>
                </p:cNvPr>
                <p:cNvPicPr/>
                <p:nvPr/>
              </p:nvPicPr>
              <p:blipFill>
                <a:blip r:embed="rId654"/>
                <a:stretch>
                  <a:fillRect/>
                </a:stretch>
              </p:blipFill>
              <p:spPr>
                <a:xfrm>
                  <a:off x="1696926" y="3903471"/>
                  <a:ext cx="96480" cy="240840"/>
                </a:xfrm>
                <a:prstGeom prst="rect">
                  <a:avLst/>
                </a:prstGeom>
              </p:spPr>
            </p:pic>
          </mc:Fallback>
        </mc:AlternateContent>
        <mc:AlternateContent xmlns:mc="http://schemas.openxmlformats.org/markup-compatibility/2006" xmlns:p14="http://schemas.microsoft.com/office/powerpoint/2010/main">
          <mc:Choice Requires="p14">
            <p:contentPart p14:bwMode="auto" r:id="rId655">
              <p14:nvContentPartPr>
                <p14:cNvPr id="431" name="Ink 430">
                  <a:extLst>
                    <a:ext uri="{FF2B5EF4-FFF2-40B4-BE49-F238E27FC236}">
                      <a16:creationId xmlns:a16="http://schemas.microsoft.com/office/drawing/2014/main" id="{401BAE57-52F4-6774-F210-5F8BFD0333BC}"/>
                    </a:ext>
                  </a:extLst>
                </p14:cNvPr>
                <p14:cNvContentPartPr/>
                <p14:nvPr/>
              </p14:nvContentPartPr>
              <p14:xfrm>
                <a:off x="1835526" y="4011471"/>
                <a:ext cx="124560" cy="101160"/>
              </p14:xfrm>
            </p:contentPart>
          </mc:Choice>
          <mc:Fallback xmlns="">
            <p:pic>
              <p:nvPicPr>
                <p:cNvPr id="431" name="Ink 430">
                  <a:extLst>
                    <a:ext uri="{FF2B5EF4-FFF2-40B4-BE49-F238E27FC236}">
                      <a16:creationId xmlns:a16="http://schemas.microsoft.com/office/drawing/2014/main" id="{401BAE57-52F4-6774-F210-5F8BFD0333BC}"/>
                    </a:ext>
                  </a:extLst>
                </p:cNvPr>
                <p:cNvPicPr/>
                <p:nvPr/>
              </p:nvPicPr>
              <p:blipFill>
                <a:blip r:embed="rId656"/>
                <a:stretch>
                  <a:fillRect/>
                </a:stretch>
              </p:blipFill>
              <p:spPr>
                <a:xfrm>
                  <a:off x="1826526" y="4002831"/>
                  <a:ext cx="14220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657">
              <p14:nvContentPartPr>
                <p14:cNvPr id="432" name="Ink 431">
                  <a:extLst>
                    <a:ext uri="{FF2B5EF4-FFF2-40B4-BE49-F238E27FC236}">
                      <a16:creationId xmlns:a16="http://schemas.microsoft.com/office/drawing/2014/main" id="{909CBC65-4851-93E3-DBEB-AFFD13B68078}"/>
                    </a:ext>
                  </a:extLst>
                </p14:cNvPr>
                <p14:cNvContentPartPr/>
                <p14:nvPr/>
              </p14:nvContentPartPr>
              <p14:xfrm>
                <a:off x="1977726" y="4013271"/>
                <a:ext cx="148680" cy="92520"/>
              </p14:xfrm>
            </p:contentPart>
          </mc:Choice>
          <mc:Fallback xmlns="">
            <p:pic>
              <p:nvPicPr>
                <p:cNvPr id="432" name="Ink 431">
                  <a:extLst>
                    <a:ext uri="{FF2B5EF4-FFF2-40B4-BE49-F238E27FC236}">
                      <a16:creationId xmlns:a16="http://schemas.microsoft.com/office/drawing/2014/main" id="{909CBC65-4851-93E3-DBEB-AFFD13B68078}"/>
                    </a:ext>
                  </a:extLst>
                </p:cNvPr>
                <p:cNvPicPr/>
                <p:nvPr/>
              </p:nvPicPr>
              <p:blipFill>
                <a:blip r:embed="rId658"/>
                <a:stretch>
                  <a:fillRect/>
                </a:stretch>
              </p:blipFill>
              <p:spPr>
                <a:xfrm>
                  <a:off x="1968726" y="4004271"/>
                  <a:ext cx="16632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659">
              <p14:nvContentPartPr>
                <p14:cNvPr id="443" name="Ink 442">
                  <a:extLst>
                    <a:ext uri="{FF2B5EF4-FFF2-40B4-BE49-F238E27FC236}">
                      <a16:creationId xmlns:a16="http://schemas.microsoft.com/office/drawing/2014/main" id="{F3044895-6289-D18B-8057-4269D394ADDC}"/>
                    </a:ext>
                  </a:extLst>
                </p14:cNvPr>
                <p14:cNvContentPartPr/>
                <p14:nvPr/>
              </p14:nvContentPartPr>
              <p14:xfrm>
                <a:off x="2177886" y="4094271"/>
                <a:ext cx="16920" cy="81720"/>
              </p14:xfrm>
            </p:contentPart>
          </mc:Choice>
          <mc:Fallback xmlns="">
            <p:pic>
              <p:nvPicPr>
                <p:cNvPr id="443" name="Ink 442">
                  <a:extLst>
                    <a:ext uri="{FF2B5EF4-FFF2-40B4-BE49-F238E27FC236}">
                      <a16:creationId xmlns:a16="http://schemas.microsoft.com/office/drawing/2014/main" id="{F3044895-6289-D18B-8057-4269D394ADDC}"/>
                    </a:ext>
                  </a:extLst>
                </p:cNvPr>
                <p:cNvPicPr/>
                <p:nvPr/>
              </p:nvPicPr>
              <p:blipFill>
                <a:blip r:embed="rId660"/>
                <a:stretch>
                  <a:fillRect/>
                </a:stretch>
              </p:blipFill>
              <p:spPr>
                <a:xfrm>
                  <a:off x="2168886" y="4085271"/>
                  <a:ext cx="34560" cy="99360"/>
                </a:xfrm>
                <a:prstGeom prst="rect">
                  <a:avLst/>
                </a:prstGeom>
              </p:spPr>
            </p:pic>
          </mc:Fallback>
        </mc:AlternateContent>
      </p:grpSp>
      <p:grpSp>
        <p:nvGrpSpPr>
          <p:cNvPr id="526" name="Group 525">
            <a:extLst>
              <a:ext uri="{FF2B5EF4-FFF2-40B4-BE49-F238E27FC236}">
                <a16:creationId xmlns:a16="http://schemas.microsoft.com/office/drawing/2014/main" id="{B7017481-BCFC-28D6-C80F-1B7777F4008D}"/>
              </a:ext>
            </a:extLst>
          </p:cNvPr>
          <p:cNvGrpSpPr/>
          <p:nvPr/>
        </p:nvGrpSpPr>
        <p:grpSpPr>
          <a:xfrm>
            <a:off x="2598726" y="3910671"/>
            <a:ext cx="1609560" cy="258120"/>
            <a:chOff x="2598726" y="3910671"/>
            <a:chExt cx="1609560" cy="258120"/>
          </a:xfrm>
        </p:grpSpPr>
        <mc:AlternateContent xmlns:mc="http://schemas.openxmlformats.org/markup-compatibility/2006" xmlns:p14="http://schemas.microsoft.com/office/powerpoint/2010/main">
          <mc:Choice Requires="p14">
            <p:contentPart p14:bwMode="auto" r:id="rId661">
              <p14:nvContentPartPr>
                <p14:cNvPr id="513" name="Ink 512">
                  <a:extLst>
                    <a:ext uri="{FF2B5EF4-FFF2-40B4-BE49-F238E27FC236}">
                      <a16:creationId xmlns:a16="http://schemas.microsoft.com/office/drawing/2014/main" id="{68487FC0-2AE8-95AD-7F61-29BB4DAAB98F}"/>
                    </a:ext>
                  </a:extLst>
                </p14:cNvPr>
                <p14:cNvContentPartPr/>
                <p14:nvPr/>
              </p14:nvContentPartPr>
              <p14:xfrm>
                <a:off x="2602686" y="3943791"/>
                <a:ext cx="180360" cy="34920"/>
              </p14:xfrm>
            </p:contentPart>
          </mc:Choice>
          <mc:Fallback xmlns="">
            <p:pic>
              <p:nvPicPr>
                <p:cNvPr id="513" name="Ink 512">
                  <a:extLst>
                    <a:ext uri="{FF2B5EF4-FFF2-40B4-BE49-F238E27FC236}">
                      <a16:creationId xmlns:a16="http://schemas.microsoft.com/office/drawing/2014/main" id="{68487FC0-2AE8-95AD-7F61-29BB4DAAB98F}"/>
                    </a:ext>
                  </a:extLst>
                </p:cNvPr>
                <p:cNvPicPr/>
                <p:nvPr/>
              </p:nvPicPr>
              <p:blipFill>
                <a:blip r:embed="rId662"/>
                <a:stretch>
                  <a:fillRect/>
                </a:stretch>
              </p:blipFill>
              <p:spPr>
                <a:xfrm>
                  <a:off x="2593686" y="3935151"/>
                  <a:ext cx="19800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663">
              <p14:nvContentPartPr>
                <p14:cNvPr id="514" name="Ink 513">
                  <a:extLst>
                    <a:ext uri="{FF2B5EF4-FFF2-40B4-BE49-F238E27FC236}">
                      <a16:creationId xmlns:a16="http://schemas.microsoft.com/office/drawing/2014/main" id="{0349CC73-157E-C3D6-5087-B9CB921BB4AE}"/>
                    </a:ext>
                  </a:extLst>
                </p14:cNvPr>
                <p14:cNvContentPartPr/>
                <p14:nvPr/>
              </p14:nvContentPartPr>
              <p14:xfrm>
                <a:off x="2598726" y="4003551"/>
                <a:ext cx="208800" cy="165240"/>
              </p14:xfrm>
            </p:contentPart>
          </mc:Choice>
          <mc:Fallback xmlns="">
            <p:pic>
              <p:nvPicPr>
                <p:cNvPr id="514" name="Ink 513">
                  <a:extLst>
                    <a:ext uri="{FF2B5EF4-FFF2-40B4-BE49-F238E27FC236}">
                      <a16:creationId xmlns:a16="http://schemas.microsoft.com/office/drawing/2014/main" id="{0349CC73-157E-C3D6-5087-B9CB921BB4AE}"/>
                    </a:ext>
                  </a:extLst>
                </p:cNvPr>
                <p:cNvPicPr/>
                <p:nvPr/>
              </p:nvPicPr>
              <p:blipFill>
                <a:blip r:embed="rId664"/>
                <a:stretch>
                  <a:fillRect/>
                </a:stretch>
              </p:blipFill>
              <p:spPr>
                <a:xfrm>
                  <a:off x="2589726" y="3994551"/>
                  <a:ext cx="226440" cy="182880"/>
                </a:xfrm>
                <a:prstGeom prst="rect">
                  <a:avLst/>
                </a:prstGeom>
              </p:spPr>
            </p:pic>
          </mc:Fallback>
        </mc:AlternateContent>
        <mc:AlternateContent xmlns:mc="http://schemas.openxmlformats.org/markup-compatibility/2006" xmlns:p14="http://schemas.microsoft.com/office/powerpoint/2010/main">
          <mc:Choice Requires="p14">
            <p:contentPart p14:bwMode="auto" r:id="rId665">
              <p14:nvContentPartPr>
                <p14:cNvPr id="515" name="Ink 514">
                  <a:extLst>
                    <a:ext uri="{FF2B5EF4-FFF2-40B4-BE49-F238E27FC236}">
                      <a16:creationId xmlns:a16="http://schemas.microsoft.com/office/drawing/2014/main" id="{818EAA7A-EF2F-972E-DF7E-3E69B0A4B12D}"/>
                    </a:ext>
                  </a:extLst>
                </p14:cNvPr>
                <p14:cNvContentPartPr/>
                <p14:nvPr/>
              </p14:nvContentPartPr>
              <p14:xfrm>
                <a:off x="2901486" y="3914991"/>
                <a:ext cx="78120" cy="208800"/>
              </p14:xfrm>
            </p:contentPart>
          </mc:Choice>
          <mc:Fallback xmlns="">
            <p:pic>
              <p:nvPicPr>
                <p:cNvPr id="515" name="Ink 514">
                  <a:extLst>
                    <a:ext uri="{FF2B5EF4-FFF2-40B4-BE49-F238E27FC236}">
                      <a16:creationId xmlns:a16="http://schemas.microsoft.com/office/drawing/2014/main" id="{818EAA7A-EF2F-972E-DF7E-3E69B0A4B12D}"/>
                    </a:ext>
                  </a:extLst>
                </p:cNvPr>
                <p:cNvPicPr/>
                <p:nvPr/>
              </p:nvPicPr>
              <p:blipFill>
                <a:blip r:embed="rId666"/>
                <a:stretch>
                  <a:fillRect/>
                </a:stretch>
              </p:blipFill>
              <p:spPr>
                <a:xfrm>
                  <a:off x="2892486" y="3905991"/>
                  <a:ext cx="95760" cy="226440"/>
                </a:xfrm>
                <a:prstGeom prst="rect">
                  <a:avLst/>
                </a:prstGeom>
              </p:spPr>
            </p:pic>
          </mc:Fallback>
        </mc:AlternateContent>
        <mc:AlternateContent xmlns:mc="http://schemas.openxmlformats.org/markup-compatibility/2006" xmlns:p14="http://schemas.microsoft.com/office/powerpoint/2010/main">
          <mc:Choice Requires="p14">
            <p:contentPart p14:bwMode="auto" r:id="rId667">
              <p14:nvContentPartPr>
                <p14:cNvPr id="516" name="Ink 515">
                  <a:extLst>
                    <a:ext uri="{FF2B5EF4-FFF2-40B4-BE49-F238E27FC236}">
                      <a16:creationId xmlns:a16="http://schemas.microsoft.com/office/drawing/2014/main" id="{115F0B16-6CBD-92C9-A31D-C73882182875}"/>
                    </a:ext>
                  </a:extLst>
                </p14:cNvPr>
                <p14:cNvContentPartPr/>
                <p14:nvPr/>
              </p14:nvContentPartPr>
              <p14:xfrm>
                <a:off x="2878446" y="4051071"/>
                <a:ext cx="158400" cy="8640"/>
              </p14:xfrm>
            </p:contentPart>
          </mc:Choice>
          <mc:Fallback xmlns="">
            <p:pic>
              <p:nvPicPr>
                <p:cNvPr id="516" name="Ink 515">
                  <a:extLst>
                    <a:ext uri="{FF2B5EF4-FFF2-40B4-BE49-F238E27FC236}">
                      <a16:creationId xmlns:a16="http://schemas.microsoft.com/office/drawing/2014/main" id="{115F0B16-6CBD-92C9-A31D-C73882182875}"/>
                    </a:ext>
                  </a:extLst>
                </p:cNvPr>
                <p:cNvPicPr/>
                <p:nvPr/>
              </p:nvPicPr>
              <p:blipFill>
                <a:blip r:embed="rId668"/>
                <a:stretch>
                  <a:fillRect/>
                </a:stretch>
              </p:blipFill>
              <p:spPr>
                <a:xfrm>
                  <a:off x="2869806" y="4042071"/>
                  <a:ext cx="17604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669">
              <p14:nvContentPartPr>
                <p14:cNvPr id="517" name="Ink 516">
                  <a:extLst>
                    <a:ext uri="{FF2B5EF4-FFF2-40B4-BE49-F238E27FC236}">
                      <a16:creationId xmlns:a16="http://schemas.microsoft.com/office/drawing/2014/main" id="{1BD4440B-700D-2FCA-842F-BF74FBEFC684}"/>
                    </a:ext>
                  </a:extLst>
                </p14:cNvPr>
                <p14:cNvContentPartPr/>
                <p14:nvPr/>
              </p14:nvContentPartPr>
              <p14:xfrm>
                <a:off x="3075006" y="4032351"/>
                <a:ext cx="91800" cy="60840"/>
              </p14:xfrm>
            </p:contentPart>
          </mc:Choice>
          <mc:Fallback xmlns="">
            <p:pic>
              <p:nvPicPr>
                <p:cNvPr id="517" name="Ink 516">
                  <a:extLst>
                    <a:ext uri="{FF2B5EF4-FFF2-40B4-BE49-F238E27FC236}">
                      <a16:creationId xmlns:a16="http://schemas.microsoft.com/office/drawing/2014/main" id="{1BD4440B-700D-2FCA-842F-BF74FBEFC684}"/>
                    </a:ext>
                  </a:extLst>
                </p:cNvPr>
                <p:cNvPicPr/>
                <p:nvPr/>
              </p:nvPicPr>
              <p:blipFill>
                <a:blip r:embed="rId670"/>
                <a:stretch>
                  <a:fillRect/>
                </a:stretch>
              </p:blipFill>
              <p:spPr>
                <a:xfrm>
                  <a:off x="3066006" y="4023711"/>
                  <a:ext cx="109440"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671">
              <p14:nvContentPartPr>
                <p14:cNvPr id="518" name="Ink 517">
                  <a:extLst>
                    <a:ext uri="{FF2B5EF4-FFF2-40B4-BE49-F238E27FC236}">
                      <a16:creationId xmlns:a16="http://schemas.microsoft.com/office/drawing/2014/main" id="{31098691-6F2C-79A7-4A21-F56B4CC3FFD2}"/>
                    </a:ext>
                  </a:extLst>
                </p14:cNvPr>
                <p14:cNvContentPartPr/>
                <p14:nvPr/>
              </p14:nvContentPartPr>
              <p14:xfrm>
                <a:off x="3063126" y="4005711"/>
                <a:ext cx="91440" cy="140760"/>
              </p14:xfrm>
            </p:contentPart>
          </mc:Choice>
          <mc:Fallback xmlns="">
            <p:pic>
              <p:nvPicPr>
                <p:cNvPr id="518" name="Ink 517">
                  <a:extLst>
                    <a:ext uri="{FF2B5EF4-FFF2-40B4-BE49-F238E27FC236}">
                      <a16:creationId xmlns:a16="http://schemas.microsoft.com/office/drawing/2014/main" id="{31098691-6F2C-79A7-4A21-F56B4CC3FFD2}"/>
                    </a:ext>
                  </a:extLst>
                </p:cNvPr>
                <p:cNvPicPr/>
                <p:nvPr/>
              </p:nvPicPr>
              <p:blipFill>
                <a:blip r:embed="rId672"/>
                <a:stretch>
                  <a:fillRect/>
                </a:stretch>
              </p:blipFill>
              <p:spPr>
                <a:xfrm>
                  <a:off x="3054486" y="3996711"/>
                  <a:ext cx="109080" cy="158400"/>
                </a:xfrm>
                <a:prstGeom prst="rect">
                  <a:avLst/>
                </a:prstGeom>
              </p:spPr>
            </p:pic>
          </mc:Fallback>
        </mc:AlternateContent>
        <mc:AlternateContent xmlns:mc="http://schemas.openxmlformats.org/markup-compatibility/2006" xmlns:p14="http://schemas.microsoft.com/office/powerpoint/2010/main">
          <mc:Choice Requires="p14">
            <p:contentPart p14:bwMode="auto" r:id="rId673">
              <p14:nvContentPartPr>
                <p14:cNvPr id="519" name="Ink 518">
                  <a:extLst>
                    <a:ext uri="{FF2B5EF4-FFF2-40B4-BE49-F238E27FC236}">
                      <a16:creationId xmlns:a16="http://schemas.microsoft.com/office/drawing/2014/main" id="{E71EBFEA-70B7-AF52-9332-8C74449D8563}"/>
                    </a:ext>
                  </a:extLst>
                </p14:cNvPr>
                <p14:cNvContentPartPr/>
                <p14:nvPr/>
              </p14:nvContentPartPr>
              <p14:xfrm>
                <a:off x="3302886" y="3963951"/>
                <a:ext cx="103680" cy="15840"/>
              </p14:xfrm>
            </p:contentPart>
          </mc:Choice>
          <mc:Fallback xmlns="">
            <p:pic>
              <p:nvPicPr>
                <p:cNvPr id="519" name="Ink 518">
                  <a:extLst>
                    <a:ext uri="{FF2B5EF4-FFF2-40B4-BE49-F238E27FC236}">
                      <a16:creationId xmlns:a16="http://schemas.microsoft.com/office/drawing/2014/main" id="{E71EBFEA-70B7-AF52-9332-8C74449D8563}"/>
                    </a:ext>
                  </a:extLst>
                </p:cNvPr>
                <p:cNvPicPr/>
                <p:nvPr/>
              </p:nvPicPr>
              <p:blipFill>
                <a:blip r:embed="rId674"/>
                <a:stretch>
                  <a:fillRect/>
                </a:stretch>
              </p:blipFill>
              <p:spPr>
                <a:xfrm>
                  <a:off x="3293886" y="3955311"/>
                  <a:ext cx="12132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675">
              <p14:nvContentPartPr>
                <p14:cNvPr id="520" name="Ink 519">
                  <a:extLst>
                    <a:ext uri="{FF2B5EF4-FFF2-40B4-BE49-F238E27FC236}">
                      <a16:creationId xmlns:a16="http://schemas.microsoft.com/office/drawing/2014/main" id="{4E736774-927C-8EC0-A06A-5C193948A840}"/>
                    </a:ext>
                  </a:extLst>
                </p14:cNvPr>
                <p14:cNvContentPartPr/>
                <p14:nvPr/>
              </p14:nvContentPartPr>
              <p14:xfrm>
                <a:off x="3318006" y="4038831"/>
                <a:ext cx="115560" cy="13320"/>
              </p14:xfrm>
            </p:contentPart>
          </mc:Choice>
          <mc:Fallback xmlns="">
            <p:pic>
              <p:nvPicPr>
                <p:cNvPr id="520" name="Ink 519">
                  <a:extLst>
                    <a:ext uri="{FF2B5EF4-FFF2-40B4-BE49-F238E27FC236}">
                      <a16:creationId xmlns:a16="http://schemas.microsoft.com/office/drawing/2014/main" id="{4E736774-927C-8EC0-A06A-5C193948A840}"/>
                    </a:ext>
                  </a:extLst>
                </p:cNvPr>
                <p:cNvPicPr/>
                <p:nvPr/>
              </p:nvPicPr>
              <p:blipFill>
                <a:blip r:embed="rId676"/>
                <a:stretch>
                  <a:fillRect/>
                </a:stretch>
              </p:blipFill>
              <p:spPr>
                <a:xfrm>
                  <a:off x="3309366" y="4030191"/>
                  <a:ext cx="13320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677">
              <p14:nvContentPartPr>
                <p14:cNvPr id="522" name="Ink 521">
                  <a:extLst>
                    <a:ext uri="{FF2B5EF4-FFF2-40B4-BE49-F238E27FC236}">
                      <a16:creationId xmlns:a16="http://schemas.microsoft.com/office/drawing/2014/main" id="{1A304700-97CF-762F-75BB-3B4C25AE69E8}"/>
                    </a:ext>
                  </a:extLst>
                </p14:cNvPr>
                <p14:cNvContentPartPr/>
                <p14:nvPr/>
              </p14:nvContentPartPr>
              <p14:xfrm>
                <a:off x="3539766" y="3933351"/>
                <a:ext cx="246600" cy="135000"/>
              </p14:xfrm>
            </p:contentPart>
          </mc:Choice>
          <mc:Fallback xmlns="">
            <p:pic>
              <p:nvPicPr>
                <p:cNvPr id="522" name="Ink 521">
                  <a:extLst>
                    <a:ext uri="{FF2B5EF4-FFF2-40B4-BE49-F238E27FC236}">
                      <a16:creationId xmlns:a16="http://schemas.microsoft.com/office/drawing/2014/main" id="{1A304700-97CF-762F-75BB-3B4C25AE69E8}"/>
                    </a:ext>
                  </a:extLst>
                </p:cNvPr>
                <p:cNvPicPr/>
                <p:nvPr/>
              </p:nvPicPr>
              <p:blipFill>
                <a:blip r:embed="rId678"/>
                <a:stretch>
                  <a:fillRect/>
                </a:stretch>
              </p:blipFill>
              <p:spPr>
                <a:xfrm>
                  <a:off x="3531126" y="3924711"/>
                  <a:ext cx="26424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679">
              <p14:nvContentPartPr>
                <p14:cNvPr id="523" name="Ink 522">
                  <a:extLst>
                    <a:ext uri="{FF2B5EF4-FFF2-40B4-BE49-F238E27FC236}">
                      <a16:creationId xmlns:a16="http://schemas.microsoft.com/office/drawing/2014/main" id="{8363A7BF-C0A3-FD38-06F7-7454796CD9B2}"/>
                    </a:ext>
                  </a:extLst>
                </p14:cNvPr>
                <p14:cNvContentPartPr/>
                <p14:nvPr/>
              </p14:nvContentPartPr>
              <p14:xfrm>
                <a:off x="3825606" y="3910671"/>
                <a:ext cx="172440" cy="169920"/>
              </p14:xfrm>
            </p:contentPart>
          </mc:Choice>
          <mc:Fallback xmlns="">
            <p:pic>
              <p:nvPicPr>
                <p:cNvPr id="523" name="Ink 522">
                  <a:extLst>
                    <a:ext uri="{FF2B5EF4-FFF2-40B4-BE49-F238E27FC236}">
                      <a16:creationId xmlns:a16="http://schemas.microsoft.com/office/drawing/2014/main" id="{8363A7BF-C0A3-FD38-06F7-7454796CD9B2}"/>
                    </a:ext>
                  </a:extLst>
                </p:cNvPr>
                <p:cNvPicPr/>
                <p:nvPr/>
              </p:nvPicPr>
              <p:blipFill>
                <a:blip r:embed="rId680"/>
                <a:stretch>
                  <a:fillRect/>
                </a:stretch>
              </p:blipFill>
              <p:spPr>
                <a:xfrm>
                  <a:off x="3816966" y="3901671"/>
                  <a:ext cx="190080" cy="187560"/>
                </a:xfrm>
                <a:prstGeom prst="rect">
                  <a:avLst/>
                </a:prstGeom>
              </p:spPr>
            </p:pic>
          </mc:Fallback>
        </mc:AlternateContent>
        <mc:AlternateContent xmlns:mc="http://schemas.openxmlformats.org/markup-compatibility/2006" xmlns:p14="http://schemas.microsoft.com/office/powerpoint/2010/main">
          <mc:Choice Requires="p14">
            <p:contentPart p14:bwMode="auto" r:id="rId681">
              <p14:nvContentPartPr>
                <p14:cNvPr id="524" name="Ink 523">
                  <a:extLst>
                    <a:ext uri="{FF2B5EF4-FFF2-40B4-BE49-F238E27FC236}">
                      <a16:creationId xmlns:a16="http://schemas.microsoft.com/office/drawing/2014/main" id="{C0D07B5E-DBBB-670A-244F-E0807385C6F0}"/>
                    </a:ext>
                  </a:extLst>
                </p14:cNvPr>
                <p14:cNvContentPartPr/>
                <p14:nvPr/>
              </p14:nvContentPartPr>
              <p14:xfrm>
                <a:off x="4110366" y="3978351"/>
                <a:ext cx="97920" cy="104760"/>
              </p14:xfrm>
            </p:contentPart>
          </mc:Choice>
          <mc:Fallback xmlns="">
            <p:pic>
              <p:nvPicPr>
                <p:cNvPr id="524" name="Ink 523">
                  <a:extLst>
                    <a:ext uri="{FF2B5EF4-FFF2-40B4-BE49-F238E27FC236}">
                      <a16:creationId xmlns:a16="http://schemas.microsoft.com/office/drawing/2014/main" id="{C0D07B5E-DBBB-670A-244F-E0807385C6F0}"/>
                    </a:ext>
                  </a:extLst>
                </p:cNvPr>
                <p:cNvPicPr/>
                <p:nvPr/>
              </p:nvPicPr>
              <p:blipFill>
                <a:blip r:embed="rId682"/>
                <a:stretch>
                  <a:fillRect/>
                </a:stretch>
              </p:blipFill>
              <p:spPr>
                <a:xfrm>
                  <a:off x="4101366" y="3969351"/>
                  <a:ext cx="11556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683">
              <p14:nvContentPartPr>
                <p14:cNvPr id="525" name="Ink 524">
                  <a:extLst>
                    <a:ext uri="{FF2B5EF4-FFF2-40B4-BE49-F238E27FC236}">
                      <a16:creationId xmlns:a16="http://schemas.microsoft.com/office/drawing/2014/main" id="{4CE1FFB8-0246-3173-BAE0-7BEF54CE2F04}"/>
                    </a:ext>
                  </a:extLst>
                </p14:cNvPr>
                <p14:cNvContentPartPr/>
                <p14:nvPr/>
              </p14:nvContentPartPr>
              <p14:xfrm>
                <a:off x="4076886" y="3971511"/>
                <a:ext cx="103320" cy="134280"/>
              </p14:xfrm>
            </p:contentPart>
          </mc:Choice>
          <mc:Fallback xmlns="">
            <p:pic>
              <p:nvPicPr>
                <p:cNvPr id="525" name="Ink 524">
                  <a:extLst>
                    <a:ext uri="{FF2B5EF4-FFF2-40B4-BE49-F238E27FC236}">
                      <a16:creationId xmlns:a16="http://schemas.microsoft.com/office/drawing/2014/main" id="{4CE1FFB8-0246-3173-BAE0-7BEF54CE2F04}"/>
                    </a:ext>
                  </a:extLst>
                </p:cNvPr>
                <p:cNvPicPr/>
                <p:nvPr/>
              </p:nvPicPr>
              <p:blipFill>
                <a:blip r:embed="rId684"/>
                <a:stretch>
                  <a:fillRect/>
                </a:stretch>
              </p:blipFill>
              <p:spPr>
                <a:xfrm>
                  <a:off x="4068246" y="3962871"/>
                  <a:ext cx="120960" cy="151920"/>
                </a:xfrm>
                <a:prstGeom prst="rect">
                  <a:avLst/>
                </a:prstGeom>
              </p:spPr>
            </p:pic>
          </mc:Fallback>
        </mc:AlternateContent>
      </p:grpSp>
      <p:grpSp>
        <p:nvGrpSpPr>
          <p:cNvPr id="530" name="Group 529">
            <a:extLst>
              <a:ext uri="{FF2B5EF4-FFF2-40B4-BE49-F238E27FC236}">
                <a16:creationId xmlns:a16="http://schemas.microsoft.com/office/drawing/2014/main" id="{86D1467A-444C-5627-8D4B-509C30969972}"/>
              </a:ext>
            </a:extLst>
          </p:cNvPr>
          <p:cNvGrpSpPr/>
          <p:nvPr/>
        </p:nvGrpSpPr>
        <p:grpSpPr>
          <a:xfrm>
            <a:off x="3831366" y="3759111"/>
            <a:ext cx="442440" cy="383040"/>
            <a:chOff x="3831366" y="3759111"/>
            <a:chExt cx="442440" cy="383040"/>
          </a:xfrm>
        </p:grpSpPr>
        <mc:AlternateContent xmlns:mc="http://schemas.openxmlformats.org/markup-compatibility/2006" xmlns:p14="http://schemas.microsoft.com/office/powerpoint/2010/main">
          <mc:Choice Requires="p14">
            <p:contentPart p14:bwMode="auto" r:id="rId685">
              <p14:nvContentPartPr>
                <p14:cNvPr id="527" name="Ink 526">
                  <a:extLst>
                    <a:ext uri="{FF2B5EF4-FFF2-40B4-BE49-F238E27FC236}">
                      <a16:creationId xmlns:a16="http://schemas.microsoft.com/office/drawing/2014/main" id="{8DC80C70-D48C-B1C3-7EC0-3D94328A1C35}"/>
                    </a:ext>
                  </a:extLst>
                </p14:cNvPr>
                <p14:cNvContentPartPr/>
                <p14:nvPr/>
              </p14:nvContentPartPr>
              <p14:xfrm>
                <a:off x="3878166" y="4098951"/>
                <a:ext cx="22320" cy="7560"/>
              </p14:xfrm>
            </p:contentPart>
          </mc:Choice>
          <mc:Fallback xmlns="">
            <p:pic>
              <p:nvPicPr>
                <p:cNvPr id="527" name="Ink 526">
                  <a:extLst>
                    <a:ext uri="{FF2B5EF4-FFF2-40B4-BE49-F238E27FC236}">
                      <a16:creationId xmlns:a16="http://schemas.microsoft.com/office/drawing/2014/main" id="{8DC80C70-D48C-B1C3-7EC0-3D94328A1C35}"/>
                    </a:ext>
                  </a:extLst>
                </p:cNvPr>
                <p:cNvPicPr/>
                <p:nvPr/>
              </p:nvPicPr>
              <p:blipFill>
                <a:blip r:embed="rId686"/>
                <a:stretch>
                  <a:fillRect/>
                </a:stretch>
              </p:blipFill>
              <p:spPr>
                <a:xfrm>
                  <a:off x="3869166" y="4090311"/>
                  <a:ext cx="3996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687">
              <p14:nvContentPartPr>
                <p14:cNvPr id="528" name="Ink 527">
                  <a:extLst>
                    <a:ext uri="{FF2B5EF4-FFF2-40B4-BE49-F238E27FC236}">
                      <a16:creationId xmlns:a16="http://schemas.microsoft.com/office/drawing/2014/main" id="{636E280D-C71E-D62C-F865-98F911FF1960}"/>
                    </a:ext>
                  </a:extLst>
                </p14:cNvPr>
                <p14:cNvContentPartPr/>
                <p14:nvPr/>
              </p14:nvContentPartPr>
              <p14:xfrm>
                <a:off x="3831366" y="3843711"/>
                <a:ext cx="304560" cy="298440"/>
              </p14:xfrm>
            </p:contentPart>
          </mc:Choice>
          <mc:Fallback xmlns="">
            <p:pic>
              <p:nvPicPr>
                <p:cNvPr id="528" name="Ink 527">
                  <a:extLst>
                    <a:ext uri="{FF2B5EF4-FFF2-40B4-BE49-F238E27FC236}">
                      <a16:creationId xmlns:a16="http://schemas.microsoft.com/office/drawing/2014/main" id="{636E280D-C71E-D62C-F865-98F911FF1960}"/>
                    </a:ext>
                  </a:extLst>
                </p:cNvPr>
                <p:cNvPicPr/>
                <p:nvPr/>
              </p:nvPicPr>
              <p:blipFill>
                <a:blip r:embed="rId688"/>
                <a:stretch>
                  <a:fillRect/>
                </a:stretch>
              </p:blipFill>
              <p:spPr>
                <a:xfrm>
                  <a:off x="3822726" y="3834711"/>
                  <a:ext cx="322200" cy="316080"/>
                </a:xfrm>
                <a:prstGeom prst="rect">
                  <a:avLst/>
                </a:prstGeom>
              </p:spPr>
            </p:pic>
          </mc:Fallback>
        </mc:AlternateContent>
        <mc:AlternateContent xmlns:mc="http://schemas.openxmlformats.org/markup-compatibility/2006" xmlns:p14="http://schemas.microsoft.com/office/powerpoint/2010/main">
          <mc:Choice Requires="p14">
            <p:contentPart p14:bwMode="auto" r:id="rId689">
              <p14:nvContentPartPr>
                <p14:cNvPr id="529" name="Ink 528">
                  <a:extLst>
                    <a:ext uri="{FF2B5EF4-FFF2-40B4-BE49-F238E27FC236}">
                      <a16:creationId xmlns:a16="http://schemas.microsoft.com/office/drawing/2014/main" id="{AD9CDC3E-996E-EC35-B5E8-3C8165FF130F}"/>
                    </a:ext>
                  </a:extLst>
                </p14:cNvPr>
                <p14:cNvContentPartPr/>
                <p14:nvPr/>
              </p14:nvContentPartPr>
              <p14:xfrm>
                <a:off x="4206486" y="3759111"/>
                <a:ext cx="67320" cy="100440"/>
              </p14:xfrm>
            </p:contentPart>
          </mc:Choice>
          <mc:Fallback xmlns="">
            <p:pic>
              <p:nvPicPr>
                <p:cNvPr id="529" name="Ink 528">
                  <a:extLst>
                    <a:ext uri="{FF2B5EF4-FFF2-40B4-BE49-F238E27FC236}">
                      <a16:creationId xmlns:a16="http://schemas.microsoft.com/office/drawing/2014/main" id="{AD9CDC3E-996E-EC35-B5E8-3C8165FF130F}"/>
                    </a:ext>
                  </a:extLst>
                </p:cNvPr>
                <p:cNvPicPr/>
                <p:nvPr/>
              </p:nvPicPr>
              <p:blipFill>
                <a:blip r:embed="rId690"/>
                <a:stretch>
                  <a:fillRect/>
                </a:stretch>
              </p:blipFill>
              <p:spPr>
                <a:xfrm>
                  <a:off x="4197486" y="3750471"/>
                  <a:ext cx="84960" cy="118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91">
            <p14:nvContentPartPr>
              <p14:cNvPr id="537" name="Ink 536">
                <a:extLst>
                  <a:ext uri="{FF2B5EF4-FFF2-40B4-BE49-F238E27FC236}">
                    <a16:creationId xmlns:a16="http://schemas.microsoft.com/office/drawing/2014/main" id="{60D6B158-E265-557A-047D-D9C55050AA35}"/>
                  </a:ext>
                </a:extLst>
              </p14:cNvPr>
              <p14:cNvContentPartPr/>
              <p14:nvPr/>
            </p14:nvContentPartPr>
            <p14:xfrm>
              <a:off x="1807086" y="4470111"/>
              <a:ext cx="360" cy="360"/>
            </p14:xfrm>
          </p:contentPart>
        </mc:Choice>
        <mc:Fallback xmlns="">
          <p:pic>
            <p:nvPicPr>
              <p:cNvPr id="537" name="Ink 536">
                <a:extLst>
                  <a:ext uri="{FF2B5EF4-FFF2-40B4-BE49-F238E27FC236}">
                    <a16:creationId xmlns:a16="http://schemas.microsoft.com/office/drawing/2014/main" id="{60D6B158-E265-557A-047D-D9C55050AA35}"/>
                  </a:ext>
                </a:extLst>
              </p:cNvPr>
              <p:cNvPicPr/>
              <p:nvPr/>
            </p:nvPicPr>
            <p:blipFill>
              <a:blip r:embed="rId620"/>
              <a:stretch>
                <a:fillRect/>
              </a:stretch>
            </p:blipFill>
            <p:spPr>
              <a:xfrm>
                <a:off x="1798086" y="4461471"/>
                <a:ext cx="18000" cy="18000"/>
              </a:xfrm>
              <a:prstGeom prst="rect">
                <a:avLst/>
              </a:prstGeom>
            </p:spPr>
          </p:pic>
        </mc:Fallback>
      </mc:AlternateContent>
      <p:grpSp>
        <p:nvGrpSpPr>
          <p:cNvPr id="557" name="Group 556">
            <a:extLst>
              <a:ext uri="{FF2B5EF4-FFF2-40B4-BE49-F238E27FC236}">
                <a16:creationId xmlns:a16="http://schemas.microsoft.com/office/drawing/2014/main" id="{528741D0-0618-EA14-C585-1FDB74288ECB}"/>
              </a:ext>
            </a:extLst>
          </p:cNvPr>
          <p:cNvGrpSpPr/>
          <p:nvPr/>
        </p:nvGrpSpPr>
        <p:grpSpPr>
          <a:xfrm>
            <a:off x="2238006" y="4287591"/>
            <a:ext cx="1595160" cy="302400"/>
            <a:chOff x="2238006" y="4287591"/>
            <a:chExt cx="1595160" cy="302400"/>
          </a:xfrm>
        </p:grpSpPr>
        <mc:AlternateContent xmlns:mc="http://schemas.openxmlformats.org/markup-compatibility/2006" xmlns:p14="http://schemas.microsoft.com/office/powerpoint/2010/main">
          <mc:Choice Requires="p14">
            <p:contentPart p14:bwMode="auto" r:id="rId692">
              <p14:nvContentPartPr>
                <p14:cNvPr id="538" name="Ink 537">
                  <a:extLst>
                    <a:ext uri="{FF2B5EF4-FFF2-40B4-BE49-F238E27FC236}">
                      <a16:creationId xmlns:a16="http://schemas.microsoft.com/office/drawing/2014/main" id="{5DA9ABA3-FF72-0D32-0AFC-0DAC5D5D9AD4}"/>
                    </a:ext>
                  </a:extLst>
                </p14:cNvPr>
                <p14:cNvContentPartPr/>
                <p14:nvPr/>
              </p14:nvContentPartPr>
              <p14:xfrm>
                <a:off x="2238006" y="4464711"/>
                <a:ext cx="135000" cy="17280"/>
              </p14:xfrm>
            </p:contentPart>
          </mc:Choice>
          <mc:Fallback xmlns="">
            <p:pic>
              <p:nvPicPr>
                <p:cNvPr id="538" name="Ink 537">
                  <a:extLst>
                    <a:ext uri="{FF2B5EF4-FFF2-40B4-BE49-F238E27FC236}">
                      <a16:creationId xmlns:a16="http://schemas.microsoft.com/office/drawing/2014/main" id="{5DA9ABA3-FF72-0D32-0AFC-0DAC5D5D9AD4}"/>
                    </a:ext>
                  </a:extLst>
                </p:cNvPr>
                <p:cNvPicPr/>
                <p:nvPr/>
              </p:nvPicPr>
              <p:blipFill>
                <a:blip r:embed="rId693"/>
                <a:stretch>
                  <a:fillRect/>
                </a:stretch>
              </p:blipFill>
              <p:spPr>
                <a:xfrm>
                  <a:off x="2229366" y="4456071"/>
                  <a:ext cx="152640" cy="34920"/>
                </a:xfrm>
                <a:prstGeom prst="rect">
                  <a:avLst/>
                </a:prstGeom>
              </p:spPr>
            </p:pic>
          </mc:Fallback>
        </mc:AlternateContent>
        <mc:AlternateContent xmlns:mc="http://schemas.openxmlformats.org/markup-compatibility/2006" xmlns:p14="http://schemas.microsoft.com/office/powerpoint/2010/main">
          <mc:Choice Requires="p14">
            <p:contentPart p14:bwMode="auto" r:id="rId694">
              <p14:nvContentPartPr>
                <p14:cNvPr id="539" name="Ink 538">
                  <a:extLst>
                    <a:ext uri="{FF2B5EF4-FFF2-40B4-BE49-F238E27FC236}">
                      <a16:creationId xmlns:a16="http://schemas.microsoft.com/office/drawing/2014/main" id="{D6EFF635-0C95-8F17-ECD3-478E257ABA8E}"/>
                    </a:ext>
                  </a:extLst>
                </p14:cNvPr>
                <p14:cNvContentPartPr/>
                <p14:nvPr/>
              </p14:nvContentPartPr>
              <p14:xfrm>
                <a:off x="2443926" y="4386231"/>
                <a:ext cx="151200" cy="11160"/>
              </p14:xfrm>
            </p:contentPart>
          </mc:Choice>
          <mc:Fallback xmlns="">
            <p:pic>
              <p:nvPicPr>
                <p:cNvPr id="539" name="Ink 538">
                  <a:extLst>
                    <a:ext uri="{FF2B5EF4-FFF2-40B4-BE49-F238E27FC236}">
                      <a16:creationId xmlns:a16="http://schemas.microsoft.com/office/drawing/2014/main" id="{D6EFF635-0C95-8F17-ECD3-478E257ABA8E}"/>
                    </a:ext>
                  </a:extLst>
                </p:cNvPr>
                <p:cNvPicPr/>
                <p:nvPr/>
              </p:nvPicPr>
              <p:blipFill>
                <a:blip r:embed="rId695"/>
                <a:stretch>
                  <a:fillRect/>
                </a:stretch>
              </p:blipFill>
              <p:spPr>
                <a:xfrm>
                  <a:off x="2435286" y="4377591"/>
                  <a:ext cx="16884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696">
              <p14:nvContentPartPr>
                <p14:cNvPr id="540" name="Ink 539">
                  <a:extLst>
                    <a:ext uri="{FF2B5EF4-FFF2-40B4-BE49-F238E27FC236}">
                      <a16:creationId xmlns:a16="http://schemas.microsoft.com/office/drawing/2014/main" id="{E96F9EAD-41D7-CBA3-70B0-B9668F8770FE}"/>
                    </a:ext>
                  </a:extLst>
                </p14:cNvPr>
                <p14:cNvContentPartPr/>
                <p14:nvPr/>
              </p14:nvContentPartPr>
              <p14:xfrm>
                <a:off x="2516286" y="4401351"/>
                <a:ext cx="8280" cy="141840"/>
              </p14:xfrm>
            </p:contentPart>
          </mc:Choice>
          <mc:Fallback xmlns="">
            <p:pic>
              <p:nvPicPr>
                <p:cNvPr id="540" name="Ink 539">
                  <a:extLst>
                    <a:ext uri="{FF2B5EF4-FFF2-40B4-BE49-F238E27FC236}">
                      <a16:creationId xmlns:a16="http://schemas.microsoft.com/office/drawing/2014/main" id="{E96F9EAD-41D7-CBA3-70B0-B9668F8770FE}"/>
                    </a:ext>
                  </a:extLst>
                </p:cNvPr>
                <p:cNvPicPr/>
                <p:nvPr/>
              </p:nvPicPr>
              <p:blipFill>
                <a:blip r:embed="rId697"/>
                <a:stretch>
                  <a:fillRect/>
                </a:stretch>
              </p:blipFill>
              <p:spPr>
                <a:xfrm>
                  <a:off x="2507646" y="4392711"/>
                  <a:ext cx="25920"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698">
              <p14:nvContentPartPr>
                <p14:cNvPr id="541" name="Ink 540">
                  <a:extLst>
                    <a:ext uri="{FF2B5EF4-FFF2-40B4-BE49-F238E27FC236}">
                      <a16:creationId xmlns:a16="http://schemas.microsoft.com/office/drawing/2014/main" id="{B18A0C2B-EA0A-CEC7-1ACB-360A24877051}"/>
                    </a:ext>
                  </a:extLst>
                </p14:cNvPr>
                <p14:cNvContentPartPr/>
                <p14:nvPr/>
              </p14:nvContentPartPr>
              <p14:xfrm>
                <a:off x="2604126" y="4476231"/>
                <a:ext cx="1440" cy="106560"/>
              </p14:xfrm>
            </p:contentPart>
          </mc:Choice>
          <mc:Fallback xmlns="">
            <p:pic>
              <p:nvPicPr>
                <p:cNvPr id="541" name="Ink 540">
                  <a:extLst>
                    <a:ext uri="{FF2B5EF4-FFF2-40B4-BE49-F238E27FC236}">
                      <a16:creationId xmlns:a16="http://schemas.microsoft.com/office/drawing/2014/main" id="{B18A0C2B-EA0A-CEC7-1ACB-360A24877051}"/>
                    </a:ext>
                  </a:extLst>
                </p:cNvPr>
                <p:cNvPicPr/>
                <p:nvPr/>
              </p:nvPicPr>
              <p:blipFill>
                <a:blip r:embed="rId699"/>
                <a:stretch>
                  <a:fillRect/>
                </a:stretch>
              </p:blipFill>
              <p:spPr>
                <a:xfrm>
                  <a:off x="2595486" y="4467591"/>
                  <a:ext cx="1908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700">
              <p14:nvContentPartPr>
                <p14:cNvPr id="542" name="Ink 541">
                  <a:extLst>
                    <a:ext uri="{FF2B5EF4-FFF2-40B4-BE49-F238E27FC236}">
                      <a16:creationId xmlns:a16="http://schemas.microsoft.com/office/drawing/2014/main" id="{9D16295B-91A1-9CFD-6BA3-1226EB55CC38}"/>
                    </a:ext>
                  </a:extLst>
                </p14:cNvPr>
                <p14:cNvContentPartPr/>
                <p14:nvPr/>
              </p14:nvContentPartPr>
              <p14:xfrm>
                <a:off x="2709606" y="4422231"/>
                <a:ext cx="131400" cy="11160"/>
              </p14:xfrm>
            </p:contentPart>
          </mc:Choice>
          <mc:Fallback xmlns="">
            <p:pic>
              <p:nvPicPr>
                <p:cNvPr id="542" name="Ink 541">
                  <a:extLst>
                    <a:ext uri="{FF2B5EF4-FFF2-40B4-BE49-F238E27FC236}">
                      <a16:creationId xmlns:a16="http://schemas.microsoft.com/office/drawing/2014/main" id="{9D16295B-91A1-9CFD-6BA3-1226EB55CC38}"/>
                    </a:ext>
                  </a:extLst>
                </p:cNvPr>
                <p:cNvPicPr/>
                <p:nvPr/>
              </p:nvPicPr>
              <p:blipFill>
                <a:blip r:embed="rId701"/>
                <a:stretch>
                  <a:fillRect/>
                </a:stretch>
              </p:blipFill>
              <p:spPr>
                <a:xfrm>
                  <a:off x="2700966" y="4413231"/>
                  <a:ext cx="14904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702">
              <p14:nvContentPartPr>
                <p14:cNvPr id="543" name="Ink 542">
                  <a:extLst>
                    <a:ext uri="{FF2B5EF4-FFF2-40B4-BE49-F238E27FC236}">
                      <a16:creationId xmlns:a16="http://schemas.microsoft.com/office/drawing/2014/main" id="{51B7B832-2BAF-2D6F-74D9-079F0B3CA76A}"/>
                    </a:ext>
                  </a:extLst>
                </p14:cNvPr>
                <p14:cNvContentPartPr/>
                <p14:nvPr/>
              </p14:nvContentPartPr>
              <p14:xfrm>
                <a:off x="2779086" y="4361391"/>
                <a:ext cx="28440" cy="170280"/>
              </p14:xfrm>
            </p:contentPart>
          </mc:Choice>
          <mc:Fallback xmlns="">
            <p:pic>
              <p:nvPicPr>
                <p:cNvPr id="543" name="Ink 542">
                  <a:extLst>
                    <a:ext uri="{FF2B5EF4-FFF2-40B4-BE49-F238E27FC236}">
                      <a16:creationId xmlns:a16="http://schemas.microsoft.com/office/drawing/2014/main" id="{51B7B832-2BAF-2D6F-74D9-079F0B3CA76A}"/>
                    </a:ext>
                  </a:extLst>
                </p:cNvPr>
                <p:cNvPicPr/>
                <p:nvPr/>
              </p:nvPicPr>
              <p:blipFill>
                <a:blip r:embed="rId703"/>
                <a:stretch>
                  <a:fillRect/>
                </a:stretch>
              </p:blipFill>
              <p:spPr>
                <a:xfrm>
                  <a:off x="2770086" y="4352751"/>
                  <a:ext cx="46080" cy="187920"/>
                </a:xfrm>
                <a:prstGeom prst="rect">
                  <a:avLst/>
                </a:prstGeom>
              </p:spPr>
            </p:pic>
          </mc:Fallback>
        </mc:AlternateContent>
        <mc:AlternateContent xmlns:mc="http://schemas.openxmlformats.org/markup-compatibility/2006" xmlns:p14="http://schemas.microsoft.com/office/powerpoint/2010/main">
          <mc:Choice Requires="p14">
            <p:contentPart p14:bwMode="auto" r:id="rId704">
              <p14:nvContentPartPr>
                <p14:cNvPr id="544" name="Ink 543">
                  <a:extLst>
                    <a:ext uri="{FF2B5EF4-FFF2-40B4-BE49-F238E27FC236}">
                      <a16:creationId xmlns:a16="http://schemas.microsoft.com/office/drawing/2014/main" id="{D9288FFE-3190-6058-CFAF-D045EC87CB5C}"/>
                    </a:ext>
                  </a:extLst>
                </p14:cNvPr>
                <p14:cNvContentPartPr/>
                <p14:nvPr/>
              </p14:nvContentPartPr>
              <p14:xfrm>
                <a:off x="2892126" y="4344471"/>
                <a:ext cx="133200" cy="3600"/>
              </p14:xfrm>
            </p:contentPart>
          </mc:Choice>
          <mc:Fallback xmlns="">
            <p:pic>
              <p:nvPicPr>
                <p:cNvPr id="544" name="Ink 543">
                  <a:extLst>
                    <a:ext uri="{FF2B5EF4-FFF2-40B4-BE49-F238E27FC236}">
                      <a16:creationId xmlns:a16="http://schemas.microsoft.com/office/drawing/2014/main" id="{D9288FFE-3190-6058-CFAF-D045EC87CB5C}"/>
                    </a:ext>
                  </a:extLst>
                </p:cNvPr>
                <p:cNvPicPr/>
                <p:nvPr/>
              </p:nvPicPr>
              <p:blipFill>
                <a:blip r:embed="rId705"/>
                <a:stretch>
                  <a:fillRect/>
                </a:stretch>
              </p:blipFill>
              <p:spPr>
                <a:xfrm>
                  <a:off x="2883486" y="4335831"/>
                  <a:ext cx="15084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706">
              <p14:nvContentPartPr>
                <p14:cNvPr id="545" name="Ink 544">
                  <a:extLst>
                    <a:ext uri="{FF2B5EF4-FFF2-40B4-BE49-F238E27FC236}">
                      <a16:creationId xmlns:a16="http://schemas.microsoft.com/office/drawing/2014/main" id="{DC30B382-80CF-828F-7467-EAF42FBECF6C}"/>
                    </a:ext>
                  </a:extLst>
                </p14:cNvPr>
                <p14:cNvContentPartPr/>
                <p14:nvPr/>
              </p14:nvContentPartPr>
              <p14:xfrm>
                <a:off x="2964486" y="4361391"/>
                <a:ext cx="1080" cy="142920"/>
              </p14:xfrm>
            </p:contentPart>
          </mc:Choice>
          <mc:Fallback xmlns="">
            <p:pic>
              <p:nvPicPr>
                <p:cNvPr id="545" name="Ink 544">
                  <a:extLst>
                    <a:ext uri="{FF2B5EF4-FFF2-40B4-BE49-F238E27FC236}">
                      <a16:creationId xmlns:a16="http://schemas.microsoft.com/office/drawing/2014/main" id="{DC30B382-80CF-828F-7467-EAF42FBECF6C}"/>
                    </a:ext>
                  </a:extLst>
                </p:cNvPr>
                <p:cNvPicPr/>
                <p:nvPr/>
              </p:nvPicPr>
              <p:blipFill>
                <a:blip r:embed="rId707"/>
                <a:stretch>
                  <a:fillRect/>
                </a:stretch>
              </p:blipFill>
              <p:spPr>
                <a:xfrm>
                  <a:off x="2955486" y="4352751"/>
                  <a:ext cx="1872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708">
              <p14:nvContentPartPr>
                <p14:cNvPr id="546" name="Ink 545">
                  <a:extLst>
                    <a:ext uri="{FF2B5EF4-FFF2-40B4-BE49-F238E27FC236}">
                      <a16:creationId xmlns:a16="http://schemas.microsoft.com/office/drawing/2014/main" id="{21141427-6A55-36C0-6097-4AAC9E170D88}"/>
                    </a:ext>
                  </a:extLst>
                </p14:cNvPr>
                <p14:cNvContentPartPr/>
                <p14:nvPr/>
              </p14:nvContentPartPr>
              <p14:xfrm>
                <a:off x="3009846" y="4459671"/>
                <a:ext cx="114120" cy="130320"/>
              </p14:xfrm>
            </p:contentPart>
          </mc:Choice>
          <mc:Fallback xmlns="">
            <p:pic>
              <p:nvPicPr>
                <p:cNvPr id="546" name="Ink 545">
                  <a:extLst>
                    <a:ext uri="{FF2B5EF4-FFF2-40B4-BE49-F238E27FC236}">
                      <a16:creationId xmlns:a16="http://schemas.microsoft.com/office/drawing/2014/main" id="{21141427-6A55-36C0-6097-4AAC9E170D88}"/>
                    </a:ext>
                  </a:extLst>
                </p:cNvPr>
                <p:cNvPicPr/>
                <p:nvPr/>
              </p:nvPicPr>
              <p:blipFill>
                <a:blip r:embed="rId709"/>
                <a:stretch>
                  <a:fillRect/>
                </a:stretch>
              </p:blipFill>
              <p:spPr>
                <a:xfrm>
                  <a:off x="3000846" y="4450671"/>
                  <a:ext cx="131760" cy="147960"/>
                </a:xfrm>
                <a:prstGeom prst="rect">
                  <a:avLst/>
                </a:prstGeom>
              </p:spPr>
            </p:pic>
          </mc:Fallback>
        </mc:AlternateContent>
        <mc:AlternateContent xmlns:mc="http://schemas.openxmlformats.org/markup-compatibility/2006" xmlns:p14="http://schemas.microsoft.com/office/powerpoint/2010/main">
          <mc:Choice Requires="p14">
            <p:contentPart p14:bwMode="auto" r:id="rId710">
              <p14:nvContentPartPr>
                <p14:cNvPr id="547" name="Ink 546">
                  <a:extLst>
                    <a:ext uri="{FF2B5EF4-FFF2-40B4-BE49-F238E27FC236}">
                      <a16:creationId xmlns:a16="http://schemas.microsoft.com/office/drawing/2014/main" id="{5C641FA5-5E7A-92BA-FB5D-7234DAFE5BB3}"/>
                    </a:ext>
                  </a:extLst>
                </p14:cNvPr>
                <p14:cNvContentPartPr/>
                <p14:nvPr/>
              </p14:nvContentPartPr>
              <p14:xfrm>
                <a:off x="3166446" y="4345191"/>
                <a:ext cx="101160" cy="171360"/>
              </p14:xfrm>
            </p:contentPart>
          </mc:Choice>
          <mc:Fallback xmlns="">
            <p:pic>
              <p:nvPicPr>
                <p:cNvPr id="547" name="Ink 546">
                  <a:extLst>
                    <a:ext uri="{FF2B5EF4-FFF2-40B4-BE49-F238E27FC236}">
                      <a16:creationId xmlns:a16="http://schemas.microsoft.com/office/drawing/2014/main" id="{5C641FA5-5E7A-92BA-FB5D-7234DAFE5BB3}"/>
                    </a:ext>
                  </a:extLst>
                </p:cNvPr>
                <p:cNvPicPr/>
                <p:nvPr/>
              </p:nvPicPr>
              <p:blipFill>
                <a:blip r:embed="rId711"/>
                <a:stretch>
                  <a:fillRect/>
                </a:stretch>
              </p:blipFill>
              <p:spPr>
                <a:xfrm>
                  <a:off x="3157806" y="4336191"/>
                  <a:ext cx="11880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712">
              <p14:nvContentPartPr>
                <p14:cNvPr id="548" name="Ink 547">
                  <a:extLst>
                    <a:ext uri="{FF2B5EF4-FFF2-40B4-BE49-F238E27FC236}">
                      <a16:creationId xmlns:a16="http://schemas.microsoft.com/office/drawing/2014/main" id="{CC9092F1-BA94-FCF7-E0CC-12E5A678E1CE}"/>
                    </a:ext>
                  </a:extLst>
                </p14:cNvPr>
                <p14:cNvContentPartPr/>
                <p14:nvPr/>
              </p14:nvContentPartPr>
              <p14:xfrm>
                <a:off x="3312606" y="4386591"/>
                <a:ext cx="29520" cy="87120"/>
              </p14:xfrm>
            </p:contentPart>
          </mc:Choice>
          <mc:Fallback xmlns="">
            <p:pic>
              <p:nvPicPr>
                <p:cNvPr id="548" name="Ink 547">
                  <a:extLst>
                    <a:ext uri="{FF2B5EF4-FFF2-40B4-BE49-F238E27FC236}">
                      <a16:creationId xmlns:a16="http://schemas.microsoft.com/office/drawing/2014/main" id="{CC9092F1-BA94-FCF7-E0CC-12E5A678E1CE}"/>
                    </a:ext>
                  </a:extLst>
                </p:cNvPr>
                <p:cNvPicPr/>
                <p:nvPr/>
              </p:nvPicPr>
              <p:blipFill>
                <a:blip r:embed="rId713"/>
                <a:stretch>
                  <a:fillRect/>
                </a:stretch>
              </p:blipFill>
              <p:spPr>
                <a:xfrm>
                  <a:off x="3303606" y="4377951"/>
                  <a:ext cx="4716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714">
              <p14:nvContentPartPr>
                <p14:cNvPr id="549" name="Ink 548">
                  <a:extLst>
                    <a:ext uri="{FF2B5EF4-FFF2-40B4-BE49-F238E27FC236}">
                      <a16:creationId xmlns:a16="http://schemas.microsoft.com/office/drawing/2014/main" id="{FDB8B07F-7ACC-5569-ED44-5C9937C581B1}"/>
                    </a:ext>
                  </a:extLst>
                </p14:cNvPr>
                <p14:cNvContentPartPr/>
                <p14:nvPr/>
              </p14:nvContentPartPr>
              <p14:xfrm>
                <a:off x="3372006" y="4363551"/>
                <a:ext cx="138600" cy="156600"/>
              </p14:xfrm>
            </p:contentPart>
          </mc:Choice>
          <mc:Fallback xmlns="">
            <p:pic>
              <p:nvPicPr>
                <p:cNvPr id="549" name="Ink 548">
                  <a:extLst>
                    <a:ext uri="{FF2B5EF4-FFF2-40B4-BE49-F238E27FC236}">
                      <a16:creationId xmlns:a16="http://schemas.microsoft.com/office/drawing/2014/main" id="{FDB8B07F-7ACC-5569-ED44-5C9937C581B1}"/>
                    </a:ext>
                  </a:extLst>
                </p:cNvPr>
                <p:cNvPicPr/>
                <p:nvPr/>
              </p:nvPicPr>
              <p:blipFill>
                <a:blip r:embed="rId715"/>
                <a:stretch>
                  <a:fillRect/>
                </a:stretch>
              </p:blipFill>
              <p:spPr>
                <a:xfrm>
                  <a:off x="3363006" y="4354911"/>
                  <a:ext cx="15624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716">
              <p14:nvContentPartPr>
                <p14:cNvPr id="550" name="Ink 549">
                  <a:extLst>
                    <a:ext uri="{FF2B5EF4-FFF2-40B4-BE49-F238E27FC236}">
                      <a16:creationId xmlns:a16="http://schemas.microsoft.com/office/drawing/2014/main" id="{8DB0BBC9-1D13-829F-D7C1-6F681A3C5CF0}"/>
                    </a:ext>
                  </a:extLst>
                </p14:cNvPr>
                <p14:cNvContentPartPr/>
                <p14:nvPr/>
              </p14:nvContentPartPr>
              <p14:xfrm>
                <a:off x="3558846" y="4351311"/>
                <a:ext cx="120240" cy="200880"/>
              </p14:xfrm>
            </p:contentPart>
          </mc:Choice>
          <mc:Fallback xmlns="">
            <p:pic>
              <p:nvPicPr>
                <p:cNvPr id="550" name="Ink 549">
                  <a:extLst>
                    <a:ext uri="{FF2B5EF4-FFF2-40B4-BE49-F238E27FC236}">
                      <a16:creationId xmlns:a16="http://schemas.microsoft.com/office/drawing/2014/main" id="{8DB0BBC9-1D13-829F-D7C1-6F681A3C5CF0}"/>
                    </a:ext>
                  </a:extLst>
                </p:cNvPr>
                <p:cNvPicPr/>
                <p:nvPr/>
              </p:nvPicPr>
              <p:blipFill>
                <a:blip r:embed="rId717"/>
                <a:stretch>
                  <a:fillRect/>
                </a:stretch>
              </p:blipFill>
              <p:spPr>
                <a:xfrm>
                  <a:off x="3549846" y="4342311"/>
                  <a:ext cx="137880" cy="218520"/>
                </a:xfrm>
                <a:prstGeom prst="rect">
                  <a:avLst/>
                </a:prstGeom>
              </p:spPr>
            </p:pic>
          </mc:Fallback>
        </mc:AlternateContent>
        <mc:AlternateContent xmlns:mc="http://schemas.openxmlformats.org/markup-compatibility/2006" xmlns:p14="http://schemas.microsoft.com/office/powerpoint/2010/main">
          <mc:Choice Requires="p14">
            <p:contentPart p14:bwMode="auto" r:id="rId718">
              <p14:nvContentPartPr>
                <p14:cNvPr id="551" name="Ink 550">
                  <a:extLst>
                    <a:ext uri="{FF2B5EF4-FFF2-40B4-BE49-F238E27FC236}">
                      <a16:creationId xmlns:a16="http://schemas.microsoft.com/office/drawing/2014/main" id="{F0BB9595-D00A-C39D-7562-74B8A291E3C0}"/>
                    </a:ext>
                  </a:extLst>
                </p14:cNvPr>
                <p14:cNvContentPartPr/>
                <p14:nvPr/>
              </p14:nvContentPartPr>
              <p14:xfrm>
                <a:off x="3733806" y="4361031"/>
                <a:ext cx="57240" cy="135720"/>
              </p14:xfrm>
            </p:contentPart>
          </mc:Choice>
          <mc:Fallback xmlns="">
            <p:pic>
              <p:nvPicPr>
                <p:cNvPr id="551" name="Ink 550">
                  <a:extLst>
                    <a:ext uri="{FF2B5EF4-FFF2-40B4-BE49-F238E27FC236}">
                      <a16:creationId xmlns:a16="http://schemas.microsoft.com/office/drawing/2014/main" id="{F0BB9595-D00A-C39D-7562-74B8A291E3C0}"/>
                    </a:ext>
                  </a:extLst>
                </p:cNvPr>
                <p:cNvPicPr/>
                <p:nvPr/>
              </p:nvPicPr>
              <p:blipFill>
                <a:blip r:embed="rId719"/>
                <a:stretch>
                  <a:fillRect/>
                </a:stretch>
              </p:blipFill>
              <p:spPr>
                <a:xfrm>
                  <a:off x="3724806" y="4352031"/>
                  <a:ext cx="74880" cy="153360"/>
                </a:xfrm>
                <a:prstGeom prst="rect">
                  <a:avLst/>
                </a:prstGeom>
              </p:spPr>
            </p:pic>
          </mc:Fallback>
        </mc:AlternateContent>
        <mc:AlternateContent xmlns:mc="http://schemas.openxmlformats.org/markup-compatibility/2006" xmlns:p14="http://schemas.microsoft.com/office/powerpoint/2010/main">
          <mc:Choice Requires="p14">
            <p:contentPart p14:bwMode="auto" r:id="rId720">
              <p14:nvContentPartPr>
                <p14:cNvPr id="552" name="Ink 551">
                  <a:extLst>
                    <a:ext uri="{FF2B5EF4-FFF2-40B4-BE49-F238E27FC236}">
                      <a16:creationId xmlns:a16="http://schemas.microsoft.com/office/drawing/2014/main" id="{E4C009D8-457F-2FA4-6A3A-22B57F90BD2B}"/>
                    </a:ext>
                  </a:extLst>
                </p14:cNvPr>
                <p14:cNvContentPartPr/>
                <p14:nvPr/>
              </p14:nvContentPartPr>
              <p14:xfrm>
                <a:off x="3801486" y="4287591"/>
                <a:ext cx="31680" cy="45720"/>
              </p14:xfrm>
            </p:contentPart>
          </mc:Choice>
          <mc:Fallback xmlns="">
            <p:pic>
              <p:nvPicPr>
                <p:cNvPr id="552" name="Ink 551">
                  <a:extLst>
                    <a:ext uri="{FF2B5EF4-FFF2-40B4-BE49-F238E27FC236}">
                      <a16:creationId xmlns:a16="http://schemas.microsoft.com/office/drawing/2014/main" id="{E4C009D8-457F-2FA4-6A3A-22B57F90BD2B}"/>
                    </a:ext>
                  </a:extLst>
                </p:cNvPr>
                <p:cNvPicPr/>
                <p:nvPr/>
              </p:nvPicPr>
              <p:blipFill>
                <a:blip r:embed="rId721"/>
                <a:stretch>
                  <a:fillRect/>
                </a:stretch>
              </p:blipFill>
              <p:spPr>
                <a:xfrm>
                  <a:off x="3792486" y="4278951"/>
                  <a:ext cx="49320" cy="63360"/>
                </a:xfrm>
                <a:prstGeom prst="rect">
                  <a:avLst/>
                </a:prstGeom>
              </p:spPr>
            </p:pic>
          </mc:Fallback>
        </mc:AlternateContent>
      </p:grpSp>
      <p:grpSp>
        <p:nvGrpSpPr>
          <p:cNvPr id="556" name="Group 555">
            <a:extLst>
              <a:ext uri="{FF2B5EF4-FFF2-40B4-BE49-F238E27FC236}">
                <a16:creationId xmlns:a16="http://schemas.microsoft.com/office/drawing/2014/main" id="{6CAEE14A-B2EA-53EB-7AEF-CEEF00480F29}"/>
              </a:ext>
            </a:extLst>
          </p:cNvPr>
          <p:cNvGrpSpPr/>
          <p:nvPr/>
        </p:nvGrpSpPr>
        <p:grpSpPr>
          <a:xfrm>
            <a:off x="3998406" y="4334031"/>
            <a:ext cx="370440" cy="165960"/>
            <a:chOff x="3998406" y="4334031"/>
            <a:chExt cx="370440" cy="165960"/>
          </a:xfrm>
        </p:grpSpPr>
        <mc:AlternateContent xmlns:mc="http://schemas.openxmlformats.org/markup-compatibility/2006" xmlns:p14="http://schemas.microsoft.com/office/powerpoint/2010/main">
          <mc:Choice Requires="p14">
            <p:contentPart p14:bwMode="auto" r:id="rId722">
              <p14:nvContentPartPr>
                <p14:cNvPr id="553" name="Ink 552">
                  <a:extLst>
                    <a:ext uri="{FF2B5EF4-FFF2-40B4-BE49-F238E27FC236}">
                      <a16:creationId xmlns:a16="http://schemas.microsoft.com/office/drawing/2014/main" id="{64B2510B-C969-5EC5-3702-716C60EFAA25}"/>
                    </a:ext>
                  </a:extLst>
                </p14:cNvPr>
                <p14:cNvContentPartPr/>
                <p14:nvPr/>
              </p14:nvContentPartPr>
              <p14:xfrm>
                <a:off x="4008126" y="4382271"/>
                <a:ext cx="83520" cy="12960"/>
              </p14:xfrm>
            </p:contentPart>
          </mc:Choice>
          <mc:Fallback xmlns="">
            <p:pic>
              <p:nvPicPr>
                <p:cNvPr id="553" name="Ink 552">
                  <a:extLst>
                    <a:ext uri="{FF2B5EF4-FFF2-40B4-BE49-F238E27FC236}">
                      <a16:creationId xmlns:a16="http://schemas.microsoft.com/office/drawing/2014/main" id="{64B2510B-C969-5EC5-3702-716C60EFAA25}"/>
                    </a:ext>
                  </a:extLst>
                </p:cNvPr>
                <p:cNvPicPr/>
                <p:nvPr/>
              </p:nvPicPr>
              <p:blipFill>
                <a:blip r:embed="rId723"/>
                <a:stretch>
                  <a:fillRect/>
                </a:stretch>
              </p:blipFill>
              <p:spPr>
                <a:xfrm>
                  <a:off x="3999126" y="4373271"/>
                  <a:ext cx="10116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724">
              <p14:nvContentPartPr>
                <p14:cNvPr id="554" name="Ink 553">
                  <a:extLst>
                    <a:ext uri="{FF2B5EF4-FFF2-40B4-BE49-F238E27FC236}">
                      <a16:creationId xmlns:a16="http://schemas.microsoft.com/office/drawing/2014/main" id="{259EF12C-7EF5-63CC-F81F-6160B3D731D6}"/>
                    </a:ext>
                  </a:extLst>
                </p14:cNvPr>
                <p14:cNvContentPartPr/>
                <p14:nvPr/>
              </p14:nvContentPartPr>
              <p14:xfrm>
                <a:off x="3998406" y="4438071"/>
                <a:ext cx="103680" cy="23760"/>
              </p14:xfrm>
            </p:contentPart>
          </mc:Choice>
          <mc:Fallback xmlns="">
            <p:pic>
              <p:nvPicPr>
                <p:cNvPr id="554" name="Ink 553">
                  <a:extLst>
                    <a:ext uri="{FF2B5EF4-FFF2-40B4-BE49-F238E27FC236}">
                      <a16:creationId xmlns:a16="http://schemas.microsoft.com/office/drawing/2014/main" id="{259EF12C-7EF5-63CC-F81F-6160B3D731D6}"/>
                    </a:ext>
                  </a:extLst>
                </p:cNvPr>
                <p:cNvPicPr/>
                <p:nvPr/>
              </p:nvPicPr>
              <p:blipFill>
                <a:blip r:embed="rId725"/>
                <a:stretch>
                  <a:fillRect/>
                </a:stretch>
              </p:blipFill>
              <p:spPr>
                <a:xfrm>
                  <a:off x="3989406" y="4429071"/>
                  <a:ext cx="12132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726">
              <p14:nvContentPartPr>
                <p14:cNvPr id="555" name="Ink 554">
                  <a:extLst>
                    <a:ext uri="{FF2B5EF4-FFF2-40B4-BE49-F238E27FC236}">
                      <a16:creationId xmlns:a16="http://schemas.microsoft.com/office/drawing/2014/main" id="{BE94CCAE-58B9-E8BD-121E-483892078648}"/>
                    </a:ext>
                  </a:extLst>
                </p14:cNvPr>
                <p14:cNvContentPartPr/>
                <p14:nvPr/>
              </p14:nvContentPartPr>
              <p14:xfrm>
                <a:off x="4207206" y="4334031"/>
                <a:ext cx="161640" cy="165960"/>
              </p14:xfrm>
            </p:contentPart>
          </mc:Choice>
          <mc:Fallback xmlns="">
            <p:pic>
              <p:nvPicPr>
                <p:cNvPr id="555" name="Ink 554">
                  <a:extLst>
                    <a:ext uri="{FF2B5EF4-FFF2-40B4-BE49-F238E27FC236}">
                      <a16:creationId xmlns:a16="http://schemas.microsoft.com/office/drawing/2014/main" id="{BE94CCAE-58B9-E8BD-121E-483892078648}"/>
                    </a:ext>
                  </a:extLst>
                </p:cNvPr>
                <p:cNvPicPr/>
                <p:nvPr/>
              </p:nvPicPr>
              <p:blipFill>
                <a:blip r:embed="rId727"/>
                <a:stretch>
                  <a:fillRect/>
                </a:stretch>
              </p:blipFill>
              <p:spPr>
                <a:xfrm>
                  <a:off x="4198566" y="4325391"/>
                  <a:ext cx="179280" cy="183600"/>
                </a:xfrm>
                <a:prstGeom prst="rect">
                  <a:avLst/>
                </a:prstGeom>
              </p:spPr>
            </p:pic>
          </mc:Fallback>
        </mc:AlternateContent>
      </p:grpSp>
      <p:grpSp>
        <p:nvGrpSpPr>
          <p:cNvPr id="564" name="Group 563">
            <a:extLst>
              <a:ext uri="{FF2B5EF4-FFF2-40B4-BE49-F238E27FC236}">
                <a16:creationId xmlns:a16="http://schemas.microsoft.com/office/drawing/2014/main" id="{E380D959-6A7F-9A64-8E88-D3EE35C80E04}"/>
              </a:ext>
            </a:extLst>
          </p:cNvPr>
          <p:cNvGrpSpPr/>
          <p:nvPr/>
        </p:nvGrpSpPr>
        <p:grpSpPr>
          <a:xfrm>
            <a:off x="2583246" y="2959911"/>
            <a:ext cx="2377800" cy="664920"/>
            <a:chOff x="2583246" y="2959911"/>
            <a:chExt cx="2377800" cy="664920"/>
          </a:xfrm>
        </p:grpSpPr>
        <mc:AlternateContent xmlns:mc="http://schemas.openxmlformats.org/markup-compatibility/2006" xmlns:p14="http://schemas.microsoft.com/office/powerpoint/2010/main">
          <mc:Choice Requires="p14">
            <p:contentPart p14:bwMode="auto" r:id="rId728">
              <p14:nvContentPartPr>
                <p14:cNvPr id="12" name="Ink 11">
                  <a:extLst>
                    <a:ext uri="{FF2B5EF4-FFF2-40B4-BE49-F238E27FC236}">
                      <a16:creationId xmlns:a16="http://schemas.microsoft.com/office/drawing/2014/main" id="{7EA7BF12-141C-71A1-D38F-3124172F74D2}"/>
                    </a:ext>
                  </a:extLst>
                </p14:cNvPr>
                <p14:cNvContentPartPr/>
                <p14:nvPr/>
              </p14:nvContentPartPr>
              <p14:xfrm>
                <a:off x="4927206" y="2959911"/>
                <a:ext cx="33840" cy="541080"/>
              </p14:xfrm>
            </p:contentPart>
          </mc:Choice>
          <mc:Fallback xmlns="">
            <p:pic>
              <p:nvPicPr>
                <p:cNvPr id="12" name="Ink 11">
                  <a:extLst>
                    <a:ext uri="{FF2B5EF4-FFF2-40B4-BE49-F238E27FC236}">
                      <a16:creationId xmlns:a16="http://schemas.microsoft.com/office/drawing/2014/main" id="{7EA7BF12-141C-71A1-D38F-3124172F74D2}"/>
                    </a:ext>
                  </a:extLst>
                </p:cNvPr>
                <p:cNvPicPr/>
                <p:nvPr/>
              </p:nvPicPr>
              <p:blipFill>
                <a:blip r:embed="rId729"/>
                <a:stretch>
                  <a:fillRect/>
                </a:stretch>
              </p:blipFill>
              <p:spPr>
                <a:xfrm>
                  <a:off x="4918206" y="2950911"/>
                  <a:ext cx="51480" cy="558720"/>
                </a:xfrm>
                <a:prstGeom prst="rect">
                  <a:avLst/>
                </a:prstGeom>
              </p:spPr>
            </p:pic>
          </mc:Fallback>
        </mc:AlternateContent>
        <mc:AlternateContent xmlns:mc="http://schemas.openxmlformats.org/markup-compatibility/2006" xmlns:p14="http://schemas.microsoft.com/office/powerpoint/2010/main">
          <mc:Choice Requires="p14">
            <p:contentPart p14:bwMode="auto" r:id="rId730">
              <p14:nvContentPartPr>
                <p14:cNvPr id="17" name="Ink 16">
                  <a:extLst>
                    <a:ext uri="{FF2B5EF4-FFF2-40B4-BE49-F238E27FC236}">
                      <a16:creationId xmlns:a16="http://schemas.microsoft.com/office/drawing/2014/main" id="{87D55590-2665-F26C-63D9-D2DE7017BBC9}"/>
                    </a:ext>
                  </a:extLst>
                </p14:cNvPr>
                <p14:cNvContentPartPr/>
                <p14:nvPr/>
              </p14:nvContentPartPr>
              <p14:xfrm>
                <a:off x="2583246" y="3176991"/>
                <a:ext cx="15840" cy="447840"/>
              </p14:xfrm>
            </p:contentPart>
          </mc:Choice>
          <mc:Fallback xmlns="">
            <p:pic>
              <p:nvPicPr>
                <p:cNvPr id="17" name="Ink 16">
                  <a:extLst>
                    <a:ext uri="{FF2B5EF4-FFF2-40B4-BE49-F238E27FC236}">
                      <a16:creationId xmlns:a16="http://schemas.microsoft.com/office/drawing/2014/main" id="{87D55590-2665-F26C-63D9-D2DE7017BBC9}"/>
                    </a:ext>
                  </a:extLst>
                </p:cNvPr>
                <p:cNvPicPr/>
                <p:nvPr/>
              </p:nvPicPr>
              <p:blipFill>
                <a:blip r:embed="rId731"/>
                <a:stretch>
                  <a:fillRect/>
                </a:stretch>
              </p:blipFill>
              <p:spPr>
                <a:xfrm>
                  <a:off x="2574606" y="3167991"/>
                  <a:ext cx="33480" cy="465480"/>
                </a:xfrm>
                <a:prstGeom prst="rect">
                  <a:avLst/>
                </a:prstGeom>
              </p:spPr>
            </p:pic>
          </mc:Fallback>
        </mc:AlternateContent>
        <mc:AlternateContent xmlns:mc="http://schemas.openxmlformats.org/markup-compatibility/2006" xmlns:p14="http://schemas.microsoft.com/office/powerpoint/2010/main">
          <mc:Choice Requires="p14">
            <p:contentPart p14:bwMode="auto" r:id="rId732">
              <p14:nvContentPartPr>
                <p14:cNvPr id="18" name="Ink 17">
                  <a:extLst>
                    <a:ext uri="{FF2B5EF4-FFF2-40B4-BE49-F238E27FC236}">
                      <a16:creationId xmlns:a16="http://schemas.microsoft.com/office/drawing/2014/main" id="{2808D354-C6BD-54CC-D210-57C065091D85}"/>
                    </a:ext>
                  </a:extLst>
                </p14:cNvPr>
                <p14:cNvContentPartPr/>
                <p14:nvPr/>
              </p14:nvContentPartPr>
              <p14:xfrm>
                <a:off x="2670726" y="3294351"/>
                <a:ext cx="120960" cy="16560"/>
              </p14:xfrm>
            </p:contentPart>
          </mc:Choice>
          <mc:Fallback xmlns="">
            <p:pic>
              <p:nvPicPr>
                <p:cNvPr id="18" name="Ink 17">
                  <a:extLst>
                    <a:ext uri="{FF2B5EF4-FFF2-40B4-BE49-F238E27FC236}">
                      <a16:creationId xmlns:a16="http://schemas.microsoft.com/office/drawing/2014/main" id="{2808D354-C6BD-54CC-D210-57C065091D85}"/>
                    </a:ext>
                  </a:extLst>
                </p:cNvPr>
                <p:cNvPicPr/>
                <p:nvPr/>
              </p:nvPicPr>
              <p:blipFill>
                <a:blip r:embed="rId733"/>
                <a:stretch>
                  <a:fillRect/>
                </a:stretch>
              </p:blipFill>
              <p:spPr>
                <a:xfrm>
                  <a:off x="2661726" y="3285711"/>
                  <a:ext cx="13860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734">
              <p14:nvContentPartPr>
                <p14:cNvPr id="27" name="Ink 26">
                  <a:extLst>
                    <a:ext uri="{FF2B5EF4-FFF2-40B4-BE49-F238E27FC236}">
                      <a16:creationId xmlns:a16="http://schemas.microsoft.com/office/drawing/2014/main" id="{E59582B3-8461-4422-6A9C-C09D09F2F56C}"/>
                    </a:ext>
                  </a:extLst>
                </p14:cNvPr>
                <p14:cNvContentPartPr/>
                <p14:nvPr/>
              </p14:nvContentPartPr>
              <p14:xfrm>
                <a:off x="2695206" y="3316671"/>
                <a:ext cx="154080" cy="177480"/>
              </p14:xfrm>
            </p:contentPart>
          </mc:Choice>
          <mc:Fallback xmlns="">
            <p:pic>
              <p:nvPicPr>
                <p:cNvPr id="27" name="Ink 26">
                  <a:extLst>
                    <a:ext uri="{FF2B5EF4-FFF2-40B4-BE49-F238E27FC236}">
                      <a16:creationId xmlns:a16="http://schemas.microsoft.com/office/drawing/2014/main" id="{E59582B3-8461-4422-6A9C-C09D09F2F56C}"/>
                    </a:ext>
                  </a:extLst>
                </p:cNvPr>
                <p:cNvPicPr/>
                <p:nvPr/>
              </p:nvPicPr>
              <p:blipFill>
                <a:blip r:embed="rId735"/>
                <a:stretch>
                  <a:fillRect/>
                </a:stretch>
              </p:blipFill>
              <p:spPr>
                <a:xfrm>
                  <a:off x="2686566" y="3308031"/>
                  <a:ext cx="171720" cy="195120"/>
                </a:xfrm>
                <a:prstGeom prst="rect">
                  <a:avLst/>
                </a:prstGeom>
              </p:spPr>
            </p:pic>
          </mc:Fallback>
        </mc:AlternateContent>
        <mc:AlternateContent xmlns:mc="http://schemas.openxmlformats.org/markup-compatibility/2006" xmlns:p14="http://schemas.microsoft.com/office/powerpoint/2010/main">
          <mc:Choice Requires="p14">
            <p:contentPart p14:bwMode="auto" r:id="rId736">
              <p14:nvContentPartPr>
                <p14:cNvPr id="28" name="Ink 27">
                  <a:extLst>
                    <a:ext uri="{FF2B5EF4-FFF2-40B4-BE49-F238E27FC236}">
                      <a16:creationId xmlns:a16="http://schemas.microsoft.com/office/drawing/2014/main" id="{D648913C-497D-0EFB-F27F-6861D4AF5551}"/>
                    </a:ext>
                  </a:extLst>
                </p14:cNvPr>
                <p14:cNvContentPartPr/>
                <p14:nvPr/>
              </p14:nvContentPartPr>
              <p14:xfrm>
                <a:off x="2875206" y="3263031"/>
                <a:ext cx="103320" cy="194760"/>
              </p14:xfrm>
            </p:contentPart>
          </mc:Choice>
          <mc:Fallback xmlns="">
            <p:pic>
              <p:nvPicPr>
                <p:cNvPr id="28" name="Ink 27">
                  <a:extLst>
                    <a:ext uri="{FF2B5EF4-FFF2-40B4-BE49-F238E27FC236}">
                      <a16:creationId xmlns:a16="http://schemas.microsoft.com/office/drawing/2014/main" id="{D648913C-497D-0EFB-F27F-6861D4AF5551}"/>
                    </a:ext>
                  </a:extLst>
                </p:cNvPr>
                <p:cNvPicPr/>
                <p:nvPr/>
              </p:nvPicPr>
              <p:blipFill>
                <a:blip r:embed="rId737"/>
                <a:stretch>
                  <a:fillRect/>
                </a:stretch>
              </p:blipFill>
              <p:spPr>
                <a:xfrm>
                  <a:off x="2866566" y="3254031"/>
                  <a:ext cx="120960" cy="212400"/>
                </a:xfrm>
                <a:prstGeom prst="rect">
                  <a:avLst/>
                </a:prstGeom>
              </p:spPr>
            </p:pic>
          </mc:Fallback>
        </mc:AlternateContent>
        <mc:AlternateContent xmlns:mc="http://schemas.openxmlformats.org/markup-compatibility/2006" xmlns:p14="http://schemas.microsoft.com/office/powerpoint/2010/main">
          <mc:Choice Requires="p14">
            <p:contentPart p14:bwMode="auto" r:id="rId738">
              <p14:nvContentPartPr>
                <p14:cNvPr id="33" name="Ink 32">
                  <a:extLst>
                    <a:ext uri="{FF2B5EF4-FFF2-40B4-BE49-F238E27FC236}">
                      <a16:creationId xmlns:a16="http://schemas.microsoft.com/office/drawing/2014/main" id="{8554B440-7610-2729-EF02-2DAC6712BDBF}"/>
                    </a:ext>
                  </a:extLst>
                </p14:cNvPr>
                <p14:cNvContentPartPr/>
                <p14:nvPr/>
              </p14:nvContentPartPr>
              <p14:xfrm>
                <a:off x="2889606" y="3383991"/>
                <a:ext cx="85680" cy="16200"/>
              </p14:xfrm>
            </p:contentPart>
          </mc:Choice>
          <mc:Fallback xmlns="">
            <p:pic>
              <p:nvPicPr>
                <p:cNvPr id="33" name="Ink 32">
                  <a:extLst>
                    <a:ext uri="{FF2B5EF4-FFF2-40B4-BE49-F238E27FC236}">
                      <a16:creationId xmlns:a16="http://schemas.microsoft.com/office/drawing/2014/main" id="{8554B440-7610-2729-EF02-2DAC6712BDBF}"/>
                    </a:ext>
                  </a:extLst>
                </p:cNvPr>
                <p:cNvPicPr/>
                <p:nvPr/>
              </p:nvPicPr>
              <p:blipFill>
                <a:blip r:embed="rId739"/>
                <a:stretch>
                  <a:fillRect/>
                </a:stretch>
              </p:blipFill>
              <p:spPr>
                <a:xfrm>
                  <a:off x="2880606" y="3375351"/>
                  <a:ext cx="10332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740">
              <p14:nvContentPartPr>
                <p14:cNvPr id="34" name="Ink 33">
                  <a:extLst>
                    <a:ext uri="{FF2B5EF4-FFF2-40B4-BE49-F238E27FC236}">
                      <a16:creationId xmlns:a16="http://schemas.microsoft.com/office/drawing/2014/main" id="{6E74C243-5F53-B25F-F72D-96279F25D4A0}"/>
                    </a:ext>
                  </a:extLst>
                </p14:cNvPr>
                <p14:cNvContentPartPr/>
                <p14:nvPr/>
              </p14:nvContentPartPr>
              <p14:xfrm>
                <a:off x="3053046" y="3368871"/>
                <a:ext cx="69840" cy="88200"/>
              </p14:xfrm>
            </p:contentPart>
          </mc:Choice>
          <mc:Fallback xmlns="">
            <p:pic>
              <p:nvPicPr>
                <p:cNvPr id="34" name="Ink 33">
                  <a:extLst>
                    <a:ext uri="{FF2B5EF4-FFF2-40B4-BE49-F238E27FC236}">
                      <a16:creationId xmlns:a16="http://schemas.microsoft.com/office/drawing/2014/main" id="{6E74C243-5F53-B25F-F72D-96279F25D4A0}"/>
                    </a:ext>
                  </a:extLst>
                </p:cNvPr>
                <p:cNvPicPr/>
                <p:nvPr/>
              </p:nvPicPr>
              <p:blipFill>
                <a:blip r:embed="rId741"/>
                <a:stretch>
                  <a:fillRect/>
                </a:stretch>
              </p:blipFill>
              <p:spPr>
                <a:xfrm>
                  <a:off x="3044046" y="3359871"/>
                  <a:ext cx="8748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742">
              <p14:nvContentPartPr>
                <p14:cNvPr id="35" name="Ink 34">
                  <a:extLst>
                    <a:ext uri="{FF2B5EF4-FFF2-40B4-BE49-F238E27FC236}">
                      <a16:creationId xmlns:a16="http://schemas.microsoft.com/office/drawing/2014/main" id="{F66CB2CC-3678-6A9B-DC8A-1DDC2AB0DE78}"/>
                    </a:ext>
                  </a:extLst>
                </p14:cNvPr>
                <p14:cNvContentPartPr/>
                <p14:nvPr/>
              </p14:nvContentPartPr>
              <p14:xfrm>
                <a:off x="3042246" y="3375351"/>
                <a:ext cx="82800" cy="138240"/>
              </p14:xfrm>
            </p:contentPart>
          </mc:Choice>
          <mc:Fallback xmlns="">
            <p:pic>
              <p:nvPicPr>
                <p:cNvPr id="35" name="Ink 34">
                  <a:extLst>
                    <a:ext uri="{FF2B5EF4-FFF2-40B4-BE49-F238E27FC236}">
                      <a16:creationId xmlns:a16="http://schemas.microsoft.com/office/drawing/2014/main" id="{F66CB2CC-3678-6A9B-DC8A-1DDC2AB0DE78}"/>
                    </a:ext>
                  </a:extLst>
                </p:cNvPr>
                <p:cNvPicPr/>
                <p:nvPr/>
              </p:nvPicPr>
              <p:blipFill>
                <a:blip r:embed="rId743"/>
                <a:stretch>
                  <a:fillRect/>
                </a:stretch>
              </p:blipFill>
              <p:spPr>
                <a:xfrm>
                  <a:off x="3033246" y="3366351"/>
                  <a:ext cx="100440" cy="155880"/>
                </a:xfrm>
                <a:prstGeom prst="rect">
                  <a:avLst/>
                </a:prstGeom>
              </p:spPr>
            </p:pic>
          </mc:Fallback>
        </mc:AlternateContent>
        <mc:AlternateContent xmlns:mc="http://schemas.openxmlformats.org/markup-compatibility/2006" xmlns:p14="http://schemas.microsoft.com/office/powerpoint/2010/main">
          <mc:Choice Requires="p14">
            <p:contentPart p14:bwMode="auto" r:id="rId744">
              <p14:nvContentPartPr>
                <p14:cNvPr id="45" name="Ink 44">
                  <a:extLst>
                    <a:ext uri="{FF2B5EF4-FFF2-40B4-BE49-F238E27FC236}">
                      <a16:creationId xmlns:a16="http://schemas.microsoft.com/office/drawing/2014/main" id="{AB5D1531-D920-454D-6FCA-D1AAD172A7A8}"/>
                    </a:ext>
                  </a:extLst>
                </p14:cNvPr>
                <p14:cNvContentPartPr/>
                <p14:nvPr/>
              </p14:nvContentPartPr>
              <p14:xfrm>
                <a:off x="3240606" y="3351231"/>
                <a:ext cx="73440" cy="9000"/>
              </p14:xfrm>
            </p:contentPart>
          </mc:Choice>
          <mc:Fallback xmlns="">
            <p:pic>
              <p:nvPicPr>
                <p:cNvPr id="45" name="Ink 44">
                  <a:extLst>
                    <a:ext uri="{FF2B5EF4-FFF2-40B4-BE49-F238E27FC236}">
                      <a16:creationId xmlns:a16="http://schemas.microsoft.com/office/drawing/2014/main" id="{AB5D1531-D920-454D-6FCA-D1AAD172A7A8}"/>
                    </a:ext>
                  </a:extLst>
                </p:cNvPr>
                <p:cNvPicPr/>
                <p:nvPr/>
              </p:nvPicPr>
              <p:blipFill>
                <a:blip r:embed="rId745"/>
                <a:stretch>
                  <a:fillRect/>
                </a:stretch>
              </p:blipFill>
              <p:spPr>
                <a:xfrm>
                  <a:off x="3231606" y="3342231"/>
                  <a:ext cx="9108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746">
              <p14:nvContentPartPr>
                <p14:cNvPr id="46" name="Ink 45">
                  <a:extLst>
                    <a:ext uri="{FF2B5EF4-FFF2-40B4-BE49-F238E27FC236}">
                      <a16:creationId xmlns:a16="http://schemas.microsoft.com/office/drawing/2014/main" id="{F2C5C44E-BA16-B848-4545-152BB30261CA}"/>
                    </a:ext>
                  </a:extLst>
                </p14:cNvPr>
                <p14:cNvContentPartPr/>
                <p14:nvPr/>
              </p14:nvContentPartPr>
              <p14:xfrm>
                <a:off x="3244206" y="3410631"/>
                <a:ext cx="48960" cy="4320"/>
              </p14:xfrm>
            </p:contentPart>
          </mc:Choice>
          <mc:Fallback xmlns="">
            <p:pic>
              <p:nvPicPr>
                <p:cNvPr id="46" name="Ink 45">
                  <a:extLst>
                    <a:ext uri="{FF2B5EF4-FFF2-40B4-BE49-F238E27FC236}">
                      <a16:creationId xmlns:a16="http://schemas.microsoft.com/office/drawing/2014/main" id="{F2C5C44E-BA16-B848-4545-152BB30261CA}"/>
                    </a:ext>
                  </a:extLst>
                </p:cNvPr>
                <p:cNvPicPr/>
                <p:nvPr/>
              </p:nvPicPr>
              <p:blipFill>
                <a:blip r:embed="rId747"/>
                <a:stretch>
                  <a:fillRect/>
                </a:stretch>
              </p:blipFill>
              <p:spPr>
                <a:xfrm>
                  <a:off x="3235566" y="3401991"/>
                  <a:ext cx="6660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748">
              <p14:nvContentPartPr>
                <p14:cNvPr id="47" name="Ink 46">
                  <a:extLst>
                    <a:ext uri="{FF2B5EF4-FFF2-40B4-BE49-F238E27FC236}">
                      <a16:creationId xmlns:a16="http://schemas.microsoft.com/office/drawing/2014/main" id="{29D10AF9-C0D8-6786-3953-4417F49C5D96}"/>
                    </a:ext>
                  </a:extLst>
                </p14:cNvPr>
                <p14:cNvContentPartPr/>
                <p14:nvPr/>
              </p14:nvContentPartPr>
              <p14:xfrm>
                <a:off x="3424206" y="3351231"/>
                <a:ext cx="98280" cy="9000"/>
              </p14:xfrm>
            </p:contentPart>
          </mc:Choice>
          <mc:Fallback xmlns="">
            <p:pic>
              <p:nvPicPr>
                <p:cNvPr id="47" name="Ink 46">
                  <a:extLst>
                    <a:ext uri="{FF2B5EF4-FFF2-40B4-BE49-F238E27FC236}">
                      <a16:creationId xmlns:a16="http://schemas.microsoft.com/office/drawing/2014/main" id="{29D10AF9-C0D8-6786-3953-4417F49C5D96}"/>
                    </a:ext>
                  </a:extLst>
                </p:cNvPr>
                <p:cNvPicPr/>
                <p:nvPr/>
              </p:nvPicPr>
              <p:blipFill>
                <a:blip r:embed="rId749"/>
                <a:stretch>
                  <a:fillRect/>
                </a:stretch>
              </p:blipFill>
              <p:spPr>
                <a:xfrm>
                  <a:off x="3415566" y="3342231"/>
                  <a:ext cx="11592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750">
              <p14:nvContentPartPr>
                <p14:cNvPr id="48" name="Ink 47">
                  <a:extLst>
                    <a:ext uri="{FF2B5EF4-FFF2-40B4-BE49-F238E27FC236}">
                      <a16:creationId xmlns:a16="http://schemas.microsoft.com/office/drawing/2014/main" id="{B2DB9223-42EE-05D5-54A7-7B80ABEF0DEC}"/>
                    </a:ext>
                  </a:extLst>
                </p14:cNvPr>
                <p14:cNvContentPartPr/>
                <p14:nvPr/>
              </p14:nvContentPartPr>
              <p14:xfrm>
                <a:off x="3576126" y="3268791"/>
                <a:ext cx="123840" cy="7560"/>
              </p14:xfrm>
            </p:contentPart>
          </mc:Choice>
          <mc:Fallback xmlns="">
            <p:pic>
              <p:nvPicPr>
                <p:cNvPr id="48" name="Ink 47">
                  <a:extLst>
                    <a:ext uri="{FF2B5EF4-FFF2-40B4-BE49-F238E27FC236}">
                      <a16:creationId xmlns:a16="http://schemas.microsoft.com/office/drawing/2014/main" id="{B2DB9223-42EE-05D5-54A7-7B80ABEF0DEC}"/>
                    </a:ext>
                  </a:extLst>
                </p:cNvPr>
                <p:cNvPicPr/>
                <p:nvPr/>
              </p:nvPicPr>
              <p:blipFill>
                <a:blip r:embed="rId751"/>
                <a:stretch>
                  <a:fillRect/>
                </a:stretch>
              </p:blipFill>
              <p:spPr>
                <a:xfrm>
                  <a:off x="3567486" y="3259791"/>
                  <a:ext cx="14148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752">
              <p14:nvContentPartPr>
                <p14:cNvPr id="49" name="Ink 48">
                  <a:extLst>
                    <a:ext uri="{FF2B5EF4-FFF2-40B4-BE49-F238E27FC236}">
                      <a16:creationId xmlns:a16="http://schemas.microsoft.com/office/drawing/2014/main" id="{43321B6D-4CA9-018A-30A0-32FC15F99A69}"/>
                    </a:ext>
                  </a:extLst>
                </p14:cNvPr>
                <p14:cNvContentPartPr/>
                <p14:nvPr/>
              </p14:nvContentPartPr>
              <p14:xfrm>
                <a:off x="3630486" y="3293991"/>
                <a:ext cx="23760" cy="162720"/>
              </p14:xfrm>
            </p:contentPart>
          </mc:Choice>
          <mc:Fallback xmlns="">
            <p:pic>
              <p:nvPicPr>
                <p:cNvPr id="49" name="Ink 48">
                  <a:extLst>
                    <a:ext uri="{FF2B5EF4-FFF2-40B4-BE49-F238E27FC236}">
                      <a16:creationId xmlns:a16="http://schemas.microsoft.com/office/drawing/2014/main" id="{43321B6D-4CA9-018A-30A0-32FC15F99A69}"/>
                    </a:ext>
                  </a:extLst>
                </p:cNvPr>
                <p:cNvPicPr/>
                <p:nvPr/>
              </p:nvPicPr>
              <p:blipFill>
                <a:blip r:embed="rId753"/>
                <a:stretch>
                  <a:fillRect/>
                </a:stretch>
              </p:blipFill>
              <p:spPr>
                <a:xfrm>
                  <a:off x="3621486" y="3284991"/>
                  <a:ext cx="41400" cy="180360"/>
                </a:xfrm>
                <a:prstGeom prst="rect">
                  <a:avLst/>
                </a:prstGeom>
              </p:spPr>
            </p:pic>
          </mc:Fallback>
        </mc:AlternateContent>
        <mc:AlternateContent xmlns:mc="http://schemas.openxmlformats.org/markup-compatibility/2006" xmlns:p14="http://schemas.microsoft.com/office/powerpoint/2010/main">
          <mc:Choice Requires="p14">
            <p:contentPart p14:bwMode="auto" r:id="rId754">
              <p14:nvContentPartPr>
                <p14:cNvPr id="50" name="Ink 49">
                  <a:extLst>
                    <a:ext uri="{FF2B5EF4-FFF2-40B4-BE49-F238E27FC236}">
                      <a16:creationId xmlns:a16="http://schemas.microsoft.com/office/drawing/2014/main" id="{9FEA62F7-3BD8-BEBD-D0BE-5B2A700175C6}"/>
                    </a:ext>
                  </a:extLst>
                </p14:cNvPr>
                <p14:cNvContentPartPr/>
                <p14:nvPr/>
              </p14:nvContentPartPr>
              <p14:xfrm>
                <a:off x="3750006" y="3374631"/>
                <a:ext cx="12960" cy="104760"/>
              </p14:xfrm>
            </p:contentPart>
          </mc:Choice>
          <mc:Fallback xmlns="">
            <p:pic>
              <p:nvPicPr>
                <p:cNvPr id="50" name="Ink 49">
                  <a:extLst>
                    <a:ext uri="{FF2B5EF4-FFF2-40B4-BE49-F238E27FC236}">
                      <a16:creationId xmlns:a16="http://schemas.microsoft.com/office/drawing/2014/main" id="{9FEA62F7-3BD8-BEBD-D0BE-5B2A700175C6}"/>
                    </a:ext>
                  </a:extLst>
                </p:cNvPr>
                <p:cNvPicPr/>
                <p:nvPr/>
              </p:nvPicPr>
              <p:blipFill>
                <a:blip r:embed="rId755"/>
                <a:stretch>
                  <a:fillRect/>
                </a:stretch>
              </p:blipFill>
              <p:spPr>
                <a:xfrm>
                  <a:off x="3741366" y="3365991"/>
                  <a:ext cx="3060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756">
              <p14:nvContentPartPr>
                <p14:cNvPr id="51" name="Ink 50">
                  <a:extLst>
                    <a:ext uri="{FF2B5EF4-FFF2-40B4-BE49-F238E27FC236}">
                      <a16:creationId xmlns:a16="http://schemas.microsoft.com/office/drawing/2014/main" id="{73CE7A11-D7CA-44B3-C37C-B8DDEC764C91}"/>
                    </a:ext>
                  </a:extLst>
                </p14:cNvPr>
                <p14:cNvContentPartPr/>
                <p14:nvPr/>
              </p14:nvContentPartPr>
              <p14:xfrm>
                <a:off x="3840726" y="3372111"/>
                <a:ext cx="141840" cy="1080"/>
              </p14:xfrm>
            </p:contentPart>
          </mc:Choice>
          <mc:Fallback xmlns="">
            <p:pic>
              <p:nvPicPr>
                <p:cNvPr id="51" name="Ink 50">
                  <a:extLst>
                    <a:ext uri="{FF2B5EF4-FFF2-40B4-BE49-F238E27FC236}">
                      <a16:creationId xmlns:a16="http://schemas.microsoft.com/office/drawing/2014/main" id="{73CE7A11-D7CA-44B3-C37C-B8DDEC764C91}"/>
                    </a:ext>
                  </a:extLst>
                </p:cNvPr>
                <p:cNvPicPr/>
                <p:nvPr/>
              </p:nvPicPr>
              <p:blipFill>
                <a:blip r:embed="rId757"/>
                <a:stretch>
                  <a:fillRect/>
                </a:stretch>
              </p:blipFill>
              <p:spPr>
                <a:xfrm>
                  <a:off x="3832086" y="3363111"/>
                  <a:ext cx="15948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758">
              <p14:nvContentPartPr>
                <p14:cNvPr id="52" name="Ink 51">
                  <a:extLst>
                    <a:ext uri="{FF2B5EF4-FFF2-40B4-BE49-F238E27FC236}">
                      <a16:creationId xmlns:a16="http://schemas.microsoft.com/office/drawing/2014/main" id="{06882CA8-27FA-7393-6ACA-2C0AA676F587}"/>
                    </a:ext>
                  </a:extLst>
                </p14:cNvPr>
                <p14:cNvContentPartPr/>
                <p14:nvPr/>
              </p14:nvContentPartPr>
              <p14:xfrm>
                <a:off x="3890406" y="3279231"/>
                <a:ext cx="37440" cy="180360"/>
              </p14:xfrm>
            </p:contentPart>
          </mc:Choice>
          <mc:Fallback xmlns="">
            <p:pic>
              <p:nvPicPr>
                <p:cNvPr id="52" name="Ink 51">
                  <a:extLst>
                    <a:ext uri="{FF2B5EF4-FFF2-40B4-BE49-F238E27FC236}">
                      <a16:creationId xmlns:a16="http://schemas.microsoft.com/office/drawing/2014/main" id="{06882CA8-27FA-7393-6ACA-2C0AA676F587}"/>
                    </a:ext>
                  </a:extLst>
                </p:cNvPr>
                <p:cNvPicPr/>
                <p:nvPr/>
              </p:nvPicPr>
              <p:blipFill>
                <a:blip r:embed="rId759"/>
                <a:stretch>
                  <a:fillRect/>
                </a:stretch>
              </p:blipFill>
              <p:spPr>
                <a:xfrm>
                  <a:off x="3881766" y="3270231"/>
                  <a:ext cx="5508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760">
              <p14:nvContentPartPr>
                <p14:cNvPr id="53" name="Ink 52">
                  <a:extLst>
                    <a:ext uri="{FF2B5EF4-FFF2-40B4-BE49-F238E27FC236}">
                      <a16:creationId xmlns:a16="http://schemas.microsoft.com/office/drawing/2014/main" id="{09C26D09-0C95-23C5-7C52-28B208584298}"/>
                    </a:ext>
                  </a:extLst>
                </p14:cNvPr>
                <p14:cNvContentPartPr/>
                <p14:nvPr/>
              </p14:nvContentPartPr>
              <p14:xfrm>
                <a:off x="3991566" y="3236031"/>
                <a:ext cx="181800" cy="41760"/>
              </p14:xfrm>
            </p:contentPart>
          </mc:Choice>
          <mc:Fallback xmlns="">
            <p:pic>
              <p:nvPicPr>
                <p:cNvPr id="53" name="Ink 52">
                  <a:extLst>
                    <a:ext uri="{FF2B5EF4-FFF2-40B4-BE49-F238E27FC236}">
                      <a16:creationId xmlns:a16="http://schemas.microsoft.com/office/drawing/2014/main" id="{09C26D09-0C95-23C5-7C52-28B208584298}"/>
                    </a:ext>
                  </a:extLst>
                </p:cNvPr>
                <p:cNvPicPr/>
                <p:nvPr/>
              </p:nvPicPr>
              <p:blipFill>
                <a:blip r:embed="rId761"/>
                <a:stretch>
                  <a:fillRect/>
                </a:stretch>
              </p:blipFill>
              <p:spPr>
                <a:xfrm>
                  <a:off x="3982926" y="3227031"/>
                  <a:ext cx="19944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762">
              <p14:nvContentPartPr>
                <p14:cNvPr id="54" name="Ink 53">
                  <a:extLst>
                    <a:ext uri="{FF2B5EF4-FFF2-40B4-BE49-F238E27FC236}">
                      <a16:creationId xmlns:a16="http://schemas.microsoft.com/office/drawing/2014/main" id="{8E996AD8-D5D7-E679-E6F9-51CDB8EBF82F}"/>
                    </a:ext>
                  </a:extLst>
                </p14:cNvPr>
                <p14:cNvContentPartPr/>
                <p14:nvPr/>
              </p14:nvContentPartPr>
              <p14:xfrm>
                <a:off x="4065726" y="3276711"/>
                <a:ext cx="15840" cy="160920"/>
              </p14:xfrm>
            </p:contentPart>
          </mc:Choice>
          <mc:Fallback xmlns="">
            <p:pic>
              <p:nvPicPr>
                <p:cNvPr id="54" name="Ink 53">
                  <a:extLst>
                    <a:ext uri="{FF2B5EF4-FFF2-40B4-BE49-F238E27FC236}">
                      <a16:creationId xmlns:a16="http://schemas.microsoft.com/office/drawing/2014/main" id="{8E996AD8-D5D7-E679-E6F9-51CDB8EBF82F}"/>
                    </a:ext>
                  </a:extLst>
                </p:cNvPr>
                <p:cNvPicPr/>
                <p:nvPr/>
              </p:nvPicPr>
              <p:blipFill>
                <a:blip r:embed="rId763"/>
                <a:stretch>
                  <a:fillRect/>
                </a:stretch>
              </p:blipFill>
              <p:spPr>
                <a:xfrm>
                  <a:off x="4057086" y="3268071"/>
                  <a:ext cx="33480" cy="178560"/>
                </a:xfrm>
                <a:prstGeom prst="rect">
                  <a:avLst/>
                </a:prstGeom>
              </p:spPr>
            </p:pic>
          </mc:Fallback>
        </mc:AlternateContent>
        <mc:AlternateContent xmlns:mc="http://schemas.openxmlformats.org/markup-compatibility/2006" xmlns:p14="http://schemas.microsoft.com/office/powerpoint/2010/main">
          <mc:Choice Requires="p14">
            <p:contentPart p14:bwMode="auto" r:id="rId764">
              <p14:nvContentPartPr>
                <p14:cNvPr id="55" name="Ink 54">
                  <a:extLst>
                    <a:ext uri="{FF2B5EF4-FFF2-40B4-BE49-F238E27FC236}">
                      <a16:creationId xmlns:a16="http://schemas.microsoft.com/office/drawing/2014/main" id="{4FB45464-D74E-C448-83BD-2E99BFCFF9DA}"/>
                    </a:ext>
                  </a:extLst>
                </p14:cNvPr>
                <p14:cNvContentPartPr/>
                <p14:nvPr/>
              </p14:nvContentPartPr>
              <p14:xfrm>
                <a:off x="4128006" y="3377511"/>
                <a:ext cx="110880" cy="110880"/>
              </p14:xfrm>
            </p:contentPart>
          </mc:Choice>
          <mc:Fallback xmlns="">
            <p:pic>
              <p:nvPicPr>
                <p:cNvPr id="55" name="Ink 54">
                  <a:extLst>
                    <a:ext uri="{FF2B5EF4-FFF2-40B4-BE49-F238E27FC236}">
                      <a16:creationId xmlns:a16="http://schemas.microsoft.com/office/drawing/2014/main" id="{4FB45464-D74E-C448-83BD-2E99BFCFF9DA}"/>
                    </a:ext>
                  </a:extLst>
                </p:cNvPr>
                <p:cNvPicPr/>
                <p:nvPr/>
              </p:nvPicPr>
              <p:blipFill>
                <a:blip r:embed="rId765"/>
                <a:stretch>
                  <a:fillRect/>
                </a:stretch>
              </p:blipFill>
              <p:spPr>
                <a:xfrm>
                  <a:off x="4119006" y="3368511"/>
                  <a:ext cx="12852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766">
              <p14:nvContentPartPr>
                <p14:cNvPr id="58" name="Ink 57">
                  <a:extLst>
                    <a:ext uri="{FF2B5EF4-FFF2-40B4-BE49-F238E27FC236}">
                      <a16:creationId xmlns:a16="http://schemas.microsoft.com/office/drawing/2014/main" id="{6C37B9D6-9D24-C593-B5B4-3C5CCBC95767}"/>
                    </a:ext>
                  </a:extLst>
                </p14:cNvPr>
                <p14:cNvContentPartPr/>
                <p14:nvPr/>
              </p14:nvContentPartPr>
              <p14:xfrm>
                <a:off x="4252566" y="3255111"/>
                <a:ext cx="48600" cy="189360"/>
              </p14:xfrm>
            </p:contentPart>
          </mc:Choice>
          <mc:Fallback xmlns="">
            <p:pic>
              <p:nvPicPr>
                <p:cNvPr id="58" name="Ink 57">
                  <a:extLst>
                    <a:ext uri="{FF2B5EF4-FFF2-40B4-BE49-F238E27FC236}">
                      <a16:creationId xmlns:a16="http://schemas.microsoft.com/office/drawing/2014/main" id="{6C37B9D6-9D24-C593-B5B4-3C5CCBC95767}"/>
                    </a:ext>
                  </a:extLst>
                </p:cNvPr>
                <p:cNvPicPr/>
                <p:nvPr/>
              </p:nvPicPr>
              <p:blipFill>
                <a:blip r:embed="rId767"/>
                <a:stretch>
                  <a:fillRect/>
                </a:stretch>
              </p:blipFill>
              <p:spPr>
                <a:xfrm>
                  <a:off x="4243566" y="3246111"/>
                  <a:ext cx="66240" cy="207000"/>
                </a:xfrm>
                <a:prstGeom prst="rect">
                  <a:avLst/>
                </a:prstGeom>
              </p:spPr>
            </p:pic>
          </mc:Fallback>
        </mc:AlternateContent>
        <mc:AlternateContent xmlns:mc="http://schemas.openxmlformats.org/markup-compatibility/2006" xmlns:p14="http://schemas.microsoft.com/office/powerpoint/2010/main">
          <mc:Choice Requires="p14">
            <p:contentPart p14:bwMode="auto" r:id="rId768">
              <p14:nvContentPartPr>
                <p14:cNvPr id="450" name="Ink 449">
                  <a:extLst>
                    <a:ext uri="{FF2B5EF4-FFF2-40B4-BE49-F238E27FC236}">
                      <a16:creationId xmlns:a16="http://schemas.microsoft.com/office/drawing/2014/main" id="{2535F883-E11C-CEE4-82DD-E064A0EDD311}"/>
                    </a:ext>
                  </a:extLst>
                </p14:cNvPr>
                <p14:cNvContentPartPr/>
                <p14:nvPr/>
              </p14:nvContentPartPr>
              <p14:xfrm>
                <a:off x="4351566" y="3343671"/>
                <a:ext cx="70200" cy="87120"/>
              </p14:xfrm>
            </p:contentPart>
          </mc:Choice>
          <mc:Fallback xmlns="">
            <p:pic>
              <p:nvPicPr>
                <p:cNvPr id="450" name="Ink 449">
                  <a:extLst>
                    <a:ext uri="{FF2B5EF4-FFF2-40B4-BE49-F238E27FC236}">
                      <a16:creationId xmlns:a16="http://schemas.microsoft.com/office/drawing/2014/main" id="{2535F883-E11C-CEE4-82DD-E064A0EDD311}"/>
                    </a:ext>
                  </a:extLst>
                </p:cNvPr>
                <p:cNvPicPr/>
                <p:nvPr/>
              </p:nvPicPr>
              <p:blipFill>
                <a:blip r:embed="rId769"/>
                <a:stretch>
                  <a:fillRect/>
                </a:stretch>
              </p:blipFill>
              <p:spPr>
                <a:xfrm>
                  <a:off x="4342926" y="3335031"/>
                  <a:ext cx="8784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770">
              <p14:nvContentPartPr>
                <p14:cNvPr id="451" name="Ink 450">
                  <a:extLst>
                    <a:ext uri="{FF2B5EF4-FFF2-40B4-BE49-F238E27FC236}">
                      <a16:creationId xmlns:a16="http://schemas.microsoft.com/office/drawing/2014/main" id="{1CA4116F-2989-2AEF-F754-44FC56F6B1B6}"/>
                    </a:ext>
                  </a:extLst>
                </p14:cNvPr>
                <p14:cNvContentPartPr/>
                <p14:nvPr/>
              </p14:nvContentPartPr>
              <p14:xfrm>
                <a:off x="4435086" y="3292551"/>
                <a:ext cx="66960" cy="176400"/>
              </p14:xfrm>
            </p:contentPart>
          </mc:Choice>
          <mc:Fallback xmlns="">
            <p:pic>
              <p:nvPicPr>
                <p:cNvPr id="451" name="Ink 450">
                  <a:extLst>
                    <a:ext uri="{FF2B5EF4-FFF2-40B4-BE49-F238E27FC236}">
                      <a16:creationId xmlns:a16="http://schemas.microsoft.com/office/drawing/2014/main" id="{1CA4116F-2989-2AEF-F754-44FC56F6B1B6}"/>
                    </a:ext>
                  </a:extLst>
                </p:cNvPr>
                <p:cNvPicPr/>
                <p:nvPr/>
              </p:nvPicPr>
              <p:blipFill>
                <a:blip r:embed="rId771"/>
                <a:stretch>
                  <a:fillRect/>
                </a:stretch>
              </p:blipFill>
              <p:spPr>
                <a:xfrm>
                  <a:off x="4426086" y="3283911"/>
                  <a:ext cx="84600" cy="194040"/>
                </a:xfrm>
                <a:prstGeom prst="rect">
                  <a:avLst/>
                </a:prstGeom>
              </p:spPr>
            </p:pic>
          </mc:Fallback>
        </mc:AlternateContent>
        <mc:AlternateContent xmlns:mc="http://schemas.openxmlformats.org/markup-compatibility/2006" xmlns:p14="http://schemas.microsoft.com/office/powerpoint/2010/main">
          <mc:Choice Requires="p14">
            <p:contentPart p14:bwMode="auto" r:id="rId772">
              <p14:nvContentPartPr>
                <p14:cNvPr id="562" name="Ink 561">
                  <a:extLst>
                    <a:ext uri="{FF2B5EF4-FFF2-40B4-BE49-F238E27FC236}">
                      <a16:creationId xmlns:a16="http://schemas.microsoft.com/office/drawing/2014/main" id="{96A6A950-5483-17F6-A9CF-288ED0293E3F}"/>
                    </a:ext>
                  </a:extLst>
                </p14:cNvPr>
                <p14:cNvContentPartPr/>
                <p14:nvPr/>
              </p14:nvContentPartPr>
              <p14:xfrm>
                <a:off x="4589886" y="3272391"/>
                <a:ext cx="98640" cy="229320"/>
              </p14:xfrm>
            </p:contentPart>
          </mc:Choice>
          <mc:Fallback xmlns="">
            <p:pic>
              <p:nvPicPr>
                <p:cNvPr id="562" name="Ink 561">
                  <a:extLst>
                    <a:ext uri="{FF2B5EF4-FFF2-40B4-BE49-F238E27FC236}">
                      <a16:creationId xmlns:a16="http://schemas.microsoft.com/office/drawing/2014/main" id="{96A6A950-5483-17F6-A9CF-288ED0293E3F}"/>
                    </a:ext>
                  </a:extLst>
                </p:cNvPr>
                <p:cNvPicPr/>
                <p:nvPr/>
              </p:nvPicPr>
              <p:blipFill>
                <a:blip r:embed="rId773"/>
                <a:stretch>
                  <a:fillRect/>
                </a:stretch>
              </p:blipFill>
              <p:spPr>
                <a:xfrm>
                  <a:off x="4580886" y="3263391"/>
                  <a:ext cx="116280" cy="246960"/>
                </a:xfrm>
                <a:prstGeom prst="rect">
                  <a:avLst/>
                </a:prstGeom>
              </p:spPr>
            </p:pic>
          </mc:Fallback>
        </mc:AlternateContent>
      </p:grpSp>
      <p:grpSp>
        <p:nvGrpSpPr>
          <p:cNvPr id="567" name="Group 566">
            <a:extLst>
              <a:ext uri="{FF2B5EF4-FFF2-40B4-BE49-F238E27FC236}">
                <a16:creationId xmlns:a16="http://schemas.microsoft.com/office/drawing/2014/main" id="{5CAB6EDF-04B0-42CB-F307-BB974A8548F0}"/>
              </a:ext>
            </a:extLst>
          </p:cNvPr>
          <p:cNvGrpSpPr/>
          <p:nvPr/>
        </p:nvGrpSpPr>
        <p:grpSpPr>
          <a:xfrm>
            <a:off x="4744326" y="3246831"/>
            <a:ext cx="150840" cy="245520"/>
            <a:chOff x="4744326" y="3246831"/>
            <a:chExt cx="150840" cy="245520"/>
          </a:xfrm>
        </p:grpSpPr>
        <mc:AlternateContent xmlns:mc="http://schemas.openxmlformats.org/markup-compatibility/2006" xmlns:p14="http://schemas.microsoft.com/office/powerpoint/2010/main">
          <mc:Choice Requires="p14">
            <p:contentPart p14:bwMode="auto" r:id="rId774">
              <p14:nvContentPartPr>
                <p14:cNvPr id="565" name="Ink 564">
                  <a:extLst>
                    <a:ext uri="{FF2B5EF4-FFF2-40B4-BE49-F238E27FC236}">
                      <a16:creationId xmlns:a16="http://schemas.microsoft.com/office/drawing/2014/main" id="{1D03093B-C19F-E803-5854-E95E99CD8CE1}"/>
                    </a:ext>
                  </a:extLst>
                </p14:cNvPr>
                <p14:cNvContentPartPr/>
                <p14:nvPr/>
              </p14:nvContentPartPr>
              <p14:xfrm>
                <a:off x="4744326" y="3302631"/>
                <a:ext cx="117360" cy="189720"/>
              </p14:xfrm>
            </p:contentPart>
          </mc:Choice>
          <mc:Fallback xmlns="">
            <p:pic>
              <p:nvPicPr>
                <p:cNvPr id="565" name="Ink 564">
                  <a:extLst>
                    <a:ext uri="{FF2B5EF4-FFF2-40B4-BE49-F238E27FC236}">
                      <a16:creationId xmlns:a16="http://schemas.microsoft.com/office/drawing/2014/main" id="{1D03093B-C19F-E803-5854-E95E99CD8CE1}"/>
                    </a:ext>
                  </a:extLst>
                </p:cNvPr>
                <p:cNvPicPr/>
                <p:nvPr/>
              </p:nvPicPr>
              <p:blipFill>
                <a:blip r:embed="rId775"/>
                <a:stretch>
                  <a:fillRect/>
                </a:stretch>
              </p:blipFill>
              <p:spPr>
                <a:xfrm>
                  <a:off x="4735686" y="3293631"/>
                  <a:ext cx="135000" cy="207360"/>
                </a:xfrm>
                <a:prstGeom prst="rect">
                  <a:avLst/>
                </a:prstGeom>
              </p:spPr>
            </p:pic>
          </mc:Fallback>
        </mc:AlternateContent>
        <mc:AlternateContent xmlns:mc="http://schemas.openxmlformats.org/markup-compatibility/2006" xmlns:p14="http://schemas.microsoft.com/office/powerpoint/2010/main">
          <mc:Choice Requires="p14">
            <p:contentPart p14:bwMode="auto" r:id="rId776">
              <p14:nvContentPartPr>
                <p14:cNvPr id="566" name="Ink 565">
                  <a:extLst>
                    <a:ext uri="{FF2B5EF4-FFF2-40B4-BE49-F238E27FC236}">
                      <a16:creationId xmlns:a16="http://schemas.microsoft.com/office/drawing/2014/main" id="{E118FCBF-4F05-C730-5A85-C905EDE03200}"/>
                    </a:ext>
                  </a:extLst>
                </p14:cNvPr>
                <p14:cNvContentPartPr/>
                <p14:nvPr/>
              </p14:nvContentPartPr>
              <p14:xfrm>
                <a:off x="4859886" y="3246831"/>
                <a:ext cx="35280" cy="52560"/>
              </p14:xfrm>
            </p:contentPart>
          </mc:Choice>
          <mc:Fallback xmlns="">
            <p:pic>
              <p:nvPicPr>
                <p:cNvPr id="566" name="Ink 565">
                  <a:extLst>
                    <a:ext uri="{FF2B5EF4-FFF2-40B4-BE49-F238E27FC236}">
                      <a16:creationId xmlns:a16="http://schemas.microsoft.com/office/drawing/2014/main" id="{E118FCBF-4F05-C730-5A85-C905EDE03200}"/>
                    </a:ext>
                  </a:extLst>
                </p:cNvPr>
                <p:cNvPicPr/>
                <p:nvPr/>
              </p:nvPicPr>
              <p:blipFill>
                <a:blip r:embed="rId777"/>
                <a:stretch>
                  <a:fillRect/>
                </a:stretch>
              </p:blipFill>
              <p:spPr>
                <a:xfrm>
                  <a:off x="4851246" y="3237831"/>
                  <a:ext cx="52920" cy="70200"/>
                </a:xfrm>
                <a:prstGeom prst="rect">
                  <a:avLst/>
                </a:prstGeom>
              </p:spPr>
            </p:pic>
          </mc:Fallback>
        </mc:AlternateContent>
      </p:grpSp>
      <p:grpSp>
        <p:nvGrpSpPr>
          <p:cNvPr id="570" name="Group 569">
            <a:extLst>
              <a:ext uri="{FF2B5EF4-FFF2-40B4-BE49-F238E27FC236}">
                <a16:creationId xmlns:a16="http://schemas.microsoft.com/office/drawing/2014/main" id="{C3DC3CBA-D4B4-5ABC-70AA-D297A673B85D}"/>
              </a:ext>
            </a:extLst>
          </p:cNvPr>
          <p:cNvGrpSpPr/>
          <p:nvPr/>
        </p:nvGrpSpPr>
        <p:grpSpPr>
          <a:xfrm>
            <a:off x="6966966" y="3906711"/>
            <a:ext cx="92880" cy="205200"/>
            <a:chOff x="6966966" y="3906711"/>
            <a:chExt cx="92880" cy="205200"/>
          </a:xfrm>
        </p:grpSpPr>
        <mc:AlternateContent xmlns:mc="http://schemas.openxmlformats.org/markup-compatibility/2006" xmlns:p14="http://schemas.microsoft.com/office/powerpoint/2010/main">
          <mc:Choice Requires="p14">
            <p:contentPart p14:bwMode="auto" r:id="rId778">
              <p14:nvContentPartPr>
                <p14:cNvPr id="568" name="Ink 567">
                  <a:extLst>
                    <a:ext uri="{FF2B5EF4-FFF2-40B4-BE49-F238E27FC236}">
                      <a16:creationId xmlns:a16="http://schemas.microsoft.com/office/drawing/2014/main" id="{EA213FAA-E939-F32E-C7CE-6AEFBB16CB62}"/>
                    </a:ext>
                  </a:extLst>
                </p14:cNvPr>
                <p14:cNvContentPartPr/>
                <p14:nvPr/>
              </p14:nvContentPartPr>
              <p14:xfrm>
                <a:off x="6969126" y="3914991"/>
                <a:ext cx="31680" cy="52200"/>
              </p14:xfrm>
            </p:contentPart>
          </mc:Choice>
          <mc:Fallback xmlns="">
            <p:pic>
              <p:nvPicPr>
                <p:cNvPr id="568" name="Ink 567">
                  <a:extLst>
                    <a:ext uri="{FF2B5EF4-FFF2-40B4-BE49-F238E27FC236}">
                      <a16:creationId xmlns:a16="http://schemas.microsoft.com/office/drawing/2014/main" id="{EA213FAA-E939-F32E-C7CE-6AEFBB16CB62}"/>
                    </a:ext>
                  </a:extLst>
                </p:cNvPr>
                <p:cNvPicPr/>
                <p:nvPr/>
              </p:nvPicPr>
              <p:blipFill>
                <a:blip r:embed="rId779"/>
                <a:stretch>
                  <a:fillRect/>
                </a:stretch>
              </p:blipFill>
              <p:spPr>
                <a:xfrm>
                  <a:off x="6960126" y="3905991"/>
                  <a:ext cx="49320" cy="69840"/>
                </a:xfrm>
                <a:prstGeom prst="rect">
                  <a:avLst/>
                </a:prstGeom>
              </p:spPr>
            </p:pic>
          </mc:Fallback>
        </mc:AlternateContent>
        <mc:AlternateContent xmlns:mc="http://schemas.openxmlformats.org/markup-compatibility/2006" xmlns:p14="http://schemas.microsoft.com/office/powerpoint/2010/main">
          <mc:Choice Requires="p14">
            <p:contentPart p14:bwMode="auto" r:id="rId780">
              <p14:nvContentPartPr>
                <p14:cNvPr id="569" name="Ink 568">
                  <a:extLst>
                    <a:ext uri="{FF2B5EF4-FFF2-40B4-BE49-F238E27FC236}">
                      <a16:creationId xmlns:a16="http://schemas.microsoft.com/office/drawing/2014/main" id="{62C133F8-5AC1-32AF-F69F-88A1035E0052}"/>
                    </a:ext>
                  </a:extLst>
                </p14:cNvPr>
                <p14:cNvContentPartPr/>
                <p14:nvPr/>
              </p14:nvContentPartPr>
              <p14:xfrm>
                <a:off x="6966966" y="3906711"/>
                <a:ext cx="92880" cy="205200"/>
              </p14:xfrm>
            </p:contentPart>
          </mc:Choice>
          <mc:Fallback xmlns="">
            <p:pic>
              <p:nvPicPr>
                <p:cNvPr id="569" name="Ink 568">
                  <a:extLst>
                    <a:ext uri="{FF2B5EF4-FFF2-40B4-BE49-F238E27FC236}">
                      <a16:creationId xmlns:a16="http://schemas.microsoft.com/office/drawing/2014/main" id="{62C133F8-5AC1-32AF-F69F-88A1035E0052}"/>
                    </a:ext>
                  </a:extLst>
                </p:cNvPr>
                <p:cNvPicPr/>
                <p:nvPr/>
              </p:nvPicPr>
              <p:blipFill>
                <a:blip r:embed="rId781"/>
                <a:stretch>
                  <a:fillRect/>
                </a:stretch>
              </p:blipFill>
              <p:spPr>
                <a:xfrm>
                  <a:off x="6957966" y="3897711"/>
                  <a:ext cx="110520" cy="222840"/>
                </a:xfrm>
                <a:prstGeom prst="rect">
                  <a:avLst/>
                </a:prstGeom>
              </p:spPr>
            </p:pic>
          </mc:Fallback>
        </mc:AlternateContent>
      </p:grpSp>
      <p:grpSp>
        <p:nvGrpSpPr>
          <p:cNvPr id="579" name="Group 578">
            <a:extLst>
              <a:ext uri="{FF2B5EF4-FFF2-40B4-BE49-F238E27FC236}">
                <a16:creationId xmlns:a16="http://schemas.microsoft.com/office/drawing/2014/main" id="{9333DA42-5A07-3B49-2BF3-AE03886D75B4}"/>
              </a:ext>
            </a:extLst>
          </p:cNvPr>
          <p:cNvGrpSpPr/>
          <p:nvPr/>
        </p:nvGrpSpPr>
        <p:grpSpPr>
          <a:xfrm>
            <a:off x="6738366" y="3706911"/>
            <a:ext cx="477000" cy="362160"/>
            <a:chOff x="6738366" y="3706911"/>
            <a:chExt cx="477000" cy="362160"/>
          </a:xfrm>
        </p:grpSpPr>
        <mc:AlternateContent xmlns:mc="http://schemas.openxmlformats.org/markup-compatibility/2006" xmlns:p14="http://schemas.microsoft.com/office/powerpoint/2010/main">
          <mc:Choice Requires="p14">
            <p:contentPart p14:bwMode="auto" r:id="rId782">
              <p14:nvContentPartPr>
                <p14:cNvPr id="573" name="Ink 572">
                  <a:extLst>
                    <a:ext uri="{FF2B5EF4-FFF2-40B4-BE49-F238E27FC236}">
                      <a16:creationId xmlns:a16="http://schemas.microsoft.com/office/drawing/2014/main" id="{E38FFFF9-7051-FAFB-3973-FD6084FF4D5C}"/>
                    </a:ext>
                  </a:extLst>
                </p14:cNvPr>
                <p14:cNvContentPartPr/>
                <p14:nvPr/>
              </p14:nvContentPartPr>
              <p14:xfrm>
                <a:off x="6738366" y="3858471"/>
                <a:ext cx="227880" cy="210600"/>
              </p14:xfrm>
            </p:contentPart>
          </mc:Choice>
          <mc:Fallback xmlns="">
            <p:pic>
              <p:nvPicPr>
                <p:cNvPr id="573" name="Ink 572">
                  <a:extLst>
                    <a:ext uri="{FF2B5EF4-FFF2-40B4-BE49-F238E27FC236}">
                      <a16:creationId xmlns:a16="http://schemas.microsoft.com/office/drawing/2014/main" id="{E38FFFF9-7051-FAFB-3973-FD6084FF4D5C}"/>
                    </a:ext>
                  </a:extLst>
                </p:cNvPr>
                <p:cNvPicPr/>
                <p:nvPr/>
              </p:nvPicPr>
              <p:blipFill>
                <a:blip r:embed="rId783"/>
                <a:stretch>
                  <a:fillRect/>
                </a:stretch>
              </p:blipFill>
              <p:spPr>
                <a:xfrm>
                  <a:off x="6729726" y="3849831"/>
                  <a:ext cx="245520" cy="228240"/>
                </a:xfrm>
                <a:prstGeom prst="rect">
                  <a:avLst/>
                </a:prstGeom>
              </p:spPr>
            </p:pic>
          </mc:Fallback>
        </mc:AlternateContent>
        <mc:AlternateContent xmlns:mc="http://schemas.openxmlformats.org/markup-compatibility/2006" xmlns:p14="http://schemas.microsoft.com/office/powerpoint/2010/main">
          <mc:Choice Requires="p14">
            <p:contentPart p14:bwMode="auto" r:id="rId784">
              <p14:nvContentPartPr>
                <p14:cNvPr id="574" name="Ink 573">
                  <a:extLst>
                    <a:ext uri="{FF2B5EF4-FFF2-40B4-BE49-F238E27FC236}">
                      <a16:creationId xmlns:a16="http://schemas.microsoft.com/office/drawing/2014/main" id="{B445E0C1-28DD-5632-FFFE-772FF221946A}"/>
                    </a:ext>
                  </a:extLst>
                </p14:cNvPr>
                <p14:cNvContentPartPr/>
                <p14:nvPr/>
              </p14:nvContentPartPr>
              <p14:xfrm>
                <a:off x="6975246" y="3831831"/>
                <a:ext cx="360" cy="360"/>
              </p14:xfrm>
            </p:contentPart>
          </mc:Choice>
          <mc:Fallback xmlns="">
            <p:pic>
              <p:nvPicPr>
                <p:cNvPr id="574" name="Ink 573">
                  <a:extLst>
                    <a:ext uri="{FF2B5EF4-FFF2-40B4-BE49-F238E27FC236}">
                      <a16:creationId xmlns:a16="http://schemas.microsoft.com/office/drawing/2014/main" id="{B445E0C1-28DD-5632-FFFE-772FF221946A}"/>
                    </a:ext>
                  </a:extLst>
                </p:cNvPr>
                <p:cNvPicPr/>
                <p:nvPr/>
              </p:nvPicPr>
              <p:blipFill>
                <a:blip r:embed="rId785"/>
                <a:stretch>
                  <a:fillRect/>
                </a:stretch>
              </p:blipFill>
              <p:spPr>
                <a:xfrm>
                  <a:off x="6966246" y="382283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786">
              <p14:nvContentPartPr>
                <p14:cNvPr id="576" name="Ink 575">
                  <a:extLst>
                    <a:ext uri="{FF2B5EF4-FFF2-40B4-BE49-F238E27FC236}">
                      <a16:creationId xmlns:a16="http://schemas.microsoft.com/office/drawing/2014/main" id="{F766D026-6396-AAB5-1A8F-98CC699F4E7C}"/>
                    </a:ext>
                  </a:extLst>
                </p14:cNvPr>
                <p14:cNvContentPartPr/>
                <p14:nvPr/>
              </p14:nvContentPartPr>
              <p14:xfrm>
                <a:off x="6931326" y="3806991"/>
                <a:ext cx="106560" cy="83520"/>
              </p14:xfrm>
            </p:contentPart>
          </mc:Choice>
          <mc:Fallback xmlns="">
            <p:pic>
              <p:nvPicPr>
                <p:cNvPr id="576" name="Ink 575">
                  <a:extLst>
                    <a:ext uri="{FF2B5EF4-FFF2-40B4-BE49-F238E27FC236}">
                      <a16:creationId xmlns:a16="http://schemas.microsoft.com/office/drawing/2014/main" id="{F766D026-6396-AAB5-1A8F-98CC699F4E7C}"/>
                    </a:ext>
                  </a:extLst>
                </p:cNvPr>
                <p:cNvPicPr/>
                <p:nvPr/>
              </p:nvPicPr>
              <p:blipFill>
                <a:blip r:embed="rId787"/>
                <a:stretch>
                  <a:fillRect/>
                </a:stretch>
              </p:blipFill>
              <p:spPr>
                <a:xfrm>
                  <a:off x="6922686" y="3798351"/>
                  <a:ext cx="124200" cy="101160"/>
                </a:xfrm>
                <a:prstGeom prst="rect">
                  <a:avLst/>
                </a:prstGeom>
              </p:spPr>
            </p:pic>
          </mc:Fallback>
        </mc:AlternateContent>
        <mc:AlternateContent xmlns:mc="http://schemas.openxmlformats.org/markup-compatibility/2006" xmlns:p14="http://schemas.microsoft.com/office/powerpoint/2010/main">
          <mc:Choice Requires="p14">
            <p:contentPart p14:bwMode="auto" r:id="rId788">
              <p14:nvContentPartPr>
                <p14:cNvPr id="577" name="Ink 576">
                  <a:extLst>
                    <a:ext uri="{FF2B5EF4-FFF2-40B4-BE49-F238E27FC236}">
                      <a16:creationId xmlns:a16="http://schemas.microsoft.com/office/drawing/2014/main" id="{3201513C-C56C-EC7B-452F-E3E279CF7CCF}"/>
                    </a:ext>
                  </a:extLst>
                </p14:cNvPr>
                <p14:cNvContentPartPr/>
                <p14:nvPr/>
              </p14:nvContentPartPr>
              <p14:xfrm>
                <a:off x="6979926" y="3785391"/>
                <a:ext cx="100800" cy="73080"/>
              </p14:xfrm>
            </p:contentPart>
          </mc:Choice>
          <mc:Fallback xmlns="">
            <p:pic>
              <p:nvPicPr>
                <p:cNvPr id="577" name="Ink 576">
                  <a:extLst>
                    <a:ext uri="{FF2B5EF4-FFF2-40B4-BE49-F238E27FC236}">
                      <a16:creationId xmlns:a16="http://schemas.microsoft.com/office/drawing/2014/main" id="{3201513C-C56C-EC7B-452F-E3E279CF7CCF}"/>
                    </a:ext>
                  </a:extLst>
                </p:cNvPr>
                <p:cNvPicPr/>
                <p:nvPr/>
              </p:nvPicPr>
              <p:blipFill>
                <a:blip r:embed="rId789"/>
                <a:stretch>
                  <a:fillRect/>
                </a:stretch>
              </p:blipFill>
              <p:spPr>
                <a:xfrm>
                  <a:off x="6971286" y="3776391"/>
                  <a:ext cx="118440" cy="90720"/>
                </a:xfrm>
                <a:prstGeom prst="rect">
                  <a:avLst/>
                </a:prstGeom>
              </p:spPr>
            </p:pic>
          </mc:Fallback>
        </mc:AlternateContent>
        <mc:AlternateContent xmlns:mc="http://schemas.openxmlformats.org/markup-compatibility/2006" xmlns:p14="http://schemas.microsoft.com/office/powerpoint/2010/main">
          <mc:Choice Requires="p14">
            <p:contentPart p14:bwMode="auto" r:id="rId790">
              <p14:nvContentPartPr>
                <p14:cNvPr id="578" name="Ink 577">
                  <a:extLst>
                    <a:ext uri="{FF2B5EF4-FFF2-40B4-BE49-F238E27FC236}">
                      <a16:creationId xmlns:a16="http://schemas.microsoft.com/office/drawing/2014/main" id="{F00D5C53-BB8B-891D-4276-A625E5C1872A}"/>
                    </a:ext>
                  </a:extLst>
                </p14:cNvPr>
                <p14:cNvContentPartPr/>
                <p14:nvPr/>
              </p14:nvContentPartPr>
              <p14:xfrm>
                <a:off x="7118526" y="3706911"/>
                <a:ext cx="96840" cy="114840"/>
              </p14:xfrm>
            </p:contentPart>
          </mc:Choice>
          <mc:Fallback xmlns="">
            <p:pic>
              <p:nvPicPr>
                <p:cNvPr id="578" name="Ink 577">
                  <a:extLst>
                    <a:ext uri="{FF2B5EF4-FFF2-40B4-BE49-F238E27FC236}">
                      <a16:creationId xmlns:a16="http://schemas.microsoft.com/office/drawing/2014/main" id="{F00D5C53-BB8B-891D-4276-A625E5C1872A}"/>
                    </a:ext>
                  </a:extLst>
                </p:cNvPr>
                <p:cNvPicPr/>
                <p:nvPr/>
              </p:nvPicPr>
              <p:blipFill>
                <a:blip r:embed="rId791"/>
                <a:stretch>
                  <a:fillRect/>
                </a:stretch>
              </p:blipFill>
              <p:spPr>
                <a:xfrm>
                  <a:off x="7109526" y="3698271"/>
                  <a:ext cx="114480" cy="132480"/>
                </a:xfrm>
                <a:prstGeom prst="rect">
                  <a:avLst/>
                </a:prstGeom>
              </p:spPr>
            </p:pic>
          </mc:Fallback>
        </mc:AlternateContent>
      </p:grpSp>
      <p:grpSp>
        <p:nvGrpSpPr>
          <p:cNvPr id="600" name="Group 599">
            <a:extLst>
              <a:ext uri="{FF2B5EF4-FFF2-40B4-BE49-F238E27FC236}">
                <a16:creationId xmlns:a16="http://schemas.microsoft.com/office/drawing/2014/main" id="{597F7156-B8AF-7AF4-1954-F5F7EB9B338E}"/>
              </a:ext>
            </a:extLst>
          </p:cNvPr>
          <p:cNvGrpSpPr/>
          <p:nvPr/>
        </p:nvGrpSpPr>
        <p:grpSpPr>
          <a:xfrm>
            <a:off x="5547486" y="4163751"/>
            <a:ext cx="2016720" cy="336600"/>
            <a:chOff x="5547486" y="4163751"/>
            <a:chExt cx="2016720" cy="336600"/>
          </a:xfrm>
        </p:grpSpPr>
        <mc:AlternateContent xmlns:mc="http://schemas.openxmlformats.org/markup-compatibility/2006" xmlns:p14="http://schemas.microsoft.com/office/powerpoint/2010/main">
          <mc:Choice Requires="p14">
            <p:contentPart p14:bwMode="auto" r:id="rId792">
              <p14:nvContentPartPr>
                <p14:cNvPr id="580" name="Ink 579">
                  <a:extLst>
                    <a:ext uri="{FF2B5EF4-FFF2-40B4-BE49-F238E27FC236}">
                      <a16:creationId xmlns:a16="http://schemas.microsoft.com/office/drawing/2014/main" id="{555B6EB1-2AC0-29B9-F61F-A9F364B2E708}"/>
                    </a:ext>
                  </a:extLst>
                </p14:cNvPr>
                <p14:cNvContentPartPr/>
                <p14:nvPr/>
              </p14:nvContentPartPr>
              <p14:xfrm>
                <a:off x="5547486" y="4241151"/>
                <a:ext cx="92880" cy="5400"/>
              </p14:xfrm>
            </p:contentPart>
          </mc:Choice>
          <mc:Fallback xmlns="">
            <p:pic>
              <p:nvPicPr>
                <p:cNvPr id="580" name="Ink 579">
                  <a:extLst>
                    <a:ext uri="{FF2B5EF4-FFF2-40B4-BE49-F238E27FC236}">
                      <a16:creationId xmlns:a16="http://schemas.microsoft.com/office/drawing/2014/main" id="{555B6EB1-2AC0-29B9-F61F-A9F364B2E708}"/>
                    </a:ext>
                  </a:extLst>
                </p:cNvPr>
                <p:cNvPicPr/>
                <p:nvPr/>
              </p:nvPicPr>
              <p:blipFill>
                <a:blip r:embed="rId793"/>
                <a:stretch>
                  <a:fillRect/>
                </a:stretch>
              </p:blipFill>
              <p:spPr>
                <a:xfrm>
                  <a:off x="5538846" y="4232511"/>
                  <a:ext cx="11052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794">
              <p14:nvContentPartPr>
                <p14:cNvPr id="581" name="Ink 580">
                  <a:extLst>
                    <a:ext uri="{FF2B5EF4-FFF2-40B4-BE49-F238E27FC236}">
                      <a16:creationId xmlns:a16="http://schemas.microsoft.com/office/drawing/2014/main" id="{A4AD83ED-8F86-6382-B480-2A2AEAC25DC6}"/>
                    </a:ext>
                  </a:extLst>
                </p14:cNvPr>
                <p14:cNvContentPartPr/>
                <p14:nvPr/>
              </p14:nvContentPartPr>
              <p14:xfrm>
                <a:off x="5602206" y="4269231"/>
                <a:ext cx="6840" cy="132480"/>
              </p14:xfrm>
            </p:contentPart>
          </mc:Choice>
          <mc:Fallback xmlns="">
            <p:pic>
              <p:nvPicPr>
                <p:cNvPr id="581" name="Ink 580">
                  <a:extLst>
                    <a:ext uri="{FF2B5EF4-FFF2-40B4-BE49-F238E27FC236}">
                      <a16:creationId xmlns:a16="http://schemas.microsoft.com/office/drawing/2014/main" id="{A4AD83ED-8F86-6382-B480-2A2AEAC25DC6}"/>
                    </a:ext>
                  </a:extLst>
                </p:cNvPr>
                <p:cNvPicPr/>
                <p:nvPr/>
              </p:nvPicPr>
              <p:blipFill>
                <a:blip r:embed="rId795"/>
                <a:stretch>
                  <a:fillRect/>
                </a:stretch>
              </p:blipFill>
              <p:spPr>
                <a:xfrm>
                  <a:off x="5593566" y="4260231"/>
                  <a:ext cx="2448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796">
              <p14:nvContentPartPr>
                <p14:cNvPr id="582" name="Ink 581">
                  <a:extLst>
                    <a:ext uri="{FF2B5EF4-FFF2-40B4-BE49-F238E27FC236}">
                      <a16:creationId xmlns:a16="http://schemas.microsoft.com/office/drawing/2014/main" id="{1A601665-0720-FB5B-FD97-673D22B58D11}"/>
                    </a:ext>
                  </a:extLst>
                </p14:cNvPr>
                <p14:cNvContentPartPr/>
                <p14:nvPr/>
              </p14:nvContentPartPr>
              <p14:xfrm>
                <a:off x="5689686" y="4355271"/>
                <a:ext cx="90000" cy="145080"/>
              </p14:xfrm>
            </p:contentPart>
          </mc:Choice>
          <mc:Fallback xmlns="">
            <p:pic>
              <p:nvPicPr>
                <p:cNvPr id="582" name="Ink 581">
                  <a:extLst>
                    <a:ext uri="{FF2B5EF4-FFF2-40B4-BE49-F238E27FC236}">
                      <a16:creationId xmlns:a16="http://schemas.microsoft.com/office/drawing/2014/main" id="{1A601665-0720-FB5B-FD97-673D22B58D11}"/>
                    </a:ext>
                  </a:extLst>
                </p:cNvPr>
                <p:cNvPicPr/>
                <p:nvPr/>
              </p:nvPicPr>
              <p:blipFill>
                <a:blip r:embed="rId797"/>
                <a:stretch>
                  <a:fillRect/>
                </a:stretch>
              </p:blipFill>
              <p:spPr>
                <a:xfrm>
                  <a:off x="5680686" y="4346271"/>
                  <a:ext cx="107640" cy="162720"/>
                </a:xfrm>
                <a:prstGeom prst="rect">
                  <a:avLst/>
                </a:prstGeom>
              </p:spPr>
            </p:pic>
          </mc:Fallback>
        </mc:AlternateContent>
        <mc:AlternateContent xmlns:mc="http://schemas.openxmlformats.org/markup-compatibility/2006" xmlns:p14="http://schemas.microsoft.com/office/powerpoint/2010/main">
          <mc:Choice Requires="p14">
            <p:contentPart p14:bwMode="auto" r:id="rId798">
              <p14:nvContentPartPr>
                <p14:cNvPr id="583" name="Ink 582">
                  <a:extLst>
                    <a:ext uri="{FF2B5EF4-FFF2-40B4-BE49-F238E27FC236}">
                      <a16:creationId xmlns:a16="http://schemas.microsoft.com/office/drawing/2014/main" id="{4CA224E1-87AB-8261-1920-6A852A9C826C}"/>
                    </a:ext>
                  </a:extLst>
                </p14:cNvPr>
                <p14:cNvContentPartPr/>
                <p14:nvPr/>
              </p14:nvContentPartPr>
              <p14:xfrm>
                <a:off x="5837286" y="4224591"/>
                <a:ext cx="93600" cy="167040"/>
              </p14:xfrm>
            </p:contentPart>
          </mc:Choice>
          <mc:Fallback xmlns="">
            <p:pic>
              <p:nvPicPr>
                <p:cNvPr id="583" name="Ink 582">
                  <a:extLst>
                    <a:ext uri="{FF2B5EF4-FFF2-40B4-BE49-F238E27FC236}">
                      <a16:creationId xmlns:a16="http://schemas.microsoft.com/office/drawing/2014/main" id="{4CA224E1-87AB-8261-1920-6A852A9C826C}"/>
                    </a:ext>
                  </a:extLst>
                </p:cNvPr>
                <p:cNvPicPr/>
                <p:nvPr/>
              </p:nvPicPr>
              <p:blipFill>
                <a:blip r:embed="rId799"/>
                <a:stretch>
                  <a:fillRect/>
                </a:stretch>
              </p:blipFill>
              <p:spPr>
                <a:xfrm>
                  <a:off x="5828646" y="4215951"/>
                  <a:ext cx="111240" cy="184680"/>
                </a:xfrm>
                <a:prstGeom prst="rect">
                  <a:avLst/>
                </a:prstGeom>
              </p:spPr>
            </p:pic>
          </mc:Fallback>
        </mc:AlternateContent>
        <mc:AlternateContent xmlns:mc="http://schemas.openxmlformats.org/markup-compatibility/2006" xmlns:p14="http://schemas.microsoft.com/office/powerpoint/2010/main">
          <mc:Choice Requires="p14">
            <p:contentPart p14:bwMode="auto" r:id="rId800">
              <p14:nvContentPartPr>
                <p14:cNvPr id="584" name="Ink 583">
                  <a:extLst>
                    <a:ext uri="{FF2B5EF4-FFF2-40B4-BE49-F238E27FC236}">
                      <a16:creationId xmlns:a16="http://schemas.microsoft.com/office/drawing/2014/main" id="{4929A635-47B9-049E-9159-6E6653C2BD93}"/>
                    </a:ext>
                  </a:extLst>
                </p14:cNvPr>
                <p14:cNvContentPartPr/>
                <p14:nvPr/>
              </p14:nvContentPartPr>
              <p14:xfrm>
                <a:off x="6001806" y="4297671"/>
                <a:ext cx="10800" cy="97560"/>
              </p14:xfrm>
            </p:contentPart>
          </mc:Choice>
          <mc:Fallback xmlns="">
            <p:pic>
              <p:nvPicPr>
                <p:cNvPr id="584" name="Ink 583">
                  <a:extLst>
                    <a:ext uri="{FF2B5EF4-FFF2-40B4-BE49-F238E27FC236}">
                      <a16:creationId xmlns:a16="http://schemas.microsoft.com/office/drawing/2014/main" id="{4929A635-47B9-049E-9159-6E6653C2BD93}"/>
                    </a:ext>
                  </a:extLst>
                </p:cNvPr>
                <p:cNvPicPr/>
                <p:nvPr/>
              </p:nvPicPr>
              <p:blipFill>
                <a:blip r:embed="rId801"/>
                <a:stretch>
                  <a:fillRect/>
                </a:stretch>
              </p:blipFill>
              <p:spPr>
                <a:xfrm>
                  <a:off x="5993166" y="4288671"/>
                  <a:ext cx="28440" cy="115200"/>
                </a:xfrm>
                <a:prstGeom prst="rect">
                  <a:avLst/>
                </a:prstGeom>
              </p:spPr>
            </p:pic>
          </mc:Fallback>
        </mc:AlternateContent>
        <mc:AlternateContent xmlns:mc="http://schemas.openxmlformats.org/markup-compatibility/2006" xmlns:p14="http://schemas.microsoft.com/office/powerpoint/2010/main">
          <mc:Choice Requires="p14">
            <p:contentPart p14:bwMode="auto" r:id="rId802">
              <p14:nvContentPartPr>
                <p14:cNvPr id="585" name="Ink 584">
                  <a:extLst>
                    <a:ext uri="{FF2B5EF4-FFF2-40B4-BE49-F238E27FC236}">
                      <a16:creationId xmlns:a16="http://schemas.microsoft.com/office/drawing/2014/main" id="{34D6345E-AC54-D164-3F64-2A1CF87FDFDF}"/>
                    </a:ext>
                  </a:extLst>
                </p14:cNvPr>
                <p14:cNvContentPartPr/>
                <p14:nvPr/>
              </p14:nvContentPartPr>
              <p14:xfrm>
                <a:off x="6007566" y="4271751"/>
                <a:ext cx="360" cy="360"/>
              </p14:xfrm>
            </p:contentPart>
          </mc:Choice>
          <mc:Fallback xmlns="">
            <p:pic>
              <p:nvPicPr>
                <p:cNvPr id="585" name="Ink 584">
                  <a:extLst>
                    <a:ext uri="{FF2B5EF4-FFF2-40B4-BE49-F238E27FC236}">
                      <a16:creationId xmlns:a16="http://schemas.microsoft.com/office/drawing/2014/main" id="{34D6345E-AC54-D164-3F64-2A1CF87FDFDF}"/>
                    </a:ext>
                  </a:extLst>
                </p:cNvPr>
                <p:cNvPicPr/>
                <p:nvPr/>
              </p:nvPicPr>
              <p:blipFill>
                <a:blip r:embed="rId532"/>
                <a:stretch>
                  <a:fillRect/>
                </a:stretch>
              </p:blipFill>
              <p:spPr>
                <a:xfrm>
                  <a:off x="5998566" y="426311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803">
              <p14:nvContentPartPr>
                <p14:cNvPr id="586" name="Ink 585">
                  <a:extLst>
                    <a:ext uri="{FF2B5EF4-FFF2-40B4-BE49-F238E27FC236}">
                      <a16:creationId xmlns:a16="http://schemas.microsoft.com/office/drawing/2014/main" id="{12607349-005E-9212-71A4-DF36FDD5244F}"/>
                    </a:ext>
                  </a:extLst>
                </p14:cNvPr>
                <p14:cNvContentPartPr/>
                <p14:nvPr/>
              </p14:nvContentPartPr>
              <p14:xfrm>
                <a:off x="6079206" y="4268151"/>
                <a:ext cx="96120" cy="121680"/>
              </p14:xfrm>
            </p:contentPart>
          </mc:Choice>
          <mc:Fallback xmlns="">
            <p:pic>
              <p:nvPicPr>
                <p:cNvPr id="586" name="Ink 585">
                  <a:extLst>
                    <a:ext uri="{FF2B5EF4-FFF2-40B4-BE49-F238E27FC236}">
                      <a16:creationId xmlns:a16="http://schemas.microsoft.com/office/drawing/2014/main" id="{12607349-005E-9212-71A4-DF36FDD5244F}"/>
                    </a:ext>
                  </a:extLst>
                </p:cNvPr>
                <p:cNvPicPr/>
                <p:nvPr/>
              </p:nvPicPr>
              <p:blipFill>
                <a:blip r:embed="rId804"/>
                <a:stretch>
                  <a:fillRect/>
                </a:stretch>
              </p:blipFill>
              <p:spPr>
                <a:xfrm>
                  <a:off x="6070566" y="4259151"/>
                  <a:ext cx="11376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805">
              <p14:nvContentPartPr>
                <p14:cNvPr id="587" name="Ink 586">
                  <a:extLst>
                    <a:ext uri="{FF2B5EF4-FFF2-40B4-BE49-F238E27FC236}">
                      <a16:creationId xmlns:a16="http://schemas.microsoft.com/office/drawing/2014/main" id="{609D3DC0-A244-BA18-E592-F46781A6423C}"/>
                    </a:ext>
                  </a:extLst>
                </p14:cNvPr>
                <p14:cNvContentPartPr/>
                <p14:nvPr/>
              </p14:nvContentPartPr>
              <p14:xfrm>
                <a:off x="6249126" y="4250511"/>
                <a:ext cx="92520" cy="168120"/>
              </p14:xfrm>
            </p:contentPart>
          </mc:Choice>
          <mc:Fallback xmlns="">
            <p:pic>
              <p:nvPicPr>
                <p:cNvPr id="587" name="Ink 586">
                  <a:extLst>
                    <a:ext uri="{FF2B5EF4-FFF2-40B4-BE49-F238E27FC236}">
                      <a16:creationId xmlns:a16="http://schemas.microsoft.com/office/drawing/2014/main" id="{609D3DC0-A244-BA18-E592-F46781A6423C}"/>
                    </a:ext>
                  </a:extLst>
                </p:cNvPr>
                <p:cNvPicPr/>
                <p:nvPr/>
              </p:nvPicPr>
              <p:blipFill>
                <a:blip r:embed="rId806"/>
                <a:stretch>
                  <a:fillRect/>
                </a:stretch>
              </p:blipFill>
              <p:spPr>
                <a:xfrm>
                  <a:off x="6240126" y="4241511"/>
                  <a:ext cx="11016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807">
              <p14:nvContentPartPr>
                <p14:cNvPr id="588" name="Ink 587">
                  <a:extLst>
                    <a:ext uri="{FF2B5EF4-FFF2-40B4-BE49-F238E27FC236}">
                      <a16:creationId xmlns:a16="http://schemas.microsoft.com/office/drawing/2014/main" id="{ECFD1975-DBB4-EA8A-6F42-514B6DCE4F5E}"/>
                    </a:ext>
                  </a:extLst>
                </p14:cNvPr>
                <p14:cNvContentPartPr/>
                <p14:nvPr/>
              </p14:nvContentPartPr>
              <p14:xfrm>
                <a:off x="6374406" y="4247271"/>
                <a:ext cx="95400" cy="122040"/>
              </p14:xfrm>
            </p:contentPart>
          </mc:Choice>
          <mc:Fallback xmlns="">
            <p:pic>
              <p:nvPicPr>
                <p:cNvPr id="588" name="Ink 587">
                  <a:extLst>
                    <a:ext uri="{FF2B5EF4-FFF2-40B4-BE49-F238E27FC236}">
                      <a16:creationId xmlns:a16="http://schemas.microsoft.com/office/drawing/2014/main" id="{ECFD1975-DBB4-EA8A-6F42-514B6DCE4F5E}"/>
                    </a:ext>
                  </a:extLst>
                </p:cNvPr>
                <p:cNvPicPr/>
                <p:nvPr/>
              </p:nvPicPr>
              <p:blipFill>
                <a:blip r:embed="rId808"/>
                <a:stretch>
                  <a:fillRect/>
                </a:stretch>
              </p:blipFill>
              <p:spPr>
                <a:xfrm>
                  <a:off x="6365766" y="4238271"/>
                  <a:ext cx="113040" cy="139680"/>
                </a:xfrm>
                <a:prstGeom prst="rect">
                  <a:avLst/>
                </a:prstGeom>
              </p:spPr>
            </p:pic>
          </mc:Fallback>
        </mc:AlternateContent>
        <mc:AlternateContent xmlns:mc="http://schemas.openxmlformats.org/markup-compatibility/2006" xmlns:p14="http://schemas.microsoft.com/office/powerpoint/2010/main">
          <mc:Choice Requires="p14">
            <p:contentPart p14:bwMode="auto" r:id="rId809">
              <p14:nvContentPartPr>
                <p14:cNvPr id="589" name="Ink 588">
                  <a:extLst>
                    <a:ext uri="{FF2B5EF4-FFF2-40B4-BE49-F238E27FC236}">
                      <a16:creationId xmlns:a16="http://schemas.microsoft.com/office/drawing/2014/main" id="{7DE7B487-5EC5-1CE7-516F-5EBB06463AF1}"/>
                    </a:ext>
                  </a:extLst>
                </p14:cNvPr>
                <p14:cNvContentPartPr/>
                <p14:nvPr/>
              </p14:nvContentPartPr>
              <p14:xfrm>
                <a:off x="6464406" y="4163751"/>
                <a:ext cx="17640" cy="24480"/>
              </p14:xfrm>
            </p:contentPart>
          </mc:Choice>
          <mc:Fallback xmlns="">
            <p:pic>
              <p:nvPicPr>
                <p:cNvPr id="589" name="Ink 588">
                  <a:extLst>
                    <a:ext uri="{FF2B5EF4-FFF2-40B4-BE49-F238E27FC236}">
                      <a16:creationId xmlns:a16="http://schemas.microsoft.com/office/drawing/2014/main" id="{7DE7B487-5EC5-1CE7-516F-5EBB06463AF1}"/>
                    </a:ext>
                  </a:extLst>
                </p:cNvPr>
                <p:cNvPicPr/>
                <p:nvPr/>
              </p:nvPicPr>
              <p:blipFill>
                <a:blip r:embed="rId810"/>
                <a:stretch>
                  <a:fillRect/>
                </a:stretch>
              </p:blipFill>
              <p:spPr>
                <a:xfrm>
                  <a:off x="6455766" y="4154751"/>
                  <a:ext cx="3528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811">
              <p14:nvContentPartPr>
                <p14:cNvPr id="591" name="Ink 590">
                  <a:extLst>
                    <a:ext uri="{FF2B5EF4-FFF2-40B4-BE49-F238E27FC236}">
                      <a16:creationId xmlns:a16="http://schemas.microsoft.com/office/drawing/2014/main" id="{0A633A76-7D51-023B-54B7-45E4CDCBC063}"/>
                    </a:ext>
                  </a:extLst>
                </p14:cNvPr>
                <p14:cNvContentPartPr/>
                <p14:nvPr/>
              </p14:nvContentPartPr>
              <p14:xfrm>
                <a:off x="6558366" y="4304511"/>
                <a:ext cx="87840" cy="10080"/>
              </p14:xfrm>
            </p:contentPart>
          </mc:Choice>
          <mc:Fallback xmlns="">
            <p:pic>
              <p:nvPicPr>
                <p:cNvPr id="591" name="Ink 590">
                  <a:extLst>
                    <a:ext uri="{FF2B5EF4-FFF2-40B4-BE49-F238E27FC236}">
                      <a16:creationId xmlns:a16="http://schemas.microsoft.com/office/drawing/2014/main" id="{0A633A76-7D51-023B-54B7-45E4CDCBC063}"/>
                    </a:ext>
                  </a:extLst>
                </p:cNvPr>
                <p:cNvPicPr/>
                <p:nvPr/>
              </p:nvPicPr>
              <p:blipFill>
                <a:blip r:embed="rId812"/>
                <a:stretch>
                  <a:fillRect/>
                </a:stretch>
              </p:blipFill>
              <p:spPr>
                <a:xfrm>
                  <a:off x="6549726" y="4295871"/>
                  <a:ext cx="105480" cy="27720"/>
                </a:xfrm>
                <a:prstGeom prst="rect">
                  <a:avLst/>
                </a:prstGeom>
              </p:spPr>
            </p:pic>
          </mc:Fallback>
        </mc:AlternateContent>
        <mc:AlternateContent xmlns:mc="http://schemas.openxmlformats.org/markup-compatibility/2006" xmlns:p14="http://schemas.microsoft.com/office/powerpoint/2010/main">
          <mc:Choice Requires="p14">
            <p:contentPart p14:bwMode="auto" r:id="rId813">
              <p14:nvContentPartPr>
                <p14:cNvPr id="592" name="Ink 591">
                  <a:extLst>
                    <a:ext uri="{FF2B5EF4-FFF2-40B4-BE49-F238E27FC236}">
                      <a16:creationId xmlns:a16="http://schemas.microsoft.com/office/drawing/2014/main" id="{14675E2A-182E-0ACE-944F-4E7922F87124}"/>
                    </a:ext>
                  </a:extLst>
                </p14:cNvPr>
                <p14:cNvContentPartPr/>
                <p14:nvPr/>
              </p14:nvContentPartPr>
              <p14:xfrm>
                <a:off x="6727206" y="4213791"/>
                <a:ext cx="3240" cy="150840"/>
              </p14:xfrm>
            </p:contentPart>
          </mc:Choice>
          <mc:Fallback xmlns="">
            <p:pic>
              <p:nvPicPr>
                <p:cNvPr id="592" name="Ink 591">
                  <a:extLst>
                    <a:ext uri="{FF2B5EF4-FFF2-40B4-BE49-F238E27FC236}">
                      <a16:creationId xmlns:a16="http://schemas.microsoft.com/office/drawing/2014/main" id="{14675E2A-182E-0ACE-944F-4E7922F87124}"/>
                    </a:ext>
                  </a:extLst>
                </p:cNvPr>
                <p:cNvPicPr/>
                <p:nvPr/>
              </p:nvPicPr>
              <p:blipFill>
                <a:blip r:embed="rId814"/>
                <a:stretch>
                  <a:fillRect/>
                </a:stretch>
              </p:blipFill>
              <p:spPr>
                <a:xfrm>
                  <a:off x="6718206" y="4205151"/>
                  <a:ext cx="20880" cy="168480"/>
                </a:xfrm>
                <a:prstGeom prst="rect">
                  <a:avLst/>
                </a:prstGeom>
              </p:spPr>
            </p:pic>
          </mc:Fallback>
        </mc:AlternateContent>
        <mc:AlternateContent xmlns:mc="http://schemas.openxmlformats.org/markup-compatibility/2006" xmlns:p14="http://schemas.microsoft.com/office/powerpoint/2010/main">
          <mc:Choice Requires="p14">
            <p:contentPart p14:bwMode="auto" r:id="rId815">
              <p14:nvContentPartPr>
                <p14:cNvPr id="593" name="Ink 592">
                  <a:extLst>
                    <a:ext uri="{FF2B5EF4-FFF2-40B4-BE49-F238E27FC236}">
                      <a16:creationId xmlns:a16="http://schemas.microsoft.com/office/drawing/2014/main" id="{564A7462-1268-4A34-DF33-86473B5A3A94}"/>
                    </a:ext>
                  </a:extLst>
                </p14:cNvPr>
                <p14:cNvContentPartPr/>
                <p14:nvPr/>
              </p14:nvContentPartPr>
              <p14:xfrm>
                <a:off x="6772206" y="4218471"/>
                <a:ext cx="89640" cy="140400"/>
              </p14:xfrm>
            </p:contentPart>
          </mc:Choice>
          <mc:Fallback xmlns="">
            <p:pic>
              <p:nvPicPr>
                <p:cNvPr id="593" name="Ink 592">
                  <a:extLst>
                    <a:ext uri="{FF2B5EF4-FFF2-40B4-BE49-F238E27FC236}">
                      <a16:creationId xmlns:a16="http://schemas.microsoft.com/office/drawing/2014/main" id="{564A7462-1268-4A34-DF33-86473B5A3A94}"/>
                    </a:ext>
                  </a:extLst>
                </p:cNvPr>
                <p:cNvPicPr/>
                <p:nvPr/>
              </p:nvPicPr>
              <p:blipFill>
                <a:blip r:embed="rId816"/>
                <a:stretch>
                  <a:fillRect/>
                </a:stretch>
              </p:blipFill>
              <p:spPr>
                <a:xfrm>
                  <a:off x="6763566" y="4209831"/>
                  <a:ext cx="10728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817">
              <p14:nvContentPartPr>
                <p14:cNvPr id="594" name="Ink 593">
                  <a:extLst>
                    <a:ext uri="{FF2B5EF4-FFF2-40B4-BE49-F238E27FC236}">
                      <a16:creationId xmlns:a16="http://schemas.microsoft.com/office/drawing/2014/main" id="{B10E5BF1-6745-403C-43A5-4C8BE427AC0C}"/>
                    </a:ext>
                  </a:extLst>
                </p14:cNvPr>
                <p14:cNvContentPartPr/>
                <p14:nvPr/>
              </p14:nvContentPartPr>
              <p14:xfrm>
                <a:off x="6880566" y="4215231"/>
                <a:ext cx="106920" cy="132480"/>
              </p14:xfrm>
            </p:contentPart>
          </mc:Choice>
          <mc:Fallback xmlns="">
            <p:pic>
              <p:nvPicPr>
                <p:cNvPr id="594" name="Ink 593">
                  <a:extLst>
                    <a:ext uri="{FF2B5EF4-FFF2-40B4-BE49-F238E27FC236}">
                      <a16:creationId xmlns:a16="http://schemas.microsoft.com/office/drawing/2014/main" id="{B10E5BF1-6745-403C-43A5-4C8BE427AC0C}"/>
                    </a:ext>
                  </a:extLst>
                </p:cNvPr>
                <p:cNvPicPr/>
                <p:nvPr/>
              </p:nvPicPr>
              <p:blipFill>
                <a:blip r:embed="rId818"/>
                <a:stretch>
                  <a:fillRect/>
                </a:stretch>
              </p:blipFill>
              <p:spPr>
                <a:xfrm>
                  <a:off x="6871566" y="4206591"/>
                  <a:ext cx="12456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819">
              <p14:nvContentPartPr>
                <p14:cNvPr id="595" name="Ink 594">
                  <a:extLst>
                    <a:ext uri="{FF2B5EF4-FFF2-40B4-BE49-F238E27FC236}">
                      <a16:creationId xmlns:a16="http://schemas.microsoft.com/office/drawing/2014/main" id="{4B03E60B-5A28-5B77-4E80-E62ED29BD602}"/>
                    </a:ext>
                  </a:extLst>
                </p14:cNvPr>
                <p14:cNvContentPartPr/>
                <p14:nvPr/>
              </p14:nvContentPartPr>
              <p14:xfrm>
                <a:off x="7045806" y="4251591"/>
                <a:ext cx="7560" cy="118080"/>
              </p14:xfrm>
            </p:contentPart>
          </mc:Choice>
          <mc:Fallback xmlns="">
            <p:pic>
              <p:nvPicPr>
                <p:cNvPr id="595" name="Ink 594">
                  <a:extLst>
                    <a:ext uri="{FF2B5EF4-FFF2-40B4-BE49-F238E27FC236}">
                      <a16:creationId xmlns:a16="http://schemas.microsoft.com/office/drawing/2014/main" id="{4B03E60B-5A28-5B77-4E80-E62ED29BD602}"/>
                    </a:ext>
                  </a:extLst>
                </p:cNvPr>
                <p:cNvPicPr/>
                <p:nvPr/>
              </p:nvPicPr>
              <p:blipFill>
                <a:blip r:embed="rId820"/>
                <a:stretch>
                  <a:fillRect/>
                </a:stretch>
              </p:blipFill>
              <p:spPr>
                <a:xfrm>
                  <a:off x="7037166" y="4242591"/>
                  <a:ext cx="2520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821">
              <p14:nvContentPartPr>
                <p14:cNvPr id="596" name="Ink 595">
                  <a:extLst>
                    <a:ext uri="{FF2B5EF4-FFF2-40B4-BE49-F238E27FC236}">
                      <a16:creationId xmlns:a16="http://schemas.microsoft.com/office/drawing/2014/main" id="{7D5E410E-BAB4-7B9C-1881-14C0B4C49B29}"/>
                    </a:ext>
                  </a:extLst>
                </p14:cNvPr>
                <p14:cNvContentPartPr/>
                <p14:nvPr/>
              </p14:nvContentPartPr>
              <p14:xfrm>
                <a:off x="7043286" y="4197951"/>
                <a:ext cx="107280" cy="169200"/>
              </p14:xfrm>
            </p:contentPart>
          </mc:Choice>
          <mc:Fallback xmlns="">
            <p:pic>
              <p:nvPicPr>
                <p:cNvPr id="596" name="Ink 595">
                  <a:extLst>
                    <a:ext uri="{FF2B5EF4-FFF2-40B4-BE49-F238E27FC236}">
                      <a16:creationId xmlns:a16="http://schemas.microsoft.com/office/drawing/2014/main" id="{7D5E410E-BAB4-7B9C-1881-14C0B4C49B29}"/>
                    </a:ext>
                  </a:extLst>
                </p:cNvPr>
                <p:cNvPicPr/>
                <p:nvPr/>
              </p:nvPicPr>
              <p:blipFill>
                <a:blip r:embed="rId822"/>
                <a:stretch>
                  <a:fillRect/>
                </a:stretch>
              </p:blipFill>
              <p:spPr>
                <a:xfrm>
                  <a:off x="7034646" y="4189311"/>
                  <a:ext cx="12492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823">
              <p14:nvContentPartPr>
                <p14:cNvPr id="597" name="Ink 596">
                  <a:extLst>
                    <a:ext uri="{FF2B5EF4-FFF2-40B4-BE49-F238E27FC236}">
                      <a16:creationId xmlns:a16="http://schemas.microsoft.com/office/drawing/2014/main" id="{74FB29B7-786E-16AB-DBC7-EEB44C48D4C5}"/>
                    </a:ext>
                  </a:extLst>
                </p14:cNvPr>
                <p14:cNvContentPartPr/>
                <p14:nvPr/>
              </p14:nvContentPartPr>
              <p14:xfrm>
                <a:off x="7246326" y="4236471"/>
                <a:ext cx="137160" cy="13320"/>
              </p14:xfrm>
            </p:contentPart>
          </mc:Choice>
          <mc:Fallback xmlns="">
            <p:pic>
              <p:nvPicPr>
                <p:cNvPr id="597" name="Ink 596">
                  <a:extLst>
                    <a:ext uri="{FF2B5EF4-FFF2-40B4-BE49-F238E27FC236}">
                      <a16:creationId xmlns:a16="http://schemas.microsoft.com/office/drawing/2014/main" id="{74FB29B7-786E-16AB-DBC7-EEB44C48D4C5}"/>
                    </a:ext>
                  </a:extLst>
                </p:cNvPr>
                <p:cNvPicPr/>
                <p:nvPr/>
              </p:nvPicPr>
              <p:blipFill>
                <a:blip r:embed="rId824"/>
                <a:stretch>
                  <a:fillRect/>
                </a:stretch>
              </p:blipFill>
              <p:spPr>
                <a:xfrm>
                  <a:off x="7237326" y="4227471"/>
                  <a:ext cx="15480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825">
              <p14:nvContentPartPr>
                <p14:cNvPr id="598" name="Ink 597">
                  <a:extLst>
                    <a:ext uri="{FF2B5EF4-FFF2-40B4-BE49-F238E27FC236}">
                      <a16:creationId xmlns:a16="http://schemas.microsoft.com/office/drawing/2014/main" id="{70EC629B-3720-5110-F19A-260F987F3BE4}"/>
                    </a:ext>
                  </a:extLst>
                </p14:cNvPr>
                <p14:cNvContentPartPr/>
                <p14:nvPr/>
              </p14:nvContentPartPr>
              <p14:xfrm>
                <a:off x="7243086" y="4326471"/>
                <a:ext cx="145080" cy="12960"/>
              </p14:xfrm>
            </p:contentPart>
          </mc:Choice>
          <mc:Fallback xmlns="">
            <p:pic>
              <p:nvPicPr>
                <p:cNvPr id="598" name="Ink 597">
                  <a:extLst>
                    <a:ext uri="{FF2B5EF4-FFF2-40B4-BE49-F238E27FC236}">
                      <a16:creationId xmlns:a16="http://schemas.microsoft.com/office/drawing/2014/main" id="{70EC629B-3720-5110-F19A-260F987F3BE4}"/>
                    </a:ext>
                  </a:extLst>
                </p:cNvPr>
                <p:cNvPicPr/>
                <p:nvPr/>
              </p:nvPicPr>
              <p:blipFill>
                <a:blip r:embed="rId826"/>
                <a:stretch>
                  <a:fillRect/>
                </a:stretch>
              </p:blipFill>
              <p:spPr>
                <a:xfrm>
                  <a:off x="7234086" y="4317831"/>
                  <a:ext cx="16272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827">
              <p14:nvContentPartPr>
                <p14:cNvPr id="599" name="Ink 598">
                  <a:extLst>
                    <a:ext uri="{FF2B5EF4-FFF2-40B4-BE49-F238E27FC236}">
                      <a16:creationId xmlns:a16="http://schemas.microsoft.com/office/drawing/2014/main" id="{88C0C18B-D727-9528-71E2-E32118435F59}"/>
                    </a:ext>
                  </a:extLst>
                </p14:cNvPr>
                <p14:cNvContentPartPr/>
                <p14:nvPr/>
              </p14:nvContentPartPr>
              <p14:xfrm>
                <a:off x="7451166" y="4169871"/>
                <a:ext cx="113040" cy="157320"/>
              </p14:xfrm>
            </p:contentPart>
          </mc:Choice>
          <mc:Fallback xmlns="">
            <p:pic>
              <p:nvPicPr>
                <p:cNvPr id="599" name="Ink 598">
                  <a:extLst>
                    <a:ext uri="{FF2B5EF4-FFF2-40B4-BE49-F238E27FC236}">
                      <a16:creationId xmlns:a16="http://schemas.microsoft.com/office/drawing/2014/main" id="{88C0C18B-D727-9528-71E2-E32118435F59}"/>
                    </a:ext>
                  </a:extLst>
                </p:cNvPr>
                <p:cNvPicPr/>
                <p:nvPr/>
              </p:nvPicPr>
              <p:blipFill>
                <a:blip r:embed="rId828"/>
                <a:stretch>
                  <a:fillRect/>
                </a:stretch>
              </p:blipFill>
              <p:spPr>
                <a:xfrm>
                  <a:off x="7442166" y="4161231"/>
                  <a:ext cx="130680" cy="1749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29">
            <p14:nvContentPartPr>
              <p14:cNvPr id="606" name="Ink 605">
                <a:extLst>
                  <a:ext uri="{FF2B5EF4-FFF2-40B4-BE49-F238E27FC236}">
                    <a16:creationId xmlns:a16="http://schemas.microsoft.com/office/drawing/2014/main" id="{632A2A5B-C103-CE09-96DF-94FDB0DAE7D3}"/>
                  </a:ext>
                </a:extLst>
              </p14:cNvPr>
              <p14:cNvContentPartPr/>
              <p14:nvPr/>
            </p14:nvContentPartPr>
            <p14:xfrm>
              <a:off x="6860406" y="4577391"/>
              <a:ext cx="360" cy="360"/>
            </p14:xfrm>
          </p:contentPart>
        </mc:Choice>
        <mc:Fallback xmlns="">
          <p:pic>
            <p:nvPicPr>
              <p:cNvPr id="606" name="Ink 605">
                <a:extLst>
                  <a:ext uri="{FF2B5EF4-FFF2-40B4-BE49-F238E27FC236}">
                    <a16:creationId xmlns:a16="http://schemas.microsoft.com/office/drawing/2014/main" id="{632A2A5B-C103-CE09-96DF-94FDB0DAE7D3}"/>
                  </a:ext>
                </a:extLst>
              </p:cNvPr>
              <p:cNvPicPr/>
              <p:nvPr/>
            </p:nvPicPr>
            <p:blipFill>
              <a:blip r:embed="rId532"/>
              <a:stretch>
                <a:fillRect/>
              </a:stretch>
            </p:blipFill>
            <p:spPr>
              <a:xfrm>
                <a:off x="6851406" y="4568751"/>
                <a:ext cx="18000" cy="18000"/>
              </a:xfrm>
              <a:prstGeom prst="rect">
                <a:avLst/>
              </a:prstGeom>
            </p:spPr>
          </p:pic>
        </mc:Fallback>
      </mc:AlternateContent>
      <p:grpSp>
        <p:nvGrpSpPr>
          <p:cNvPr id="626" name="Group 625">
            <a:extLst>
              <a:ext uri="{FF2B5EF4-FFF2-40B4-BE49-F238E27FC236}">
                <a16:creationId xmlns:a16="http://schemas.microsoft.com/office/drawing/2014/main" id="{64ED8EB8-ECF1-1B67-E148-7931743E4437}"/>
              </a:ext>
            </a:extLst>
          </p:cNvPr>
          <p:cNvGrpSpPr/>
          <p:nvPr/>
        </p:nvGrpSpPr>
        <p:grpSpPr>
          <a:xfrm>
            <a:off x="6299886" y="4535271"/>
            <a:ext cx="1596240" cy="286920"/>
            <a:chOff x="6299886" y="4535271"/>
            <a:chExt cx="1596240" cy="286920"/>
          </a:xfrm>
        </p:grpSpPr>
        <mc:AlternateContent xmlns:mc="http://schemas.openxmlformats.org/markup-compatibility/2006" xmlns:p14="http://schemas.microsoft.com/office/powerpoint/2010/main">
          <mc:Choice Requires="p14">
            <p:contentPart p14:bwMode="auto" r:id="rId830">
              <p14:nvContentPartPr>
                <p14:cNvPr id="609" name="Ink 608">
                  <a:extLst>
                    <a:ext uri="{FF2B5EF4-FFF2-40B4-BE49-F238E27FC236}">
                      <a16:creationId xmlns:a16="http://schemas.microsoft.com/office/drawing/2014/main" id="{4EE7D34E-E0AE-7248-EC6F-FC02254277AB}"/>
                    </a:ext>
                  </a:extLst>
                </p14:cNvPr>
                <p14:cNvContentPartPr/>
                <p14:nvPr/>
              </p14:nvContentPartPr>
              <p14:xfrm>
                <a:off x="6299886" y="4603671"/>
                <a:ext cx="127080" cy="18360"/>
              </p14:xfrm>
            </p:contentPart>
          </mc:Choice>
          <mc:Fallback xmlns="">
            <p:pic>
              <p:nvPicPr>
                <p:cNvPr id="609" name="Ink 608">
                  <a:extLst>
                    <a:ext uri="{FF2B5EF4-FFF2-40B4-BE49-F238E27FC236}">
                      <a16:creationId xmlns:a16="http://schemas.microsoft.com/office/drawing/2014/main" id="{4EE7D34E-E0AE-7248-EC6F-FC02254277AB}"/>
                    </a:ext>
                  </a:extLst>
                </p:cNvPr>
                <p:cNvPicPr/>
                <p:nvPr/>
              </p:nvPicPr>
              <p:blipFill>
                <a:blip r:embed="rId831"/>
                <a:stretch>
                  <a:fillRect/>
                </a:stretch>
              </p:blipFill>
              <p:spPr>
                <a:xfrm>
                  <a:off x="6291246" y="4594671"/>
                  <a:ext cx="14472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832">
              <p14:nvContentPartPr>
                <p14:cNvPr id="610" name="Ink 609">
                  <a:extLst>
                    <a:ext uri="{FF2B5EF4-FFF2-40B4-BE49-F238E27FC236}">
                      <a16:creationId xmlns:a16="http://schemas.microsoft.com/office/drawing/2014/main" id="{50B632B0-5720-4CAA-DA44-B242CA313453}"/>
                    </a:ext>
                  </a:extLst>
                </p14:cNvPr>
                <p14:cNvContentPartPr/>
                <p14:nvPr/>
              </p14:nvContentPartPr>
              <p14:xfrm>
                <a:off x="6373326" y="4610871"/>
                <a:ext cx="14400" cy="157320"/>
              </p14:xfrm>
            </p:contentPart>
          </mc:Choice>
          <mc:Fallback xmlns="">
            <p:pic>
              <p:nvPicPr>
                <p:cNvPr id="610" name="Ink 609">
                  <a:extLst>
                    <a:ext uri="{FF2B5EF4-FFF2-40B4-BE49-F238E27FC236}">
                      <a16:creationId xmlns:a16="http://schemas.microsoft.com/office/drawing/2014/main" id="{50B632B0-5720-4CAA-DA44-B242CA313453}"/>
                    </a:ext>
                  </a:extLst>
                </p:cNvPr>
                <p:cNvPicPr/>
                <p:nvPr/>
              </p:nvPicPr>
              <p:blipFill>
                <a:blip r:embed="rId833"/>
                <a:stretch>
                  <a:fillRect/>
                </a:stretch>
              </p:blipFill>
              <p:spPr>
                <a:xfrm>
                  <a:off x="6364686" y="4601871"/>
                  <a:ext cx="3204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834">
              <p14:nvContentPartPr>
                <p14:cNvPr id="611" name="Ink 610">
                  <a:extLst>
                    <a:ext uri="{FF2B5EF4-FFF2-40B4-BE49-F238E27FC236}">
                      <a16:creationId xmlns:a16="http://schemas.microsoft.com/office/drawing/2014/main" id="{14DD2F73-75DF-96C4-9E61-FF309C5CD3E5}"/>
                    </a:ext>
                  </a:extLst>
                </p14:cNvPr>
                <p14:cNvContentPartPr/>
                <p14:nvPr/>
              </p14:nvContentPartPr>
              <p14:xfrm>
                <a:off x="6431646" y="4699071"/>
                <a:ext cx="85680" cy="123120"/>
              </p14:xfrm>
            </p:contentPart>
          </mc:Choice>
          <mc:Fallback xmlns="">
            <p:pic>
              <p:nvPicPr>
                <p:cNvPr id="611" name="Ink 610">
                  <a:extLst>
                    <a:ext uri="{FF2B5EF4-FFF2-40B4-BE49-F238E27FC236}">
                      <a16:creationId xmlns:a16="http://schemas.microsoft.com/office/drawing/2014/main" id="{14DD2F73-75DF-96C4-9E61-FF309C5CD3E5}"/>
                    </a:ext>
                  </a:extLst>
                </p:cNvPr>
                <p:cNvPicPr/>
                <p:nvPr/>
              </p:nvPicPr>
              <p:blipFill>
                <a:blip r:embed="rId835"/>
                <a:stretch>
                  <a:fillRect/>
                </a:stretch>
              </p:blipFill>
              <p:spPr>
                <a:xfrm>
                  <a:off x="6423006" y="4690071"/>
                  <a:ext cx="10332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836">
              <p14:nvContentPartPr>
                <p14:cNvPr id="612" name="Ink 611">
                  <a:extLst>
                    <a:ext uri="{FF2B5EF4-FFF2-40B4-BE49-F238E27FC236}">
                      <a16:creationId xmlns:a16="http://schemas.microsoft.com/office/drawing/2014/main" id="{68974932-5560-C353-A15F-D664E4B546B3}"/>
                    </a:ext>
                  </a:extLst>
                </p14:cNvPr>
                <p14:cNvContentPartPr/>
                <p14:nvPr/>
              </p14:nvContentPartPr>
              <p14:xfrm>
                <a:off x="6559086" y="4610871"/>
                <a:ext cx="104760" cy="148680"/>
              </p14:xfrm>
            </p:contentPart>
          </mc:Choice>
          <mc:Fallback xmlns="">
            <p:pic>
              <p:nvPicPr>
                <p:cNvPr id="612" name="Ink 611">
                  <a:extLst>
                    <a:ext uri="{FF2B5EF4-FFF2-40B4-BE49-F238E27FC236}">
                      <a16:creationId xmlns:a16="http://schemas.microsoft.com/office/drawing/2014/main" id="{68974932-5560-C353-A15F-D664E4B546B3}"/>
                    </a:ext>
                  </a:extLst>
                </p:cNvPr>
                <p:cNvPicPr/>
                <p:nvPr/>
              </p:nvPicPr>
              <p:blipFill>
                <a:blip r:embed="rId837"/>
                <a:stretch>
                  <a:fillRect/>
                </a:stretch>
              </p:blipFill>
              <p:spPr>
                <a:xfrm>
                  <a:off x="6550086" y="4601871"/>
                  <a:ext cx="122400" cy="166320"/>
                </a:xfrm>
                <a:prstGeom prst="rect">
                  <a:avLst/>
                </a:prstGeom>
              </p:spPr>
            </p:pic>
          </mc:Fallback>
        </mc:AlternateContent>
        <mc:AlternateContent xmlns:mc="http://schemas.openxmlformats.org/markup-compatibility/2006" xmlns:p14="http://schemas.microsoft.com/office/powerpoint/2010/main">
          <mc:Choice Requires="p14">
            <p:contentPart p14:bwMode="auto" r:id="rId838">
              <p14:nvContentPartPr>
                <p14:cNvPr id="613" name="Ink 612">
                  <a:extLst>
                    <a:ext uri="{FF2B5EF4-FFF2-40B4-BE49-F238E27FC236}">
                      <a16:creationId xmlns:a16="http://schemas.microsoft.com/office/drawing/2014/main" id="{D82B5D46-637E-D6B7-A4AE-FA4C09C58808}"/>
                    </a:ext>
                  </a:extLst>
                </p14:cNvPr>
                <p14:cNvContentPartPr/>
                <p14:nvPr/>
              </p14:nvContentPartPr>
              <p14:xfrm>
                <a:off x="6715326" y="4634991"/>
                <a:ext cx="4680" cy="119520"/>
              </p14:xfrm>
            </p:contentPart>
          </mc:Choice>
          <mc:Fallback xmlns="">
            <p:pic>
              <p:nvPicPr>
                <p:cNvPr id="613" name="Ink 612">
                  <a:extLst>
                    <a:ext uri="{FF2B5EF4-FFF2-40B4-BE49-F238E27FC236}">
                      <a16:creationId xmlns:a16="http://schemas.microsoft.com/office/drawing/2014/main" id="{D82B5D46-637E-D6B7-A4AE-FA4C09C58808}"/>
                    </a:ext>
                  </a:extLst>
                </p:cNvPr>
                <p:cNvPicPr/>
                <p:nvPr/>
              </p:nvPicPr>
              <p:blipFill>
                <a:blip r:embed="rId839"/>
                <a:stretch>
                  <a:fillRect/>
                </a:stretch>
              </p:blipFill>
              <p:spPr>
                <a:xfrm>
                  <a:off x="6706686" y="4625991"/>
                  <a:ext cx="2232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840">
              <p14:nvContentPartPr>
                <p14:cNvPr id="614" name="Ink 613">
                  <a:extLst>
                    <a:ext uri="{FF2B5EF4-FFF2-40B4-BE49-F238E27FC236}">
                      <a16:creationId xmlns:a16="http://schemas.microsoft.com/office/drawing/2014/main" id="{7D954EA7-A31C-6C4E-2978-341A74C0C152}"/>
                    </a:ext>
                  </a:extLst>
                </p14:cNvPr>
                <p14:cNvContentPartPr/>
                <p14:nvPr/>
              </p14:nvContentPartPr>
              <p14:xfrm>
                <a:off x="6707766" y="4608711"/>
                <a:ext cx="360" cy="360"/>
              </p14:xfrm>
            </p:contentPart>
          </mc:Choice>
          <mc:Fallback xmlns="">
            <p:pic>
              <p:nvPicPr>
                <p:cNvPr id="614" name="Ink 613">
                  <a:extLst>
                    <a:ext uri="{FF2B5EF4-FFF2-40B4-BE49-F238E27FC236}">
                      <a16:creationId xmlns:a16="http://schemas.microsoft.com/office/drawing/2014/main" id="{7D954EA7-A31C-6C4E-2978-341A74C0C152}"/>
                    </a:ext>
                  </a:extLst>
                </p:cNvPr>
                <p:cNvPicPr/>
                <p:nvPr/>
              </p:nvPicPr>
              <p:blipFill>
                <a:blip r:embed="rId532"/>
                <a:stretch>
                  <a:fillRect/>
                </a:stretch>
              </p:blipFill>
              <p:spPr>
                <a:xfrm>
                  <a:off x="6699126" y="459971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841">
              <p14:nvContentPartPr>
                <p14:cNvPr id="615" name="Ink 614">
                  <a:extLst>
                    <a:ext uri="{FF2B5EF4-FFF2-40B4-BE49-F238E27FC236}">
                      <a16:creationId xmlns:a16="http://schemas.microsoft.com/office/drawing/2014/main" id="{0A29378F-C4BA-A827-13DE-8D046597515D}"/>
                    </a:ext>
                  </a:extLst>
                </p14:cNvPr>
                <p14:cNvContentPartPr/>
                <p14:nvPr/>
              </p14:nvContentPartPr>
              <p14:xfrm>
                <a:off x="6792006" y="4636431"/>
                <a:ext cx="117360" cy="126720"/>
              </p14:xfrm>
            </p:contentPart>
          </mc:Choice>
          <mc:Fallback xmlns="">
            <p:pic>
              <p:nvPicPr>
                <p:cNvPr id="615" name="Ink 614">
                  <a:extLst>
                    <a:ext uri="{FF2B5EF4-FFF2-40B4-BE49-F238E27FC236}">
                      <a16:creationId xmlns:a16="http://schemas.microsoft.com/office/drawing/2014/main" id="{0A29378F-C4BA-A827-13DE-8D046597515D}"/>
                    </a:ext>
                  </a:extLst>
                </p:cNvPr>
                <p:cNvPicPr/>
                <p:nvPr/>
              </p:nvPicPr>
              <p:blipFill>
                <a:blip r:embed="rId842"/>
                <a:stretch>
                  <a:fillRect/>
                </a:stretch>
              </p:blipFill>
              <p:spPr>
                <a:xfrm>
                  <a:off x="6783006" y="4627791"/>
                  <a:ext cx="13500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843">
              <p14:nvContentPartPr>
                <p14:cNvPr id="616" name="Ink 615">
                  <a:extLst>
                    <a:ext uri="{FF2B5EF4-FFF2-40B4-BE49-F238E27FC236}">
                      <a16:creationId xmlns:a16="http://schemas.microsoft.com/office/drawing/2014/main" id="{6550B59C-A3C5-4929-5346-DAD5BC8E1A2C}"/>
                    </a:ext>
                  </a:extLst>
                </p14:cNvPr>
                <p14:cNvContentPartPr/>
                <p14:nvPr/>
              </p14:nvContentPartPr>
              <p14:xfrm>
                <a:off x="6951126" y="4592871"/>
                <a:ext cx="64080" cy="173520"/>
              </p14:xfrm>
            </p:contentPart>
          </mc:Choice>
          <mc:Fallback xmlns="">
            <p:pic>
              <p:nvPicPr>
                <p:cNvPr id="616" name="Ink 615">
                  <a:extLst>
                    <a:ext uri="{FF2B5EF4-FFF2-40B4-BE49-F238E27FC236}">
                      <a16:creationId xmlns:a16="http://schemas.microsoft.com/office/drawing/2014/main" id="{6550B59C-A3C5-4929-5346-DAD5BC8E1A2C}"/>
                    </a:ext>
                  </a:extLst>
                </p:cNvPr>
                <p:cNvPicPr/>
                <p:nvPr/>
              </p:nvPicPr>
              <p:blipFill>
                <a:blip r:embed="rId844"/>
                <a:stretch>
                  <a:fillRect/>
                </a:stretch>
              </p:blipFill>
              <p:spPr>
                <a:xfrm>
                  <a:off x="6942126" y="4584231"/>
                  <a:ext cx="81720" cy="191160"/>
                </a:xfrm>
                <a:prstGeom prst="rect">
                  <a:avLst/>
                </a:prstGeom>
              </p:spPr>
            </p:pic>
          </mc:Fallback>
        </mc:AlternateContent>
        <mc:AlternateContent xmlns:mc="http://schemas.openxmlformats.org/markup-compatibility/2006" xmlns:p14="http://schemas.microsoft.com/office/powerpoint/2010/main">
          <mc:Choice Requires="p14">
            <p:contentPart p14:bwMode="auto" r:id="rId845">
              <p14:nvContentPartPr>
                <p14:cNvPr id="617" name="Ink 616">
                  <a:extLst>
                    <a:ext uri="{FF2B5EF4-FFF2-40B4-BE49-F238E27FC236}">
                      <a16:creationId xmlns:a16="http://schemas.microsoft.com/office/drawing/2014/main" id="{51B65D9A-7154-9FDD-33DD-AFA2CEF85BC0}"/>
                    </a:ext>
                  </a:extLst>
                </p14:cNvPr>
                <p14:cNvContentPartPr/>
                <p14:nvPr/>
              </p14:nvContentPartPr>
              <p14:xfrm>
                <a:off x="7032846" y="4600791"/>
                <a:ext cx="88200" cy="149040"/>
              </p14:xfrm>
            </p:contentPart>
          </mc:Choice>
          <mc:Fallback xmlns="">
            <p:pic>
              <p:nvPicPr>
                <p:cNvPr id="617" name="Ink 616">
                  <a:extLst>
                    <a:ext uri="{FF2B5EF4-FFF2-40B4-BE49-F238E27FC236}">
                      <a16:creationId xmlns:a16="http://schemas.microsoft.com/office/drawing/2014/main" id="{51B65D9A-7154-9FDD-33DD-AFA2CEF85BC0}"/>
                    </a:ext>
                  </a:extLst>
                </p:cNvPr>
                <p:cNvPicPr/>
                <p:nvPr/>
              </p:nvPicPr>
              <p:blipFill>
                <a:blip r:embed="rId846"/>
                <a:stretch>
                  <a:fillRect/>
                </a:stretch>
              </p:blipFill>
              <p:spPr>
                <a:xfrm>
                  <a:off x="7024206" y="4592151"/>
                  <a:ext cx="105840" cy="166680"/>
                </a:xfrm>
                <a:prstGeom prst="rect">
                  <a:avLst/>
                </a:prstGeom>
              </p:spPr>
            </p:pic>
          </mc:Fallback>
        </mc:AlternateContent>
        <mc:AlternateContent xmlns:mc="http://schemas.openxmlformats.org/markup-compatibility/2006" xmlns:p14="http://schemas.microsoft.com/office/powerpoint/2010/main">
          <mc:Choice Requires="p14">
            <p:contentPart p14:bwMode="auto" r:id="rId847">
              <p14:nvContentPartPr>
                <p14:cNvPr id="618" name="Ink 617">
                  <a:extLst>
                    <a:ext uri="{FF2B5EF4-FFF2-40B4-BE49-F238E27FC236}">
                      <a16:creationId xmlns:a16="http://schemas.microsoft.com/office/drawing/2014/main" id="{942526B2-00C8-A165-4902-90497E9334A4}"/>
                    </a:ext>
                  </a:extLst>
                </p14:cNvPr>
                <p14:cNvContentPartPr/>
                <p14:nvPr/>
              </p14:nvContentPartPr>
              <p14:xfrm>
                <a:off x="7150566" y="4535271"/>
                <a:ext cx="25920" cy="41040"/>
              </p14:xfrm>
            </p:contentPart>
          </mc:Choice>
          <mc:Fallback xmlns="">
            <p:pic>
              <p:nvPicPr>
                <p:cNvPr id="618" name="Ink 617">
                  <a:extLst>
                    <a:ext uri="{FF2B5EF4-FFF2-40B4-BE49-F238E27FC236}">
                      <a16:creationId xmlns:a16="http://schemas.microsoft.com/office/drawing/2014/main" id="{942526B2-00C8-A165-4902-90497E9334A4}"/>
                    </a:ext>
                  </a:extLst>
                </p:cNvPr>
                <p:cNvPicPr/>
                <p:nvPr/>
              </p:nvPicPr>
              <p:blipFill>
                <a:blip r:embed="rId848"/>
                <a:stretch>
                  <a:fillRect/>
                </a:stretch>
              </p:blipFill>
              <p:spPr>
                <a:xfrm>
                  <a:off x="7141566" y="4526631"/>
                  <a:ext cx="4356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849">
              <p14:nvContentPartPr>
                <p14:cNvPr id="619" name="Ink 618">
                  <a:extLst>
                    <a:ext uri="{FF2B5EF4-FFF2-40B4-BE49-F238E27FC236}">
                      <a16:creationId xmlns:a16="http://schemas.microsoft.com/office/drawing/2014/main" id="{D97D7812-92B3-1281-4D3F-84738FACDCE0}"/>
                    </a:ext>
                  </a:extLst>
                </p14:cNvPr>
                <p14:cNvContentPartPr/>
                <p14:nvPr/>
              </p14:nvContentPartPr>
              <p14:xfrm>
                <a:off x="7244166" y="4629951"/>
                <a:ext cx="69120" cy="9720"/>
              </p14:xfrm>
            </p:contentPart>
          </mc:Choice>
          <mc:Fallback xmlns="">
            <p:pic>
              <p:nvPicPr>
                <p:cNvPr id="619" name="Ink 618">
                  <a:extLst>
                    <a:ext uri="{FF2B5EF4-FFF2-40B4-BE49-F238E27FC236}">
                      <a16:creationId xmlns:a16="http://schemas.microsoft.com/office/drawing/2014/main" id="{D97D7812-92B3-1281-4D3F-84738FACDCE0}"/>
                    </a:ext>
                  </a:extLst>
                </p:cNvPr>
                <p:cNvPicPr/>
                <p:nvPr/>
              </p:nvPicPr>
              <p:blipFill>
                <a:blip r:embed="rId850"/>
                <a:stretch>
                  <a:fillRect/>
                </a:stretch>
              </p:blipFill>
              <p:spPr>
                <a:xfrm>
                  <a:off x="7235166" y="4620951"/>
                  <a:ext cx="86760" cy="27360"/>
                </a:xfrm>
                <a:prstGeom prst="rect">
                  <a:avLst/>
                </a:prstGeom>
              </p:spPr>
            </p:pic>
          </mc:Fallback>
        </mc:AlternateContent>
        <mc:AlternateContent xmlns:mc="http://schemas.openxmlformats.org/markup-compatibility/2006" xmlns:p14="http://schemas.microsoft.com/office/powerpoint/2010/main">
          <mc:Choice Requires="p14">
            <p:contentPart p14:bwMode="auto" r:id="rId851">
              <p14:nvContentPartPr>
                <p14:cNvPr id="620" name="Ink 619">
                  <a:extLst>
                    <a:ext uri="{FF2B5EF4-FFF2-40B4-BE49-F238E27FC236}">
                      <a16:creationId xmlns:a16="http://schemas.microsoft.com/office/drawing/2014/main" id="{64789A26-845B-2B46-C9A8-19EE8E229801}"/>
                    </a:ext>
                  </a:extLst>
                </p14:cNvPr>
                <p14:cNvContentPartPr/>
                <p14:nvPr/>
              </p14:nvContentPartPr>
              <p14:xfrm>
                <a:off x="7225086" y="4691151"/>
                <a:ext cx="96480" cy="18360"/>
              </p14:xfrm>
            </p:contentPart>
          </mc:Choice>
          <mc:Fallback xmlns="">
            <p:pic>
              <p:nvPicPr>
                <p:cNvPr id="620" name="Ink 619">
                  <a:extLst>
                    <a:ext uri="{FF2B5EF4-FFF2-40B4-BE49-F238E27FC236}">
                      <a16:creationId xmlns:a16="http://schemas.microsoft.com/office/drawing/2014/main" id="{64789A26-845B-2B46-C9A8-19EE8E229801}"/>
                    </a:ext>
                  </a:extLst>
                </p:cNvPr>
                <p:cNvPicPr/>
                <p:nvPr/>
              </p:nvPicPr>
              <p:blipFill>
                <a:blip r:embed="rId852"/>
                <a:stretch>
                  <a:fillRect/>
                </a:stretch>
              </p:blipFill>
              <p:spPr>
                <a:xfrm>
                  <a:off x="7216086" y="4682151"/>
                  <a:ext cx="11412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853">
              <p14:nvContentPartPr>
                <p14:cNvPr id="621" name="Ink 620">
                  <a:extLst>
                    <a:ext uri="{FF2B5EF4-FFF2-40B4-BE49-F238E27FC236}">
                      <a16:creationId xmlns:a16="http://schemas.microsoft.com/office/drawing/2014/main" id="{D8CD34F1-E9F1-2221-8506-2383547137F3}"/>
                    </a:ext>
                  </a:extLst>
                </p14:cNvPr>
                <p14:cNvContentPartPr/>
                <p14:nvPr/>
              </p14:nvContentPartPr>
              <p14:xfrm>
                <a:off x="7448646" y="4569111"/>
                <a:ext cx="8640" cy="199800"/>
              </p14:xfrm>
            </p:contentPart>
          </mc:Choice>
          <mc:Fallback xmlns="">
            <p:pic>
              <p:nvPicPr>
                <p:cNvPr id="621" name="Ink 620">
                  <a:extLst>
                    <a:ext uri="{FF2B5EF4-FFF2-40B4-BE49-F238E27FC236}">
                      <a16:creationId xmlns:a16="http://schemas.microsoft.com/office/drawing/2014/main" id="{D8CD34F1-E9F1-2221-8506-2383547137F3}"/>
                    </a:ext>
                  </a:extLst>
                </p:cNvPr>
                <p:cNvPicPr/>
                <p:nvPr/>
              </p:nvPicPr>
              <p:blipFill>
                <a:blip r:embed="rId854"/>
                <a:stretch>
                  <a:fillRect/>
                </a:stretch>
              </p:blipFill>
              <p:spPr>
                <a:xfrm>
                  <a:off x="7439646" y="4560471"/>
                  <a:ext cx="26280" cy="217440"/>
                </a:xfrm>
                <a:prstGeom prst="rect">
                  <a:avLst/>
                </a:prstGeom>
              </p:spPr>
            </p:pic>
          </mc:Fallback>
        </mc:AlternateContent>
        <mc:AlternateContent xmlns:mc="http://schemas.openxmlformats.org/markup-compatibility/2006" xmlns:p14="http://schemas.microsoft.com/office/powerpoint/2010/main">
          <mc:Choice Requires="p14">
            <p:contentPart p14:bwMode="auto" r:id="rId855">
              <p14:nvContentPartPr>
                <p14:cNvPr id="622" name="Ink 621">
                  <a:extLst>
                    <a:ext uri="{FF2B5EF4-FFF2-40B4-BE49-F238E27FC236}">
                      <a16:creationId xmlns:a16="http://schemas.microsoft.com/office/drawing/2014/main" id="{B0080825-72A0-04E0-9BAA-350BB8B2B565}"/>
                    </a:ext>
                  </a:extLst>
                </p14:cNvPr>
                <p14:cNvContentPartPr/>
                <p14:nvPr/>
              </p14:nvContentPartPr>
              <p14:xfrm>
                <a:off x="7534686" y="4598631"/>
                <a:ext cx="76680" cy="142200"/>
              </p14:xfrm>
            </p:contentPart>
          </mc:Choice>
          <mc:Fallback xmlns="">
            <p:pic>
              <p:nvPicPr>
                <p:cNvPr id="622" name="Ink 621">
                  <a:extLst>
                    <a:ext uri="{FF2B5EF4-FFF2-40B4-BE49-F238E27FC236}">
                      <a16:creationId xmlns:a16="http://schemas.microsoft.com/office/drawing/2014/main" id="{B0080825-72A0-04E0-9BAA-350BB8B2B565}"/>
                    </a:ext>
                  </a:extLst>
                </p:cNvPr>
                <p:cNvPicPr/>
                <p:nvPr/>
              </p:nvPicPr>
              <p:blipFill>
                <a:blip r:embed="rId856"/>
                <a:stretch>
                  <a:fillRect/>
                </a:stretch>
              </p:blipFill>
              <p:spPr>
                <a:xfrm>
                  <a:off x="7526046" y="4589991"/>
                  <a:ext cx="9432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857">
              <p14:nvContentPartPr>
                <p14:cNvPr id="623" name="Ink 622">
                  <a:extLst>
                    <a:ext uri="{FF2B5EF4-FFF2-40B4-BE49-F238E27FC236}">
                      <a16:creationId xmlns:a16="http://schemas.microsoft.com/office/drawing/2014/main" id="{83D6C208-6C24-2DA0-ECD3-50E701BDEC9C}"/>
                    </a:ext>
                  </a:extLst>
                </p14:cNvPr>
                <p14:cNvContentPartPr/>
                <p14:nvPr/>
              </p14:nvContentPartPr>
              <p14:xfrm>
                <a:off x="7647726" y="4593951"/>
                <a:ext cx="64440" cy="155160"/>
              </p14:xfrm>
            </p:contentPart>
          </mc:Choice>
          <mc:Fallback xmlns="">
            <p:pic>
              <p:nvPicPr>
                <p:cNvPr id="623" name="Ink 622">
                  <a:extLst>
                    <a:ext uri="{FF2B5EF4-FFF2-40B4-BE49-F238E27FC236}">
                      <a16:creationId xmlns:a16="http://schemas.microsoft.com/office/drawing/2014/main" id="{83D6C208-6C24-2DA0-ECD3-50E701BDEC9C}"/>
                    </a:ext>
                  </a:extLst>
                </p:cNvPr>
                <p:cNvPicPr/>
                <p:nvPr/>
              </p:nvPicPr>
              <p:blipFill>
                <a:blip r:embed="rId858"/>
                <a:stretch>
                  <a:fillRect/>
                </a:stretch>
              </p:blipFill>
              <p:spPr>
                <a:xfrm>
                  <a:off x="7638726" y="4584951"/>
                  <a:ext cx="8208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859">
              <p14:nvContentPartPr>
                <p14:cNvPr id="624" name="Ink 623">
                  <a:extLst>
                    <a:ext uri="{FF2B5EF4-FFF2-40B4-BE49-F238E27FC236}">
                      <a16:creationId xmlns:a16="http://schemas.microsoft.com/office/drawing/2014/main" id="{DEB13490-B978-25FB-BBE7-427013E19E2D}"/>
                    </a:ext>
                  </a:extLst>
                </p14:cNvPr>
                <p14:cNvContentPartPr/>
                <p14:nvPr/>
              </p14:nvContentPartPr>
              <p14:xfrm>
                <a:off x="7787766" y="4556511"/>
                <a:ext cx="10440" cy="151200"/>
              </p14:xfrm>
            </p:contentPart>
          </mc:Choice>
          <mc:Fallback xmlns="">
            <p:pic>
              <p:nvPicPr>
                <p:cNvPr id="624" name="Ink 623">
                  <a:extLst>
                    <a:ext uri="{FF2B5EF4-FFF2-40B4-BE49-F238E27FC236}">
                      <a16:creationId xmlns:a16="http://schemas.microsoft.com/office/drawing/2014/main" id="{DEB13490-B978-25FB-BBE7-427013E19E2D}"/>
                    </a:ext>
                  </a:extLst>
                </p:cNvPr>
                <p:cNvPicPr/>
                <p:nvPr/>
              </p:nvPicPr>
              <p:blipFill>
                <a:blip r:embed="rId860"/>
                <a:stretch>
                  <a:fillRect/>
                </a:stretch>
              </p:blipFill>
              <p:spPr>
                <a:xfrm>
                  <a:off x="7778766" y="4547871"/>
                  <a:ext cx="28080" cy="168840"/>
                </a:xfrm>
                <a:prstGeom prst="rect">
                  <a:avLst/>
                </a:prstGeom>
              </p:spPr>
            </p:pic>
          </mc:Fallback>
        </mc:AlternateContent>
        <mc:AlternateContent xmlns:mc="http://schemas.openxmlformats.org/markup-compatibility/2006" xmlns:p14="http://schemas.microsoft.com/office/powerpoint/2010/main">
          <mc:Choice Requires="p14">
            <p:contentPart p14:bwMode="auto" r:id="rId861">
              <p14:nvContentPartPr>
                <p14:cNvPr id="625" name="Ink 624">
                  <a:extLst>
                    <a:ext uri="{FF2B5EF4-FFF2-40B4-BE49-F238E27FC236}">
                      <a16:creationId xmlns:a16="http://schemas.microsoft.com/office/drawing/2014/main" id="{A6D68D58-3C03-E0F2-7049-8C87CD8F3329}"/>
                    </a:ext>
                  </a:extLst>
                </p14:cNvPr>
                <p14:cNvContentPartPr/>
                <p14:nvPr/>
              </p14:nvContentPartPr>
              <p14:xfrm>
                <a:off x="7768326" y="4554351"/>
                <a:ext cx="127800" cy="148680"/>
              </p14:xfrm>
            </p:contentPart>
          </mc:Choice>
          <mc:Fallback xmlns="">
            <p:pic>
              <p:nvPicPr>
                <p:cNvPr id="625" name="Ink 624">
                  <a:extLst>
                    <a:ext uri="{FF2B5EF4-FFF2-40B4-BE49-F238E27FC236}">
                      <a16:creationId xmlns:a16="http://schemas.microsoft.com/office/drawing/2014/main" id="{A6D68D58-3C03-E0F2-7049-8C87CD8F3329}"/>
                    </a:ext>
                  </a:extLst>
                </p:cNvPr>
                <p:cNvPicPr/>
                <p:nvPr/>
              </p:nvPicPr>
              <p:blipFill>
                <a:blip r:embed="rId862"/>
                <a:stretch>
                  <a:fillRect/>
                </a:stretch>
              </p:blipFill>
              <p:spPr>
                <a:xfrm>
                  <a:off x="7759686" y="4545711"/>
                  <a:ext cx="145440" cy="166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63">
            <p14:nvContentPartPr>
              <p14:cNvPr id="665" name="Ink 664">
                <a:extLst>
                  <a:ext uri="{FF2B5EF4-FFF2-40B4-BE49-F238E27FC236}">
                    <a16:creationId xmlns:a16="http://schemas.microsoft.com/office/drawing/2014/main" id="{5D06A3D3-9227-749C-1257-141DAA6D732C}"/>
                  </a:ext>
                </a:extLst>
              </p14:cNvPr>
              <p14:cNvContentPartPr/>
              <p14:nvPr/>
            </p14:nvContentPartPr>
            <p14:xfrm>
              <a:off x="5341926" y="3734991"/>
              <a:ext cx="42480" cy="1770120"/>
            </p14:xfrm>
          </p:contentPart>
        </mc:Choice>
        <mc:Fallback xmlns="">
          <p:pic>
            <p:nvPicPr>
              <p:cNvPr id="665" name="Ink 664">
                <a:extLst>
                  <a:ext uri="{FF2B5EF4-FFF2-40B4-BE49-F238E27FC236}">
                    <a16:creationId xmlns:a16="http://schemas.microsoft.com/office/drawing/2014/main" id="{5D06A3D3-9227-749C-1257-141DAA6D732C}"/>
                  </a:ext>
                </a:extLst>
              </p:cNvPr>
              <p:cNvPicPr/>
              <p:nvPr/>
            </p:nvPicPr>
            <p:blipFill>
              <a:blip r:embed="rId864"/>
              <a:stretch>
                <a:fillRect/>
              </a:stretch>
            </p:blipFill>
            <p:spPr>
              <a:xfrm>
                <a:off x="5332926" y="3725991"/>
                <a:ext cx="60120" cy="1787760"/>
              </a:xfrm>
              <a:prstGeom prst="rect">
                <a:avLst/>
              </a:prstGeom>
            </p:spPr>
          </p:pic>
        </mc:Fallback>
      </mc:AlternateContent>
      <mc:AlternateContent xmlns:mc="http://schemas.openxmlformats.org/markup-compatibility/2006" xmlns:p14="http://schemas.microsoft.com/office/powerpoint/2010/main">
        <mc:Choice Requires="p14">
          <p:contentPart p14:bwMode="auto" r:id="rId865">
            <p14:nvContentPartPr>
              <p14:cNvPr id="666" name="Ink 665">
                <a:extLst>
                  <a:ext uri="{FF2B5EF4-FFF2-40B4-BE49-F238E27FC236}">
                    <a16:creationId xmlns:a16="http://schemas.microsoft.com/office/drawing/2014/main" id="{7CC22EB0-93B1-E325-12EF-13E748184ADC}"/>
                  </a:ext>
                </a:extLst>
              </p14:cNvPr>
              <p14:cNvContentPartPr/>
              <p14:nvPr/>
            </p14:nvContentPartPr>
            <p14:xfrm>
              <a:off x="5381166" y="5470191"/>
              <a:ext cx="11160" cy="185040"/>
            </p14:xfrm>
          </p:contentPart>
        </mc:Choice>
        <mc:Fallback xmlns="">
          <p:pic>
            <p:nvPicPr>
              <p:cNvPr id="666" name="Ink 665">
                <a:extLst>
                  <a:ext uri="{FF2B5EF4-FFF2-40B4-BE49-F238E27FC236}">
                    <a16:creationId xmlns:a16="http://schemas.microsoft.com/office/drawing/2014/main" id="{7CC22EB0-93B1-E325-12EF-13E748184ADC}"/>
                  </a:ext>
                </a:extLst>
              </p:cNvPr>
              <p:cNvPicPr/>
              <p:nvPr/>
            </p:nvPicPr>
            <p:blipFill>
              <a:blip r:embed="rId866"/>
              <a:stretch>
                <a:fillRect/>
              </a:stretch>
            </p:blipFill>
            <p:spPr>
              <a:xfrm>
                <a:off x="5372166" y="5461191"/>
                <a:ext cx="28800" cy="202680"/>
              </a:xfrm>
              <a:prstGeom prst="rect">
                <a:avLst/>
              </a:prstGeom>
            </p:spPr>
          </p:pic>
        </mc:Fallback>
      </mc:AlternateContent>
      <p:grpSp>
        <p:nvGrpSpPr>
          <p:cNvPr id="678" name="Group 677">
            <a:extLst>
              <a:ext uri="{FF2B5EF4-FFF2-40B4-BE49-F238E27FC236}">
                <a16:creationId xmlns:a16="http://schemas.microsoft.com/office/drawing/2014/main" id="{5629BFAA-5946-10FA-1FA4-FA70ACE3FBB4}"/>
              </a:ext>
            </a:extLst>
          </p:cNvPr>
          <p:cNvGrpSpPr/>
          <p:nvPr/>
        </p:nvGrpSpPr>
        <p:grpSpPr>
          <a:xfrm>
            <a:off x="567246" y="5868711"/>
            <a:ext cx="1723680" cy="333360"/>
            <a:chOff x="567246" y="5868711"/>
            <a:chExt cx="1723680" cy="333360"/>
          </a:xfrm>
        </p:grpSpPr>
        <mc:AlternateContent xmlns:mc="http://schemas.openxmlformats.org/markup-compatibility/2006" xmlns:p14="http://schemas.microsoft.com/office/powerpoint/2010/main">
          <mc:Choice Requires="p14">
            <p:contentPart p14:bwMode="auto" r:id="rId867">
              <p14:nvContentPartPr>
                <p14:cNvPr id="667" name="Ink 666">
                  <a:extLst>
                    <a:ext uri="{FF2B5EF4-FFF2-40B4-BE49-F238E27FC236}">
                      <a16:creationId xmlns:a16="http://schemas.microsoft.com/office/drawing/2014/main" id="{E81C5E55-A0DD-A507-7A13-00F045F9D639}"/>
                    </a:ext>
                  </a:extLst>
                </p14:cNvPr>
                <p14:cNvContentPartPr/>
                <p14:nvPr/>
              </p14:nvContentPartPr>
              <p14:xfrm>
                <a:off x="567246" y="5919471"/>
                <a:ext cx="129240" cy="171360"/>
              </p14:xfrm>
            </p:contentPart>
          </mc:Choice>
          <mc:Fallback xmlns="">
            <p:pic>
              <p:nvPicPr>
                <p:cNvPr id="667" name="Ink 666">
                  <a:extLst>
                    <a:ext uri="{FF2B5EF4-FFF2-40B4-BE49-F238E27FC236}">
                      <a16:creationId xmlns:a16="http://schemas.microsoft.com/office/drawing/2014/main" id="{E81C5E55-A0DD-A507-7A13-00F045F9D639}"/>
                    </a:ext>
                  </a:extLst>
                </p:cNvPr>
                <p:cNvPicPr/>
                <p:nvPr/>
              </p:nvPicPr>
              <p:blipFill>
                <a:blip r:embed="rId868"/>
                <a:stretch>
                  <a:fillRect/>
                </a:stretch>
              </p:blipFill>
              <p:spPr>
                <a:xfrm>
                  <a:off x="558606" y="5910471"/>
                  <a:ext cx="14688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869">
              <p14:nvContentPartPr>
                <p14:cNvPr id="668" name="Ink 667">
                  <a:extLst>
                    <a:ext uri="{FF2B5EF4-FFF2-40B4-BE49-F238E27FC236}">
                      <a16:creationId xmlns:a16="http://schemas.microsoft.com/office/drawing/2014/main" id="{A4F481E7-E443-A4FB-1A56-47E4EF3AF517}"/>
                    </a:ext>
                  </a:extLst>
                </p14:cNvPr>
                <p14:cNvContentPartPr/>
                <p14:nvPr/>
              </p14:nvContentPartPr>
              <p14:xfrm>
                <a:off x="581286" y="6004791"/>
                <a:ext cx="129960" cy="11880"/>
              </p14:xfrm>
            </p:contentPart>
          </mc:Choice>
          <mc:Fallback xmlns="">
            <p:pic>
              <p:nvPicPr>
                <p:cNvPr id="668" name="Ink 667">
                  <a:extLst>
                    <a:ext uri="{FF2B5EF4-FFF2-40B4-BE49-F238E27FC236}">
                      <a16:creationId xmlns:a16="http://schemas.microsoft.com/office/drawing/2014/main" id="{A4F481E7-E443-A4FB-1A56-47E4EF3AF517}"/>
                    </a:ext>
                  </a:extLst>
                </p:cNvPr>
                <p:cNvPicPr/>
                <p:nvPr/>
              </p:nvPicPr>
              <p:blipFill>
                <a:blip r:embed="rId870"/>
                <a:stretch>
                  <a:fillRect/>
                </a:stretch>
              </p:blipFill>
              <p:spPr>
                <a:xfrm>
                  <a:off x="572646" y="5996151"/>
                  <a:ext cx="147600" cy="29520"/>
                </a:xfrm>
                <a:prstGeom prst="rect">
                  <a:avLst/>
                </a:prstGeom>
              </p:spPr>
            </p:pic>
          </mc:Fallback>
        </mc:AlternateContent>
        <mc:AlternateContent xmlns:mc="http://schemas.openxmlformats.org/markup-compatibility/2006" xmlns:p14="http://schemas.microsoft.com/office/powerpoint/2010/main">
          <mc:Choice Requires="p14">
            <p:contentPart p14:bwMode="auto" r:id="rId871">
              <p14:nvContentPartPr>
                <p14:cNvPr id="669" name="Ink 668">
                  <a:extLst>
                    <a:ext uri="{FF2B5EF4-FFF2-40B4-BE49-F238E27FC236}">
                      <a16:creationId xmlns:a16="http://schemas.microsoft.com/office/drawing/2014/main" id="{A3340EA1-97AB-EDE9-E98F-C3D432E6BC8B}"/>
                    </a:ext>
                  </a:extLst>
                </p14:cNvPr>
                <p14:cNvContentPartPr/>
                <p14:nvPr/>
              </p14:nvContentPartPr>
              <p14:xfrm>
                <a:off x="754086" y="5987871"/>
                <a:ext cx="101880" cy="115200"/>
              </p14:xfrm>
            </p:contentPart>
          </mc:Choice>
          <mc:Fallback xmlns="">
            <p:pic>
              <p:nvPicPr>
                <p:cNvPr id="669" name="Ink 668">
                  <a:extLst>
                    <a:ext uri="{FF2B5EF4-FFF2-40B4-BE49-F238E27FC236}">
                      <a16:creationId xmlns:a16="http://schemas.microsoft.com/office/drawing/2014/main" id="{A3340EA1-97AB-EDE9-E98F-C3D432E6BC8B}"/>
                    </a:ext>
                  </a:extLst>
                </p:cNvPr>
                <p:cNvPicPr/>
                <p:nvPr/>
              </p:nvPicPr>
              <p:blipFill>
                <a:blip r:embed="rId872"/>
                <a:stretch>
                  <a:fillRect/>
                </a:stretch>
              </p:blipFill>
              <p:spPr>
                <a:xfrm>
                  <a:off x="745446" y="5978871"/>
                  <a:ext cx="11952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873">
              <p14:nvContentPartPr>
                <p14:cNvPr id="670" name="Ink 669">
                  <a:extLst>
                    <a:ext uri="{FF2B5EF4-FFF2-40B4-BE49-F238E27FC236}">
                      <a16:creationId xmlns:a16="http://schemas.microsoft.com/office/drawing/2014/main" id="{38B0ADED-C377-7FCB-4CCB-DFD1CBC7E0A5}"/>
                    </a:ext>
                  </a:extLst>
                </p14:cNvPr>
                <p14:cNvContentPartPr/>
                <p14:nvPr/>
              </p14:nvContentPartPr>
              <p14:xfrm>
                <a:off x="916446" y="5972031"/>
                <a:ext cx="88920" cy="141840"/>
              </p14:xfrm>
            </p:contentPart>
          </mc:Choice>
          <mc:Fallback xmlns="">
            <p:pic>
              <p:nvPicPr>
                <p:cNvPr id="670" name="Ink 669">
                  <a:extLst>
                    <a:ext uri="{FF2B5EF4-FFF2-40B4-BE49-F238E27FC236}">
                      <a16:creationId xmlns:a16="http://schemas.microsoft.com/office/drawing/2014/main" id="{38B0ADED-C377-7FCB-4CCB-DFD1CBC7E0A5}"/>
                    </a:ext>
                  </a:extLst>
                </p:cNvPr>
                <p:cNvPicPr/>
                <p:nvPr/>
              </p:nvPicPr>
              <p:blipFill>
                <a:blip r:embed="rId874"/>
                <a:stretch>
                  <a:fillRect/>
                </a:stretch>
              </p:blipFill>
              <p:spPr>
                <a:xfrm>
                  <a:off x="907806" y="5963031"/>
                  <a:ext cx="106560"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875">
              <p14:nvContentPartPr>
                <p14:cNvPr id="671" name="Ink 670">
                  <a:extLst>
                    <a:ext uri="{FF2B5EF4-FFF2-40B4-BE49-F238E27FC236}">
                      <a16:creationId xmlns:a16="http://schemas.microsoft.com/office/drawing/2014/main" id="{5BCFC6FB-DAA1-B811-C781-46AA1B1365BD}"/>
                    </a:ext>
                  </a:extLst>
                </p14:cNvPr>
                <p14:cNvContentPartPr/>
                <p14:nvPr/>
              </p14:nvContentPartPr>
              <p14:xfrm>
                <a:off x="1109046" y="5970951"/>
                <a:ext cx="187200" cy="119160"/>
              </p14:xfrm>
            </p:contentPart>
          </mc:Choice>
          <mc:Fallback xmlns="">
            <p:pic>
              <p:nvPicPr>
                <p:cNvPr id="671" name="Ink 670">
                  <a:extLst>
                    <a:ext uri="{FF2B5EF4-FFF2-40B4-BE49-F238E27FC236}">
                      <a16:creationId xmlns:a16="http://schemas.microsoft.com/office/drawing/2014/main" id="{5BCFC6FB-DAA1-B811-C781-46AA1B1365BD}"/>
                    </a:ext>
                  </a:extLst>
                </p:cNvPr>
                <p:cNvPicPr/>
                <p:nvPr/>
              </p:nvPicPr>
              <p:blipFill>
                <a:blip r:embed="rId876"/>
                <a:stretch>
                  <a:fillRect/>
                </a:stretch>
              </p:blipFill>
              <p:spPr>
                <a:xfrm>
                  <a:off x="1100046" y="5961951"/>
                  <a:ext cx="20484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877">
              <p14:nvContentPartPr>
                <p14:cNvPr id="672" name="Ink 671">
                  <a:extLst>
                    <a:ext uri="{FF2B5EF4-FFF2-40B4-BE49-F238E27FC236}">
                      <a16:creationId xmlns:a16="http://schemas.microsoft.com/office/drawing/2014/main" id="{CB7B849C-A2A7-234D-DABA-B59BAC061C59}"/>
                    </a:ext>
                  </a:extLst>
                </p14:cNvPr>
                <p14:cNvContentPartPr/>
                <p14:nvPr/>
              </p14:nvContentPartPr>
              <p14:xfrm>
                <a:off x="1556166" y="5939271"/>
                <a:ext cx="3240" cy="163800"/>
              </p14:xfrm>
            </p:contentPart>
          </mc:Choice>
          <mc:Fallback xmlns="">
            <p:pic>
              <p:nvPicPr>
                <p:cNvPr id="672" name="Ink 671">
                  <a:extLst>
                    <a:ext uri="{FF2B5EF4-FFF2-40B4-BE49-F238E27FC236}">
                      <a16:creationId xmlns:a16="http://schemas.microsoft.com/office/drawing/2014/main" id="{CB7B849C-A2A7-234D-DABA-B59BAC061C59}"/>
                    </a:ext>
                  </a:extLst>
                </p:cNvPr>
                <p:cNvPicPr/>
                <p:nvPr/>
              </p:nvPicPr>
              <p:blipFill>
                <a:blip r:embed="rId878"/>
                <a:stretch>
                  <a:fillRect/>
                </a:stretch>
              </p:blipFill>
              <p:spPr>
                <a:xfrm>
                  <a:off x="1547166" y="5930271"/>
                  <a:ext cx="20880" cy="181440"/>
                </a:xfrm>
                <a:prstGeom prst="rect">
                  <a:avLst/>
                </a:prstGeom>
              </p:spPr>
            </p:pic>
          </mc:Fallback>
        </mc:AlternateContent>
        <mc:AlternateContent xmlns:mc="http://schemas.openxmlformats.org/markup-compatibility/2006" xmlns:p14="http://schemas.microsoft.com/office/powerpoint/2010/main">
          <mc:Choice Requires="p14">
            <p:contentPart p14:bwMode="auto" r:id="rId879">
              <p14:nvContentPartPr>
                <p14:cNvPr id="673" name="Ink 672">
                  <a:extLst>
                    <a:ext uri="{FF2B5EF4-FFF2-40B4-BE49-F238E27FC236}">
                      <a16:creationId xmlns:a16="http://schemas.microsoft.com/office/drawing/2014/main" id="{1CAD09EC-C52C-57D5-AF54-7460BF560865}"/>
                    </a:ext>
                  </a:extLst>
                </p14:cNvPr>
                <p14:cNvContentPartPr/>
                <p14:nvPr/>
              </p14:nvContentPartPr>
              <p14:xfrm>
                <a:off x="1435926" y="5892831"/>
                <a:ext cx="233640" cy="286200"/>
              </p14:xfrm>
            </p:contentPart>
          </mc:Choice>
          <mc:Fallback xmlns="">
            <p:pic>
              <p:nvPicPr>
                <p:cNvPr id="673" name="Ink 672">
                  <a:extLst>
                    <a:ext uri="{FF2B5EF4-FFF2-40B4-BE49-F238E27FC236}">
                      <a16:creationId xmlns:a16="http://schemas.microsoft.com/office/drawing/2014/main" id="{1CAD09EC-C52C-57D5-AF54-7460BF560865}"/>
                    </a:ext>
                  </a:extLst>
                </p:cNvPr>
                <p:cNvPicPr/>
                <p:nvPr/>
              </p:nvPicPr>
              <p:blipFill>
                <a:blip r:embed="rId880"/>
                <a:stretch>
                  <a:fillRect/>
                </a:stretch>
              </p:blipFill>
              <p:spPr>
                <a:xfrm>
                  <a:off x="1427286" y="5883831"/>
                  <a:ext cx="251280" cy="303840"/>
                </a:xfrm>
                <a:prstGeom prst="rect">
                  <a:avLst/>
                </a:prstGeom>
              </p:spPr>
            </p:pic>
          </mc:Fallback>
        </mc:AlternateContent>
        <mc:AlternateContent xmlns:mc="http://schemas.openxmlformats.org/markup-compatibility/2006" xmlns:p14="http://schemas.microsoft.com/office/powerpoint/2010/main">
          <mc:Choice Requires="p14">
            <p:contentPart p14:bwMode="auto" r:id="rId881">
              <p14:nvContentPartPr>
                <p14:cNvPr id="674" name="Ink 673">
                  <a:extLst>
                    <a:ext uri="{FF2B5EF4-FFF2-40B4-BE49-F238E27FC236}">
                      <a16:creationId xmlns:a16="http://schemas.microsoft.com/office/drawing/2014/main" id="{86696B29-3C3B-AECB-5FA0-AFF6145B586E}"/>
                    </a:ext>
                  </a:extLst>
                </p14:cNvPr>
                <p14:cNvContentPartPr/>
                <p14:nvPr/>
              </p14:nvContentPartPr>
              <p14:xfrm>
                <a:off x="1803846" y="5868711"/>
                <a:ext cx="120240" cy="218520"/>
              </p14:xfrm>
            </p:contentPart>
          </mc:Choice>
          <mc:Fallback xmlns="">
            <p:pic>
              <p:nvPicPr>
                <p:cNvPr id="674" name="Ink 673">
                  <a:extLst>
                    <a:ext uri="{FF2B5EF4-FFF2-40B4-BE49-F238E27FC236}">
                      <a16:creationId xmlns:a16="http://schemas.microsoft.com/office/drawing/2014/main" id="{86696B29-3C3B-AECB-5FA0-AFF6145B586E}"/>
                    </a:ext>
                  </a:extLst>
                </p:cNvPr>
                <p:cNvPicPr/>
                <p:nvPr/>
              </p:nvPicPr>
              <p:blipFill>
                <a:blip r:embed="rId882"/>
                <a:stretch>
                  <a:fillRect/>
                </a:stretch>
              </p:blipFill>
              <p:spPr>
                <a:xfrm>
                  <a:off x="1794846" y="5860071"/>
                  <a:ext cx="137880" cy="236160"/>
                </a:xfrm>
                <a:prstGeom prst="rect">
                  <a:avLst/>
                </a:prstGeom>
              </p:spPr>
            </p:pic>
          </mc:Fallback>
        </mc:AlternateContent>
        <mc:AlternateContent xmlns:mc="http://schemas.openxmlformats.org/markup-compatibility/2006" xmlns:p14="http://schemas.microsoft.com/office/powerpoint/2010/main">
          <mc:Choice Requires="p14">
            <p:contentPart p14:bwMode="auto" r:id="rId883">
              <p14:nvContentPartPr>
                <p14:cNvPr id="675" name="Ink 674">
                  <a:extLst>
                    <a:ext uri="{FF2B5EF4-FFF2-40B4-BE49-F238E27FC236}">
                      <a16:creationId xmlns:a16="http://schemas.microsoft.com/office/drawing/2014/main" id="{6F85EC7D-7FB0-5C87-0DF5-49D0D7F3A61A}"/>
                    </a:ext>
                  </a:extLst>
                </p14:cNvPr>
                <p14:cNvContentPartPr/>
                <p14:nvPr/>
              </p14:nvContentPartPr>
              <p14:xfrm>
                <a:off x="1874406" y="6027111"/>
                <a:ext cx="42840" cy="115200"/>
              </p14:xfrm>
            </p:contentPart>
          </mc:Choice>
          <mc:Fallback xmlns="">
            <p:pic>
              <p:nvPicPr>
                <p:cNvPr id="675" name="Ink 674">
                  <a:extLst>
                    <a:ext uri="{FF2B5EF4-FFF2-40B4-BE49-F238E27FC236}">
                      <a16:creationId xmlns:a16="http://schemas.microsoft.com/office/drawing/2014/main" id="{6F85EC7D-7FB0-5C87-0DF5-49D0D7F3A61A}"/>
                    </a:ext>
                  </a:extLst>
                </p:cNvPr>
                <p:cNvPicPr/>
                <p:nvPr/>
              </p:nvPicPr>
              <p:blipFill>
                <a:blip r:embed="rId884"/>
                <a:stretch>
                  <a:fillRect/>
                </a:stretch>
              </p:blipFill>
              <p:spPr>
                <a:xfrm>
                  <a:off x="1865406" y="6018111"/>
                  <a:ext cx="6048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885">
              <p14:nvContentPartPr>
                <p14:cNvPr id="676" name="Ink 675">
                  <a:extLst>
                    <a:ext uri="{FF2B5EF4-FFF2-40B4-BE49-F238E27FC236}">
                      <a16:creationId xmlns:a16="http://schemas.microsoft.com/office/drawing/2014/main" id="{ACC81252-7F83-E8B3-8AD3-F8BFCDD2667F}"/>
                    </a:ext>
                  </a:extLst>
                </p14:cNvPr>
                <p14:cNvContentPartPr/>
                <p14:nvPr/>
              </p14:nvContentPartPr>
              <p14:xfrm>
                <a:off x="2112006" y="5966631"/>
                <a:ext cx="79920" cy="178920"/>
              </p14:xfrm>
            </p:contentPart>
          </mc:Choice>
          <mc:Fallback xmlns="">
            <p:pic>
              <p:nvPicPr>
                <p:cNvPr id="676" name="Ink 675">
                  <a:extLst>
                    <a:ext uri="{FF2B5EF4-FFF2-40B4-BE49-F238E27FC236}">
                      <a16:creationId xmlns:a16="http://schemas.microsoft.com/office/drawing/2014/main" id="{ACC81252-7F83-E8B3-8AD3-F8BFCDD2667F}"/>
                    </a:ext>
                  </a:extLst>
                </p:cNvPr>
                <p:cNvPicPr/>
                <p:nvPr/>
              </p:nvPicPr>
              <p:blipFill>
                <a:blip r:embed="rId886"/>
                <a:stretch>
                  <a:fillRect/>
                </a:stretch>
              </p:blipFill>
              <p:spPr>
                <a:xfrm>
                  <a:off x="2103006" y="5957991"/>
                  <a:ext cx="97560" cy="196560"/>
                </a:xfrm>
                <a:prstGeom prst="rect">
                  <a:avLst/>
                </a:prstGeom>
              </p:spPr>
            </p:pic>
          </mc:Fallback>
        </mc:AlternateContent>
        <mc:AlternateContent xmlns:mc="http://schemas.openxmlformats.org/markup-compatibility/2006" xmlns:p14="http://schemas.microsoft.com/office/powerpoint/2010/main">
          <mc:Choice Requires="p14">
            <p:contentPart p14:bwMode="auto" r:id="rId887">
              <p14:nvContentPartPr>
                <p14:cNvPr id="677" name="Ink 676">
                  <a:extLst>
                    <a:ext uri="{FF2B5EF4-FFF2-40B4-BE49-F238E27FC236}">
                      <a16:creationId xmlns:a16="http://schemas.microsoft.com/office/drawing/2014/main" id="{F0780452-D52C-92BD-6174-C781CE3E9A63}"/>
                    </a:ext>
                  </a:extLst>
                </p14:cNvPr>
                <p14:cNvContentPartPr/>
                <p14:nvPr/>
              </p14:nvContentPartPr>
              <p14:xfrm>
                <a:off x="2037486" y="5922351"/>
                <a:ext cx="253440" cy="279720"/>
              </p14:xfrm>
            </p:contentPart>
          </mc:Choice>
          <mc:Fallback xmlns="">
            <p:pic>
              <p:nvPicPr>
                <p:cNvPr id="677" name="Ink 676">
                  <a:extLst>
                    <a:ext uri="{FF2B5EF4-FFF2-40B4-BE49-F238E27FC236}">
                      <a16:creationId xmlns:a16="http://schemas.microsoft.com/office/drawing/2014/main" id="{F0780452-D52C-92BD-6174-C781CE3E9A63}"/>
                    </a:ext>
                  </a:extLst>
                </p:cNvPr>
                <p:cNvPicPr/>
                <p:nvPr/>
              </p:nvPicPr>
              <p:blipFill>
                <a:blip r:embed="rId888"/>
                <a:stretch>
                  <a:fillRect/>
                </a:stretch>
              </p:blipFill>
              <p:spPr>
                <a:xfrm>
                  <a:off x="2028486" y="5913351"/>
                  <a:ext cx="271080" cy="297360"/>
                </a:xfrm>
                <a:prstGeom prst="rect">
                  <a:avLst/>
                </a:prstGeom>
              </p:spPr>
            </p:pic>
          </mc:Fallback>
        </mc:AlternateContent>
      </p:grpSp>
      <p:grpSp>
        <p:nvGrpSpPr>
          <p:cNvPr id="690" name="Group 689">
            <a:extLst>
              <a:ext uri="{FF2B5EF4-FFF2-40B4-BE49-F238E27FC236}">
                <a16:creationId xmlns:a16="http://schemas.microsoft.com/office/drawing/2014/main" id="{4E14D162-43F4-DBE2-BB46-A33A9EFFB870}"/>
              </a:ext>
            </a:extLst>
          </p:cNvPr>
          <p:cNvGrpSpPr/>
          <p:nvPr/>
        </p:nvGrpSpPr>
        <p:grpSpPr>
          <a:xfrm>
            <a:off x="2862606" y="6043311"/>
            <a:ext cx="213840" cy="225360"/>
            <a:chOff x="2862606" y="6043311"/>
            <a:chExt cx="213840" cy="225360"/>
          </a:xfrm>
        </p:grpSpPr>
        <mc:AlternateContent xmlns:mc="http://schemas.openxmlformats.org/markup-compatibility/2006" xmlns:p14="http://schemas.microsoft.com/office/powerpoint/2010/main">
          <mc:Choice Requires="p14">
            <p:contentPart p14:bwMode="auto" r:id="rId889">
              <p14:nvContentPartPr>
                <p14:cNvPr id="681" name="Ink 680">
                  <a:extLst>
                    <a:ext uri="{FF2B5EF4-FFF2-40B4-BE49-F238E27FC236}">
                      <a16:creationId xmlns:a16="http://schemas.microsoft.com/office/drawing/2014/main" id="{A9916F38-783F-D170-7BEB-56D2C295582C}"/>
                    </a:ext>
                  </a:extLst>
                </p14:cNvPr>
                <p14:cNvContentPartPr/>
                <p14:nvPr/>
              </p14:nvContentPartPr>
              <p14:xfrm>
                <a:off x="2862606" y="6043311"/>
                <a:ext cx="154080" cy="16560"/>
              </p14:xfrm>
            </p:contentPart>
          </mc:Choice>
          <mc:Fallback xmlns="">
            <p:pic>
              <p:nvPicPr>
                <p:cNvPr id="681" name="Ink 680">
                  <a:extLst>
                    <a:ext uri="{FF2B5EF4-FFF2-40B4-BE49-F238E27FC236}">
                      <a16:creationId xmlns:a16="http://schemas.microsoft.com/office/drawing/2014/main" id="{A9916F38-783F-D170-7BEB-56D2C295582C}"/>
                    </a:ext>
                  </a:extLst>
                </p:cNvPr>
                <p:cNvPicPr/>
                <p:nvPr/>
              </p:nvPicPr>
              <p:blipFill>
                <a:blip r:embed="rId890"/>
                <a:stretch>
                  <a:fillRect/>
                </a:stretch>
              </p:blipFill>
              <p:spPr>
                <a:xfrm>
                  <a:off x="2853966" y="6034311"/>
                  <a:ext cx="17172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891">
              <p14:nvContentPartPr>
                <p14:cNvPr id="682" name="Ink 681">
                  <a:extLst>
                    <a:ext uri="{FF2B5EF4-FFF2-40B4-BE49-F238E27FC236}">
                      <a16:creationId xmlns:a16="http://schemas.microsoft.com/office/drawing/2014/main" id="{5DB9B7BB-B0F3-93B7-E1F8-625A1EE7A8E7}"/>
                    </a:ext>
                  </a:extLst>
                </p14:cNvPr>
                <p14:cNvContentPartPr/>
                <p14:nvPr/>
              </p14:nvContentPartPr>
              <p14:xfrm>
                <a:off x="2947206" y="6083631"/>
                <a:ext cx="11160" cy="113040"/>
              </p14:xfrm>
            </p:contentPart>
          </mc:Choice>
          <mc:Fallback xmlns="">
            <p:pic>
              <p:nvPicPr>
                <p:cNvPr id="682" name="Ink 681">
                  <a:extLst>
                    <a:ext uri="{FF2B5EF4-FFF2-40B4-BE49-F238E27FC236}">
                      <a16:creationId xmlns:a16="http://schemas.microsoft.com/office/drawing/2014/main" id="{5DB9B7BB-B0F3-93B7-E1F8-625A1EE7A8E7}"/>
                    </a:ext>
                  </a:extLst>
                </p:cNvPr>
                <p:cNvPicPr/>
                <p:nvPr/>
              </p:nvPicPr>
              <p:blipFill>
                <a:blip r:embed="rId892"/>
                <a:stretch>
                  <a:fillRect/>
                </a:stretch>
              </p:blipFill>
              <p:spPr>
                <a:xfrm>
                  <a:off x="2938566" y="6074631"/>
                  <a:ext cx="2880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893">
              <p14:nvContentPartPr>
                <p14:cNvPr id="683" name="Ink 682">
                  <a:extLst>
                    <a:ext uri="{FF2B5EF4-FFF2-40B4-BE49-F238E27FC236}">
                      <a16:creationId xmlns:a16="http://schemas.microsoft.com/office/drawing/2014/main" id="{078A0F8F-FCD9-99A9-EF5A-EF29E933594D}"/>
                    </a:ext>
                  </a:extLst>
                </p14:cNvPr>
                <p14:cNvContentPartPr/>
                <p14:nvPr/>
              </p14:nvContentPartPr>
              <p14:xfrm>
                <a:off x="3073926" y="6154191"/>
                <a:ext cx="2520" cy="114480"/>
              </p14:xfrm>
            </p:contentPart>
          </mc:Choice>
          <mc:Fallback xmlns="">
            <p:pic>
              <p:nvPicPr>
                <p:cNvPr id="683" name="Ink 682">
                  <a:extLst>
                    <a:ext uri="{FF2B5EF4-FFF2-40B4-BE49-F238E27FC236}">
                      <a16:creationId xmlns:a16="http://schemas.microsoft.com/office/drawing/2014/main" id="{078A0F8F-FCD9-99A9-EF5A-EF29E933594D}"/>
                    </a:ext>
                  </a:extLst>
                </p:cNvPr>
                <p:cNvPicPr/>
                <p:nvPr/>
              </p:nvPicPr>
              <p:blipFill>
                <a:blip r:embed="rId894"/>
                <a:stretch>
                  <a:fillRect/>
                </a:stretch>
              </p:blipFill>
              <p:spPr>
                <a:xfrm>
                  <a:off x="3064926" y="6145191"/>
                  <a:ext cx="20160" cy="132120"/>
                </a:xfrm>
                <a:prstGeom prst="rect">
                  <a:avLst/>
                </a:prstGeom>
              </p:spPr>
            </p:pic>
          </mc:Fallback>
        </mc:AlternateContent>
      </p:grpSp>
      <p:grpSp>
        <p:nvGrpSpPr>
          <p:cNvPr id="701" name="Group 700">
            <a:extLst>
              <a:ext uri="{FF2B5EF4-FFF2-40B4-BE49-F238E27FC236}">
                <a16:creationId xmlns:a16="http://schemas.microsoft.com/office/drawing/2014/main" id="{CA7DBDC2-7C2C-7B9B-BCC0-01E99B01FD54}"/>
              </a:ext>
            </a:extLst>
          </p:cNvPr>
          <p:cNvGrpSpPr/>
          <p:nvPr/>
        </p:nvGrpSpPr>
        <p:grpSpPr>
          <a:xfrm>
            <a:off x="3248166" y="5861511"/>
            <a:ext cx="1773360" cy="390960"/>
            <a:chOff x="3248166" y="5861511"/>
            <a:chExt cx="1773360" cy="390960"/>
          </a:xfrm>
        </p:grpSpPr>
        <mc:AlternateContent xmlns:mc="http://schemas.openxmlformats.org/markup-compatibility/2006" xmlns:p14="http://schemas.microsoft.com/office/powerpoint/2010/main">
          <mc:Choice Requires="p14">
            <p:contentPart p14:bwMode="auto" r:id="rId895">
              <p14:nvContentPartPr>
                <p14:cNvPr id="684" name="Ink 683">
                  <a:extLst>
                    <a:ext uri="{FF2B5EF4-FFF2-40B4-BE49-F238E27FC236}">
                      <a16:creationId xmlns:a16="http://schemas.microsoft.com/office/drawing/2014/main" id="{A643EC90-B77E-42FB-D28D-92CAE62627F2}"/>
                    </a:ext>
                  </a:extLst>
                </p14:cNvPr>
                <p14:cNvContentPartPr/>
                <p14:nvPr/>
              </p14:nvContentPartPr>
              <p14:xfrm>
                <a:off x="3248166" y="6024591"/>
                <a:ext cx="102960" cy="6840"/>
              </p14:xfrm>
            </p:contentPart>
          </mc:Choice>
          <mc:Fallback xmlns="">
            <p:pic>
              <p:nvPicPr>
                <p:cNvPr id="684" name="Ink 683">
                  <a:extLst>
                    <a:ext uri="{FF2B5EF4-FFF2-40B4-BE49-F238E27FC236}">
                      <a16:creationId xmlns:a16="http://schemas.microsoft.com/office/drawing/2014/main" id="{A643EC90-B77E-42FB-D28D-92CAE62627F2}"/>
                    </a:ext>
                  </a:extLst>
                </p:cNvPr>
                <p:cNvPicPr/>
                <p:nvPr/>
              </p:nvPicPr>
              <p:blipFill>
                <a:blip r:embed="rId896"/>
                <a:stretch>
                  <a:fillRect/>
                </a:stretch>
              </p:blipFill>
              <p:spPr>
                <a:xfrm>
                  <a:off x="3239526" y="6015591"/>
                  <a:ext cx="12060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897">
              <p14:nvContentPartPr>
                <p14:cNvPr id="685" name="Ink 684">
                  <a:extLst>
                    <a:ext uri="{FF2B5EF4-FFF2-40B4-BE49-F238E27FC236}">
                      <a16:creationId xmlns:a16="http://schemas.microsoft.com/office/drawing/2014/main" id="{AA369632-91D3-E7F1-2614-3833C9A1815A}"/>
                    </a:ext>
                  </a:extLst>
                </p14:cNvPr>
                <p14:cNvContentPartPr/>
                <p14:nvPr/>
              </p14:nvContentPartPr>
              <p14:xfrm>
                <a:off x="3284166" y="6119631"/>
                <a:ext cx="41760" cy="3240"/>
              </p14:xfrm>
            </p:contentPart>
          </mc:Choice>
          <mc:Fallback xmlns="">
            <p:pic>
              <p:nvPicPr>
                <p:cNvPr id="685" name="Ink 684">
                  <a:extLst>
                    <a:ext uri="{FF2B5EF4-FFF2-40B4-BE49-F238E27FC236}">
                      <a16:creationId xmlns:a16="http://schemas.microsoft.com/office/drawing/2014/main" id="{AA369632-91D3-E7F1-2614-3833C9A1815A}"/>
                    </a:ext>
                  </a:extLst>
                </p:cNvPr>
                <p:cNvPicPr/>
                <p:nvPr/>
              </p:nvPicPr>
              <p:blipFill>
                <a:blip r:embed="rId898"/>
                <a:stretch>
                  <a:fillRect/>
                </a:stretch>
              </p:blipFill>
              <p:spPr>
                <a:xfrm>
                  <a:off x="3275526" y="6110631"/>
                  <a:ext cx="5940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899">
              <p14:nvContentPartPr>
                <p14:cNvPr id="686" name="Ink 685">
                  <a:extLst>
                    <a:ext uri="{FF2B5EF4-FFF2-40B4-BE49-F238E27FC236}">
                      <a16:creationId xmlns:a16="http://schemas.microsoft.com/office/drawing/2014/main" id="{97087997-7822-2D42-64E8-52CB3F708313}"/>
                    </a:ext>
                  </a:extLst>
                </p14:cNvPr>
                <p14:cNvContentPartPr/>
                <p14:nvPr/>
              </p14:nvContentPartPr>
              <p14:xfrm>
                <a:off x="3503406" y="5987871"/>
                <a:ext cx="105480" cy="180720"/>
              </p14:xfrm>
            </p:contentPart>
          </mc:Choice>
          <mc:Fallback xmlns="">
            <p:pic>
              <p:nvPicPr>
                <p:cNvPr id="686" name="Ink 685">
                  <a:extLst>
                    <a:ext uri="{FF2B5EF4-FFF2-40B4-BE49-F238E27FC236}">
                      <a16:creationId xmlns:a16="http://schemas.microsoft.com/office/drawing/2014/main" id="{97087997-7822-2D42-64E8-52CB3F708313}"/>
                    </a:ext>
                  </a:extLst>
                </p:cNvPr>
                <p:cNvPicPr/>
                <p:nvPr/>
              </p:nvPicPr>
              <p:blipFill>
                <a:blip r:embed="rId900"/>
                <a:stretch>
                  <a:fillRect/>
                </a:stretch>
              </p:blipFill>
              <p:spPr>
                <a:xfrm>
                  <a:off x="3494406" y="5978871"/>
                  <a:ext cx="123120" cy="198360"/>
                </a:xfrm>
                <a:prstGeom prst="rect">
                  <a:avLst/>
                </a:prstGeom>
              </p:spPr>
            </p:pic>
          </mc:Fallback>
        </mc:AlternateContent>
        <mc:AlternateContent xmlns:mc="http://schemas.openxmlformats.org/markup-compatibility/2006" xmlns:p14="http://schemas.microsoft.com/office/powerpoint/2010/main">
          <mc:Choice Requires="p14">
            <p:contentPart p14:bwMode="auto" r:id="rId901">
              <p14:nvContentPartPr>
                <p14:cNvPr id="687" name="Ink 686">
                  <a:extLst>
                    <a:ext uri="{FF2B5EF4-FFF2-40B4-BE49-F238E27FC236}">
                      <a16:creationId xmlns:a16="http://schemas.microsoft.com/office/drawing/2014/main" id="{B7573AC9-440E-2C50-FC0C-618D7582FB59}"/>
                    </a:ext>
                  </a:extLst>
                </p14:cNvPr>
                <p14:cNvContentPartPr/>
                <p14:nvPr/>
              </p14:nvContentPartPr>
              <p14:xfrm>
                <a:off x="3657126" y="5991831"/>
                <a:ext cx="73440" cy="156960"/>
              </p14:xfrm>
            </p:contentPart>
          </mc:Choice>
          <mc:Fallback xmlns="">
            <p:pic>
              <p:nvPicPr>
                <p:cNvPr id="687" name="Ink 686">
                  <a:extLst>
                    <a:ext uri="{FF2B5EF4-FFF2-40B4-BE49-F238E27FC236}">
                      <a16:creationId xmlns:a16="http://schemas.microsoft.com/office/drawing/2014/main" id="{B7573AC9-440E-2C50-FC0C-618D7582FB59}"/>
                    </a:ext>
                  </a:extLst>
                </p:cNvPr>
                <p:cNvPicPr/>
                <p:nvPr/>
              </p:nvPicPr>
              <p:blipFill>
                <a:blip r:embed="rId902"/>
                <a:stretch>
                  <a:fillRect/>
                </a:stretch>
              </p:blipFill>
              <p:spPr>
                <a:xfrm>
                  <a:off x="3648126" y="5982831"/>
                  <a:ext cx="9108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903">
              <p14:nvContentPartPr>
                <p14:cNvPr id="688" name="Ink 687">
                  <a:extLst>
                    <a:ext uri="{FF2B5EF4-FFF2-40B4-BE49-F238E27FC236}">
                      <a16:creationId xmlns:a16="http://schemas.microsoft.com/office/drawing/2014/main" id="{E83E99C0-C6B5-E4D1-22FA-1B10CC0A20FC}"/>
                    </a:ext>
                  </a:extLst>
                </p14:cNvPr>
                <p14:cNvContentPartPr/>
                <p14:nvPr/>
              </p14:nvContentPartPr>
              <p14:xfrm>
                <a:off x="3770166" y="5992191"/>
                <a:ext cx="75240" cy="146880"/>
              </p14:xfrm>
            </p:contentPart>
          </mc:Choice>
          <mc:Fallback xmlns="">
            <p:pic>
              <p:nvPicPr>
                <p:cNvPr id="688" name="Ink 687">
                  <a:extLst>
                    <a:ext uri="{FF2B5EF4-FFF2-40B4-BE49-F238E27FC236}">
                      <a16:creationId xmlns:a16="http://schemas.microsoft.com/office/drawing/2014/main" id="{E83E99C0-C6B5-E4D1-22FA-1B10CC0A20FC}"/>
                    </a:ext>
                  </a:extLst>
                </p:cNvPr>
                <p:cNvPicPr/>
                <p:nvPr/>
              </p:nvPicPr>
              <p:blipFill>
                <a:blip r:embed="rId904"/>
                <a:stretch>
                  <a:fillRect/>
                </a:stretch>
              </p:blipFill>
              <p:spPr>
                <a:xfrm>
                  <a:off x="3761166" y="5983551"/>
                  <a:ext cx="92880" cy="164520"/>
                </a:xfrm>
                <a:prstGeom prst="rect">
                  <a:avLst/>
                </a:prstGeom>
              </p:spPr>
            </p:pic>
          </mc:Fallback>
        </mc:AlternateContent>
        <mc:AlternateContent xmlns:mc="http://schemas.openxmlformats.org/markup-compatibility/2006" xmlns:p14="http://schemas.microsoft.com/office/powerpoint/2010/main">
          <mc:Choice Requires="p14">
            <p:contentPart p14:bwMode="auto" r:id="rId905">
              <p14:nvContentPartPr>
                <p14:cNvPr id="691" name="Ink 690">
                  <a:extLst>
                    <a:ext uri="{FF2B5EF4-FFF2-40B4-BE49-F238E27FC236}">
                      <a16:creationId xmlns:a16="http://schemas.microsoft.com/office/drawing/2014/main" id="{2575C64D-441F-B474-65FA-92D774B13F0F}"/>
                    </a:ext>
                  </a:extLst>
                </p14:cNvPr>
                <p14:cNvContentPartPr/>
                <p14:nvPr/>
              </p14:nvContentPartPr>
              <p14:xfrm>
                <a:off x="3904806" y="5996511"/>
                <a:ext cx="29880" cy="134280"/>
              </p14:xfrm>
            </p:contentPart>
          </mc:Choice>
          <mc:Fallback xmlns="">
            <p:pic>
              <p:nvPicPr>
                <p:cNvPr id="691" name="Ink 690">
                  <a:extLst>
                    <a:ext uri="{FF2B5EF4-FFF2-40B4-BE49-F238E27FC236}">
                      <a16:creationId xmlns:a16="http://schemas.microsoft.com/office/drawing/2014/main" id="{2575C64D-441F-B474-65FA-92D774B13F0F}"/>
                    </a:ext>
                  </a:extLst>
                </p:cNvPr>
                <p:cNvPicPr/>
                <p:nvPr/>
              </p:nvPicPr>
              <p:blipFill>
                <a:blip r:embed="rId906"/>
                <a:stretch>
                  <a:fillRect/>
                </a:stretch>
              </p:blipFill>
              <p:spPr>
                <a:xfrm>
                  <a:off x="3896166" y="5987511"/>
                  <a:ext cx="47520" cy="151920"/>
                </a:xfrm>
                <a:prstGeom prst="rect">
                  <a:avLst/>
                </a:prstGeom>
              </p:spPr>
            </p:pic>
          </mc:Fallback>
        </mc:AlternateContent>
        <mc:AlternateContent xmlns:mc="http://schemas.openxmlformats.org/markup-compatibility/2006" xmlns:p14="http://schemas.microsoft.com/office/powerpoint/2010/main">
          <mc:Choice Requires="p14">
            <p:contentPart p14:bwMode="auto" r:id="rId907">
              <p14:nvContentPartPr>
                <p14:cNvPr id="692" name="Ink 691">
                  <a:extLst>
                    <a:ext uri="{FF2B5EF4-FFF2-40B4-BE49-F238E27FC236}">
                      <a16:creationId xmlns:a16="http://schemas.microsoft.com/office/drawing/2014/main" id="{C42A574E-3427-FC75-E854-E0C76B11D9FD}"/>
                    </a:ext>
                  </a:extLst>
                </p14:cNvPr>
                <p14:cNvContentPartPr/>
                <p14:nvPr/>
              </p14:nvContentPartPr>
              <p14:xfrm>
                <a:off x="3898326" y="5967711"/>
                <a:ext cx="119520" cy="133560"/>
              </p14:xfrm>
            </p:contentPart>
          </mc:Choice>
          <mc:Fallback xmlns="">
            <p:pic>
              <p:nvPicPr>
                <p:cNvPr id="692" name="Ink 691">
                  <a:extLst>
                    <a:ext uri="{FF2B5EF4-FFF2-40B4-BE49-F238E27FC236}">
                      <a16:creationId xmlns:a16="http://schemas.microsoft.com/office/drawing/2014/main" id="{C42A574E-3427-FC75-E854-E0C76B11D9FD}"/>
                    </a:ext>
                  </a:extLst>
                </p:cNvPr>
                <p:cNvPicPr/>
                <p:nvPr/>
              </p:nvPicPr>
              <p:blipFill>
                <a:blip r:embed="rId908"/>
                <a:stretch>
                  <a:fillRect/>
                </a:stretch>
              </p:blipFill>
              <p:spPr>
                <a:xfrm>
                  <a:off x="3889326" y="5958711"/>
                  <a:ext cx="13716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909">
              <p14:nvContentPartPr>
                <p14:cNvPr id="693" name="Ink 692">
                  <a:extLst>
                    <a:ext uri="{FF2B5EF4-FFF2-40B4-BE49-F238E27FC236}">
                      <a16:creationId xmlns:a16="http://schemas.microsoft.com/office/drawing/2014/main" id="{233BC01E-CB84-BC8E-05CF-07E15F9E08C8}"/>
                    </a:ext>
                  </a:extLst>
                </p14:cNvPr>
                <p14:cNvContentPartPr/>
                <p14:nvPr/>
              </p14:nvContentPartPr>
              <p14:xfrm>
                <a:off x="4109646" y="5892111"/>
                <a:ext cx="65160" cy="314280"/>
              </p14:xfrm>
            </p:contentPart>
          </mc:Choice>
          <mc:Fallback xmlns="">
            <p:pic>
              <p:nvPicPr>
                <p:cNvPr id="693" name="Ink 692">
                  <a:extLst>
                    <a:ext uri="{FF2B5EF4-FFF2-40B4-BE49-F238E27FC236}">
                      <a16:creationId xmlns:a16="http://schemas.microsoft.com/office/drawing/2014/main" id="{233BC01E-CB84-BC8E-05CF-07E15F9E08C8}"/>
                    </a:ext>
                  </a:extLst>
                </p:cNvPr>
                <p:cNvPicPr/>
                <p:nvPr/>
              </p:nvPicPr>
              <p:blipFill>
                <a:blip r:embed="rId910"/>
                <a:stretch>
                  <a:fillRect/>
                </a:stretch>
              </p:blipFill>
              <p:spPr>
                <a:xfrm>
                  <a:off x="4101006" y="5883471"/>
                  <a:ext cx="82800" cy="331920"/>
                </a:xfrm>
                <a:prstGeom prst="rect">
                  <a:avLst/>
                </a:prstGeom>
              </p:spPr>
            </p:pic>
          </mc:Fallback>
        </mc:AlternateContent>
        <mc:AlternateContent xmlns:mc="http://schemas.openxmlformats.org/markup-compatibility/2006" xmlns:p14="http://schemas.microsoft.com/office/powerpoint/2010/main">
          <mc:Choice Requires="p14">
            <p:contentPart p14:bwMode="auto" r:id="rId911">
              <p14:nvContentPartPr>
                <p14:cNvPr id="694" name="Ink 693">
                  <a:extLst>
                    <a:ext uri="{FF2B5EF4-FFF2-40B4-BE49-F238E27FC236}">
                      <a16:creationId xmlns:a16="http://schemas.microsoft.com/office/drawing/2014/main" id="{64C4CD82-55CB-7743-B764-BAE5AE093763}"/>
                    </a:ext>
                  </a:extLst>
                </p14:cNvPr>
                <p14:cNvContentPartPr/>
                <p14:nvPr/>
              </p14:nvContentPartPr>
              <p14:xfrm>
                <a:off x="3465246" y="5947551"/>
                <a:ext cx="70920" cy="304920"/>
              </p14:xfrm>
            </p:contentPart>
          </mc:Choice>
          <mc:Fallback xmlns="">
            <p:pic>
              <p:nvPicPr>
                <p:cNvPr id="694" name="Ink 693">
                  <a:extLst>
                    <a:ext uri="{FF2B5EF4-FFF2-40B4-BE49-F238E27FC236}">
                      <a16:creationId xmlns:a16="http://schemas.microsoft.com/office/drawing/2014/main" id="{64C4CD82-55CB-7743-B764-BAE5AE093763}"/>
                    </a:ext>
                  </a:extLst>
                </p:cNvPr>
                <p:cNvPicPr/>
                <p:nvPr/>
              </p:nvPicPr>
              <p:blipFill>
                <a:blip r:embed="rId912"/>
                <a:stretch>
                  <a:fillRect/>
                </a:stretch>
              </p:blipFill>
              <p:spPr>
                <a:xfrm>
                  <a:off x="3456246" y="5938551"/>
                  <a:ext cx="88560" cy="322560"/>
                </a:xfrm>
                <a:prstGeom prst="rect">
                  <a:avLst/>
                </a:prstGeom>
              </p:spPr>
            </p:pic>
          </mc:Fallback>
        </mc:AlternateContent>
        <mc:AlternateContent xmlns:mc="http://schemas.openxmlformats.org/markup-compatibility/2006" xmlns:p14="http://schemas.microsoft.com/office/powerpoint/2010/main">
          <mc:Choice Requires="p14">
            <p:contentPart p14:bwMode="auto" r:id="rId913">
              <p14:nvContentPartPr>
                <p14:cNvPr id="695" name="Ink 694">
                  <a:extLst>
                    <a:ext uri="{FF2B5EF4-FFF2-40B4-BE49-F238E27FC236}">
                      <a16:creationId xmlns:a16="http://schemas.microsoft.com/office/drawing/2014/main" id="{D8FE2E01-A8C1-B71B-25A7-2B767F2EB5AA}"/>
                    </a:ext>
                  </a:extLst>
                </p14:cNvPr>
                <p14:cNvContentPartPr/>
                <p14:nvPr/>
              </p14:nvContentPartPr>
              <p14:xfrm>
                <a:off x="4269846" y="5931711"/>
                <a:ext cx="88200" cy="192240"/>
              </p14:xfrm>
            </p:contentPart>
          </mc:Choice>
          <mc:Fallback xmlns="">
            <p:pic>
              <p:nvPicPr>
                <p:cNvPr id="695" name="Ink 694">
                  <a:extLst>
                    <a:ext uri="{FF2B5EF4-FFF2-40B4-BE49-F238E27FC236}">
                      <a16:creationId xmlns:a16="http://schemas.microsoft.com/office/drawing/2014/main" id="{D8FE2E01-A8C1-B71B-25A7-2B767F2EB5AA}"/>
                    </a:ext>
                  </a:extLst>
                </p:cNvPr>
                <p:cNvPicPr/>
                <p:nvPr/>
              </p:nvPicPr>
              <p:blipFill>
                <a:blip r:embed="rId914"/>
                <a:stretch>
                  <a:fillRect/>
                </a:stretch>
              </p:blipFill>
              <p:spPr>
                <a:xfrm>
                  <a:off x="4260846" y="5922711"/>
                  <a:ext cx="105840"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915">
              <p14:nvContentPartPr>
                <p14:cNvPr id="696" name="Ink 695">
                  <a:extLst>
                    <a:ext uri="{FF2B5EF4-FFF2-40B4-BE49-F238E27FC236}">
                      <a16:creationId xmlns:a16="http://schemas.microsoft.com/office/drawing/2014/main" id="{2FD95DE8-7FB9-4080-7BBC-E2A93016FB7F}"/>
                    </a:ext>
                  </a:extLst>
                </p14:cNvPr>
                <p14:cNvContentPartPr/>
                <p14:nvPr/>
              </p14:nvContentPartPr>
              <p14:xfrm>
                <a:off x="4443006" y="5997231"/>
                <a:ext cx="54360" cy="117360"/>
              </p14:xfrm>
            </p:contentPart>
          </mc:Choice>
          <mc:Fallback xmlns="">
            <p:pic>
              <p:nvPicPr>
                <p:cNvPr id="696" name="Ink 695">
                  <a:extLst>
                    <a:ext uri="{FF2B5EF4-FFF2-40B4-BE49-F238E27FC236}">
                      <a16:creationId xmlns:a16="http://schemas.microsoft.com/office/drawing/2014/main" id="{2FD95DE8-7FB9-4080-7BBC-E2A93016FB7F}"/>
                    </a:ext>
                  </a:extLst>
                </p:cNvPr>
                <p:cNvPicPr/>
                <p:nvPr/>
              </p:nvPicPr>
              <p:blipFill>
                <a:blip r:embed="rId916"/>
                <a:stretch>
                  <a:fillRect/>
                </a:stretch>
              </p:blipFill>
              <p:spPr>
                <a:xfrm>
                  <a:off x="4434366" y="5988231"/>
                  <a:ext cx="7200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917">
              <p14:nvContentPartPr>
                <p14:cNvPr id="697" name="Ink 696">
                  <a:extLst>
                    <a:ext uri="{FF2B5EF4-FFF2-40B4-BE49-F238E27FC236}">
                      <a16:creationId xmlns:a16="http://schemas.microsoft.com/office/drawing/2014/main" id="{848C8737-FD91-E309-0410-37ECE60DE5C4}"/>
                    </a:ext>
                  </a:extLst>
                </p14:cNvPr>
                <p14:cNvContentPartPr/>
                <p14:nvPr/>
              </p14:nvContentPartPr>
              <p14:xfrm>
                <a:off x="4540566" y="5966631"/>
                <a:ext cx="123480" cy="120600"/>
              </p14:xfrm>
            </p:contentPart>
          </mc:Choice>
          <mc:Fallback xmlns="">
            <p:pic>
              <p:nvPicPr>
                <p:cNvPr id="697" name="Ink 696">
                  <a:extLst>
                    <a:ext uri="{FF2B5EF4-FFF2-40B4-BE49-F238E27FC236}">
                      <a16:creationId xmlns:a16="http://schemas.microsoft.com/office/drawing/2014/main" id="{848C8737-FD91-E309-0410-37ECE60DE5C4}"/>
                    </a:ext>
                  </a:extLst>
                </p:cNvPr>
                <p:cNvPicPr/>
                <p:nvPr/>
              </p:nvPicPr>
              <p:blipFill>
                <a:blip r:embed="rId918"/>
                <a:stretch>
                  <a:fillRect/>
                </a:stretch>
              </p:blipFill>
              <p:spPr>
                <a:xfrm>
                  <a:off x="4531926" y="5957631"/>
                  <a:ext cx="14112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919">
              <p14:nvContentPartPr>
                <p14:cNvPr id="698" name="Ink 697">
                  <a:extLst>
                    <a:ext uri="{FF2B5EF4-FFF2-40B4-BE49-F238E27FC236}">
                      <a16:creationId xmlns:a16="http://schemas.microsoft.com/office/drawing/2014/main" id="{41567145-C1F8-C459-04D3-06BB2726356E}"/>
                    </a:ext>
                  </a:extLst>
                </p14:cNvPr>
                <p14:cNvContentPartPr/>
                <p14:nvPr/>
              </p14:nvContentPartPr>
              <p14:xfrm>
                <a:off x="4738926" y="5934591"/>
                <a:ext cx="128160" cy="209160"/>
              </p14:xfrm>
            </p:contentPart>
          </mc:Choice>
          <mc:Fallback xmlns="">
            <p:pic>
              <p:nvPicPr>
                <p:cNvPr id="698" name="Ink 697">
                  <a:extLst>
                    <a:ext uri="{FF2B5EF4-FFF2-40B4-BE49-F238E27FC236}">
                      <a16:creationId xmlns:a16="http://schemas.microsoft.com/office/drawing/2014/main" id="{41567145-C1F8-C459-04D3-06BB2726356E}"/>
                    </a:ext>
                  </a:extLst>
                </p:cNvPr>
                <p:cNvPicPr/>
                <p:nvPr/>
              </p:nvPicPr>
              <p:blipFill>
                <a:blip r:embed="rId920"/>
                <a:stretch>
                  <a:fillRect/>
                </a:stretch>
              </p:blipFill>
              <p:spPr>
                <a:xfrm>
                  <a:off x="4730286" y="5925591"/>
                  <a:ext cx="145800"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921">
              <p14:nvContentPartPr>
                <p14:cNvPr id="699" name="Ink 698">
                  <a:extLst>
                    <a:ext uri="{FF2B5EF4-FFF2-40B4-BE49-F238E27FC236}">
                      <a16:creationId xmlns:a16="http://schemas.microsoft.com/office/drawing/2014/main" id="{793A023F-6137-7453-6E85-C3BAAC5C5A1B}"/>
                    </a:ext>
                  </a:extLst>
                </p14:cNvPr>
                <p14:cNvContentPartPr/>
                <p14:nvPr/>
              </p14:nvContentPartPr>
              <p14:xfrm>
                <a:off x="4894806" y="5936031"/>
                <a:ext cx="71280" cy="172800"/>
              </p14:xfrm>
            </p:contentPart>
          </mc:Choice>
          <mc:Fallback xmlns="">
            <p:pic>
              <p:nvPicPr>
                <p:cNvPr id="699" name="Ink 698">
                  <a:extLst>
                    <a:ext uri="{FF2B5EF4-FFF2-40B4-BE49-F238E27FC236}">
                      <a16:creationId xmlns:a16="http://schemas.microsoft.com/office/drawing/2014/main" id="{793A023F-6137-7453-6E85-C3BAAC5C5A1B}"/>
                    </a:ext>
                  </a:extLst>
                </p:cNvPr>
                <p:cNvPicPr/>
                <p:nvPr/>
              </p:nvPicPr>
              <p:blipFill>
                <a:blip r:embed="rId922"/>
                <a:stretch>
                  <a:fillRect/>
                </a:stretch>
              </p:blipFill>
              <p:spPr>
                <a:xfrm>
                  <a:off x="4886166" y="5927031"/>
                  <a:ext cx="88920" cy="190440"/>
                </a:xfrm>
                <a:prstGeom prst="rect">
                  <a:avLst/>
                </a:prstGeom>
              </p:spPr>
            </p:pic>
          </mc:Fallback>
        </mc:AlternateContent>
        <mc:AlternateContent xmlns:mc="http://schemas.openxmlformats.org/markup-compatibility/2006" xmlns:p14="http://schemas.microsoft.com/office/powerpoint/2010/main">
          <mc:Choice Requires="p14">
            <p:contentPart p14:bwMode="auto" r:id="rId923">
              <p14:nvContentPartPr>
                <p14:cNvPr id="700" name="Ink 699">
                  <a:extLst>
                    <a:ext uri="{FF2B5EF4-FFF2-40B4-BE49-F238E27FC236}">
                      <a16:creationId xmlns:a16="http://schemas.microsoft.com/office/drawing/2014/main" id="{4DA7CED2-0018-D5B7-9BD5-BEB9371D5F10}"/>
                    </a:ext>
                  </a:extLst>
                </p14:cNvPr>
                <p14:cNvContentPartPr/>
                <p14:nvPr/>
              </p14:nvContentPartPr>
              <p14:xfrm>
                <a:off x="4976166" y="5861511"/>
                <a:ext cx="45360" cy="63720"/>
              </p14:xfrm>
            </p:contentPart>
          </mc:Choice>
          <mc:Fallback xmlns="">
            <p:pic>
              <p:nvPicPr>
                <p:cNvPr id="700" name="Ink 699">
                  <a:extLst>
                    <a:ext uri="{FF2B5EF4-FFF2-40B4-BE49-F238E27FC236}">
                      <a16:creationId xmlns:a16="http://schemas.microsoft.com/office/drawing/2014/main" id="{4DA7CED2-0018-D5B7-9BD5-BEB9371D5F10}"/>
                    </a:ext>
                  </a:extLst>
                </p:cNvPr>
                <p:cNvPicPr/>
                <p:nvPr/>
              </p:nvPicPr>
              <p:blipFill>
                <a:blip r:embed="rId924"/>
                <a:stretch>
                  <a:fillRect/>
                </a:stretch>
              </p:blipFill>
              <p:spPr>
                <a:xfrm>
                  <a:off x="4967166" y="5852871"/>
                  <a:ext cx="63000" cy="81360"/>
                </a:xfrm>
                <a:prstGeom prst="rect">
                  <a:avLst/>
                </a:prstGeom>
              </p:spPr>
            </p:pic>
          </mc:Fallback>
        </mc:AlternateContent>
      </p:grpSp>
      <p:grpSp>
        <p:nvGrpSpPr>
          <p:cNvPr id="720" name="Group 719">
            <a:extLst>
              <a:ext uri="{FF2B5EF4-FFF2-40B4-BE49-F238E27FC236}">
                <a16:creationId xmlns:a16="http://schemas.microsoft.com/office/drawing/2014/main" id="{8FB745A1-C33F-A8BE-CEA1-BB3D98AB03E7}"/>
              </a:ext>
            </a:extLst>
          </p:cNvPr>
          <p:cNvGrpSpPr/>
          <p:nvPr/>
        </p:nvGrpSpPr>
        <p:grpSpPr>
          <a:xfrm>
            <a:off x="2849646" y="6331671"/>
            <a:ext cx="1392120" cy="461520"/>
            <a:chOff x="2849646" y="6331671"/>
            <a:chExt cx="1392120" cy="461520"/>
          </a:xfrm>
        </p:grpSpPr>
        <mc:AlternateContent xmlns:mc="http://schemas.openxmlformats.org/markup-compatibility/2006" xmlns:p14="http://schemas.microsoft.com/office/powerpoint/2010/main">
          <mc:Choice Requires="p14">
            <p:contentPart p14:bwMode="auto" r:id="rId925">
              <p14:nvContentPartPr>
                <p14:cNvPr id="702" name="Ink 701">
                  <a:extLst>
                    <a:ext uri="{FF2B5EF4-FFF2-40B4-BE49-F238E27FC236}">
                      <a16:creationId xmlns:a16="http://schemas.microsoft.com/office/drawing/2014/main" id="{8BAB3FF4-952E-D2EC-8475-F7A0B2297120}"/>
                    </a:ext>
                  </a:extLst>
                </p14:cNvPr>
                <p14:cNvContentPartPr/>
                <p14:nvPr/>
              </p14:nvContentPartPr>
              <p14:xfrm>
                <a:off x="2894646" y="6532911"/>
                <a:ext cx="147960" cy="8640"/>
              </p14:xfrm>
            </p:contentPart>
          </mc:Choice>
          <mc:Fallback xmlns="">
            <p:pic>
              <p:nvPicPr>
                <p:cNvPr id="702" name="Ink 701">
                  <a:extLst>
                    <a:ext uri="{FF2B5EF4-FFF2-40B4-BE49-F238E27FC236}">
                      <a16:creationId xmlns:a16="http://schemas.microsoft.com/office/drawing/2014/main" id="{8BAB3FF4-952E-D2EC-8475-F7A0B2297120}"/>
                    </a:ext>
                  </a:extLst>
                </p:cNvPr>
                <p:cNvPicPr/>
                <p:nvPr/>
              </p:nvPicPr>
              <p:blipFill>
                <a:blip r:embed="rId926"/>
                <a:stretch>
                  <a:fillRect/>
                </a:stretch>
              </p:blipFill>
              <p:spPr>
                <a:xfrm>
                  <a:off x="2885646" y="6523911"/>
                  <a:ext cx="16560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927">
              <p14:nvContentPartPr>
                <p14:cNvPr id="703" name="Ink 702">
                  <a:extLst>
                    <a:ext uri="{FF2B5EF4-FFF2-40B4-BE49-F238E27FC236}">
                      <a16:creationId xmlns:a16="http://schemas.microsoft.com/office/drawing/2014/main" id="{A896B22C-D48C-8D87-EBE1-5B242A4912CA}"/>
                    </a:ext>
                  </a:extLst>
                </p14:cNvPr>
                <p14:cNvContentPartPr/>
                <p14:nvPr/>
              </p14:nvContentPartPr>
              <p14:xfrm>
                <a:off x="3005886" y="6539031"/>
                <a:ext cx="8280" cy="127800"/>
              </p14:xfrm>
            </p:contentPart>
          </mc:Choice>
          <mc:Fallback xmlns="">
            <p:pic>
              <p:nvPicPr>
                <p:cNvPr id="703" name="Ink 702">
                  <a:extLst>
                    <a:ext uri="{FF2B5EF4-FFF2-40B4-BE49-F238E27FC236}">
                      <a16:creationId xmlns:a16="http://schemas.microsoft.com/office/drawing/2014/main" id="{A896B22C-D48C-8D87-EBE1-5B242A4912CA}"/>
                    </a:ext>
                  </a:extLst>
                </p:cNvPr>
                <p:cNvPicPr/>
                <p:nvPr/>
              </p:nvPicPr>
              <p:blipFill>
                <a:blip r:embed="rId928"/>
                <a:stretch>
                  <a:fillRect/>
                </a:stretch>
              </p:blipFill>
              <p:spPr>
                <a:xfrm>
                  <a:off x="2997246" y="6530031"/>
                  <a:ext cx="2592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929">
              <p14:nvContentPartPr>
                <p14:cNvPr id="704" name="Ink 703">
                  <a:extLst>
                    <a:ext uri="{FF2B5EF4-FFF2-40B4-BE49-F238E27FC236}">
                      <a16:creationId xmlns:a16="http://schemas.microsoft.com/office/drawing/2014/main" id="{90067721-5286-8AE4-E1CF-64F7E4BC95D7}"/>
                    </a:ext>
                  </a:extLst>
                </p14:cNvPr>
                <p14:cNvContentPartPr/>
                <p14:nvPr/>
              </p14:nvContentPartPr>
              <p14:xfrm>
                <a:off x="3082926" y="6610671"/>
                <a:ext cx="3600" cy="92880"/>
              </p14:xfrm>
            </p:contentPart>
          </mc:Choice>
          <mc:Fallback xmlns="">
            <p:pic>
              <p:nvPicPr>
                <p:cNvPr id="704" name="Ink 703">
                  <a:extLst>
                    <a:ext uri="{FF2B5EF4-FFF2-40B4-BE49-F238E27FC236}">
                      <a16:creationId xmlns:a16="http://schemas.microsoft.com/office/drawing/2014/main" id="{90067721-5286-8AE4-E1CF-64F7E4BC95D7}"/>
                    </a:ext>
                  </a:extLst>
                </p:cNvPr>
                <p:cNvPicPr/>
                <p:nvPr/>
              </p:nvPicPr>
              <p:blipFill>
                <a:blip r:embed="rId930"/>
                <a:stretch>
                  <a:fillRect/>
                </a:stretch>
              </p:blipFill>
              <p:spPr>
                <a:xfrm>
                  <a:off x="3074286" y="6601671"/>
                  <a:ext cx="2124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931">
              <p14:nvContentPartPr>
                <p14:cNvPr id="705" name="Ink 704">
                  <a:extLst>
                    <a:ext uri="{FF2B5EF4-FFF2-40B4-BE49-F238E27FC236}">
                      <a16:creationId xmlns:a16="http://schemas.microsoft.com/office/drawing/2014/main" id="{5A430780-C5A0-7881-ACC6-8B7965588C65}"/>
                    </a:ext>
                  </a:extLst>
                </p14:cNvPr>
                <p14:cNvContentPartPr/>
                <p14:nvPr/>
              </p14:nvContentPartPr>
              <p14:xfrm>
                <a:off x="3251046" y="6579711"/>
                <a:ext cx="78120" cy="16200"/>
              </p14:xfrm>
            </p:contentPart>
          </mc:Choice>
          <mc:Fallback xmlns="">
            <p:pic>
              <p:nvPicPr>
                <p:cNvPr id="705" name="Ink 704">
                  <a:extLst>
                    <a:ext uri="{FF2B5EF4-FFF2-40B4-BE49-F238E27FC236}">
                      <a16:creationId xmlns:a16="http://schemas.microsoft.com/office/drawing/2014/main" id="{5A430780-C5A0-7881-ACC6-8B7965588C65}"/>
                    </a:ext>
                  </a:extLst>
                </p:cNvPr>
                <p:cNvPicPr/>
                <p:nvPr/>
              </p:nvPicPr>
              <p:blipFill>
                <a:blip r:embed="rId932"/>
                <a:stretch>
                  <a:fillRect/>
                </a:stretch>
              </p:blipFill>
              <p:spPr>
                <a:xfrm>
                  <a:off x="3242046" y="6571071"/>
                  <a:ext cx="9576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933">
              <p14:nvContentPartPr>
                <p14:cNvPr id="706" name="Ink 705">
                  <a:extLst>
                    <a:ext uri="{FF2B5EF4-FFF2-40B4-BE49-F238E27FC236}">
                      <a16:creationId xmlns:a16="http://schemas.microsoft.com/office/drawing/2014/main" id="{BE5B805F-162F-016A-7D2C-FA7D6B958D3F}"/>
                    </a:ext>
                  </a:extLst>
                </p14:cNvPr>
                <p14:cNvContentPartPr/>
                <p14:nvPr/>
              </p14:nvContentPartPr>
              <p14:xfrm>
                <a:off x="3268326" y="6653871"/>
                <a:ext cx="78120" cy="12240"/>
              </p14:xfrm>
            </p:contentPart>
          </mc:Choice>
          <mc:Fallback xmlns="">
            <p:pic>
              <p:nvPicPr>
                <p:cNvPr id="706" name="Ink 705">
                  <a:extLst>
                    <a:ext uri="{FF2B5EF4-FFF2-40B4-BE49-F238E27FC236}">
                      <a16:creationId xmlns:a16="http://schemas.microsoft.com/office/drawing/2014/main" id="{BE5B805F-162F-016A-7D2C-FA7D6B958D3F}"/>
                    </a:ext>
                  </a:extLst>
                </p:cNvPr>
                <p:cNvPicPr/>
                <p:nvPr/>
              </p:nvPicPr>
              <p:blipFill>
                <a:blip r:embed="rId934"/>
                <a:stretch>
                  <a:fillRect/>
                </a:stretch>
              </p:blipFill>
              <p:spPr>
                <a:xfrm>
                  <a:off x="3259686" y="6644871"/>
                  <a:ext cx="9576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935">
              <p14:nvContentPartPr>
                <p14:cNvPr id="707" name="Ink 706">
                  <a:extLst>
                    <a:ext uri="{FF2B5EF4-FFF2-40B4-BE49-F238E27FC236}">
                      <a16:creationId xmlns:a16="http://schemas.microsoft.com/office/drawing/2014/main" id="{ABCE991E-66A0-D5D8-9B3F-4F6882B68500}"/>
                    </a:ext>
                  </a:extLst>
                </p14:cNvPr>
                <p14:cNvContentPartPr/>
                <p14:nvPr/>
              </p14:nvContentPartPr>
              <p14:xfrm>
                <a:off x="3493686" y="6474951"/>
                <a:ext cx="12600" cy="195120"/>
              </p14:xfrm>
            </p:contentPart>
          </mc:Choice>
          <mc:Fallback xmlns="">
            <p:pic>
              <p:nvPicPr>
                <p:cNvPr id="707" name="Ink 706">
                  <a:extLst>
                    <a:ext uri="{FF2B5EF4-FFF2-40B4-BE49-F238E27FC236}">
                      <a16:creationId xmlns:a16="http://schemas.microsoft.com/office/drawing/2014/main" id="{ABCE991E-66A0-D5D8-9B3F-4F6882B68500}"/>
                    </a:ext>
                  </a:extLst>
                </p:cNvPr>
                <p:cNvPicPr/>
                <p:nvPr/>
              </p:nvPicPr>
              <p:blipFill>
                <a:blip r:embed="rId936"/>
                <a:stretch>
                  <a:fillRect/>
                </a:stretch>
              </p:blipFill>
              <p:spPr>
                <a:xfrm>
                  <a:off x="3484686" y="6465951"/>
                  <a:ext cx="30240" cy="212760"/>
                </a:xfrm>
                <a:prstGeom prst="rect">
                  <a:avLst/>
                </a:prstGeom>
              </p:spPr>
            </p:pic>
          </mc:Fallback>
        </mc:AlternateContent>
        <mc:AlternateContent xmlns:mc="http://schemas.openxmlformats.org/markup-compatibility/2006" xmlns:p14="http://schemas.microsoft.com/office/powerpoint/2010/main">
          <mc:Choice Requires="p14">
            <p:contentPart p14:bwMode="auto" r:id="rId937">
              <p14:nvContentPartPr>
                <p14:cNvPr id="708" name="Ink 707">
                  <a:extLst>
                    <a:ext uri="{FF2B5EF4-FFF2-40B4-BE49-F238E27FC236}">
                      <a16:creationId xmlns:a16="http://schemas.microsoft.com/office/drawing/2014/main" id="{20FBB57D-C394-B58C-28BC-6C9B355EFAF3}"/>
                    </a:ext>
                  </a:extLst>
                </p14:cNvPr>
                <p14:cNvContentPartPr/>
                <p14:nvPr/>
              </p14:nvContentPartPr>
              <p14:xfrm>
                <a:off x="3539766" y="6461271"/>
                <a:ext cx="122760" cy="198360"/>
              </p14:xfrm>
            </p:contentPart>
          </mc:Choice>
          <mc:Fallback xmlns="">
            <p:pic>
              <p:nvPicPr>
                <p:cNvPr id="708" name="Ink 707">
                  <a:extLst>
                    <a:ext uri="{FF2B5EF4-FFF2-40B4-BE49-F238E27FC236}">
                      <a16:creationId xmlns:a16="http://schemas.microsoft.com/office/drawing/2014/main" id="{20FBB57D-C394-B58C-28BC-6C9B355EFAF3}"/>
                    </a:ext>
                  </a:extLst>
                </p:cNvPr>
                <p:cNvPicPr/>
                <p:nvPr/>
              </p:nvPicPr>
              <p:blipFill>
                <a:blip r:embed="rId938"/>
                <a:stretch>
                  <a:fillRect/>
                </a:stretch>
              </p:blipFill>
              <p:spPr>
                <a:xfrm>
                  <a:off x="3530766" y="6452631"/>
                  <a:ext cx="1404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939">
              <p14:nvContentPartPr>
                <p14:cNvPr id="709" name="Ink 708">
                  <a:extLst>
                    <a:ext uri="{FF2B5EF4-FFF2-40B4-BE49-F238E27FC236}">
                      <a16:creationId xmlns:a16="http://schemas.microsoft.com/office/drawing/2014/main" id="{592A7BE5-C26A-9820-6F0A-DE7A20A83248}"/>
                    </a:ext>
                  </a:extLst>
                </p14:cNvPr>
                <p14:cNvContentPartPr/>
                <p14:nvPr/>
              </p14:nvContentPartPr>
              <p14:xfrm>
                <a:off x="3723366" y="6456951"/>
                <a:ext cx="97200" cy="223920"/>
              </p14:xfrm>
            </p:contentPart>
          </mc:Choice>
          <mc:Fallback xmlns="">
            <p:pic>
              <p:nvPicPr>
                <p:cNvPr id="709" name="Ink 708">
                  <a:extLst>
                    <a:ext uri="{FF2B5EF4-FFF2-40B4-BE49-F238E27FC236}">
                      <a16:creationId xmlns:a16="http://schemas.microsoft.com/office/drawing/2014/main" id="{592A7BE5-C26A-9820-6F0A-DE7A20A83248}"/>
                    </a:ext>
                  </a:extLst>
                </p:cNvPr>
                <p:cNvPicPr/>
                <p:nvPr/>
              </p:nvPicPr>
              <p:blipFill>
                <a:blip r:embed="rId940"/>
                <a:stretch>
                  <a:fillRect/>
                </a:stretch>
              </p:blipFill>
              <p:spPr>
                <a:xfrm>
                  <a:off x="3714366" y="6448311"/>
                  <a:ext cx="114840" cy="241560"/>
                </a:xfrm>
                <a:prstGeom prst="rect">
                  <a:avLst/>
                </a:prstGeom>
              </p:spPr>
            </p:pic>
          </mc:Fallback>
        </mc:AlternateContent>
        <mc:AlternateContent xmlns:mc="http://schemas.openxmlformats.org/markup-compatibility/2006" xmlns:p14="http://schemas.microsoft.com/office/powerpoint/2010/main">
          <mc:Choice Requires="p14">
            <p:contentPart p14:bwMode="auto" r:id="rId941">
              <p14:nvContentPartPr>
                <p14:cNvPr id="713" name="Ink 712">
                  <a:extLst>
                    <a:ext uri="{FF2B5EF4-FFF2-40B4-BE49-F238E27FC236}">
                      <a16:creationId xmlns:a16="http://schemas.microsoft.com/office/drawing/2014/main" id="{1B751975-8C8B-7191-C691-DD9200164A9C}"/>
                    </a:ext>
                  </a:extLst>
                </p14:cNvPr>
                <p14:cNvContentPartPr/>
                <p14:nvPr/>
              </p14:nvContentPartPr>
              <p14:xfrm>
                <a:off x="3899766" y="6447591"/>
                <a:ext cx="43200" cy="226080"/>
              </p14:xfrm>
            </p:contentPart>
          </mc:Choice>
          <mc:Fallback xmlns="">
            <p:pic>
              <p:nvPicPr>
                <p:cNvPr id="713" name="Ink 712">
                  <a:extLst>
                    <a:ext uri="{FF2B5EF4-FFF2-40B4-BE49-F238E27FC236}">
                      <a16:creationId xmlns:a16="http://schemas.microsoft.com/office/drawing/2014/main" id="{1B751975-8C8B-7191-C691-DD9200164A9C}"/>
                    </a:ext>
                  </a:extLst>
                </p:cNvPr>
                <p:cNvPicPr/>
                <p:nvPr/>
              </p:nvPicPr>
              <p:blipFill>
                <a:blip r:embed="rId942"/>
                <a:stretch>
                  <a:fillRect/>
                </a:stretch>
              </p:blipFill>
              <p:spPr>
                <a:xfrm>
                  <a:off x="3890766" y="6438951"/>
                  <a:ext cx="60840" cy="243720"/>
                </a:xfrm>
                <a:prstGeom prst="rect">
                  <a:avLst/>
                </a:prstGeom>
              </p:spPr>
            </p:pic>
          </mc:Fallback>
        </mc:AlternateContent>
        <mc:AlternateContent xmlns:mc="http://schemas.openxmlformats.org/markup-compatibility/2006" xmlns:p14="http://schemas.microsoft.com/office/powerpoint/2010/main">
          <mc:Choice Requires="p14">
            <p:contentPart p14:bwMode="auto" r:id="rId943">
              <p14:nvContentPartPr>
                <p14:cNvPr id="714" name="Ink 713">
                  <a:extLst>
                    <a:ext uri="{FF2B5EF4-FFF2-40B4-BE49-F238E27FC236}">
                      <a16:creationId xmlns:a16="http://schemas.microsoft.com/office/drawing/2014/main" id="{20DB8EEC-079C-2878-4785-C05757BE9B98}"/>
                    </a:ext>
                  </a:extLst>
                </p14:cNvPr>
                <p14:cNvContentPartPr/>
                <p14:nvPr/>
              </p14:nvContentPartPr>
              <p14:xfrm>
                <a:off x="3913446" y="6407631"/>
                <a:ext cx="122400" cy="255960"/>
              </p14:xfrm>
            </p:contentPart>
          </mc:Choice>
          <mc:Fallback xmlns="">
            <p:pic>
              <p:nvPicPr>
                <p:cNvPr id="714" name="Ink 713">
                  <a:extLst>
                    <a:ext uri="{FF2B5EF4-FFF2-40B4-BE49-F238E27FC236}">
                      <a16:creationId xmlns:a16="http://schemas.microsoft.com/office/drawing/2014/main" id="{20DB8EEC-079C-2878-4785-C05757BE9B98}"/>
                    </a:ext>
                  </a:extLst>
                </p:cNvPr>
                <p:cNvPicPr/>
                <p:nvPr/>
              </p:nvPicPr>
              <p:blipFill>
                <a:blip r:embed="rId944"/>
                <a:stretch>
                  <a:fillRect/>
                </a:stretch>
              </p:blipFill>
              <p:spPr>
                <a:xfrm>
                  <a:off x="3904806" y="6398991"/>
                  <a:ext cx="140040" cy="273600"/>
                </a:xfrm>
                <a:prstGeom prst="rect">
                  <a:avLst/>
                </a:prstGeom>
              </p:spPr>
            </p:pic>
          </mc:Fallback>
        </mc:AlternateContent>
        <mc:AlternateContent xmlns:mc="http://schemas.openxmlformats.org/markup-compatibility/2006" xmlns:p14="http://schemas.microsoft.com/office/powerpoint/2010/main">
          <mc:Choice Requires="p14">
            <p:contentPart p14:bwMode="auto" r:id="rId945">
              <p14:nvContentPartPr>
                <p14:cNvPr id="716" name="Ink 715">
                  <a:extLst>
                    <a:ext uri="{FF2B5EF4-FFF2-40B4-BE49-F238E27FC236}">
                      <a16:creationId xmlns:a16="http://schemas.microsoft.com/office/drawing/2014/main" id="{E69B64C1-4F0B-DAA7-5C41-A9A6AD83B38B}"/>
                    </a:ext>
                  </a:extLst>
                </p14:cNvPr>
                <p14:cNvContentPartPr/>
                <p14:nvPr/>
              </p14:nvContentPartPr>
              <p14:xfrm>
                <a:off x="2856486" y="6402951"/>
                <a:ext cx="1279800" cy="390240"/>
              </p14:xfrm>
            </p:contentPart>
          </mc:Choice>
          <mc:Fallback xmlns="">
            <p:pic>
              <p:nvPicPr>
                <p:cNvPr id="716" name="Ink 715">
                  <a:extLst>
                    <a:ext uri="{FF2B5EF4-FFF2-40B4-BE49-F238E27FC236}">
                      <a16:creationId xmlns:a16="http://schemas.microsoft.com/office/drawing/2014/main" id="{E69B64C1-4F0B-DAA7-5C41-A9A6AD83B38B}"/>
                    </a:ext>
                  </a:extLst>
                </p:cNvPr>
                <p:cNvPicPr/>
                <p:nvPr/>
              </p:nvPicPr>
              <p:blipFill>
                <a:blip r:embed="rId946"/>
                <a:stretch>
                  <a:fillRect/>
                </a:stretch>
              </p:blipFill>
              <p:spPr>
                <a:xfrm>
                  <a:off x="2847486" y="6393951"/>
                  <a:ext cx="1297440" cy="407880"/>
                </a:xfrm>
                <a:prstGeom prst="rect">
                  <a:avLst/>
                </a:prstGeom>
              </p:spPr>
            </p:pic>
          </mc:Fallback>
        </mc:AlternateContent>
        <mc:AlternateContent xmlns:mc="http://schemas.openxmlformats.org/markup-compatibility/2006" xmlns:p14="http://schemas.microsoft.com/office/powerpoint/2010/main">
          <mc:Choice Requires="p14">
            <p:contentPart p14:bwMode="auto" r:id="rId947">
              <p14:nvContentPartPr>
                <p14:cNvPr id="717" name="Ink 716">
                  <a:extLst>
                    <a:ext uri="{FF2B5EF4-FFF2-40B4-BE49-F238E27FC236}">
                      <a16:creationId xmlns:a16="http://schemas.microsoft.com/office/drawing/2014/main" id="{D76F7D21-5B9C-EC8C-2B3C-C8C828CE326C}"/>
                    </a:ext>
                  </a:extLst>
                </p14:cNvPr>
                <p14:cNvContentPartPr/>
                <p14:nvPr/>
              </p14:nvContentPartPr>
              <p14:xfrm>
                <a:off x="4138806" y="6331671"/>
                <a:ext cx="45720" cy="374760"/>
              </p14:xfrm>
            </p:contentPart>
          </mc:Choice>
          <mc:Fallback xmlns="">
            <p:pic>
              <p:nvPicPr>
                <p:cNvPr id="717" name="Ink 716">
                  <a:extLst>
                    <a:ext uri="{FF2B5EF4-FFF2-40B4-BE49-F238E27FC236}">
                      <a16:creationId xmlns:a16="http://schemas.microsoft.com/office/drawing/2014/main" id="{D76F7D21-5B9C-EC8C-2B3C-C8C828CE326C}"/>
                    </a:ext>
                  </a:extLst>
                </p:cNvPr>
                <p:cNvPicPr/>
                <p:nvPr/>
              </p:nvPicPr>
              <p:blipFill>
                <a:blip r:embed="rId948"/>
                <a:stretch>
                  <a:fillRect/>
                </a:stretch>
              </p:blipFill>
              <p:spPr>
                <a:xfrm>
                  <a:off x="4129806" y="6323031"/>
                  <a:ext cx="63360" cy="392400"/>
                </a:xfrm>
                <a:prstGeom prst="rect">
                  <a:avLst/>
                </a:prstGeom>
              </p:spPr>
            </p:pic>
          </mc:Fallback>
        </mc:AlternateContent>
        <mc:AlternateContent xmlns:mc="http://schemas.openxmlformats.org/markup-compatibility/2006" xmlns:p14="http://schemas.microsoft.com/office/powerpoint/2010/main">
          <mc:Choice Requires="p14">
            <p:contentPart p14:bwMode="auto" r:id="rId949">
              <p14:nvContentPartPr>
                <p14:cNvPr id="719" name="Ink 718">
                  <a:extLst>
                    <a:ext uri="{FF2B5EF4-FFF2-40B4-BE49-F238E27FC236}">
                      <a16:creationId xmlns:a16="http://schemas.microsoft.com/office/drawing/2014/main" id="{5248BD49-7C57-134B-57F0-411BB78C1688}"/>
                    </a:ext>
                  </a:extLst>
                </p14:cNvPr>
                <p14:cNvContentPartPr/>
                <p14:nvPr/>
              </p14:nvContentPartPr>
              <p14:xfrm>
                <a:off x="2849646" y="6348231"/>
                <a:ext cx="1392120" cy="39600"/>
              </p14:xfrm>
            </p:contentPart>
          </mc:Choice>
          <mc:Fallback xmlns="">
            <p:pic>
              <p:nvPicPr>
                <p:cNvPr id="719" name="Ink 718">
                  <a:extLst>
                    <a:ext uri="{FF2B5EF4-FFF2-40B4-BE49-F238E27FC236}">
                      <a16:creationId xmlns:a16="http://schemas.microsoft.com/office/drawing/2014/main" id="{5248BD49-7C57-134B-57F0-411BB78C1688}"/>
                    </a:ext>
                  </a:extLst>
                </p:cNvPr>
                <p:cNvPicPr/>
                <p:nvPr/>
              </p:nvPicPr>
              <p:blipFill>
                <a:blip r:embed="rId950"/>
                <a:stretch>
                  <a:fillRect/>
                </a:stretch>
              </p:blipFill>
              <p:spPr>
                <a:xfrm>
                  <a:off x="2840646" y="6339231"/>
                  <a:ext cx="1409760" cy="57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51">
            <p14:nvContentPartPr>
              <p14:cNvPr id="727" name="Ink 726">
                <a:extLst>
                  <a:ext uri="{FF2B5EF4-FFF2-40B4-BE49-F238E27FC236}">
                    <a16:creationId xmlns:a16="http://schemas.microsoft.com/office/drawing/2014/main" id="{23CA72E8-4110-9433-3E85-916E485DC431}"/>
                  </a:ext>
                </a:extLst>
              </p14:cNvPr>
              <p14:cNvContentPartPr/>
              <p14:nvPr/>
            </p14:nvContentPartPr>
            <p14:xfrm>
              <a:off x="6516966" y="5434551"/>
              <a:ext cx="1354680" cy="27720"/>
            </p14:xfrm>
          </p:contentPart>
        </mc:Choice>
        <mc:Fallback xmlns="">
          <p:pic>
            <p:nvPicPr>
              <p:cNvPr id="727" name="Ink 726">
                <a:extLst>
                  <a:ext uri="{FF2B5EF4-FFF2-40B4-BE49-F238E27FC236}">
                    <a16:creationId xmlns:a16="http://schemas.microsoft.com/office/drawing/2014/main" id="{23CA72E8-4110-9433-3E85-916E485DC431}"/>
                  </a:ext>
                </a:extLst>
              </p:cNvPr>
              <p:cNvPicPr/>
              <p:nvPr/>
            </p:nvPicPr>
            <p:blipFill>
              <a:blip r:embed="rId952"/>
              <a:stretch>
                <a:fillRect/>
              </a:stretch>
            </p:blipFill>
            <p:spPr>
              <a:xfrm>
                <a:off x="6508326" y="5425911"/>
                <a:ext cx="137232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953">
            <p14:nvContentPartPr>
              <p14:cNvPr id="722" name="Ink 721">
                <a:extLst>
                  <a:ext uri="{FF2B5EF4-FFF2-40B4-BE49-F238E27FC236}">
                    <a16:creationId xmlns:a16="http://schemas.microsoft.com/office/drawing/2014/main" id="{71DE4527-542E-0560-A37F-BA1A8A7979D8}"/>
                  </a:ext>
                </a:extLst>
              </p14:cNvPr>
              <p14:cNvContentPartPr/>
              <p14:nvPr/>
            </p14:nvContentPartPr>
            <p14:xfrm>
              <a:off x="7844646" y="5450031"/>
              <a:ext cx="17640" cy="380160"/>
            </p14:xfrm>
          </p:contentPart>
        </mc:Choice>
        <mc:Fallback xmlns="">
          <p:pic>
            <p:nvPicPr>
              <p:cNvPr id="722" name="Ink 721">
                <a:extLst>
                  <a:ext uri="{FF2B5EF4-FFF2-40B4-BE49-F238E27FC236}">
                    <a16:creationId xmlns:a16="http://schemas.microsoft.com/office/drawing/2014/main" id="{71DE4527-542E-0560-A37F-BA1A8A7979D8}"/>
                  </a:ext>
                </a:extLst>
              </p:cNvPr>
              <p:cNvPicPr/>
              <p:nvPr/>
            </p:nvPicPr>
            <p:blipFill>
              <a:blip r:embed="rId954"/>
              <a:stretch>
                <a:fillRect/>
              </a:stretch>
            </p:blipFill>
            <p:spPr>
              <a:xfrm>
                <a:off x="7835646" y="5441031"/>
                <a:ext cx="35280" cy="397800"/>
              </a:xfrm>
              <a:prstGeom prst="rect">
                <a:avLst/>
              </a:prstGeom>
            </p:spPr>
          </p:pic>
        </mc:Fallback>
      </mc:AlternateContent>
      <mc:AlternateContent xmlns:mc="http://schemas.openxmlformats.org/markup-compatibility/2006" xmlns:p14="http://schemas.microsoft.com/office/powerpoint/2010/main">
        <mc:Choice Requires="p14">
          <p:contentPart p14:bwMode="auto" r:id="rId955">
            <p14:nvContentPartPr>
              <p14:cNvPr id="724" name="Ink 723">
                <a:extLst>
                  <a:ext uri="{FF2B5EF4-FFF2-40B4-BE49-F238E27FC236}">
                    <a16:creationId xmlns:a16="http://schemas.microsoft.com/office/drawing/2014/main" id="{91379E7F-E20A-8F3E-4B36-B68D52D311F8}"/>
                  </a:ext>
                </a:extLst>
              </p14:cNvPr>
              <p14:cNvContentPartPr/>
              <p14:nvPr/>
            </p14:nvContentPartPr>
            <p14:xfrm>
              <a:off x="6533886" y="5478831"/>
              <a:ext cx="2520" cy="1440"/>
            </p14:xfrm>
          </p:contentPart>
        </mc:Choice>
        <mc:Fallback xmlns="">
          <p:pic>
            <p:nvPicPr>
              <p:cNvPr id="724" name="Ink 723">
                <a:extLst>
                  <a:ext uri="{FF2B5EF4-FFF2-40B4-BE49-F238E27FC236}">
                    <a16:creationId xmlns:a16="http://schemas.microsoft.com/office/drawing/2014/main" id="{91379E7F-E20A-8F3E-4B36-B68D52D311F8}"/>
                  </a:ext>
                </a:extLst>
              </p:cNvPr>
              <p:cNvPicPr/>
              <p:nvPr/>
            </p:nvPicPr>
            <p:blipFill>
              <a:blip r:embed="rId956"/>
              <a:stretch>
                <a:fillRect/>
              </a:stretch>
            </p:blipFill>
            <p:spPr>
              <a:xfrm>
                <a:off x="6525246" y="5470191"/>
                <a:ext cx="2016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957">
            <p14:nvContentPartPr>
              <p14:cNvPr id="731" name="Ink 730">
                <a:extLst>
                  <a:ext uri="{FF2B5EF4-FFF2-40B4-BE49-F238E27FC236}">
                    <a16:creationId xmlns:a16="http://schemas.microsoft.com/office/drawing/2014/main" id="{D0CEAC0F-8777-ADE9-A5C1-8E0631D83052}"/>
                  </a:ext>
                </a:extLst>
              </p14:cNvPr>
              <p14:cNvContentPartPr/>
              <p14:nvPr/>
            </p14:nvContentPartPr>
            <p14:xfrm>
              <a:off x="6575646" y="5471271"/>
              <a:ext cx="24480" cy="1440"/>
            </p14:xfrm>
          </p:contentPart>
        </mc:Choice>
        <mc:Fallback xmlns="">
          <p:pic>
            <p:nvPicPr>
              <p:cNvPr id="731" name="Ink 730">
                <a:extLst>
                  <a:ext uri="{FF2B5EF4-FFF2-40B4-BE49-F238E27FC236}">
                    <a16:creationId xmlns:a16="http://schemas.microsoft.com/office/drawing/2014/main" id="{D0CEAC0F-8777-ADE9-A5C1-8E0631D83052}"/>
                  </a:ext>
                </a:extLst>
              </p:cNvPr>
              <p:cNvPicPr/>
              <p:nvPr/>
            </p:nvPicPr>
            <p:blipFill>
              <a:blip r:embed="rId958"/>
              <a:stretch>
                <a:fillRect/>
              </a:stretch>
            </p:blipFill>
            <p:spPr>
              <a:xfrm>
                <a:off x="6566646" y="5462271"/>
                <a:ext cx="4212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959">
            <p14:nvContentPartPr>
              <p14:cNvPr id="733" name="Ink 732">
                <a:extLst>
                  <a:ext uri="{FF2B5EF4-FFF2-40B4-BE49-F238E27FC236}">
                    <a16:creationId xmlns:a16="http://schemas.microsoft.com/office/drawing/2014/main" id="{523D2CDD-5777-D971-215B-6EA7A07FBA81}"/>
                  </a:ext>
                </a:extLst>
              </p14:cNvPr>
              <p14:cNvContentPartPr/>
              <p14:nvPr/>
            </p14:nvContentPartPr>
            <p14:xfrm>
              <a:off x="6516966" y="5504031"/>
              <a:ext cx="36360" cy="492840"/>
            </p14:xfrm>
          </p:contentPart>
        </mc:Choice>
        <mc:Fallback xmlns="">
          <p:pic>
            <p:nvPicPr>
              <p:cNvPr id="733" name="Ink 732">
                <a:extLst>
                  <a:ext uri="{FF2B5EF4-FFF2-40B4-BE49-F238E27FC236}">
                    <a16:creationId xmlns:a16="http://schemas.microsoft.com/office/drawing/2014/main" id="{523D2CDD-5777-D971-215B-6EA7A07FBA81}"/>
                  </a:ext>
                </a:extLst>
              </p:cNvPr>
              <p:cNvPicPr/>
              <p:nvPr/>
            </p:nvPicPr>
            <p:blipFill>
              <a:blip r:embed="rId960"/>
              <a:stretch>
                <a:fillRect/>
              </a:stretch>
            </p:blipFill>
            <p:spPr>
              <a:xfrm>
                <a:off x="6507966" y="5495031"/>
                <a:ext cx="54000" cy="510480"/>
              </a:xfrm>
              <a:prstGeom prst="rect">
                <a:avLst/>
              </a:prstGeom>
            </p:spPr>
          </p:pic>
        </mc:Fallback>
      </mc:AlternateContent>
      <p:grpSp>
        <p:nvGrpSpPr>
          <p:cNvPr id="742" name="Group 741">
            <a:extLst>
              <a:ext uri="{FF2B5EF4-FFF2-40B4-BE49-F238E27FC236}">
                <a16:creationId xmlns:a16="http://schemas.microsoft.com/office/drawing/2014/main" id="{59B931BF-75EC-F78D-B074-72C1CEE571C9}"/>
              </a:ext>
            </a:extLst>
          </p:cNvPr>
          <p:cNvGrpSpPr/>
          <p:nvPr/>
        </p:nvGrpSpPr>
        <p:grpSpPr>
          <a:xfrm>
            <a:off x="6561246" y="5896071"/>
            <a:ext cx="1308600" cy="68760"/>
            <a:chOff x="6561246" y="5896071"/>
            <a:chExt cx="1308600" cy="68760"/>
          </a:xfrm>
        </p:grpSpPr>
        <mc:AlternateContent xmlns:mc="http://schemas.openxmlformats.org/markup-compatibility/2006" xmlns:p14="http://schemas.microsoft.com/office/powerpoint/2010/main">
          <mc:Choice Requires="p14">
            <p:contentPart p14:bwMode="auto" r:id="rId961">
              <p14:nvContentPartPr>
                <p14:cNvPr id="734" name="Ink 733">
                  <a:extLst>
                    <a:ext uri="{FF2B5EF4-FFF2-40B4-BE49-F238E27FC236}">
                      <a16:creationId xmlns:a16="http://schemas.microsoft.com/office/drawing/2014/main" id="{5B91EFCA-9271-EB5B-F93A-931EC53525AF}"/>
                    </a:ext>
                  </a:extLst>
                </p14:cNvPr>
                <p14:cNvContentPartPr/>
                <p14:nvPr/>
              </p14:nvContentPartPr>
              <p14:xfrm>
                <a:off x="6561246" y="5902551"/>
                <a:ext cx="3960" cy="62280"/>
              </p14:xfrm>
            </p:contentPart>
          </mc:Choice>
          <mc:Fallback xmlns="">
            <p:pic>
              <p:nvPicPr>
                <p:cNvPr id="734" name="Ink 733">
                  <a:extLst>
                    <a:ext uri="{FF2B5EF4-FFF2-40B4-BE49-F238E27FC236}">
                      <a16:creationId xmlns:a16="http://schemas.microsoft.com/office/drawing/2014/main" id="{5B91EFCA-9271-EB5B-F93A-931EC53525AF}"/>
                    </a:ext>
                  </a:extLst>
                </p:cNvPr>
                <p:cNvPicPr/>
                <p:nvPr/>
              </p:nvPicPr>
              <p:blipFill>
                <a:blip r:embed="rId962"/>
                <a:stretch>
                  <a:fillRect/>
                </a:stretch>
              </p:blipFill>
              <p:spPr>
                <a:xfrm>
                  <a:off x="6552606" y="5893911"/>
                  <a:ext cx="21600" cy="79920"/>
                </a:xfrm>
                <a:prstGeom prst="rect">
                  <a:avLst/>
                </a:prstGeom>
              </p:spPr>
            </p:pic>
          </mc:Fallback>
        </mc:AlternateContent>
        <mc:AlternateContent xmlns:mc="http://schemas.openxmlformats.org/markup-compatibility/2006" xmlns:p14="http://schemas.microsoft.com/office/powerpoint/2010/main">
          <mc:Choice Requires="p14">
            <p:contentPart p14:bwMode="auto" r:id="rId963">
              <p14:nvContentPartPr>
                <p14:cNvPr id="735" name="Ink 734">
                  <a:extLst>
                    <a:ext uri="{FF2B5EF4-FFF2-40B4-BE49-F238E27FC236}">
                      <a16:creationId xmlns:a16="http://schemas.microsoft.com/office/drawing/2014/main" id="{04B69DDE-2B15-3643-DA2D-8B1A6AC1CC5B}"/>
                    </a:ext>
                  </a:extLst>
                </p14:cNvPr>
                <p14:cNvContentPartPr/>
                <p14:nvPr/>
              </p14:nvContentPartPr>
              <p14:xfrm>
                <a:off x="6569886" y="5896071"/>
                <a:ext cx="1299960" cy="61200"/>
              </p14:xfrm>
            </p:contentPart>
          </mc:Choice>
          <mc:Fallback xmlns="">
            <p:pic>
              <p:nvPicPr>
                <p:cNvPr id="735" name="Ink 734">
                  <a:extLst>
                    <a:ext uri="{FF2B5EF4-FFF2-40B4-BE49-F238E27FC236}">
                      <a16:creationId xmlns:a16="http://schemas.microsoft.com/office/drawing/2014/main" id="{04B69DDE-2B15-3643-DA2D-8B1A6AC1CC5B}"/>
                    </a:ext>
                  </a:extLst>
                </p:cNvPr>
                <p:cNvPicPr/>
                <p:nvPr/>
              </p:nvPicPr>
              <p:blipFill>
                <a:blip r:embed="rId964"/>
                <a:stretch>
                  <a:fillRect/>
                </a:stretch>
              </p:blipFill>
              <p:spPr>
                <a:xfrm>
                  <a:off x="6561246" y="5887071"/>
                  <a:ext cx="1317600" cy="78840"/>
                </a:xfrm>
                <a:prstGeom prst="rect">
                  <a:avLst/>
                </a:prstGeom>
              </p:spPr>
            </p:pic>
          </mc:Fallback>
        </mc:AlternateContent>
      </p:grpSp>
      <p:grpSp>
        <p:nvGrpSpPr>
          <p:cNvPr id="741" name="Group 740">
            <a:extLst>
              <a:ext uri="{FF2B5EF4-FFF2-40B4-BE49-F238E27FC236}">
                <a16:creationId xmlns:a16="http://schemas.microsoft.com/office/drawing/2014/main" id="{85D50C4F-22D0-57E4-CB95-9CA09D1C9223}"/>
              </a:ext>
            </a:extLst>
          </p:cNvPr>
          <p:cNvGrpSpPr/>
          <p:nvPr/>
        </p:nvGrpSpPr>
        <p:grpSpPr>
          <a:xfrm>
            <a:off x="6748806" y="4922271"/>
            <a:ext cx="1737000" cy="891000"/>
            <a:chOff x="6748806" y="4922271"/>
            <a:chExt cx="1737000" cy="891000"/>
          </a:xfrm>
        </p:grpSpPr>
        <mc:AlternateContent xmlns:mc="http://schemas.openxmlformats.org/markup-compatibility/2006" xmlns:p14="http://schemas.microsoft.com/office/powerpoint/2010/main">
          <mc:Choice Requires="p14">
            <p:contentPart p14:bwMode="auto" r:id="rId965">
              <p14:nvContentPartPr>
                <p14:cNvPr id="627" name="Ink 626">
                  <a:extLst>
                    <a:ext uri="{FF2B5EF4-FFF2-40B4-BE49-F238E27FC236}">
                      <a16:creationId xmlns:a16="http://schemas.microsoft.com/office/drawing/2014/main" id="{D599756B-67DE-ADA7-CD9A-E614A46A6AA4}"/>
                    </a:ext>
                  </a:extLst>
                </p14:cNvPr>
                <p14:cNvContentPartPr/>
                <p14:nvPr/>
              </p14:nvContentPartPr>
              <p14:xfrm>
                <a:off x="6776166" y="5004351"/>
                <a:ext cx="143280" cy="39600"/>
              </p14:xfrm>
            </p:contentPart>
          </mc:Choice>
          <mc:Fallback xmlns="">
            <p:pic>
              <p:nvPicPr>
                <p:cNvPr id="627" name="Ink 626">
                  <a:extLst>
                    <a:ext uri="{FF2B5EF4-FFF2-40B4-BE49-F238E27FC236}">
                      <a16:creationId xmlns:a16="http://schemas.microsoft.com/office/drawing/2014/main" id="{D599756B-67DE-ADA7-CD9A-E614A46A6AA4}"/>
                    </a:ext>
                  </a:extLst>
                </p:cNvPr>
                <p:cNvPicPr/>
                <p:nvPr/>
              </p:nvPicPr>
              <p:blipFill>
                <a:blip r:embed="rId966"/>
                <a:stretch>
                  <a:fillRect/>
                </a:stretch>
              </p:blipFill>
              <p:spPr>
                <a:xfrm>
                  <a:off x="6767166" y="4995711"/>
                  <a:ext cx="160920" cy="57240"/>
                </a:xfrm>
                <a:prstGeom prst="rect">
                  <a:avLst/>
                </a:prstGeom>
              </p:spPr>
            </p:pic>
          </mc:Fallback>
        </mc:AlternateContent>
        <mc:AlternateContent xmlns:mc="http://schemas.openxmlformats.org/markup-compatibility/2006" xmlns:p14="http://schemas.microsoft.com/office/powerpoint/2010/main">
          <mc:Choice Requires="p14">
            <p:contentPart p14:bwMode="auto" r:id="rId967">
              <p14:nvContentPartPr>
                <p14:cNvPr id="628" name="Ink 627">
                  <a:extLst>
                    <a:ext uri="{FF2B5EF4-FFF2-40B4-BE49-F238E27FC236}">
                      <a16:creationId xmlns:a16="http://schemas.microsoft.com/office/drawing/2014/main" id="{135727D2-4ABD-F77C-13A1-6B90D5C0DDC8}"/>
                    </a:ext>
                  </a:extLst>
                </p14:cNvPr>
                <p14:cNvContentPartPr/>
                <p14:nvPr/>
              </p14:nvContentPartPr>
              <p14:xfrm>
                <a:off x="6876246" y="5032431"/>
                <a:ext cx="5760" cy="127800"/>
              </p14:xfrm>
            </p:contentPart>
          </mc:Choice>
          <mc:Fallback xmlns="">
            <p:pic>
              <p:nvPicPr>
                <p:cNvPr id="628" name="Ink 627">
                  <a:extLst>
                    <a:ext uri="{FF2B5EF4-FFF2-40B4-BE49-F238E27FC236}">
                      <a16:creationId xmlns:a16="http://schemas.microsoft.com/office/drawing/2014/main" id="{135727D2-4ABD-F77C-13A1-6B90D5C0DDC8}"/>
                    </a:ext>
                  </a:extLst>
                </p:cNvPr>
                <p:cNvPicPr/>
                <p:nvPr/>
              </p:nvPicPr>
              <p:blipFill>
                <a:blip r:embed="rId968"/>
                <a:stretch>
                  <a:fillRect/>
                </a:stretch>
              </p:blipFill>
              <p:spPr>
                <a:xfrm>
                  <a:off x="6867606" y="5023431"/>
                  <a:ext cx="2340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969">
              <p14:nvContentPartPr>
                <p14:cNvPr id="629" name="Ink 628">
                  <a:extLst>
                    <a:ext uri="{FF2B5EF4-FFF2-40B4-BE49-F238E27FC236}">
                      <a16:creationId xmlns:a16="http://schemas.microsoft.com/office/drawing/2014/main" id="{BF3C7E81-D1B7-B868-B666-70A2BE330990}"/>
                    </a:ext>
                  </a:extLst>
                </p14:cNvPr>
                <p14:cNvContentPartPr/>
                <p14:nvPr/>
              </p14:nvContentPartPr>
              <p14:xfrm>
                <a:off x="6955086" y="5085351"/>
                <a:ext cx="119880" cy="176040"/>
              </p14:xfrm>
            </p:contentPart>
          </mc:Choice>
          <mc:Fallback xmlns="">
            <p:pic>
              <p:nvPicPr>
                <p:cNvPr id="629" name="Ink 628">
                  <a:extLst>
                    <a:ext uri="{FF2B5EF4-FFF2-40B4-BE49-F238E27FC236}">
                      <a16:creationId xmlns:a16="http://schemas.microsoft.com/office/drawing/2014/main" id="{BF3C7E81-D1B7-B868-B666-70A2BE330990}"/>
                    </a:ext>
                  </a:extLst>
                </p:cNvPr>
                <p:cNvPicPr/>
                <p:nvPr/>
              </p:nvPicPr>
              <p:blipFill>
                <a:blip r:embed="rId970"/>
                <a:stretch>
                  <a:fillRect/>
                </a:stretch>
              </p:blipFill>
              <p:spPr>
                <a:xfrm>
                  <a:off x="6946446" y="5076351"/>
                  <a:ext cx="137520" cy="193680"/>
                </a:xfrm>
                <a:prstGeom prst="rect">
                  <a:avLst/>
                </a:prstGeom>
              </p:spPr>
            </p:pic>
          </mc:Fallback>
        </mc:AlternateContent>
        <mc:AlternateContent xmlns:mc="http://schemas.openxmlformats.org/markup-compatibility/2006" xmlns:p14="http://schemas.microsoft.com/office/powerpoint/2010/main">
          <mc:Choice Requires="p14">
            <p:contentPart p14:bwMode="auto" r:id="rId971">
              <p14:nvContentPartPr>
                <p14:cNvPr id="630" name="Ink 629">
                  <a:extLst>
                    <a:ext uri="{FF2B5EF4-FFF2-40B4-BE49-F238E27FC236}">
                      <a16:creationId xmlns:a16="http://schemas.microsoft.com/office/drawing/2014/main" id="{4E6FE9CB-AA83-0532-DE55-04B1ADF2FBE9}"/>
                    </a:ext>
                  </a:extLst>
                </p14:cNvPr>
                <p14:cNvContentPartPr/>
                <p14:nvPr/>
              </p14:nvContentPartPr>
              <p14:xfrm>
                <a:off x="7260366" y="5016951"/>
                <a:ext cx="99720" cy="8640"/>
              </p14:xfrm>
            </p:contentPart>
          </mc:Choice>
          <mc:Fallback xmlns="">
            <p:pic>
              <p:nvPicPr>
                <p:cNvPr id="630" name="Ink 629">
                  <a:extLst>
                    <a:ext uri="{FF2B5EF4-FFF2-40B4-BE49-F238E27FC236}">
                      <a16:creationId xmlns:a16="http://schemas.microsoft.com/office/drawing/2014/main" id="{4E6FE9CB-AA83-0532-DE55-04B1ADF2FBE9}"/>
                    </a:ext>
                  </a:extLst>
                </p:cNvPr>
                <p:cNvPicPr/>
                <p:nvPr/>
              </p:nvPicPr>
              <p:blipFill>
                <a:blip r:embed="rId972"/>
                <a:stretch>
                  <a:fillRect/>
                </a:stretch>
              </p:blipFill>
              <p:spPr>
                <a:xfrm>
                  <a:off x="7251726" y="5007951"/>
                  <a:ext cx="11736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973">
              <p14:nvContentPartPr>
                <p14:cNvPr id="631" name="Ink 630">
                  <a:extLst>
                    <a:ext uri="{FF2B5EF4-FFF2-40B4-BE49-F238E27FC236}">
                      <a16:creationId xmlns:a16="http://schemas.microsoft.com/office/drawing/2014/main" id="{8BE589F6-5D97-2B88-5318-3656AF2EC0B9}"/>
                    </a:ext>
                  </a:extLst>
                </p14:cNvPr>
                <p14:cNvContentPartPr/>
                <p14:nvPr/>
              </p14:nvContentPartPr>
              <p14:xfrm>
                <a:off x="7271526" y="5076711"/>
                <a:ext cx="107640" cy="3240"/>
              </p14:xfrm>
            </p:contentPart>
          </mc:Choice>
          <mc:Fallback xmlns="">
            <p:pic>
              <p:nvPicPr>
                <p:cNvPr id="631" name="Ink 630">
                  <a:extLst>
                    <a:ext uri="{FF2B5EF4-FFF2-40B4-BE49-F238E27FC236}">
                      <a16:creationId xmlns:a16="http://schemas.microsoft.com/office/drawing/2014/main" id="{8BE589F6-5D97-2B88-5318-3656AF2EC0B9}"/>
                    </a:ext>
                  </a:extLst>
                </p:cNvPr>
                <p:cNvPicPr/>
                <p:nvPr/>
              </p:nvPicPr>
              <p:blipFill>
                <a:blip r:embed="rId974"/>
                <a:stretch>
                  <a:fillRect/>
                </a:stretch>
              </p:blipFill>
              <p:spPr>
                <a:xfrm>
                  <a:off x="7262526" y="5067711"/>
                  <a:ext cx="12528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975">
              <p14:nvContentPartPr>
                <p14:cNvPr id="632" name="Ink 631">
                  <a:extLst>
                    <a:ext uri="{FF2B5EF4-FFF2-40B4-BE49-F238E27FC236}">
                      <a16:creationId xmlns:a16="http://schemas.microsoft.com/office/drawing/2014/main" id="{608C6DE6-6A8B-2030-C2EF-1230199E9ACE}"/>
                    </a:ext>
                  </a:extLst>
                </p14:cNvPr>
                <p14:cNvContentPartPr/>
                <p14:nvPr/>
              </p14:nvContentPartPr>
              <p14:xfrm>
                <a:off x="7472046" y="4952511"/>
                <a:ext cx="6840" cy="159120"/>
              </p14:xfrm>
            </p:contentPart>
          </mc:Choice>
          <mc:Fallback xmlns="">
            <p:pic>
              <p:nvPicPr>
                <p:cNvPr id="632" name="Ink 631">
                  <a:extLst>
                    <a:ext uri="{FF2B5EF4-FFF2-40B4-BE49-F238E27FC236}">
                      <a16:creationId xmlns:a16="http://schemas.microsoft.com/office/drawing/2014/main" id="{608C6DE6-6A8B-2030-C2EF-1230199E9ACE}"/>
                    </a:ext>
                  </a:extLst>
                </p:cNvPr>
                <p:cNvPicPr/>
                <p:nvPr/>
              </p:nvPicPr>
              <p:blipFill>
                <a:blip r:embed="rId976"/>
                <a:stretch>
                  <a:fillRect/>
                </a:stretch>
              </p:blipFill>
              <p:spPr>
                <a:xfrm>
                  <a:off x="7463406" y="4943511"/>
                  <a:ext cx="24480" cy="176760"/>
                </a:xfrm>
                <a:prstGeom prst="rect">
                  <a:avLst/>
                </a:prstGeom>
              </p:spPr>
            </p:pic>
          </mc:Fallback>
        </mc:AlternateContent>
        <mc:AlternateContent xmlns:mc="http://schemas.openxmlformats.org/markup-compatibility/2006" xmlns:p14="http://schemas.microsoft.com/office/powerpoint/2010/main">
          <mc:Choice Requires="p14">
            <p:contentPart p14:bwMode="auto" r:id="rId977">
              <p14:nvContentPartPr>
                <p14:cNvPr id="633" name="Ink 632">
                  <a:extLst>
                    <a:ext uri="{FF2B5EF4-FFF2-40B4-BE49-F238E27FC236}">
                      <a16:creationId xmlns:a16="http://schemas.microsoft.com/office/drawing/2014/main" id="{702E1D69-BD92-BBF2-3B5F-F753A98A17D0}"/>
                    </a:ext>
                  </a:extLst>
                </p14:cNvPr>
                <p14:cNvContentPartPr/>
                <p14:nvPr/>
              </p14:nvContentPartPr>
              <p14:xfrm>
                <a:off x="7545486" y="4965471"/>
                <a:ext cx="81360" cy="107640"/>
              </p14:xfrm>
            </p:contentPart>
          </mc:Choice>
          <mc:Fallback xmlns="">
            <p:pic>
              <p:nvPicPr>
                <p:cNvPr id="633" name="Ink 632">
                  <a:extLst>
                    <a:ext uri="{FF2B5EF4-FFF2-40B4-BE49-F238E27FC236}">
                      <a16:creationId xmlns:a16="http://schemas.microsoft.com/office/drawing/2014/main" id="{702E1D69-BD92-BBF2-3B5F-F753A98A17D0}"/>
                    </a:ext>
                  </a:extLst>
                </p:cNvPr>
                <p:cNvPicPr/>
                <p:nvPr/>
              </p:nvPicPr>
              <p:blipFill>
                <a:blip r:embed="rId978"/>
                <a:stretch>
                  <a:fillRect/>
                </a:stretch>
              </p:blipFill>
              <p:spPr>
                <a:xfrm>
                  <a:off x="7536846" y="4956831"/>
                  <a:ext cx="9900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979">
              <p14:nvContentPartPr>
                <p14:cNvPr id="634" name="Ink 633">
                  <a:extLst>
                    <a:ext uri="{FF2B5EF4-FFF2-40B4-BE49-F238E27FC236}">
                      <a16:creationId xmlns:a16="http://schemas.microsoft.com/office/drawing/2014/main" id="{791D4063-922E-3CC1-695A-48E2118B15FB}"/>
                    </a:ext>
                  </a:extLst>
                </p14:cNvPr>
                <p14:cNvContentPartPr/>
                <p14:nvPr/>
              </p14:nvContentPartPr>
              <p14:xfrm>
                <a:off x="7667526" y="4960071"/>
                <a:ext cx="65520" cy="112320"/>
              </p14:xfrm>
            </p:contentPart>
          </mc:Choice>
          <mc:Fallback xmlns="">
            <p:pic>
              <p:nvPicPr>
                <p:cNvPr id="634" name="Ink 633">
                  <a:extLst>
                    <a:ext uri="{FF2B5EF4-FFF2-40B4-BE49-F238E27FC236}">
                      <a16:creationId xmlns:a16="http://schemas.microsoft.com/office/drawing/2014/main" id="{791D4063-922E-3CC1-695A-48E2118B15FB}"/>
                    </a:ext>
                  </a:extLst>
                </p:cNvPr>
                <p:cNvPicPr/>
                <p:nvPr/>
              </p:nvPicPr>
              <p:blipFill>
                <a:blip r:embed="rId980"/>
                <a:stretch>
                  <a:fillRect/>
                </a:stretch>
              </p:blipFill>
              <p:spPr>
                <a:xfrm>
                  <a:off x="7658886" y="4951431"/>
                  <a:ext cx="8316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981">
              <p14:nvContentPartPr>
                <p14:cNvPr id="635" name="Ink 634">
                  <a:extLst>
                    <a:ext uri="{FF2B5EF4-FFF2-40B4-BE49-F238E27FC236}">
                      <a16:creationId xmlns:a16="http://schemas.microsoft.com/office/drawing/2014/main" id="{6F9B50B8-AC62-96B6-6CC0-D7F3CAB72D89}"/>
                    </a:ext>
                  </a:extLst>
                </p14:cNvPr>
                <p14:cNvContentPartPr/>
                <p14:nvPr/>
              </p14:nvContentPartPr>
              <p14:xfrm>
                <a:off x="7824126" y="4922271"/>
                <a:ext cx="11880" cy="131040"/>
              </p14:xfrm>
            </p:contentPart>
          </mc:Choice>
          <mc:Fallback xmlns="">
            <p:pic>
              <p:nvPicPr>
                <p:cNvPr id="635" name="Ink 634">
                  <a:extLst>
                    <a:ext uri="{FF2B5EF4-FFF2-40B4-BE49-F238E27FC236}">
                      <a16:creationId xmlns:a16="http://schemas.microsoft.com/office/drawing/2014/main" id="{6F9B50B8-AC62-96B6-6CC0-D7F3CAB72D89}"/>
                    </a:ext>
                  </a:extLst>
                </p:cNvPr>
                <p:cNvPicPr/>
                <p:nvPr/>
              </p:nvPicPr>
              <p:blipFill>
                <a:blip r:embed="rId982"/>
                <a:stretch>
                  <a:fillRect/>
                </a:stretch>
              </p:blipFill>
              <p:spPr>
                <a:xfrm>
                  <a:off x="7815486" y="4913631"/>
                  <a:ext cx="29520" cy="148680"/>
                </a:xfrm>
                <a:prstGeom prst="rect">
                  <a:avLst/>
                </a:prstGeom>
              </p:spPr>
            </p:pic>
          </mc:Fallback>
        </mc:AlternateContent>
        <mc:AlternateContent xmlns:mc="http://schemas.openxmlformats.org/markup-compatibility/2006" xmlns:p14="http://schemas.microsoft.com/office/powerpoint/2010/main">
          <mc:Choice Requires="p14">
            <p:contentPart p14:bwMode="auto" r:id="rId983">
              <p14:nvContentPartPr>
                <p14:cNvPr id="636" name="Ink 635">
                  <a:extLst>
                    <a:ext uri="{FF2B5EF4-FFF2-40B4-BE49-F238E27FC236}">
                      <a16:creationId xmlns:a16="http://schemas.microsoft.com/office/drawing/2014/main" id="{5DC78021-C0F6-3523-6617-206FBFD57980}"/>
                    </a:ext>
                  </a:extLst>
                </p14:cNvPr>
                <p14:cNvContentPartPr/>
                <p14:nvPr/>
              </p14:nvContentPartPr>
              <p14:xfrm>
                <a:off x="7820166" y="4934511"/>
                <a:ext cx="105120" cy="133920"/>
              </p14:xfrm>
            </p:contentPart>
          </mc:Choice>
          <mc:Fallback xmlns="">
            <p:pic>
              <p:nvPicPr>
                <p:cNvPr id="636" name="Ink 635">
                  <a:extLst>
                    <a:ext uri="{FF2B5EF4-FFF2-40B4-BE49-F238E27FC236}">
                      <a16:creationId xmlns:a16="http://schemas.microsoft.com/office/drawing/2014/main" id="{5DC78021-C0F6-3523-6617-206FBFD57980}"/>
                    </a:ext>
                  </a:extLst>
                </p:cNvPr>
                <p:cNvPicPr/>
                <p:nvPr/>
              </p:nvPicPr>
              <p:blipFill>
                <a:blip r:embed="rId984"/>
                <a:stretch>
                  <a:fillRect/>
                </a:stretch>
              </p:blipFill>
              <p:spPr>
                <a:xfrm>
                  <a:off x="7811526" y="4925511"/>
                  <a:ext cx="12276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985">
              <p14:nvContentPartPr>
                <p14:cNvPr id="639" name="Ink 638">
                  <a:extLst>
                    <a:ext uri="{FF2B5EF4-FFF2-40B4-BE49-F238E27FC236}">
                      <a16:creationId xmlns:a16="http://schemas.microsoft.com/office/drawing/2014/main" id="{C1D40AC0-66E6-DAA5-897D-CDCCA0D4A4A3}"/>
                    </a:ext>
                  </a:extLst>
                </p14:cNvPr>
                <p14:cNvContentPartPr/>
                <p14:nvPr/>
              </p14:nvContentPartPr>
              <p14:xfrm>
                <a:off x="7447566" y="5128911"/>
                <a:ext cx="501120" cy="53280"/>
              </p14:xfrm>
            </p:contentPart>
          </mc:Choice>
          <mc:Fallback xmlns="">
            <p:pic>
              <p:nvPicPr>
                <p:cNvPr id="639" name="Ink 638">
                  <a:extLst>
                    <a:ext uri="{FF2B5EF4-FFF2-40B4-BE49-F238E27FC236}">
                      <a16:creationId xmlns:a16="http://schemas.microsoft.com/office/drawing/2014/main" id="{C1D40AC0-66E6-DAA5-897D-CDCCA0D4A4A3}"/>
                    </a:ext>
                  </a:extLst>
                </p:cNvPr>
                <p:cNvPicPr/>
                <p:nvPr/>
              </p:nvPicPr>
              <p:blipFill>
                <a:blip r:embed="rId986"/>
                <a:stretch>
                  <a:fillRect/>
                </a:stretch>
              </p:blipFill>
              <p:spPr>
                <a:xfrm>
                  <a:off x="7438566" y="5120271"/>
                  <a:ext cx="518760" cy="70920"/>
                </a:xfrm>
                <a:prstGeom prst="rect">
                  <a:avLst/>
                </a:prstGeom>
              </p:spPr>
            </p:pic>
          </mc:Fallback>
        </mc:AlternateContent>
        <mc:AlternateContent xmlns:mc="http://schemas.openxmlformats.org/markup-compatibility/2006" xmlns:p14="http://schemas.microsoft.com/office/powerpoint/2010/main">
          <mc:Choice Requires="p14">
            <p:contentPart p14:bwMode="auto" r:id="rId987">
              <p14:nvContentPartPr>
                <p14:cNvPr id="640" name="Ink 639">
                  <a:extLst>
                    <a:ext uri="{FF2B5EF4-FFF2-40B4-BE49-F238E27FC236}">
                      <a16:creationId xmlns:a16="http://schemas.microsoft.com/office/drawing/2014/main" id="{272299E3-DA11-3594-0444-31A5DF4990A1}"/>
                    </a:ext>
                  </a:extLst>
                </p14:cNvPr>
                <p14:cNvContentPartPr/>
                <p14:nvPr/>
              </p14:nvContentPartPr>
              <p14:xfrm>
                <a:off x="7490046" y="5228271"/>
                <a:ext cx="108000" cy="129240"/>
              </p14:xfrm>
            </p:contentPart>
          </mc:Choice>
          <mc:Fallback xmlns="">
            <p:pic>
              <p:nvPicPr>
                <p:cNvPr id="640" name="Ink 639">
                  <a:extLst>
                    <a:ext uri="{FF2B5EF4-FFF2-40B4-BE49-F238E27FC236}">
                      <a16:creationId xmlns:a16="http://schemas.microsoft.com/office/drawing/2014/main" id="{272299E3-DA11-3594-0444-31A5DF4990A1}"/>
                    </a:ext>
                  </a:extLst>
                </p:cNvPr>
                <p:cNvPicPr/>
                <p:nvPr/>
              </p:nvPicPr>
              <p:blipFill>
                <a:blip r:embed="rId988"/>
                <a:stretch>
                  <a:fillRect/>
                </a:stretch>
              </p:blipFill>
              <p:spPr>
                <a:xfrm>
                  <a:off x="7481406" y="5219271"/>
                  <a:ext cx="125640" cy="146880"/>
                </a:xfrm>
                <a:prstGeom prst="rect">
                  <a:avLst/>
                </a:prstGeom>
              </p:spPr>
            </p:pic>
          </mc:Fallback>
        </mc:AlternateContent>
        <mc:AlternateContent xmlns:mc="http://schemas.openxmlformats.org/markup-compatibility/2006" xmlns:p14="http://schemas.microsoft.com/office/powerpoint/2010/main">
          <mc:Choice Requires="p14">
            <p:contentPart p14:bwMode="auto" r:id="rId989">
              <p14:nvContentPartPr>
                <p14:cNvPr id="641" name="Ink 640">
                  <a:extLst>
                    <a:ext uri="{FF2B5EF4-FFF2-40B4-BE49-F238E27FC236}">
                      <a16:creationId xmlns:a16="http://schemas.microsoft.com/office/drawing/2014/main" id="{A3CF6717-D04F-F2DE-F88E-03CEF83726B6}"/>
                    </a:ext>
                  </a:extLst>
                </p14:cNvPr>
                <p14:cNvContentPartPr/>
                <p14:nvPr/>
              </p14:nvContentPartPr>
              <p14:xfrm>
                <a:off x="7656366" y="5276151"/>
                <a:ext cx="4680" cy="74520"/>
              </p14:xfrm>
            </p:contentPart>
          </mc:Choice>
          <mc:Fallback xmlns="">
            <p:pic>
              <p:nvPicPr>
                <p:cNvPr id="641" name="Ink 640">
                  <a:extLst>
                    <a:ext uri="{FF2B5EF4-FFF2-40B4-BE49-F238E27FC236}">
                      <a16:creationId xmlns:a16="http://schemas.microsoft.com/office/drawing/2014/main" id="{A3CF6717-D04F-F2DE-F88E-03CEF83726B6}"/>
                    </a:ext>
                  </a:extLst>
                </p:cNvPr>
                <p:cNvPicPr/>
                <p:nvPr/>
              </p:nvPicPr>
              <p:blipFill>
                <a:blip r:embed="rId990"/>
                <a:stretch>
                  <a:fillRect/>
                </a:stretch>
              </p:blipFill>
              <p:spPr>
                <a:xfrm>
                  <a:off x="7647366" y="5267151"/>
                  <a:ext cx="2232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991">
              <p14:nvContentPartPr>
                <p14:cNvPr id="642" name="Ink 641">
                  <a:extLst>
                    <a:ext uri="{FF2B5EF4-FFF2-40B4-BE49-F238E27FC236}">
                      <a16:creationId xmlns:a16="http://schemas.microsoft.com/office/drawing/2014/main" id="{67FD525C-071B-CC25-3DF0-39A6E72FF1CE}"/>
                    </a:ext>
                  </a:extLst>
                </p14:cNvPr>
                <p14:cNvContentPartPr/>
                <p14:nvPr/>
              </p14:nvContentPartPr>
              <p14:xfrm>
                <a:off x="7656726" y="5242671"/>
                <a:ext cx="360" cy="360"/>
              </p14:xfrm>
            </p:contentPart>
          </mc:Choice>
          <mc:Fallback xmlns="">
            <p:pic>
              <p:nvPicPr>
                <p:cNvPr id="642" name="Ink 641">
                  <a:extLst>
                    <a:ext uri="{FF2B5EF4-FFF2-40B4-BE49-F238E27FC236}">
                      <a16:creationId xmlns:a16="http://schemas.microsoft.com/office/drawing/2014/main" id="{67FD525C-071B-CC25-3DF0-39A6E72FF1CE}"/>
                    </a:ext>
                  </a:extLst>
                </p:cNvPr>
                <p:cNvPicPr/>
                <p:nvPr/>
              </p:nvPicPr>
              <p:blipFill>
                <a:blip r:embed="rId532"/>
                <a:stretch>
                  <a:fillRect/>
                </a:stretch>
              </p:blipFill>
              <p:spPr>
                <a:xfrm>
                  <a:off x="7648086" y="523403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92">
              <p14:nvContentPartPr>
                <p14:cNvPr id="643" name="Ink 642">
                  <a:extLst>
                    <a:ext uri="{FF2B5EF4-FFF2-40B4-BE49-F238E27FC236}">
                      <a16:creationId xmlns:a16="http://schemas.microsoft.com/office/drawing/2014/main" id="{2EE3C1D7-34EE-09E2-307F-2F85452199E3}"/>
                    </a:ext>
                  </a:extLst>
                </p14:cNvPr>
                <p14:cNvContentPartPr/>
                <p14:nvPr/>
              </p14:nvContentPartPr>
              <p14:xfrm>
                <a:off x="7724046" y="5271111"/>
                <a:ext cx="95760" cy="84960"/>
              </p14:xfrm>
            </p:contentPart>
          </mc:Choice>
          <mc:Fallback xmlns="">
            <p:pic>
              <p:nvPicPr>
                <p:cNvPr id="643" name="Ink 642">
                  <a:extLst>
                    <a:ext uri="{FF2B5EF4-FFF2-40B4-BE49-F238E27FC236}">
                      <a16:creationId xmlns:a16="http://schemas.microsoft.com/office/drawing/2014/main" id="{2EE3C1D7-34EE-09E2-307F-2F85452199E3}"/>
                    </a:ext>
                  </a:extLst>
                </p:cNvPr>
                <p:cNvPicPr/>
                <p:nvPr/>
              </p:nvPicPr>
              <p:blipFill>
                <a:blip r:embed="rId993"/>
                <a:stretch>
                  <a:fillRect/>
                </a:stretch>
              </p:blipFill>
              <p:spPr>
                <a:xfrm>
                  <a:off x="7715406" y="5262471"/>
                  <a:ext cx="11340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994">
              <p14:nvContentPartPr>
                <p14:cNvPr id="644" name="Ink 643">
                  <a:extLst>
                    <a:ext uri="{FF2B5EF4-FFF2-40B4-BE49-F238E27FC236}">
                      <a16:creationId xmlns:a16="http://schemas.microsoft.com/office/drawing/2014/main" id="{CCC2A6F6-4F66-83D4-D5DB-988B61A9313F}"/>
                    </a:ext>
                  </a:extLst>
                </p14:cNvPr>
                <p14:cNvContentPartPr/>
                <p14:nvPr/>
              </p14:nvContentPartPr>
              <p14:xfrm>
                <a:off x="7875606" y="5231511"/>
                <a:ext cx="64800" cy="139680"/>
              </p14:xfrm>
            </p:contentPart>
          </mc:Choice>
          <mc:Fallback xmlns="">
            <p:pic>
              <p:nvPicPr>
                <p:cNvPr id="644" name="Ink 643">
                  <a:extLst>
                    <a:ext uri="{FF2B5EF4-FFF2-40B4-BE49-F238E27FC236}">
                      <a16:creationId xmlns:a16="http://schemas.microsoft.com/office/drawing/2014/main" id="{CCC2A6F6-4F66-83D4-D5DB-988B61A9313F}"/>
                    </a:ext>
                  </a:extLst>
                </p:cNvPr>
                <p:cNvPicPr/>
                <p:nvPr/>
              </p:nvPicPr>
              <p:blipFill>
                <a:blip r:embed="rId995"/>
                <a:stretch>
                  <a:fillRect/>
                </a:stretch>
              </p:blipFill>
              <p:spPr>
                <a:xfrm>
                  <a:off x="7866606" y="5222511"/>
                  <a:ext cx="8244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996">
              <p14:nvContentPartPr>
                <p14:cNvPr id="645" name="Ink 644">
                  <a:extLst>
                    <a:ext uri="{FF2B5EF4-FFF2-40B4-BE49-F238E27FC236}">
                      <a16:creationId xmlns:a16="http://schemas.microsoft.com/office/drawing/2014/main" id="{374F3A24-6CC4-789B-6B40-8572FD47E35A}"/>
                    </a:ext>
                  </a:extLst>
                </p14:cNvPr>
                <p14:cNvContentPartPr/>
                <p14:nvPr/>
              </p14:nvContentPartPr>
              <p14:xfrm>
                <a:off x="7940766" y="5230071"/>
                <a:ext cx="95040" cy="127080"/>
              </p14:xfrm>
            </p:contentPart>
          </mc:Choice>
          <mc:Fallback xmlns="">
            <p:pic>
              <p:nvPicPr>
                <p:cNvPr id="645" name="Ink 644">
                  <a:extLst>
                    <a:ext uri="{FF2B5EF4-FFF2-40B4-BE49-F238E27FC236}">
                      <a16:creationId xmlns:a16="http://schemas.microsoft.com/office/drawing/2014/main" id="{374F3A24-6CC4-789B-6B40-8572FD47E35A}"/>
                    </a:ext>
                  </a:extLst>
                </p:cNvPr>
                <p:cNvPicPr/>
                <p:nvPr/>
              </p:nvPicPr>
              <p:blipFill>
                <a:blip r:embed="rId997"/>
                <a:stretch>
                  <a:fillRect/>
                </a:stretch>
              </p:blipFill>
              <p:spPr>
                <a:xfrm>
                  <a:off x="7931766" y="5221431"/>
                  <a:ext cx="112680"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998">
              <p14:nvContentPartPr>
                <p14:cNvPr id="646" name="Ink 645">
                  <a:extLst>
                    <a:ext uri="{FF2B5EF4-FFF2-40B4-BE49-F238E27FC236}">
                      <a16:creationId xmlns:a16="http://schemas.microsoft.com/office/drawing/2014/main" id="{41FD80E8-34F4-90A7-B2C0-33BD5CB9D4C1}"/>
                    </a:ext>
                  </a:extLst>
                </p14:cNvPr>
                <p14:cNvContentPartPr/>
                <p14:nvPr/>
              </p14:nvContentPartPr>
              <p14:xfrm>
                <a:off x="8064966" y="5160231"/>
                <a:ext cx="22320" cy="32760"/>
              </p14:xfrm>
            </p:contentPart>
          </mc:Choice>
          <mc:Fallback xmlns="">
            <p:pic>
              <p:nvPicPr>
                <p:cNvPr id="646" name="Ink 645">
                  <a:extLst>
                    <a:ext uri="{FF2B5EF4-FFF2-40B4-BE49-F238E27FC236}">
                      <a16:creationId xmlns:a16="http://schemas.microsoft.com/office/drawing/2014/main" id="{41FD80E8-34F4-90A7-B2C0-33BD5CB9D4C1}"/>
                    </a:ext>
                  </a:extLst>
                </p:cNvPr>
                <p:cNvPicPr/>
                <p:nvPr/>
              </p:nvPicPr>
              <p:blipFill>
                <a:blip r:embed="rId999"/>
                <a:stretch>
                  <a:fillRect/>
                </a:stretch>
              </p:blipFill>
              <p:spPr>
                <a:xfrm>
                  <a:off x="8056326" y="5151231"/>
                  <a:ext cx="3996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1000">
              <p14:nvContentPartPr>
                <p14:cNvPr id="652" name="Ink 651">
                  <a:extLst>
                    <a:ext uri="{FF2B5EF4-FFF2-40B4-BE49-F238E27FC236}">
                      <a16:creationId xmlns:a16="http://schemas.microsoft.com/office/drawing/2014/main" id="{42E19B81-353E-B322-EE2D-83F444F2B0A7}"/>
                    </a:ext>
                  </a:extLst>
                </p14:cNvPr>
                <p14:cNvContentPartPr/>
                <p14:nvPr/>
              </p14:nvContentPartPr>
              <p14:xfrm>
                <a:off x="7050126" y="5533551"/>
                <a:ext cx="104760" cy="18000"/>
              </p14:xfrm>
            </p:contentPart>
          </mc:Choice>
          <mc:Fallback xmlns="">
            <p:pic>
              <p:nvPicPr>
                <p:cNvPr id="652" name="Ink 651">
                  <a:extLst>
                    <a:ext uri="{FF2B5EF4-FFF2-40B4-BE49-F238E27FC236}">
                      <a16:creationId xmlns:a16="http://schemas.microsoft.com/office/drawing/2014/main" id="{42E19B81-353E-B322-EE2D-83F444F2B0A7}"/>
                    </a:ext>
                  </a:extLst>
                </p:cNvPr>
                <p:cNvPicPr/>
                <p:nvPr/>
              </p:nvPicPr>
              <p:blipFill>
                <a:blip r:embed="rId1001"/>
                <a:stretch>
                  <a:fillRect/>
                </a:stretch>
              </p:blipFill>
              <p:spPr>
                <a:xfrm>
                  <a:off x="7041126" y="5524911"/>
                  <a:ext cx="122400"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1002">
              <p14:nvContentPartPr>
                <p14:cNvPr id="653" name="Ink 652">
                  <a:extLst>
                    <a:ext uri="{FF2B5EF4-FFF2-40B4-BE49-F238E27FC236}">
                      <a16:creationId xmlns:a16="http://schemas.microsoft.com/office/drawing/2014/main" id="{D72E34A1-7B8B-9C6F-0B55-B072936BEEA5}"/>
                    </a:ext>
                  </a:extLst>
                </p14:cNvPr>
                <p14:cNvContentPartPr/>
                <p14:nvPr/>
              </p14:nvContentPartPr>
              <p14:xfrm>
                <a:off x="7059486" y="5610591"/>
                <a:ext cx="73440" cy="8640"/>
              </p14:xfrm>
            </p:contentPart>
          </mc:Choice>
          <mc:Fallback xmlns="">
            <p:pic>
              <p:nvPicPr>
                <p:cNvPr id="653" name="Ink 652">
                  <a:extLst>
                    <a:ext uri="{FF2B5EF4-FFF2-40B4-BE49-F238E27FC236}">
                      <a16:creationId xmlns:a16="http://schemas.microsoft.com/office/drawing/2014/main" id="{D72E34A1-7B8B-9C6F-0B55-B072936BEEA5}"/>
                    </a:ext>
                  </a:extLst>
                </p:cNvPr>
                <p:cNvPicPr/>
                <p:nvPr/>
              </p:nvPicPr>
              <p:blipFill>
                <a:blip r:embed="rId1003"/>
                <a:stretch>
                  <a:fillRect/>
                </a:stretch>
              </p:blipFill>
              <p:spPr>
                <a:xfrm>
                  <a:off x="7050486" y="5601951"/>
                  <a:ext cx="9108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1004">
              <p14:nvContentPartPr>
                <p14:cNvPr id="654" name="Ink 653">
                  <a:extLst>
                    <a:ext uri="{FF2B5EF4-FFF2-40B4-BE49-F238E27FC236}">
                      <a16:creationId xmlns:a16="http://schemas.microsoft.com/office/drawing/2014/main" id="{97035592-567A-80B8-7541-2352EBDEDB7A}"/>
                    </a:ext>
                  </a:extLst>
                </p14:cNvPr>
                <p14:cNvContentPartPr/>
                <p14:nvPr/>
              </p14:nvContentPartPr>
              <p14:xfrm>
                <a:off x="7215726" y="5499711"/>
                <a:ext cx="99360" cy="190080"/>
              </p14:xfrm>
            </p:contentPart>
          </mc:Choice>
          <mc:Fallback xmlns="">
            <p:pic>
              <p:nvPicPr>
                <p:cNvPr id="654" name="Ink 653">
                  <a:extLst>
                    <a:ext uri="{FF2B5EF4-FFF2-40B4-BE49-F238E27FC236}">
                      <a16:creationId xmlns:a16="http://schemas.microsoft.com/office/drawing/2014/main" id="{97035592-567A-80B8-7541-2352EBDEDB7A}"/>
                    </a:ext>
                  </a:extLst>
                </p:cNvPr>
                <p:cNvPicPr/>
                <p:nvPr/>
              </p:nvPicPr>
              <p:blipFill>
                <a:blip r:embed="rId1005"/>
                <a:stretch>
                  <a:fillRect/>
                </a:stretch>
              </p:blipFill>
              <p:spPr>
                <a:xfrm>
                  <a:off x="7206726" y="5491071"/>
                  <a:ext cx="117000" cy="207720"/>
                </a:xfrm>
                <a:prstGeom prst="rect">
                  <a:avLst/>
                </a:prstGeom>
              </p:spPr>
            </p:pic>
          </mc:Fallback>
        </mc:AlternateContent>
        <mc:AlternateContent xmlns:mc="http://schemas.openxmlformats.org/markup-compatibility/2006" xmlns:p14="http://schemas.microsoft.com/office/powerpoint/2010/main">
          <mc:Choice Requires="p14">
            <p:contentPart p14:bwMode="auto" r:id="rId1006">
              <p14:nvContentPartPr>
                <p14:cNvPr id="655" name="Ink 654">
                  <a:extLst>
                    <a:ext uri="{FF2B5EF4-FFF2-40B4-BE49-F238E27FC236}">
                      <a16:creationId xmlns:a16="http://schemas.microsoft.com/office/drawing/2014/main" id="{0463AE21-F589-308D-D3DB-484C71AF59CD}"/>
                    </a:ext>
                  </a:extLst>
                </p14:cNvPr>
                <p14:cNvContentPartPr/>
                <p14:nvPr/>
              </p14:nvContentPartPr>
              <p14:xfrm>
                <a:off x="7379526" y="5502951"/>
                <a:ext cx="77760" cy="145080"/>
              </p14:xfrm>
            </p:contentPart>
          </mc:Choice>
          <mc:Fallback xmlns="">
            <p:pic>
              <p:nvPicPr>
                <p:cNvPr id="655" name="Ink 654">
                  <a:extLst>
                    <a:ext uri="{FF2B5EF4-FFF2-40B4-BE49-F238E27FC236}">
                      <a16:creationId xmlns:a16="http://schemas.microsoft.com/office/drawing/2014/main" id="{0463AE21-F589-308D-D3DB-484C71AF59CD}"/>
                    </a:ext>
                  </a:extLst>
                </p:cNvPr>
                <p:cNvPicPr/>
                <p:nvPr/>
              </p:nvPicPr>
              <p:blipFill>
                <a:blip r:embed="rId1007"/>
                <a:stretch>
                  <a:fillRect/>
                </a:stretch>
              </p:blipFill>
              <p:spPr>
                <a:xfrm>
                  <a:off x="7370526" y="5493951"/>
                  <a:ext cx="95400" cy="162720"/>
                </a:xfrm>
                <a:prstGeom prst="rect">
                  <a:avLst/>
                </a:prstGeom>
              </p:spPr>
            </p:pic>
          </mc:Fallback>
        </mc:AlternateContent>
        <mc:AlternateContent xmlns:mc="http://schemas.openxmlformats.org/markup-compatibility/2006" xmlns:p14="http://schemas.microsoft.com/office/powerpoint/2010/main">
          <mc:Choice Requires="p14">
            <p:contentPart p14:bwMode="auto" r:id="rId1008">
              <p14:nvContentPartPr>
                <p14:cNvPr id="656" name="Ink 655">
                  <a:extLst>
                    <a:ext uri="{FF2B5EF4-FFF2-40B4-BE49-F238E27FC236}">
                      <a16:creationId xmlns:a16="http://schemas.microsoft.com/office/drawing/2014/main" id="{5ABDC5D9-E809-F336-7BA1-DFC9602C779B}"/>
                    </a:ext>
                  </a:extLst>
                </p14:cNvPr>
                <p14:cNvContentPartPr/>
                <p14:nvPr/>
              </p14:nvContentPartPr>
              <p14:xfrm>
                <a:off x="7488966" y="5518431"/>
                <a:ext cx="100800" cy="126360"/>
              </p14:xfrm>
            </p:contentPart>
          </mc:Choice>
          <mc:Fallback xmlns="">
            <p:pic>
              <p:nvPicPr>
                <p:cNvPr id="656" name="Ink 655">
                  <a:extLst>
                    <a:ext uri="{FF2B5EF4-FFF2-40B4-BE49-F238E27FC236}">
                      <a16:creationId xmlns:a16="http://schemas.microsoft.com/office/drawing/2014/main" id="{5ABDC5D9-E809-F336-7BA1-DFC9602C779B}"/>
                    </a:ext>
                  </a:extLst>
                </p:cNvPr>
                <p:cNvPicPr/>
                <p:nvPr/>
              </p:nvPicPr>
              <p:blipFill>
                <a:blip r:embed="rId1009"/>
                <a:stretch>
                  <a:fillRect/>
                </a:stretch>
              </p:blipFill>
              <p:spPr>
                <a:xfrm>
                  <a:off x="7479966" y="5509431"/>
                  <a:ext cx="11844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1010">
              <p14:nvContentPartPr>
                <p14:cNvPr id="657" name="Ink 656">
                  <a:extLst>
                    <a:ext uri="{FF2B5EF4-FFF2-40B4-BE49-F238E27FC236}">
                      <a16:creationId xmlns:a16="http://schemas.microsoft.com/office/drawing/2014/main" id="{8020718A-79BC-1ACF-2028-0D9D5DB273BF}"/>
                    </a:ext>
                  </a:extLst>
                </p14:cNvPr>
                <p14:cNvContentPartPr/>
                <p14:nvPr/>
              </p14:nvContentPartPr>
              <p14:xfrm>
                <a:off x="7636926" y="5520951"/>
                <a:ext cx="9360" cy="136440"/>
              </p14:xfrm>
            </p:contentPart>
          </mc:Choice>
          <mc:Fallback xmlns="">
            <p:pic>
              <p:nvPicPr>
                <p:cNvPr id="657" name="Ink 656">
                  <a:extLst>
                    <a:ext uri="{FF2B5EF4-FFF2-40B4-BE49-F238E27FC236}">
                      <a16:creationId xmlns:a16="http://schemas.microsoft.com/office/drawing/2014/main" id="{8020718A-79BC-1ACF-2028-0D9D5DB273BF}"/>
                    </a:ext>
                  </a:extLst>
                </p:cNvPr>
                <p:cNvPicPr/>
                <p:nvPr/>
              </p:nvPicPr>
              <p:blipFill>
                <a:blip r:embed="rId1011"/>
                <a:stretch>
                  <a:fillRect/>
                </a:stretch>
              </p:blipFill>
              <p:spPr>
                <a:xfrm>
                  <a:off x="7628286" y="5512311"/>
                  <a:ext cx="2700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1012">
              <p14:nvContentPartPr>
                <p14:cNvPr id="658" name="Ink 657">
                  <a:extLst>
                    <a:ext uri="{FF2B5EF4-FFF2-40B4-BE49-F238E27FC236}">
                      <a16:creationId xmlns:a16="http://schemas.microsoft.com/office/drawing/2014/main" id="{1009D1B0-AC65-0D26-E246-C0DE71CB5A83}"/>
                    </a:ext>
                  </a:extLst>
                </p14:cNvPr>
                <p14:cNvContentPartPr/>
                <p14:nvPr/>
              </p14:nvContentPartPr>
              <p14:xfrm>
                <a:off x="7645206" y="5480991"/>
                <a:ext cx="97560" cy="182520"/>
              </p14:xfrm>
            </p:contentPart>
          </mc:Choice>
          <mc:Fallback xmlns="">
            <p:pic>
              <p:nvPicPr>
                <p:cNvPr id="658" name="Ink 657">
                  <a:extLst>
                    <a:ext uri="{FF2B5EF4-FFF2-40B4-BE49-F238E27FC236}">
                      <a16:creationId xmlns:a16="http://schemas.microsoft.com/office/drawing/2014/main" id="{1009D1B0-AC65-0D26-E246-C0DE71CB5A83}"/>
                    </a:ext>
                  </a:extLst>
                </p:cNvPr>
                <p:cNvPicPr/>
                <p:nvPr/>
              </p:nvPicPr>
              <p:blipFill>
                <a:blip r:embed="rId1013"/>
                <a:stretch>
                  <a:fillRect/>
                </a:stretch>
              </p:blipFill>
              <p:spPr>
                <a:xfrm>
                  <a:off x="7636566" y="5472351"/>
                  <a:ext cx="115200" cy="200160"/>
                </a:xfrm>
                <a:prstGeom prst="rect">
                  <a:avLst/>
                </a:prstGeom>
              </p:spPr>
            </p:pic>
          </mc:Fallback>
        </mc:AlternateContent>
        <mc:AlternateContent xmlns:mc="http://schemas.openxmlformats.org/markup-compatibility/2006" xmlns:p14="http://schemas.microsoft.com/office/powerpoint/2010/main">
          <mc:Choice Requires="p14">
            <p:contentPart p14:bwMode="auto" r:id="rId1014">
              <p14:nvContentPartPr>
                <p14:cNvPr id="659" name="Ink 658">
                  <a:extLst>
                    <a:ext uri="{FF2B5EF4-FFF2-40B4-BE49-F238E27FC236}">
                      <a16:creationId xmlns:a16="http://schemas.microsoft.com/office/drawing/2014/main" id="{05F1C64A-4462-D3F1-655F-E870BEBB1618}"/>
                    </a:ext>
                  </a:extLst>
                </p14:cNvPr>
                <p14:cNvContentPartPr/>
                <p14:nvPr/>
              </p14:nvContentPartPr>
              <p14:xfrm>
                <a:off x="7866966" y="5556591"/>
                <a:ext cx="355680" cy="15120"/>
              </p14:xfrm>
            </p:contentPart>
          </mc:Choice>
          <mc:Fallback xmlns="">
            <p:pic>
              <p:nvPicPr>
                <p:cNvPr id="659" name="Ink 658">
                  <a:extLst>
                    <a:ext uri="{FF2B5EF4-FFF2-40B4-BE49-F238E27FC236}">
                      <a16:creationId xmlns:a16="http://schemas.microsoft.com/office/drawing/2014/main" id="{05F1C64A-4462-D3F1-655F-E870BEBB1618}"/>
                    </a:ext>
                  </a:extLst>
                </p:cNvPr>
                <p:cNvPicPr/>
                <p:nvPr/>
              </p:nvPicPr>
              <p:blipFill>
                <a:blip r:embed="rId1015"/>
                <a:stretch>
                  <a:fillRect/>
                </a:stretch>
              </p:blipFill>
              <p:spPr>
                <a:xfrm>
                  <a:off x="7857966" y="5547591"/>
                  <a:ext cx="37332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1016">
              <p14:nvContentPartPr>
                <p14:cNvPr id="660" name="Ink 659">
                  <a:extLst>
                    <a:ext uri="{FF2B5EF4-FFF2-40B4-BE49-F238E27FC236}">
                      <a16:creationId xmlns:a16="http://schemas.microsoft.com/office/drawing/2014/main" id="{81404CCC-95A8-0726-B662-6F19CFC81F40}"/>
                    </a:ext>
                  </a:extLst>
                </p14:cNvPr>
                <p14:cNvContentPartPr/>
                <p14:nvPr/>
              </p14:nvContentPartPr>
              <p14:xfrm>
                <a:off x="8321646" y="5469471"/>
                <a:ext cx="72000" cy="161280"/>
              </p14:xfrm>
            </p:contentPart>
          </mc:Choice>
          <mc:Fallback xmlns="">
            <p:pic>
              <p:nvPicPr>
                <p:cNvPr id="660" name="Ink 659">
                  <a:extLst>
                    <a:ext uri="{FF2B5EF4-FFF2-40B4-BE49-F238E27FC236}">
                      <a16:creationId xmlns:a16="http://schemas.microsoft.com/office/drawing/2014/main" id="{81404CCC-95A8-0726-B662-6F19CFC81F40}"/>
                    </a:ext>
                  </a:extLst>
                </p:cNvPr>
                <p:cNvPicPr/>
                <p:nvPr/>
              </p:nvPicPr>
              <p:blipFill>
                <a:blip r:embed="rId1017"/>
                <a:stretch>
                  <a:fillRect/>
                </a:stretch>
              </p:blipFill>
              <p:spPr>
                <a:xfrm>
                  <a:off x="8313006" y="5460831"/>
                  <a:ext cx="89640" cy="178920"/>
                </a:xfrm>
                <a:prstGeom prst="rect">
                  <a:avLst/>
                </a:prstGeom>
              </p:spPr>
            </p:pic>
          </mc:Fallback>
        </mc:AlternateContent>
        <mc:AlternateContent xmlns:mc="http://schemas.openxmlformats.org/markup-compatibility/2006" xmlns:p14="http://schemas.microsoft.com/office/powerpoint/2010/main">
          <mc:Choice Requires="p14">
            <p:contentPart p14:bwMode="auto" r:id="rId1018">
              <p14:nvContentPartPr>
                <p14:cNvPr id="661" name="Ink 660">
                  <a:extLst>
                    <a:ext uri="{FF2B5EF4-FFF2-40B4-BE49-F238E27FC236}">
                      <a16:creationId xmlns:a16="http://schemas.microsoft.com/office/drawing/2014/main" id="{14FABD45-83C3-BB0E-40AF-FF2B9E0A171B}"/>
                    </a:ext>
                  </a:extLst>
                </p14:cNvPr>
                <p14:cNvContentPartPr/>
                <p14:nvPr/>
              </p14:nvContentPartPr>
              <p14:xfrm>
                <a:off x="8213286" y="5419431"/>
                <a:ext cx="272520" cy="290520"/>
              </p14:xfrm>
            </p:contentPart>
          </mc:Choice>
          <mc:Fallback xmlns="">
            <p:pic>
              <p:nvPicPr>
                <p:cNvPr id="661" name="Ink 660">
                  <a:extLst>
                    <a:ext uri="{FF2B5EF4-FFF2-40B4-BE49-F238E27FC236}">
                      <a16:creationId xmlns:a16="http://schemas.microsoft.com/office/drawing/2014/main" id="{14FABD45-83C3-BB0E-40AF-FF2B9E0A171B}"/>
                    </a:ext>
                  </a:extLst>
                </p:cNvPr>
                <p:cNvPicPr/>
                <p:nvPr/>
              </p:nvPicPr>
              <p:blipFill>
                <a:blip r:embed="rId1019"/>
                <a:stretch>
                  <a:fillRect/>
                </a:stretch>
              </p:blipFill>
              <p:spPr>
                <a:xfrm>
                  <a:off x="8204646" y="5410431"/>
                  <a:ext cx="290160" cy="308160"/>
                </a:xfrm>
                <a:prstGeom prst="rect">
                  <a:avLst/>
                </a:prstGeom>
              </p:spPr>
            </p:pic>
          </mc:Fallback>
        </mc:AlternateContent>
        <mc:AlternateContent xmlns:mc="http://schemas.openxmlformats.org/markup-compatibility/2006" xmlns:p14="http://schemas.microsoft.com/office/powerpoint/2010/main">
          <mc:Choice Requires="p14">
            <p:contentPart p14:bwMode="auto" r:id="rId1020">
              <p14:nvContentPartPr>
                <p14:cNvPr id="738" name="Ink 737">
                  <a:extLst>
                    <a:ext uri="{FF2B5EF4-FFF2-40B4-BE49-F238E27FC236}">
                      <a16:creationId xmlns:a16="http://schemas.microsoft.com/office/drawing/2014/main" id="{7F6B816C-5EC5-CC38-7E2D-8B663A611F3F}"/>
                    </a:ext>
                  </a:extLst>
                </p14:cNvPr>
                <p14:cNvContentPartPr/>
                <p14:nvPr/>
              </p14:nvContentPartPr>
              <p14:xfrm>
                <a:off x="6748806" y="5529231"/>
                <a:ext cx="177120" cy="7560"/>
              </p14:xfrm>
            </p:contentPart>
          </mc:Choice>
          <mc:Fallback xmlns="">
            <p:pic>
              <p:nvPicPr>
                <p:cNvPr id="738" name="Ink 737">
                  <a:extLst>
                    <a:ext uri="{FF2B5EF4-FFF2-40B4-BE49-F238E27FC236}">
                      <a16:creationId xmlns:a16="http://schemas.microsoft.com/office/drawing/2014/main" id="{7F6B816C-5EC5-CC38-7E2D-8B663A611F3F}"/>
                    </a:ext>
                  </a:extLst>
                </p:cNvPr>
                <p:cNvPicPr/>
                <p:nvPr/>
              </p:nvPicPr>
              <p:blipFill>
                <a:blip r:embed="rId1021"/>
                <a:stretch>
                  <a:fillRect/>
                </a:stretch>
              </p:blipFill>
              <p:spPr>
                <a:xfrm>
                  <a:off x="6739806" y="5520231"/>
                  <a:ext cx="19476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1022">
              <p14:nvContentPartPr>
                <p14:cNvPr id="739" name="Ink 738">
                  <a:extLst>
                    <a:ext uri="{FF2B5EF4-FFF2-40B4-BE49-F238E27FC236}">
                      <a16:creationId xmlns:a16="http://schemas.microsoft.com/office/drawing/2014/main" id="{1F3A64B2-B89E-C3E5-2B97-3DEF2C5150B6}"/>
                    </a:ext>
                  </a:extLst>
                </p14:cNvPr>
                <p14:cNvContentPartPr/>
                <p14:nvPr/>
              </p14:nvContentPartPr>
              <p14:xfrm>
                <a:off x="6845646" y="5551191"/>
                <a:ext cx="9000" cy="202680"/>
              </p14:xfrm>
            </p:contentPart>
          </mc:Choice>
          <mc:Fallback xmlns="">
            <p:pic>
              <p:nvPicPr>
                <p:cNvPr id="739" name="Ink 738">
                  <a:extLst>
                    <a:ext uri="{FF2B5EF4-FFF2-40B4-BE49-F238E27FC236}">
                      <a16:creationId xmlns:a16="http://schemas.microsoft.com/office/drawing/2014/main" id="{1F3A64B2-B89E-C3E5-2B97-3DEF2C5150B6}"/>
                    </a:ext>
                  </a:extLst>
                </p:cNvPr>
                <p:cNvPicPr/>
                <p:nvPr/>
              </p:nvPicPr>
              <p:blipFill>
                <a:blip r:embed="rId1023"/>
                <a:stretch>
                  <a:fillRect/>
                </a:stretch>
              </p:blipFill>
              <p:spPr>
                <a:xfrm>
                  <a:off x="6837006" y="5542191"/>
                  <a:ext cx="2664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1024">
              <p14:nvContentPartPr>
                <p14:cNvPr id="740" name="Ink 739">
                  <a:extLst>
                    <a:ext uri="{FF2B5EF4-FFF2-40B4-BE49-F238E27FC236}">
                      <a16:creationId xmlns:a16="http://schemas.microsoft.com/office/drawing/2014/main" id="{4A2CE24E-AECD-8D64-4DAB-1CBEB336CC8D}"/>
                    </a:ext>
                  </a:extLst>
                </p14:cNvPr>
                <p14:cNvContentPartPr/>
                <p14:nvPr/>
              </p14:nvContentPartPr>
              <p14:xfrm>
                <a:off x="6933486" y="5693751"/>
                <a:ext cx="116280" cy="119520"/>
              </p14:xfrm>
            </p:contentPart>
          </mc:Choice>
          <mc:Fallback xmlns="">
            <p:pic>
              <p:nvPicPr>
                <p:cNvPr id="740" name="Ink 739">
                  <a:extLst>
                    <a:ext uri="{FF2B5EF4-FFF2-40B4-BE49-F238E27FC236}">
                      <a16:creationId xmlns:a16="http://schemas.microsoft.com/office/drawing/2014/main" id="{4A2CE24E-AECD-8D64-4DAB-1CBEB336CC8D}"/>
                    </a:ext>
                  </a:extLst>
                </p:cNvPr>
                <p:cNvPicPr/>
                <p:nvPr/>
              </p:nvPicPr>
              <p:blipFill>
                <a:blip r:embed="rId1025"/>
                <a:stretch>
                  <a:fillRect/>
                </a:stretch>
              </p:blipFill>
              <p:spPr>
                <a:xfrm>
                  <a:off x="6924846" y="5684751"/>
                  <a:ext cx="133920" cy="137160"/>
                </a:xfrm>
                <a:prstGeom prst="rect">
                  <a:avLst/>
                </a:prstGeom>
              </p:spPr>
            </p:pic>
          </mc:Fallback>
        </mc:AlternateContent>
      </p:grpSp>
      <p:grpSp>
        <p:nvGrpSpPr>
          <p:cNvPr id="750" name="Group 749">
            <a:extLst>
              <a:ext uri="{FF2B5EF4-FFF2-40B4-BE49-F238E27FC236}">
                <a16:creationId xmlns:a16="http://schemas.microsoft.com/office/drawing/2014/main" id="{7234D633-9B0A-64FF-5441-85B48AD3B0A0}"/>
              </a:ext>
            </a:extLst>
          </p:cNvPr>
          <p:cNvGrpSpPr/>
          <p:nvPr/>
        </p:nvGrpSpPr>
        <p:grpSpPr>
          <a:xfrm>
            <a:off x="1176726" y="1074951"/>
            <a:ext cx="905040" cy="258840"/>
            <a:chOff x="1176726" y="1074951"/>
            <a:chExt cx="905040" cy="258840"/>
          </a:xfrm>
        </p:grpSpPr>
        <mc:AlternateContent xmlns:mc="http://schemas.openxmlformats.org/markup-compatibility/2006" xmlns:p14="http://schemas.microsoft.com/office/powerpoint/2010/main">
          <mc:Choice Requires="p14">
            <p:contentPart p14:bwMode="auto" r:id="rId1026">
              <p14:nvContentPartPr>
                <p14:cNvPr id="743" name="Ink 742">
                  <a:extLst>
                    <a:ext uri="{FF2B5EF4-FFF2-40B4-BE49-F238E27FC236}">
                      <a16:creationId xmlns:a16="http://schemas.microsoft.com/office/drawing/2014/main" id="{929738A1-6EC7-C045-F7FD-9ABE5069B696}"/>
                    </a:ext>
                  </a:extLst>
                </p14:cNvPr>
                <p14:cNvContentPartPr/>
                <p14:nvPr/>
              </p14:nvContentPartPr>
              <p14:xfrm>
                <a:off x="1176726" y="1074951"/>
                <a:ext cx="145080" cy="245160"/>
              </p14:xfrm>
            </p:contentPart>
          </mc:Choice>
          <mc:Fallback xmlns="">
            <p:pic>
              <p:nvPicPr>
                <p:cNvPr id="743" name="Ink 742">
                  <a:extLst>
                    <a:ext uri="{FF2B5EF4-FFF2-40B4-BE49-F238E27FC236}">
                      <a16:creationId xmlns:a16="http://schemas.microsoft.com/office/drawing/2014/main" id="{929738A1-6EC7-C045-F7FD-9ABE5069B696}"/>
                    </a:ext>
                  </a:extLst>
                </p:cNvPr>
                <p:cNvPicPr/>
                <p:nvPr/>
              </p:nvPicPr>
              <p:blipFill>
                <a:blip r:embed="rId1027"/>
                <a:stretch>
                  <a:fillRect/>
                </a:stretch>
              </p:blipFill>
              <p:spPr>
                <a:xfrm>
                  <a:off x="1168086" y="1065951"/>
                  <a:ext cx="162720" cy="262800"/>
                </a:xfrm>
                <a:prstGeom prst="rect">
                  <a:avLst/>
                </a:prstGeom>
              </p:spPr>
            </p:pic>
          </mc:Fallback>
        </mc:AlternateContent>
        <mc:AlternateContent xmlns:mc="http://schemas.openxmlformats.org/markup-compatibility/2006" xmlns:p14="http://schemas.microsoft.com/office/powerpoint/2010/main">
          <mc:Choice Requires="p14">
            <p:contentPart p14:bwMode="auto" r:id="rId1028">
              <p14:nvContentPartPr>
                <p14:cNvPr id="744" name="Ink 743">
                  <a:extLst>
                    <a:ext uri="{FF2B5EF4-FFF2-40B4-BE49-F238E27FC236}">
                      <a16:creationId xmlns:a16="http://schemas.microsoft.com/office/drawing/2014/main" id="{9374F152-0B83-B3C7-BB62-AC5174BC0E2C}"/>
                    </a:ext>
                  </a:extLst>
                </p14:cNvPr>
                <p14:cNvContentPartPr/>
                <p14:nvPr/>
              </p14:nvContentPartPr>
              <p14:xfrm>
                <a:off x="1206246" y="1187631"/>
                <a:ext cx="97560" cy="21240"/>
              </p14:xfrm>
            </p:contentPart>
          </mc:Choice>
          <mc:Fallback xmlns="">
            <p:pic>
              <p:nvPicPr>
                <p:cNvPr id="744" name="Ink 743">
                  <a:extLst>
                    <a:ext uri="{FF2B5EF4-FFF2-40B4-BE49-F238E27FC236}">
                      <a16:creationId xmlns:a16="http://schemas.microsoft.com/office/drawing/2014/main" id="{9374F152-0B83-B3C7-BB62-AC5174BC0E2C}"/>
                    </a:ext>
                  </a:extLst>
                </p:cNvPr>
                <p:cNvPicPr/>
                <p:nvPr/>
              </p:nvPicPr>
              <p:blipFill>
                <a:blip r:embed="rId1029"/>
                <a:stretch>
                  <a:fillRect/>
                </a:stretch>
              </p:blipFill>
              <p:spPr>
                <a:xfrm>
                  <a:off x="1197246" y="1178631"/>
                  <a:ext cx="11520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1030">
              <p14:nvContentPartPr>
                <p14:cNvPr id="745" name="Ink 744">
                  <a:extLst>
                    <a:ext uri="{FF2B5EF4-FFF2-40B4-BE49-F238E27FC236}">
                      <a16:creationId xmlns:a16="http://schemas.microsoft.com/office/drawing/2014/main" id="{344791AB-08A6-855E-AF19-F18A6247EF1F}"/>
                    </a:ext>
                  </a:extLst>
                </p14:cNvPr>
                <p14:cNvContentPartPr/>
                <p14:nvPr/>
              </p14:nvContentPartPr>
              <p14:xfrm>
                <a:off x="1348446" y="1168191"/>
                <a:ext cx="114480" cy="157680"/>
              </p14:xfrm>
            </p:contentPart>
          </mc:Choice>
          <mc:Fallback xmlns="">
            <p:pic>
              <p:nvPicPr>
                <p:cNvPr id="745" name="Ink 744">
                  <a:extLst>
                    <a:ext uri="{FF2B5EF4-FFF2-40B4-BE49-F238E27FC236}">
                      <a16:creationId xmlns:a16="http://schemas.microsoft.com/office/drawing/2014/main" id="{344791AB-08A6-855E-AF19-F18A6247EF1F}"/>
                    </a:ext>
                  </a:extLst>
                </p:cNvPr>
                <p:cNvPicPr/>
                <p:nvPr/>
              </p:nvPicPr>
              <p:blipFill>
                <a:blip r:embed="rId1031"/>
                <a:stretch>
                  <a:fillRect/>
                </a:stretch>
              </p:blipFill>
              <p:spPr>
                <a:xfrm>
                  <a:off x="1339806" y="1159551"/>
                  <a:ext cx="13212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1032">
              <p14:nvContentPartPr>
                <p14:cNvPr id="746" name="Ink 745">
                  <a:extLst>
                    <a:ext uri="{FF2B5EF4-FFF2-40B4-BE49-F238E27FC236}">
                      <a16:creationId xmlns:a16="http://schemas.microsoft.com/office/drawing/2014/main" id="{FAE38EC1-CFB1-D8BD-B26C-05DD1A15BCDA}"/>
                    </a:ext>
                  </a:extLst>
                </p14:cNvPr>
                <p14:cNvContentPartPr/>
                <p14:nvPr/>
              </p14:nvContentPartPr>
              <p14:xfrm>
                <a:off x="1504686" y="1140471"/>
                <a:ext cx="145080" cy="178560"/>
              </p14:xfrm>
            </p:contentPart>
          </mc:Choice>
          <mc:Fallback xmlns="">
            <p:pic>
              <p:nvPicPr>
                <p:cNvPr id="746" name="Ink 745">
                  <a:extLst>
                    <a:ext uri="{FF2B5EF4-FFF2-40B4-BE49-F238E27FC236}">
                      <a16:creationId xmlns:a16="http://schemas.microsoft.com/office/drawing/2014/main" id="{FAE38EC1-CFB1-D8BD-B26C-05DD1A15BCDA}"/>
                    </a:ext>
                  </a:extLst>
                </p:cNvPr>
                <p:cNvPicPr/>
                <p:nvPr/>
              </p:nvPicPr>
              <p:blipFill>
                <a:blip r:embed="rId1033"/>
                <a:stretch>
                  <a:fillRect/>
                </a:stretch>
              </p:blipFill>
              <p:spPr>
                <a:xfrm>
                  <a:off x="1496046" y="1131831"/>
                  <a:ext cx="16272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1034">
              <p14:nvContentPartPr>
                <p14:cNvPr id="747" name="Ink 746">
                  <a:extLst>
                    <a:ext uri="{FF2B5EF4-FFF2-40B4-BE49-F238E27FC236}">
                      <a16:creationId xmlns:a16="http://schemas.microsoft.com/office/drawing/2014/main" id="{A0D3ADF4-FA65-F50E-84D7-A7416FEA17D2}"/>
                    </a:ext>
                  </a:extLst>
                </p14:cNvPr>
                <p14:cNvContentPartPr/>
                <p14:nvPr/>
              </p14:nvContentPartPr>
              <p14:xfrm>
                <a:off x="1682166" y="1151271"/>
                <a:ext cx="108000" cy="177480"/>
              </p14:xfrm>
            </p:contentPart>
          </mc:Choice>
          <mc:Fallback xmlns="">
            <p:pic>
              <p:nvPicPr>
                <p:cNvPr id="747" name="Ink 746">
                  <a:extLst>
                    <a:ext uri="{FF2B5EF4-FFF2-40B4-BE49-F238E27FC236}">
                      <a16:creationId xmlns:a16="http://schemas.microsoft.com/office/drawing/2014/main" id="{A0D3ADF4-FA65-F50E-84D7-A7416FEA17D2}"/>
                    </a:ext>
                  </a:extLst>
                </p:cNvPr>
                <p:cNvPicPr/>
                <p:nvPr/>
              </p:nvPicPr>
              <p:blipFill>
                <a:blip r:embed="rId1035"/>
                <a:stretch>
                  <a:fillRect/>
                </a:stretch>
              </p:blipFill>
              <p:spPr>
                <a:xfrm>
                  <a:off x="1673166" y="1142631"/>
                  <a:ext cx="125640" cy="195120"/>
                </a:xfrm>
                <a:prstGeom prst="rect">
                  <a:avLst/>
                </a:prstGeom>
              </p:spPr>
            </p:pic>
          </mc:Fallback>
        </mc:AlternateContent>
        <mc:AlternateContent xmlns:mc="http://schemas.openxmlformats.org/markup-compatibility/2006" xmlns:p14="http://schemas.microsoft.com/office/powerpoint/2010/main">
          <mc:Choice Requires="p14">
            <p:contentPart p14:bwMode="auto" r:id="rId1036">
              <p14:nvContentPartPr>
                <p14:cNvPr id="748" name="Ink 747">
                  <a:extLst>
                    <a:ext uri="{FF2B5EF4-FFF2-40B4-BE49-F238E27FC236}">
                      <a16:creationId xmlns:a16="http://schemas.microsoft.com/office/drawing/2014/main" id="{0198BCF3-2890-5E05-8642-40D19A124DD8}"/>
                    </a:ext>
                  </a:extLst>
                </p14:cNvPr>
                <p14:cNvContentPartPr/>
                <p14:nvPr/>
              </p14:nvContentPartPr>
              <p14:xfrm>
                <a:off x="1832646" y="1148031"/>
                <a:ext cx="126000" cy="157320"/>
              </p14:xfrm>
            </p:contentPart>
          </mc:Choice>
          <mc:Fallback xmlns="">
            <p:pic>
              <p:nvPicPr>
                <p:cNvPr id="748" name="Ink 747">
                  <a:extLst>
                    <a:ext uri="{FF2B5EF4-FFF2-40B4-BE49-F238E27FC236}">
                      <a16:creationId xmlns:a16="http://schemas.microsoft.com/office/drawing/2014/main" id="{0198BCF3-2890-5E05-8642-40D19A124DD8}"/>
                    </a:ext>
                  </a:extLst>
                </p:cNvPr>
                <p:cNvPicPr/>
                <p:nvPr/>
              </p:nvPicPr>
              <p:blipFill>
                <a:blip r:embed="rId1037"/>
                <a:stretch>
                  <a:fillRect/>
                </a:stretch>
              </p:blipFill>
              <p:spPr>
                <a:xfrm>
                  <a:off x="1824006" y="1139391"/>
                  <a:ext cx="14364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1038">
              <p14:nvContentPartPr>
                <p14:cNvPr id="749" name="Ink 748">
                  <a:extLst>
                    <a:ext uri="{FF2B5EF4-FFF2-40B4-BE49-F238E27FC236}">
                      <a16:creationId xmlns:a16="http://schemas.microsoft.com/office/drawing/2014/main" id="{E67F6283-FAE6-7E40-7AB6-D5E6E604A7F1}"/>
                    </a:ext>
                  </a:extLst>
                </p14:cNvPr>
                <p14:cNvContentPartPr/>
                <p14:nvPr/>
              </p14:nvContentPartPr>
              <p14:xfrm>
                <a:off x="1932726" y="1159551"/>
                <a:ext cx="149040" cy="174240"/>
              </p14:xfrm>
            </p:contentPart>
          </mc:Choice>
          <mc:Fallback xmlns="">
            <p:pic>
              <p:nvPicPr>
                <p:cNvPr id="749" name="Ink 748">
                  <a:extLst>
                    <a:ext uri="{FF2B5EF4-FFF2-40B4-BE49-F238E27FC236}">
                      <a16:creationId xmlns:a16="http://schemas.microsoft.com/office/drawing/2014/main" id="{E67F6283-FAE6-7E40-7AB6-D5E6E604A7F1}"/>
                    </a:ext>
                  </a:extLst>
                </p:cNvPr>
                <p:cNvPicPr/>
                <p:nvPr/>
              </p:nvPicPr>
              <p:blipFill>
                <a:blip r:embed="rId1039"/>
                <a:stretch>
                  <a:fillRect/>
                </a:stretch>
              </p:blipFill>
              <p:spPr>
                <a:xfrm>
                  <a:off x="1924086" y="1150551"/>
                  <a:ext cx="166680" cy="191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40">
            <p14:nvContentPartPr>
              <p14:cNvPr id="751" name="Ink 750">
                <a:extLst>
                  <a:ext uri="{FF2B5EF4-FFF2-40B4-BE49-F238E27FC236}">
                    <a16:creationId xmlns:a16="http://schemas.microsoft.com/office/drawing/2014/main" id="{6D452B7C-63C9-D683-65A9-1BD56F930CD9}"/>
                  </a:ext>
                </a:extLst>
              </p14:cNvPr>
              <p14:cNvContentPartPr/>
              <p14:nvPr/>
            </p14:nvContentPartPr>
            <p14:xfrm>
              <a:off x="895566" y="2039751"/>
              <a:ext cx="1871640" cy="103680"/>
            </p14:xfrm>
          </p:contentPart>
        </mc:Choice>
        <mc:Fallback xmlns="">
          <p:pic>
            <p:nvPicPr>
              <p:cNvPr id="751" name="Ink 750">
                <a:extLst>
                  <a:ext uri="{FF2B5EF4-FFF2-40B4-BE49-F238E27FC236}">
                    <a16:creationId xmlns:a16="http://schemas.microsoft.com/office/drawing/2014/main" id="{6D452B7C-63C9-D683-65A9-1BD56F930CD9}"/>
                  </a:ext>
                </a:extLst>
              </p:cNvPr>
              <p:cNvPicPr/>
              <p:nvPr/>
            </p:nvPicPr>
            <p:blipFill>
              <a:blip r:embed="rId1041"/>
              <a:stretch>
                <a:fillRect/>
              </a:stretch>
            </p:blipFill>
            <p:spPr>
              <a:xfrm>
                <a:off x="886566" y="2030751"/>
                <a:ext cx="1889280" cy="121320"/>
              </a:xfrm>
              <a:prstGeom prst="rect">
                <a:avLst/>
              </a:prstGeom>
            </p:spPr>
          </p:pic>
        </mc:Fallback>
      </mc:AlternateContent>
      <p:grpSp>
        <p:nvGrpSpPr>
          <p:cNvPr id="756" name="Group 755">
            <a:extLst>
              <a:ext uri="{FF2B5EF4-FFF2-40B4-BE49-F238E27FC236}">
                <a16:creationId xmlns:a16="http://schemas.microsoft.com/office/drawing/2014/main" id="{4C1DF23B-EBAB-22E3-0636-E46067E330BB}"/>
              </a:ext>
            </a:extLst>
          </p:cNvPr>
          <p:cNvGrpSpPr/>
          <p:nvPr/>
        </p:nvGrpSpPr>
        <p:grpSpPr>
          <a:xfrm>
            <a:off x="1395246" y="2256831"/>
            <a:ext cx="404640" cy="309600"/>
            <a:chOff x="1395246" y="2256831"/>
            <a:chExt cx="404640" cy="309600"/>
          </a:xfrm>
        </p:grpSpPr>
        <mc:AlternateContent xmlns:mc="http://schemas.openxmlformats.org/markup-compatibility/2006" xmlns:p14="http://schemas.microsoft.com/office/powerpoint/2010/main">
          <mc:Choice Requires="p14">
            <p:contentPart p14:bwMode="auto" r:id="rId1042">
              <p14:nvContentPartPr>
                <p14:cNvPr id="752" name="Ink 751">
                  <a:extLst>
                    <a:ext uri="{FF2B5EF4-FFF2-40B4-BE49-F238E27FC236}">
                      <a16:creationId xmlns:a16="http://schemas.microsoft.com/office/drawing/2014/main" id="{8C1567DD-8182-C47F-E6EC-2BD6058B4BA2}"/>
                    </a:ext>
                  </a:extLst>
                </p14:cNvPr>
                <p14:cNvContentPartPr/>
                <p14:nvPr/>
              </p14:nvContentPartPr>
              <p14:xfrm>
                <a:off x="1395246" y="2256831"/>
                <a:ext cx="239400" cy="29880"/>
              </p14:xfrm>
            </p:contentPart>
          </mc:Choice>
          <mc:Fallback xmlns="">
            <p:pic>
              <p:nvPicPr>
                <p:cNvPr id="752" name="Ink 751">
                  <a:extLst>
                    <a:ext uri="{FF2B5EF4-FFF2-40B4-BE49-F238E27FC236}">
                      <a16:creationId xmlns:a16="http://schemas.microsoft.com/office/drawing/2014/main" id="{8C1567DD-8182-C47F-E6EC-2BD6058B4BA2}"/>
                    </a:ext>
                  </a:extLst>
                </p:cNvPr>
                <p:cNvPicPr/>
                <p:nvPr/>
              </p:nvPicPr>
              <p:blipFill>
                <a:blip r:embed="rId1043"/>
                <a:stretch>
                  <a:fillRect/>
                </a:stretch>
              </p:blipFill>
              <p:spPr>
                <a:xfrm>
                  <a:off x="1386606" y="2247831"/>
                  <a:ext cx="25704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1044">
              <p14:nvContentPartPr>
                <p14:cNvPr id="753" name="Ink 752">
                  <a:extLst>
                    <a:ext uri="{FF2B5EF4-FFF2-40B4-BE49-F238E27FC236}">
                      <a16:creationId xmlns:a16="http://schemas.microsoft.com/office/drawing/2014/main" id="{4E2E45F4-D5F7-451B-58B8-9A8ED8D59841}"/>
                    </a:ext>
                  </a:extLst>
                </p14:cNvPr>
                <p14:cNvContentPartPr/>
                <p14:nvPr/>
              </p14:nvContentPartPr>
              <p14:xfrm>
                <a:off x="1554366" y="2301111"/>
                <a:ext cx="360" cy="360"/>
              </p14:xfrm>
            </p:contentPart>
          </mc:Choice>
          <mc:Fallback xmlns="">
            <p:pic>
              <p:nvPicPr>
                <p:cNvPr id="753" name="Ink 752">
                  <a:extLst>
                    <a:ext uri="{FF2B5EF4-FFF2-40B4-BE49-F238E27FC236}">
                      <a16:creationId xmlns:a16="http://schemas.microsoft.com/office/drawing/2014/main" id="{4E2E45F4-D5F7-451B-58B8-9A8ED8D59841}"/>
                    </a:ext>
                  </a:extLst>
                </p:cNvPr>
                <p:cNvPicPr/>
                <p:nvPr/>
              </p:nvPicPr>
              <p:blipFill>
                <a:blip r:embed="rId620"/>
                <a:stretch>
                  <a:fillRect/>
                </a:stretch>
              </p:blipFill>
              <p:spPr>
                <a:xfrm>
                  <a:off x="1545726" y="229211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045">
              <p14:nvContentPartPr>
                <p14:cNvPr id="754" name="Ink 753">
                  <a:extLst>
                    <a:ext uri="{FF2B5EF4-FFF2-40B4-BE49-F238E27FC236}">
                      <a16:creationId xmlns:a16="http://schemas.microsoft.com/office/drawing/2014/main" id="{B50D2EF7-C746-0579-6686-444B3C897449}"/>
                    </a:ext>
                  </a:extLst>
                </p14:cNvPr>
                <p14:cNvContentPartPr/>
                <p14:nvPr/>
              </p14:nvContentPartPr>
              <p14:xfrm>
                <a:off x="1508646" y="2296791"/>
                <a:ext cx="4680" cy="207720"/>
              </p14:xfrm>
            </p:contentPart>
          </mc:Choice>
          <mc:Fallback xmlns="">
            <p:pic>
              <p:nvPicPr>
                <p:cNvPr id="754" name="Ink 753">
                  <a:extLst>
                    <a:ext uri="{FF2B5EF4-FFF2-40B4-BE49-F238E27FC236}">
                      <a16:creationId xmlns:a16="http://schemas.microsoft.com/office/drawing/2014/main" id="{B50D2EF7-C746-0579-6686-444B3C897449}"/>
                    </a:ext>
                  </a:extLst>
                </p:cNvPr>
                <p:cNvPicPr/>
                <p:nvPr/>
              </p:nvPicPr>
              <p:blipFill>
                <a:blip r:embed="rId1046"/>
                <a:stretch>
                  <a:fillRect/>
                </a:stretch>
              </p:blipFill>
              <p:spPr>
                <a:xfrm>
                  <a:off x="1500006" y="2287791"/>
                  <a:ext cx="22320" cy="225360"/>
                </a:xfrm>
                <a:prstGeom prst="rect">
                  <a:avLst/>
                </a:prstGeom>
              </p:spPr>
            </p:pic>
          </mc:Fallback>
        </mc:AlternateContent>
        <mc:AlternateContent xmlns:mc="http://schemas.openxmlformats.org/markup-compatibility/2006" xmlns:p14="http://schemas.microsoft.com/office/powerpoint/2010/main">
          <mc:Choice Requires="p14">
            <p:contentPart p14:bwMode="auto" r:id="rId1047">
              <p14:nvContentPartPr>
                <p14:cNvPr id="755" name="Ink 754">
                  <a:extLst>
                    <a:ext uri="{FF2B5EF4-FFF2-40B4-BE49-F238E27FC236}">
                      <a16:creationId xmlns:a16="http://schemas.microsoft.com/office/drawing/2014/main" id="{1BB9A18E-D94F-4952-B8EC-25224673B5B8}"/>
                    </a:ext>
                  </a:extLst>
                </p14:cNvPr>
                <p14:cNvContentPartPr/>
                <p14:nvPr/>
              </p14:nvContentPartPr>
              <p14:xfrm>
                <a:off x="1633566" y="2368431"/>
                <a:ext cx="166320" cy="198000"/>
              </p14:xfrm>
            </p:contentPart>
          </mc:Choice>
          <mc:Fallback xmlns="">
            <p:pic>
              <p:nvPicPr>
                <p:cNvPr id="755" name="Ink 754">
                  <a:extLst>
                    <a:ext uri="{FF2B5EF4-FFF2-40B4-BE49-F238E27FC236}">
                      <a16:creationId xmlns:a16="http://schemas.microsoft.com/office/drawing/2014/main" id="{1BB9A18E-D94F-4952-B8EC-25224673B5B8}"/>
                    </a:ext>
                  </a:extLst>
                </p:cNvPr>
                <p:cNvPicPr/>
                <p:nvPr/>
              </p:nvPicPr>
              <p:blipFill>
                <a:blip r:embed="rId1048"/>
                <a:stretch>
                  <a:fillRect/>
                </a:stretch>
              </p:blipFill>
              <p:spPr>
                <a:xfrm>
                  <a:off x="1624566" y="2359431"/>
                  <a:ext cx="183960" cy="215640"/>
                </a:xfrm>
                <a:prstGeom prst="rect">
                  <a:avLst/>
                </a:prstGeom>
              </p:spPr>
            </p:pic>
          </mc:Fallback>
        </mc:AlternateContent>
      </p:grpSp>
    </p:spTree>
    <p:extLst>
      <p:ext uri="{BB962C8B-B14F-4D97-AF65-F5344CB8AC3E}">
        <p14:creationId xmlns:p14="http://schemas.microsoft.com/office/powerpoint/2010/main" val="778646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245F6-40D3-9A2C-BA90-4F9FFF116183}"/>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EE6ACB23-8F25-628C-B94E-0596137D56A6}"/>
              </a:ext>
            </a:extLst>
          </p:cNvPr>
          <p:cNvSpPr txBox="1"/>
          <p:nvPr/>
        </p:nvSpPr>
        <p:spPr>
          <a:xfrm>
            <a:off x="1147286" y="1167224"/>
            <a:ext cx="5989472" cy="1745863"/>
          </a:xfrm>
          <a:prstGeom prst="rect">
            <a:avLst/>
          </a:prstGeom>
          <a:noFill/>
        </p:spPr>
        <p:txBody>
          <a:bodyPr wrap="square">
            <a:spAutoFit/>
          </a:bodyPr>
          <a:lstStyle/>
          <a:p>
            <a:pPr>
              <a:lnSpc>
                <a:spcPct val="115000"/>
              </a:lnSpc>
              <a:spcAft>
                <a:spcPts val="800"/>
              </a:spcAft>
            </a:pPr>
            <a:r>
              <a:rPr lang="en-US" sz="3200" kern="0" dirty="0">
                <a:latin typeface="Times New Roman" panose="02020603050405020304" pitchFamily="18" charset="0"/>
                <a:ea typeface="Times New Roman" panose="02020603050405020304" pitchFamily="18" charset="0"/>
                <a:cs typeface="Times New Roman" panose="02020603050405020304" pitchFamily="18" charset="0"/>
              </a:rPr>
              <a:t>A system of two cables supports a 14.0 kg ball as shown. What is the </a:t>
            </a:r>
            <a:r>
              <a:rPr lang="en-US" sz="32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tension</a:t>
            </a:r>
            <a:r>
              <a:rPr lang="en-US" sz="3200" kern="0" dirty="0">
                <a:latin typeface="Times New Roman" panose="02020603050405020304" pitchFamily="18" charset="0"/>
                <a:ea typeface="Times New Roman" panose="02020603050405020304" pitchFamily="18" charset="0"/>
                <a:cs typeface="Times New Roman" panose="02020603050405020304" pitchFamily="18" charset="0"/>
              </a:rPr>
              <a:t> on the right cable? </a:t>
            </a:r>
          </a:p>
        </p:txBody>
      </p:sp>
      <p:pic>
        <p:nvPicPr>
          <p:cNvPr id="4" name="Picture 3">
            <a:extLst>
              <a:ext uri="{FF2B5EF4-FFF2-40B4-BE49-F238E27FC236}">
                <a16:creationId xmlns:a16="http://schemas.microsoft.com/office/drawing/2014/main" id="{6396EE78-2C3C-E552-2788-BF6AB79F5C85}"/>
              </a:ext>
            </a:extLst>
          </p:cNvPr>
          <p:cNvPicPr>
            <a:picLocks noChangeAspect="1"/>
          </p:cNvPicPr>
          <p:nvPr/>
        </p:nvPicPr>
        <p:blipFill>
          <a:blip r:embed="rId3"/>
          <a:stretch>
            <a:fillRect/>
          </a:stretch>
        </p:blipFill>
        <p:spPr>
          <a:xfrm>
            <a:off x="7659329" y="1269387"/>
            <a:ext cx="2640914" cy="2488370"/>
          </a:xfrm>
          <a:prstGeom prst="rect">
            <a:avLst/>
          </a:prstGeom>
        </p:spPr>
      </p:pic>
      <p:sp>
        <p:nvSpPr>
          <p:cNvPr id="7" name="Title 3">
            <a:extLst>
              <a:ext uri="{FF2B5EF4-FFF2-40B4-BE49-F238E27FC236}">
                <a16:creationId xmlns:a16="http://schemas.microsoft.com/office/drawing/2014/main" id="{DDAC2B93-6433-6F46-DCF2-D72D7B778652}"/>
              </a:ext>
            </a:extLst>
          </p:cNvPr>
          <p:cNvSpPr txBox="1">
            <a:spLocks/>
          </p:cNvSpPr>
          <p:nvPr/>
        </p:nvSpPr>
        <p:spPr>
          <a:xfrm>
            <a:off x="0" y="-7441"/>
            <a:ext cx="12192000" cy="701731"/>
          </a:xfrm>
          <a:prstGeom prst="rect">
            <a:avLst/>
          </a:prstGeom>
          <a:solidFill>
            <a:schemeClr val="bg2">
              <a:lumMod val="75000"/>
            </a:schemeClr>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latin typeface="Times New Roman" panose="02020603050405020304" pitchFamily="18" charset="0"/>
                <a:cs typeface="Times New Roman" panose="02020603050405020304" pitchFamily="18" charset="0"/>
              </a:rPr>
              <a:t>Example 3a: Mass at Rest</a:t>
            </a:r>
            <a:endParaRPr lang="en-US" b="1" dirty="0">
              <a:latin typeface="Times New Roman" panose="02020603050405020304" pitchFamily="18" charset="0"/>
              <a:ea typeface="STKaiti" panose="020B0503020204020204" pitchFamily="2" charset="-122"/>
              <a:cs typeface="Times New Roman" panose="02020603050405020304" pitchFamily="18" charset="0"/>
            </a:endParaRPr>
          </a:p>
        </p:txBody>
      </p:sp>
      <p:grpSp>
        <p:nvGrpSpPr>
          <p:cNvPr id="47" name="Group 46">
            <a:extLst>
              <a:ext uri="{FF2B5EF4-FFF2-40B4-BE49-F238E27FC236}">
                <a16:creationId xmlns:a16="http://schemas.microsoft.com/office/drawing/2014/main" id="{EB54AD10-5F56-CEA8-8F5E-ED75F213F293}"/>
              </a:ext>
            </a:extLst>
          </p:cNvPr>
          <p:cNvGrpSpPr/>
          <p:nvPr/>
        </p:nvGrpSpPr>
        <p:grpSpPr>
          <a:xfrm>
            <a:off x="8430540" y="4360380"/>
            <a:ext cx="2142360" cy="2053800"/>
            <a:chOff x="8430540" y="4360380"/>
            <a:chExt cx="2142360" cy="2053800"/>
          </a:xfrm>
        </p:grpSpPr>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44C496E4-BF53-51E9-E116-61D0BEE3979D}"/>
                    </a:ext>
                  </a:extLst>
                </p14:cNvPr>
                <p14:cNvContentPartPr/>
                <p14:nvPr/>
              </p14:nvContentPartPr>
              <p14:xfrm>
                <a:off x="9372660" y="5149500"/>
                <a:ext cx="360" cy="360"/>
              </p14:xfrm>
            </p:contentPart>
          </mc:Choice>
          <mc:Fallback xmlns="">
            <p:pic>
              <p:nvPicPr>
                <p:cNvPr id="10" name="Ink 9">
                  <a:extLst>
                    <a:ext uri="{FF2B5EF4-FFF2-40B4-BE49-F238E27FC236}">
                      <a16:creationId xmlns:a16="http://schemas.microsoft.com/office/drawing/2014/main" id="{44C496E4-BF53-51E9-E116-61D0BEE3979D}"/>
                    </a:ext>
                  </a:extLst>
                </p:cNvPr>
                <p:cNvPicPr/>
                <p:nvPr/>
              </p:nvPicPr>
              <p:blipFill>
                <a:blip r:embed="rId5"/>
                <a:stretch>
                  <a:fillRect/>
                </a:stretch>
              </p:blipFill>
              <p:spPr>
                <a:xfrm>
                  <a:off x="9363660" y="514050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1" name="Ink 10">
                  <a:extLst>
                    <a:ext uri="{FF2B5EF4-FFF2-40B4-BE49-F238E27FC236}">
                      <a16:creationId xmlns:a16="http://schemas.microsoft.com/office/drawing/2014/main" id="{064AE8FE-B80F-307D-A95B-A1DD8C0B1D31}"/>
                    </a:ext>
                  </a:extLst>
                </p14:cNvPr>
                <p14:cNvContentPartPr/>
                <p14:nvPr/>
              </p14:nvContentPartPr>
              <p14:xfrm>
                <a:off x="9340260" y="5197740"/>
                <a:ext cx="120600" cy="68760"/>
              </p14:xfrm>
            </p:contentPart>
          </mc:Choice>
          <mc:Fallback xmlns="">
            <p:pic>
              <p:nvPicPr>
                <p:cNvPr id="11" name="Ink 10">
                  <a:extLst>
                    <a:ext uri="{FF2B5EF4-FFF2-40B4-BE49-F238E27FC236}">
                      <a16:creationId xmlns:a16="http://schemas.microsoft.com/office/drawing/2014/main" id="{064AE8FE-B80F-307D-A95B-A1DD8C0B1D31}"/>
                    </a:ext>
                  </a:extLst>
                </p:cNvPr>
                <p:cNvPicPr/>
                <p:nvPr/>
              </p:nvPicPr>
              <p:blipFill>
                <a:blip r:embed="rId7"/>
                <a:stretch>
                  <a:fillRect/>
                </a:stretch>
              </p:blipFill>
              <p:spPr>
                <a:xfrm>
                  <a:off x="9331260" y="5189100"/>
                  <a:ext cx="138240" cy="864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3" name="Ink 12">
                  <a:extLst>
                    <a:ext uri="{FF2B5EF4-FFF2-40B4-BE49-F238E27FC236}">
                      <a16:creationId xmlns:a16="http://schemas.microsoft.com/office/drawing/2014/main" id="{938FD3E9-522C-67C6-4EBA-D6732B530A37}"/>
                    </a:ext>
                  </a:extLst>
                </p14:cNvPr>
                <p14:cNvContentPartPr/>
                <p14:nvPr/>
              </p14:nvContentPartPr>
              <p14:xfrm>
                <a:off x="9432420" y="5261820"/>
                <a:ext cx="8280" cy="3960"/>
              </p14:xfrm>
            </p:contentPart>
          </mc:Choice>
          <mc:Fallback xmlns="">
            <p:pic>
              <p:nvPicPr>
                <p:cNvPr id="13" name="Ink 12">
                  <a:extLst>
                    <a:ext uri="{FF2B5EF4-FFF2-40B4-BE49-F238E27FC236}">
                      <a16:creationId xmlns:a16="http://schemas.microsoft.com/office/drawing/2014/main" id="{938FD3E9-522C-67C6-4EBA-D6732B530A37}"/>
                    </a:ext>
                  </a:extLst>
                </p:cNvPr>
                <p:cNvPicPr/>
                <p:nvPr/>
              </p:nvPicPr>
              <p:blipFill>
                <a:blip r:embed="rId9"/>
                <a:stretch>
                  <a:fillRect/>
                </a:stretch>
              </p:blipFill>
              <p:spPr>
                <a:xfrm>
                  <a:off x="9423420" y="5253180"/>
                  <a:ext cx="2592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 name="Ink 14">
                  <a:extLst>
                    <a:ext uri="{FF2B5EF4-FFF2-40B4-BE49-F238E27FC236}">
                      <a16:creationId xmlns:a16="http://schemas.microsoft.com/office/drawing/2014/main" id="{3C0DE178-5A83-A822-2964-67027BB164E4}"/>
                    </a:ext>
                  </a:extLst>
                </p14:cNvPr>
                <p14:cNvContentPartPr/>
                <p14:nvPr/>
              </p14:nvContentPartPr>
              <p14:xfrm>
                <a:off x="9406140" y="5268660"/>
                <a:ext cx="18360" cy="577080"/>
              </p14:xfrm>
            </p:contentPart>
          </mc:Choice>
          <mc:Fallback xmlns="">
            <p:pic>
              <p:nvPicPr>
                <p:cNvPr id="15" name="Ink 14">
                  <a:extLst>
                    <a:ext uri="{FF2B5EF4-FFF2-40B4-BE49-F238E27FC236}">
                      <a16:creationId xmlns:a16="http://schemas.microsoft.com/office/drawing/2014/main" id="{3C0DE178-5A83-A822-2964-67027BB164E4}"/>
                    </a:ext>
                  </a:extLst>
                </p:cNvPr>
                <p:cNvPicPr/>
                <p:nvPr/>
              </p:nvPicPr>
              <p:blipFill>
                <a:blip r:embed="rId11"/>
                <a:stretch>
                  <a:fillRect/>
                </a:stretch>
              </p:blipFill>
              <p:spPr>
                <a:xfrm>
                  <a:off x="9397500" y="5260020"/>
                  <a:ext cx="36000" cy="5947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6" name="Ink 15">
                  <a:extLst>
                    <a:ext uri="{FF2B5EF4-FFF2-40B4-BE49-F238E27FC236}">
                      <a16:creationId xmlns:a16="http://schemas.microsoft.com/office/drawing/2014/main" id="{41E383AF-0BEA-E978-1B9D-847449FAD9FE}"/>
                    </a:ext>
                  </a:extLst>
                </p14:cNvPr>
                <p14:cNvContentPartPr/>
                <p14:nvPr/>
              </p14:nvContentPartPr>
              <p14:xfrm>
                <a:off x="9335940" y="5716500"/>
                <a:ext cx="154440" cy="173160"/>
              </p14:xfrm>
            </p:contentPart>
          </mc:Choice>
          <mc:Fallback xmlns="">
            <p:pic>
              <p:nvPicPr>
                <p:cNvPr id="16" name="Ink 15">
                  <a:extLst>
                    <a:ext uri="{FF2B5EF4-FFF2-40B4-BE49-F238E27FC236}">
                      <a16:creationId xmlns:a16="http://schemas.microsoft.com/office/drawing/2014/main" id="{41E383AF-0BEA-E978-1B9D-847449FAD9FE}"/>
                    </a:ext>
                  </a:extLst>
                </p:cNvPr>
                <p:cNvPicPr/>
                <p:nvPr/>
              </p:nvPicPr>
              <p:blipFill>
                <a:blip r:embed="rId13"/>
                <a:stretch>
                  <a:fillRect/>
                </a:stretch>
              </p:blipFill>
              <p:spPr>
                <a:xfrm>
                  <a:off x="9326940" y="5707500"/>
                  <a:ext cx="172080" cy="1908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7" name="Ink 16">
                  <a:extLst>
                    <a:ext uri="{FF2B5EF4-FFF2-40B4-BE49-F238E27FC236}">
                      <a16:creationId xmlns:a16="http://schemas.microsoft.com/office/drawing/2014/main" id="{2BEA9980-267A-3697-9F2E-A64ACD4A7BC9}"/>
                    </a:ext>
                  </a:extLst>
                </p14:cNvPr>
                <p14:cNvContentPartPr/>
                <p14:nvPr/>
              </p14:nvContentPartPr>
              <p14:xfrm>
                <a:off x="9289500" y="5707500"/>
                <a:ext cx="226800" cy="37080"/>
              </p14:xfrm>
            </p:contentPart>
          </mc:Choice>
          <mc:Fallback xmlns="">
            <p:pic>
              <p:nvPicPr>
                <p:cNvPr id="17" name="Ink 16">
                  <a:extLst>
                    <a:ext uri="{FF2B5EF4-FFF2-40B4-BE49-F238E27FC236}">
                      <a16:creationId xmlns:a16="http://schemas.microsoft.com/office/drawing/2014/main" id="{2BEA9980-267A-3697-9F2E-A64ACD4A7BC9}"/>
                    </a:ext>
                  </a:extLst>
                </p:cNvPr>
                <p:cNvPicPr/>
                <p:nvPr/>
              </p:nvPicPr>
              <p:blipFill>
                <a:blip r:embed="rId15"/>
                <a:stretch>
                  <a:fillRect/>
                </a:stretch>
              </p:blipFill>
              <p:spPr>
                <a:xfrm>
                  <a:off x="9280860" y="5698500"/>
                  <a:ext cx="24444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8" name="Ink 17">
                  <a:extLst>
                    <a:ext uri="{FF2B5EF4-FFF2-40B4-BE49-F238E27FC236}">
                      <a16:creationId xmlns:a16="http://schemas.microsoft.com/office/drawing/2014/main" id="{61AC2031-D9AA-89C2-D813-A799A1E6ADE1}"/>
                    </a:ext>
                  </a:extLst>
                </p14:cNvPr>
                <p14:cNvContentPartPr/>
                <p14:nvPr/>
              </p14:nvContentPartPr>
              <p14:xfrm>
                <a:off x="9246300" y="5991900"/>
                <a:ext cx="10440" cy="233640"/>
              </p14:xfrm>
            </p:contentPart>
          </mc:Choice>
          <mc:Fallback xmlns="">
            <p:pic>
              <p:nvPicPr>
                <p:cNvPr id="18" name="Ink 17">
                  <a:extLst>
                    <a:ext uri="{FF2B5EF4-FFF2-40B4-BE49-F238E27FC236}">
                      <a16:creationId xmlns:a16="http://schemas.microsoft.com/office/drawing/2014/main" id="{61AC2031-D9AA-89C2-D813-A799A1E6ADE1}"/>
                    </a:ext>
                  </a:extLst>
                </p:cNvPr>
                <p:cNvPicPr/>
                <p:nvPr/>
              </p:nvPicPr>
              <p:blipFill>
                <a:blip r:embed="rId17"/>
                <a:stretch>
                  <a:fillRect/>
                </a:stretch>
              </p:blipFill>
              <p:spPr>
                <a:xfrm>
                  <a:off x="9237300" y="5983260"/>
                  <a:ext cx="28080" cy="2512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9" name="Ink 18">
                  <a:extLst>
                    <a:ext uri="{FF2B5EF4-FFF2-40B4-BE49-F238E27FC236}">
                      <a16:creationId xmlns:a16="http://schemas.microsoft.com/office/drawing/2014/main" id="{D5D0C7F1-6D3C-BEFA-9FF5-F05C653C9A53}"/>
                    </a:ext>
                  </a:extLst>
                </p14:cNvPr>
                <p14:cNvContentPartPr/>
                <p14:nvPr/>
              </p14:nvContentPartPr>
              <p14:xfrm>
                <a:off x="9226500" y="5972460"/>
                <a:ext cx="187560" cy="23400"/>
              </p14:xfrm>
            </p:contentPart>
          </mc:Choice>
          <mc:Fallback xmlns="">
            <p:pic>
              <p:nvPicPr>
                <p:cNvPr id="19" name="Ink 18">
                  <a:extLst>
                    <a:ext uri="{FF2B5EF4-FFF2-40B4-BE49-F238E27FC236}">
                      <a16:creationId xmlns:a16="http://schemas.microsoft.com/office/drawing/2014/main" id="{D5D0C7F1-6D3C-BEFA-9FF5-F05C653C9A53}"/>
                    </a:ext>
                  </a:extLst>
                </p:cNvPr>
                <p:cNvPicPr/>
                <p:nvPr/>
              </p:nvPicPr>
              <p:blipFill>
                <a:blip r:embed="rId19"/>
                <a:stretch>
                  <a:fillRect/>
                </a:stretch>
              </p:blipFill>
              <p:spPr>
                <a:xfrm>
                  <a:off x="9217860" y="5963460"/>
                  <a:ext cx="20520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0" name="Ink 19">
                  <a:extLst>
                    <a:ext uri="{FF2B5EF4-FFF2-40B4-BE49-F238E27FC236}">
                      <a16:creationId xmlns:a16="http://schemas.microsoft.com/office/drawing/2014/main" id="{2E65D6C1-467F-FAEA-9ADD-FB18128124F3}"/>
                    </a:ext>
                  </a:extLst>
                </p14:cNvPr>
                <p14:cNvContentPartPr/>
                <p14:nvPr/>
              </p14:nvContentPartPr>
              <p14:xfrm>
                <a:off x="9260700" y="6101700"/>
                <a:ext cx="81360" cy="4320"/>
              </p14:xfrm>
            </p:contentPart>
          </mc:Choice>
          <mc:Fallback xmlns="">
            <p:pic>
              <p:nvPicPr>
                <p:cNvPr id="20" name="Ink 19">
                  <a:extLst>
                    <a:ext uri="{FF2B5EF4-FFF2-40B4-BE49-F238E27FC236}">
                      <a16:creationId xmlns:a16="http://schemas.microsoft.com/office/drawing/2014/main" id="{2E65D6C1-467F-FAEA-9ADD-FB18128124F3}"/>
                    </a:ext>
                  </a:extLst>
                </p:cNvPr>
                <p:cNvPicPr/>
                <p:nvPr/>
              </p:nvPicPr>
              <p:blipFill>
                <a:blip r:embed="rId21"/>
                <a:stretch>
                  <a:fillRect/>
                </a:stretch>
              </p:blipFill>
              <p:spPr>
                <a:xfrm>
                  <a:off x="9252060" y="6092700"/>
                  <a:ext cx="9900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1" name="Ink 20">
                  <a:extLst>
                    <a:ext uri="{FF2B5EF4-FFF2-40B4-BE49-F238E27FC236}">
                      <a16:creationId xmlns:a16="http://schemas.microsoft.com/office/drawing/2014/main" id="{D6FCEE13-FBDE-DCB1-6332-A3D13D9F0493}"/>
                    </a:ext>
                  </a:extLst>
                </p14:cNvPr>
                <p14:cNvContentPartPr/>
                <p14:nvPr/>
              </p14:nvContentPartPr>
              <p14:xfrm>
                <a:off x="9369420" y="6070020"/>
                <a:ext cx="127800" cy="344160"/>
              </p14:xfrm>
            </p:contentPart>
          </mc:Choice>
          <mc:Fallback xmlns="">
            <p:pic>
              <p:nvPicPr>
                <p:cNvPr id="21" name="Ink 20">
                  <a:extLst>
                    <a:ext uri="{FF2B5EF4-FFF2-40B4-BE49-F238E27FC236}">
                      <a16:creationId xmlns:a16="http://schemas.microsoft.com/office/drawing/2014/main" id="{D6FCEE13-FBDE-DCB1-6332-A3D13D9F0493}"/>
                    </a:ext>
                  </a:extLst>
                </p:cNvPr>
                <p:cNvPicPr/>
                <p:nvPr/>
              </p:nvPicPr>
              <p:blipFill>
                <a:blip r:embed="rId23"/>
                <a:stretch>
                  <a:fillRect/>
                </a:stretch>
              </p:blipFill>
              <p:spPr>
                <a:xfrm>
                  <a:off x="9360780" y="6061020"/>
                  <a:ext cx="145440" cy="3618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2" name="Ink 21">
                  <a:extLst>
                    <a:ext uri="{FF2B5EF4-FFF2-40B4-BE49-F238E27FC236}">
                      <a16:creationId xmlns:a16="http://schemas.microsoft.com/office/drawing/2014/main" id="{8E0BF5B8-CD44-6BFE-F158-5E0EFC13BAF0}"/>
                    </a:ext>
                  </a:extLst>
                </p14:cNvPr>
                <p14:cNvContentPartPr/>
                <p14:nvPr/>
              </p14:nvContentPartPr>
              <p14:xfrm>
                <a:off x="9594420" y="6040500"/>
                <a:ext cx="116640" cy="18360"/>
              </p14:xfrm>
            </p:contentPart>
          </mc:Choice>
          <mc:Fallback xmlns="">
            <p:pic>
              <p:nvPicPr>
                <p:cNvPr id="22" name="Ink 21">
                  <a:extLst>
                    <a:ext uri="{FF2B5EF4-FFF2-40B4-BE49-F238E27FC236}">
                      <a16:creationId xmlns:a16="http://schemas.microsoft.com/office/drawing/2014/main" id="{8E0BF5B8-CD44-6BFE-F158-5E0EFC13BAF0}"/>
                    </a:ext>
                  </a:extLst>
                </p:cNvPr>
                <p:cNvPicPr/>
                <p:nvPr/>
              </p:nvPicPr>
              <p:blipFill>
                <a:blip r:embed="rId25"/>
                <a:stretch>
                  <a:fillRect/>
                </a:stretch>
              </p:blipFill>
              <p:spPr>
                <a:xfrm>
                  <a:off x="9585420" y="6031860"/>
                  <a:ext cx="13428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3" name="Ink 22">
                  <a:extLst>
                    <a:ext uri="{FF2B5EF4-FFF2-40B4-BE49-F238E27FC236}">
                      <a16:creationId xmlns:a16="http://schemas.microsoft.com/office/drawing/2014/main" id="{3FD876A9-3062-1FB2-5BEC-6F5076BD60A8}"/>
                    </a:ext>
                  </a:extLst>
                </p14:cNvPr>
                <p14:cNvContentPartPr/>
                <p14:nvPr/>
              </p14:nvContentPartPr>
              <p14:xfrm>
                <a:off x="9601260" y="6104940"/>
                <a:ext cx="120240" cy="22320"/>
              </p14:xfrm>
            </p:contentPart>
          </mc:Choice>
          <mc:Fallback xmlns="">
            <p:pic>
              <p:nvPicPr>
                <p:cNvPr id="23" name="Ink 22">
                  <a:extLst>
                    <a:ext uri="{FF2B5EF4-FFF2-40B4-BE49-F238E27FC236}">
                      <a16:creationId xmlns:a16="http://schemas.microsoft.com/office/drawing/2014/main" id="{3FD876A9-3062-1FB2-5BEC-6F5076BD60A8}"/>
                    </a:ext>
                  </a:extLst>
                </p:cNvPr>
                <p:cNvPicPr/>
                <p:nvPr/>
              </p:nvPicPr>
              <p:blipFill>
                <a:blip r:embed="rId27"/>
                <a:stretch>
                  <a:fillRect/>
                </a:stretch>
              </p:blipFill>
              <p:spPr>
                <a:xfrm>
                  <a:off x="9592620" y="6096300"/>
                  <a:ext cx="13788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4" name="Ink 23">
                  <a:extLst>
                    <a:ext uri="{FF2B5EF4-FFF2-40B4-BE49-F238E27FC236}">
                      <a16:creationId xmlns:a16="http://schemas.microsoft.com/office/drawing/2014/main" id="{42C3CB65-C5BA-6831-FA7D-E7A1113FC547}"/>
                    </a:ext>
                  </a:extLst>
                </p14:cNvPr>
                <p14:cNvContentPartPr/>
                <p14:nvPr/>
              </p14:nvContentPartPr>
              <p14:xfrm>
                <a:off x="9806460" y="5933580"/>
                <a:ext cx="267840" cy="177840"/>
              </p14:xfrm>
            </p:contentPart>
          </mc:Choice>
          <mc:Fallback xmlns="">
            <p:pic>
              <p:nvPicPr>
                <p:cNvPr id="24" name="Ink 23">
                  <a:extLst>
                    <a:ext uri="{FF2B5EF4-FFF2-40B4-BE49-F238E27FC236}">
                      <a16:creationId xmlns:a16="http://schemas.microsoft.com/office/drawing/2014/main" id="{42C3CB65-C5BA-6831-FA7D-E7A1113FC547}"/>
                    </a:ext>
                  </a:extLst>
                </p:cNvPr>
                <p:cNvPicPr/>
                <p:nvPr/>
              </p:nvPicPr>
              <p:blipFill>
                <a:blip r:embed="rId29"/>
                <a:stretch>
                  <a:fillRect/>
                </a:stretch>
              </p:blipFill>
              <p:spPr>
                <a:xfrm>
                  <a:off x="9797820" y="5924940"/>
                  <a:ext cx="285480" cy="1954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5" name="Ink 24">
                  <a:extLst>
                    <a:ext uri="{FF2B5EF4-FFF2-40B4-BE49-F238E27FC236}">
                      <a16:creationId xmlns:a16="http://schemas.microsoft.com/office/drawing/2014/main" id="{F082D7F6-15BF-E47D-590B-80CC91DCC777}"/>
                    </a:ext>
                  </a:extLst>
                </p14:cNvPr>
                <p14:cNvContentPartPr/>
                <p14:nvPr/>
              </p14:nvContentPartPr>
              <p14:xfrm>
                <a:off x="10135140" y="5932140"/>
                <a:ext cx="123120" cy="462600"/>
              </p14:xfrm>
            </p:contentPart>
          </mc:Choice>
          <mc:Fallback xmlns="">
            <p:pic>
              <p:nvPicPr>
                <p:cNvPr id="25" name="Ink 24">
                  <a:extLst>
                    <a:ext uri="{FF2B5EF4-FFF2-40B4-BE49-F238E27FC236}">
                      <a16:creationId xmlns:a16="http://schemas.microsoft.com/office/drawing/2014/main" id="{F082D7F6-15BF-E47D-590B-80CC91DCC777}"/>
                    </a:ext>
                  </a:extLst>
                </p:cNvPr>
                <p:cNvPicPr/>
                <p:nvPr/>
              </p:nvPicPr>
              <p:blipFill>
                <a:blip r:embed="rId31"/>
                <a:stretch>
                  <a:fillRect/>
                </a:stretch>
              </p:blipFill>
              <p:spPr>
                <a:xfrm>
                  <a:off x="10126140" y="5923500"/>
                  <a:ext cx="140760" cy="4802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6" name="Ink 25">
                  <a:extLst>
                    <a:ext uri="{FF2B5EF4-FFF2-40B4-BE49-F238E27FC236}">
                      <a16:creationId xmlns:a16="http://schemas.microsoft.com/office/drawing/2014/main" id="{25114195-551D-16CD-1A2D-F5789DAEF823}"/>
                    </a:ext>
                  </a:extLst>
                </p14:cNvPr>
                <p14:cNvContentPartPr/>
                <p14:nvPr/>
              </p14:nvContentPartPr>
              <p14:xfrm>
                <a:off x="10056660" y="5858340"/>
                <a:ext cx="206640" cy="34920"/>
              </p14:xfrm>
            </p:contentPart>
          </mc:Choice>
          <mc:Fallback xmlns="">
            <p:pic>
              <p:nvPicPr>
                <p:cNvPr id="26" name="Ink 25">
                  <a:extLst>
                    <a:ext uri="{FF2B5EF4-FFF2-40B4-BE49-F238E27FC236}">
                      <a16:creationId xmlns:a16="http://schemas.microsoft.com/office/drawing/2014/main" id="{25114195-551D-16CD-1A2D-F5789DAEF823}"/>
                    </a:ext>
                  </a:extLst>
                </p:cNvPr>
                <p:cNvPicPr/>
                <p:nvPr/>
              </p:nvPicPr>
              <p:blipFill>
                <a:blip r:embed="rId33"/>
                <a:stretch>
                  <a:fillRect/>
                </a:stretch>
              </p:blipFill>
              <p:spPr>
                <a:xfrm>
                  <a:off x="10047660" y="5849340"/>
                  <a:ext cx="22428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7" name="Ink 26">
                  <a:extLst>
                    <a:ext uri="{FF2B5EF4-FFF2-40B4-BE49-F238E27FC236}">
                      <a16:creationId xmlns:a16="http://schemas.microsoft.com/office/drawing/2014/main" id="{A74E6888-93C8-A62F-4C47-AB70B7934158}"/>
                    </a:ext>
                  </a:extLst>
                </p14:cNvPr>
                <p14:cNvContentPartPr/>
                <p14:nvPr/>
              </p14:nvContentPartPr>
              <p14:xfrm>
                <a:off x="10210020" y="5812980"/>
                <a:ext cx="30600" cy="60480"/>
              </p14:xfrm>
            </p:contentPart>
          </mc:Choice>
          <mc:Fallback xmlns="">
            <p:pic>
              <p:nvPicPr>
                <p:cNvPr id="27" name="Ink 26">
                  <a:extLst>
                    <a:ext uri="{FF2B5EF4-FFF2-40B4-BE49-F238E27FC236}">
                      <a16:creationId xmlns:a16="http://schemas.microsoft.com/office/drawing/2014/main" id="{A74E6888-93C8-A62F-4C47-AB70B7934158}"/>
                    </a:ext>
                  </a:extLst>
                </p:cNvPr>
                <p:cNvPicPr/>
                <p:nvPr/>
              </p:nvPicPr>
              <p:blipFill>
                <a:blip r:embed="rId35"/>
                <a:stretch>
                  <a:fillRect/>
                </a:stretch>
              </p:blipFill>
              <p:spPr>
                <a:xfrm>
                  <a:off x="10201380" y="5803980"/>
                  <a:ext cx="48240" cy="781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9" name="Ink 28">
                  <a:extLst>
                    <a:ext uri="{FF2B5EF4-FFF2-40B4-BE49-F238E27FC236}">
                      <a16:creationId xmlns:a16="http://schemas.microsoft.com/office/drawing/2014/main" id="{8971717B-92B2-F01E-65C9-A0225DC0E6E2}"/>
                    </a:ext>
                  </a:extLst>
                </p14:cNvPr>
                <p14:cNvContentPartPr/>
                <p14:nvPr/>
              </p14:nvContentPartPr>
              <p14:xfrm>
                <a:off x="9439980" y="4379460"/>
                <a:ext cx="771840" cy="824040"/>
              </p14:xfrm>
            </p:contentPart>
          </mc:Choice>
          <mc:Fallback xmlns="">
            <p:pic>
              <p:nvPicPr>
                <p:cNvPr id="29" name="Ink 28">
                  <a:extLst>
                    <a:ext uri="{FF2B5EF4-FFF2-40B4-BE49-F238E27FC236}">
                      <a16:creationId xmlns:a16="http://schemas.microsoft.com/office/drawing/2014/main" id="{8971717B-92B2-F01E-65C9-A0225DC0E6E2}"/>
                    </a:ext>
                  </a:extLst>
                </p:cNvPr>
                <p:cNvPicPr/>
                <p:nvPr/>
              </p:nvPicPr>
              <p:blipFill>
                <a:blip r:embed="rId37"/>
                <a:stretch>
                  <a:fillRect/>
                </a:stretch>
              </p:blipFill>
              <p:spPr>
                <a:xfrm>
                  <a:off x="9430980" y="4370820"/>
                  <a:ext cx="789480" cy="8416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1" name="Ink 30">
                  <a:extLst>
                    <a:ext uri="{FF2B5EF4-FFF2-40B4-BE49-F238E27FC236}">
                      <a16:creationId xmlns:a16="http://schemas.microsoft.com/office/drawing/2014/main" id="{DDE0F50A-756C-B513-2F67-F794328D1A05}"/>
                    </a:ext>
                  </a:extLst>
                </p14:cNvPr>
                <p14:cNvContentPartPr/>
                <p14:nvPr/>
              </p14:nvContentPartPr>
              <p14:xfrm>
                <a:off x="10337820" y="4420860"/>
                <a:ext cx="134640" cy="22320"/>
              </p14:xfrm>
            </p:contentPart>
          </mc:Choice>
          <mc:Fallback xmlns="">
            <p:pic>
              <p:nvPicPr>
                <p:cNvPr id="31" name="Ink 30">
                  <a:extLst>
                    <a:ext uri="{FF2B5EF4-FFF2-40B4-BE49-F238E27FC236}">
                      <a16:creationId xmlns:a16="http://schemas.microsoft.com/office/drawing/2014/main" id="{DDE0F50A-756C-B513-2F67-F794328D1A05}"/>
                    </a:ext>
                  </a:extLst>
                </p:cNvPr>
                <p:cNvPicPr/>
                <p:nvPr/>
              </p:nvPicPr>
              <p:blipFill>
                <a:blip r:embed="rId39"/>
                <a:stretch>
                  <a:fillRect/>
                </a:stretch>
              </p:blipFill>
              <p:spPr>
                <a:xfrm>
                  <a:off x="10329180" y="4411860"/>
                  <a:ext cx="15228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2" name="Ink 31">
                  <a:extLst>
                    <a:ext uri="{FF2B5EF4-FFF2-40B4-BE49-F238E27FC236}">
                      <a16:creationId xmlns:a16="http://schemas.microsoft.com/office/drawing/2014/main" id="{F6A3F940-229D-901A-60F2-E356BA1F2E77}"/>
                    </a:ext>
                  </a:extLst>
                </p14:cNvPr>
                <p14:cNvContentPartPr/>
                <p14:nvPr/>
              </p14:nvContentPartPr>
              <p14:xfrm>
                <a:off x="10415940" y="4455780"/>
                <a:ext cx="13680" cy="145440"/>
              </p14:xfrm>
            </p:contentPart>
          </mc:Choice>
          <mc:Fallback xmlns="">
            <p:pic>
              <p:nvPicPr>
                <p:cNvPr id="32" name="Ink 31">
                  <a:extLst>
                    <a:ext uri="{FF2B5EF4-FFF2-40B4-BE49-F238E27FC236}">
                      <a16:creationId xmlns:a16="http://schemas.microsoft.com/office/drawing/2014/main" id="{F6A3F940-229D-901A-60F2-E356BA1F2E77}"/>
                    </a:ext>
                  </a:extLst>
                </p:cNvPr>
                <p:cNvPicPr/>
                <p:nvPr/>
              </p:nvPicPr>
              <p:blipFill>
                <a:blip r:embed="rId41"/>
                <a:stretch>
                  <a:fillRect/>
                </a:stretch>
              </p:blipFill>
              <p:spPr>
                <a:xfrm>
                  <a:off x="10406940" y="4447140"/>
                  <a:ext cx="3132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3" name="Ink 32">
                  <a:extLst>
                    <a:ext uri="{FF2B5EF4-FFF2-40B4-BE49-F238E27FC236}">
                      <a16:creationId xmlns:a16="http://schemas.microsoft.com/office/drawing/2014/main" id="{CF12A9B1-FA70-9309-49EB-1EB36BE9B195}"/>
                    </a:ext>
                  </a:extLst>
                </p14:cNvPr>
                <p14:cNvContentPartPr/>
                <p14:nvPr/>
              </p14:nvContentPartPr>
              <p14:xfrm>
                <a:off x="10482540" y="4541100"/>
                <a:ext cx="90360" cy="163440"/>
              </p14:xfrm>
            </p:contentPart>
          </mc:Choice>
          <mc:Fallback xmlns="">
            <p:pic>
              <p:nvPicPr>
                <p:cNvPr id="33" name="Ink 32">
                  <a:extLst>
                    <a:ext uri="{FF2B5EF4-FFF2-40B4-BE49-F238E27FC236}">
                      <a16:creationId xmlns:a16="http://schemas.microsoft.com/office/drawing/2014/main" id="{CF12A9B1-FA70-9309-49EB-1EB36BE9B195}"/>
                    </a:ext>
                  </a:extLst>
                </p:cNvPr>
                <p:cNvPicPr/>
                <p:nvPr/>
              </p:nvPicPr>
              <p:blipFill>
                <a:blip r:embed="rId43"/>
                <a:stretch>
                  <a:fillRect/>
                </a:stretch>
              </p:blipFill>
              <p:spPr>
                <a:xfrm>
                  <a:off x="10473540" y="4532100"/>
                  <a:ext cx="108000" cy="1810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42" name="Ink 41">
                  <a:extLst>
                    <a:ext uri="{FF2B5EF4-FFF2-40B4-BE49-F238E27FC236}">
                      <a16:creationId xmlns:a16="http://schemas.microsoft.com/office/drawing/2014/main" id="{46B825F2-A3F2-EB51-1145-8305EC90661D}"/>
                    </a:ext>
                  </a:extLst>
                </p14:cNvPr>
                <p14:cNvContentPartPr/>
                <p14:nvPr/>
              </p14:nvContentPartPr>
              <p14:xfrm>
                <a:off x="8430540" y="4360380"/>
                <a:ext cx="959400" cy="896400"/>
              </p14:xfrm>
            </p:contentPart>
          </mc:Choice>
          <mc:Fallback xmlns="">
            <p:pic>
              <p:nvPicPr>
                <p:cNvPr id="42" name="Ink 41">
                  <a:extLst>
                    <a:ext uri="{FF2B5EF4-FFF2-40B4-BE49-F238E27FC236}">
                      <a16:creationId xmlns:a16="http://schemas.microsoft.com/office/drawing/2014/main" id="{46B825F2-A3F2-EB51-1145-8305EC90661D}"/>
                    </a:ext>
                  </a:extLst>
                </p:cNvPr>
                <p:cNvPicPr/>
                <p:nvPr/>
              </p:nvPicPr>
              <p:blipFill>
                <a:blip r:embed="rId45"/>
                <a:stretch>
                  <a:fillRect/>
                </a:stretch>
              </p:blipFill>
              <p:spPr>
                <a:xfrm>
                  <a:off x="8421540" y="4351740"/>
                  <a:ext cx="977040" cy="9140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44" name="Ink 43">
                  <a:extLst>
                    <a:ext uri="{FF2B5EF4-FFF2-40B4-BE49-F238E27FC236}">
                      <a16:creationId xmlns:a16="http://schemas.microsoft.com/office/drawing/2014/main" id="{F3249A97-7F99-0FAA-6199-1255C26EDDE5}"/>
                    </a:ext>
                  </a:extLst>
                </p14:cNvPr>
                <p14:cNvContentPartPr/>
                <p14:nvPr/>
              </p14:nvContentPartPr>
              <p14:xfrm>
                <a:off x="8759580" y="4412220"/>
                <a:ext cx="178560" cy="29520"/>
              </p14:xfrm>
            </p:contentPart>
          </mc:Choice>
          <mc:Fallback xmlns="">
            <p:pic>
              <p:nvPicPr>
                <p:cNvPr id="44" name="Ink 43">
                  <a:extLst>
                    <a:ext uri="{FF2B5EF4-FFF2-40B4-BE49-F238E27FC236}">
                      <a16:creationId xmlns:a16="http://schemas.microsoft.com/office/drawing/2014/main" id="{F3249A97-7F99-0FAA-6199-1255C26EDDE5}"/>
                    </a:ext>
                  </a:extLst>
                </p:cNvPr>
                <p:cNvPicPr/>
                <p:nvPr/>
              </p:nvPicPr>
              <p:blipFill>
                <a:blip r:embed="rId47"/>
                <a:stretch>
                  <a:fillRect/>
                </a:stretch>
              </p:blipFill>
              <p:spPr>
                <a:xfrm>
                  <a:off x="8750580" y="4403580"/>
                  <a:ext cx="19620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45" name="Ink 44">
                  <a:extLst>
                    <a:ext uri="{FF2B5EF4-FFF2-40B4-BE49-F238E27FC236}">
                      <a16:creationId xmlns:a16="http://schemas.microsoft.com/office/drawing/2014/main" id="{9555AC09-EAD2-F132-1653-7E6C364614FF}"/>
                    </a:ext>
                  </a:extLst>
                </p14:cNvPr>
                <p14:cNvContentPartPr/>
                <p14:nvPr/>
              </p14:nvContentPartPr>
              <p14:xfrm>
                <a:off x="8839140" y="4453620"/>
                <a:ext cx="9360" cy="133200"/>
              </p14:xfrm>
            </p:contentPart>
          </mc:Choice>
          <mc:Fallback xmlns="">
            <p:pic>
              <p:nvPicPr>
                <p:cNvPr id="45" name="Ink 44">
                  <a:extLst>
                    <a:ext uri="{FF2B5EF4-FFF2-40B4-BE49-F238E27FC236}">
                      <a16:creationId xmlns:a16="http://schemas.microsoft.com/office/drawing/2014/main" id="{9555AC09-EAD2-F132-1653-7E6C364614FF}"/>
                    </a:ext>
                  </a:extLst>
                </p:cNvPr>
                <p:cNvPicPr/>
                <p:nvPr/>
              </p:nvPicPr>
              <p:blipFill>
                <a:blip r:embed="rId49"/>
                <a:stretch>
                  <a:fillRect/>
                </a:stretch>
              </p:blipFill>
              <p:spPr>
                <a:xfrm>
                  <a:off x="8830500" y="4444980"/>
                  <a:ext cx="27000" cy="1508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46" name="Ink 45">
                  <a:extLst>
                    <a:ext uri="{FF2B5EF4-FFF2-40B4-BE49-F238E27FC236}">
                      <a16:creationId xmlns:a16="http://schemas.microsoft.com/office/drawing/2014/main" id="{408DBBAB-BE87-2403-73C0-F291B00E84A7}"/>
                    </a:ext>
                  </a:extLst>
                </p14:cNvPr>
                <p14:cNvContentPartPr/>
                <p14:nvPr/>
              </p14:nvContentPartPr>
              <p14:xfrm>
                <a:off x="8920140" y="4518780"/>
                <a:ext cx="39240" cy="100440"/>
              </p14:xfrm>
            </p:contentPart>
          </mc:Choice>
          <mc:Fallback xmlns="">
            <p:pic>
              <p:nvPicPr>
                <p:cNvPr id="46" name="Ink 45">
                  <a:extLst>
                    <a:ext uri="{FF2B5EF4-FFF2-40B4-BE49-F238E27FC236}">
                      <a16:creationId xmlns:a16="http://schemas.microsoft.com/office/drawing/2014/main" id="{408DBBAB-BE87-2403-73C0-F291B00E84A7}"/>
                    </a:ext>
                  </a:extLst>
                </p:cNvPr>
                <p:cNvPicPr/>
                <p:nvPr/>
              </p:nvPicPr>
              <p:blipFill>
                <a:blip r:embed="rId51"/>
                <a:stretch>
                  <a:fillRect/>
                </a:stretch>
              </p:blipFill>
              <p:spPr>
                <a:xfrm>
                  <a:off x="8911140" y="4510140"/>
                  <a:ext cx="56880" cy="118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2">
            <p14:nvContentPartPr>
              <p14:cNvPr id="56" name="Ink 55">
                <a:extLst>
                  <a:ext uri="{FF2B5EF4-FFF2-40B4-BE49-F238E27FC236}">
                    <a16:creationId xmlns:a16="http://schemas.microsoft.com/office/drawing/2014/main" id="{7EDE8982-5E47-D33A-69BC-574C3E16234A}"/>
                  </a:ext>
                </a:extLst>
              </p14:cNvPr>
              <p14:cNvContentPartPr/>
              <p14:nvPr/>
            </p14:nvContentPartPr>
            <p14:xfrm>
              <a:off x="10549500" y="5215020"/>
              <a:ext cx="227520" cy="7200"/>
            </p14:xfrm>
          </p:contentPart>
        </mc:Choice>
        <mc:Fallback xmlns="">
          <p:pic>
            <p:nvPicPr>
              <p:cNvPr id="56" name="Ink 55">
                <a:extLst>
                  <a:ext uri="{FF2B5EF4-FFF2-40B4-BE49-F238E27FC236}">
                    <a16:creationId xmlns:a16="http://schemas.microsoft.com/office/drawing/2014/main" id="{7EDE8982-5E47-D33A-69BC-574C3E16234A}"/>
                  </a:ext>
                </a:extLst>
              </p:cNvPr>
              <p:cNvPicPr/>
              <p:nvPr/>
            </p:nvPicPr>
            <p:blipFill>
              <a:blip r:embed="rId53"/>
              <a:stretch>
                <a:fillRect/>
              </a:stretch>
            </p:blipFill>
            <p:spPr>
              <a:xfrm>
                <a:off x="10540860" y="5206020"/>
                <a:ext cx="245160" cy="24840"/>
              </a:xfrm>
              <a:prstGeom prst="rect">
                <a:avLst/>
              </a:prstGeom>
            </p:spPr>
          </p:pic>
        </mc:Fallback>
      </mc:AlternateContent>
      <p:grpSp>
        <p:nvGrpSpPr>
          <p:cNvPr id="71" name="Group 70">
            <a:extLst>
              <a:ext uri="{FF2B5EF4-FFF2-40B4-BE49-F238E27FC236}">
                <a16:creationId xmlns:a16="http://schemas.microsoft.com/office/drawing/2014/main" id="{8FF11DB4-5791-DE41-7BD6-5A3CCDAAB0F7}"/>
              </a:ext>
            </a:extLst>
          </p:cNvPr>
          <p:cNvGrpSpPr/>
          <p:nvPr/>
        </p:nvGrpSpPr>
        <p:grpSpPr>
          <a:xfrm>
            <a:off x="8008980" y="4984620"/>
            <a:ext cx="2340000" cy="319680"/>
            <a:chOff x="8008980" y="4984620"/>
            <a:chExt cx="2340000" cy="319680"/>
          </a:xfrm>
        </p:grpSpPr>
        <mc:AlternateContent xmlns:mc="http://schemas.openxmlformats.org/markup-compatibility/2006" xmlns:p14="http://schemas.microsoft.com/office/powerpoint/2010/main">
          <mc:Choice Requires="p14">
            <p:contentPart p14:bwMode="auto" r:id="rId54">
              <p14:nvContentPartPr>
                <p14:cNvPr id="48" name="Ink 47">
                  <a:extLst>
                    <a:ext uri="{FF2B5EF4-FFF2-40B4-BE49-F238E27FC236}">
                      <a16:creationId xmlns:a16="http://schemas.microsoft.com/office/drawing/2014/main" id="{52C69D15-ADE0-0492-F75D-01C031E71033}"/>
                    </a:ext>
                  </a:extLst>
                </p14:cNvPr>
                <p14:cNvContentPartPr/>
                <p14:nvPr/>
              </p14:nvContentPartPr>
              <p14:xfrm>
                <a:off x="8008980" y="5294940"/>
                <a:ext cx="210600" cy="8280"/>
              </p14:xfrm>
            </p:contentPart>
          </mc:Choice>
          <mc:Fallback xmlns="">
            <p:pic>
              <p:nvPicPr>
                <p:cNvPr id="48" name="Ink 47">
                  <a:extLst>
                    <a:ext uri="{FF2B5EF4-FFF2-40B4-BE49-F238E27FC236}">
                      <a16:creationId xmlns:a16="http://schemas.microsoft.com/office/drawing/2014/main" id="{52C69D15-ADE0-0492-F75D-01C031E71033}"/>
                    </a:ext>
                  </a:extLst>
                </p:cNvPr>
                <p:cNvPicPr/>
                <p:nvPr/>
              </p:nvPicPr>
              <p:blipFill>
                <a:blip r:embed="rId55"/>
                <a:stretch>
                  <a:fillRect/>
                </a:stretch>
              </p:blipFill>
              <p:spPr>
                <a:xfrm>
                  <a:off x="8000340" y="5285940"/>
                  <a:ext cx="22824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49" name="Ink 48">
                  <a:extLst>
                    <a:ext uri="{FF2B5EF4-FFF2-40B4-BE49-F238E27FC236}">
                      <a16:creationId xmlns:a16="http://schemas.microsoft.com/office/drawing/2014/main" id="{68526986-C60C-1681-5691-C6B57A3CA7FC}"/>
                    </a:ext>
                  </a:extLst>
                </p14:cNvPr>
                <p14:cNvContentPartPr/>
                <p14:nvPr/>
              </p14:nvContentPartPr>
              <p14:xfrm>
                <a:off x="8321820" y="5298540"/>
                <a:ext cx="89640" cy="5760"/>
              </p14:xfrm>
            </p:contentPart>
          </mc:Choice>
          <mc:Fallback xmlns="">
            <p:pic>
              <p:nvPicPr>
                <p:cNvPr id="49" name="Ink 48">
                  <a:extLst>
                    <a:ext uri="{FF2B5EF4-FFF2-40B4-BE49-F238E27FC236}">
                      <a16:creationId xmlns:a16="http://schemas.microsoft.com/office/drawing/2014/main" id="{68526986-C60C-1681-5691-C6B57A3CA7FC}"/>
                    </a:ext>
                  </a:extLst>
                </p:cNvPr>
                <p:cNvPicPr/>
                <p:nvPr/>
              </p:nvPicPr>
              <p:blipFill>
                <a:blip r:embed="rId57"/>
                <a:stretch>
                  <a:fillRect/>
                </a:stretch>
              </p:blipFill>
              <p:spPr>
                <a:xfrm>
                  <a:off x="8313180" y="5289900"/>
                  <a:ext cx="10728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50" name="Ink 49">
                  <a:extLst>
                    <a:ext uri="{FF2B5EF4-FFF2-40B4-BE49-F238E27FC236}">
                      <a16:creationId xmlns:a16="http://schemas.microsoft.com/office/drawing/2014/main" id="{0443DD2B-D9C8-AAD7-4E61-2B13D189BC2A}"/>
                    </a:ext>
                  </a:extLst>
                </p14:cNvPr>
                <p14:cNvContentPartPr/>
                <p14:nvPr/>
              </p14:nvContentPartPr>
              <p14:xfrm>
                <a:off x="8647260" y="5281620"/>
                <a:ext cx="263160" cy="14040"/>
              </p14:xfrm>
            </p:contentPart>
          </mc:Choice>
          <mc:Fallback xmlns="">
            <p:pic>
              <p:nvPicPr>
                <p:cNvPr id="50" name="Ink 49">
                  <a:extLst>
                    <a:ext uri="{FF2B5EF4-FFF2-40B4-BE49-F238E27FC236}">
                      <a16:creationId xmlns:a16="http://schemas.microsoft.com/office/drawing/2014/main" id="{0443DD2B-D9C8-AAD7-4E61-2B13D189BC2A}"/>
                    </a:ext>
                  </a:extLst>
                </p:cNvPr>
                <p:cNvPicPr/>
                <p:nvPr/>
              </p:nvPicPr>
              <p:blipFill>
                <a:blip r:embed="rId59"/>
                <a:stretch>
                  <a:fillRect/>
                </a:stretch>
              </p:blipFill>
              <p:spPr>
                <a:xfrm>
                  <a:off x="8638260" y="5272620"/>
                  <a:ext cx="28080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51" name="Ink 50">
                  <a:extLst>
                    <a:ext uri="{FF2B5EF4-FFF2-40B4-BE49-F238E27FC236}">
                      <a16:creationId xmlns:a16="http://schemas.microsoft.com/office/drawing/2014/main" id="{5027563F-8FD8-189A-4B6A-2DDEDB19F6F9}"/>
                    </a:ext>
                  </a:extLst>
                </p14:cNvPr>
                <p14:cNvContentPartPr/>
                <p14:nvPr/>
              </p14:nvContentPartPr>
              <p14:xfrm>
                <a:off x="9127500" y="5261820"/>
                <a:ext cx="270000" cy="6840"/>
              </p14:xfrm>
            </p:contentPart>
          </mc:Choice>
          <mc:Fallback xmlns="">
            <p:pic>
              <p:nvPicPr>
                <p:cNvPr id="51" name="Ink 50">
                  <a:extLst>
                    <a:ext uri="{FF2B5EF4-FFF2-40B4-BE49-F238E27FC236}">
                      <a16:creationId xmlns:a16="http://schemas.microsoft.com/office/drawing/2014/main" id="{5027563F-8FD8-189A-4B6A-2DDEDB19F6F9}"/>
                    </a:ext>
                  </a:extLst>
                </p:cNvPr>
                <p:cNvPicPr/>
                <p:nvPr/>
              </p:nvPicPr>
              <p:blipFill>
                <a:blip r:embed="rId61"/>
                <a:stretch>
                  <a:fillRect/>
                </a:stretch>
              </p:blipFill>
              <p:spPr>
                <a:xfrm>
                  <a:off x="9118500" y="5253180"/>
                  <a:ext cx="28764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52" name="Ink 51">
                  <a:extLst>
                    <a:ext uri="{FF2B5EF4-FFF2-40B4-BE49-F238E27FC236}">
                      <a16:creationId xmlns:a16="http://schemas.microsoft.com/office/drawing/2014/main" id="{36D62B87-FF7D-0540-B1CE-6BCD0CC7D467}"/>
                    </a:ext>
                  </a:extLst>
                </p14:cNvPr>
                <p14:cNvContentPartPr/>
                <p14:nvPr/>
              </p14:nvContentPartPr>
              <p14:xfrm>
                <a:off x="9553380" y="5239860"/>
                <a:ext cx="244440" cy="14760"/>
              </p14:xfrm>
            </p:contentPart>
          </mc:Choice>
          <mc:Fallback xmlns="">
            <p:pic>
              <p:nvPicPr>
                <p:cNvPr id="52" name="Ink 51">
                  <a:extLst>
                    <a:ext uri="{FF2B5EF4-FFF2-40B4-BE49-F238E27FC236}">
                      <a16:creationId xmlns:a16="http://schemas.microsoft.com/office/drawing/2014/main" id="{36D62B87-FF7D-0540-B1CE-6BCD0CC7D467}"/>
                    </a:ext>
                  </a:extLst>
                </p:cNvPr>
                <p:cNvPicPr/>
                <p:nvPr/>
              </p:nvPicPr>
              <p:blipFill>
                <a:blip r:embed="rId63"/>
                <a:stretch>
                  <a:fillRect/>
                </a:stretch>
              </p:blipFill>
              <p:spPr>
                <a:xfrm>
                  <a:off x="9544380" y="5231220"/>
                  <a:ext cx="262080" cy="324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55" name="Ink 54">
                  <a:extLst>
                    <a:ext uri="{FF2B5EF4-FFF2-40B4-BE49-F238E27FC236}">
                      <a16:creationId xmlns:a16="http://schemas.microsoft.com/office/drawing/2014/main" id="{136051BF-4B4A-A388-99D5-050B681218D0}"/>
                    </a:ext>
                  </a:extLst>
                </p14:cNvPr>
                <p14:cNvContentPartPr/>
                <p14:nvPr/>
              </p14:nvContentPartPr>
              <p14:xfrm>
                <a:off x="10082220" y="5225100"/>
                <a:ext cx="266760" cy="11160"/>
              </p14:xfrm>
            </p:contentPart>
          </mc:Choice>
          <mc:Fallback xmlns="">
            <p:pic>
              <p:nvPicPr>
                <p:cNvPr id="55" name="Ink 54">
                  <a:extLst>
                    <a:ext uri="{FF2B5EF4-FFF2-40B4-BE49-F238E27FC236}">
                      <a16:creationId xmlns:a16="http://schemas.microsoft.com/office/drawing/2014/main" id="{136051BF-4B4A-A388-99D5-050B681218D0}"/>
                    </a:ext>
                  </a:extLst>
                </p:cNvPr>
                <p:cNvPicPr/>
                <p:nvPr/>
              </p:nvPicPr>
              <p:blipFill>
                <a:blip r:embed="rId65"/>
                <a:stretch>
                  <a:fillRect/>
                </a:stretch>
              </p:blipFill>
              <p:spPr>
                <a:xfrm>
                  <a:off x="10073220" y="5216100"/>
                  <a:ext cx="28440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58" name="Ink 57">
                  <a:extLst>
                    <a:ext uri="{FF2B5EF4-FFF2-40B4-BE49-F238E27FC236}">
                      <a16:creationId xmlns:a16="http://schemas.microsoft.com/office/drawing/2014/main" id="{4223DFC3-32AD-E769-7BC7-931D8578DB10}"/>
                    </a:ext>
                  </a:extLst>
                </p14:cNvPr>
                <p14:cNvContentPartPr/>
                <p14:nvPr/>
              </p14:nvContentPartPr>
              <p14:xfrm>
                <a:off x="9556980" y="5036100"/>
                <a:ext cx="125640" cy="185040"/>
              </p14:xfrm>
            </p:contentPart>
          </mc:Choice>
          <mc:Fallback xmlns="">
            <p:pic>
              <p:nvPicPr>
                <p:cNvPr id="58" name="Ink 57">
                  <a:extLst>
                    <a:ext uri="{FF2B5EF4-FFF2-40B4-BE49-F238E27FC236}">
                      <a16:creationId xmlns:a16="http://schemas.microsoft.com/office/drawing/2014/main" id="{4223DFC3-32AD-E769-7BC7-931D8578DB10}"/>
                    </a:ext>
                  </a:extLst>
                </p:cNvPr>
                <p:cNvPicPr/>
                <p:nvPr/>
              </p:nvPicPr>
              <p:blipFill>
                <a:blip r:embed="rId67"/>
                <a:stretch>
                  <a:fillRect/>
                </a:stretch>
              </p:blipFill>
              <p:spPr>
                <a:xfrm>
                  <a:off x="9548340" y="5027460"/>
                  <a:ext cx="143280" cy="20268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59" name="Ink 58">
                  <a:extLst>
                    <a:ext uri="{FF2B5EF4-FFF2-40B4-BE49-F238E27FC236}">
                      <a16:creationId xmlns:a16="http://schemas.microsoft.com/office/drawing/2014/main" id="{B083844A-12EA-5E9B-8E99-1259664690B8}"/>
                    </a:ext>
                  </a:extLst>
                </p14:cNvPr>
                <p14:cNvContentPartPr/>
                <p14:nvPr/>
              </p14:nvContentPartPr>
              <p14:xfrm>
                <a:off x="9788460" y="4987860"/>
                <a:ext cx="132120" cy="148320"/>
              </p14:xfrm>
            </p:contentPart>
          </mc:Choice>
          <mc:Fallback xmlns="">
            <p:pic>
              <p:nvPicPr>
                <p:cNvPr id="59" name="Ink 58">
                  <a:extLst>
                    <a:ext uri="{FF2B5EF4-FFF2-40B4-BE49-F238E27FC236}">
                      <a16:creationId xmlns:a16="http://schemas.microsoft.com/office/drawing/2014/main" id="{B083844A-12EA-5E9B-8E99-1259664690B8}"/>
                    </a:ext>
                  </a:extLst>
                </p:cNvPr>
                <p:cNvPicPr/>
                <p:nvPr/>
              </p:nvPicPr>
              <p:blipFill>
                <a:blip r:embed="rId69"/>
                <a:stretch>
                  <a:fillRect/>
                </a:stretch>
              </p:blipFill>
              <p:spPr>
                <a:xfrm>
                  <a:off x="9779460" y="4979220"/>
                  <a:ext cx="14976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60" name="Ink 59">
                  <a:extLst>
                    <a:ext uri="{FF2B5EF4-FFF2-40B4-BE49-F238E27FC236}">
                      <a16:creationId xmlns:a16="http://schemas.microsoft.com/office/drawing/2014/main" id="{7FE66F43-122C-46DC-4493-8582CBBA09CC}"/>
                    </a:ext>
                  </a:extLst>
                </p14:cNvPr>
                <p14:cNvContentPartPr/>
                <p14:nvPr/>
              </p14:nvContentPartPr>
              <p14:xfrm>
                <a:off x="9995100" y="4984620"/>
                <a:ext cx="121320" cy="12600"/>
              </p14:xfrm>
            </p:contentPart>
          </mc:Choice>
          <mc:Fallback xmlns="">
            <p:pic>
              <p:nvPicPr>
                <p:cNvPr id="60" name="Ink 59">
                  <a:extLst>
                    <a:ext uri="{FF2B5EF4-FFF2-40B4-BE49-F238E27FC236}">
                      <a16:creationId xmlns:a16="http://schemas.microsoft.com/office/drawing/2014/main" id="{7FE66F43-122C-46DC-4493-8582CBBA09CC}"/>
                    </a:ext>
                  </a:extLst>
                </p:cNvPr>
                <p:cNvPicPr/>
                <p:nvPr/>
              </p:nvPicPr>
              <p:blipFill>
                <a:blip r:embed="rId71"/>
                <a:stretch>
                  <a:fillRect/>
                </a:stretch>
              </p:blipFill>
              <p:spPr>
                <a:xfrm>
                  <a:off x="9986460" y="4975980"/>
                  <a:ext cx="13896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61" name="Ink 60">
                  <a:extLst>
                    <a:ext uri="{FF2B5EF4-FFF2-40B4-BE49-F238E27FC236}">
                      <a16:creationId xmlns:a16="http://schemas.microsoft.com/office/drawing/2014/main" id="{3264FAE5-1F64-0981-908D-24C40E8BD6DC}"/>
                    </a:ext>
                  </a:extLst>
                </p14:cNvPr>
                <p14:cNvContentPartPr/>
                <p14:nvPr/>
              </p14:nvContentPartPr>
              <p14:xfrm>
                <a:off x="9960540" y="5029620"/>
                <a:ext cx="131760" cy="131040"/>
              </p14:xfrm>
            </p:contentPart>
          </mc:Choice>
          <mc:Fallback xmlns="">
            <p:pic>
              <p:nvPicPr>
                <p:cNvPr id="61" name="Ink 60">
                  <a:extLst>
                    <a:ext uri="{FF2B5EF4-FFF2-40B4-BE49-F238E27FC236}">
                      <a16:creationId xmlns:a16="http://schemas.microsoft.com/office/drawing/2014/main" id="{3264FAE5-1F64-0981-908D-24C40E8BD6DC}"/>
                    </a:ext>
                  </a:extLst>
                </p:cNvPr>
                <p:cNvPicPr/>
                <p:nvPr/>
              </p:nvPicPr>
              <p:blipFill>
                <a:blip r:embed="rId73"/>
                <a:stretch>
                  <a:fillRect/>
                </a:stretch>
              </p:blipFill>
              <p:spPr>
                <a:xfrm>
                  <a:off x="9951900" y="5020980"/>
                  <a:ext cx="149400" cy="14868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62" name="Ink 61">
                  <a:extLst>
                    <a:ext uri="{FF2B5EF4-FFF2-40B4-BE49-F238E27FC236}">
                      <a16:creationId xmlns:a16="http://schemas.microsoft.com/office/drawing/2014/main" id="{C20473DE-55D1-21F6-BD48-53E193299D7B}"/>
                    </a:ext>
                  </a:extLst>
                </p14:cNvPr>
                <p14:cNvContentPartPr/>
                <p14:nvPr/>
              </p14:nvContentPartPr>
              <p14:xfrm>
                <a:off x="9978180" y="5022420"/>
                <a:ext cx="360" cy="2880"/>
              </p14:xfrm>
            </p:contentPart>
          </mc:Choice>
          <mc:Fallback xmlns="">
            <p:pic>
              <p:nvPicPr>
                <p:cNvPr id="62" name="Ink 61">
                  <a:extLst>
                    <a:ext uri="{FF2B5EF4-FFF2-40B4-BE49-F238E27FC236}">
                      <a16:creationId xmlns:a16="http://schemas.microsoft.com/office/drawing/2014/main" id="{C20473DE-55D1-21F6-BD48-53E193299D7B}"/>
                    </a:ext>
                  </a:extLst>
                </p:cNvPr>
                <p:cNvPicPr/>
                <p:nvPr/>
              </p:nvPicPr>
              <p:blipFill>
                <a:blip r:embed="rId75"/>
                <a:stretch>
                  <a:fillRect/>
                </a:stretch>
              </p:blipFill>
              <p:spPr>
                <a:xfrm>
                  <a:off x="9969540" y="5013780"/>
                  <a:ext cx="1800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63" name="Ink 62">
                  <a:extLst>
                    <a:ext uri="{FF2B5EF4-FFF2-40B4-BE49-F238E27FC236}">
                      <a16:creationId xmlns:a16="http://schemas.microsoft.com/office/drawing/2014/main" id="{ADB99FA1-98DB-DA5D-302C-40E17746FF13}"/>
                    </a:ext>
                  </a:extLst>
                </p14:cNvPr>
                <p14:cNvContentPartPr/>
                <p14:nvPr/>
              </p14:nvContentPartPr>
              <p14:xfrm>
                <a:off x="10221900" y="5002260"/>
                <a:ext cx="5040" cy="7200"/>
              </p14:xfrm>
            </p:contentPart>
          </mc:Choice>
          <mc:Fallback xmlns="">
            <p:pic>
              <p:nvPicPr>
                <p:cNvPr id="63" name="Ink 62">
                  <a:extLst>
                    <a:ext uri="{FF2B5EF4-FFF2-40B4-BE49-F238E27FC236}">
                      <a16:creationId xmlns:a16="http://schemas.microsoft.com/office/drawing/2014/main" id="{ADB99FA1-98DB-DA5D-302C-40E17746FF13}"/>
                    </a:ext>
                  </a:extLst>
                </p:cNvPr>
                <p:cNvPicPr/>
                <p:nvPr/>
              </p:nvPicPr>
              <p:blipFill>
                <a:blip r:embed="rId77"/>
                <a:stretch>
                  <a:fillRect/>
                </a:stretch>
              </p:blipFill>
              <p:spPr>
                <a:xfrm>
                  <a:off x="10212900" y="4993260"/>
                  <a:ext cx="2268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65" name="Ink 64">
                  <a:extLst>
                    <a:ext uri="{FF2B5EF4-FFF2-40B4-BE49-F238E27FC236}">
                      <a16:creationId xmlns:a16="http://schemas.microsoft.com/office/drawing/2014/main" id="{D02C8A97-76C6-95F8-9C97-BC7C0802DE39}"/>
                    </a:ext>
                  </a:extLst>
                </p14:cNvPr>
                <p14:cNvContentPartPr/>
                <p14:nvPr/>
              </p14:nvContentPartPr>
              <p14:xfrm>
                <a:off x="9053340" y="5050140"/>
                <a:ext cx="81720" cy="208800"/>
              </p14:xfrm>
            </p:contentPart>
          </mc:Choice>
          <mc:Fallback xmlns="">
            <p:pic>
              <p:nvPicPr>
                <p:cNvPr id="65" name="Ink 64">
                  <a:extLst>
                    <a:ext uri="{FF2B5EF4-FFF2-40B4-BE49-F238E27FC236}">
                      <a16:creationId xmlns:a16="http://schemas.microsoft.com/office/drawing/2014/main" id="{D02C8A97-76C6-95F8-9C97-BC7C0802DE39}"/>
                    </a:ext>
                  </a:extLst>
                </p:cNvPr>
                <p:cNvPicPr/>
                <p:nvPr/>
              </p:nvPicPr>
              <p:blipFill>
                <a:blip r:embed="rId79"/>
                <a:stretch>
                  <a:fillRect/>
                </a:stretch>
              </p:blipFill>
              <p:spPr>
                <a:xfrm>
                  <a:off x="9044700" y="5041140"/>
                  <a:ext cx="99360" cy="22644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66" name="Ink 65">
                  <a:extLst>
                    <a:ext uri="{FF2B5EF4-FFF2-40B4-BE49-F238E27FC236}">
                      <a16:creationId xmlns:a16="http://schemas.microsoft.com/office/drawing/2014/main" id="{1D3BFA9D-CCD8-E9B4-FFAB-E8C58AA84362}"/>
                    </a:ext>
                  </a:extLst>
                </p14:cNvPr>
                <p14:cNvContentPartPr/>
                <p14:nvPr/>
              </p14:nvContentPartPr>
              <p14:xfrm>
                <a:off x="8498940" y="5034660"/>
                <a:ext cx="123120" cy="174960"/>
              </p14:xfrm>
            </p:contentPart>
          </mc:Choice>
          <mc:Fallback xmlns="">
            <p:pic>
              <p:nvPicPr>
                <p:cNvPr id="66" name="Ink 65">
                  <a:extLst>
                    <a:ext uri="{FF2B5EF4-FFF2-40B4-BE49-F238E27FC236}">
                      <a16:creationId xmlns:a16="http://schemas.microsoft.com/office/drawing/2014/main" id="{1D3BFA9D-CCD8-E9B4-FFAB-E8C58AA84362}"/>
                    </a:ext>
                  </a:extLst>
                </p:cNvPr>
                <p:cNvPicPr/>
                <p:nvPr/>
              </p:nvPicPr>
              <p:blipFill>
                <a:blip r:embed="rId81"/>
                <a:stretch>
                  <a:fillRect/>
                </a:stretch>
              </p:blipFill>
              <p:spPr>
                <a:xfrm>
                  <a:off x="8490300" y="5025660"/>
                  <a:ext cx="140760" cy="1926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67" name="Ink 66">
                  <a:extLst>
                    <a:ext uri="{FF2B5EF4-FFF2-40B4-BE49-F238E27FC236}">
                      <a16:creationId xmlns:a16="http://schemas.microsoft.com/office/drawing/2014/main" id="{5D71E8F4-7C05-88F0-D86D-8257AAA2193B}"/>
                    </a:ext>
                  </a:extLst>
                </p14:cNvPr>
                <p14:cNvContentPartPr/>
                <p14:nvPr/>
              </p14:nvContentPartPr>
              <p14:xfrm>
                <a:off x="8677500" y="5035380"/>
                <a:ext cx="63360" cy="8280"/>
              </p14:xfrm>
            </p:contentPart>
          </mc:Choice>
          <mc:Fallback xmlns="">
            <p:pic>
              <p:nvPicPr>
                <p:cNvPr id="67" name="Ink 66">
                  <a:extLst>
                    <a:ext uri="{FF2B5EF4-FFF2-40B4-BE49-F238E27FC236}">
                      <a16:creationId xmlns:a16="http://schemas.microsoft.com/office/drawing/2014/main" id="{5D71E8F4-7C05-88F0-D86D-8257AAA2193B}"/>
                    </a:ext>
                  </a:extLst>
                </p:cNvPr>
                <p:cNvPicPr/>
                <p:nvPr/>
              </p:nvPicPr>
              <p:blipFill>
                <a:blip r:embed="rId83"/>
                <a:stretch>
                  <a:fillRect/>
                </a:stretch>
              </p:blipFill>
              <p:spPr>
                <a:xfrm>
                  <a:off x="8668860" y="5026380"/>
                  <a:ext cx="8100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68" name="Ink 67">
                  <a:extLst>
                    <a:ext uri="{FF2B5EF4-FFF2-40B4-BE49-F238E27FC236}">
                      <a16:creationId xmlns:a16="http://schemas.microsoft.com/office/drawing/2014/main" id="{EE4C9EBD-8840-EAF9-A203-BF1F5A852EFB}"/>
                    </a:ext>
                  </a:extLst>
                </p14:cNvPr>
                <p14:cNvContentPartPr/>
                <p14:nvPr/>
              </p14:nvContentPartPr>
              <p14:xfrm>
                <a:off x="8641860" y="5044380"/>
                <a:ext cx="111960" cy="188640"/>
              </p14:xfrm>
            </p:contentPart>
          </mc:Choice>
          <mc:Fallback xmlns="">
            <p:pic>
              <p:nvPicPr>
                <p:cNvPr id="68" name="Ink 67">
                  <a:extLst>
                    <a:ext uri="{FF2B5EF4-FFF2-40B4-BE49-F238E27FC236}">
                      <a16:creationId xmlns:a16="http://schemas.microsoft.com/office/drawing/2014/main" id="{EE4C9EBD-8840-EAF9-A203-BF1F5A852EFB}"/>
                    </a:ext>
                  </a:extLst>
                </p:cNvPr>
                <p:cNvPicPr/>
                <p:nvPr/>
              </p:nvPicPr>
              <p:blipFill>
                <a:blip r:embed="rId85"/>
                <a:stretch>
                  <a:fillRect/>
                </a:stretch>
              </p:blipFill>
              <p:spPr>
                <a:xfrm>
                  <a:off x="8632860" y="5035380"/>
                  <a:ext cx="129600" cy="20628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69" name="Ink 68">
                  <a:extLst>
                    <a:ext uri="{FF2B5EF4-FFF2-40B4-BE49-F238E27FC236}">
                      <a16:creationId xmlns:a16="http://schemas.microsoft.com/office/drawing/2014/main" id="{985F780A-6CCF-71FD-1AF7-6676DDE10BB9}"/>
                    </a:ext>
                  </a:extLst>
                </p14:cNvPr>
                <p14:cNvContentPartPr/>
                <p14:nvPr/>
              </p14:nvContentPartPr>
              <p14:xfrm>
                <a:off x="8844540" y="5029980"/>
                <a:ext cx="360" cy="360"/>
              </p14:xfrm>
            </p:contentPart>
          </mc:Choice>
          <mc:Fallback xmlns="">
            <p:pic>
              <p:nvPicPr>
                <p:cNvPr id="69" name="Ink 68">
                  <a:extLst>
                    <a:ext uri="{FF2B5EF4-FFF2-40B4-BE49-F238E27FC236}">
                      <a16:creationId xmlns:a16="http://schemas.microsoft.com/office/drawing/2014/main" id="{985F780A-6CCF-71FD-1AF7-6676DDE10BB9}"/>
                    </a:ext>
                  </a:extLst>
                </p:cNvPr>
                <p:cNvPicPr/>
                <p:nvPr/>
              </p:nvPicPr>
              <p:blipFill>
                <a:blip r:embed="rId75"/>
                <a:stretch>
                  <a:fillRect/>
                </a:stretch>
              </p:blipFill>
              <p:spPr>
                <a:xfrm>
                  <a:off x="8835540" y="502098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70" name="Ink 69">
                  <a:extLst>
                    <a:ext uri="{FF2B5EF4-FFF2-40B4-BE49-F238E27FC236}">
                      <a16:creationId xmlns:a16="http://schemas.microsoft.com/office/drawing/2014/main" id="{CAD13BFB-BFFC-5770-0979-0C88455A8F5D}"/>
                    </a:ext>
                  </a:extLst>
                </p14:cNvPr>
                <p14:cNvContentPartPr/>
                <p14:nvPr/>
              </p14:nvContentPartPr>
              <p14:xfrm>
                <a:off x="8830500" y="5020980"/>
                <a:ext cx="31680" cy="45720"/>
              </p14:xfrm>
            </p:contentPart>
          </mc:Choice>
          <mc:Fallback xmlns="">
            <p:pic>
              <p:nvPicPr>
                <p:cNvPr id="70" name="Ink 69">
                  <a:extLst>
                    <a:ext uri="{FF2B5EF4-FFF2-40B4-BE49-F238E27FC236}">
                      <a16:creationId xmlns:a16="http://schemas.microsoft.com/office/drawing/2014/main" id="{CAD13BFB-BFFC-5770-0979-0C88455A8F5D}"/>
                    </a:ext>
                  </a:extLst>
                </p:cNvPr>
                <p:cNvPicPr/>
                <p:nvPr/>
              </p:nvPicPr>
              <p:blipFill>
                <a:blip r:embed="rId88"/>
                <a:stretch>
                  <a:fillRect/>
                </a:stretch>
              </p:blipFill>
              <p:spPr>
                <a:xfrm>
                  <a:off x="8821860" y="5011980"/>
                  <a:ext cx="49320" cy="63360"/>
                </a:xfrm>
                <a:prstGeom prst="rect">
                  <a:avLst/>
                </a:prstGeom>
              </p:spPr>
            </p:pic>
          </mc:Fallback>
        </mc:AlternateContent>
      </p:grpSp>
      <p:sp>
        <p:nvSpPr>
          <p:cNvPr id="3" name="TextBox 2">
            <a:extLst>
              <a:ext uri="{FF2B5EF4-FFF2-40B4-BE49-F238E27FC236}">
                <a16:creationId xmlns:a16="http://schemas.microsoft.com/office/drawing/2014/main" id="{5B35CEDE-4570-BB18-711B-A51FF90BC797}"/>
              </a:ext>
            </a:extLst>
          </p:cNvPr>
          <p:cNvSpPr txBox="1"/>
          <p:nvPr/>
        </p:nvSpPr>
        <p:spPr>
          <a:xfrm>
            <a:off x="1398953" y="3157420"/>
            <a:ext cx="2685857" cy="560025"/>
          </a:xfrm>
          <a:prstGeom prst="rect">
            <a:avLst/>
          </a:prstGeom>
          <a:noFill/>
          <a:ln w="12700">
            <a:solidFill>
              <a:schemeClr val="accent1"/>
            </a:solidFill>
          </a:ln>
        </p:spPr>
        <p:txBody>
          <a:bodyPr wrap="square" rtlCol="0">
            <a:spAutoFit/>
          </a:bodyPr>
          <a:lstStyle/>
          <a:p>
            <a:pPr>
              <a:lnSpc>
                <a:spcPct val="115000"/>
              </a:lnSpc>
              <a:spcAft>
                <a:spcPts val="800"/>
              </a:spcAft>
            </a:pPr>
            <a:r>
              <a:rPr lang="en-US" sz="2800" b="1" kern="0"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Answer = 120 N</a:t>
            </a:r>
            <a:endParaRPr lang="en-US" sz="2800" b="1" kern="100" dirty="0">
              <a:solidFill>
                <a:srgbClr val="0070C0"/>
              </a:solidFill>
              <a:latin typeface="Aptos" panose="020B00040202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3037178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056FA-03F9-8132-EE05-63A9C220656F}"/>
            </a:ext>
          </a:extLst>
        </p:cNvPr>
        <p:cNvGrpSpPr/>
        <p:nvPr/>
      </p:nvGrpSpPr>
      <p:grpSpPr>
        <a:xfrm>
          <a:off x="0" y="0"/>
          <a:ext cx="0" cy="0"/>
          <a:chOff x="0" y="0"/>
          <a:chExt cx="0" cy="0"/>
        </a:xfrm>
      </p:grpSpPr>
      <p:sp>
        <p:nvSpPr>
          <p:cNvPr id="7" name="Title 3">
            <a:extLst>
              <a:ext uri="{FF2B5EF4-FFF2-40B4-BE49-F238E27FC236}">
                <a16:creationId xmlns:a16="http://schemas.microsoft.com/office/drawing/2014/main" id="{6AA1769A-2BFC-ADFB-EA14-531915E78F5B}"/>
              </a:ext>
            </a:extLst>
          </p:cNvPr>
          <p:cNvSpPr txBox="1">
            <a:spLocks/>
          </p:cNvSpPr>
          <p:nvPr/>
        </p:nvSpPr>
        <p:spPr>
          <a:xfrm>
            <a:off x="0" y="-7439"/>
            <a:ext cx="12192000" cy="701731"/>
          </a:xfrm>
          <a:prstGeom prst="rect">
            <a:avLst/>
          </a:prstGeom>
          <a:solidFill>
            <a:schemeClr val="bg2">
              <a:lumMod val="75000"/>
            </a:schemeClr>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latin typeface="Times New Roman" panose="02020603050405020304" pitchFamily="18" charset="0"/>
                <a:cs typeface="Times New Roman" panose="02020603050405020304" pitchFamily="18" charset="0"/>
              </a:rPr>
              <a:t>Example 3a: Mass at Rest</a:t>
            </a:r>
            <a:endParaRPr lang="en-US" b="1" dirty="0">
              <a:latin typeface="Times New Roman" panose="02020603050405020304" pitchFamily="18" charset="0"/>
              <a:ea typeface="STKaiti" panose="020B0503020204020204" pitchFamily="2" charset="-122"/>
              <a:cs typeface="Times New Roman" panose="02020603050405020304" pitchFamily="18" charset="0"/>
            </a:endParaRPr>
          </a:p>
        </p:txBody>
      </p:sp>
      <p:grpSp>
        <p:nvGrpSpPr>
          <p:cNvPr id="47" name="Group 46">
            <a:extLst>
              <a:ext uri="{FF2B5EF4-FFF2-40B4-BE49-F238E27FC236}">
                <a16:creationId xmlns:a16="http://schemas.microsoft.com/office/drawing/2014/main" id="{212D544E-73CE-FA7C-A150-5E2C7A2BB57A}"/>
              </a:ext>
            </a:extLst>
          </p:cNvPr>
          <p:cNvGrpSpPr/>
          <p:nvPr/>
        </p:nvGrpSpPr>
        <p:grpSpPr>
          <a:xfrm>
            <a:off x="8735340" y="1375200"/>
            <a:ext cx="2142360" cy="2053800"/>
            <a:chOff x="8430540" y="4360380"/>
            <a:chExt cx="2142360" cy="2053800"/>
          </a:xfrm>
        </p:grpSpPr>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8AA17D42-4BD8-7EE9-A292-9BCFDC08F1AF}"/>
                    </a:ext>
                  </a:extLst>
                </p14:cNvPr>
                <p14:cNvContentPartPr/>
                <p14:nvPr/>
              </p14:nvContentPartPr>
              <p14:xfrm>
                <a:off x="9372660" y="5149500"/>
                <a:ext cx="360" cy="360"/>
              </p14:xfrm>
            </p:contentPart>
          </mc:Choice>
          <mc:Fallback xmlns="">
            <p:pic>
              <p:nvPicPr>
                <p:cNvPr id="10" name="Ink 9">
                  <a:extLst>
                    <a:ext uri="{FF2B5EF4-FFF2-40B4-BE49-F238E27FC236}">
                      <a16:creationId xmlns:a16="http://schemas.microsoft.com/office/drawing/2014/main" id="{8AA17D42-4BD8-7EE9-A292-9BCFDC08F1AF}"/>
                    </a:ext>
                  </a:extLst>
                </p:cNvPr>
                <p:cNvPicPr/>
                <p:nvPr/>
              </p:nvPicPr>
              <p:blipFill>
                <a:blip r:embed="rId4"/>
                <a:stretch>
                  <a:fillRect/>
                </a:stretch>
              </p:blipFill>
              <p:spPr>
                <a:xfrm>
                  <a:off x="9363660" y="514050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1" name="Ink 10">
                  <a:extLst>
                    <a:ext uri="{FF2B5EF4-FFF2-40B4-BE49-F238E27FC236}">
                      <a16:creationId xmlns:a16="http://schemas.microsoft.com/office/drawing/2014/main" id="{6913FCAB-0B59-8A78-2818-CC9788E2A3C8}"/>
                    </a:ext>
                  </a:extLst>
                </p14:cNvPr>
                <p14:cNvContentPartPr/>
                <p14:nvPr/>
              </p14:nvContentPartPr>
              <p14:xfrm>
                <a:off x="9340260" y="5197740"/>
                <a:ext cx="120600" cy="68760"/>
              </p14:xfrm>
            </p:contentPart>
          </mc:Choice>
          <mc:Fallback xmlns="">
            <p:pic>
              <p:nvPicPr>
                <p:cNvPr id="11" name="Ink 10">
                  <a:extLst>
                    <a:ext uri="{FF2B5EF4-FFF2-40B4-BE49-F238E27FC236}">
                      <a16:creationId xmlns:a16="http://schemas.microsoft.com/office/drawing/2014/main" id="{6913FCAB-0B59-8A78-2818-CC9788E2A3C8}"/>
                    </a:ext>
                  </a:extLst>
                </p:cNvPr>
                <p:cNvPicPr/>
                <p:nvPr/>
              </p:nvPicPr>
              <p:blipFill>
                <a:blip r:embed="rId6"/>
                <a:stretch>
                  <a:fillRect/>
                </a:stretch>
              </p:blipFill>
              <p:spPr>
                <a:xfrm>
                  <a:off x="9331260" y="5189100"/>
                  <a:ext cx="138240" cy="864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3" name="Ink 12">
                  <a:extLst>
                    <a:ext uri="{FF2B5EF4-FFF2-40B4-BE49-F238E27FC236}">
                      <a16:creationId xmlns:a16="http://schemas.microsoft.com/office/drawing/2014/main" id="{3ABA919C-7FCB-F3B9-F993-7205CB7CE4F1}"/>
                    </a:ext>
                  </a:extLst>
                </p14:cNvPr>
                <p14:cNvContentPartPr/>
                <p14:nvPr/>
              </p14:nvContentPartPr>
              <p14:xfrm>
                <a:off x="9432420" y="5261820"/>
                <a:ext cx="8280" cy="3960"/>
              </p14:xfrm>
            </p:contentPart>
          </mc:Choice>
          <mc:Fallback xmlns="">
            <p:pic>
              <p:nvPicPr>
                <p:cNvPr id="13" name="Ink 12">
                  <a:extLst>
                    <a:ext uri="{FF2B5EF4-FFF2-40B4-BE49-F238E27FC236}">
                      <a16:creationId xmlns:a16="http://schemas.microsoft.com/office/drawing/2014/main" id="{3ABA919C-7FCB-F3B9-F993-7205CB7CE4F1}"/>
                    </a:ext>
                  </a:extLst>
                </p:cNvPr>
                <p:cNvPicPr/>
                <p:nvPr/>
              </p:nvPicPr>
              <p:blipFill>
                <a:blip r:embed="rId8"/>
                <a:stretch>
                  <a:fillRect/>
                </a:stretch>
              </p:blipFill>
              <p:spPr>
                <a:xfrm>
                  <a:off x="9423420" y="5253180"/>
                  <a:ext cx="2592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5" name="Ink 14">
                  <a:extLst>
                    <a:ext uri="{FF2B5EF4-FFF2-40B4-BE49-F238E27FC236}">
                      <a16:creationId xmlns:a16="http://schemas.microsoft.com/office/drawing/2014/main" id="{02C3E87C-4C63-F9FE-FAB7-3A279FFD475A}"/>
                    </a:ext>
                  </a:extLst>
                </p14:cNvPr>
                <p14:cNvContentPartPr/>
                <p14:nvPr/>
              </p14:nvContentPartPr>
              <p14:xfrm>
                <a:off x="9406140" y="5268660"/>
                <a:ext cx="18360" cy="577080"/>
              </p14:xfrm>
            </p:contentPart>
          </mc:Choice>
          <mc:Fallback xmlns="">
            <p:pic>
              <p:nvPicPr>
                <p:cNvPr id="15" name="Ink 14">
                  <a:extLst>
                    <a:ext uri="{FF2B5EF4-FFF2-40B4-BE49-F238E27FC236}">
                      <a16:creationId xmlns:a16="http://schemas.microsoft.com/office/drawing/2014/main" id="{02C3E87C-4C63-F9FE-FAB7-3A279FFD475A}"/>
                    </a:ext>
                  </a:extLst>
                </p:cNvPr>
                <p:cNvPicPr/>
                <p:nvPr/>
              </p:nvPicPr>
              <p:blipFill>
                <a:blip r:embed="rId10"/>
                <a:stretch>
                  <a:fillRect/>
                </a:stretch>
              </p:blipFill>
              <p:spPr>
                <a:xfrm>
                  <a:off x="9397500" y="5260020"/>
                  <a:ext cx="36000" cy="5947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FE93A943-848D-645B-0608-502EBC1E4C68}"/>
                    </a:ext>
                  </a:extLst>
                </p14:cNvPr>
                <p14:cNvContentPartPr/>
                <p14:nvPr/>
              </p14:nvContentPartPr>
              <p14:xfrm>
                <a:off x="9335940" y="5716500"/>
                <a:ext cx="154440" cy="173160"/>
              </p14:xfrm>
            </p:contentPart>
          </mc:Choice>
          <mc:Fallback xmlns="">
            <p:pic>
              <p:nvPicPr>
                <p:cNvPr id="16" name="Ink 15">
                  <a:extLst>
                    <a:ext uri="{FF2B5EF4-FFF2-40B4-BE49-F238E27FC236}">
                      <a16:creationId xmlns:a16="http://schemas.microsoft.com/office/drawing/2014/main" id="{FE93A943-848D-645B-0608-502EBC1E4C68}"/>
                    </a:ext>
                  </a:extLst>
                </p:cNvPr>
                <p:cNvPicPr/>
                <p:nvPr/>
              </p:nvPicPr>
              <p:blipFill>
                <a:blip r:embed="rId12"/>
                <a:stretch>
                  <a:fillRect/>
                </a:stretch>
              </p:blipFill>
              <p:spPr>
                <a:xfrm>
                  <a:off x="9326940" y="5707500"/>
                  <a:ext cx="172080" cy="1908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7" name="Ink 16">
                  <a:extLst>
                    <a:ext uri="{FF2B5EF4-FFF2-40B4-BE49-F238E27FC236}">
                      <a16:creationId xmlns:a16="http://schemas.microsoft.com/office/drawing/2014/main" id="{89BEBD87-8552-6FA4-1C12-AEB43F83F9FE}"/>
                    </a:ext>
                  </a:extLst>
                </p14:cNvPr>
                <p14:cNvContentPartPr/>
                <p14:nvPr/>
              </p14:nvContentPartPr>
              <p14:xfrm>
                <a:off x="9289500" y="5707500"/>
                <a:ext cx="226800" cy="37080"/>
              </p14:xfrm>
            </p:contentPart>
          </mc:Choice>
          <mc:Fallback xmlns="">
            <p:pic>
              <p:nvPicPr>
                <p:cNvPr id="17" name="Ink 16">
                  <a:extLst>
                    <a:ext uri="{FF2B5EF4-FFF2-40B4-BE49-F238E27FC236}">
                      <a16:creationId xmlns:a16="http://schemas.microsoft.com/office/drawing/2014/main" id="{89BEBD87-8552-6FA4-1C12-AEB43F83F9FE}"/>
                    </a:ext>
                  </a:extLst>
                </p:cNvPr>
                <p:cNvPicPr/>
                <p:nvPr/>
              </p:nvPicPr>
              <p:blipFill>
                <a:blip r:embed="rId14"/>
                <a:stretch>
                  <a:fillRect/>
                </a:stretch>
              </p:blipFill>
              <p:spPr>
                <a:xfrm>
                  <a:off x="9280860" y="5698500"/>
                  <a:ext cx="24444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8" name="Ink 17">
                  <a:extLst>
                    <a:ext uri="{FF2B5EF4-FFF2-40B4-BE49-F238E27FC236}">
                      <a16:creationId xmlns:a16="http://schemas.microsoft.com/office/drawing/2014/main" id="{8E009473-8242-77C9-CA85-85AB50A21532}"/>
                    </a:ext>
                  </a:extLst>
                </p14:cNvPr>
                <p14:cNvContentPartPr/>
                <p14:nvPr/>
              </p14:nvContentPartPr>
              <p14:xfrm>
                <a:off x="9246300" y="5991900"/>
                <a:ext cx="10440" cy="233640"/>
              </p14:xfrm>
            </p:contentPart>
          </mc:Choice>
          <mc:Fallback xmlns="">
            <p:pic>
              <p:nvPicPr>
                <p:cNvPr id="18" name="Ink 17">
                  <a:extLst>
                    <a:ext uri="{FF2B5EF4-FFF2-40B4-BE49-F238E27FC236}">
                      <a16:creationId xmlns:a16="http://schemas.microsoft.com/office/drawing/2014/main" id="{8E009473-8242-77C9-CA85-85AB50A21532}"/>
                    </a:ext>
                  </a:extLst>
                </p:cNvPr>
                <p:cNvPicPr/>
                <p:nvPr/>
              </p:nvPicPr>
              <p:blipFill>
                <a:blip r:embed="rId16"/>
                <a:stretch>
                  <a:fillRect/>
                </a:stretch>
              </p:blipFill>
              <p:spPr>
                <a:xfrm>
                  <a:off x="9237300" y="5983260"/>
                  <a:ext cx="28080" cy="2512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9" name="Ink 18">
                  <a:extLst>
                    <a:ext uri="{FF2B5EF4-FFF2-40B4-BE49-F238E27FC236}">
                      <a16:creationId xmlns:a16="http://schemas.microsoft.com/office/drawing/2014/main" id="{1A696E0E-8184-D6BC-5921-B2022D859BEE}"/>
                    </a:ext>
                  </a:extLst>
                </p14:cNvPr>
                <p14:cNvContentPartPr/>
                <p14:nvPr/>
              </p14:nvContentPartPr>
              <p14:xfrm>
                <a:off x="9226500" y="5972460"/>
                <a:ext cx="187560" cy="23400"/>
              </p14:xfrm>
            </p:contentPart>
          </mc:Choice>
          <mc:Fallback xmlns="">
            <p:pic>
              <p:nvPicPr>
                <p:cNvPr id="19" name="Ink 18">
                  <a:extLst>
                    <a:ext uri="{FF2B5EF4-FFF2-40B4-BE49-F238E27FC236}">
                      <a16:creationId xmlns:a16="http://schemas.microsoft.com/office/drawing/2014/main" id="{1A696E0E-8184-D6BC-5921-B2022D859BEE}"/>
                    </a:ext>
                  </a:extLst>
                </p:cNvPr>
                <p:cNvPicPr/>
                <p:nvPr/>
              </p:nvPicPr>
              <p:blipFill>
                <a:blip r:embed="rId18"/>
                <a:stretch>
                  <a:fillRect/>
                </a:stretch>
              </p:blipFill>
              <p:spPr>
                <a:xfrm>
                  <a:off x="9217860" y="5963460"/>
                  <a:ext cx="20520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0" name="Ink 19">
                  <a:extLst>
                    <a:ext uri="{FF2B5EF4-FFF2-40B4-BE49-F238E27FC236}">
                      <a16:creationId xmlns:a16="http://schemas.microsoft.com/office/drawing/2014/main" id="{FFB14579-752B-A7E9-B027-FC6114EC79B1}"/>
                    </a:ext>
                  </a:extLst>
                </p14:cNvPr>
                <p14:cNvContentPartPr/>
                <p14:nvPr/>
              </p14:nvContentPartPr>
              <p14:xfrm>
                <a:off x="9260700" y="6101700"/>
                <a:ext cx="81360" cy="4320"/>
              </p14:xfrm>
            </p:contentPart>
          </mc:Choice>
          <mc:Fallback xmlns="">
            <p:pic>
              <p:nvPicPr>
                <p:cNvPr id="20" name="Ink 19">
                  <a:extLst>
                    <a:ext uri="{FF2B5EF4-FFF2-40B4-BE49-F238E27FC236}">
                      <a16:creationId xmlns:a16="http://schemas.microsoft.com/office/drawing/2014/main" id="{FFB14579-752B-A7E9-B027-FC6114EC79B1}"/>
                    </a:ext>
                  </a:extLst>
                </p:cNvPr>
                <p:cNvPicPr/>
                <p:nvPr/>
              </p:nvPicPr>
              <p:blipFill>
                <a:blip r:embed="rId20"/>
                <a:stretch>
                  <a:fillRect/>
                </a:stretch>
              </p:blipFill>
              <p:spPr>
                <a:xfrm>
                  <a:off x="9252060" y="6092700"/>
                  <a:ext cx="9900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1" name="Ink 20">
                  <a:extLst>
                    <a:ext uri="{FF2B5EF4-FFF2-40B4-BE49-F238E27FC236}">
                      <a16:creationId xmlns:a16="http://schemas.microsoft.com/office/drawing/2014/main" id="{9D400131-5E96-818F-D093-A3F019C60A9A}"/>
                    </a:ext>
                  </a:extLst>
                </p14:cNvPr>
                <p14:cNvContentPartPr/>
                <p14:nvPr/>
              </p14:nvContentPartPr>
              <p14:xfrm>
                <a:off x="9369420" y="6070020"/>
                <a:ext cx="127800" cy="344160"/>
              </p14:xfrm>
            </p:contentPart>
          </mc:Choice>
          <mc:Fallback xmlns="">
            <p:pic>
              <p:nvPicPr>
                <p:cNvPr id="21" name="Ink 20">
                  <a:extLst>
                    <a:ext uri="{FF2B5EF4-FFF2-40B4-BE49-F238E27FC236}">
                      <a16:creationId xmlns:a16="http://schemas.microsoft.com/office/drawing/2014/main" id="{9D400131-5E96-818F-D093-A3F019C60A9A}"/>
                    </a:ext>
                  </a:extLst>
                </p:cNvPr>
                <p:cNvPicPr/>
                <p:nvPr/>
              </p:nvPicPr>
              <p:blipFill>
                <a:blip r:embed="rId22"/>
                <a:stretch>
                  <a:fillRect/>
                </a:stretch>
              </p:blipFill>
              <p:spPr>
                <a:xfrm>
                  <a:off x="9360780" y="6061020"/>
                  <a:ext cx="145440" cy="3618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2" name="Ink 21">
                  <a:extLst>
                    <a:ext uri="{FF2B5EF4-FFF2-40B4-BE49-F238E27FC236}">
                      <a16:creationId xmlns:a16="http://schemas.microsoft.com/office/drawing/2014/main" id="{962240E7-45F2-0A3E-7FF1-456BA65E1F92}"/>
                    </a:ext>
                  </a:extLst>
                </p14:cNvPr>
                <p14:cNvContentPartPr/>
                <p14:nvPr/>
              </p14:nvContentPartPr>
              <p14:xfrm>
                <a:off x="9594420" y="6040500"/>
                <a:ext cx="116640" cy="18360"/>
              </p14:xfrm>
            </p:contentPart>
          </mc:Choice>
          <mc:Fallback xmlns="">
            <p:pic>
              <p:nvPicPr>
                <p:cNvPr id="22" name="Ink 21">
                  <a:extLst>
                    <a:ext uri="{FF2B5EF4-FFF2-40B4-BE49-F238E27FC236}">
                      <a16:creationId xmlns:a16="http://schemas.microsoft.com/office/drawing/2014/main" id="{962240E7-45F2-0A3E-7FF1-456BA65E1F92}"/>
                    </a:ext>
                  </a:extLst>
                </p:cNvPr>
                <p:cNvPicPr/>
                <p:nvPr/>
              </p:nvPicPr>
              <p:blipFill>
                <a:blip r:embed="rId24"/>
                <a:stretch>
                  <a:fillRect/>
                </a:stretch>
              </p:blipFill>
              <p:spPr>
                <a:xfrm>
                  <a:off x="9585420" y="6031860"/>
                  <a:ext cx="13428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3" name="Ink 22">
                  <a:extLst>
                    <a:ext uri="{FF2B5EF4-FFF2-40B4-BE49-F238E27FC236}">
                      <a16:creationId xmlns:a16="http://schemas.microsoft.com/office/drawing/2014/main" id="{5E070033-FBEB-03B6-1E9C-62E991CD4FE6}"/>
                    </a:ext>
                  </a:extLst>
                </p14:cNvPr>
                <p14:cNvContentPartPr/>
                <p14:nvPr/>
              </p14:nvContentPartPr>
              <p14:xfrm>
                <a:off x="9601260" y="6104940"/>
                <a:ext cx="120240" cy="22320"/>
              </p14:xfrm>
            </p:contentPart>
          </mc:Choice>
          <mc:Fallback xmlns="">
            <p:pic>
              <p:nvPicPr>
                <p:cNvPr id="23" name="Ink 22">
                  <a:extLst>
                    <a:ext uri="{FF2B5EF4-FFF2-40B4-BE49-F238E27FC236}">
                      <a16:creationId xmlns:a16="http://schemas.microsoft.com/office/drawing/2014/main" id="{5E070033-FBEB-03B6-1E9C-62E991CD4FE6}"/>
                    </a:ext>
                  </a:extLst>
                </p:cNvPr>
                <p:cNvPicPr/>
                <p:nvPr/>
              </p:nvPicPr>
              <p:blipFill>
                <a:blip r:embed="rId26"/>
                <a:stretch>
                  <a:fillRect/>
                </a:stretch>
              </p:blipFill>
              <p:spPr>
                <a:xfrm>
                  <a:off x="9592620" y="6096300"/>
                  <a:ext cx="13788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4" name="Ink 23">
                  <a:extLst>
                    <a:ext uri="{FF2B5EF4-FFF2-40B4-BE49-F238E27FC236}">
                      <a16:creationId xmlns:a16="http://schemas.microsoft.com/office/drawing/2014/main" id="{6C2A0392-AE13-5FF2-18C7-2D0D762F8019}"/>
                    </a:ext>
                  </a:extLst>
                </p14:cNvPr>
                <p14:cNvContentPartPr/>
                <p14:nvPr/>
              </p14:nvContentPartPr>
              <p14:xfrm>
                <a:off x="9806460" y="5933580"/>
                <a:ext cx="267840" cy="177840"/>
              </p14:xfrm>
            </p:contentPart>
          </mc:Choice>
          <mc:Fallback xmlns="">
            <p:pic>
              <p:nvPicPr>
                <p:cNvPr id="24" name="Ink 23">
                  <a:extLst>
                    <a:ext uri="{FF2B5EF4-FFF2-40B4-BE49-F238E27FC236}">
                      <a16:creationId xmlns:a16="http://schemas.microsoft.com/office/drawing/2014/main" id="{6C2A0392-AE13-5FF2-18C7-2D0D762F8019}"/>
                    </a:ext>
                  </a:extLst>
                </p:cNvPr>
                <p:cNvPicPr/>
                <p:nvPr/>
              </p:nvPicPr>
              <p:blipFill>
                <a:blip r:embed="rId28"/>
                <a:stretch>
                  <a:fillRect/>
                </a:stretch>
              </p:blipFill>
              <p:spPr>
                <a:xfrm>
                  <a:off x="9797820" y="5924940"/>
                  <a:ext cx="285480" cy="19548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5" name="Ink 24">
                  <a:extLst>
                    <a:ext uri="{FF2B5EF4-FFF2-40B4-BE49-F238E27FC236}">
                      <a16:creationId xmlns:a16="http://schemas.microsoft.com/office/drawing/2014/main" id="{4AAEA262-16FF-F615-565A-E7DE75E77886}"/>
                    </a:ext>
                  </a:extLst>
                </p14:cNvPr>
                <p14:cNvContentPartPr/>
                <p14:nvPr/>
              </p14:nvContentPartPr>
              <p14:xfrm>
                <a:off x="10135140" y="5932140"/>
                <a:ext cx="123120" cy="462600"/>
              </p14:xfrm>
            </p:contentPart>
          </mc:Choice>
          <mc:Fallback xmlns="">
            <p:pic>
              <p:nvPicPr>
                <p:cNvPr id="25" name="Ink 24">
                  <a:extLst>
                    <a:ext uri="{FF2B5EF4-FFF2-40B4-BE49-F238E27FC236}">
                      <a16:creationId xmlns:a16="http://schemas.microsoft.com/office/drawing/2014/main" id="{4AAEA262-16FF-F615-565A-E7DE75E77886}"/>
                    </a:ext>
                  </a:extLst>
                </p:cNvPr>
                <p:cNvPicPr/>
                <p:nvPr/>
              </p:nvPicPr>
              <p:blipFill>
                <a:blip r:embed="rId30"/>
                <a:stretch>
                  <a:fillRect/>
                </a:stretch>
              </p:blipFill>
              <p:spPr>
                <a:xfrm>
                  <a:off x="10126140" y="5923500"/>
                  <a:ext cx="140760" cy="48024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6" name="Ink 25">
                  <a:extLst>
                    <a:ext uri="{FF2B5EF4-FFF2-40B4-BE49-F238E27FC236}">
                      <a16:creationId xmlns:a16="http://schemas.microsoft.com/office/drawing/2014/main" id="{B6D3382B-DEE5-4456-C456-E72AEDC62F23}"/>
                    </a:ext>
                  </a:extLst>
                </p14:cNvPr>
                <p14:cNvContentPartPr/>
                <p14:nvPr/>
              </p14:nvContentPartPr>
              <p14:xfrm>
                <a:off x="10056660" y="5858340"/>
                <a:ext cx="206640" cy="34920"/>
              </p14:xfrm>
            </p:contentPart>
          </mc:Choice>
          <mc:Fallback xmlns="">
            <p:pic>
              <p:nvPicPr>
                <p:cNvPr id="26" name="Ink 25">
                  <a:extLst>
                    <a:ext uri="{FF2B5EF4-FFF2-40B4-BE49-F238E27FC236}">
                      <a16:creationId xmlns:a16="http://schemas.microsoft.com/office/drawing/2014/main" id="{B6D3382B-DEE5-4456-C456-E72AEDC62F23}"/>
                    </a:ext>
                  </a:extLst>
                </p:cNvPr>
                <p:cNvPicPr/>
                <p:nvPr/>
              </p:nvPicPr>
              <p:blipFill>
                <a:blip r:embed="rId32"/>
                <a:stretch>
                  <a:fillRect/>
                </a:stretch>
              </p:blipFill>
              <p:spPr>
                <a:xfrm>
                  <a:off x="10047660" y="5849340"/>
                  <a:ext cx="22428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7" name="Ink 26">
                  <a:extLst>
                    <a:ext uri="{FF2B5EF4-FFF2-40B4-BE49-F238E27FC236}">
                      <a16:creationId xmlns:a16="http://schemas.microsoft.com/office/drawing/2014/main" id="{0CD8ED18-9E50-2FE8-18A0-7C44A6C84C7D}"/>
                    </a:ext>
                  </a:extLst>
                </p14:cNvPr>
                <p14:cNvContentPartPr/>
                <p14:nvPr/>
              </p14:nvContentPartPr>
              <p14:xfrm>
                <a:off x="10210020" y="5812980"/>
                <a:ext cx="30600" cy="60480"/>
              </p14:xfrm>
            </p:contentPart>
          </mc:Choice>
          <mc:Fallback xmlns="">
            <p:pic>
              <p:nvPicPr>
                <p:cNvPr id="27" name="Ink 26">
                  <a:extLst>
                    <a:ext uri="{FF2B5EF4-FFF2-40B4-BE49-F238E27FC236}">
                      <a16:creationId xmlns:a16="http://schemas.microsoft.com/office/drawing/2014/main" id="{0CD8ED18-9E50-2FE8-18A0-7C44A6C84C7D}"/>
                    </a:ext>
                  </a:extLst>
                </p:cNvPr>
                <p:cNvPicPr/>
                <p:nvPr/>
              </p:nvPicPr>
              <p:blipFill>
                <a:blip r:embed="rId34"/>
                <a:stretch>
                  <a:fillRect/>
                </a:stretch>
              </p:blipFill>
              <p:spPr>
                <a:xfrm>
                  <a:off x="10201380" y="5803980"/>
                  <a:ext cx="48240" cy="7812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9" name="Ink 28">
                  <a:extLst>
                    <a:ext uri="{FF2B5EF4-FFF2-40B4-BE49-F238E27FC236}">
                      <a16:creationId xmlns:a16="http://schemas.microsoft.com/office/drawing/2014/main" id="{A8B5CB3D-B72B-6BBE-51BC-2A9CF0160531}"/>
                    </a:ext>
                  </a:extLst>
                </p14:cNvPr>
                <p14:cNvContentPartPr/>
                <p14:nvPr/>
              </p14:nvContentPartPr>
              <p14:xfrm>
                <a:off x="9439980" y="4379460"/>
                <a:ext cx="771840" cy="824040"/>
              </p14:xfrm>
            </p:contentPart>
          </mc:Choice>
          <mc:Fallback xmlns="">
            <p:pic>
              <p:nvPicPr>
                <p:cNvPr id="29" name="Ink 28">
                  <a:extLst>
                    <a:ext uri="{FF2B5EF4-FFF2-40B4-BE49-F238E27FC236}">
                      <a16:creationId xmlns:a16="http://schemas.microsoft.com/office/drawing/2014/main" id="{A8B5CB3D-B72B-6BBE-51BC-2A9CF0160531}"/>
                    </a:ext>
                  </a:extLst>
                </p:cNvPr>
                <p:cNvPicPr/>
                <p:nvPr/>
              </p:nvPicPr>
              <p:blipFill>
                <a:blip r:embed="rId36"/>
                <a:stretch>
                  <a:fillRect/>
                </a:stretch>
              </p:blipFill>
              <p:spPr>
                <a:xfrm>
                  <a:off x="9430980" y="4370820"/>
                  <a:ext cx="789480" cy="84168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31" name="Ink 30">
                  <a:extLst>
                    <a:ext uri="{FF2B5EF4-FFF2-40B4-BE49-F238E27FC236}">
                      <a16:creationId xmlns:a16="http://schemas.microsoft.com/office/drawing/2014/main" id="{B8F8D809-5247-A2A6-5998-410D8A68EF06}"/>
                    </a:ext>
                  </a:extLst>
                </p14:cNvPr>
                <p14:cNvContentPartPr/>
                <p14:nvPr/>
              </p14:nvContentPartPr>
              <p14:xfrm>
                <a:off x="10337820" y="4420860"/>
                <a:ext cx="134640" cy="22320"/>
              </p14:xfrm>
            </p:contentPart>
          </mc:Choice>
          <mc:Fallback xmlns="">
            <p:pic>
              <p:nvPicPr>
                <p:cNvPr id="31" name="Ink 30">
                  <a:extLst>
                    <a:ext uri="{FF2B5EF4-FFF2-40B4-BE49-F238E27FC236}">
                      <a16:creationId xmlns:a16="http://schemas.microsoft.com/office/drawing/2014/main" id="{B8F8D809-5247-A2A6-5998-410D8A68EF06}"/>
                    </a:ext>
                  </a:extLst>
                </p:cNvPr>
                <p:cNvPicPr/>
                <p:nvPr/>
              </p:nvPicPr>
              <p:blipFill>
                <a:blip r:embed="rId38"/>
                <a:stretch>
                  <a:fillRect/>
                </a:stretch>
              </p:blipFill>
              <p:spPr>
                <a:xfrm>
                  <a:off x="10329180" y="4411860"/>
                  <a:ext cx="15228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32" name="Ink 31">
                  <a:extLst>
                    <a:ext uri="{FF2B5EF4-FFF2-40B4-BE49-F238E27FC236}">
                      <a16:creationId xmlns:a16="http://schemas.microsoft.com/office/drawing/2014/main" id="{BC4D86DF-2A4E-C016-EFB9-CB1BF630EE10}"/>
                    </a:ext>
                  </a:extLst>
                </p14:cNvPr>
                <p14:cNvContentPartPr/>
                <p14:nvPr/>
              </p14:nvContentPartPr>
              <p14:xfrm>
                <a:off x="10415940" y="4455780"/>
                <a:ext cx="13680" cy="145440"/>
              </p14:xfrm>
            </p:contentPart>
          </mc:Choice>
          <mc:Fallback xmlns="">
            <p:pic>
              <p:nvPicPr>
                <p:cNvPr id="32" name="Ink 31">
                  <a:extLst>
                    <a:ext uri="{FF2B5EF4-FFF2-40B4-BE49-F238E27FC236}">
                      <a16:creationId xmlns:a16="http://schemas.microsoft.com/office/drawing/2014/main" id="{BC4D86DF-2A4E-C016-EFB9-CB1BF630EE10}"/>
                    </a:ext>
                  </a:extLst>
                </p:cNvPr>
                <p:cNvPicPr/>
                <p:nvPr/>
              </p:nvPicPr>
              <p:blipFill>
                <a:blip r:embed="rId40"/>
                <a:stretch>
                  <a:fillRect/>
                </a:stretch>
              </p:blipFill>
              <p:spPr>
                <a:xfrm>
                  <a:off x="10406940" y="4447140"/>
                  <a:ext cx="3132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33" name="Ink 32">
                  <a:extLst>
                    <a:ext uri="{FF2B5EF4-FFF2-40B4-BE49-F238E27FC236}">
                      <a16:creationId xmlns:a16="http://schemas.microsoft.com/office/drawing/2014/main" id="{66B01C80-132B-89B8-6245-0A2F59E49CD6}"/>
                    </a:ext>
                  </a:extLst>
                </p14:cNvPr>
                <p14:cNvContentPartPr/>
                <p14:nvPr/>
              </p14:nvContentPartPr>
              <p14:xfrm>
                <a:off x="10482540" y="4541100"/>
                <a:ext cx="90360" cy="163440"/>
              </p14:xfrm>
            </p:contentPart>
          </mc:Choice>
          <mc:Fallback xmlns="">
            <p:pic>
              <p:nvPicPr>
                <p:cNvPr id="33" name="Ink 32">
                  <a:extLst>
                    <a:ext uri="{FF2B5EF4-FFF2-40B4-BE49-F238E27FC236}">
                      <a16:creationId xmlns:a16="http://schemas.microsoft.com/office/drawing/2014/main" id="{66B01C80-132B-89B8-6245-0A2F59E49CD6}"/>
                    </a:ext>
                  </a:extLst>
                </p:cNvPr>
                <p:cNvPicPr/>
                <p:nvPr/>
              </p:nvPicPr>
              <p:blipFill>
                <a:blip r:embed="rId42"/>
                <a:stretch>
                  <a:fillRect/>
                </a:stretch>
              </p:blipFill>
              <p:spPr>
                <a:xfrm>
                  <a:off x="10473540" y="4532100"/>
                  <a:ext cx="108000" cy="18108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42" name="Ink 41">
                  <a:extLst>
                    <a:ext uri="{FF2B5EF4-FFF2-40B4-BE49-F238E27FC236}">
                      <a16:creationId xmlns:a16="http://schemas.microsoft.com/office/drawing/2014/main" id="{F568678A-8386-DC6F-B2D8-B7940F18D5CF}"/>
                    </a:ext>
                  </a:extLst>
                </p14:cNvPr>
                <p14:cNvContentPartPr/>
                <p14:nvPr/>
              </p14:nvContentPartPr>
              <p14:xfrm>
                <a:off x="8430540" y="4360380"/>
                <a:ext cx="959400" cy="896400"/>
              </p14:xfrm>
            </p:contentPart>
          </mc:Choice>
          <mc:Fallback xmlns="">
            <p:pic>
              <p:nvPicPr>
                <p:cNvPr id="42" name="Ink 41">
                  <a:extLst>
                    <a:ext uri="{FF2B5EF4-FFF2-40B4-BE49-F238E27FC236}">
                      <a16:creationId xmlns:a16="http://schemas.microsoft.com/office/drawing/2014/main" id="{F568678A-8386-DC6F-B2D8-B7940F18D5CF}"/>
                    </a:ext>
                  </a:extLst>
                </p:cNvPr>
                <p:cNvPicPr/>
                <p:nvPr/>
              </p:nvPicPr>
              <p:blipFill>
                <a:blip r:embed="rId44"/>
                <a:stretch>
                  <a:fillRect/>
                </a:stretch>
              </p:blipFill>
              <p:spPr>
                <a:xfrm>
                  <a:off x="8421540" y="4351740"/>
                  <a:ext cx="977040" cy="91404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44" name="Ink 43">
                  <a:extLst>
                    <a:ext uri="{FF2B5EF4-FFF2-40B4-BE49-F238E27FC236}">
                      <a16:creationId xmlns:a16="http://schemas.microsoft.com/office/drawing/2014/main" id="{577FD6D7-4476-D59B-4219-5DD112F1CAB8}"/>
                    </a:ext>
                  </a:extLst>
                </p14:cNvPr>
                <p14:cNvContentPartPr/>
                <p14:nvPr/>
              </p14:nvContentPartPr>
              <p14:xfrm>
                <a:off x="8759580" y="4412220"/>
                <a:ext cx="178560" cy="29520"/>
              </p14:xfrm>
            </p:contentPart>
          </mc:Choice>
          <mc:Fallback xmlns="">
            <p:pic>
              <p:nvPicPr>
                <p:cNvPr id="44" name="Ink 43">
                  <a:extLst>
                    <a:ext uri="{FF2B5EF4-FFF2-40B4-BE49-F238E27FC236}">
                      <a16:creationId xmlns:a16="http://schemas.microsoft.com/office/drawing/2014/main" id="{577FD6D7-4476-D59B-4219-5DD112F1CAB8}"/>
                    </a:ext>
                  </a:extLst>
                </p:cNvPr>
                <p:cNvPicPr/>
                <p:nvPr/>
              </p:nvPicPr>
              <p:blipFill>
                <a:blip r:embed="rId46"/>
                <a:stretch>
                  <a:fillRect/>
                </a:stretch>
              </p:blipFill>
              <p:spPr>
                <a:xfrm>
                  <a:off x="8750580" y="4403580"/>
                  <a:ext cx="19620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45" name="Ink 44">
                  <a:extLst>
                    <a:ext uri="{FF2B5EF4-FFF2-40B4-BE49-F238E27FC236}">
                      <a16:creationId xmlns:a16="http://schemas.microsoft.com/office/drawing/2014/main" id="{CA69C098-48ED-5C96-517D-6F1F6729E3CE}"/>
                    </a:ext>
                  </a:extLst>
                </p14:cNvPr>
                <p14:cNvContentPartPr/>
                <p14:nvPr/>
              </p14:nvContentPartPr>
              <p14:xfrm>
                <a:off x="8839140" y="4453620"/>
                <a:ext cx="9360" cy="133200"/>
              </p14:xfrm>
            </p:contentPart>
          </mc:Choice>
          <mc:Fallback xmlns="">
            <p:pic>
              <p:nvPicPr>
                <p:cNvPr id="45" name="Ink 44">
                  <a:extLst>
                    <a:ext uri="{FF2B5EF4-FFF2-40B4-BE49-F238E27FC236}">
                      <a16:creationId xmlns:a16="http://schemas.microsoft.com/office/drawing/2014/main" id="{CA69C098-48ED-5C96-517D-6F1F6729E3CE}"/>
                    </a:ext>
                  </a:extLst>
                </p:cNvPr>
                <p:cNvPicPr/>
                <p:nvPr/>
              </p:nvPicPr>
              <p:blipFill>
                <a:blip r:embed="rId48"/>
                <a:stretch>
                  <a:fillRect/>
                </a:stretch>
              </p:blipFill>
              <p:spPr>
                <a:xfrm>
                  <a:off x="8830500" y="4444980"/>
                  <a:ext cx="27000" cy="15084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46" name="Ink 45">
                  <a:extLst>
                    <a:ext uri="{FF2B5EF4-FFF2-40B4-BE49-F238E27FC236}">
                      <a16:creationId xmlns:a16="http://schemas.microsoft.com/office/drawing/2014/main" id="{E6A79A06-CC97-02E7-BC6A-E6F0D3AA33CF}"/>
                    </a:ext>
                  </a:extLst>
                </p14:cNvPr>
                <p14:cNvContentPartPr/>
                <p14:nvPr/>
              </p14:nvContentPartPr>
              <p14:xfrm>
                <a:off x="8920140" y="4518780"/>
                <a:ext cx="39240" cy="100440"/>
              </p14:xfrm>
            </p:contentPart>
          </mc:Choice>
          <mc:Fallback xmlns="">
            <p:pic>
              <p:nvPicPr>
                <p:cNvPr id="46" name="Ink 45">
                  <a:extLst>
                    <a:ext uri="{FF2B5EF4-FFF2-40B4-BE49-F238E27FC236}">
                      <a16:creationId xmlns:a16="http://schemas.microsoft.com/office/drawing/2014/main" id="{E6A79A06-CC97-02E7-BC6A-E6F0D3AA33CF}"/>
                    </a:ext>
                  </a:extLst>
                </p:cNvPr>
                <p:cNvPicPr/>
                <p:nvPr/>
              </p:nvPicPr>
              <p:blipFill>
                <a:blip r:embed="rId50"/>
                <a:stretch>
                  <a:fillRect/>
                </a:stretch>
              </p:blipFill>
              <p:spPr>
                <a:xfrm>
                  <a:off x="8911140" y="4510140"/>
                  <a:ext cx="56880" cy="118080"/>
                </a:xfrm>
                <a:prstGeom prst="rect">
                  <a:avLst/>
                </a:prstGeom>
              </p:spPr>
            </p:pic>
          </mc:Fallback>
        </mc:AlternateContent>
      </p:grpSp>
      <p:grpSp>
        <p:nvGrpSpPr>
          <p:cNvPr id="71" name="Group 70">
            <a:extLst>
              <a:ext uri="{FF2B5EF4-FFF2-40B4-BE49-F238E27FC236}">
                <a16:creationId xmlns:a16="http://schemas.microsoft.com/office/drawing/2014/main" id="{E04D2B8C-C100-E136-80DE-5E1656073801}"/>
              </a:ext>
            </a:extLst>
          </p:cNvPr>
          <p:cNvGrpSpPr/>
          <p:nvPr/>
        </p:nvGrpSpPr>
        <p:grpSpPr>
          <a:xfrm>
            <a:off x="8313780" y="1999440"/>
            <a:ext cx="2340000" cy="319680"/>
            <a:chOff x="8008980" y="4984620"/>
            <a:chExt cx="2340000" cy="319680"/>
          </a:xfrm>
        </p:grpSpPr>
        <mc:AlternateContent xmlns:mc="http://schemas.openxmlformats.org/markup-compatibility/2006" xmlns:p14="http://schemas.microsoft.com/office/powerpoint/2010/main">
          <mc:Choice Requires="p14">
            <p:contentPart p14:bwMode="auto" r:id="rId51">
              <p14:nvContentPartPr>
                <p14:cNvPr id="48" name="Ink 47">
                  <a:extLst>
                    <a:ext uri="{FF2B5EF4-FFF2-40B4-BE49-F238E27FC236}">
                      <a16:creationId xmlns:a16="http://schemas.microsoft.com/office/drawing/2014/main" id="{414CCD5E-599B-A6E1-D8A2-BA4A4723B051}"/>
                    </a:ext>
                  </a:extLst>
                </p14:cNvPr>
                <p14:cNvContentPartPr/>
                <p14:nvPr/>
              </p14:nvContentPartPr>
              <p14:xfrm>
                <a:off x="8008980" y="5294940"/>
                <a:ext cx="210600" cy="8280"/>
              </p14:xfrm>
            </p:contentPart>
          </mc:Choice>
          <mc:Fallback xmlns="">
            <p:pic>
              <p:nvPicPr>
                <p:cNvPr id="48" name="Ink 47">
                  <a:extLst>
                    <a:ext uri="{FF2B5EF4-FFF2-40B4-BE49-F238E27FC236}">
                      <a16:creationId xmlns:a16="http://schemas.microsoft.com/office/drawing/2014/main" id="{414CCD5E-599B-A6E1-D8A2-BA4A4723B051}"/>
                    </a:ext>
                  </a:extLst>
                </p:cNvPr>
                <p:cNvPicPr/>
                <p:nvPr/>
              </p:nvPicPr>
              <p:blipFill>
                <a:blip r:embed="rId52"/>
                <a:stretch>
                  <a:fillRect/>
                </a:stretch>
              </p:blipFill>
              <p:spPr>
                <a:xfrm>
                  <a:off x="8000340" y="5285940"/>
                  <a:ext cx="22824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49" name="Ink 48">
                  <a:extLst>
                    <a:ext uri="{FF2B5EF4-FFF2-40B4-BE49-F238E27FC236}">
                      <a16:creationId xmlns:a16="http://schemas.microsoft.com/office/drawing/2014/main" id="{26C9189E-6E54-3839-7803-B39A87E54C93}"/>
                    </a:ext>
                  </a:extLst>
                </p14:cNvPr>
                <p14:cNvContentPartPr/>
                <p14:nvPr/>
              </p14:nvContentPartPr>
              <p14:xfrm>
                <a:off x="8321820" y="5298540"/>
                <a:ext cx="89640" cy="5760"/>
              </p14:xfrm>
            </p:contentPart>
          </mc:Choice>
          <mc:Fallback xmlns="">
            <p:pic>
              <p:nvPicPr>
                <p:cNvPr id="49" name="Ink 48">
                  <a:extLst>
                    <a:ext uri="{FF2B5EF4-FFF2-40B4-BE49-F238E27FC236}">
                      <a16:creationId xmlns:a16="http://schemas.microsoft.com/office/drawing/2014/main" id="{26C9189E-6E54-3839-7803-B39A87E54C93}"/>
                    </a:ext>
                  </a:extLst>
                </p:cNvPr>
                <p:cNvPicPr/>
                <p:nvPr/>
              </p:nvPicPr>
              <p:blipFill>
                <a:blip r:embed="rId54"/>
                <a:stretch>
                  <a:fillRect/>
                </a:stretch>
              </p:blipFill>
              <p:spPr>
                <a:xfrm>
                  <a:off x="8313180" y="5289900"/>
                  <a:ext cx="10728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50" name="Ink 49">
                  <a:extLst>
                    <a:ext uri="{FF2B5EF4-FFF2-40B4-BE49-F238E27FC236}">
                      <a16:creationId xmlns:a16="http://schemas.microsoft.com/office/drawing/2014/main" id="{43FF7746-53AB-285E-0E9B-514F9C909E24}"/>
                    </a:ext>
                  </a:extLst>
                </p14:cNvPr>
                <p14:cNvContentPartPr/>
                <p14:nvPr/>
              </p14:nvContentPartPr>
              <p14:xfrm>
                <a:off x="8647260" y="5281620"/>
                <a:ext cx="263160" cy="14040"/>
              </p14:xfrm>
            </p:contentPart>
          </mc:Choice>
          <mc:Fallback xmlns="">
            <p:pic>
              <p:nvPicPr>
                <p:cNvPr id="50" name="Ink 49">
                  <a:extLst>
                    <a:ext uri="{FF2B5EF4-FFF2-40B4-BE49-F238E27FC236}">
                      <a16:creationId xmlns:a16="http://schemas.microsoft.com/office/drawing/2014/main" id="{43FF7746-53AB-285E-0E9B-514F9C909E24}"/>
                    </a:ext>
                  </a:extLst>
                </p:cNvPr>
                <p:cNvPicPr/>
                <p:nvPr/>
              </p:nvPicPr>
              <p:blipFill>
                <a:blip r:embed="rId56"/>
                <a:stretch>
                  <a:fillRect/>
                </a:stretch>
              </p:blipFill>
              <p:spPr>
                <a:xfrm>
                  <a:off x="8638260" y="5272620"/>
                  <a:ext cx="28080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51" name="Ink 50">
                  <a:extLst>
                    <a:ext uri="{FF2B5EF4-FFF2-40B4-BE49-F238E27FC236}">
                      <a16:creationId xmlns:a16="http://schemas.microsoft.com/office/drawing/2014/main" id="{25D3AA3A-52E1-FB7D-D354-1E30B433F2D1}"/>
                    </a:ext>
                  </a:extLst>
                </p14:cNvPr>
                <p14:cNvContentPartPr/>
                <p14:nvPr/>
              </p14:nvContentPartPr>
              <p14:xfrm>
                <a:off x="9127500" y="5261820"/>
                <a:ext cx="270000" cy="6840"/>
              </p14:xfrm>
            </p:contentPart>
          </mc:Choice>
          <mc:Fallback xmlns="">
            <p:pic>
              <p:nvPicPr>
                <p:cNvPr id="51" name="Ink 50">
                  <a:extLst>
                    <a:ext uri="{FF2B5EF4-FFF2-40B4-BE49-F238E27FC236}">
                      <a16:creationId xmlns:a16="http://schemas.microsoft.com/office/drawing/2014/main" id="{25D3AA3A-52E1-FB7D-D354-1E30B433F2D1}"/>
                    </a:ext>
                  </a:extLst>
                </p:cNvPr>
                <p:cNvPicPr/>
                <p:nvPr/>
              </p:nvPicPr>
              <p:blipFill>
                <a:blip r:embed="rId58"/>
                <a:stretch>
                  <a:fillRect/>
                </a:stretch>
              </p:blipFill>
              <p:spPr>
                <a:xfrm>
                  <a:off x="9118500" y="5253180"/>
                  <a:ext cx="28764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52" name="Ink 51">
                  <a:extLst>
                    <a:ext uri="{FF2B5EF4-FFF2-40B4-BE49-F238E27FC236}">
                      <a16:creationId xmlns:a16="http://schemas.microsoft.com/office/drawing/2014/main" id="{AC68FC31-878D-12DC-0737-958B2775B26C}"/>
                    </a:ext>
                  </a:extLst>
                </p14:cNvPr>
                <p14:cNvContentPartPr/>
                <p14:nvPr/>
              </p14:nvContentPartPr>
              <p14:xfrm>
                <a:off x="9553380" y="5239860"/>
                <a:ext cx="244440" cy="14760"/>
              </p14:xfrm>
            </p:contentPart>
          </mc:Choice>
          <mc:Fallback xmlns="">
            <p:pic>
              <p:nvPicPr>
                <p:cNvPr id="52" name="Ink 51">
                  <a:extLst>
                    <a:ext uri="{FF2B5EF4-FFF2-40B4-BE49-F238E27FC236}">
                      <a16:creationId xmlns:a16="http://schemas.microsoft.com/office/drawing/2014/main" id="{AC68FC31-878D-12DC-0737-958B2775B26C}"/>
                    </a:ext>
                  </a:extLst>
                </p:cNvPr>
                <p:cNvPicPr/>
                <p:nvPr/>
              </p:nvPicPr>
              <p:blipFill>
                <a:blip r:embed="rId60"/>
                <a:stretch>
                  <a:fillRect/>
                </a:stretch>
              </p:blipFill>
              <p:spPr>
                <a:xfrm>
                  <a:off x="9544380" y="5231220"/>
                  <a:ext cx="262080" cy="324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55" name="Ink 54">
                  <a:extLst>
                    <a:ext uri="{FF2B5EF4-FFF2-40B4-BE49-F238E27FC236}">
                      <a16:creationId xmlns:a16="http://schemas.microsoft.com/office/drawing/2014/main" id="{30049F34-C655-0486-691F-5652923FDC30}"/>
                    </a:ext>
                  </a:extLst>
                </p14:cNvPr>
                <p14:cNvContentPartPr/>
                <p14:nvPr/>
              </p14:nvContentPartPr>
              <p14:xfrm>
                <a:off x="10082220" y="5225100"/>
                <a:ext cx="266760" cy="11160"/>
              </p14:xfrm>
            </p:contentPart>
          </mc:Choice>
          <mc:Fallback xmlns="">
            <p:pic>
              <p:nvPicPr>
                <p:cNvPr id="55" name="Ink 54">
                  <a:extLst>
                    <a:ext uri="{FF2B5EF4-FFF2-40B4-BE49-F238E27FC236}">
                      <a16:creationId xmlns:a16="http://schemas.microsoft.com/office/drawing/2014/main" id="{30049F34-C655-0486-691F-5652923FDC30}"/>
                    </a:ext>
                  </a:extLst>
                </p:cNvPr>
                <p:cNvPicPr/>
                <p:nvPr/>
              </p:nvPicPr>
              <p:blipFill>
                <a:blip r:embed="rId62"/>
                <a:stretch>
                  <a:fillRect/>
                </a:stretch>
              </p:blipFill>
              <p:spPr>
                <a:xfrm>
                  <a:off x="10073220" y="5216100"/>
                  <a:ext cx="28440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58" name="Ink 57">
                  <a:extLst>
                    <a:ext uri="{FF2B5EF4-FFF2-40B4-BE49-F238E27FC236}">
                      <a16:creationId xmlns:a16="http://schemas.microsoft.com/office/drawing/2014/main" id="{82DC2D91-B5EF-118F-156A-D5C2CAFC05B2}"/>
                    </a:ext>
                  </a:extLst>
                </p14:cNvPr>
                <p14:cNvContentPartPr/>
                <p14:nvPr/>
              </p14:nvContentPartPr>
              <p14:xfrm>
                <a:off x="9556980" y="5036100"/>
                <a:ext cx="125640" cy="185040"/>
              </p14:xfrm>
            </p:contentPart>
          </mc:Choice>
          <mc:Fallback xmlns="">
            <p:pic>
              <p:nvPicPr>
                <p:cNvPr id="58" name="Ink 57">
                  <a:extLst>
                    <a:ext uri="{FF2B5EF4-FFF2-40B4-BE49-F238E27FC236}">
                      <a16:creationId xmlns:a16="http://schemas.microsoft.com/office/drawing/2014/main" id="{82DC2D91-B5EF-118F-156A-D5C2CAFC05B2}"/>
                    </a:ext>
                  </a:extLst>
                </p:cNvPr>
                <p:cNvPicPr/>
                <p:nvPr/>
              </p:nvPicPr>
              <p:blipFill>
                <a:blip r:embed="rId64"/>
                <a:stretch>
                  <a:fillRect/>
                </a:stretch>
              </p:blipFill>
              <p:spPr>
                <a:xfrm>
                  <a:off x="9548340" y="5027460"/>
                  <a:ext cx="143280" cy="20268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59" name="Ink 58">
                  <a:extLst>
                    <a:ext uri="{FF2B5EF4-FFF2-40B4-BE49-F238E27FC236}">
                      <a16:creationId xmlns:a16="http://schemas.microsoft.com/office/drawing/2014/main" id="{50A58940-720C-2AE3-A79C-08A5BCF01A2A}"/>
                    </a:ext>
                  </a:extLst>
                </p14:cNvPr>
                <p14:cNvContentPartPr/>
                <p14:nvPr/>
              </p14:nvContentPartPr>
              <p14:xfrm>
                <a:off x="9788460" y="4987860"/>
                <a:ext cx="132120" cy="148320"/>
              </p14:xfrm>
            </p:contentPart>
          </mc:Choice>
          <mc:Fallback xmlns="">
            <p:pic>
              <p:nvPicPr>
                <p:cNvPr id="59" name="Ink 58">
                  <a:extLst>
                    <a:ext uri="{FF2B5EF4-FFF2-40B4-BE49-F238E27FC236}">
                      <a16:creationId xmlns:a16="http://schemas.microsoft.com/office/drawing/2014/main" id="{50A58940-720C-2AE3-A79C-08A5BCF01A2A}"/>
                    </a:ext>
                  </a:extLst>
                </p:cNvPr>
                <p:cNvPicPr/>
                <p:nvPr/>
              </p:nvPicPr>
              <p:blipFill>
                <a:blip r:embed="rId66"/>
                <a:stretch>
                  <a:fillRect/>
                </a:stretch>
              </p:blipFill>
              <p:spPr>
                <a:xfrm>
                  <a:off x="9779460" y="4979220"/>
                  <a:ext cx="14976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60" name="Ink 59">
                  <a:extLst>
                    <a:ext uri="{FF2B5EF4-FFF2-40B4-BE49-F238E27FC236}">
                      <a16:creationId xmlns:a16="http://schemas.microsoft.com/office/drawing/2014/main" id="{D9874190-0935-46C0-82BB-E22DDB72AD5A}"/>
                    </a:ext>
                  </a:extLst>
                </p14:cNvPr>
                <p14:cNvContentPartPr/>
                <p14:nvPr/>
              </p14:nvContentPartPr>
              <p14:xfrm>
                <a:off x="9995100" y="4984620"/>
                <a:ext cx="121320" cy="12600"/>
              </p14:xfrm>
            </p:contentPart>
          </mc:Choice>
          <mc:Fallback xmlns="">
            <p:pic>
              <p:nvPicPr>
                <p:cNvPr id="60" name="Ink 59">
                  <a:extLst>
                    <a:ext uri="{FF2B5EF4-FFF2-40B4-BE49-F238E27FC236}">
                      <a16:creationId xmlns:a16="http://schemas.microsoft.com/office/drawing/2014/main" id="{D9874190-0935-46C0-82BB-E22DDB72AD5A}"/>
                    </a:ext>
                  </a:extLst>
                </p:cNvPr>
                <p:cNvPicPr/>
                <p:nvPr/>
              </p:nvPicPr>
              <p:blipFill>
                <a:blip r:embed="rId68"/>
                <a:stretch>
                  <a:fillRect/>
                </a:stretch>
              </p:blipFill>
              <p:spPr>
                <a:xfrm>
                  <a:off x="9986460" y="4975980"/>
                  <a:ext cx="13896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61" name="Ink 60">
                  <a:extLst>
                    <a:ext uri="{FF2B5EF4-FFF2-40B4-BE49-F238E27FC236}">
                      <a16:creationId xmlns:a16="http://schemas.microsoft.com/office/drawing/2014/main" id="{70F4A77D-33E7-5EDC-E55B-F1B9C6F1BE83}"/>
                    </a:ext>
                  </a:extLst>
                </p14:cNvPr>
                <p14:cNvContentPartPr/>
                <p14:nvPr/>
              </p14:nvContentPartPr>
              <p14:xfrm>
                <a:off x="9960540" y="5029620"/>
                <a:ext cx="131760" cy="131040"/>
              </p14:xfrm>
            </p:contentPart>
          </mc:Choice>
          <mc:Fallback xmlns="">
            <p:pic>
              <p:nvPicPr>
                <p:cNvPr id="61" name="Ink 60">
                  <a:extLst>
                    <a:ext uri="{FF2B5EF4-FFF2-40B4-BE49-F238E27FC236}">
                      <a16:creationId xmlns:a16="http://schemas.microsoft.com/office/drawing/2014/main" id="{70F4A77D-33E7-5EDC-E55B-F1B9C6F1BE83}"/>
                    </a:ext>
                  </a:extLst>
                </p:cNvPr>
                <p:cNvPicPr/>
                <p:nvPr/>
              </p:nvPicPr>
              <p:blipFill>
                <a:blip r:embed="rId70"/>
                <a:stretch>
                  <a:fillRect/>
                </a:stretch>
              </p:blipFill>
              <p:spPr>
                <a:xfrm>
                  <a:off x="9951900" y="5020980"/>
                  <a:ext cx="149400" cy="14868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62" name="Ink 61">
                  <a:extLst>
                    <a:ext uri="{FF2B5EF4-FFF2-40B4-BE49-F238E27FC236}">
                      <a16:creationId xmlns:a16="http://schemas.microsoft.com/office/drawing/2014/main" id="{BC61AF68-8FDB-95DE-6CC6-B6DE0FEE9CD0}"/>
                    </a:ext>
                  </a:extLst>
                </p14:cNvPr>
                <p14:cNvContentPartPr/>
                <p14:nvPr/>
              </p14:nvContentPartPr>
              <p14:xfrm>
                <a:off x="9978180" y="5022420"/>
                <a:ext cx="360" cy="2880"/>
              </p14:xfrm>
            </p:contentPart>
          </mc:Choice>
          <mc:Fallback xmlns="">
            <p:pic>
              <p:nvPicPr>
                <p:cNvPr id="62" name="Ink 61">
                  <a:extLst>
                    <a:ext uri="{FF2B5EF4-FFF2-40B4-BE49-F238E27FC236}">
                      <a16:creationId xmlns:a16="http://schemas.microsoft.com/office/drawing/2014/main" id="{BC61AF68-8FDB-95DE-6CC6-B6DE0FEE9CD0}"/>
                    </a:ext>
                  </a:extLst>
                </p:cNvPr>
                <p:cNvPicPr/>
                <p:nvPr/>
              </p:nvPicPr>
              <p:blipFill>
                <a:blip r:embed="rId72"/>
                <a:stretch>
                  <a:fillRect/>
                </a:stretch>
              </p:blipFill>
              <p:spPr>
                <a:xfrm>
                  <a:off x="9969540" y="5013780"/>
                  <a:ext cx="1800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63" name="Ink 62">
                  <a:extLst>
                    <a:ext uri="{FF2B5EF4-FFF2-40B4-BE49-F238E27FC236}">
                      <a16:creationId xmlns:a16="http://schemas.microsoft.com/office/drawing/2014/main" id="{13B0887D-CA8A-F8B8-658D-D1266EA07DA7}"/>
                    </a:ext>
                  </a:extLst>
                </p14:cNvPr>
                <p14:cNvContentPartPr/>
                <p14:nvPr/>
              </p14:nvContentPartPr>
              <p14:xfrm>
                <a:off x="10221900" y="5002260"/>
                <a:ext cx="5040" cy="7200"/>
              </p14:xfrm>
            </p:contentPart>
          </mc:Choice>
          <mc:Fallback xmlns="">
            <p:pic>
              <p:nvPicPr>
                <p:cNvPr id="63" name="Ink 62">
                  <a:extLst>
                    <a:ext uri="{FF2B5EF4-FFF2-40B4-BE49-F238E27FC236}">
                      <a16:creationId xmlns:a16="http://schemas.microsoft.com/office/drawing/2014/main" id="{13B0887D-CA8A-F8B8-658D-D1266EA07DA7}"/>
                    </a:ext>
                  </a:extLst>
                </p:cNvPr>
                <p:cNvPicPr/>
                <p:nvPr/>
              </p:nvPicPr>
              <p:blipFill>
                <a:blip r:embed="rId74"/>
                <a:stretch>
                  <a:fillRect/>
                </a:stretch>
              </p:blipFill>
              <p:spPr>
                <a:xfrm>
                  <a:off x="10212900" y="4993260"/>
                  <a:ext cx="2268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65" name="Ink 64">
                  <a:extLst>
                    <a:ext uri="{FF2B5EF4-FFF2-40B4-BE49-F238E27FC236}">
                      <a16:creationId xmlns:a16="http://schemas.microsoft.com/office/drawing/2014/main" id="{5A5D257F-DFA9-1414-8FFB-3925EB5A3C4C}"/>
                    </a:ext>
                  </a:extLst>
                </p14:cNvPr>
                <p14:cNvContentPartPr/>
                <p14:nvPr/>
              </p14:nvContentPartPr>
              <p14:xfrm>
                <a:off x="9053340" y="5050140"/>
                <a:ext cx="81720" cy="208800"/>
              </p14:xfrm>
            </p:contentPart>
          </mc:Choice>
          <mc:Fallback xmlns="">
            <p:pic>
              <p:nvPicPr>
                <p:cNvPr id="65" name="Ink 64">
                  <a:extLst>
                    <a:ext uri="{FF2B5EF4-FFF2-40B4-BE49-F238E27FC236}">
                      <a16:creationId xmlns:a16="http://schemas.microsoft.com/office/drawing/2014/main" id="{5A5D257F-DFA9-1414-8FFB-3925EB5A3C4C}"/>
                    </a:ext>
                  </a:extLst>
                </p:cNvPr>
                <p:cNvPicPr/>
                <p:nvPr/>
              </p:nvPicPr>
              <p:blipFill>
                <a:blip r:embed="rId76"/>
                <a:stretch>
                  <a:fillRect/>
                </a:stretch>
              </p:blipFill>
              <p:spPr>
                <a:xfrm>
                  <a:off x="9044700" y="5041140"/>
                  <a:ext cx="99360" cy="22644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66" name="Ink 65">
                  <a:extLst>
                    <a:ext uri="{FF2B5EF4-FFF2-40B4-BE49-F238E27FC236}">
                      <a16:creationId xmlns:a16="http://schemas.microsoft.com/office/drawing/2014/main" id="{3BCD1E81-64B7-DB89-9935-31183EADF11D}"/>
                    </a:ext>
                  </a:extLst>
                </p14:cNvPr>
                <p14:cNvContentPartPr/>
                <p14:nvPr/>
              </p14:nvContentPartPr>
              <p14:xfrm>
                <a:off x="8498940" y="5034660"/>
                <a:ext cx="123120" cy="174960"/>
              </p14:xfrm>
            </p:contentPart>
          </mc:Choice>
          <mc:Fallback xmlns="">
            <p:pic>
              <p:nvPicPr>
                <p:cNvPr id="66" name="Ink 65">
                  <a:extLst>
                    <a:ext uri="{FF2B5EF4-FFF2-40B4-BE49-F238E27FC236}">
                      <a16:creationId xmlns:a16="http://schemas.microsoft.com/office/drawing/2014/main" id="{3BCD1E81-64B7-DB89-9935-31183EADF11D}"/>
                    </a:ext>
                  </a:extLst>
                </p:cNvPr>
                <p:cNvPicPr/>
                <p:nvPr/>
              </p:nvPicPr>
              <p:blipFill>
                <a:blip r:embed="rId78"/>
                <a:stretch>
                  <a:fillRect/>
                </a:stretch>
              </p:blipFill>
              <p:spPr>
                <a:xfrm>
                  <a:off x="8490300" y="5025660"/>
                  <a:ext cx="140760" cy="19260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67" name="Ink 66">
                  <a:extLst>
                    <a:ext uri="{FF2B5EF4-FFF2-40B4-BE49-F238E27FC236}">
                      <a16:creationId xmlns:a16="http://schemas.microsoft.com/office/drawing/2014/main" id="{8774A154-CF64-50E5-351A-5D0739EA71E2}"/>
                    </a:ext>
                  </a:extLst>
                </p14:cNvPr>
                <p14:cNvContentPartPr/>
                <p14:nvPr/>
              </p14:nvContentPartPr>
              <p14:xfrm>
                <a:off x="8677500" y="5035380"/>
                <a:ext cx="63360" cy="8280"/>
              </p14:xfrm>
            </p:contentPart>
          </mc:Choice>
          <mc:Fallback xmlns="">
            <p:pic>
              <p:nvPicPr>
                <p:cNvPr id="67" name="Ink 66">
                  <a:extLst>
                    <a:ext uri="{FF2B5EF4-FFF2-40B4-BE49-F238E27FC236}">
                      <a16:creationId xmlns:a16="http://schemas.microsoft.com/office/drawing/2014/main" id="{8774A154-CF64-50E5-351A-5D0739EA71E2}"/>
                    </a:ext>
                  </a:extLst>
                </p:cNvPr>
                <p:cNvPicPr/>
                <p:nvPr/>
              </p:nvPicPr>
              <p:blipFill>
                <a:blip r:embed="rId80"/>
                <a:stretch>
                  <a:fillRect/>
                </a:stretch>
              </p:blipFill>
              <p:spPr>
                <a:xfrm>
                  <a:off x="8668860" y="5026380"/>
                  <a:ext cx="8100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68" name="Ink 67">
                  <a:extLst>
                    <a:ext uri="{FF2B5EF4-FFF2-40B4-BE49-F238E27FC236}">
                      <a16:creationId xmlns:a16="http://schemas.microsoft.com/office/drawing/2014/main" id="{76CF6573-B2BF-BAA4-AA1F-0AD9D76DD111}"/>
                    </a:ext>
                  </a:extLst>
                </p14:cNvPr>
                <p14:cNvContentPartPr/>
                <p14:nvPr/>
              </p14:nvContentPartPr>
              <p14:xfrm>
                <a:off x="8641860" y="5044380"/>
                <a:ext cx="111960" cy="188640"/>
              </p14:xfrm>
            </p:contentPart>
          </mc:Choice>
          <mc:Fallback xmlns="">
            <p:pic>
              <p:nvPicPr>
                <p:cNvPr id="68" name="Ink 67">
                  <a:extLst>
                    <a:ext uri="{FF2B5EF4-FFF2-40B4-BE49-F238E27FC236}">
                      <a16:creationId xmlns:a16="http://schemas.microsoft.com/office/drawing/2014/main" id="{76CF6573-B2BF-BAA4-AA1F-0AD9D76DD111}"/>
                    </a:ext>
                  </a:extLst>
                </p:cNvPr>
                <p:cNvPicPr/>
                <p:nvPr/>
              </p:nvPicPr>
              <p:blipFill>
                <a:blip r:embed="rId82"/>
                <a:stretch>
                  <a:fillRect/>
                </a:stretch>
              </p:blipFill>
              <p:spPr>
                <a:xfrm>
                  <a:off x="8632860" y="5035380"/>
                  <a:ext cx="129600" cy="20628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69" name="Ink 68">
                  <a:extLst>
                    <a:ext uri="{FF2B5EF4-FFF2-40B4-BE49-F238E27FC236}">
                      <a16:creationId xmlns:a16="http://schemas.microsoft.com/office/drawing/2014/main" id="{8433BDB8-C88E-7905-A09D-AB449BCFF1E8}"/>
                    </a:ext>
                  </a:extLst>
                </p14:cNvPr>
                <p14:cNvContentPartPr/>
                <p14:nvPr/>
              </p14:nvContentPartPr>
              <p14:xfrm>
                <a:off x="8844540" y="5029980"/>
                <a:ext cx="360" cy="360"/>
              </p14:xfrm>
            </p:contentPart>
          </mc:Choice>
          <mc:Fallback xmlns="">
            <p:pic>
              <p:nvPicPr>
                <p:cNvPr id="69" name="Ink 68">
                  <a:extLst>
                    <a:ext uri="{FF2B5EF4-FFF2-40B4-BE49-F238E27FC236}">
                      <a16:creationId xmlns:a16="http://schemas.microsoft.com/office/drawing/2014/main" id="{8433BDB8-C88E-7905-A09D-AB449BCFF1E8}"/>
                    </a:ext>
                  </a:extLst>
                </p:cNvPr>
                <p:cNvPicPr/>
                <p:nvPr/>
              </p:nvPicPr>
              <p:blipFill>
                <a:blip r:embed="rId72"/>
                <a:stretch>
                  <a:fillRect/>
                </a:stretch>
              </p:blipFill>
              <p:spPr>
                <a:xfrm>
                  <a:off x="8835540" y="502098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70" name="Ink 69">
                  <a:extLst>
                    <a:ext uri="{FF2B5EF4-FFF2-40B4-BE49-F238E27FC236}">
                      <a16:creationId xmlns:a16="http://schemas.microsoft.com/office/drawing/2014/main" id="{1BF415D5-1C5C-2F06-02FA-37618DEE49F1}"/>
                    </a:ext>
                  </a:extLst>
                </p14:cNvPr>
                <p14:cNvContentPartPr/>
                <p14:nvPr/>
              </p14:nvContentPartPr>
              <p14:xfrm>
                <a:off x="8830500" y="5020980"/>
                <a:ext cx="31680" cy="45720"/>
              </p14:xfrm>
            </p:contentPart>
          </mc:Choice>
          <mc:Fallback xmlns="">
            <p:pic>
              <p:nvPicPr>
                <p:cNvPr id="70" name="Ink 69">
                  <a:extLst>
                    <a:ext uri="{FF2B5EF4-FFF2-40B4-BE49-F238E27FC236}">
                      <a16:creationId xmlns:a16="http://schemas.microsoft.com/office/drawing/2014/main" id="{1BF415D5-1C5C-2F06-02FA-37618DEE49F1}"/>
                    </a:ext>
                  </a:extLst>
                </p:cNvPr>
                <p:cNvPicPr/>
                <p:nvPr/>
              </p:nvPicPr>
              <p:blipFill>
                <a:blip r:embed="rId85"/>
                <a:stretch>
                  <a:fillRect/>
                </a:stretch>
              </p:blipFill>
              <p:spPr>
                <a:xfrm>
                  <a:off x="8821860" y="5011980"/>
                  <a:ext cx="49320" cy="63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6">
            <p14:nvContentPartPr>
              <p14:cNvPr id="3" name="Ink 2">
                <a:extLst>
                  <a:ext uri="{FF2B5EF4-FFF2-40B4-BE49-F238E27FC236}">
                    <a16:creationId xmlns:a16="http://schemas.microsoft.com/office/drawing/2014/main" id="{2EAAE5FA-3904-8EE2-4A23-BBBA3DAD84E5}"/>
                  </a:ext>
                </a:extLst>
              </p14:cNvPr>
              <p14:cNvContentPartPr/>
              <p14:nvPr/>
            </p14:nvContentPartPr>
            <p14:xfrm>
              <a:off x="1795680" y="1233360"/>
              <a:ext cx="1119960" cy="946440"/>
            </p14:xfrm>
          </p:contentPart>
        </mc:Choice>
        <mc:Fallback xmlns="">
          <p:pic>
            <p:nvPicPr>
              <p:cNvPr id="3" name="Ink 2">
                <a:extLst>
                  <a:ext uri="{FF2B5EF4-FFF2-40B4-BE49-F238E27FC236}">
                    <a16:creationId xmlns:a16="http://schemas.microsoft.com/office/drawing/2014/main" id="{2EAAE5FA-3904-8EE2-4A23-BBBA3DAD84E5}"/>
                  </a:ext>
                </a:extLst>
              </p:cNvPr>
              <p:cNvPicPr/>
              <p:nvPr/>
            </p:nvPicPr>
            <p:blipFill>
              <a:blip r:embed="rId87"/>
              <a:stretch>
                <a:fillRect/>
              </a:stretch>
            </p:blipFill>
            <p:spPr>
              <a:xfrm>
                <a:off x="1786680" y="1224360"/>
                <a:ext cx="1137600" cy="96408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 name="Ink 4">
                <a:extLst>
                  <a:ext uri="{FF2B5EF4-FFF2-40B4-BE49-F238E27FC236}">
                    <a16:creationId xmlns:a16="http://schemas.microsoft.com/office/drawing/2014/main" id="{5B1612DA-FF50-BD1E-EEA6-E811AF355450}"/>
                  </a:ext>
                </a:extLst>
              </p14:cNvPr>
              <p14:cNvContentPartPr/>
              <p14:nvPr/>
            </p14:nvContentPartPr>
            <p14:xfrm>
              <a:off x="1753560" y="1198440"/>
              <a:ext cx="265320" cy="182160"/>
            </p14:xfrm>
          </p:contentPart>
        </mc:Choice>
        <mc:Fallback xmlns="">
          <p:pic>
            <p:nvPicPr>
              <p:cNvPr id="5" name="Ink 4">
                <a:extLst>
                  <a:ext uri="{FF2B5EF4-FFF2-40B4-BE49-F238E27FC236}">
                    <a16:creationId xmlns:a16="http://schemas.microsoft.com/office/drawing/2014/main" id="{5B1612DA-FF50-BD1E-EEA6-E811AF355450}"/>
                  </a:ext>
                </a:extLst>
              </p:cNvPr>
              <p:cNvPicPr/>
              <p:nvPr/>
            </p:nvPicPr>
            <p:blipFill>
              <a:blip r:embed="rId89"/>
              <a:stretch>
                <a:fillRect/>
              </a:stretch>
            </p:blipFill>
            <p:spPr>
              <a:xfrm>
                <a:off x="1744920" y="1189800"/>
                <a:ext cx="282960" cy="1998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36" name="Ink 35">
                <a:extLst>
                  <a:ext uri="{FF2B5EF4-FFF2-40B4-BE49-F238E27FC236}">
                    <a16:creationId xmlns:a16="http://schemas.microsoft.com/office/drawing/2014/main" id="{73EC491A-9DB7-5003-AA57-1E708105D684}"/>
                  </a:ext>
                </a:extLst>
              </p14:cNvPr>
              <p14:cNvContentPartPr/>
              <p14:nvPr/>
            </p14:nvContentPartPr>
            <p14:xfrm>
              <a:off x="1655640" y="2271600"/>
              <a:ext cx="160200" cy="88920"/>
            </p14:xfrm>
          </p:contentPart>
        </mc:Choice>
        <mc:Fallback xmlns="">
          <p:pic>
            <p:nvPicPr>
              <p:cNvPr id="36" name="Ink 35">
                <a:extLst>
                  <a:ext uri="{FF2B5EF4-FFF2-40B4-BE49-F238E27FC236}">
                    <a16:creationId xmlns:a16="http://schemas.microsoft.com/office/drawing/2014/main" id="{73EC491A-9DB7-5003-AA57-1E708105D684}"/>
                  </a:ext>
                </a:extLst>
              </p:cNvPr>
              <p:cNvPicPr/>
              <p:nvPr/>
            </p:nvPicPr>
            <p:blipFill>
              <a:blip r:embed="rId91"/>
              <a:stretch>
                <a:fillRect/>
              </a:stretch>
            </p:blipFill>
            <p:spPr>
              <a:xfrm>
                <a:off x="1647000" y="2262600"/>
                <a:ext cx="17784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41" name="Ink 40">
                <a:extLst>
                  <a:ext uri="{FF2B5EF4-FFF2-40B4-BE49-F238E27FC236}">
                    <a16:creationId xmlns:a16="http://schemas.microsoft.com/office/drawing/2014/main" id="{51E41F80-E981-CF9D-99CA-1B1BFB4A201A}"/>
                  </a:ext>
                </a:extLst>
              </p14:cNvPr>
              <p14:cNvContentPartPr/>
              <p14:nvPr/>
            </p14:nvContentPartPr>
            <p14:xfrm>
              <a:off x="2235600" y="1368000"/>
              <a:ext cx="360" cy="1800"/>
            </p14:xfrm>
          </p:contentPart>
        </mc:Choice>
        <mc:Fallback xmlns="">
          <p:pic>
            <p:nvPicPr>
              <p:cNvPr id="41" name="Ink 40">
                <a:extLst>
                  <a:ext uri="{FF2B5EF4-FFF2-40B4-BE49-F238E27FC236}">
                    <a16:creationId xmlns:a16="http://schemas.microsoft.com/office/drawing/2014/main" id="{51E41F80-E981-CF9D-99CA-1B1BFB4A201A}"/>
                  </a:ext>
                </a:extLst>
              </p:cNvPr>
              <p:cNvPicPr/>
              <p:nvPr/>
            </p:nvPicPr>
            <p:blipFill>
              <a:blip r:embed="rId93"/>
              <a:stretch>
                <a:fillRect/>
              </a:stretch>
            </p:blipFill>
            <p:spPr>
              <a:xfrm>
                <a:off x="2226960" y="1359360"/>
                <a:ext cx="18000" cy="19440"/>
              </a:xfrm>
              <a:prstGeom prst="rect">
                <a:avLst/>
              </a:prstGeom>
            </p:spPr>
          </p:pic>
        </mc:Fallback>
      </mc:AlternateContent>
      <p:grpSp>
        <p:nvGrpSpPr>
          <p:cNvPr id="90" name="Group 89">
            <a:extLst>
              <a:ext uri="{FF2B5EF4-FFF2-40B4-BE49-F238E27FC236}">
                <a16:creationId xmlns:a16="http://schemas.microsoft.com/office/drawing/2014/main" id="{2F2B05D8-47C8-247F-AFBA-C450F91D60A2}"/>
              </a:ext>
            </a:extLst>
          </p:cNvPr>
          <p:cNvGrpSpPr/>
          <p:nvPr/>
        </p:nvGrpSpPr>
        <p:grpSpPr>
          <a:xfrm>
            <a:off x="2185560" y="1402560"/>
            <a:ext cx="188280" cy="213120"/>
            <a:chOff x="2185560" y="1402560"/>
            <a:chExt cx="188280" cy="213120"/>
          </a:xfrm>
        </p:grpSpPr>
        <mc:AlternateContent xmlns:mc="http://schemas.openxmlformats.org/markup-compatibility/2006" xmlns:p14="http://schemas.microsoft.com/office/powerpoint/2010/main">
          <mc:Choice Requires="p14">
            <p:contentPart p14:bwMode="auto" r:id="rId94">
              <p14:nvContentPartPr>
                <p14:cNvPr id="57" name="Ink 56">
                  <a:extLst>
                    <a:ext uri="{FF2B5EF4-FFF2-40B4-BE49-F238E27FC236}">
                      <a16:creationId xmlns:a16="http://schemas.microsoft.com/office/drawing/2014/main" id="{CB75294B-653A-E5EC-7527-89FAEAB183C3}"/>
                    </a:ext>
                  </a:extLst>
                </p14:cNvPr>
                <p14:cNvContentPartPr/>
                <p14:nvPr/>
              </p14:nvContentPartPr>
              <p14:xfrm>
                <a:off x="2185560" y="1402560"/>
                <a:ext cx="188280" cy="16920"/>
              </p14:xfrm>
            </p:contentPart>
          </mc:Choice>
          <mc:Fallback xmlns="">
            <p:pic>
              <p:nvPicPr>
                <p:cNvPr id="57" name="Ink 56">
                  <a:extLst>
                    <a:ext uri="{FF2B5EF4-FFF2-40B4-BE49-F238E27FC236}">
                      <a16:creationId xmlns:a16="http://schemas.microsoft.com/office/drawing/2014/main" id="{CB75294B-653A-E5EC-7527-89FAEAB183C3}"/>
                    </a:ext>
                  </a:extLst>
                </p:cNvPr>
                <p:cNvPicPr/>
                <p:nvPr/>
              </p:nvPicPr>
              <p:blipFill>
                <a:blip r:embed="rId95"/>
                <a:stretch>
                  <a:fillRect/>
                </a:stretch>
              </p:blipFill>
              <p:spPr>
                <a:xfrm>
                  <a:off x="2176560" y="1393920"/>
                  <a:ext cx="20592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4" name="Ink 63">
                  <a:extLst>
                    <a:ext uri="{FF2B5EF4-FFF2-40B4-BE49-F238E27FC236}">
                      <a16:creationId xmlns:a16="http://schemas.microsoft.com/office/drawing/2014/main" id="{DDD9929A-1A72-17F6-80A2-60E16DACDF84}"/>
                    </a:ext>
                  </a:extLst>
                </p14:cNvPr>
                <p14:cNvContentPartPr/>
                <p14:nvPr/>
              </p14:nvContentPartPr>
              <p14:xfrm>
                <a:off x="2286360" y="1427760"/>
                <a:ext cx="19080" cy="171360"/>
              </p14:xfrm>
            </p:contentPart>
          </mc:Choice>
          <mc:Fallback xmlns="">
            <p:pic>
              <p:nvPicPr>
                <p:cNvPr id="64" name="Ink 63">
                  <a:extLst>
                    <a:ext uri="{FF2B5EF4-FFF2-40B4-BE49-F238E27FC236}">
                      <a16:creationId xmlns:a16="http://schemas.microsoft.com/office/drawing/2014/main" id="{DDD9929A-1A72-17F6-80A2-60E16DACDF84}"/>
                    </a:ext>
                  </a:extLst>
                </p:cNvPr>
                <p:cNvPicPr/>
                <p:nvPr/>
              </p:nvPicPr>
              <p:blipFill>
                <a:blip r:embed="rId97"/>
                <a:stretch>
                  <a:fillRect/>
                </a:stretch>
              </p:blipFill>
              <p:spPr>
                <a:xfrm>
                  <a:off x="2277360" y="1419120"/>
                  <a:ext cx="3672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72" name="Ink 71">
                  <a:extLst>
                    <a:ext uri="{FF2B5EF4-FFF2-40B4-BE49-F238E27FC236}">
                      <a16:creationId xmlns:a16="http://schemas.microsoft.com/office/drawing/2014/main" id="{F1A15138-A3D7-9C93-5C3D-AD7CF62AB802}"/>
                    </a:ext>
                  </a:extLst>
                </p14:cNvPr>
                <p14:cNvContentPartPr/>
                <p14:nvPr/>
              </p14:nvContentPartPr>
              <p14:xfrm>
                <a:off x="2360160" y="1512000"/>
                <a:ext cx="9000" cy="103680"/>
              </p14:xfrm>
            </p:contentPart>
          </mc:Choice>
          <mc:Fallback xmlns="">
            <p:pic>
              <p:nvPicPr>
                <p:cNvPr id="72" name="Ink 71">
                  <a:extLst>
                    <a:ext uri="{FF2B5EF4-FFF2-40B4-BE49-F238E27FC236}">
                      <a16:creationId xmlns:a16="http://schemas.microsoft.com/office/drawing/2014/main" id="{F1A15138-A3D7-9C93-5C3D-AD7CF62AB802}"/>
                    </a:ext>
                  </a:extLst>
                </p:cNvPr>
                <p:cNvPicPr/>
                <p:nvPr/>
              </p:nvPicPr>
              <p:blipFill>
                <a:blip r:embed="rId99"/>
                <a:stretch>
                  <a:fillRect/>
                </a:stretch>
              </p:blipFill>
              <p:spPr>
                <a:xfrm>
                  <a:off x="2351160" y="1503000"/>
                  <a:ext cx="26640" cy="121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0">
            <p14:nvContentPartPr>
              <p14:cNvPr id="28" name="Ink 27">
                <a:extLst>
                  <a:ext uri="{FF2B5EF4-FFF2-40B4-BE49-F238E27FC236}">
                    <a16:creationId xmlns:a16="http://schemas.microsoft.com/office/drawing/2014/main" id="{69603088-C519-E5CA-3CFB-B6D8B444BC14}"/>
                  </a:ext>
                </a:extLst>
              </p14:cNvPr>
              <p14:cNvContentPartPr/>
              <p14:nvPr/>
            </p14:nvContentPartPr>
            <p14:xfrm>
              <a:off x="2190240" y="2221560"/>
              <a:ext cx="285480" cy="18000"/>
            </p14:xfrm>
          </p:contentPart>
        </mc:Choice>
        <mc:Fallback xmlns="">
          <p:pic>
            <p:nvPicPr>
              <p:cNvPr id="28" name="Ink 27">
                <a:extLst>
                  <a:ext uri="{FF2B5EF4-FFF2-40B4-BE49-F238E27FC236}">
                    <a16:creationId xmlns:a16="http://schemas.microsoft.com/office/drawing/2014/main" id="{69603088-C519-E5CA-3CFB-B6D8B444BC14}"/>
                  </a:ext>
                </a:extLst>
              </p:cNvPr>
              <p:cNvPicPr/>
              <p:nvPr/>
            </p:nvPicPr>
            <p:blipFill>
              <a:blip r:embed="rId101"/>
              <a:stretch>
                <a:fillRect/>
              </a:stretch>
            </p:blipFill>
            <p:spPr>
              <a:xfrm>
                <a:off x="2181600" y="2212560"/>
                <a:ext cx="303120"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30" name="Ink 29">
                <a:extLst>
                  <a:ext uri="{FF2B5EF4-FFF2-40B4-BE49-F238E27FC236}">
                    <a16:creationId xmlns:a16="http://schemas.microsoft.com/office/drawing/2014/main" id="{10471353-955D-EEDE-7150-6FC41FD54C10}"/>
                  </a:ext>
                </a:extLst>
              </p14:cNvPr>
              <p14:cNvContentPartPr/>
              <p14:nvPr/>
            </p14:nvContentPartPr>
            <p14:xfrm>
              <a:off x="2619000" y="2205360"/>
              <a:ext cx="293040" cy="9000"/>
            </p14:xfrm>
          </p:contentPart>
        </mc:Choice>
        <mc:Fallback xmlns="">
          <p:pic>
            <p:nvPicPr>
              <p:cNvPr id="30" name="Ink 29">
                <a:extLst>
                  <a:ext uri="{FF2B5EF4-FFF2-40B4-BE49-F238E27FC236}">
                    <a16:creationId xmlns:a16="http://schemas.microsoft.com/office/drawing/2014/main" id="{10471353-955D-EEDE-7150-6FC41FD54C10}"/>
                  </a:ext>
                </a:extLst>
              </p:cNvPr>
              <p:cNvPicPr/>
              <p:nvPr/>
            </p:nvPicPr>
            <p:blipFill>
              <a:blip r:embed="rId103"/>
              <a:stretch>
                <a:fillRect/>
              </a:stretch>
            </p:blipFill>
            <p:spPr>
              <a:xfrm>
                <a:off x="2610000" y="2196720"/>
                <a:ext cx="31068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82" name="Ink 81">
                <a:extLst>
                  <a:ext uri="{FF2B5EF4-FFF2-40B4-BE49-F238E27FC236}">
                    <a16:creationId xmlns:a16="http://schemas.microsoft.com/office/drawing/2014/main" id="{F8F255D9-2E0A-27A6-2C29-AB857CFFD604}"/>
                  </a:ext>
                </a:extLst>
              </p14:cNvPr>
              <p14:cNvContentPartPr/>
              <p14:nvPr/>
            </p14:nvContentPartPr>
            <p14:xfrm>
              <a:off x="2519280" y="1943640"/>
              <a:ext cx="65160" cy="246600"/>
            </p14:xfrm>
          </p:contentPart>
        </mc:Choice>
        <mc:Fallback xmlns="">
          <p:pic>
            <p:nvPicPr>
              <p:cNvPr id="82" name="Ink 81">
                <a:extLst>
                  <a:ext uri="{FF2B5EF4-FFF2-40B4-BE49-F238E27FC236}">
                    <a16:creationId xmlns:a16="http://schemas.microsoft.com/office/drawing/2014/main" id="{F8F255D9-2E0A-27A6-2C29-AB857CFFD604}"/>
                  </a:ext>
                </a:extLst>
              </p:cNvPr>
              <p:cNvPicPr/>
              <p:nvPr/>
            </p:nvPicPr>
            <p:blipFill>
              <a:blip r:embed="rId105"/>
              <a:stretch>
                <a:fillRect/>
              </a:stretch>
            </p:blipFill>
            <p:spPr>
              <a:xfrm>
                <a:off x="2510640" y="1935000"/>
                <a:ext cx="82800" cy="26424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83" name="Ink 82">
                <a:extLst>
                  <a:ext uri="{FF2B5EF4-FFF2-40B4-BE49-F238E27FC236}">
                    <a16:creationId xmlns:a16="http://schemas.microsoft.com/office/drawing/2014/main" id="{945A971F-C87B-87FD-BCA0-2975778E24D4}"/>
                  </a:ext>
                </a:extLst>
              </p14:cNvPr>
              <p14:cNvContentPartPr/>
              <p14:nvPr/>
            </p14:nvContentPartPr>
            <p14:xfrm>
              <a:off x="2051640" y="1936800"/>
              <a:ext cx="86040" cy="153360"/>
            </p14:xfrm>
          </p:contentPart>
        </mc:Choice>
        <mc:Fallback xmlns="">
          <p:pic>
            <p:nvPicPr>
              <p:cNvPr id="83" name="Ink 82">
                <a:extLst>
                  <a:ext uri="{FF2B5EF4-FFF2-40B4-BE49-F238E27FC236}">
                    <a16:creationId xmlns:a16="http://schemas.microsoft.com/office/drawing/2014/main" id="{945A971F-C87B-87FD-BCA0-2975778E24D4}"/>
                  </a:ext>
                </a:extLst>
              </p:cNvPr>
              <p:cNvPicPr/>
              <p:nvPr/>
            </p:nvPicPr>
            <p:blipFill>
              <a:blip r:embed="rId107"/>
              <a:stretch>
                <a:fillRect/>
              </a:stretch>
            </p:blipFill>
            <p:spPr>
              <a:xfrm>
                <a:off x="2042640" y="1927800"/>
                <a:ext cx="10368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84" name="Ink 83">
                <a:extLst>
                  <a:ext uri="{FF2B5EF4-FFF2-40B4-BE49-F238E27FC236}">
                    <a16:creationId xmlns:a16="http://schemas.microsoft.com/office/drawing/2014/main" id="{C9501B97-E657-E412-0ED6-3128F4EAEABF}"/>
                  </a:ext>
                </a:extLst>
              </p14:cNvPr>
              <p14:cNvContentPartPr/>
              <p14:nvPr/>
            </p14:nvContentPartPr>
            <p14:xfrm>
              <a:off x="2168280" y="1943280"/>
              <a:ext cx="83520" cy="23400"/>
            </p14:xfrm>
          </p:contentPart>
        </mc:Choice>
        <mc:Fallback xmlns="">
          <p:pic>
            <p:nvPicPr>
              <p:cNvPr id="84" name="Ink 83">
                <a:extLst>
                  <a:ext uri="{FF2B5EF4-FFF2-40B4-BE49-F238E27FC236}">
                    <a16:creationId xmlns:a16="http://schemas.microsoft.com/office/drawing/2014/main" id="{C9501B97-E657-E412-0ED6-3128F4EAEABF}"/>
                  </a:ext>
                </a:extLst>
              </p:cNvPr>
              <p:cNvPicPr/>
              <p:nvPr/>
            </p:nvPicPr>
            <p:blipFill>
              <a:blip r:embed="rId109"/>
              <a:stretch>
                <a:fillRect/>
              </a:stretch>
            </p:blipFill>
            <p:spPr>
              <a:xfrm>
                <a:off x="2159640" y="1934280"/>
                <a:ext cx="10116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85" name="Ink 84">
                <a:extLst>
                  <a:ext uri="{FF2B5EF4-FFF2-40B4-BE49-F238E27FC236}">
                    <a16:creationId xmlns:a16="http://schemas.microsoft.com/office/drawing/2014/main" id="{A2581D10-6762-4893-EDFB-E36106054560}"/>
                  </a:ext>
                </a:extLst>
              </p14:cNvPr>
              <p14:cNvContentPartPr/>
              <p14:nvPr/>
            </p14:nvContentPartPr>
            <p14:xfrm>
              <a:off x="2158560" y="1943640"/>
              <a:ext cx="117720" cy="142920"/>
            </p14:xfrm>
          </p:contentPart>
        </mc:Choice>
        <mc:Fallback xmlns="">
          <p:pic>
            <p:nvPicPr>
              <p:cNvPr id="85" name="Ink 84">
                <a:extLst>
                  <a:ext uri="{FF2B5EF4-FFF2-40B4-BE49-F238E27FC236}">
                    <a16:creationId xmlns:a16="http://schemas.microsoft.com/office/drawing/2014/main" id="{A2581D10-6762-4893-EDFB-E36106054560}"/>
                  </a:ext>
                </a:extLst>
              </p:cNvPr>
              <p:cNvPicPr/>
              <p:nvPr/>
            </p:nvPicPr>
            <p:blipFill>
              <a:blip r:embed="rId111"/>
              <a:stretch>
                <a:fillRect/>
              </a:stretch>
            </p:blipFill>
            <p:spPr>
              <a:xfrm>
                <a:off x="2149920" y="1935000"/>
                <a:ext cx="13536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86" name="Ink 85">
                <a:extLst>
                  <a:ext uri="{FF2B5EF4-FFF2-40B4-BE49-F238E27FC236}">
                    <a16:creationId xmlns:a16="http://schemas.microsoft.com/office/drawing/2014/main" id="{5FFB6B88-EF61-56FB-B65E-61316F2EF78A}"/>
                  </a:ext>
                </a:extLst>
              </p14:cNvPr>
              <p14:cNvContentPartPr/>
              <p14:nvPr/>
            </p14:nvContentPartPr>
            <p14:xfrm>
              <a:off x="2346480" y="1895760"/>
              <a:ext cx="6840" cy="18360"/>
            </p14:xfrm>
          </p:contentPart>
        </mc:Choice>
        <mc:Fallback xmlns="">
          <p:pic>
            <p:nvPicPr>
              <p:cNvPr id="86" name="Ink 85">
                <a:extLst>
                  <a:ext uri="{FF2B5EF4-FFF2-40B4-BE49-F238E27FC236}">
                    <a16:creationId xmlns:a16="http://schemas.microsoft.com/office/drawing/2014/main" id="{5FFB6B88-EF61-56FB-B65E-61316F2EF78A}"/>
                  </a:ext>
                </a:extLst>
              </p:cNvPr>
              <p:cNvPicPr/>
              <p:nvPr/>
            </p:nvPicPr>
            <p:blipFill>
              <a:blip r:embed="rId113"/>
              <a:stretch>
                <a:fillRect/>
              </a:stretch>
            </p:blipFill>
            <p:spPr>
              <a:xfrm>
                <a:off x="2337480" y="1886760"/>
                <a:ext cx="2448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3" name="Ink 72">
                <a:extLst>
                  <a:ext uri="{FF2B5EF4-FFF2-40B4-BE49-F238E27FC236}">
                    <a16:creationId xmlns:a16="http://schemas.microsoft.com/office/drawing/2014/main" id="{27A01705-932C-FC15-E78D-BFDBE6D3290C}"/>
                  </a:ext>
                </a:extLst>
              </p14:cNvPr>
              <p14:cNvContentPartPr/>
              <p14:nvPr/>
            </p14:nvContentPartPr>
            <p14:xfrm>
              <a:off x="1527480" y="2485800"/>
              <a:ext cx="200160" cy="16200"/>
            </p14:xfrm>
          </p:contentPart>
        </mc:Choice>
        <mc:Fallback xmlns="">
          <p:pic>
            <p:nvPicPr>
              <p:cNvPr id="73" name="Ink 72">
                <a:extLst>
                  <a:ext uri="{FF2B5EF4-FFF2-40B4-BE49-F238E27FC236}">
                    <a16:creationId xmlns:a16="http://schemas.microsoft.com/office/drawing/2014/main" id="{27A01705-932C-FC15-E78D-BFDBE6D3290C}"/>
                  </a:ext>
                </a:extLst>
              </p:cNvPr>
              <p:cNvPicPr/>
              <p:nvPr/>
            </p:nvPicPr>
            <p:blipFill>
              <a:blip r:embed="rId115"/>
              <a:stretch>
                <a:fillRect/>
              </a:stretch>
            </p:blipFill>
            <p:spPr>
              <a:xfrm>
                <a:off x="1518480" y="2476800"/>
                <a:ext cx="21780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4" name="Ink 73">
                <a:extLst>
                  <a:ext uri="{FF2B5EF4-FFF2-40B4-BE49-F238E27FC236}">
                    <a16:creationId xmlns:a16="http://schemas.microsoft.com/office/drawing/2014/main" id="{8806C38F-F3F5-EC7B-C4B7-DA52169FB445}"/>
                  </a:ext>
                </a:extLst>
              </p14:cNvPr>
              <p14:cNvContentPartPr/>
              <p14:nvPr/>
            </p14:nvContentPartPr>
            <p14:xfrm>
              <a:off x="1603440" y="2520360"/>
              <a:ext cx="15840" cy="168840"/>
            </p14:xfrm>
          </p:contentPart>
        </mc:Choice>
        <mc:Fallback xmlns="">
          <p:pic>
            <p:nvPicPr>
              <p:cNvPr id="74" name="Ink 73">
                <a:extLst>
                  <a:ext uri="{FF2B5EF4-FFF2-40B4-BE49-F238E27FC236}">
                    <a16:creationId xmlns:a16="http://schemas.microsoft.com/office/drawing/2014/main" id="{8806C38F-F3F5-EC7B-C4B7-DA52169FB445}"/>
                  </a:ext>
                </a:extLst>
              </p:cNvPr>
              <p:cNvPicPr/>
              <p:nvPr/>
            </p:nvPicPr>
            <p:blipFill>
              <a:blip r:embed="rId117"/>
              <a:stretch>
                <a:fillRect/>
              </a:stretch>
            </p:blipFill>
            <p:spPr>
              <a:xfrm>
                <a:off x="1594440" y="2511720"/>
                <a:ext cx="3348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5" name="Ink 74">
                <a:extLst>
                  <a:ext uri="{FF2B5EF4-FFF2-40B4-BE49-F238E27FC236}">
                    <a16:creationId xmlns:a16="http://schemas.microsoft.com/office/drawing/2014/main" id="{F5EAE195-D682-EEF5-3614-D5055EE116F9}"/>
                  </a:ext>
                </a:extLst>
              </p14:cNvPr>
              <p14:cNvContentPartPr/>
              <p14:nvPr/>
            </p14:nvContentPartPr>
            <p14:xfrm>
              <a:off x="1670040" y="2629800"/>
              <a:ext cx="8280" cy="92520"/>
            </p14:xfrm>
          </p:contentPart>
        </mc:Choice>
        <mc:Fallback xmlns="">
          <p:pic>
            <p:nvPicPr>
              <p:cNvPr id="75" name="Ink 74">
                <a:extLst>
                  <a:ext uri="{FF2B5EF4-FFF2-40B4-BE49-F238E27FC236}">
                    <a16:creationId xmlns:a16="http://schemas.microsoft.com/office/drawing/2014/main" id="{F5EAE195-D682-EEF5-3614-D5055EE116F9}"/>
                  </a:ext>
                </a:extLst>
              </p:cNvPr>
              <p:cNvPicPr/>
              <p:nvPr/>
            </p:nvPicPr>
            <p:blipFill>
              <a:blip r:embed="rId119"/>
              <a:stretch>
                <a:fillRect/>
              </a:stretch>
            </p:blipFill>
            <p:spPr>
              <a:xfrm>
                <a:off x="1661400" y="2620800"/>
                <a:ext cx="2592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6" name="Ink 75">
                <a:extLst>
                  <a:ext uri="{FF2B5EF4-FFF2-40B4-BE49-F238E27FC236}">
                    <a16:creationId xmlns:a16="http://schemas.microsoft.com/office/drawing/2014/main" id="{DE1859F1-81C0-BAE9-2556-8A145ED7177A}"/>
                  </a:ext>
                </a:extLst>
              </p14:cNvPr>
              <p14:cNvContentPartPr/>
              <p14:nvPr/>
            </p14:nvContentPartPr>
            <p14:xfrm>
              <a:off x="1738800" y="2459160"/>
              <a:ext cx="67680" cy="293040"/>
            </p14:xfrm>
          </p:contentPart>
        </mc:Choice>
        <mc:Fallback xmlns="">
          <p:pic>
            <p:nvPicPr>
              <p:cNvPr id="76" name="Ink 75">
                <a:extLst>
                  <a:ext uri="{FF2B5EF4-FFF2-40B4-BE49-F238E27FC236}">
                    <a16:creationId xmlns:a16="http://schemas.microsoft.com/office/drawing/2014/main" id="{DE1859F1-81C0-BAE9-2556-8A145ED7177A}"/>
                  </a:ext>
                </a:extLst>
              </p:cNvPr>
              <p:cNvPicPr/>
              <p:nvPr/>
            </p:nvPicPr>
            <p:blipFill>
              <a:blip r:embed="rId121"/>
              <a:stretch>
                <a:fillRect/>
              </a:stretch>
            </p:blipFill>
            <p:spPr>
              <a:xfrm>
                <a:off x="1730160" y="2450160"/>
                <a:ext cx="85320" cy="31068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7" name="Ink 76">
                <a:extLst>
                  <a:ext uri="{FF2B5EF4-FFF2-40B4-BE49-F238E27FC236}">
                    <a16:creationId xmlns:a16="http://schemas.microsoft.com/office/drawing/2014/main" id="{4EEC3224-02D7-BA32-B1B9-18241ECF5C1B}"/>
                  </a:ext>
                </a:extLst>
              </p14:cNvPr>
              <p14:cNvContentPartPr/>
              <p14:nvPr/>
            </p14:nvContentPartPr>
            <p14:xfrm>
              <a:off x="1393560" y="2475360"/>
              <a:ext cx="36360" cy="277920"/>
            </p14:xfrm>
          </p:contentPart>
        </mc:Choice>
        <mc:Fallback xmlns="">
          <p:pic>
            <p:nvPicPr>
              <p:cNvPr id="77" name="Ink 76">
                <a:extLst>
                  <a:ext uri="{FF2B5EF4-FFF2-40B4-BE49-F238E27FC236}">
                    <a16:creationId xmlns:a16="http://schemas.microsoft.com/office/drawing/2014/main" id="{4EEC3224-02D7-BA32-B1B9-18241ECF5C1B}"/>
                  </a:ext>
                </a:extLst>
              </p:cNvPr>
              <p:cNvPicPr/>
              <p:nvPr/>
            </p:nvPicPr>
            <p:blipFill>
              <a:blip r:embed="rId123"/>
              <a:stretch>
                <a:fillRect/>
              </a:stretch>
            </p:blipFill>
            <p:spPr>
              <a:xfrm>
                <a:off x="1384920" y="2466360"/>
                <a:ext cx="54000" cy="29556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8" name="Ink 77">
                <a:extLst>
                  <a:ext uri="{FF2B5EF4-FFF2-40B4-BE49-F238E27FC236}">
                    <a16:creationId xmlns:a16="http://schemas.microsoft.com/office/drawing/2014/main" id="{1957ED66-876E-860A-FD9B-64223B568E98}"/>
                  </a:ext>
                </a:extLst>
              </p14:cNvPr>
              <p14:cNvContentPartPr/>
              <p14:nvPr/>
            </p14:nvContentPartPr>
            <p14:xfrm>
              <a:off x="1898280" y="2604600"/>
              <a:ext cx="104400" cy="136080"/>
            </p14:xfrm>
          </p:contentPart>
        </mc:Choice>
        <mc:Fallback xmlns="">
          <p:pic>
            <p:nvPicPr>
              <p:cNvPr id="78" name="Ink 77">
                <a:extLst>
                  <a:ext uri="{FF2B5EF4-FFF2-40B4-BE49-F238E27FC236}">
                    <a16:creationId xmlns:a16="http://schemas.microsoft.com/office/drawing/2014/main" id="{1957ED66-876E-860A-FD9B-64223B568E98}"/>
                  </a:ext>
                </a:extLst>
              </p:cNvPr>
              <p:cNvPicPr/>
              <p:nvPr/>
            </p:nvPicPr>
            <p:blipFill>
              <a:blip r:embed="rId125"/>
              <a:stretch>
                <a:fillRect/>
              </a:stretch>
            </p:blipFill>
            <p:spPr>
              <a:xfrm>
                <a:off x="1889280" y="2595600"/>
                <a:ext cx="12204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9" name="Ink 78">
                <a:extLst>
                  <a:ext uri="{FF2B5EF4-FFF2-40B4-BE49-F238E27FC236}">
                    <a16:creationId xmlns:a16="http://schemas.microsoft.com/office/drawing/2014/main" id="{EA723FED-B9C6-1210-373D-F61932E64CBF}"/>
                  </a:ext>
                </a:extLst>
              </p14:cNvPr>
              <p14:cNvContentPartPr/>
              <p14:nvPr/>
            </p14:nvContentPartPr>
            <p14:xfrm>
              <a:off x="1848240" y="2587680"/>
              <a:ext cx="135720" cy="187920"/>
            </p14:xfrm>
          </p:contentPart>
        </mc:Choice>
        <mc:Fallback xmlns="">
          <p:pic>
            <p:nvPicPr>
              <p:cNvPr id="79" name="Ink 78">
                <a:extLst>
                  <a:ext uri="{FF2B5EF4-FFF2-40B4-BE49-F238E27FC236}">
                    <a16:creationId xmlns:a16="http://schemas.microsoft.com/office/drawing/2014/main" id="{EA723FED-B9C6-1210-373D-F61932E64CBF}"/>
                  </a:ext>
                </a:extLst>
              </p:cNvPr>
              <p:cNvPicPr/>
              <p:nvPr/>
            </p:nvPicPr>
            <p:blipFill>
              <a:blip r:embed="rId127"/>
              <a:stretch>
                <a:fillRect/>
              </a:stretch>
            </p:blipFill>
            <p:spPr>
              <a:xfrm>
                <a:off x="1839240" y="2578680"/>
                <a:ext cx="15336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80" name="Ink 79">
                <a:extLst>
                  <a:ext uri="{FF2B5EF4-FFF2-40B4-BE49-F238E27FC236}">
                    <a16:creationId xmlns:a16="http://schemas.microsoft.com/office/drawing/2014/main" id="{14A77CD8-D328-E8B4-C2ED-B79047237934}"/>
                  </a:ext>
                </a:extLst>
              </p14:cNvPr>
              <p14:cNvContentPartPr/>
              <p14:nvPr/>
            </p14:nvContentPartPr>
            <p14:xfrm>
              <a:off x="2116080" y="2531520"/>
              <a:ext cx="114840" cy="17280"/>
            </p14:xfrm>
          </p:contentPart>
        </mc:Choice>
        <mc:Fallback xmlns="">
          <p:pic>
            <p:nvPicPr>
              <p:cNvPr id="80" name="Ink 79">
                <a:extLst>
                  <a:ext uri="{FF2B5EF4-FFF2-40B4-BE49-F238E27FC236}">
                    <a16:creationId xmlns:a16="http://schemas.microsoft.com/office/drawing/2014/main" id="{14A77CD8-D328-E8B4-C2ED-B79047237934}"/>
                  </a:ext>
                </a:extLst>
              </p:cNvPr>
              <p:cNvPicPr/>
              <p:nvPr/>
            </p:nvPicPr>
            <p:blipFill>
              <a:blip r:embed="rId129"/>
              <a:stretch>
                <a:fillRect/>
              </a:stretch>
            </p:blipFill>
            <p:spPr>
              <a:xfrm>
                <a:off x="2107440" y="2522880"/>
                <a:ext cx="132480" cy="3492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81" name="Ink 80">
                <a:extLst>
                  <a:ext uri="{FF2B5EF4-FFF2-40B4-BE49-F238E27FC236}">
                    <a16:creationId xmlns:a16="http://schemas.microsoft.com/office/drawing/2014/main" id="{A3F86982-3D2E-F315-FA3C-063A8E1D8976}"/>
                  </a:ext>
                </a:extLst>
              </p14:cNvPr>
              <p14:cNvContentPartPr/>
              <p14:nvPr/>
            </p14:nvContentPartPr>
            <p14:xfrm>
              <a:off x="2127600" y="2575440"/>
              <a:ext cx="118080" cy="10440"/>
            </p14:xfrm>
          </p:contentPart>
        </mc:Choice>
        <mc:Fallback xmlns="">
          <p:pic>
            <p:nvPicPr>
              <p:cNvPr id="81" name="Ink 80">
                <a:extLst>
                  <a:ext uri="{FF2B5EF4-FFF2-40B4-BE49-F238E27FC236}">
                    <a16:creationId xmlns:a16="http://schemas.microsoft.com/office/drawing/2014/main" id="{A3F86982-3D2E-F315-FA3C-063A8E1D8976}"/>
                  </a:ext>
                </a:extLst>
              </p:cNvPr>
              <p:cNvPicPr/>
              <p:nvPr/>
            </p:nvPicPr>
            <p:blipFill>
              <a:blip r:embed="rId131"/>
              <a:stretch>
                <a:fillRect/>
              </a:stretch>
            </p:blipFill>
            <p:spPr>
              <a:xfrm>
                <a:off x="2118600" y="2566440"/>
                <a:ext cx="13572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91" name="Ink 90">
                <a:extLst>
                  <a:ext uri="{FF2B5EF4-FFF2-40B4-BE49-F238E27FC236}">
                    <a16:creationId xmlns:a16="http://schemas.microsoft.com/office/drawing/2014/main" id="{64D93EBA-37C1-8806-6ABF-250AD0375496}"/>
                  </a:ext>
                </a:extLst>
              </p14:cNvPr>
              <p14:cNvContentPartPr/>
              <p14:nvPr/>
            </p14:nvContentPartPr>
            <p14:xfrm>
              <a:off x="2348280" y="2471040"/>
              <a:ext cx="132840" cy="16200"/>
            </p14:xfrm>
          </p:contentPart>
        </mc:Choice>
        <mc:Fallback xmlns="">
          <p:pic>
            <p:nvPicPr>
              <p:cNvPr id="91" name="Ink 90">
                <a:extLst>
                  <a:ext uri="{FF2B5EF4-FFF2-40B4-BE49-F238E27FC236}">
                    <a16:creationId xmlns:a16="http://schemas.microsoft.com/office/drawing/2014/main" id="{64D93EBA-37C1-8806-6ABF-250AD0375496}"/>
                  </a:ext>
                </a:extLst>
              </p:cNvPr>
              <p:cNvPicPr/>
              <p:nvPr/>
            </p:nvPicPr>
            <p:blipFill>
              <a:blip r:embed="rId133"/>
              <a:stretch>
                <a:fillRect/>
              </a:stretch>
            </p:blipFill>
            <p:spPr>
              <a:xfrm>
                <a:off x="2339280" y="2462040"/>
                <a:ext cx="15048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92" name="Ink 91">
                <a:extLst>
                  <a:ext uri="{FF2B5EF4-FFF2-40B4-BE49-F238E27FC236}">
                    <a16:creationId xmlns:a16="http://schemas.microsoft.com/office/drawing/2014/main" id="{3C12D2E3-266F-1620-A5E1-A39310B0542B}"/>
                  </a:ext>
                </a:extLst>
              </p14:cNvPr>
              <p14:cNvContentPartPr/>
              <p14:nvPr/>
            </p14:nvContentPartPr>
            <p14:xfrm>
              <a:off x="2359800" y="2498040"/>
              <a:ext cx="14760" cy="144360"/>
            </p14:xfrm>
          </p:contentPart>
        </mc:Choice>
        <mc:Fallback xmlns="">
          <p:pic>
            <p:nvPicPr>
              <p:cNvPr id="92" name="Ink 91">
                <a:extLst>
                  <a:ext uri="{FF2B5EF4-FFF2-40B4-BE49-F238E27FC236}">
                    <a16:creationId xmlns:a16="http://schemas.microsoft.com/office/drawing/2014/main" id="{3C12D2E3-266F-1620-A5E1-A39310B0542B}"/>
                  </a:ext>
                </a:extLst>
              </p:cNvPr>
              <p:cNvPicPr/>
              <p:nvPr/>
            </p:nvPicPr>
            <p:blipFill>
              <a:blip r:embed="rId135"/>
              <a:stretch>
                <a:fillRect/>
              </a:stretch>
            </p:blipFill>
            <p:spPr>
              <a:xfrm>
                <a:off x="2351160" y="2489400"/>
                <a:ext cx="32400" cy="16200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93" name="Ink 92">
                <a:extLst>
                  <a:ext uri="{FF2B5EF4-FFF2-40B4-BE49-F238E27FC236}">
                    <a16:creationId xmlns:a16="http://schemas.microsoft.com/office/drawing/2014/main" id="{01241057-91FA-3A47-61E0-082EBA1FB663}"/>
                  </a:ext>
                </a:extLst>
              </p14:cNvPr>
              <p14:cNvContentPartPr/>
              <p14:nvPr/>
            </p14:nvContentPartPr>
            <p14:xfrm>
              <a:off x="2445480" y="2570040"/>
              <a:ext cx="20520" cy="107640"/>
            </p14:xfrm>
          </p:contentPart>
        </mc:Choice>
        <mc:Fallback xmlns="">
          <p:pic>
            <p:nvPicPr>
              <p:cNvPr id="93" name="Ink 92">
                <a:extLst>
                  <a:ext uri="{FF2B5EF4-FFF2-40B4-BE49-F238E27FC236}">
                    <a16:creationId xmlns:a16="http://schemas.microsoft.com/office/drawing/2014/main" id="{01241057-91FA-3A47-61E0-082EBA1FB663}"/>
                  </a:ext>
                </a:extLst>
              </p:cNvPr>
              <p:cNvPicPr/>
              <p:nvPr/>
            </p:nvPicPr>
            <p:blipFill>
              <a:blip r:embed="rId137"/>
              <a:stretch>
                <a:fillRect/>
              </a:stretch>
            </p:blipFill>
            <p:spPr>
              <a:xfrm>
                <a:off x="2436840" y="2561040"/>
                <a:ext cx="3816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95" name="Ink 94">
                <a:extLst>
                  <a:ext uri="{FF2B5EF4-FFF2-40B4-BE49-F238E27FC236}">
                    <a16:creationId xmlns:a16="http://schemas.microsoft.com/office/drawing/2014/main" id="{92111D04-7916-913C-D780-D45B98BA09C6}"/>
                  </a:ext>
                </a:extLst>
              </p14:cNvPr>
              <p14:cNvContentPartPr/>
              <p14:nvPr/>
            </p14:nvContentPartPr>
            <p14:xfrm>
              <a:off x="2553480" y="2439720"/>
              <a:ext cx="91080" cy="163440"/>
            </p14:xfrm>
          </p:contentPart>
        </mc:Choice>
        <mc:Fallback xmlns="">
          <p:pic>
            <p:nvPicPr>
              <p:cNvPr id="95" name="Ink 94">
                <a:extLst>
                  <a:ext uri="{FF2B5EF4-FFF2-40B4-BE49-F238E27FC236}">
                    <a16:creationId xmlns:a16="http://schemas.microsoft.com/office/drawing/2014/main" id="{92111D04-7916-913C-D780-D45B98BA09C6}"/>
                  </a:ext>
                </a:extLst>
              </p:cNvPr>
              <p:cNvPicPr/>
              <p:nvPr/>
            </p:nvPicPr>
            <p:blipFill>
              <a:blip r:embed="rId139"/>
              <a:stretch>
                <a:fillRect/>
              </a:stretch>
            </p:blipFill>
            <p:spPr>
              <a:xfrm>
                <a:off x="2544840" y="2430720"/>
                <a:ext cx="108720" cy="18108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96" name="Ink 95">
                <a:extLst>
                  <a:ext uri="{FF2B5EF4-FFF2-40B4-BE49-F238E27FC236}">
                    <a16:creationId xmlns:a16="http://schemas.microsoft.com/office/drawing/2014/main" id="{54FE5758-B2F1-3032-C761-92AF745862FD}"/>
                  </a:ext>
                </a:extLst>
              </p14:cNvPr>
              <p14:cNvContentPartPr/>
              <p14:nvPr/>
            </p14:nvContentPartPr>
            <p14:xfrm>
              <a:off x="2673720" y="2485800"/>
              <a:ext cx="120240" cy="106200"/>
            </p14:xfrm>
          </p:contentPart>
        </mc:Choice>
        <mc:Fallback xmlns="">
          <p:pic>
            <p:nvPicPr>
              <p:cNvPr id="96" name="Ink 95">
                <a:extLst>
                  <a:ext uri="{FF2B5EF4-FFF2-40B4-BE49-F238E27FC236}">
                    <a16:creationId xmlns:a16="http://schemas.microsoft.com/office/drawing/2014/main" id="{54FE5758-B2F1-3032-C761-92AF745862FD}"/>
                  </a:ext>
                </a:extLst>
              </p:cNvPr>
              <p:cNvPicPr/>
              <p:nvPr/>
            </p:nvPicPr>
            <p:blipFill>
              <a:blip r:embed="rId141"/>
              <a:stretch>
                <a:fillRect/>
              </a:stretch>
            </p:blipFill>
            <p:spPr>
              <a:xfrm>
                <a:off x="2664720" y="2476800"/>
                <a:ext cx="13788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97" name="Ink 96">
                <a:extLst>
                  <a:ext uri="{FF2B5EF4-FFF2-40B4-BE49-F238E27FC236}">
                    <a16:creationId xmlns:a16="http://schemas.microsoft.com/office/drawing/2014/main" id="{F1A8BAD3-2CBF-5825-1303-BDC7709B6B28}"/>
                  </a:ext>
                </a:extLst>
              </p14:cNvPr>
              <p14:cNvContentPartPr/>
              <p14:nvPr/>
            </p14:nvContentPartPr>
            <p14:xfrm>
              <a:off x="2819880" y="2485440"/>
              <a:ext cx="137520" cy="88200"/>
            </p14:xfrm>
          </p:contentPart>
        </mc:Choice>
        <mc:Fallback xmlns="">
          <p:pic>
            <p:nvPicPr>
              <p:cNvPr id="97" name="Ink 96">
                <a:extLst>
                  <a:ext uri="{FF2B5EF4-FFF2-40B4-BE49-F238E27FC236}">
                    <a16:creationId xmlns:a16="http://schemas.microsoft.com/office/drawing/2014/main" id="{F1A8BAD3-2CBF-5825-1303-BDC7709B6B28}"/>
                  </a:ext>
                </a:extLst>
              </p:cNvPr>
              <p:cNvPicPr/>
              <p:nvPr/>
            </p:nvPicPr>
            <p:blipFill>
              <a:blip r:embed="rId143"/>
              <a:stretch>
                <a:fillRect/>
              </a:stretch>
            </p:blipFill>
            <p:spPr>
              <a:xfrm>
                <a:off x="2810880" y="2476800"/>
                <a:ext cx="15516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98" name="Ink 97">
                <a:extLst>
                  <a:ext uri="{FF2B5EF4-FFF2-40B4-BE49-F238E27FC236}">
                    <a16:creationId xmlns:a16="http://schemas.microsoft.com/office/drawing/2014/main" id="{BBBF93B3-4BD6-9520-7B58-3BCBA7AAAF27}"/>
                  </a:ext>
                </a:extLst>
              </p14:cNvPr>
              <p14:cNvContentPartPr/>
              <p14:nvPr/>
            </p14:nvContentPartPr>
            <p14:xfrm>
              <a:off x="3008160" y="2398320"/>
              <a:ext cx="128520" cy="151560"/>
            </p14:xfrm>
          </p:contentPart>
        </mc:Choice>
        <mc:Fallback xmlns="">
          <p:pic>
            <p:nvPicPr>
              <p:cNvPr id="98" name="Ink 97">
                <a:extLst>
                  <a:ext uri="{FF2B5EF4-FFF2-40B4-BE49-F238E27FC236}">
                    <a16:creationId xmlns:a16="http://schemas.microsoft.com/office/drawing/2014/main" id="{BBBF93B3-4BD6-9520-7B58-3BCBA7AAAF27}"/>
                  </a:ext>
                </a:extLst>
              </p:cNvPr>
              <p:cNvPicPr/>
              <p:nvPr/>
            </p:nvPicPr>
            <p:blipFill>
              <a:blip r:embed="rId145"/>
              <a:stretch>
                <a:fillRect/>
              </a:stretch>
            </p:blipFill>
            <p:spPr>
              <a:xfrm>
                <a:off x="2999160" y="2389680"/>
                <a:ext cx="146160" cy="16920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99" name="Ink 98">
                <a:extLst>
                  <a:ext uri="{FF2B5EF4-FFF2-40B4-BE49-F238E27FC236}">
                    <a16:creationId xmlns:a16="http://schemas.microsoft.com/office/drawing/2014/main" id="{19E991F2-36AD-05DA-0311-D3F66A2360B5}"/>
                  </a:ext>
                </a:extLst>
              </p14:cNvPr>
              <p14:cNvContentPartPr/>
              <p14:nvPr/>
            </p14:nvContentPartPr>
            <p14:xfrm>
              <a:off x="3219120" y="2367360"/>
              <a:ext cx="128880" cy="45000"/>
            </p14:xfrm>
          </p:contentPart>
        </mc:Choice>
        <mc:Fallback xmlns="">
          <p:pic>
            <p:nvPicPr>
              <p:cNvPr id="99" name="Ink 98">
                <a:extLst>
                  <a:ext uri="{FF2B5EF4-FFF2-40B4-BE49-F238E27FC236}">
                    <a16:creationId xmlns:a16="http://schemas.microsoft.com/office/drawing/2014/main" id="{19E991F2-36AD-05DA-0311-D3F66A2360B5}"/>
                  </a:ext>
                </a:extLst>
              </p:cNvPr>
              <p:cNvPicPr/>
              <p:nvPr/>
            </p:nvPicPr>
            <p:blipFill>
              <a:blip r:embed="rId147"/>
              <a:stretch>
                <a:fillRect/>
              </a:stretch>
            </p:blipFill>
            <p:spPr>
              <a:xfrm>
                <a:off x="3210120" y="2358720"/>
                <a:ext cx="146520" cy="6264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00" name="Ink 99">
                <a:extLst>
                  <a:ext uri="{FF2B5EF4-FFF2-40B4-BE49-F238E27FC236}">
                    <a16:creationId xmlns:a16="http://schemas.microsoft.com/office/drawing/2014/main" id="{76DA9378-406F-64FF-E41C-733BC4C41B29}"/>
                  </a:ext>
                </a:extLst>
              </p14:cNvPr>
              <p14:cNvContentPartPr/>
              <p14:nvPr/>
            </p14:nvContentPartPr>
            <p14:xfrm>
              <a:off x="3214080" y="2390400"/>
              <a:ext cx="115200" cy="147600"/>
            </p14:xfrm>
          </p:contentPart>
        </mc:Choice>
        <mc:Fallback xmlns="">
          <p:pic>
            <p:nvPicPr>
              <p:cNvPr id="100" name="Ink 99">
                <a:extLst>
                  <a:ext uri="{FF2B5EF4-FFF2-40B4-BE49-F238E27FC236}">
                    <a16:creationId xmlns:a16="http://schemas.microsoft.com/office/drawing/2014/main" id="{76DA9378-406F-64FF-E41C-733BC4C41B29}"/>
                  </a:ext>
                </a:extLst>
              </p:cNvPr>
              <p:cNvPicPr/>
              <p:nvPr/>
            </p:nvPicPr>
            <p:blipFill>
              <a:blip r:embed="rId149"/>
              <a:stretch>
                <a:fillRect/>
              </a:stretch>
            </p:blipFill>
            <p:spPr>
              <a:xfrm>
                <a:off x="3205440" y="2381400"/>
                <a:ext cx="13284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01" name="Ink 100">
                <a:extLst>
                  <a:ext uri="{FF2B5EF4-FFF2-40B4-BE49-F238E27FC236}">
                    <a16:creationId xmlns:a16="http://schemas.microsoft.com/office/drawing/2014/main" id="{871F4290-94A8-E1F6-7392-DC502BAE70EE}"/>
                  </a:ext>
                </a:extLst>
              </p14:cNvPr>
              <p14:cNvContentPartPr/>
              <p14:nvPr/>
            </p14:nvContentPartPr>
            <p14:xfrm>
              <a:off x="3443400" y="2339640"/>
              <a:ext cx="65520" cy="59400"/>
            </p14:xfrm>
          </p:contentPart>
        </mc:Choice>
        <mc:Fallback xmlns="">
          <p:pic>
            <p:nvPicPr>
              <p:cNvPr id="101" name="Ink 100">
                <a:extLst>
                  <a:ext uri="{FF2B5EF4-FFF2-40B4-BE49-F238E27FC236}">
                    <a16:creationId xmlns:a16="http://schemas.microsoft.com/office/drawing/2014/main" id="{871F4290-94A8-E1F6-7392-DC502BAE70EE}"/>
                  </a:ext>
                </a:extLst>
              </p:cNvPr>
              <p:cNvPicPr/>
              <p:nvPr/>
            </p:nvPicPr>
            <p:blipFill>
              <a:blip r:embed="rId151"/>
              <a:stretch>
                <a:fillRect/>
              </a:stretch>
            </p:blipFill>
            <p:spPr>
              <a:xfrm>
                <a:off x="3434760" y="2331000"/>
                <a:ext cx="83160" cy="77040"/>
              </a:xfrm>
              <a:prstGeom prst="rect">
                <a:avLst/>
              </a:prstGeom>
            </p:spPr>
          </p:pic>
        </mc:Fallback>
      </mc:AlternateContent>
      <p:grpSp>
        <p:nvGrpSpPr>
          <p:cNvPr id="110" name="Group 109">
            <a:extLst>
              <a:ext uri="{FF2B5EF4-FFF2-40B4-BE49-F238E27FC236}">
                <a16:creationId xmlns:a16="http://schemas.microsoft.com/office/drawing/2014/main" id="{ABC8E200-55AD-8984-8E1A-9D9E1DF783D4}"/>
              </a:ext>
            </a:extLst>
          </p:cNvPr>
          <p:cNvGrpSpPr/>
          <p:nvPr/>
        </p:nvGrpSpPr>
        <p:grpSpPr>
          <a:xfrm>
            <a:off x="1648080" y="1992600"/>
            <a:ext cx="343440" cy="338040"/>
            <a:chOff x="1648080" y="1992600"/>
            <a:chExt cx="343440" cy="338040"/>
          </a:xfrm>
        </p:grpSpPr>
        <mc:AlternateContent xmlns:mc="http://schemas.openxmlformats.org/markup-compatibility/2006" xmlns:p14="http://schemas.microsoft.com/office/powerpoint/2010/main">
          <mc:Choice Requires="p14">
            <p:contentPart p14:bwMode="auto" r:id="rId152">
              <p14:nvContentPartPr>
                <p14:cNvPr id="14" name="Ink 13">
                  <a:extLst>
                    <a:ext uri="{FF2B5EF4-FFF2-40B4-BE49-F238E27FC236}">
                      <a16:creationId xmlns:a16="http://schemas.microsoft.com/office/drawing/2014/main" id="{1802D8A2-171B-265C-E9D7-6B0BB54D3807}"/>
                    </a:ext>
                  </a:extLst>
                </p14:cNvPr>
                <p14:cNvContentPartPr/>
                <p14:nvPr/>
              </p14:nvContentPartPr>
              <p14:xfrm>
                <a:off x="1758600" y="2250360"/>
                <a:ext cx="232920" cy="24480"/>
              </p14:xfrm>
            </p:contentPart>
          </mc:Choice>
          <mc:Fallback xmlns="">
            <p:pic>
              <p:nvPicPr>
                <p:cNvPr id="14" name="Ink 13">
                  <a:extLst>
                    <a:ext uri="{FF2B5EF4-FFF2-40B4-BE49-F238E27FC236}">
                      <a16:creationId xmlns:a16="http://schemas.microsoft.com/office/drawing/2014/main" id="{1802D8A2-171B-265C-E9D7-6B0BB54D3807}"/>
                    </a:ext>
                  </a:extLst>
                </p:cNvPr>
                <p:cNvPicPr/>
                <p:nvPr/>
              </p:nvPicPr>
              <p:blipFill>
                <a:blip r:embed="rId153"/>
                <a:stretch>
                  <a:fillRect/>
                </a:stretch>
              </p:blipFill>
              <p:spPr>
                <a:xfrm>
                  <a:off x="1749600" y="2241360"/>
                  <a:ext cx="25056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34" name="Ink 33">
                  <a:extLst>
                    <a:ext uri="{FF2B5EF4-FFF2-40B4-BE49-F238E27FC236}">
                      <a16:creationId xmlns:a16="http://schemas.microsoft.com/office/drawing/2014/main" id="{DC9117EA-1BF9-96DA-86F9-BF1878466ADF}"/>
                    </a:ext>
                  </a:extLst>
                </p14:cNvPr>
                <p14:cNvContentPartPr/>
                <p14:nvPr/>
              </p14:nvContentPartPr>
              <p14:xfrm>
                <a:off x="1650240" y="2227320"/>
                <a:ext cx="168840" cy="103320"/>
              </p14:xfrm>
            </p:contentPart>
          </mc:Choice>
          <mc:Fallback xmlns="">
            <p:pic>
              <p:nvPicPr>
                <p:cNvPr id="34" name="Ink 33">
                  <a:extLst>
                    <a:ext uri="{FF2B5EF4-FFF2-40B4-BE49-F238E27FC236}">
                      <a16:creationId xmlns:a16="http://schemas.microsoft.com/office/drawing/2014/main" id="{DC9117EA-1BF9-96DA-86F9-BF1878466ADF}"/>
                    </a:ext>
                  </a:extLst>
                </p:cNvPr>
                <p:cNvPicPr/>
                <p:nvPr/>
              </p:nvPicPr>
              <p:blipFill>
                <a:blip r:embed="rId155"/>
                <a:stretch>
                  <a:fillRect/>
                </a:stretch>
              </p:blipFill>
              <p:spPr>
                <a:xfrm>
                  <a:off x="1641600" y="2218320"/>
                  <a:ext cx="186480" cy="12096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06" name="Ink 105">
                  <a:extLst>
                    <a:ext uri="{FF2B5EF4-FFF2-40B4-BE49-F238E27FC236}">
                      <a16:creationId xmlns:a16="http://schemas.microsoft.com/office/drawing/2014/main" id="{4479A189-543E-76A7-BBCE-B8B34CF10EFC}"/>
                    </a:ext>
                  </a:extLst>
                </p14:cNvPr>
                <p14:cNvContentPartPr/>
                <p14:nvPr/>
              </p14:nvContentPartPr>
              <p14:xfrm>
                <a:off x="1652400" y="1992600"/>
                <a:ext cx="3960" cy="120960"/>
              </p14:xfrm>
            </p:contentPart>
          </mc:Choice>
          <mc:Fallback xmlns="">
            <p:pic>
              <p:nvPicPr>
                <p:cNvPr id="106" name="Ink 105">
                  <a:extLst>
                    <a:ext uri="{FF2B5EF4-FFF2-40B4-BE49-F238E27FC236}">
                      <a16:creationId xmlns:a16="http://schemas.microsoft.com/office/drawing/2014/main" id="{4479A189-543E-76A7-BBCE-B8B34CF10EFC}"/>
                    </a:ext>
                  </a:extLst>
                </p:cNvPr>
                <p:cNvPicPr/>
                <p:nvPr/>
              </p:nvPicPr>
              <p:blipFill>
                <a:blip r:embed="rId157"/>
                <a:stretch>
                  <a:fillRect/>
                </a:stretch>
              </p:blipFill>
              <p:spPr>
                <a:xfrm>
                  <a:off x="1643760" y="1983960"/>
                  <a:ext cx="2160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07" name="Ink 106">
                  <a:extLst>
                    <a:ext uri="{FF2B5EF4-FFF2-40B4-BE49-F238E27FC236}">
                      <a16:creationId xmlns:a16="http://schemas.microsoft.com/office/drawing/2014/main" id="{47C17E6E-14D1-A655-0419-359012F07BA5}"/>
                    </a:ext>
                  </a:extLst>
                </p14:cNvPr>
                <p14:cNvContentPartPr/>
                <p14:nvPr/>
              </p14:nvContentPartPr>
              <p14:xfrm>
                <a:off x="1648080" y="2166480"/>
                <a:ext cx="7920" cy="144360"/>
              </p14:xfrm>
            </p:contentPart>
          </mc:Choice>
          <mc:Fallback xmlns="">
            <p:pic>
              <p:nvPicPr>
                <p:cNvPr id="107" name="Ink 106">
                  <a:extLst>
                    <a:ext uri="{FF2B5EF4-FFF2-40B4-BE49-F238E27FC236}">
                      <a16:creationId xmlns:a16="http://schemas.microsoft.com/office/drawing/2014/main" id="{47C17E6E-14D1-A655-0419-359012F07BA5}"/>
                    </a:ext>
                  </a:extLst>
                </p:cNvPr>
                <p:cNvPicPr/>
                <p:nvPr/>
              </p:nvPicPr>
              <p:blipFill>
                <a:blip r:embed="rId159"/>
                <a:stretch>
                  <a:fillRect/>
                </a:stretch>
              </p:blipFill>
              <p:spPr>
                <a:xfrm>
                  <a:off x="1639440" y="2157840"/>
                  <a:ext cx="25560" cy="162000"/>
                </a:xfrm>
                <a:prstGeom prst="rect">
                  <a:avLst/>
                </a:prstGeom>
              </p:spPr>
            </p:pic>
          </mc:Fallback>
        </mc:AlternateContent>
      </p:grpSp>
      <p:grpSp>
        <p:nvGrpSpPr>
          <p:cNvPr id="131" name="Group 130">
            <a:extLst>
              <a:ext uri="{FF2B5EF4-FFF2-40B4-BE49-F238E27FC236}">
                <a16:creationId xmlns:a16="http://schemas.microsoft.com/office/drawing/2014/main" id="{00938D76-39B7-281B-59D5-537614F03D26}"/>
              </a:ext>
            </a:extLst>
          </p:cNvPr>
          <p:cNvGrpSpPr/>
          <p:nvPr/>
        </p:nvGrpSpPr>
        <p:grpSpPr>
          <a:xfrm>
            <a:off x="16920" y="1265040"/>
            <a:ext cx="1730160" cy="618840"/>
            <a:chOff x="16920" y="1265040"/>
            <a:chExt cx="1730160" cy="618840"/>
          </a:xfrm>
        </p:grpSpPr>
        <mc:AlternateContent xmlns:mc="http://schemas.openxmlformats.org/markup-compatibility/2006" xmlns:p14="http://schemas.microsoft.com/office/powerpoint/2010/main">
          <mc:Choice Requires="p14">
            <p:contentPart p14:bwMode="auto" r:id="rId160">
              <p14:nvContentPartPr>
                <p14:cNvPr id="105" name="Ink 104">
                  <a:extLst>
                    <a:ext uri="{FF2B5EF4-FFF2-40B4-BE49-F238E27FC236}">
                      <a16:creationId xmlns:a16="http://schemas.microsoft.com/office/drawing/2014/main" id="{F9FC3D1A-91DC-E9FC-B251-8432334A6B71}"/>
                    </a:ext>
                  </a:extLst>
                </p14:cNvPr>
                <p14:cNvContentPartPr/>
                <p14:nvPr/>
              </p14:nvContentPartPr>
              <p14:xfrm>
                <a:off x="1663200" y="1724760"/>
                <a:ext cx="5760" cy="120960"/>
              </p14:xfrm>
            </p:contentPart>
          </mc:Choice>
          <mc:Fallback xmlns="">
            <p:pic>
              <p:nvPicPr>
                <p:cNvPr id="105" name="Ink 104">
                  <a:extLst>
                    <a:ext uri="{FF2B5EF4-FFF2-40B4-BE49-F238E27FC236}">
                      <a16:creationId xmlns:a16="http://schemas.microsoft.com/office/drawing/2014/main" id="{F9FC3D1A-91DC-E9FC-B251-8432334A6B71}"/>
                    </a:ext>
                  </a:extLst>
                </p:cNvPr>
                <p:cNvPicPr/>
                <p:nvPr/>
              </p:nvPicPr>
              <p:blipFill>
                <a:blip r:embed="rId161"/>
                <a:stretch>
                  <a:fillRect/>
                </a:stretch>
              </p:blipFill>
              <p:spPr>
                <a:xfrm>
                  <a:off x="1654200" y="1715760"/>
                  <a:ext cx="2340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03" name="Ink 102">
                  <a:extLst>
                    <a:ext uri="{FF2B5EF4-FFF2-40B4-BE49-F238E27FC236}">
                      <a16:creationId xmlns:a16="http://schemas.microsoft.com/office/drawing/2014/main" id="{C7AA69D3-D4D8-3066-4E72-C9BA92B7EFC7}"/>
                    </a:ext>
                  </a:extLst>
                </p14:cNvPr>
                <p14:cNvContentPartPr/>
                <p14:nvPr/>
              </p14:nvContentPartPr>
              <p14:xfrm>
                <a:off x="1684440" y="1265040"/>
                <a:ext cx="5760" cy="100080"/>
              </p14:xfrm>
            </p:contentPart>
          </mc:Choice>
          <mc:Fallback xmlns="">
            <p:pic>
              <p:nvPicPr>
                <p:cNvPr id="103" name="Ink 102">
                  <a:extLst>
                    <a:ext uri="{FF2B5EF4-FFF2-40B4-BE49-F238E27FC236}">
                      <a16:creationId xmlns:a16="http://schemas.microsoft.com/office/drawing/2014/main" id="{C7AA69D3-D4D8-3066-4E72-C9BA92B7EFC7}"/>
                    </a:ext>
                  </a:extLst>
                </p:cNvPr>
                <p:cNvPicPr/>
                <p:nvPr/>
              </p:nvPicPr>
              <p:blipFill>
                <a:blip r:embed="rId163"/>
                <a:stretch>
                  <a:fillRect/>
                </a:stretch>
              </p:blipFill>
              <p:spPr>
                <a:xfrm>
                  <a:off x="1675440" y="1256040"/>
                  <a:ext cx="2340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04" name="Ink 103">
                  <a:extLst>
                    <a:ext uri="{FF2B5EF4-FFF2-40B4-BE49-F238E27FC236}">
                      <a16:creationId xmlns:a16="http://schemas.microsoft.com/office/drawing/2014/main" id="{FA3F2342-EE83-D08B-4E18-36198E32B6C3}"/>
                    </a:ext>
                  </a:extLst>
                </p14:cNvPr>
                <p14:cNvContentPartPr/>
                <p14:nvPr/>
              </p14:nvContentPartPr>
              <p14:xfrm>
                <a:off x="1673280" y="1478520"/>
                <a:ext cx="4320" cy="137880"/>
              </p14:xfrm>
            </p:contentPart>
          </mc:Choice>
          <mc:Fallback xmlns="">
            <p:pic>
              <p:nvPicPr>
                <p:cNvPr id="104" name="Ink 103">
                  <a:extLst>
                    <a:ext uri="{FF2B5EF4-FFF2-40B4-BE49-F238E27FC236}">
                      <a16:creationId xmlns:a16="http://schemas.microsoft.com/office/drawing/2014/main" id="{FA3F2342-EE83-D08B-4E18-36198E32B6C3}"/>
                    </a:ext>
                  </a:extLst>
                </p:cNvPr>
                <p:cNvPicPr/>
                <p:nvPr/>
              </p:nvPicPr>
              <p:blipFill>
                <a:blip r:embed="rId165"/>
                <a:stretch>
                  <a:fillRect/>
                </a:stretch>
              </p:blipFill>
              <p:spPr>
                <a:xfrm>
                  <a:off x="1664280" y="1469520"/>
                  <a:ext cx="2196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08" name="Ink 107">
                  <a:extLst>
                    <a:ext uri="{FF2B5EF4-FFF2-40B4-BE49-F238E27FC236}">
                      <a16:creationId xmlns:a16="http://schemas.microsoft.com/office/drawing/2014/main" id="{5684770F-8F09-2CC3-7E05-B7E4B07B674F}"/>
                    </a:ext>
                  </a:extLst>
                </p14:cNvPr>
                <p14:cNvContentPartPr/>
                <p14:nvPr/>
              </p14:nvContentPartPr>
              <p14:xfrm>
                <a:off x="1586520" y="1297080"/>
                <a:ext cx="160560" cy="143640"/>
              </p14:xfrm>
            </p:contentPart>
          </mc:Choice>
          <mc:Fallback xmlns="">
            <p:pic>
              <p:nvPicPr>
                <p:cNvPr id="108" name="Ink 107">
                  <a:extLst>
                    <a:ext uri="{FF2B5EF4-FFF2-40B4-BE49-F238E27FC236}">
                      <a16:creationId xmlns:a16="http://schemas.microsoft.com/office/drawing/2014/main" id="{5684770F-8F09-2CC3-7E05-B7E4B07B674F}"/>
                    </a:ext>
                  </a:extLst>
                </p:cNvPr>
                <p:cNvPicPr/>
                <p:nvPr/>
              </p:nvPicPr>
              <p:blipFill>
                <a:blip r:embed="rId167"/>
                <a:stretch>
                  <a:fillRect/>
                </a:stretch>
              </p:blipFill>
              <p:spPr>
                <a:xfrm>
                  <a:off x="1577880" y="1288440"/>
                  <a:ext cx="17820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11" name="Ink 110">
                  <a:extLst>
                    <a:ext uri="{FF2B5EF4-FFF2-40B4-BE49-F238E27FC236}">
                      <a16:creationId xmlns:a16="http://schemas.microsoft.com/office/drawing/2014/main" id="{311D2F17-1291-8936-3498-A8DC704FAA8B}"/>
                    </a:ext>
                  </a:extLst>
                </p14:cNvPr>
                <p14:cNvContentPartPr/>
                <p14:nvPr/>
              </p14:nvContentPartPr>
              <p14:xfrm>
                <a:off x="89640" y="1549800"/>
                <a:ext cx="110880" cy="21240"/>
              </p14:xfrm>
            </p:contentPart>
          </mc:Choice>
          <mc:Fallback xmlns="">
            <p:pic>
              <p:nvPicPr>
                <p:cNvPr id="111" name="Ink 110">
                  <a:extLst>
                    <a:ext uri="{FF2B5EF4-FFF2-40B4-BE49-F238E27FC236}">
                      <a16:creationId xmlns:a16="http://schemas.microsoft.com/office/drawing/2014/main" id="{311D2F17-1291-8936-3498-A8DC704FAA8B}"/>
                    </a:ext>
                  </a:extLst>
                </p:cNvPr>
                <p:cNvPicPr/>
                <p:nvPr/>
              </p:nvPicPr>
              <p:blipFill>
                <a:blip r:embed="rId169"/>
                <a:stretch>
                  <a:fillRect/>
                </a:stretch>
              </p:blipFill>
              <p:spPr>
                <a:xfrm>
                  <a:off x="80640" y="1541160"/>
                  <a:ext cx="12852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12" name="Ink 111">
                  <a:extLst>
                    <a:ext uri="{FF2B5EF4-FFF2-40B4-BE49-F238E27FC236}">
                      <a16:creationId xmlns:a16="http://schemas.microsoft.com/office/drawing/2014/main" id="{A609E12A-0C22-21A9-B6FA-3374D7CA6E47}"/>
                    </a:ext>
                  </a:extLst>
                </p14:cNvPr>
                <p14:cNvContentPartPr/>
                <p14:nvPr/>
              </p14:nvContentPartPr>
              <p14:xfrm>
                <a:off x="120960" y="1587240"/>
                <a:ext cx="12240" cy="105840"/>
              </p14:xfrm>
            </p:contentPart>
          </mc:Choice>
          <mc:Fallback xmlns="">
            <p:pic>
              <p:nvPicPr>
                <p:cNvPr id="112" name="Ink 111">
                  <a:extLst>
                    <a:ext uri="{FF2B5EF4-FFF2-40B4-BE49-F238E27FC236}">
                      <a16:creationId xmlns:a16="http://schemas.microsoft.com/office/drawing/2014/main" id="{A609E12A-0C22-21A9-B6FA-3374D7CA6E47}"/>
                    </a:ext>
                  </a:extLst>
                </p:cNvPr>
                <p:cNvPicPr/>
                <p:nvPr/>
              </p:nvPicPr>
              <p:blipFill>
                <a:blip r:embed="rId171"/>
                <a:stretch>
                  <a:fillRect/>
                </a:stretch>
              </p:blipFill>
              <p:spPr>
                <a:xfrm>
                  <a:off x="112320" y="1578240"/>
                  <a:ext cx="2988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13" name="Ink 112">
                  <a:extLst>
                    <a:ext uri="{FF2B5EF4-FFF2-40B4-BE49-F238E27FC236}">
                      <a16:creationId xmlns:a16="http://schemas.microsoft.com/office/drawing/2014/main" id="{606919E2-C684-F555-A24D-B2AFA2BD1B40}"/>
                    </a:ext>
                  </a:extLst>
                </p14:cNvPr>
                <p14:cNvContentPartPr/>
                <p14:nvPr/>
              </p14:nvContentPartPr>
              <p14:xfrm>
                <a:off x="183600" y="1636200"/>
                <a:ext cx="8280" cy="90360"/>
              </p14:xfrm>
            </p:contentPart>
          </mc:Choice>
          <mc:Fallback xmlns="">
            <p:pic>
              <p:nvPicPr>
                <p:cNvPr id="113" name="Ink 112">
                  <a:extLst>
                    <a:ext uri="{FF2B5EF4-FFF2-40B4-BE49-F238E27FC236}">
                      <a16:creationId xmlns:a16="http://schemas.microsoft.com/office/drawing/2014/main" id="{606919E2-C684-F555-A24D-B2AFA2BD1B40}"/>
                    </a:ext>
                  </a:extLst>
                </p:cNvPr>
                <p:cNvPicPr/>
                <p:nvPr/>
              </p:nvPicPr>
              <p:blipFill>
                <a:blip r:embed="rId173"/>
                <a:stretch>
                  <a:fillRect/>
                </a:stretch>
              </p:blipFill>
              <p:spPr>
                <a:xfrm>
                  <a:off x="174600" y="1627200"/>
                  <a:ext cx="25920"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14" name="Ink 113">
                  <a:extLst>
                    <a:ext uri="{FF2B5EF4-FFF2-40B4-BE49-F238E27FC236}">
                      <a16:creationId xmlns:a16="http://schemas.microsoft.com/office/drawing/2014/main" id="{EB2C418E-14E4-AAF0-661B-B4456E31D52E}"/>
                    </a:ext>
                  </a:extLst>
                </p14:cNvPr>
                <p14:cNvContentPartPr/>
                <p14:nvPr/>
              </p14:nvContentPartPr>
              <p14:xfrm>
                <a:off x="278640" y="1499760"/>
                <a:ext cx="59760" cy="240120"/>
              </p14:xfrm>
            </p:contentPart>
          </mc:Choice>
          <mc:Fallback xmlns="">
            <p:pic>
              <p:nvPicPr>
                <p:cNvPr id="114" name="Ink 113">
                  <a:extLst>
                    <a:ext uri="{FF2B5EF4-FFF2-40B4-BE49-F238E27FC236}">
                      <a16:creationId xmlns:a16="http://schemas.microsoft.com/office/drawing/2014/main" id="{EB2C418E-14E4-AAF0-661B-B4456E31D52E}"/>
                    </a:ext>
                  </a:extLst>
                </p:cNvPr>
                <p:cNvPicPr/>
                <p:nvPr/>
              </p:nvPicPr>
              <p:blipFill>
                <a:blip r:embed="rId175"/>
                <a:stretch>
                  <a:fillRect/>
                </a:stretch>
              </p:blipFill>
              <p:spPr>
                <a:xfrm>
                  <a:off x="270000" y="1490760"/>
                  <a:ext cx="77400" cy="25776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15" name="Ink 114">
                  <a:extLst>
                    <a:ext uri="{FF2B5EF4-FFF2-40B4-BE49-F238E27FC236}">
                      <a16:creationId xmlns:a16="http://schemas.microsoft.com/office/drawing/2014/main" id="{55B8995F-8ED1-6458-DFC7-C28181802B35}"/>
                    </a:ext>
                  </a:extLst>
                </p14:cNvPr>
                <p14:cNvContentPartPr/>
                <p14:nvPr/>
              </p14:nvContentPartPr>
              <p14:xfrm>
                <a:off x="16920" y="1472400"/>
                <a:ext cx="41400" cy="293760"/>
              </p14:xfrm>
            </p:contentPart>
          </mc:Choice>
          <mc:Fallback xmlns="">
            <p:pic>
              <p:nvPicPr>
                <p:cNvPr id="115" name="Ink 114">
                  <a:extLst>
                    <a:ext uri="{FF2B5EF4-FFF2-40B4-BE49-F238E27FC236}">
                      <a16:creationId xmlns:a16="http://schemas.microsoft.com/office/drawing/2014/main" id="{55B8995F-8ED1-6458-DFC7-C28181802B35}"/>
                    </a:ext>
                  </a:extLst>
                </p:cNvPr>
                <p:cNvPicPr/>
                <p:nvPr/>
              </p:nvPicPr>
              <p:blipFill>
                <a:blip r:embed="rId177"/>
                <a:stretch>
                  <a:fillRect/>
                </a:stretch>
              </p:blipFill>
              <p:spPr>
                <a:xfrm>
                  <a:off x="8280" y="1463760"/>
                  <a:ext cx="59040" cy="31140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16" name="Ink 115">
                  <a:extLst>
                    <a:ext uri="{FF2B5EF4-FFF2-40B4-BE49-F238E27FC236}">
                      <a16:creationId xmlns:a16="http://schemas.microsoft.com/office/drawing/2014/main" id="{F54C43DC-2B9C-A438-D818-1F1BC2AF2092}"/>
                    </a:ext>
                  </a:extLst>
                </p14:cNvPr>
                <p14:cNvContentPartPr/>
                <p14:nvPr/>
              </p14:nvContentPartPr>
              <p14:xfrm>
                <a:off x="336960" y="1662840"/>
                <a:ext cx="43560" cy="78840"/>
              </p14:xfrm>
            </p:contentPart>
          </mc:Choice>
          <mc:Fallback xmlns="">
            <p:pic>
              <p:nvPicPr>
                <p:cNvPr id="116" name="Ink 115">
                  <a:extLst>
                    <a:ext uri="{FF2B5EF4-FFF2-40B4-BE49-F238E27FC236}">
                      <a16:creationId xmlns:a16="http://schemas.microsoft.com/office/drawing/2014/main" id="{F54C43DC-2B9C-A438-D818-1F1BC2AF2092}"/>
                    </a:ext>
                  </a:extLst>
                </p:cNvPr>
                <p:cNvPicPr/>
                <p:nvPr/>
              </p:nvPicPr>
              <p:blipFill>
                <a:blip r:embed="rId179"/>
                <a:stretch>
                  <a:fillRect/>
                </a:stretch>
              </p:blipFill>
              <p:spPr>
                <a:xfrm>
                  <a:off x="327960" y="1653840"/>
                  <a:ext cx="61200" cy="9648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17" name="Ink 116">
                  <a:extLst>
                    <a:ext uri="{FF2B5EF4-FFF2-40B4-BE49-F238E27FC236}">
                      <a16:creationId xmlns:a16="http://schemas.microsoft.com/office/drawing/2014/main" id="{C291CEE2-3657-5459-568E-A05A178D4801}"/>
                    </a:ext>
                  </a:extLst>
                </p14:cNvPr>
                <p14:cNvContentPartPr/>
                <p14:nvPr/>
              </p14:nvContentPartPr>
              <p14:xfrm>
                <a:off x="350640" y="1640880"/>
                <a:ext cx="85680" cy="243000"/>
              </p14:xfrm>
            </p:contentPart>
          </mc:Choice>
          <mc:Fallback xmlns="">
            <p:pic>
              <p:nvPicPr>
                <p:cNvPr id="117" name="Ink 116">
                  <a:extLst>
                    <a:ext uri="{FF2B5EF4-FFF2-40B4-BE49-F238E27FC236}">
                      <a16:creationId xmlns:a16="http://schemas.microsoft.com/office/drawing/2014/main" id="{C291CEE2-3657-5459-568E-A05A178D4801}"/>
                    </a:ext>
                  </a:extLst>
                </p:cNvPr>
                <p:cNvPicPr/>
                <p:nvPr/>
              </p:nvPicPr>
              <p:blipFill>
                <a:blip r:embed="rId181"/>
                <a:stretch>
                  <a:fillRect/>
                </a:stretch>
              </p:blipFill>
              <p:spPr>
                <a:xfrm>
                  <a:off x="342000" y="1632240"/>
                  <a:ext cx="103320" cy="26064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18" name="Ink 117">
                  <a:extLst>
                    <a:ext uri="{FF2B5EF4-FFF2-40B4-BE49-F238E27FC236}">
                      <a16:creationId xmlns:a16="http://schemas.microsoft.com/office/drawing/2014/main" id="{BD943A1B-90B7-7B69-5EE3-34DD5EF80606}"/>
                    </a:ext>
                  </a:extLst>
                </p14:cNvPr>
                <p14:cNvContentPartPr/>
                <p14:nvPr/>
              </p14:nvContentPartPr>
              <p14:xfrm>
                <a:off x="565200" y="1607760"/>
                <a:ext cx="67680" cy="7920"/>
              </p14:xfrm>
            </p:contentPart>
          </mc:Choice>
          <mc:Fallback xmlns="">
            <p:pic>
              <p:nvPicPr>
                <p:cNvPr id="118" name="Ink 117">
                  <a:extLst>
                    <a:ext uri="{FF2B5EF4-FFF2-40B4-BE49-F238E27FC236}">
                      <a16:creationId xmlns:a16="http://schemas.microsoft.com/office/drawing/2014/main" id="{BD943A1B-90B7-7B69-5EE3-34DD5EF80606}"/>
                    </a:ext>
                  </a:extLst>
                </p:cNvPr>
                <p:cNvPicPr/>
                <p:nvPr/>
              </p:nvPicPr>
              <p:blipFill>
                <a:blip r:embed="rId183"/>
                <a:stretch>
                  <a:fillRect/>
                </a:stretch>
              </p:blipFill>
              <p:spPr>
                <a:xfrm>
                  <a:off x="556560" y="1599120"/>
                  <a:ext cx="8532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19" name="Ink 118">
                  <a:extLst>
                    <a:ext uri="{FF2B5EF4-FFF2-40B4-BE49-F238E27FC236}">
                      <a16:creationId xmlns:a16="http://schemas.microsoft.com/office/drawing/2014/main" id="{39902439-5C71-CDD4-A12C-C294D6D8B4E5}"/>
                    </a:ext>
                  </a:extLst>
                </p14:cNvPr>
                <p14:cNvContentPartPr/>
                <p14:nvPr/>
              </p14:nvContentPartPr>
              <p14:xfrm>
                <a:off x="547560" y="1643040"/>
                <a:ext cx="69120" cy="6120"/>
              </p14:xfrm>
            </p:contentPart>
          </mc:Choice>
          <mc:Fallback xmlns="">
            <p:pic>
              <p:nvPicPr>
                <p:cNvPr id="119" name="Ink 118">
                  <a:extLst>
                    <a:ext uri="{FF2B5EF4-FFF2-40B4-BE49-F238E27FC236}">
                      <a16:creationId xmlns:a16="http://schemas.microsoft.com/office/drawing/2014/main" id="{39902439-5C71-CDD4-A12C-C294D6D8B4E5}"/>
                    </a:ext>
                  </a:extLst>
                </p:cNvPr>
                <p:cNvPicPr/>
                <p:nvPr/>
              </p:nvPicPr>
              <p:blipFill>
                <a:blip r:embed="rId185"/>
                <a:stretch>
                  <a:fillRect/>
                </a:stretch>
              </p:blipFill>
              <p:spPr>
                <a:xfrm>
                  <a:off x="538560" y="1634400"/>
                  <a:ext cx="8676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20" name="Ink 119">
                  <a:extLst>
                    <a:ext uri="{FF2B5EF4-FFF2-40B4-BE49-F238E27FC236}">
                      <a16:creationId xmlns:a16="http://schemas.microsoft.com/office/drawing/2014/main" id="{3783FDDF-2267-1BC4-E59A-0E3F86C5B1DD}"/>
                    </a:ext>
                  </a:extLst>
                </p14:cNvPr>
                <p14:cNvContentPartPr/>
                <p14:nvPr/>
              </p14:nvContentPartPr>
              <p14:xfrm>
                <a:off x="730080" y="1490040"/>
                <a:ext cx="97560" cy="28440"/>
              </p14:xfrm>
            </p:contentPart>
          </mc:Choice>
          <mc:Fallback xmlns="">
            <p:pic>
              <p:nvPicPr>
                <p:cNvPr id="120" name="Ink 119">
                  <a:extLst>
                    <a:ext uri="{FF2B5EF4-FFF2-40B4-BE49-F238E27FC236}">
                      <a16:creationId xmlns:a16="http://schemas.microsoft.com/office/drawing/2014/main" id="{3783FDDF-2267-1BC4-E59A-0E3F86C5B1DD}"/>
                    </a:ext>
                  </a:extLst>
                </p:cNvPr>
                <p:cNvPicPr/>
                <p:nvPr/>
              </p:nvPicPr>
              <p:blipFill>
                <a:blip r:embed="rId187"/>
                <a:stretch>
                  <a:fillRect/>
                </a:stretch>
              </p:blipFill>
              <p:spPr>
                <a:xfrm>
                  <a:off x="721440" y="1481400"/>
                  <a:ext cx="11520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21" name="Ink 120">
                  <a:extLst>
                    <a:ext uri="{FF2B5EF4-FFF2-40B4-BE49-F238E27FC236}">
                      <a16:creationId xmlns:a16="http://schemas.microsoft.com/office/drawing/2014/main" id="{F2555A98-36BA-0B82-E889-4A7CABDE5C78}"/>
                    </a:ext>
                  </a:extLst>
                </p14:cNvPr>
                <p14:cNvContentPartPr/>
                <p14:nvPr/>
              </p14:nvContentPartPr>
              <p14:xfrm>
                <a:off x="777600" y="1497960"/>
                <a:ext cx="11160" cy="172080"/>
              </p14:xfrm>
            </p:contentPart>
          </mc:Choice>
          <mc:Fallback xmlns="">
            <p:pic>
              <p:nvPicPr>
                <p:cNvPr id="121" name="Ink 120">
                  <a:extLst>
                    <a:ext uri="{FF2B5EF4-FFF2-40B4-BE49-F238E27FC236}">
                      <a16:creationId xmlns:a16="http://schemas.microsoft.com/office/drawing/2014/main" id="{F2555A98-36BA-0B82-E889-4A7CABDE5C78}"/>
                    </a:ext>
                  </a:extLst>
                </p:cNvPr>
                <p:cNvPicPr/>
                <p:nvPr/>
              </p:nvPicPr>
              <p:blipFill>
                <a:blip r:embed="rId189"/>
                <a:stretch>
                  <a:fillRect/>
                </a:stretch>
              </p:blipFill>
              <p:spPr>
                <a:xfrm>
                  <a:off x="768960" y="1489320"/>
                  <a:ext cx="2880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22" name="Ink 121">
                  <a:extLst>
                    <a:ext uri="{FF2B5EF4-FFF2-40B4-BE49-F238E27FC236}">
                      <a16:creationId xmlns:a16="http://schemas.microsoft.com/office/drawing/2014/main" id="{17C9A8B9-4F85-B779-FCF9-531404399BE4}"/>
                    </a:ext>
                  </a:extLst>
                </p14:cNvPr>
                <p14:cNvContentPartPr/>
                <p14:nvPr/>
              </p14:nvContentPartPr>
              <p14:xfrm>
                <a:off x="856080" y="1616040"/>
                <a:ext cx="4680" cy="72360"/>
              </p14:xfrm>
            </p:contentPart>
          </mc:Choice>
          <mc:Fallback xmlns="">
            <p:pic>
              <p:nvPicPr>
                <p:cNvPr id="122" name="Ink 121">
                  <a:extLst>
                    <a:ext uri="{FF2B5EF4-FFF2-40B4-BE49-F238E27FC236}">
                      <a16:creationId xmlns:a16="http://schemas.microsoft.com/office/drawing/2014/main" id="{17C9A8B9-4F85-B779-FCF9-531404399BE4}"/>
                    </a:ext>
                  </a:extLst>
                </p:cNvPr>
                <p:cNvPicPr/>
                <p:nvPr/>
              </p:nvPicPr>
              <p:blipFill>
                <a:blip r:embed="rId191"/>
                <a:stretch>
                  <a:fillRect/>
                </a:stretch>
              </p:blipFill>
              <p:spPr>
                <a:xfrm>
                  <a:off x="847440" y="1607040"/>
                  <a:ext cx="22320" cy="9000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23" name="Ink 122">
                  <a:extLst>
                    <a:ext uri="{FF2B5EF4-FFF2-40B4-BE49-F238E27FC236}">
                      <a16:creationId xmlns:a16="http://schemas.microsoft.com/office/drawing/2014/main" id="{D0284A34-B883-BF4B-4CA8-C3778A710AA8}"/>
                    </a:ext>
                  </a:extLst>
                </p14:cNvPr>
                <p14:cNvContentPartPr/>
                <p14:nvPr/>
              </p14:nvContentPartPr>
              <p14:xfrm>
                <a:off x="948240" y="1492200"/>
                <a:ext cx="73440" cy="173520"/>
              </p14:xfrm>
            </p:contentPart>
          </mc:Choice>
          <mc:Fallback xmlns="">
            <p:pic>
              <p:nvPicPr>
                <p:cNvPr id="123" name="Ink 122">
                  <a:extLst>
                    <a:ext uri="{FF2B5EF4-FFF2-40B4-BE49-F238E27FC236}">
                      <a16:creationId xmlns:a16="http://schemas.microsoft.com/office/drawing/2014/main" id="{D0284A34-B883-BF4B-4CA8-C3778A710AA8}"/>
                    </a:ext>
                  </a:extLst>
                </p:cNvPr>
                <p:cNvPicPr/>
                <p:nvPr/>
              </p:nvPicPr>
              <p:blipFill>
                <a:blip r:embed="rId193"/>
                <a:stretch>
                  <a:fillRect/>
                </a:stretch>
              </p:blipFill>
              <p:spPr>
                <a:xfrm>
                  <a:off x="939600" y="1483560"/>
                  <a:ext cx="91080" cy="19116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24" name="Ink 123">
                  <a:extLst>
                    <a:ext uri="{FF2B5EF4-FFF2-40B4-BE49-F238E27FC236}">
                      <a16:creationId xmlns:a16="http://schemas.microsoft.com/office/drawing/2014/main" id="{8DDB5C3A-43EB-9070-FCE8-815628C42748}"/>
                    </a:ext>
                  </a:extLst>
                </p14:cNvPr>
                <p14:cNvContentPartPr/>
                <p14:nvPr/>
              </p14:nvContentPartPr>
              <p14:xfrm>
                <a:off x="1066680" y="1571760"/>
                <a:ext cx="5040" cy="74520"/>
              </p14:xfrm>
            </p:contentPart>
          </mc:Choice>
          <mc:Fallback xmlns="">
            <p:pic>
              <p:nvPicPr>
                <p:cNvPr id="124" name="Ink 123">
                  <a:extLst>
                    <a:ext uri="{FF2B5EF4-FFF2-40B4-BE49-F238E27FC236}">
                      <a16:creationId xmlns:a16="http://schemas.microsoft.com/office/drawing/2014/main" id="{8DDB5C3A-43EB-9070-FCE8-815628C42748}"/>
                    </a:ext>
                  </a:extLst>
                </p:cNvPr>
                <p:cNvPicPr/>
                <p:nvPr/>
              </p:nvPicPr>
              <p:blipFill>
                <a:blip r:embed="rId195"/>
                <a:stretch>
                  <a:fillRect/>
                </a:stretch>
              </p:blipFill>
              <p:spPr>
                <a:xfrm>
                  <a:off x="1057680" y="1562760"/>
                  <a:ext cx="2268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25" name="Ink 124">
                  <a:extLst>
                    <a:ext uri="{FF2B5EF4-FFF2-40B4-BE49-F238E27FC236}">
                      <a16:creationId xmlns:a16="http://schemas.microsoft.com/office/drawing/2014/main" id="{C4704F49-8AA2-D146-29B8-A2B76EE81BB9}"/>
                    </a:ext>
                  </a:extLst>
                </p14:cNvPr>
                <p14:cNvContentPartPr/>
                <p14:nvPr/>
              </p14:nvContentPartPr>
              <p14:xfrm>
                <a:off x="1069920" y="1521000"/>
                <a:ext cx="1440" cy="2880"/>
              </p14:xfrm>
            </p:contentPart>
          </mc:Choice>
          <mc:Fallback xmlns="">
            <p:pic>
              <p:nvPicPr>
                <p:cNvPr id="125" name="Ink 124">
                  <a:extLst>
                    <a:ext uri="{FF2B5EF4-FFF2-40B4-BE49-F238E27FC236}">
                      <a16:creationId xmlns:a16="http://schemas.microsoft.com/office/drawing/2014/main" id="{C4704F49-8AA2-D146-29B8-A2B76EE81BB9}"/>
                    </a:ext>
                  </a:extLst>
                </p:cNvPr>
                <p:cNvPicPr/>
                <p:nvPr/>
              </p:nvPicPr>
              <p:blipFill>
                <a:blip r:embed="rId197"/>
                <a:stretch>
                  <a:fillRect/>
                </a:stretch>
              </p:blipFill>
              <p:spPr>
                <a:xfrm>
                  <a:off x="1060920" y="1512360"/>
                  <a:ext cx="1908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26" name="Ink 125">
                  <a:extLst>
                    <a:ext uri="{FF2B5EF4-FFF2-40B4-BE49-F238E27FC236}">
                      <a16:creationId xmlns:a16="http://schemas.microsoft.com/office/drawing/2014/main" id="{46D1B625-88C9-4CB1-EC75-FB2C837E7D3F}"/>
                    </a:ext>
                  </a:extLst>
                </p14:cNvPr>
                <p14:cNvContentPartPr/>
                <p14:nvPr/>
              </p14:nvContentPartPr>
              <p14:xfrm>
                <a:off x="1145880" y="1552320"/>
                <a:ext cx="88920" cy="100800"/>
              </p14:xfrm>
            </p:contentPart>
          </mc:Choice>
          <mc:Fallback xmlns="">
            <p:pic>
              <p:nvPicPr>
                <p:cNvPr id="126" name="Ink 125">
                  <a:extLst>
                    <a:ext uri="{FF2B5EF4-FFF2-40B4-BE49-F238E27FC236}">
                      <a16:creationId xmlns:a16="http://schemas.microsoft.com/office/drawing/2014/main" id="{46D1B625-88C9-4CB1-EC75-FB2C837E7D3F}"/>
                    </a:ext>
                  </a:extLst>
                </p:cNvPr>
                <p:cNvPicPr/>
                <p:nvPr/>
              </p:nvPicPr>
              <p:blipFill>
                <a:blip r:embed="rId199"/>
                <a:stretch>
                  <a:fillRect/>
                </a:stretch>
              </p:blipFill>
              <p:spPr>
                <a:xfrm>
                  <a:off x="1137240" y="1543320"/>
                  <a:ext cx="106560" cy="11844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27" name="Ink 126">
                  <a:extLst>
                    <a:ext uri="{FF2B5EF4-FFF2-40B4-BE49-F238E27FC236}">
                      <a16:creationId xmlns:a16="http://schemas.microsoft.com/office/drawing/2014/main" id="{78B551AD-0D9E-1211-BEC6-FEC6E03EC87D}"/>
                    </a:ext>
                  </a:extLst>
                </p14:cNvPr>
                <p14:cNvContentPartPr/>
                <p14:nvPr/>
              </p14:nvContentPartPr>
              <p14:xfrm>
                <a:off x="1278360" y="1529280"/>
                <a:ext cx="106200" cy="124920"/>
              </p14:xfrm>
            </p:contentPart>
          </mc:Choice>
          <mc:Fallback xmlns="">
            <p:pic>
              <p:nvPicPr>
                <p:cNvPr id="127" name="Ink 126">
                  <a:extLst>
                    <a:ext uri="{FF2B5EF4-FFF2-40B4-BE49-F238E27FC236}">
                      <a16:creationId xmlns:a16="http://schemas.microsoft.com/office/drawing/2014/main" id="{78B551AD-0D9E-1211-BEC6-FEC6E03EC87D}"/>
                    </a:ext>
                  </a:extLst>
                </p:cNvPr>
                <p:cNvPicPr/>
                <p:nvPr/>
              </p:nvPicPr>
              <p:blipFill>
                <a:blip r:embed="rId201"/>
                <a:stretch>
                  <a:fillRect/>
                </a:stretch>
              </p:blipFill>
              <p:spPr>
                <a:xfrm>
                  <a:off x="1269720" y="1520280"/>
                  <a:ext cx="123840" cy="14256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28" name="Ink 127">
                  <a:extLst>
                    <a:ext uri="{FF2B5EF4-FFF2-40B4-BE49-F238E27FC236}">
                      <a16:creationId xmlns:a16="http://schemas.microsoft.com/office/drawing/2014/main" id="{ADF3F6B7-54E5-E38D-D1A9-DAAF2B4A5123}"/>
                    </a:ext>
                  </a:extLst>
                </p14:cNvPr>
                <p14:cNvContentPartPr/>
                <p14:nvPr/>
              </p14:nvContentPartPr>
              <p14:xfrm>
                <a:off x="1438200" y="1536480"/>
                <a:ext cx="32400" cy="6120"/>
              </p14:xfrm>
            </p:contentPart>
          </mc:Choice>
          <mc:Fallback xmlns="">
            <p:pic>
              <p:nvPicPr>
                <p:cNvPr id="128" name="Ink 127">
                  <a:extLst>
                    <a:ext uri="{FF2B5EF4-FFF2-40B4-BE49-F238E27FC236}">
                      <a16:creationId xmlns:a16="http://schemas.microsoft.com/office/drawing/2014/main" id="{ADF3F6B7-54E5-E38D-D1A9-DAAF2B4A5123}"/>
                    </a:ext>
                  </a:extLst>
                </p:cNvPr>
                <p:cNvPicPr/>
                <p:nvPr/>
              </p:nvPicPr>
              <p:blipFill>
                <a:blip r:embed="rId203"/>
                <a:stretch>
                  <a:fillRect/>
                </a:stretch>
              </p:blipFill>
              <p:spPr>
                <a:xfrm>
                  <a:off x="1429200" y="1527840"/>
                  <a:ext cx="5004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29" name="Ink 128">
                  <a:extLst>
                    <a:ext uri="{FF2B5EF4-FFF2-40B4-BE49-F238E27FC236}">
                      <a16:creationId xmlns:a16="http://schemas.microsoft.com/office/drawing/2014/main" id="{4FF62922-649D-E330-7E0A-BBFA6CBE10F3}"/>
                    </a:ext>
                  </a:extLst>
                </p14:cNvPr>
                <p14:cNvContentPartPr/>
                <p14:nvPr/>
              </p14:nvContentPartPr>
              <p14:xfrm>
                <a:off x="1408680" y="1551960"/>
                <a:ext cx="50760" cy="110520"/>
              </p14:xfrm>
            </p:contentPart>
          </mc:Choice>
          <mc:Fallback xmlns="">
            <p:pic>
              <p:nvPicPr>
                <p:cNvPr id="129" name="Ink 128">
                  <a:extLst>
                    <a:ext uri="{FF2B5EF4-FFF2-40B4-BE49-F238E27FC236}">
                      <a16:creationId xmlns:a16="http://schemas.microsoft.com/office/drawing/2014/main" id="{4FF62922-649D-E330-7E0A-BBFA6CBE10F3}"/>
                    </a:ext>
                  </a:extLst>
                </p:cNvPr>
                <p:cNvPicPr/>
                <p:nvPr/>
              </p:nvPicPr>
              <p:blipFill>
                <a:blip r:embed="rId205"/>
                <a:stretch>
                  <a:fillRect/>
                </a:stretch>
              </p:blipFill>
              <p:spPr>
                <a:xfrm>
                  <a:off x="1399680" y="1542960"/>
                  <a:ext cx="6840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30" name="Ink 129">
                  <a:extLst>
                    <a:ext uri="{FF2B5EF4-FFF2-40B4-BE49-F238E27FC236}">
                      <a16:creationId xmlns:a16="http://schemas.microsoft.com/office/drawing/2014/main" id="{0B98EC5D-7512-5627-AE83-D02F484E5936}"/>
                    </a:ext>
                  </a:extLst>
                </p14:cNvPr>
                <p14:cNvContentPartPr/>
                <p14:nvPr/>
              </p14:nvContentPartPr>
              <p14:xfrm>
                <a:off x="1505880" y="1535400"/>
                <a:ext cx="28440" cy="29520"/>
              </p14:xfrm>
            </p:contentPart>
          </mc:Choice>
          <mc:Fallback xmlns="">
            <p:pic>
              <p:nvPicPr>
                <p:cNvPr id="130" name="Ink 129">
                  <a:extLst>
                    <a:ext uri="{FF2B5EF4-FFF2-40B4-BE49-F238E27FC236}">
                      <a16:creationId xmlns:a16="http://schemas.microsoft.com/office/drawing/2014/main" id="{0B98EC5D-7512-5627-AE83-D02F484E5936}"/>
                    </a:ext>
                  </a:extLst>
                </p:cNvPr>
                <p:cNvPicPr/>
                <p:nvPr/>
              </p:nvPicPr>
              <p:blipFill>
                <a:blip r:embed="rId207"/>
                <a:stretch>
                  <a:fillRect/>
                </a:stretch>
              </p:blipFill>
              <p:spPr>
                <a:xfrm>
                  <a:off x="1496880" y="1526760"/>
                  <a:ext cx="46080" cy="47160"/>
                </a:xfrm>
                <a:prstGeom prst="rect">
                  <a:avLst/>
                </a:prstGeom>
              </p:spPr>
            </p:pic>
          </mc:Fallback>
        </mc:AlternateContent>
      </p:grpSp>
      <p:grpSp>
        <p:nvGrpSpPr>
          <p:cNvPr id="198" name="Group 197">
            <a:extLst>
              <a:ext uri="{FF2B5EF4-FFF2-40B4-BE49-F238E27FC236}">
                <a16:creationId xmlns:a16="http://schemas.microsoft.com/office/drawing/2014/main" id="{76FE6BA2-536D-FFEA-3787-77582EBF12C2}"/>
              </a:ext>
            </a:extLst>
          </p:cNvPr>
          <p:cNvGrpSpPr/>
          <p:nvPr/>
        </p:nvGrpSpPr>
        <p:grpSpPr>
          <a:xfrm>
            <a:off x="4512240" y="1212120"/>
            <a:ext cx="3409200" cy="1272960"/>
            <a:chOff x="4512240" y="1212120"/>
            <a:chExt cx="3409200" cy="1272960"/>
          </a:xfrm>
        </p:grpSpPr>
        <mc:AlternateContent xmlns:mc="http://schemas.openxmlformats.org/markup-compatibility/2006" xmlns:p14="http://schemas.microsoft.com/office/powerpoint/2010/main">
          <mc:Choice Requires="p14">
            <p:contentPart p14:bwMode="auto" r:id="rId208">
              <p14:nvContentPartPr>
                <p14:cNvPr id="132" name="Ink 131">
                  <a:extLst>
                    <a:ext uri="{FF2B5EF4-FFF2-40B4-BE49-F238E27FC236}">
                      <a16:creationId xmlns:a16="http://schemas.microsoft.com/office/drawing/2014/main" id="{D9AFB3B1-BCE9-D54C-98A9-DA186D5E7550}"/>
                    </a:ext>
                  </a:extLst>
                </p14:cNvPr>
                <p14:cNvContentPartPr/>
                <p14:nvPr/>
              </p14:nvContentPartPr>
              <p14:xfrm>
                <a:off x="4512240" y="1221840"/>
                <a:ext cx="864000" cy="861120"/>
              </p14:xfrm>
            </p:contentPart>
          </mc:Choice>
          <mc:Fallback xmlns="">
            <p:pic>
              <p:nvPicPr>
                <p:cNvPr id="132" name="Ink 131">
                  <a:extLst>
                    <a:ext uri="{FF2B5EF4-FFF2-40B4-BE49-F238E27FC236}">
                      <a16:creationId xmlns:a16="http://schemas.microsoft.com/office/drawing/2014/main" id="{D9AFB3B1-BCE9-D54C-98A9-DA186D5E7550}"/>
                    </a:ext>
                  </a:extLst>
                </p:cNvPr>
                <p:cNvPicPr/>
                <p:nvPr/>
              </p:nvPicPr>
              <p:blipFill>
                <a:blip r:embed="rId209"/>
                <a:stretch>
                  <a:fillRect/>
                </a:stretch>
              </p:blipFill>
              <p:spPr>
                <a:xfrm>
                  <a:off x="4503240" y="1213200"/>
                  <a:ext cx="881640" cy="87876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33" name="Ink 132">
                  <a:extLst>
                    <a:ext uri="{FF2B5EF4-FFF2-40B4-BE49-F238E27FC236}">
                      <a16:creationId xmlns:a16="http://schemas.microsoft.com/office/drawing/2014/main" id="{3C0F4E47-A938-35F8-E915-A732ACBDD557}"/>
                    </a:ext>
                  </a:extLst>
                </p14:cNvPr>
                <p14:cNvContentPartPr/>
                <p14:nvPr/>
              </p14:nvContentPartPr>
              <p14:xfrm>
                <a:off x="4609800" y="1389960"/>
                <a:ext cx="198000" cy="8280"/>
              </p14:xfrm>
            </p:contentPart>
          </mc:Choice>
          <mc:Fallback xmlns="">
            <p:pic>
              <p:nvPicPr>
                <p:cNvPr id="133" name="Ink 132">
                  <a:extLst>
                    <a:ext uri="{FF2B5EF4-FFF2-40B4-BE49-F238E27FC236}">
                      <a16:creationId xmlns:a16="http://schemas.microsoft.com/office/drawing/2014/main" id="{3C0F4E47-A938-35F8-E915-A732ACBDD557}"/>
                    </a:ext>
                  </a:extLst>
                </p:cNvPr>
                <p:cNvPicPr/>
                <p:nvPr/>
              </p:nvPicPr>
              <p:blipFill>
                <a:blip r:embed="rId211"/>
                <a:stretch>
                  <a:fillRect/>
                </a:stretch>
              </p:blipFill>
              <p:spPr>
                <a:xfrm>
                  <a:off x="4600800" y="1380960"/>
                  <a:ext cx="21564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34" name="Ink 133">
                  <a:extLst>
                    <a:ext uri="{FF2B5EF4-FFF2-40B4-BE49-F238E27FC236}">
                      <a16:creationId xmlns:a16="http://schemas.microsoft.com/office/drawing/2014/main" id="{73917697-7440-A937-F1D1-08038E62D4F8}"/>
                    </a:ext>
                  </a:extLst>
                </p14:cNvPr>
                <p14:cNvContentPartPr/>
                <p14:nvPr/>
              </p14:nvContentPartPr>
              <p14:xfrm>
                <a:off x="4672800" y="1405440"/>
                <a:ext cx="1440" cy="140400"/>
              </p14:xfrm>
            </p:contentPart>
          </mc:Choice>
          <mc:Fallback xmlns="">
            <p:pic>
              <p:nvPicPr>
                <p:cNvPr id="134" name="Ink 133">
                  <a:extLst>
                    <a:ext uri="{FF2B5EF4-FFF2-40B4-BE49-F238E27FC236}">
                      <a16:creationId xmlns:a16="http://schemas.microsoft.com/office/drawing/2014/main" id="{73917697-7440-A937-F1D1-08038E62D4F8}"/>
                    </a:ext>
                  </a:extLst>
                </p:cNvPr>
                <p:cNvPicPr/>
                <p:nvPr/>
              </p:nvPicPr>
              <p:blipFill>
                <a:blip r:embed="rId213"/>
                <a:stretch>
                  <a:fillRect/>
                </a:stretch>
              </p:blipFill>
              <p:spPr>
                <a:xfrm>
                  <a:off x="4663800" y="1396440"/>
                  <a:ext cx="1908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35" name="Ink 134">
                  <a:extLst>
                    <a:ext uri="{FF2B5EF4-FFF2-40B4-BE49-F238E27FC236}">
                      <a16:creationId xmlns:a16="http://schemas.microsoft.com/office/drawing/2014/main" id="{3BFDABB4-0965-AE0C-C6FE-24AF83581805}"/>
                    </a:ext>
                  </a:extLst>
                </p14:cNvPr>
                <p14:cNvContentPartPr/>
                <p14:nvPr/>
              </p14:nvContentPartPr>
              <p14:xfrm>
                <a:off x="4741920" y="1450440"/>
                <a:ext cx="80280" cy="126000"/>
              </p14:xfrm>
            </p:contentPart>
          </mc:Choice>
          <mc:Fallback xmlns="">
            <p:pic>
              <p:nvPicPr>
                <p:cNvPr id="135" name="Ink 134">
                  <a:extLst>
                    <a:ext uri="{FF2B5EF4-FFF2-40B4-BE49-F238E27FC236}">
                      <a16:creationId xmlns:a16="http://schemas.microsoft.com/office/drawing/2014/main" id="{3BFDABB4-0965-AE0C-C6FE-24AF83581805}"/>
                    </a:ext>
                  </a:extLst>
                </p:cNvPr>
                <p:cNvPicPr/>
                <p:nvPr/>
              </p:nvPicPr>
              <p:blipFill>
                <a:blip r:embed="rId215"/>
                <a:stretch>
                  <a:fillRect/>
                </a:stretch>
              </p:blipFill>
              <p:spPr>
                <a:xfrm>
                  <a:off x="4733280" y="1441800"/>
                  <a:ext cx="9792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36" name="Ink 135">
                  <a:extLst>
                    <a:ext uri="{FF2B5EF4-FFF2-40B4-BE49-F238E27FC236}">
                      <a16:creationId xmlns:a16="http://schemas.microsoft.com/office/drawing/2014/main" id="{82B08A96-FD70-333A-C302-3AE2B51A1691}"/>
                    </a:ext>
                  </a:extLst>
                </p14:cNvPr>
                <p14:cNvContentPartPr/>
                <p14:nvPr/>
              </p14:nvContentPartPr>
              <p14:xfrm>
                <a:off x="4584240" y="1232280"/>
                <a:ext cx="221760" cy="38160"/>
              </p14:xfrm>
            </p:contentPart>
          </mc:Choice>
          <mc:Fallback xmlns="">
            <p:pic>
              <p:nvPicPr>
                <p:cNvPr id="136" name="Ink 135">
                  <a:extLst>
                    <a:ext uri="{FF2B5EF4-FFF2-40B4-BE49-F238E27FC236}">
                      <a16:creationId xmlns:a16="http://schemas.microsoft.com/office/drawing/2014/main" id="{82B08A96-FD70-333A-C302-3AE2B51A1691}"/>
                    </a:ext>
                  </a:extLst>
                </p:cNvPr>
                <p:cNvPicPr/>
                <p:nvPr/>
              </p:nvPicPr>
              <p:blipFill>
                <a:blip r:embed="rId217"/>
                <a:stretch>
                  <a:fillRect/>
                </a:stretch>
              </p:blipFill>
              <p:spPr>
                <a:xfrm>
                  <a:off x="4575240" y="1223280"/>
                  <a:ext cx="23940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37" name="Ink 136">
                  <a:extLst>
                    <a:ext uri="{FF2B5EF4-FFF2-40B4-BE49-F238E27FC236}">
                      <a16:creationId xmlns:a16="http://schemas.microsoft.com/office/drawing/2014/main" id="{D5FA3B05-AB1B-638B-96A1-C952D8B0558F}"/>
                    </a:ext>
                  </a:extLst>
                </p14:cNvPr>
                <p14:cNvContentPartPr/>
                <p14:nvPr/>
              </p14:nvContentPartPr>
              <p14:xfrm>
                <a:off x="4792320" y="1212120"/>
                <a:ext cx="25920" cy="59760"/>
              </p14:xfrm>
            </p:contentPart>
          </mc:Choice>
          <mc:Fallback xmlns="">
            <p:pic>
              <p:nvPicPr>
                <p:cNvPr id="137" name="Ink 136">
                  <a:extLst>
                    <a:ext uri="{FF2B5EF4-FFF2-40B4-BE49-F238E27FC236}">
                      <a16:creationId xmlns:a16="http://schemas.microsoft.com/office/drawing/2014/main" id="{D5FA3B05-AB1B-638B-96A1-C952D8B0558F}"/>
                    </a:ext>
                  </a:extLst>
                </p:cNvPr>
                <p:cNvPicPr/>
                <p:nvPr/>
              </p:nvPicPr>
              <p:blipFill>
                <a:blip r:embed="rId219"/>
                <a:stretch>
                  <a:fillRect/>
                </a:stretch>
              </p:blipFill>
              <p:spPr>
                <a:xfrm>
                  <a:off x="4783320" y="1203480"/>
                  <a:ext cx="43560" cy="7740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38" name="Ink 137">
                  <a:extLst>
                    <a:ext uri="{FF2B5EF4-FFF2-40B4-BE49-F238E27FC236}">
                      <a16:creationId xmlns:a16="http://schemas.microsoft.com/office/drawing/2014/main" id="{B57AB04A-9604-D1C4-8A7F-277D0D478447}"/>
                    </a:ext>
                  </a:extLst>
                </p14:cNvPr>
                <p14:cNvContentPartPr/>
                <p14:nvPr/>
              </p14:nvContentPartPr>
              <p14:xfrm>
                <a:off x="4542120" y="2070720"/>
                <a:ext cx="88920" cy="5400"/>
              </p14:xfrm>
            </p:contentPart>
          </mc:Choice>
          <mc:Fallback xmlns="">
            <p:pic>
              <p:nvPicPr>
                <p:cNvPr id="138" name="Ink 137">
                  <a:extLst>
                    <a:ext uri="{FF2B5EF4-FFF2-40B4-BE49-F238E27FC236}">
                      <a16:creationId xmlns:a16="http://schemas.microsoft.com/office/drawing/2014/main" id="{B57AB04A-9604-D1C4-8A7F-277D0D478447}"/>
                    </a:ext>
                  </a:extLst>
                </p:cNvPr>
                <p:cNvPicPr/>
                <p:nvPr/>
              </p:nvPicPr>
              <p:blipFill>
                <a:blip r:embed="rId221"/>
                <a:stretch>
                  <a:fillRect/>
                </a:stretch>
              </p:blipFill>
              <p:spPr>
                <a:xfrm>
                  <a:off x="4533120" y="2062080"/>
                  <a:ext cx="10656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39" name="Ink 138">
                  <a:extLst>
                    <a:ext uri="{FF2B5EF4-FFF2-40B4-BE49-F238E27FC236}">
                      <a16:creationId xmlns:a16="http://schemas.microsoft.com/office/drawing/2014/main" id="{00DF21C5-070B-511C-2048-59EB39BE1F1E}"/>
                    </a:ext>
                  </a:extLst>
                </p14:cNvPr>
                <p14:cNvContentPartPr/>
                <p14:nvPr/>
              </p14:nvContentPartPr>
              <p14:xfrm>
                <a:off x="4827960" y="2050920"/>
                <a:ext cx="156600" cy="15120"/>
              </p14:xfrm>
            </p:contentPart>
          </mc:Choice>
          <mc:Fallback xmlns="">
            <p:pic>
              <p:nvPicPr>
                <p:cNvPr id="139" name="Ink 138">
                  <a:extLst>
                    <a:ext uri="{FF2B5EF4-FFF2-40B4-BE49-F238E27FC236}">
                      <a16:creationId xmlns:a16="http://schemas.microsoft.com/office/drawing/2014/main" id="{00DF21C5-070B-511C-2048-59EB39BE1F1E}"/>
                    </a:ext>
                  </a:extLst>
                </p:cNvPr>
                <p:cNvPicPr/>
                <p:nvPr/>
              </p:nvPicPr>
              <p:blipFill>
                <a:blip r:embed="rId223"/>
                <a:stretch>
                  <a:fillRect/>
                </a:stretch>
              </p:blipFill>
              <p:spPr>
                <a:xfrm>
                  <a:off x="4818960" y="2041920"/>
                  <a:ext cx="17424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40" name="Ink 139">
                  <a:extLst>
                    <a:ext uri="{FF2B5EF4-FFF2-40B4-BE49-F238E27FC236}">
                      <a16:creationId xmlns:a16="http://schemas.microsoft.com/office/drawing/2014/main" id="{0F56F81B-68B3-3888-262E-13BEC478EDD3}"/>
                    </a:ext>
                  </a:extLst>
                </p14:cNvPr>
                <p14:cNvContentPartPr/>
                <p14:nvPr/>
              </p14:nvContentPartPr>
              <p14:xfrm>
                <a:off x="5109840" y="2034720"/>
                <a:ext cx="135360" cy="12240"/>
              </p14:xfrm>
            </p:contentPart>
          </mc:Choice>
          <mc:Fallback xmlns="">
            <p:pic>
              <p:nvPicPr>
                <p:cNvPr id="140" name="Ink 139">
                  <a:extLst>
                    <a:ext uri="{FF2B5EF4-FFF2-40B4-BE49-F238E27FC236}">
                      <a16:creationId xmlns:a16="http://schemas.microsoft.com/office/drawing/2014/main" id="{0F56F81B-68B3-3888-262E-13BEC478EDD3}"/>
                    </a:ext>
                  </a:extLst>
                </p:cNvPr>
                <p:cNvPicPr/>
                <p:nvPr/>
              </p:nvPicPr>
              <p:blipFill>
                <a:blip r:embed="rId225"/>
                <a:stretch>
                  <a:fillRect/>
                </a:stretch>
              </p:blipFill>
              <p:spPr>
                <a:xfrm>
                  <a:off x="5100840" y="2026080"/>
                  <a:ext cx="15300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41" name="Ink 140">
                  <a:extLst>
                    <a:ext uri="{FF2B5EF4-FFF2-40B4-BE49-F238E27FC236}">
                      <a16:creationId xmlns:a16="http://schemas.microsoft.com/office/drawing/2014/main" id="{977E03EB-CC0D-9741-1346-E7764B6DF430}"/>
                    </a:ext>
                  </a:extLst>
                </p14:cNvPr>
                <p14:cNvContentPartPr/>
                <p14:nvPr/>
              </p14:nvContentPartPr>
              <p14:xfrm>
                <a:off x="5328720" y="2015280"/>
                <a:ext cx="156600" cy="16200"/>
              </p14:xfrm>
            </p:contentPart>
          </mc:Choice>
          <mc:Fallback xmlns="">
            <p:pic>
              <p:nvPicPr>
                <p:cNvPr id="141" name="Ink 140">
                  <a:extLst>
                    <a:ext uri="{FF2B5EF4-FFF2-40B4-BE49-F238E27FC236}">
                      <a16:creationId xmlns:a16="http://schemas.microsoft.com/office/drawing/2014/main" id="{977E03EB-CC0D-9741-1346-E7764B6DF430}"/>
                    </a:ext>
                  </a:extLst>
                </p:cNvPr>
                <p:cNvPicPr/>
                <p:nvPr/>
              </p:nvPicPr>
              <p:blipFill>
                <a:blip r:embed="rId227"/>
                <a:stretch>
                  <a:fillRect/>
                </a:stretch>
              </p:blipFill>
              <p:spPr>
                <a:xfrm>
                  <a:off x="5320080" y="2006280"/>
                  <a:ext cx="17424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42" name="Ink 141">
                  <a:extLst>
                    <a:ext uri="{FF2B5EF4-FFF2-40B4-BE49-F238E27FC236}">
                      <a16:creationId xmlns:a16="http://schemas.microsoft.com/office/drawing/2014/main" id="{A2695DF9-5913-11BE-6544-56F7D978A168}"/>
                    </a:ext>
                  </a:extLst>
                </p14:cNvPr>
                <p14:cNvContentPartPr/>
                <p14:nvPr/>
              </p14:nvContentPartPr>
              <p14:xfrm>
                <a:off x="5466240" y="1958400"/>
                <a:ext cx="60480" cy="126360"/>
              </p14:xfrm>
            </p:contentPart>
          </mc:Choice>
          <mc:Fallback xmlns="">
            <p:pic>
              <p:nvPicPr>
                <p:cNvPr id="142" name="Ink 141">
                  <a:extLst>
                    <a:ext uri="{FF2B5EF4-FFF2-40B4-BE49-F238E27FC236}">
                      <a16:creationId xmlns:a16="http://schemas.microsoft.com/office/drawing/2014/main" id="{A2695DF9-5913-11BE-6544-56F7D978A168}"/>
                    </a:ext>
                  </a:extLst>
                </p:cNvPr>
                <p:cNvPicPr/>
                <p:nvPr/>
              </p:nvPicPr>
              <p:blipFill>
                <a:blip r:embed="rId229"/>
                <a:stretch>
                  <a:fillRect/>
                </a:stretch>
              </p:blipFill>
              <p:spPr>
                <a:xfrm>
                  <a:off x="5457240" y="1949760"/>
                  <a:ext cx="7812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45" name="Ink 144">
                  <a:extLst>
                    <a:ext uri="{FF2B5EF4-FFF2-40B4-BE49-F238E27FC236}">
                      <a16:creationId xmlns:a16="http://schemas.microsoft.com/office/drawing/2014/main" id="{595BE3D5-995C-081A-6D6E-EE65B4C3FEC6}"/>
                    </a:ext>
                  </a:extLst>
                </p14:cNvPr>
                <p14:cNvContentPartPr/>
                <p14:nvPr/>
              </p14:nvContentPartPr>
              <p14:xfrm>
                <a:off x="5362920" y="1247760"/>
                <a:ext cx="52200" cy="127080"/>
              </p14:xfrm>
            </p:contentPart>
          </mc:Choice>
          <mc:Fallback xmlns="">
            <p:pic>
              <p:nvPicPr>
                <p:cNvPr id="145" name="Ink 144">
                  <a:extLst>
                    <a:ext uri="{FF2B5EF4-FFF2-40B4-BE49-F238E27FC236}">
                      <a16:creationId xmlns:a16="http://schemas.microsoft.com/office/drawing/2014/main" id="{595BE3D5-995C-081A-6D6E-EE65B4C3FEC6}"/>
                    </a:ext>
                  </a:extLst>
                </p:cNvPr>
                <p:cNvPicPr/>
                <p:nvPr/>
              </p:nvPicPr>
              <p:blipFill>
                <a:blip r:embed="rId231"/>
                <a:stretch>
                  <a:fillRect/>
                </a:stretch>
              </p:blipFill>
              <p:spPr>
                <a:xfrm>
                  <a:off x="5353920" y="1238760"/>
                  <a:ext cx="69840"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46" name="Ink 145">
                  <a:extLst>
                    <a:ext uri="{FF2B5EF4-FFF2-40B4-BE49-F238E27FC236}">
                      <a16:creationId xmlns:a16="http://schemas.microsoft.com/office/drawing/2014/main" id="{A585848E-5DE0-03AE-7D8F-59EE7D80BE04}"/>
                    </a:ext>
                  </a:extLst>
                </p14:cNvPr>
                <p14:cNvContentPartPr/>
                <p14:nvPr/>
              </p14:nvContentPartPr>
              <p14:xfrm>
                <a:off x="5408280" y="1420200"/>
                <a:ext cx="13320" cy="135720"/>
              </p14:xfrm>
            </p:contentPart>
          </mc:Choice>
          <mc:Fallback xmlns="">
            <p:pic>
              <p:nvPicPr>
                <p:cNvPr id="146" name="Ink 145">
                  <a:extLst>
                    <a:ext uri="{FF2B5EF4-FFF2-40B4-BE49-F238E27FC236}">
                      <a16:creationId xmlns:a16="http://schemas.microsoft.com/office/drawing/2014/main" id="{A585848E-5DE0-03AE-7D8F-59EE7D80BE04}"/>
                    </a:ext>
                  </a:extLst>
                </p:cNvPr>
                <p:cNvPicPr/>
                <p:nvPr/>
              </p:nvPicPr>
              <p:blipFill>
                <a:blip r:embed="rId233"/>
                <a:stretch>
                  <a:fillRect/>
                </a:stretch>
              </p:blipFill>
              <p:spPr>
                <a:xfrm>
                  <a:off x="5399280" y="1411560"/>
                  <a:ext cx="30960" cy="15336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47" name="Ink 146">
                  <a:extLst>
                    <a:ext uri="{FF2B5EF4-FFF2-40B4-BE49-F238E27FC236}">
                      <a16:creationId xmlns:a16="http://schemas.microsoft.com/office/drawing/2014/main" id="{60AB359A-D56C-5235-48E7-39EB831C80A0}"/>
                    </a:ext>
                  </a:extLst>
                </p14:cNvPr>
                <p14:cNvContentPartPr/>
                <p14:nvPr/>
              </p14:nvContentPartPr>
              <p14:xfrm>
                <a:off x="5438160" y="1626120"/>
                <a:ext cx="5400" cy="134280"/>
              </p14:xfrm>
            </p:contentPart>
          </mc:Choice>
          <mc:Fallback xmlns="">
            <p:pic>
              <p:nvPicPr>
                <p:cNvPr id="147" name="Ink 146">
                  <a:extLst>
                    <a:ext uri="{FF2B5EF4-FFF2-40B4-BE49-F238E27FC236}">
                      <a16:creationId xmlns:a16="http://schemas.microsoft.com/office/drawing/2014/main" id="{60AB359A-D56C-5235-48E7-39EB831C80A0}"/>
                    </a:ext>
                  </a:extLst>
                </p:cNvPr>
                <p:cNvPicPr/>
                <p:nvPr/>
              </p:nvPicPr>
              <p:blipFill>
                <a:blip r:embed="rId235"/>
                <a:stretch>
                  <a:fillRect/>
                </a:stretch>
              </p:blipFill>
              <p:spPr>
                <a:xfrm>
                  <a:off x="5429520" y="1617120"/>
                  <a:ext cx="23040" cy="15192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48" name="Ink 147">
                  <a:extLst>
                    <a:ext uri="{FF2B5EF4-FFF2-40B4-BE49-F238E27FC236}">
                      <a16:creationId xmlns:a16="http://schemas.microsoft.com/office/drawing/2014/main" id="{E4390653-3CDD-B78E-0116-A2F109C020D6}"/>
                    </a:ext>
                  </a:extLst>
                </p14:cNvPr>
                <p14:cNvContentPartPr/>
                <p14:nvPr/>
              </p14:nvContentPartPr>
              <p14:xfrm>
                <a:off x="5455800" y="1820520"/>
                <a:ext cx="11880" cy="223560"/>
              </p14:xfrm>
            </p:contentPart>
          </mc:Choice>
          <mc:Fallback xmlns="">
            <p:pic>
              <p:nvPicPr>
                <p:cNvPr id="148" name="Ink 147">
                  <a:extLst>
                    <a:ext uri="{FF2B5EF4-FFF2-40B4-BE49-F238E27FC236}">
                      <a16:creationId xmlns:a16="http://schemas.microsoft.com/office/drawing/2014/main" id="{E4390653-3CDD-B78E-0116-A2F109C020D6}"/>
                    </a:ext>
                  </a:extLst>
                </p:cNvPr>
                <p:cNvPicPr/>
                <p:nvPr/>
              </p:nvPicPr>
              <p:blipFill>
                <a:blip r:embed="rId237"/>
                <a:stretch>
                  <a:fillRect/>
                </a:stretch>
              </p:blipFill>
              <p:spPr>
                <a:xfrm>
                  <a:off x="5446800" y="1811880"/>
                  <a:ext cx="29520" cy="24120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50" name="Ink 149">
                  <a:extLst>
                    <a:ext uri="{FF2B5EF4-FFF2-40B4-BE49-F238E27FC236}">
                      <a16:creationId xmlns:a16="http://schemas.microsoft.com/office/drawing/2014/main" id="{4EC0FD39-7D86-B4D2-7C8A-C3BC16FB14A8}"/>
                    </a:ext>
                  </a:extLst>
                </p14:cNvPr>
                <p14:cNvContentPartPr/>
                <p14:nvPr/>
              </p14:nvContentPartPr>
              <p14:xfrm>
                <a:off x="5269680" y="1270800"/>
                <a:ext cx="200520" cy="145800"/>
              </p14:xfrm>
            </p:contentPart>
          </mc:Choice>
          <mc:Fallback xmlns="">
            <p:pic>
              <p:nvPicPr>
                <p:cNvPr id="150" name="Ink 149">
                  <a:extLst>
                    <a:ext uri="{FF2B5EF4-FFF2-40B4-BE49-F238E27FC236}">
                      <a16:creationId xmlns:a16="http://schemas.microsoft.com/office/drawing/2014/main" id="{4EC0FD39-7D86-B4D2-7C8A-C3BC16FB14A8}"/>
                    </a:ext>
                  </a:extLst>
                </p:cNvPr>
                <p:cNvPicPr/>
                <p:nvPr/>
              </p:nvPicPr>
              <p:blipFill>
                <a:blip r:embed="rId239"/>
                <a:stretch>
                  <a:fillRect/>
                </a:stretch>
              </p:blipFill>
              <p:spPr>
                <a:xfrm>
                  <a:off x="5261040" y="1262160"/>
                  <a:ext cx="21816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51" name="Ink 150">
                  <a:extLst>
                    <a:ext uri="{FF2B5EF4-FFF2-40B4-BE49-F238E27FC236}">
                      <a16:creationId xmlns:a16="http://schemas.microsoft.com/office/drawing/2014/main" id="{AD15B766-B5AF-7F4C-6A17-CEAE7FF9AD56}"/>
                    </a:ext>
                  </a:extLst>
                </p14:cNvPr>
                <p14:cNvContentPartPr/>
                <p14:nvPr/>
              </p14:nvContentPartPr>
              <p14:xfrm>
                <a:off x="5659200" y="1454040"/>
                <a:ext cx="123120" cy="13680"/>
              </p14:xfrm>
            </p:contentPart>
          </mc:Choice>
          <mc:Fallback xmlns="">
            <p:pic>
              <p:nvPicPr>
                <p:cNvPr id="151" name="Ink 150">
                  <a:extLst>
                    <a:ext uri="{FF2B5EF4-FFF2-40B4-BE49-F238E27FC236}">
                      <a16:creationId xmlns:a16="http://schemas.microsoft.com/office/drawing/2014/main" id="{AD15B766-B5AF-7F4C-6A17-CEAE7FF9AD56}"/>
                    </a:ext>
                  </a:extLst>
                </p:cNvPr>
                <p:cNvPicPr/>
                <p:nvPr/>
              </p:nvPicPr>
              <p:blipFill>
                <a:blip r:embed="rId241"/>
                <a:stretch>
                  <a:fillRect/>
                </a:stretch>
              </p:blipFill>
              <p:spPr>
                <a:xfrm>
                  <a:off x="5650560" y="1445040"/>
                  <a:ext cx="140760" cy="3132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52" name="Ink 151">
                  <a:extLst>
                    <a:ext uri="{FF2B5EF4-FFF2-40B4-BE49-F238E27FC236}">
                      <a16:creationId xmlns:a16="http://schemas.microsoft.com/office/drawing/2014/main" id="{1A0AC7CB-19F5-466E-59E3-C8DD7A86AEDD}"/>
                    </a:ext>
                  </a:extLst>
                </p14:cNvPr>
                <p14:cNvContentPartPr/>
                <p14:nvPr/>
              </p14:nvContentPartPr>
              <p14:xfrm>
                <a:off x="5693040" y="1476360"/>
                <a:ext cx="1440" cy="149040"/>
              </p14:xfrm>
            </p:contentPart>
          </mc:Choice>
          <mc:Fallback xmlns="">
            <p:pic>
              <p:nvPicPr>
                <p:cNvPr id="152" name="Ink 151">
                  <a:extLst>
                    <a:ext uri="{FF2B5EF4-FFF2-40B4-BE49-F238E27FC236}">
                      <a16:creationId xmlns:a16="http://schemas.microsoft.com/office/drawing/2014/main" id="{1A0AC7CB-19F5-466E-59E3-C8DD7A86AEDD}"/>
                    </a:ext>
                  </a:extLst>
                </p:cNvPr>
                <p:cNvPicPr/>
                <p:nvPr/>
              </p:nvPicPr>
              <p:blipFill>
                <a:blip r:embed="rId243"/>
                <a:stretch>
                  <a:fillRect/>
                </a:stretch>
              </p:blipFill>
              <p:spPr>
                <a:xfrm>
                  <a:off x="5684040" y="1467360"/>
                  <a:ext cx="19080" cy="16668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53" name="Ink 152">
                  <a:extLst>
                    <a:ext uri="{FF2B5EF4-FFF2-40B4-BE49-F238E27FC236}">
                      <a16:creationId xmlns:a16="http://schemas.microsoft.com/office/drawing/2014/main" id="{DB4B4EAC-87B6-283E-5217-B7B0032F4AB0}"/>
                    </a:ext>
                  </a:extLst>
                </p14:cNvPr>
                <p14:cNvContentPartPr/>
                <p14:nvPr/>
              </p14:nvContentPartPr>
              <p14:xfrm>
                <a:off x="5732280" y="1587240"/>
                <a:ext cx="153360" cy="84240"/>
              </p14:xfrm>
            </p:contentPart>
          </mc:Choice>
          <mc:Fallback xmlns="">
            <p:pic>
              <p:nvPicPr>
                <p:cNvPr id="153" name="Ink 152">
                  <a:extLst>
                    <a:ext uri="{FF2B5EF4-FFF2-40B4-BE49-F238E27FC236}">
                      <a16:creationId xmlns:a16="http://schemas.microsoft.com/office/drawing/2014/main" id="{DB4B4EAC-87B6-283E-5217-B7B0032F4AB0}"/>
                    </a:ext>
                  </a:extLst>
                </p:cNvPr>
                <p:cNvPicPr/>
                <p:nvPr/>
              </p:nvPicPr>
              <p:blipFill>
                <a:blip r:embed="rId245"/>
                <a:stretch>
                  <a:fillRect/>
                </a:stretch>
              </p:blipFill>
              <p:spPr>
                <a:xfrm>
                  <a:off x="5723640" y="1578240"/>
                  <a:ext cx="171000"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54" name="Ink 153">
                  <a:extLst>
                    <a:ext uri="{FF2B5EF4-FFF2-40B4-BE49-F238E27FC236}">
                      <a16:creationId xmlns:a16="http://schemas.microsoft.com/office/drawing/2014/main" id="{C580745D-0584-B2B6-0356-3149305F2784}"/>
                    </a:ext>
                  </a:extLst>
                </p14:cNvPr>
                <p14:cNvContentPartPr/>
                <p14:nvPr/>
              </p14:nvContentPartPr>
              <p14:xfrm>
                <a:off x="5938560" y="1414440"/>
                <a:ext cx="41400" cy="307800"/>
              </p14:xfrm>
            </p:contentPart>
          </mc:Choice>
          <mc:Fallback xmlns="">
            <p:pic>
              <p:nvPicPr>
                <p:cNvPr id="154" name="Ink 153">
                  <a:extLst>
                    <a:ext uri="{FF2B5EF4-FFF2-40B4-BE49-F238E27FC236}">
                      <a16:creationId xmlns:a16="http://schemas.microsoft.com/office/drawing/2014/main" id="{C580745D-0584-B2B6-0356-3149305F2784}"/>
                    </a:ext>
                  </a:extLst>
                </p:cNvPr>
                <p:cNvPicPr/>
                <p:nvPr/>
              </p:nvPicPr>
              <p:blipFill>
                <a:blip r:embed="rId247"/>
                <a:stretch>
                  <a:fillRect/>
                </a:stretch>
              </p:blipFill>
              <p:spPr>
                <a:xfrm>
                  <a:off x="5929920" y="1405800"/>
                  <a:ext cx="59040" cy="32544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55" name="Ink 154">
                  <a:extLst>
                    <a:ext uri="{FF2B5EF4-FFF2-40B4-BE49-F238E27FC236}">
                      <a16:creationId xmlns:a16="http://schemas.microsoft.com/office/drawing/2014/main" id="{CF9C828E-1EE1-4898-49CC-0ECA0C273142}"/>
                    </a:ext>
                  </a:extLst>
                </p14:cNvPr>
                <p14:cNvContentPartPr/>
                <p14:nvPr/>
              </p14:nvContentPartPr>
              <p14:xfrm>
                <a:off x="5529600" y="1411200"/>
                <a:ext cx="93240" cy="313560"/>
              </p14:xfrm>
            </p:contentPart>
          </mc:Choice>
          <mc:Fallback xmlns="">
            <p:pic>
              <p:nvPicPr>
                <p:cNvPr id="155" name="Ink 154">
                  <a:extLst>
                    <a:ext uri="{FF2B5EF4-FFF2-40B4-BE49-F238E27FC236}">
                      <a16:creationId xmlns:a16="http://schemas.microsoft.com/office/drawing/2014/main" id="{CF9C828E-1EE1-4898-49CC-0ECA0C273142}"/>
                    </a:ext>
                  </a:extLst>
                </p:cNvPr>
                <p:cNvPicPr/>
                <p:nvPr/>
              </p:nvPicPr>
              <p:blipFill>
                <a:blip r:embed="rId249"/>
                <a:stretch>
                  <a:fillRect/>
                </a:stretch>
              </p:blipFill>
              <p:spPr>
                <a:xfrm>
                  <a:off x="5520960" y="1402200"/>
                  <a:ext cx="110880" cy="33120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56" name="Ink 155">
                  <a:extLst>
                    <a:ext uri="{FF2B5EF4-FFF2-40B4-BE49-F238E27FC236}">
                      <a16:creationId xmlns:a16="http://schemas.microsoft.com/office/drawing/2014/main" id="{51E6FDED-0555-823C-6D7E-7DF5AF10B58C}"/>
                    </a:ext>
                  </a:extLst>
                </p14:cNvPr>
                <p14:cNvContentPartPr/>
                <p14:nvPr/>
              </p14:nvContentPartPr>
              <p14:xfrm>
                <a:off x="6057360" y="1625400"/>
                <a:ext cx="60120" cy="56880"/>
              </p14:xfrm>
            </p:contentPart>
          </mc:Choice>
          <mc:Fallback xmlns="">
            <p:pic>
              <p:nvPicPr>
                <p:cNvPr id="156" name="Ink 155">
                  <a:extLst>
                    <a:ext uri="{FF2B5EF4-FFF2-40B4-BE49-F238E27FC236}">
                      <a16:creationId xmlns:a16="http://schemas.microsoft.com/office/drawing/2014/main" id="{51E6FDED-0555-823C-6D7E-7DF5AF10B58C}"/>
                    </a:ext>
                  </a:extLst>
                </p:cNvPr>
                <p:cNvPicPr/>
                <p:nvPr/>
              </p:nvPicPr>
              <p:blipFill>
                <a:blip r:embed="rId251"/>
                <a:stretch>
                  <a:fillRect/>
                </a:stretch>
              </p:blipFill>
              <p:spPr>
                <a:xfrm>
                  <a:off x="6048720" y="1616760"/>
                  <a:ext cx="77760" cy="7452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57" name="Ink 156">
                  <a:extLst>
                    <a:ext uri="{FF2B5EF4-FFF2-40B4-BE49-F238E27FC236}">
                      <a16:creationId xmlns:a16="http://schemas.microsoft.com/office/drawing/2014/main" id="{9AFB3194-F2A6-5D69-98F5-081C9DB6A192}"/>
                    </a:ext>
                  </a:extLst>
                </p14:cNvPr>
                <p14:cNvContentPartPr/>
                <p14:nvPr/>
              </p14:nvContentPartPr>
              <p14:xfrm>
                <a:off x="6074640" y="1611000"/>
                <a:ext cx="82440" cy="210240"/>
              </p14:xfrm>
            </p:contentPart>
          </mc:Choice>
          <mc:Fallback xmlns="">
            <p:pic>
              <p:nvPicPr>
                <p:cNvPr id="157" name="Ink 156">
                  <a:extLst>
                    <a:ext uri="{FF2B5EF4-FFF2-40B4-BE49-F238E27FC236}">
                      <a16:creationId xmlns:a16="http://schemas.microsoft.com/office/drawing/2014/main" id="{9AFB3194-F2A6-5D69-98F5-081C9DB6A192}"/>
                    </a:ext>
                  </a:extLst>
                </p:cNvPr>
                <p:cNvPicPr/>
                <p:nvPr/>
              </p:nvPicPr>
              <p:blipFill>
                <a:blip r:embed="rId253"/>
                <a:stretch>
                  <a:fillRect/>
                </a:stretch>
              </p:blipFill>
              <p:spPr>
                <a:xfrm>
                  <a:off x="6065640" y="1602360"/>
                  <a:ext cx="100080" cy="22788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58" name="Ink 157">
                  <a:extLst>
                    <a:ext uri="{FF2B5EF4-FFF2-40B4-BE49-F238E27FC236}">
                      <a16:creationId xmlns:a16="http://schemas.microsoft.com/office/drawing/2014/main" id="{D1BB87A6-E829-1D9F-AA28-A5D8234BE750}"/>
                    </a:ext>
                  </a:extLst>
                </p14:cNvPr>
                <p14:cNvContentPartPr/>
                <p14:nvPr/>
              </p14:nvContentPartPr>
              <p14:xfrm>
                <a:off x="6328800" y="1470600"/>
                <a:ext cx="93240" cy="24120"/>
              </p14:xfrm>
            </p:contentPart>
          </mc:Choice>
          <mc:Fallback xmlns="">
            <p:pic>
              <p:nvPicPr>
                <p:cNvPr id="158" name="Ink 157">
                  <a:extLst>
                    <a:ext uri="{FF2B5EF4-FFF2-40B4-BE49-F238E27FC236}">
                      <a16:creationId xmlns:a16="http://schemas.microsoft.com/office/drawing/2014/main" id="{D1BB87A6-E829-1D9F-AA28-A5D8234BE750}"/>
                    </a:ext>
                  </a:extLst>
                </p:cNvPr>
                <p:cNvPicPr/>
                <p:nvPr/>
              </p:nvPicPr>
              <p:blipFill>
                <a:blip r:embed="rId255"/>
                <a:stretch>
                  <a:fillRect/>
                </a:stretch>
              </p:blipFill>
              <p:spPr>
                <a:xfrm>
                  <a:off x="6320160" y="1461600"/>
                  <a:ext cx="11088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59" name="Ink 158">
                  <a:extLst>
                    <a:ext uri="{FF2B5EF4-FFF2-40B4-BE49-F238E27FC236}">
                      <a16:creationId xmlns:a16="http://schemas.microsoft.com/office/drawing/2014/main" id="{820C37EC-4881-0DB0-5E30-E4EB80D50362}"/>
                    </a:ext>
                  </a:extLst>
                </p14:cNvPr>
                <p14:cNvContentPartPr/>
                <p14:nvPr/>
              </p14:nvContentPartPr>
              <p14:xfrm>
                <a:off x="6340680" y="1542240"/>
                <a:ext cx="64440" cy="5760"/>
              </p14:xfrm>
            </p:contentPart>
          </mc:Choice>
          <mc:Fallback xmlns="">
            <p:pic>
              <p:nvPicPr>
                <p:cNvPr id="159" name="Ink 158">
                  <a:extLst>
                    <a:ext uri="{FF2B5EF4-FFF2-40B4-BE49-F238E27FC236}">
                      <a16:creationId xmlns:a16="http://schemas.microsoft.com/office/drawing/2014/main" id="{820C37EC-4881-0DB0-5E30-E4EB80D50362}"/>
                    </a:ext>
                  </a:extLst>
                </p:cNvPr>
                <p:cNvPicPr/>
                <p:nvPr/>
              </p:nvPicPr>
              <p:blipFill>
                <a:blip r:embed="rId257"/>
                <a:stretch>
                  <a:fillRect/>
                </a:stretch>
              </p:blipFill>
              <p:spPr>
                <a:xfrm>
                  <a:off x="6331680" y="1533600"/>
                  <a:ext cx="8208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60" name="Ink 159">
                  <a:extLst>
                    <a:ext uri="{FF2B5EF4-FFF2-40B4-BE49-F238E27FC236}">
                      <a16:creationId xmlns:a16="http://schemas.microsoft.com/office/drawing/2014/main" id="{BD5F60EC-5ADA-85F5-9824-72C4D061F035}"/>
                    </a:ext>
                  </a:extLst>
                </p14:cNvPr>
                <p14:cNvContentPartPr/>
                <p14:nvPr/>
              </p14:nvContentPartPr>
              <p14:xfrm>
                <a:off x="6567120" y="1390320"/>
                <a:ext cx="200160" cy="7920"/>
              </p14:xfrm>
            </p:contentPart>
          </mc:Choice>
          <mc:Fallback xmlns="">
            <p:pic>
              <p:nvPicPr>
                <p:cNvPr id="160" name="Ink 159">
                  <a:extLst>
                    <a:ext uri="{FF2B5EF4-FFF2-40B4-BE49-F238E27FC236}">
                      <a16:creationId xmlns:a16="http://schemas.microsoft.com/office/drawing/2014/main" id="{BD5F60EC-5ADA-85F5-9824-72C4D061F035}"/>
                    </a:ext>
                  </a:extLst>
                </p:cNvPr>
                <p:cNvPicPr/>
                <p:nvPr/>
              </p:nvPicPr>
              <p:blipFill>
                <a:blip r:embed="rId259"/>
                <a:stretch>
                  <a:fillRect/>
                </a:stretch>
              </p:blipFill>
              <p:spPr>
                <a:xfrm>
                  <a:off x="6558120" y="1381680"/>
                  <a:ext cx="21780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61" name="Ink 160">
                  <a:extLst>
                    <a:ext uri="{FF2B5EF4-FFF2-40B4-BE49-F238E27FC236}">
                      <a16:creationId xmlns:a16="http://schemas.microsoft.com/office/drawing/2014/main" id="{26406054-CA82-B55E-C0A1-4FF5267FADB6}"/>
                    </a:ext>
                  </a:extLst>
                </p14:cNvPr>
                <p14:cNvContentPartPr/>
                <p14:nvPr/>
              </p14:nvContentPartPr>
              <p14:xfrm>
                <a:off x="6628320" y="1416960"/>
                <a:ext cx="12600" cy="162000"/>
              </p14:xfrm>
            </p:contentPart>
          </mc:Choice>
          <mc:Fallback xmlns="">
            <p:pic>
              <p:nvPicPr>
                <p:cNvPr id="161" name="Ink 160">
                  <a:extLst>
                    <a:ext uri="{FF2B5EF4-FFF2-40B4-BE49-F238E27FC236}">
                      <a16:creationId xmlns:a16="http://schemas.microsoft.com/office/drawing/2014/main" id="{26406054-CA82-B55E-C0A1-4FF5267FADB6}"/>
                    </a:ext>
                  </a:extLst>
                </p:cNvPr>
                <p:cNvPicPr/>
                <p:nvPr/>
              </p:nvPicPr>
              <p:blipFill>
                <a:blip r:embed="rId261"/>
                <a:stretch>
                  <a:fillRect/>
                </a:stretch>
              </p:blipFill>
              <p:spPr>
                <a:xfrm>
                  <a:off x="6619680" y="1408320"/>
                  <a:ext cx="30240" cy="17964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62" name="Ink 161">
                  <a:extLst>
                    <a:ext uri="{FF2B5EF4-FFF2-40B4-BE49-F238E27FC236}">
                      <a16:creationId xmlns:a16="http://schemas.microsoft.com/office/drawing/2014/main" id="{F8E51897-C65B-A8FD-1C2A-59E5CF5A819A}"/>
                    </a:ext>
                  </a:extLst>
                </p14:cNvPr>
                <p14:cNvContentPartPr/>
                <p14:nvPr/>
              </p14:nvContentPartPr>
              <p14:xfrm>
                <a:off x="6716880" y="1476720"/>
                <a:ext cx="125640" cy="127800"/>
              </p14:xfrm>
            </p:contentPart>
          </mc:Choice>
          <mc:Fallback xmlns="">
            <p:pic>
              <p:nvPicPr>
                <p:cNvPr id="162" name="Ink 161">
                  <a:extLst>
                    <a:ext uri="{FF2B5EF4-FFF2-40B4-BE49-F238E27FC236}">
                      <a16:creationId xmlns:a16="http://schemas.microsoft.com/office/drawing/2014/main" id="{F8E51897-C65B-A8FD-1C2A-59E5CF5A819A}"/>
                    </a:ext>
                  </a:extLst>
                </p:cNvPr>
                <p:cNvPicPr/>
                <p:nvPr/>
              </p:nvPicPr>
              <p:blipFill>
                <a:blip r:embed="rId263"/>
                <a:stretch>
                  <a:fillRect/>
                </a:stretch>
              </p:blipFill>
              <p:spPr>
                <a:xfrm>
                  <a:off x="6707880" y="1467720"/>
                  <a:ext cx="14328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65" name="Ink 164">
                  <a:extLst>
                    <a:ext uri="{FF2B5EF4-FFF2-40B4-BE49-F238E27FC236}">
                      <a16:creationId xmlns:a16="http://schemas.microsoft.com/office/drawing/2014/main" id="{1843D55B-59AA-9035-2907-BE22006786D6}"/>
                    </a:ext>
                  </a:extLst>
                </p14:cNvPr>
                <p14:cNvContentPartPr/>
                <p14:nvPr/>
              </p14:nvContentPartPr>
              <p14:xfrm>
                <a:off x="6956640" y="1381680"/>
                <a:ext cx="122400" cy="142920"/>
              </p14:xfrm>
            </p:contentPart>
          </mc:Choice>
          <mc:Fallback xmlns="">
            <p:pic>
              <p:nvPicPr>
                <p:cNvPr id="165" name="Ink 164">
                  <a:extLst>
                    <a:ext uri="{FF2B5EF4-FFF2-40B4-BE49-F238E27FC236}">
                      <a16:creationId xmlns:a16="http://schemas.microsoft.com/office/drawing/2014/main" id="{1843D55B-59AA-9035-2907-BE22006786D6}"/>
                    </a:ext>
                  </a:extLst>
                </p:cNvPr>
                <p:cNvPicPr/>
                <p:nvPr/>
              </p:nvPicPr>
              <p:blipFill>
                <a:blip r:embed="rId265"/>
                <a:stretch>
                  <a:fillRect/>
                </a:stretch>
              </p:blipFill>
              <p:spPr>
                <a:xfrm>
                  <a:off x="6948000" y="1372680"/>
                  <a:ext cx="14004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166" name="Ink 165">
                  <a:extLst>
                    <a:ext uri="{FF2B5EF4-FFF2-40B4-BE49-F238E27FC236}">
                      <a16:creationId xmlns:a16="http://schemas.microsoft.com/office/drawing/2014/main" id="{53D1F72E-4533-EEF9-1780-543053BEEF55}"/>
                    </a:ext>
                  </a:extLst>
                </p14:cNvPr>
                <p14:cNvContentPartPr/>
                <p14:nvPr/>
              </p14:nvContentPartPr>
              <p14:xfrm>
                <a:off x="7152840" y="1419840"/>
                <a:ext cx="12240" cy="112320"/>
              </p14:xfrm>
            </p:contentPart>
          </mc:Choice>
          <mc:Fallback xmlns="">
            <p:pic>
              <p:nvPicPr>
                <p:cNvPr id="166" name="Ink 165">
                  <a:extLst>
                    <a:ext uri="{FF2B5EF4-FFF2-40B4-BE49-F238E27FC236}">
                      <a16:creationId xmlns:a16="http://schemas.microsoft.com/office/drawing/2014/main" id="{53D1F72E-4533-EEF9-1780-543053BEEF55}"/>
                    </a:ext>
                  </a:extLst>
                </p:cNvPr>
                <p:cNvPicPr/>
                <p:nvPr/>
              </p:nvPicPr>
              <p:blipFill>
                <a:blip r:embed="rId267"/>
                <a:stretch>
                  <a:fillRect/>
                </a:stretch>
              </p:blipFill>
              <p:spPr>
                <a:xfrm>
                  <a:off x="7144200" y="1410840"/>
                  <a:ext cx="2988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67" name="Ink 166">
                  <a:extLst>
                    <a:ext uri="{FF2B5EF4-FFF2-40B4-BE49-F238E27FC236}">
                      <a16:creationId xmlns:a16="http://schemas.microsoft.com/office/drawing/2014/main" id="{72793DB4-5862-DEDE-0C0C-8490905AAF21}"/>
                    </a:ext>
                  </a:extLst>
                </p14:cNvPr>
                <p14:cNvContentPartPr/>
                <p14:nvPr/>
              </p14:nvContentPartPr>
              <p14:xfrm>
                <a:off x="7155720" y="1361160"/>
                <a:ext cx="2520" cy="720"/>
              </p14:xfrm>
            </p:contentPart>
          </mc:Choice>
          <mc:Fallback xmlns="">
            <p:pic>
              <p:nvPicPr>
                <p:cNvPr id="167" name="Ink 166">
                  <a:extLst>
                    <a:ext uri="{FF2B5EF4-FFF2-40B4-BE49-F238E27FC236}">
                      <a16:creationId xmlns:a16="http://schemas.microsoft.com/office/drawing/2014/main" id="{72793DB4-5862-DEDE-0C0C-8490905AAF21}"/>
                    </a:ext>
                  </a:extLst>
                </p:cNvPr>
                <p:cNvPicPr/>
                <p:nvPr/>
              </p:nvPicPr>
              <p:blipFill>
                <a:blip r:embed="rId72"/>
                <a:stretch>
                  <a:fillRect/>
                </a:stretch>
              </p:blipFill>
              <p:spPr>
                <a:xfrm>
                  <a:off x="7146720" y="1352160"/>
                  <a:ext cx="20160" cy="18360"/>
                </a:xfrm>
                <a:prstGeom prst="rect">
                  <a:avLst/>
                </a:prstGeom>
              </p:spPr>
            </p:pic>
          </mc:Fallback>
        </mc:AlternateContent>
        <mc:AlternateContent xmlns:mc="http://schemas.openxmlformats.org/markup-compatibility/2006" xmlns:p14="http://schemas.microsoft.com/office/powerpoint/2010/main">
          <mc:Choice Requires="p14">
            <p:contentPart p14:bwMode="auto" r:id="rId269">
              <p14:nvContentPartPr>
                <p14:cNvPr id="168" name="Ink 167">
                  <a:extLst>
                    <a:ext uri="{FF2B5EF4-FFF2-40B4-BE49-F238E27FC236}">
                      <a16:creationId xmlns:a16="http://schemas.microsoft.com/office/drawing/2014/main" id="{E57E0B13-8FE1-432D-1C04-314F516E69B1}"/>
                    </a:ext>
                  </a:extLst>
                </p14:cNvPr>
                <p14:cNvContentPartPr/>
                <p14:nvPr/>
              </p14:nvContentPartPr>
              <p14:xfrm>
                <a:off x="7243560" y="1406880"/>
                <a:ext cx="112320" cy="99000"/>
              </p14:xfrm>
            </p:contentPart>
          </mc:Choice>
          <mc:Fallback xmlns="">
            <p:pic>
              <p:nvPicPr>
                <p:cNvPr id="168" name="Ink 167">
                  <a:extLst>
                    <a:ext uri="{FF2B5EF4-FFF2-40B4-BE49-F238E27FC236}">
                      <a16:creationId xmlns:a16="http://schemas.microsoft.com/office/drawing/2014/main" id="{E57E0B13-8FE1-432D-1C04-314F516E69B1}"/>
                    </a:ext>
                  </a:extLst>
                </p:cNvPr>
                <p:cNvPicPr/>
                <p:nvPr/>
              </p:nvPicPr>
              <p:blipFill>
                <a:blip r:embed="rId270"/>
                <a:stretch>
                  <a:fillRect/>
                </a:stretch>
              </p:blipFill>
              <p:spPr>
                <a:xfrm>
                  <a:off x="7234560" y="1398240"/>
                  <a:ext cx="129960" cy="116640"/>
                </a:xfrm>
                <a:prstGeom prst="rect">
                  <a:avLst/>
                </a:prstGeom>
              </p:spPr>
            </p:pic>
          </mc:Fallback>
        </mc:AlternateContent>
        <mc:AlternateContent xmlns:mc="http://schemas.openxmlformats.org/markup-compatibility/2006" xmlns:p14="http://schemas.microsoft.com/office/powerpoint/2010/main">
          <mc:Choice Requires="p14">
            <p:contentPart p14:bwMode="auto" r:id="rId271">
              <p14:nvContentPartPr>
                <p14:cNvPr id="169" name="Ink 168">
                  <a:extLst>
                    <a:ext uri="{FF2B5EF4-FFF2-40B4-BE49-F238E27FC236}">
                      <a16:creationId xmlns:a16="http://schemas.microsoft.com/office/drawing/2014/main" id="{83207843-CC24-3CE8-7173-325AB7B8986E}"/>
                    </a:ext>
                  </a:extLst>
                </p14:cNvPr>
                <p14:cNvContentPartPr/>
                <p14:nvPr/>
              </p14:nvContentPartPr>
              <p14:xfrm>
                <a:off x="7479000" y="1377360"/>
                <a:ext cx="111600" cy="137880"/>
              </p14:xfrm>
            </p:contentPart>
          </mc:Choice>
          <mc:Fallback xmlns="">
            <p:pic>
              <p:nvPicPr>
                <p:cNvPr id="169" name="Ink 168">
                  <a:extLst>
                    <a:ext uri="{FF2B5EF4-FFF2-40B4-BE49-F238E27FC236}">
                      <a16:creationId xmlns:a16="http://schemas.microsoft.com/office/drawing/2014/main" id="{83207843-CC24-3CE8-7173-325AB7B8986E}"/>
                    </a:ext>
                  </a:extLst>
                </p:cNvPr>
                <p:cNvPicPr/>
                <p:nvPr/>
              </p:nvPicPr>
              <p:blipFill>
                <a:blip r:embed="rId272"/>
                <a:stretch>
                  <a:fillRect/>
                </a:stretch>
              </p:blipFill>
              <p:spPr>
                <a:xfrm>
                  <a:off x="7470360" y="1368720"/>
                  <a:ext cx="12924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273">
              <p14:nvContentPartPr>
                <p14:cNvPr id="170" name="Ink 169">
                  <a:extLst>
                    <a:ext uri="{FF2B5EF4-FFF2-40B4-BE49-F238E27FC236}">
                      <a16:creationId xmlns:a16="http://schemas.microsoft.com/office/drawing/2014/main" id="{F11DAFAB-EA17-401F-E5E5-F5B8D13B92CE}"/>
                    </a:ext>
                  </a:extLst>
                </p14:cNvPr>
                <p14:cNvContentPartPr/>
                <p14:nvPr/>
              </p14:nvContentPartPr>
              <p14:xfrm>
                <a:off x="7674840" y="1370160"/>
                <a:ext cx="82080" cy="16920"/>
              </p14:xfrm>
            </p:contentPart>
          </mc:Choice>
          <mc:Fallback xmlns="">
            <p:pic>
              <p:nvPicPr>
                <p:cNvPr id="170" name="Ink 169">
                  <a:extLst>
                    <a:ext uri="{FF2B5EF4-FFF2-40B4-BE49-F238E27FC236}">
                      <a16:creationId xmlns:a16="http://schemas.microsoft.com/office/drawing/2014/main" id="{F11DAFAB-EA17-401F-E5E5-F5B8D13B92CE}"/>
                    </a:ext>
                  </a:extLst>
                </p:cNvPr>
                <p:cNvPicPr/>
                <p:nvPr/>
              </p:nvPicPr>
              <p:blipFill>
                <a:blip r:embed="rId274"/>
                <a:stretch>
                  <a:fillRect/>
                </a:stretch>
              </p:blipFill>
              <p:spPr>
                <a:xfrm>
                  <a:off x="7665840" y="1361520"/>
                  <a:ext cx="9972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275">
              <p14:nvContentPartPr>
                <p14:cNvPr id="171" name="Ink 170">
                  <a:extLst>
                    <a:ext uri="{FF2B5EF4-FFF2-40B4-BE49-F238E27FC236}">
                      <a16:creationId xmlns:a16="http://schemas.microsoft.com/office/drawing/2014/main" id="{FCB15104-0EF4-6043-EE6E-5C1291595A7D}"/>
                    </a:ext>
                  </a:extLst>
                </p14:cNvPr>
                <p14:cNvContentPartPr/>
                <p14:nvPr/>
              </p14:nvContentPartPr>
              <p14:xfrm>
                <a:off x="7652520" y="1416600"/>
                <a:ext cx="97560" cy="95760"/>
              </p14:xfrm>
            </p:contentPart>
          </mc:Choice>
          <mc:Fallback xmlns="">
            <p:pic>
              <p:nvPicPr>
                <p:cNvPr id="171" name="Ink 170">
                  <a:extLst>
                    <a:ext uri="{FF2B5EF4-FFF2-40B4-BE49-F238E27FC236}">
                      <a16:creationId xmlns:a16="http://schemas.microsoft.com/office/drawing/2014/main" id="{FCB15104-0EF4-6043-EE6E-5C1291595A7D}"/>
                    </a:ext>
                  </a:extLst>
                </p:cNvPr>
                <p:cNvPicPr/>
                <p:nvPr/>
              </p:nvPicPr>
              <p:blipFill>
                <a:blip r:embed="rId276"/>
                <a:stretch>
                  <a:fillRect/>
                </a:stretch>
              </p:blipFill>
              <p:spPr>
                <a:xfrm>
                  <a:off x="7643520" y="1407600"/>
                  <a:ext cx="11520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277">
              <p14:nvContentPartPr>
                <p14:cNvPr id="172" name="Ink 171">
                  <a:extLst>
                    <a:ext uri="{FF2B5EF4-FFF2-40B4-BE49-F238E27FC236}">
                      <a16:creationId xmlns:a16="http://schemas.microsoft.com/office/drawing/2014/main" id="{05C2A1A7-DF4A-70AC-2AF1-27BFA2005AE3}"/>
                    </a:ext>
                  </a:extLst>
                </p14:cNvPr>
                <p14:cNvContentPartPr/>
                <p14:nvPr/>
              </p14:nvContentPartPr>
              <p14:xfrm>
                <a:off x="7862040" y="1342080"/>
                <a:ext cx="59400" cy="43200"/>
              </p14:xfrm>
            </p:contentPart>
          </mc:Choice>
          <mc:Fallback xmlns="">
            <p:pic>
              <p:nvPicPr>
                <p:cNvPr id="172" name="Ink 171">
                  <a:extLst>
                    <a:ext uri="{FF2B5EF4-FFF2-40B4-BE49-F238E27FC236}">
                      <a16:creationId xmlns:a16="http://schemas.microsoft.com/office/drawing/2014/main" id="{05C2A1A7-DF4A-70AC-2AF1-27BFA2005AE3}"/>
                    </a:ext>
                  </a:extLst>
                </p:cNvPr>
                <p:cNvPicPr/>
                <p:nvPr/>
              </p:nvPicPr>
              <p:blipFill>
                <a:blip r:embed="rId278"/>
                <a:stretch>
                  <a:fillRect/>
                </a:stretch>
              </p:blipFill>
              <p:spPr>
                <a:xfrm>
                  <a:off x="7853040" y="1333080"/>
                  <a:ext cx="7704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279">
              <p14:nvContentPartPr>
                <p14:cNvPr id="174" name="Ink 173">
                  <a:extLst>
                    <a:ext uri="{FF2B5EF4-FFF2-40B4-BE49-F238E27FC236}">
                      <a16:creationId xmlns:a16="http://schemas.microsoft.com/office/drawing/2014/main" id="{89A3C055-8032-FD21-0C3E-B91B5EE7FA86}"/>
                    </a:ext>
                  </a:extLst>
                </p14:cNvPr>
                <p14:cNvContentPartPr/>
                <p14:nvPr/>
              </p14:nvContentPartPr>
              <p14:xfrm>
                <a:off x="4606920" y="2246040"/>
                <a:ext cx="187200" cy="23760"/>
              </p14:xfrm>
            </p:contentPart>
          </mc:Choice>
          <mc:Fallback xmlns="">
            <p:pic>
              <p:nvPicPr>
                <p:cNvPr id="174" name="Ink 173">
                  <a:extLst>
                    <a:ext uri="{FF2B5EF4-FFF2-40B4-BE49-F238E27FC236}">
                      <a16:creationId xmlns:a16="http://schemas.microsoft.com/office/drawing/2014/main" id="{89A3C055-8032-FD21-0C3E-B91B5EE7FA86}"/>
                    </a:ext>
                  </a:extLst>
                </p:cNvPr>
                <p:cNvPicPr/>
                <p:nvPr/>
              </p:nvPicPr>
              <p:blipFill>
                <a:blip r:embed="rId280"/>
                <a:stretch>
                  <a:fillRect/>
                </a:stretch>
              </p:blipFill>
              <p:spPr>
                <a:xfrm>
                  <a:off x="4598280" y="2237040"/>
                  <a:ext cx="20484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281">
              <p14:nvContentPartPr>
                <p14:cNvPr id="175" name="Ink 174">
                  <a:extLst>
                    <a:ext uri="{FF2B5EF4-FFF2-40B4-BE49-F238E27FC236}">
                      <a16:creationId xmlns:a16="http://schemas.microsoft.com/office/drawing/2014/main" id="{4181F69E-F12B-1636-0A8C-6BB5DDD76C54}"/>
                    </a:ext>
                  </a:extLst>
                </p14:cNvPr>
                <p14:cNvContentPartPr/>
                <p14:nvPr/>
              </p14:nvContentPartPr>
              <p14:xfrm>
                <a:off x="4701600" y="2264760"/>
                <a:ext cx="14040" cy="120240"/>
              </p14:xfrm>
            </p:contentPart>
          </mc:Choice>
          <mc:Fallback xmlns="">
            <p:pic>
              <p:nvPicPr>
                <p:cNvPr id="175" name="Ink 174">
                  <a:extLst>
                    <a:ext uri="{FF2B5EF4-FFF2-40B4-BE49-F238E27FC236}">
                      <a16:creationId xmlns:a16="http://schemas.microsoft.com/office/drawing/2014/main" id="{4181F69E-F12B-1636-0A8C-6BB5DDD76C54}"/>
                    </a:ext>
                  </a:extLst>
                </p:cNvPr>
                <p:cNvPicPr/>
                <p:nvPr/>
              </p:nvPicPr>
              <p:blipFill>
                <a:blip r:embed="rId282"/>
                <a:stretch>
                  <a:fillRect/>
                </a:stretch>
              </p:blipFill>
              <p:spPr>
                <a:xfrm>
                  <a:off x="4692960" y="2255760"/>
                  <a:ext cx="31680" cy="137880"/>
                </a:xfrm>
                <a:prstGeom prst="rect">
                  <a:avLst/>
                </a:prstGeom>
              </p:spPr>
            </p:pic>
          </mc:Fallback>
        </mc:AlternateContent>
        <mc:AlternateContent xmlns:mc="http://schemas.openxmlformats.org/markup-compatibility/2006" xmlns:p14="http://schemas.microsoft.com/office/powerpoint/2010/main">
          <mc:Choice Requires="p14">
            <p:contentPart p14:bwMode="auto" r:id="rId283">
              <p14:nvContentPartPr>
                <p14:cNvPr id="176" name="Ink 175">
                  <a:extLst>
                    <a:ext uri="{FF2B5EF4-FFF2-40B4-BE49-F238E27FC236}">
                      <a16:creationId xmlns:a16="http://schemas.microsoft.com/office/drawing/2014/main" id="{040429AF-500D-1E85-695E-AC20C762D8F4}"/>
                    </a:ext>
                  </a:extLst>
                </p14:cNvPr>
                <p14:cNvContentPartPr/>
                <p14:nvPr/>
              </p14:nvContentPartPr>
              <p14:xfrm>
                <a:off x="4777200" y="2322360"/>
                <a:ext cx="106920" cy="104760"/>
              </p14:xfrm>
            </p:contentPart>
          </mc:Choice>
          <mc:Fallback xmlns="">
            <p:pic>
              <p:nvPicPr>
                <p:cNvPr id="176" name="Ink 175">
                  <a:extLst>
                    <a:ext uri="{FF2B5EF4-FFF2-40B4-BE49-F238E27FC236}">
                      <a16:creationId xmlns:a16="http://schemas.microsoft.com/office/drawing/2014/main" id="{040429AF-500D-1E85-695E-AC20C762D8F4}"/>
                    </a:ext>
                  </a:extLst>
                </p:cNvPr>
                <p:cNvPicPr/>
                <p:nvPr/>
              </p:nvPicPr>
              <p:blipFill>
                <a:blip r:embed="rId284"/>
                <a:stretch>
                  <a:fillRect/>
                </a:stretch>
              </p:blipFill>
              <p:spPr>
                <a:xfrm>
                  <a:off x="4768200" y="2313720"/>
                  <a:ext cx="12456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285">
              <p14:nvContentPartPr>
                <p14:cNvPr id="177" name="Ink 176">
                  <a:extLst>
                    <a:ext uri="{FF2B5EF4-FFF2-40B4-BE49-F238E27FC236}">
                      <a16:creationId xmlns:a16="http://schemas.microsoft.com/office/drawing/2014/main" id="{AADD3E7F-8874-254D-FDBA-5C2C5416A576}"/>
                    </a:ext>
                  </a:extLst>
                </p14:cNvPr>
                <p14:cNvContentPartPr/>
                <p14:nvPr/>
              </p14:nvContentPartPr>
              <p14:xfrm>
                <a:off x="4948920" y="2197080"/>
                <a:ext cx="52920" cy="263520"/>
              </p14:xfrm>
            </p:contentPart>
          </mc:Choice>
          <mc:Fallback xmlns="">
            <p:pic>
              <p:nvPicPr>
                <p:cNvPr id="177" name="Ink 176">
                  <a:extLst>
                    <a:ext uri="{FF2B5EF4-FFF2-40B4-BE49-F238E27FC236}">
                      <a16:creationId xmlns:a16="http://schemas.microsoft.com/office/drawing/2014/main" id="{AADD3E7F-8874-254D-FDBA-5C2C5416A576}"/>
                    </a:ext>
                  </a:extLst>
                </p:cNvPr>
                <p:cNvPicPr/>
                <p:nvPr/>
              </p:nvPicPr>
              <p:blipFill>
                <a:blip r:embed="rId286"/>
                <a:stretch>
                  <a:fillRect/>
                </a:stretch>
              </p:blipFill>
              <p:spPr>
                <a:xfrm>
                  <a:off x="4939920" y="2188080"/>
                  <a:ext cx="70560" cy="281160"/>
                </a:xfrm>
                <a:prstGeom prst="rect">
                  <a:avLst/>
                </a:prstGeom>
              </p:spPr>
            </p:pic>
          </mc:Fallback>
        </mc:AlternateContent>
        <mc:AlternateContent xmlns:mc="http://schemas.openxmlformats.org/markup-compatibility/2006" xmlns:p14="http://schemas.microsoft.com/office/powerpoint/2010/main">
          <mc:Choice Requires="p14">
            <p:contentPart p14:bwMode="auto" r:id="rId287">
              <p14:nvContentPartPr>
                <p14:cNvPr id="178" name="Ink 177">
                  <a:extLst>
                    <a:ext uri="{FF2B5EF4-FFF2-40B4-BE49-F238E27FC236}">
                      <a16:creationId xmlns:a16="http://schemas.microsoft.com/office/drawing/2014/main" id="{77D6B0DA-28F8-EF4A-9CD6-5BF4C07DDBDF}"/>
                    </a:ext>
                  </a:extLst>
                </p14:cNvPr>
                <p14:cNvContentPartPr/>
                <p14:nvPr/>
              </p14:nvContentPartPr>
              <p14:xfrm>
                <a:off x="4527720" y="2183400"/>
                <a:ext cx="43200" cy="301680"/>
              </p14:xfrm>
            </p:contentPart>
          </mc:Choice>
          <mc:Fallback xmlns="">
            <p:pic>
              <p:nvPicPr>
                <p:cNvPr id="178" name="Ink 177">
                  <a:extLst>
                    <a:ext uri="{FF2B5EF4-FFF2-40B4-BE49-F238E27FC236}">
                      <a16:creationId xmlns:a16="http://schemas.microsoft.com/office/drawing/2014/main" id="{77D6B0DA-28F8-EF4A-9CD6-5BF4C07DDBDF}"/>
                    </a:ext>
                  </a:extLst>
                </p:cNvPr>
                <p:cNvPicPr/>
                <p:nvPr/>
              </p:nvPicPr>
              <p:blipFill>
                <a:blip r:embed="rId288"/>
                <a:stretch>
                  <a:fillRect/>
                </a:stretch>
              </p:blipFill>
              <p:spPr>
                <a:xfrm>
                  <a:off x="4519080" y="2174760"/>
                  <a:ext cx="60840" cy="319320"/>
                </a:xfrm>
                <a:prstGeom prst="rect">
                  <a:avLst/>
                </a:prstGeom>
              </p:spPr>
            </p:pic>
          </mc:Fallback>
        </mc:AlternateContent>
        <mc:AlternateContent xmlns:mc="http://schemas.openxmlformats.org/markup-compatibility/2006" xmlns:p14="http://schemas.microsoft.com/office/powerpoint/2010/main">
          <mc:Choice Requires="p14">
            <p:contentPart p14:bwMode="auto" r:id="rId289">
              <p14:nvContentPartPr>
                <p14:cNvPr id="179" name="Ink 178">
                  <a:extLst>
                    <a:ext uri="{FF2B5EF4-FFF2-40B4-BE49-F238E27FC236}">
                      <a16:creationId xmlns:a16="http://schemas.microsoft.com/office/drawing/2014/main" id="{06CBD769-7DAF-BD85-C370-B720C34A3A79}"/>
                    </a:ext>
                  </a:extLst>
                </p14:cNvPr>
                <p14:cNvContentPartPr/>
                <p14:nvPr/>
              </p14:nvContentPartPr>
              <p14:xfrm>
                <a:off x="5071320" y="2342520"/>
                <a:ext cx="146880" cy="102600"/>
              </p14:xfrm>
            </p:contentPart>
          </mc:Choice>
          <mc:Fallback xmlns="">
            <p:pic>
              <p:nvPicPr>
                <p:cNvPr id="179" name="Ink 178">
                  <a:extLst>
                    <a:ext uri="{FF2B5EF4-FFF2-40B4-BE49-F238E27FC236}">
                      <a16:creationId xmlns:a16="http://schemas.microsoft.com/office/drawing/2014/main" id="{06CBD769-7DAF-BD85-C370-B720C34A3A79}"/>
                    </a:ext>
                  </a:extLst>
                </p:cNvPr>
                <p:cNvPicPr/>
                <p:nvPr/>
              </p:nvPicPr>
              <p:blipFill>
                <a:blip r:embed="rId290"/>
                <a:stretch>
                  <a:fillRect/>
                </a:stretch>
              </p:blipFill>
              <p:spPr>
                <a:xfrm>
                  <a:off x="5062680" y="2333880"/>
                  <a:ext cx="164520" cy="120240"/>
                </a:xfrm>
                <a:prstGeom prst="rect">
                  <a:avLst/>
                </a:prstGeom>
              </p:spPr>
            </p:pic>
          </mc:Fallback>
        </mc:AlternateContent>
        <mc:AlternateContent xmlns:mc="http://schemas.openxmlformats.org/markup-compatibility/2006" xmlns:p14="http://schemas.microsoft.com/office/powerpoint/2010/main">
          <mc:Choice Requires="p14">
            <p:contentPart p14:bwMode="auto" r:id="rId291">
              <p14:nvContentPartPr>
                <p14:cNvPr id="180" name="Ink 179">
                  <a:extLst>
                    <a:ext uri="{FF2B5EF4-FFF2-40B4-BE49-F238E27FC236}">
                      <a16:creationId xmlns:a16="http://schemas.microsoft.com/office/drawing/2014/main" id="{F8BC7A9B-9340-7DEC-374C-5065D066EFBF}"/>
                    </a:ext>
                  </a:extLst>
                </p14:cNvPr>
                <p14:cNvContentPartPr/>
                <p14:nvPr/>
              </p14:nvContentPartPr>
              <p14:xfrm>
                <a:off x="5085720" y="2331360"/>
                <a:ext cx="115560" cy="151200"/>
              </p14:xfrm>
            </p:contentPart>
          </mc:Choice>
          <mc:Fallback xmlns="">
            <p:pic>
              <p:nvPicPr>
                <p:cNvPr id="180" name="Ink 179">
                  <a:extLst>
                    <a:ext uri="{FF2B5EF4-FFF2-40B4-BE49-F238E27FC236}">
                      <a16:creationId xmlns:a16="http://schemas.microsoft.com/office/drawing/2014/main" id="{F8BC7A9B-9340-7DEC-374C-5065D066EFBF}"/>
                    </a:ext>
                  </a:extLst>
                </p:cNvPr>
                <p:cNvPicPr/>
                <p:nvPr/>
              </p:nvPicPr>
              <p:blipFill>
                <a:blip r:embed="rId292"/>
                <a:stretch>
                  <a:fillRect/>
                </a:stretch>
              </p:blipFill>
              <p:spPr>
                <a:xfrm>
                  <a:off x="5077080" y="2322360"/>
                  <a:ext cx="133200" cy="168840"/>
                </a:xfrm>
                <a:prstGeom prst="rect">
                  <a:avLst/>
                </a:prstGeom>
              </p:spPr>
            </p:pic>
          </mc:Fallback>
        </mc:AlternateContent>
        <mc:AlternateContent xmlns:mc="http://schemas.openxmlformats.org/markup-compatibility/2006" xmlns:p14="http://schemas.microsoft.com/office/powerpoint/2010/main">
          <mc:Choice Requires="p14">
            <p:contentPart p14:bwMode="auto" r:id="rId293">
              <p14:nvContentPartPr>
                <p14:cNvPr id="181" name="Ink 180">
                  <a:extLst>
                    <a:ext uri="{FF2B5EF4-FFF2-40B4-BE49-F238E27FC236}">
                      <a16:creationId xmlns:a16="http://schemas.microsoft.com/office/drawing/2014/main" id="{F7803AF3-84DF-229D-4B4F-01B7324CB1C5}"/>
                    </a:ext>
                  </a:extLst>
                </p14:cNvPr>
                <p14:cNvContentPartPr/>
                <p14:nvPr/>
              </p14:nvContentPartPr>
              <p14:xfrm>
                <a:off x="5391360" y="2274120"/>
                <a:ext cx="78480" cy="15120"/>
              </p14:xfrm>
            </p:contentPart>
          </mc:Choice>
          <mc:Fallback xmlns="">
            <p:pic>
              <p:nvPicPr>
                <p:cNvPr id="181" name="Ink 180">
                  <a:extLst>
                    <a:ext uri="{FF2B5EF4-FFF2-40B4-BE49-F238E27FC236}">
                      <a16:creationId xmlns:a16="http://schemas.microsoft.com/office/drawing/2014/main" id="{F7803AF3-84DF-229D-4B4F-01B7324CB1C5}"/>
                    </a:ext>
                  </a:extLst>
                </p:cNvPr>
                <p:cNvPicPr/>
                <p:nvPr/>
              </p:nvPicPr>
              <p:blipFill>
                <a:blip r:embed="rId294"/>
                <a:stretch>
                  <a:fillRect/>
                </a:stretch>
              </p:blipFill>
              <p:spPr>
                <a:xfrm>
                  <a:off x="5382720" y="2265480"/>
                  <a:ext cx="9612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295">
              <p14:nvContentPartPr>
                <p14:cNvPr id="182" name="Ink 181">
                  <a:extLst>
                    <a:ext uri="{FF2B5EF4-FFF2-40B4-BE49-F238E27FC236}">
                      <a16:creationId xmlns:a16="http://schemas.microsoft.com/office/drawing/2014/main" id="{DA86A0EB-743D-B739-95B6-157DAA53A9EF}"/>
                    </a:ext>
                  </a:extLst>
                </p14:cNvPr>
                <p14:cNvContentPartPr/>
                <p14:nvPr/>
              </p14:nvContentPartPr>
              <p14:xfrm>
                <a:off x="5350680" y="2317320"/>
                <a:ext cx="122040" cy="14760"/>
              </p14:xfrm>
            </p:contentPart>
          </mc:Choice>
          <mc:Fallback xmlns="">
            <p:pic>
              <p:nvPicPr>
                <p:cNvPr id="182" name="Ink 181">
                  <a:extLst>
                    <a:ext uri="{FF2B5EF4-FFF2-40B4-BE49-F238E27FC236}">
                      <a16:creationId xmlns:a16="http://schemas.microsoft.com/office/drawing/2014/main" id="{DA86A0EB-743D-B739-95B6-157DAA53A9EF}"/>
                    </a:ext>
                  </a:extLst>
                </p:cNvPr>
                <p:cNvPicPr/>
                <p:nvPr/>
              </p:nvPicPr>
              <p:blipFill>
                <a:blip r:embed="rId296"/>
                <a:stretch>
                  <a:fillRect/>
                </a:stretch>
              </p:blipFill>
              <p:spPr>
                <a:xfrm>
                  <a:off x="5342040" y="2308680"/>
                  <a:ext cx="139680" cy="32400"/>
                </a:xfrm>
                <a:prstGeom prst="rect">
                  <a:avLst/>
                </a:prstGeom>
              </p:spPr>
            </p:pic>
          </mc:Fallback>
        </mc:AlternateContent>
        <mc:AlternateContent xmlns:mc="http://schemas.openxmlformats.org/markup-compatibility/2006" xmlns:p14="http://schemas.microsoft.com/office/powerpoint/2010/main">
          <mc:Choice Requires="p14">
            <p:contentPart p14:bwMode="auto" r:id="rId297">
              <p14:nvContentPartPr>
                <p14:cNvPr id="183" name="Ink 182">
                  <a:extLst>
                    <a:ext uri="{FF2B5EF4-FFF2-40B4-BE49-F238E27FC236}">
                      <a16:creationId xmlns:a16="http://schemas.microsoft.com/office/drawing/2014/main" id="{8527BFC5-CF7C-FA2E-F240-30D7BE66D4E2}"/>
                    </a:ext>
                  </a:extLst>
                </p14:cNvPr>
                <p14:cNvContentPartPr/>
                <p14:nvPr/>
              </p14:nvContentPartPr>
              <p14:xfrm>
                <a:off x="5629680" y="2197440"/>
                <a:ext cx="134640" cy="27000"/>
              </p14:xfrm>
            </p:contentPart>
          </mc:Choice>
          <mc:Fallback xmlns="">
            <p:pic>
              <p:nvPicPr>
                <p:cNvPr id="183" name="Ink 182">
                  <a:extLst>
                    <a:ext uri="{FF2B5EF4-FFF2-40B4-BE49-F238E27FC236}">
                      <a16:creationId xmlns:a16="http://schemas.microsoft.com/office/drawing/2014/main" id="{8527BFC5-CF7C-FA2E-F240-30D7BE66D4E2}"/>
                    </a:ext>
                  </a:extLst>
                </p:cNvPr>
                <p:cNvPicPr/>
                <p:nvPr/>
              </p:nvPicPr>
              <p:blipFill>
                <a:blip r:embed="rId298"/>
                <a:stretch>
                  <a:fillRect/>
                </a:stretch>
              </p:blipFill>
              <p:spPr>
                <a:xfrm>
                  <a:off x="5621040" y="2188440"/>
                  <a:ext cx="15228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299">
              <p14:nvContentPartPr>
                <p14:cNvPr id="184" name="Ink 183">
                  <a:extLst>
                    <a:ext uri="{FF2B5EF4-FFF2-40B4-BE49-F238E27FC236}">
                      <a16:creationId xmlns:a16="http://schemas.microsoft.com/office/drawing/2014/main" id="{9ED1713F-488F-AA68-8332-452D179E9978}"/>
                    </a:ext>
                  </a:extLst>
                </p14:cNvPr>
                <p14:cNvContentPartPr/>
                <p14:nvPr/>
              </p14:nvContentPartPr>
              <p14:xfrm>
                <a:off x="5694840" y="2203920"/>
                <a:ext cx="21600" cy="144720"/>
              </p14:xfrm>
            </p:contentPart>
          </mc:Choice>
          <mc:Fallback xmlns="">
            <p:pic>
              <p:nvPicPr>
                <p:cNvPr id="184" name="Ink 183">
                  <a:extLst>
                    <a:ext uri="{FF2B5EF4-FFF2-40B4-BE49-F238E27FC236}">
                      <a16:creationId xmlns:a16="http://schemas.microsoft.com/office/drawing/2014/main" id="{9ED1713F-488F-AA68-8332-452D179E9978}"/>
                    </a:ext>
                  </a:extLst>
                </p:cNvPr>
                <p:cNvPicPr/>
                <p:nvPr/>
              </p:nvPicPr>
              <p:blipFill>
                <a:blip r:embed="rId300"/>
                <a:stretch>
                  <a:fillRect/>
                </a:stretch>
              </p:blipFill>
              <p:spPr>
                <a:xfrm>
                  <a:off x="5686200" y="2194920"/>
                  <a:ext cx="3924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301">
              <p14:nvContentPartPr>
                <p14:cNvPr id="185" name="Ink 184">
                  <a:extLst>
                    <a:ext uri="{FF2B5EF4-FFF2-40B4-BE49-F238E27FC236}">
                      <a16:creationId xmlns:a16="http://schemas.microsoft.com/office/drawing/2014/main" id="{D16B0308-BB2C-7127-EE61-6A51DF6E99EF}"/>
                    </a:ext>
                  </a:extLst>
                </p14:cNvPr>
                <p14:cNvContentPartPr/>
                <p14:nvPr/>
              </p14:nvContentPartPr>
              <p14:xfrm>
                <a:off x="5757840" y="2282400"/>
                <a:ext cx="146160" cy="109080"/>
              </p14:xfrm>
            </p:contentPart>
          </mc:Choice>
          <mc:Fallback xmlns="">
            <p:pic>
              <p:nvPicPr>
                <p:cNvPr id="185" name="Ink 184">
                  <a:extLst>
                    <a:ext uri="{FF2B5EF4-FFF2-40B4-BE49-F238E27FC236}">
                      <a16:creationId xmlns:a16="http://schemas.microsoft.com/office/drawing/2014/main" id="{D16B0308-BB2C-7127-EE61-6A51DF6E99EF}"/>
                    </a:ext>
                  </a:extLst>
                </p:cNvPr>
                <p:cNvPicPr/>
                <p:nvPr/>
              </p:nvPicPr>
              <p:blipFill>
                <a:blip r:embed="rId302"/>
                <a:stretch>
                  <a:fillRect/>
                </a:stretch>
              </p:blipFill>
              <p:spPr>
                <a:xfrm>
                  <a:off x="5749200" y="2273760"/>
                  <a:ext cx="163800" cy="126720"/>
                </a:xfrm>
                <a:prstGeom prst="rect">
                  <a:avLst/>
                </a:prstGeom>
              </p:spPr>
            </p:pic>
          </mc:Fallback>
        </mc:AlternateContent>
        <mc:AlternateContent xmlns:mc="http://schemas.openxmlformats.org/markup-compatibility/2006" xmlns:p14="http://schemas.microsoft.com/office/powerpoint/2010/main">
          <mc:Choice Requires="p14">
            <p:contentPart p14:bwMode="auto" r:id="rId303">
              <p14:nvContentPartPr>
                <p14:cNvPr id="186" name="Ink 185">
                  <a:extLst>
                    <a:ext uri="{FF2B5EF4-FFF2-40B4-BE49-F238E27FC236}">
                      <a16:creationId xmlns:a16="http://schemas.microsoft.com/office/drawing/2014/main" id="{2BEF9D5A-3887-D7F3-FACA-6841913E5285}"/>
                    </a:ext>
                  </a:extLst>
                </p14:cNvPr>
                <p14:cNvContentPartPr/>
                <p14:nvPr/>
              </p14:nvContentPartPr>
              <p14:xfrm>
                <a:off x="5979960" y="2142000"/>
                <a:ext cx="131760" cy="160200"/>
              </p14:xfrm>
            </p:contentPart>
          </mc:Choice>
          <mc:Fallback xmlns="">
            <p:pic>
              <p:nvPicPr>
                <p:cNvPr id="186" name="Ink 185">
                  <a:extLst>
                    <a:ext uri="{FF2B5EF4-FFF2-40B4-BE49-F238E27FC236}">
                      <a16:creationId xmlns:a16="http://schemas.microsoft.com/office/drawing/2014/main" id="{2BEF9D5A-3887-D7F3-FACA-6841913E5285}"/>
                    </a:ext>
                  </a:extLst>
                </p:cNvPr>
                <p:cNvPicPr/>
                <p:nvPr/>
              </p:nvPicPr>
              <p:blipFill>
                <a:blip r:embed="rId304"/>
                <a:stretch>
                  <a:fillRect/>
                </a:stretch>
              </p:blipFill>
              <p:spPr>
                <a:xfrm>
                  <a:off x="5971320" y="2133000"/>
                  <a:ext cx="149400" cy="177840"/>
                </a:xfrm>
                <a:prstGeom prst="rect">
                  <a:avLst/>
                </a:prstGeom>
              </p:spPr>
            </p:pic>
          </mc:Fallback>
        </mc:AlternateContent>
        <mc:AlternateContent xmlns:mc="http://schemas.openxmlformats.org/markup-compatibility/2006" xmlns:p14="http://schemas.microsoft.com/office/powerpoint/2010/main">
          <mc:Choice Requires="p14">
            <p:contentPart p14:bwMode="auto" r:id="rId305">
              <p14:nvContentPartPr>
                <p14:cNvPr id="187" name="Ink 186">
                  <a:extLst>
                    <a:ext uri="{FF2B5EF4-FFF2-40B4-BE49-F238E27FC236}">
                      <a16:creationId xmlns:a16="http://schemas.microsoft.com/office/drawing/2014/main" id="{17E664DF-BEF8-0394-F239-0BFA78116FF2}"/>
                    </a:ext>
                  </a:extLst>
                </p14:cNvPr>
                <p14:cNvContentPartPr/>
                <p14:nvPr/>
              </p14:nvContentPartPr>
              <p14:xfrm>
                <a:off x="6167520" y="2139120"/>
                <a:ext cx="133560" cy="151920"/>
              </p14:xfrm>
            </p:contentPart>
          </mc:Choice>
          <mc:Fallback xmlns="">
            <p:pic>
              <p:nvPicPr>
                <p:cNvPr id="187" name="Ink 186">
                  <a:extLst>
                    <a:ext uri="{FF2B5EF4-FFF2-40B4-BE49-F238E27FC236}">
                      <a16:creationId xmlns:a16="http://schemas.microsoft.com/office/drawing/2014/main" id="{17E664DF-BEF8-0394-F239-0BFA78116FF2}"/>
                    </a:ext>
                  </a:extLst>
                </p:cNvPr>
                <p:cNvPicPr/>
                <p:nvPr/>
              </p:nvPicPr>
              <p:blipFill>
                <a:blip r:embed="rId306"/>
                <a:stretch>
                  <a:fillRect/>
                </a:stretch>
              </p:blipFill>
              <p:spPr>
                <a:xfrm>
                  <a:off x="6158520" y="2130480"/>
                  <a:ext cx="151200" cy="169560"/>
                </a:xfrm>
                <a:prstGeom prst="rect">
                  <a:avLst/>
                </a:prstGeom>
              </p:spPr>
            </p:pic>
          </mc:Fallback>
        </mc:AlternateContent>
        <mc:AlternateContent xmlns:mc="http://schemas.openxmlformats.org/markup-compatibility/2006" xmlns:p14="http://schemas.microsoft.com/office/powerpoint/2010/main">
          <mc:Choice Requires="p14">
            <p:contentPart p14:bwMode="auto" r:id="rId307">
              <p14:nvContentPartPr>
                <p14:cNvPr id="188" name="Ink 187">
                  <a:extLst>
                    <a:ext uri="{FF2B5EF4-FFF2-40B4-BE49-F238E27FC236}">
                      <a16:creationId xmlns:a16="http://schemas.microsoft.com/office/drawing/2014/main" id="{30E2A5D7-71A8-27D6-705B-FFBF99713386}"/>
                    </a:ext>
                  </a:extLst>
                </p14:cNvPr>
                <p14:cNvContentPartPr/>
                <p14:nvPr/>
              </p14:nvContentPartPr>
              <p14:xfrm>
                <a:off x="6358320" y="2132280"/>
                <a:ext cx="131400" cy="142200"/>
              </p14:xfrm>
            </p:contentPart>
          </mc:Choice>
          <mc:Fallback xmlns="">
            <p:pic>
              <p:nvPicPr>
                <p:cNvPr id="188" name="Ink 187">
                  <a:extLst>
                    <a:ext uri="{FF2B5EF4-FFF2-40B4-BE49-F238E27FC236}">
                      <a16:creationId xmlns:a16="http://schemas.microsoft.com/office/drawing/2014/main" id="{30E2A5D7-71A8-27D6-705B-FFBF99713386}"/>
                    </a:ext>
                  </a:extLst>
                </p:cNvPr>
                <p:cNvPicPr/>
                <p:nvPr/>
              </p:nvPicPr>
              <p:blipFill>
                <a:blip r:embed="rId308"/>
                <a:stretch>
                  <a:fillRect/>
                </a:stretch>
              </p:blipFill>
              <p:spPr>
                <a:xfrm>
                  <a:off x="6349320" y="2123640"/>
                  <a:ext cx="14904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309">
              <p14:nvContentPartPr>
                <p14:cNvPr id="189" name="Ink 188">
                  <a:extLst>
                    <a:ext uri="{FF2B5EF4-FFF2-40B4-BE49-F238E27FC236}">
                      <a16:creationId xmlns:a16="http://schemas.microsoft.com/office/drawing/2014/main" id="{AA17842F-37CC-1597-6D45-439E71FBF3CD}"/>
                    </a:ext>
                  </a:extLst>
                </p14:cNvPr>
                <p14:cNvContentPartPr/>
                <p14:nvPr/>
              </p14:nvContentPartPr>
              <p14:xfrm>
                <a:off x="6602760" y="2093400"/>
                <a:ext cx="157680" cy="176040"/>
              </p14:xfrm>
            </p:contentPart>
          </mc:Choice>
          <mc:Fallback xmlns="">
            <p:pic>
              <p:nvPicPr>
                <p:cNvPr id="189" name="Ink 188">
                  <a:extLst>
                    <a:ext uri="{FF2B5EF4-FFF2-40B4-BE49-F238E27FC236}">
                      <a16:creationId xmlns:a16="http://schemas.microsoft.com/office/drawing/2014/main" id="{AA17842F-37CC-1597-6D45-439E71FBF3CD}"/>
                    </a:ext>
                  </a:extLst>
                </p:cNvPr>
                <p:cNvPicPr/>
                <p:nvPr/>
              </p:nvPicPr>
              <p:blipFill>
                <a:blip r:embed="rId310"/>
                <a:stretch>
                  <a:fillRect/>
                </a:stretch>
              </p:blipFill>
              <p:spPr>
                <a:xfrm>
                  <a:off x="6594120" y="2084760"/>
                  <a:ext cx="175320" cy="193680"/>
                </a:xfrm>
                <a:prstGeom prst="rect">
                  <a:avLst/>
                </a:prstGeom>
              </p:spPr>
            </p:pic>
          </mc:Fallback>
        </mc:AlternateContent>
        <mc:AlternateContent xmlns:mc="http://schemas.openxmlformats.org/markup-compatibility/2006" xmlns:p14="http://schemas.microsoft.com/office/powerpoint/2010/main">
          <mc:Choice Requires="p14">
            <p:contentPart p14:bwMode="auto" r:id="rId311">
              <p14:nvContentPartPr>
                <p14:cNvPr id="190" name="Ink 189">
                  <a:extLst>
                    <a:ext uri="{FF2B5EF4-FFF2-40B4-BE49-F238E27FC236}">
                      <a16:creationId xmlns:a16="http://schemas.microsoft.com/office/drawing/2014/main" id="{A2DF819A-3A8E-FF44-E599-91C81F7ED61D}"/>
                    </a:ext>
                  </a:extLst>
                </p14:cNvPr>
                <p14:cNvContentPartPr/>
                <p14:nvPr/>
              </p14:nvContentPartPr>
              <p14:xfrm>
                <a:off x="6843600" y="2064240"/>
                <a:ext cx="138960" cy="20520"/>
              </p14:xfrm>
            </p:contentPart>
          </mc:Choice>
          <mc:Fallback xmlns="">
            <p:pic>
              <p:nvPicPr>
                <p:cNvPr id="190" name="Ink 189">
                  <a:extLst>
                    <a:ext uri="{FF2B5EF4-FFF2-40B4-BE49-F238E27FC236}">
                      <a16:creationId xmlns:a16="http://schemas.microsoft.com/office/drawing/2014/main" id="{A2DF819A-3A8E-FF44-E599-91C81F7ED61D}"/>
                    </a:ext>
                  </a:extLst>
                </p:cNvPr>
                <p:cNvPicPr/>
                <p:nvPr/>
              </p:nvPicPr>
              <p:blipFill>
                <a:blip r:embed="rId312"/>
                <a:stretch>
                  <a:fillRect/>
                </a:stretch>
              </p:blipFill>
              <p:spPr>
                <a:xfrm>
                  <a:off x="6834960" y="2055240"/>
                  <a:ext cx="15660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313">
              <p14:nvContentPartPr>
                <p14:cNvPr id="191" name="Ink 190">
                  <a:extLst>
                    <a:ext uri="{FF2B5EF4-FFF2-40B4-BE49-F238E27FC236}">
                      <a16:creationId xmlns:a16="http://schemas.microsoft.com/office/drawing/2014/main" id="{C8524423-32EE-BB92-5DCE-748F4BEF8A16}"/>
                    </a:ext>
                  </a:extLst>
                </p14:cNvPr>
                <p14:cNvContentPartPr/>
                <p14:nvPr/>
              </p14:nvContentPartPr>
              <p14:xfrm>
                <a:off x="6843600" y="2121120"/>
                <a:ext cx="162720" cy="125640"/>
              </p14:xfrm>
            </p:contentPart>
          </mc:Choice>
          <mc:Fallback xmlns="">
            <p:pic>
              <p:nvPicPr>
                <p:cNvPr id="191" name="Ink 190">
                  <a:extLst>
                    <a:ext uri="{FF2B5EF4-FFF2-40B4-BE49-F238E27FC236}">
                      <a16:creationId xmlns:a16="http://schemas.microsoft.com/office/drawing/2014/main" id="{C8524423-32EE-BB92-5DCE-748F4BEF8A16}"/>
                    </a:ext>
                  </a:extLst>
                </p:cNvPr>
                <p:cNvPicPr/>
                <p:nvPr/>
              </p:nvPicPr>
              <p:blipFill>
                <a:blip r:embed="rId314"/>
                <a:stretch>
                  <a:fillRect/>
                </a:stretch>
              </p:blipFill>
              <p:spPr>
                <a:xfrm>
                  <a:off x="6834600" y="2112480"/>
                  <a:ext cx="180360"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315">
              <p14:nvContentPartPr>
                <p14:cNvPr id="192" name="Ink 191">
                  <a:extLst>
                    <a:ext uri="{FF2B5EF4-FFF2-40B4-BE49-F238E27FC236}">
                      <a16:creationId xmlns:a16="http://schemas.microsoft.com/office/drawing/2014/main" id="{7339C473-8DB5-52E6-1D54-B365CC7A9E64}"/>
                    </a:ext>
                  </a:extLst>
                </p14:cNvPr>
                <p14:cNvContentPartPr/>
                <p14:nvPr/>
              </p14:nvContentPartPr>
              <p14:xfrm>
                <a:off x="7124760" y="2056320"/>
                <a:ext cx="69840" cy="26280"/>
              </p14:xfrm>
            </p:contentPart>
          </mc:Choice>
          <mc:Fallback xmlns="">
            <p:pic>
              <p:nvPicPr>
                <p:cNvPr id="192" name="Ink 191">
                  <a:extLst>
                    <a:ext uri="{FF2B5EF4-FFF2-40B4-BE49-F238E27FC236}">
                      <a16:creationId xmlns:a16="http://schemas.microsoft.com/office/drawing/2014/main" id="{7339C473-8DB5-52E6-1D54-B365CC7A9E64}"/>
                    </a:ext>
                  </a:extLst>
                </p:cNvPr>
                <p:cNvPicPr/>
                <p:nvPr/>
              </p:nvPicPr>
              <p:blipFill>
                <a:blip r:embed="rId316"/>
                <a:stretch>
                  <a:fillRect/>
                </a:stretch>
              </p:blipFill>
              <p:spPr>
                <a:xfrm>
                  <a:off x="7116120" y="2047320"/>
                  <a:ext cx="8748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317">
              <p14:nvContentPartPr>
                <p14:cNvPr id="193" name="Ink 192">
                  <a:extLst>
                    <a:ext uri="{FF2B5EF4-FFF2-40B4-BE49-F238E27FC236}">
                      <a16:creationId xmlns:a16="http://schemas.microsoft.com/office/drawing/2014/main" id="{7BCBB766-BEEA-5DDA-93B7-806717827B7D}"/>
                    </a:ext>
                  </a:extLst>
                </p14:cNvPr>
                <p14:cNvContentPartPr/>
                <p14:nvPr/>
              </p14:nvContentPartPr>
              <p14:xfrm>
                <a:off x="4804200" y="1835640"/>
                <a:ext cx="54000" cy="241920"/>
              </p14:xfrm>
            </p:contentPart>
          </mc:Choice>
          <mc:Fallback xmlns="">
            <p:pic>
              <p:nvPicPr>
                <p:cNvPr id="193" name="Ink 192">
                  <a:extLst>
                    <a:ext uri="{FF2B5EF4-FFF2-40B4-BE49-F238E27FC236}">
                      <a16:creationId xmlns:a16="http://schemas.microsoft.com/office/drawing/2014/main" id="{7BCBB766-BEEA-5DDA-93B7-806717827B7D}"/>
                    </a:ext>
                  </a:extLst>
                </p:cNvPr>
                <p:cNvPicPr/>
                <p:nvPr/>
              </p:nvPicPr>
              <p:blipFill>
                <a:blip r:embed="rId318"/>
                <a:stretch>
                  <a:fillRect/>
                </a:stretch>
              </p:blipFill>
              <p:spPr>
                <a:xfrm>
                  <a:off x="4795560" y="1826640"/>
                  <a:ext cx="71640" cy="259560"/>
                </a:xfrm>
                <a:prstGeom prst="rect">
                  <a:avLst/>
                </a:prstGeom>
              </p:spPr>
            </p:pic>
          </mc:Fallback>
        </mc:AlternateContent>
        <mc:AlternateContent xmlns:mc="http://schemas.openxmlformats.org/markup-compatibility/2006" xmlns:p14="http://schemas.microsoft.com/office/powerpoint/2010/main">
          <mc:Choice Requires="p14">
            <p:contentPart p14:bwMode="auto" r:id="rId319">
              <p14:nvContentPartPr>
                <p14:cNvPr id="194" name="Ink 193">
                  <a:extLst>
                    <a:ext uri="{FF2B5EF4-FFF2-40B4-BE49-F238E27FC236}">
                      <a16:creationId xmlns:a16="http://schemas.microsoft.com/office/drawing/2014/main" id="{DE3DC16C-6C9C-EDCC-42D8-8F8271E9E444}"/>
                    </a:ext>
                  </a:extLst>
                </p14:cNvPr>
                <p14:cNvContentPartPr/>
                <p14:nvPr/>
              </p14:nvContentPartPr>
              <p14:xfrm>
                <a:off x="4911120" y="1819440"/>
                <a:ext cx="124920" cy="127080"/>
              </p14:xfrm>
            </p:contentPart>
          </mc:Choice>
          <mc:Fallback xmlns="">
            <p:pic>
              <p:nvPicPr>
                <p:cNvPr id="194" name="Ink 193">
                  <a:extLst>
                    <a:ext uri="{FF2B5EF4-FFF2-40B4-BE49-F238E27FC236}">
                      <a16:creationId xmlns:a16="http://schemas.microsoft.com/office/drawing/2014/main" id="{DE3DC16C-6C9C-EDCC-42D8-8F8271E9E444}"/>
                    </a:ext>
                  </a:extLst>
                </p:cNvPr>
                <p:cNvPicPr/>
                <p:nvPr/>
              </p:nvPicPr>
              <p:blipFill>
                <a:blip r:embed="rId320"/>
                <a:stretch>
                  <a:fillRect/>
                </a:stretch>
              </p:blipFill>
              <p:spPr>
                <a:xfrm>
                  <a:off x="4902120" y="1810800"/>
                  <a:ext cx="142560"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321">
              <p14:nvContentPartPr>
                <p14:cNvPr id="195" name="Ink 194">
                  <a:extLst>
                    <a:ext uri="{FF2B5EF4-FFF2-40B4-BE49-F238E27FC236}">
                      <a16:creationId xmlns:a16="http://schemas.microsoft.com/office/drawing/2014/main" id="{CEA121DA-A2B8-0066-A8FF-21723B9FC8D8}"/>
                    </a:ext>
                  </a:extLst>
                </p14:cNvPr>
                <p14:cNvContentPartPr/>
                <p14:nvPr/>
              </p14:nvContentPartPr>
              <p14:xfrm>
                <a:off x="5063400" y="1803600"/>
                <a:ext cx="113760" cy="22680"/>
              </p14:xfrm>
            </p:contentPart>
          </mc:Choice>
          <mc:Fallback xmlns="">
            <p:pic>
              <p:nvPicPr>
                <p:cNvPr id="195" name="Ink 194">
                  <a:extLst>
                    <a:ext uri="{FF2B5EF4-FFF2-40B4-BE49-F238E27FC236}">
                      <a16:creationId xmlns:a16="http://schemas.microsoft.com/office/drawing/2014/main" id="{CEA121DA-A2B8-0066-A8FF-21723B9FC8D8}"/>
                    </a:ext>
                  </a:extLst>
                </p:cNvPr>
                <p:cNvPicPr/>
                <p:nvPr/>
              </p:nvPicPr>
              <p:blipFill>
                <a:blip r:embed="rId322"/>
                <a:stretch>
                  <a:fillRect/>
                </a:stretch>
              </p:blipFill>
              <p:spPr>
                <a:xfrm>
                  <a:off x="5054400" y="1794600"/>
                  <a:ext cx="13140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323">
              <p14:nvContentPartPr>
                <p14:cNvPr id="196" name="Ink 195">
                  <a:extLst>
                    <a:ext uri="{FF2B5EF4-FFF2-40B4-BE49-F238E27FC236}">
                      <a16:creationId xmlns:a16="http://schemas.microsoft.com/office/drawing/2014/main" id="{4383CB42-3037-59C3-679E-7F86E2CBDF69}"/>
                    </a:ext>
                  </a:extLst>
                </p14:cNvPr>
                <p14:cNvContentPartPr/>
                <p14:nvPr/>
              </p14:nvContentPartPr>
              <p14:xfrm>
                <a:off x="5056920" y="1865520"/>
                <a:ext cx="132480" cy="86400"/>
              </p14:xfrm>
            </p:contentPart>
          </mc:Choice>
          <mc:Fallback xmlns="">
            <p:pic>
              <p:nvPicPr>
                <p:cNvPr id="196" name="Ink 195">
                  <a:extLst>
                    <a:ext uri="{FF2B5EF4-FFF2-40B4-BE49-F238E27FC236}">
                      <a16:creationId xmlns:a16="http://schemas.microsoft.com/office/drawing/2014/main" id="{4383CB42-3037-59C3-679E-7F86E2CBDF69}"/>
                    </a:ext>
                  </a:extLst>
                </p:cNvPr>
                <p:cNvPicPr/>
                <p:nvPr/>
              </p:nvPicPr>
              <p:blipFill>
                <a:blip r:embed="rId324"/>
                <a:stretch>
                  <a:fillRect/>
                </a:stretch>
              </p:blipFill>
              <p:spPr>
                <a:xfrm>
                  <a:off x="5047920" y="1856520"/>
                  <a:ext cx="15012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325">
              <p14:nvContentPartPr>
                <p14:cNvPr id="197" name="Ink 196">
                  <a:extLst>
                    <a:ext uri="{FF2B5EF4-FFF2-40B4-BE49-F238E27FC236}">
                      <a16:creationId xmlns:a16="http://schemas.microsoft.com/office/drawing/2014/main" id="{48ED4640-D367-2A90-7C36-1D15ADBD829A}"/>
                    </a:ext>
                  </a:extLst>
                </p14:cNvPr>
                <p14:cNvContentPartPr/>
                <p14:nvPr/>
              </p14:nvContentPartPr>
              <p14:xfrm>
                <a:off x="5231160" y="1733040"/>
                <a:ext cx="32760" cy="49680"/>
              </p14:xfrm>
            </p:contentPart>
          </mc:Choice>
          <mc:Fallback xmlns="">
            <p:pic>
              <p:nvPicPr>
                <p:cNvPr id="197" name="Ink 196">
                  <a:extLst>
                    <a:ext uri="{FF2B5EF4-FFF2-40B4-BE49-F238E27FC236}">
                      <a16:creationId xmlns:a16="http://schemas.microsoft.com/office/drawing/2014/main" id="{48ED4640-D367-2A90-7C36-1D15ADBD829A}"/>
                    </a:ext>
                  </a:extLst>
                </p:cNvPr>
                <p:cNvPicPr/>
                <p:nvPr/>
              </p:nvPicPr>
              <p:blipFill>
                <a:blip r:embed="rId326"/>
                <a:stretch>
                  <a:fillRect/>
                </a:stretch>
              </p:blipFill>
              <p:spPr>
                <a:xfrm>
                  <a:off x="5222520" y="1724400"/>
                  <a:ext cx="50400" cy="67320"/>
                </a:xfrm>
                <a:prstGeom prst="rect">
                  <a:avLst/>
                </a:prstGeom>
              </p:spPr>
            </p:pic>
          </mc:Fallback>
        </mc:AlternateContent>
      </p:grpSp>
      <p:grpSp>
        <p:nvGrpSpPr>
          <p:cNvPr id="259" name="Group 258">
            <a:extLst>
              <a:ext uri="{FF2B5EF4-FFF2-40B4-BE49-F238E27FC236}">
                <a16:creationId xmlns:a16="http://schemas.microsoft.com/office/drawing/2014/main" id="{6C63B216-323A-1707-DAD3-A791AEAA5A59}"/>
              </a:ext>
            </a:extLst>
          </p:cNvPr>
          <p:cNvGrpSpPr/>
          <p:nvPr/>
        </p:nvGrpSpPr>
        <p:grpSpPr>
          <a:xfrm>
            <a:off x="1268280" y="3021480"/>
            <a:ext cx="5431680" cy="1414440"/>
            <a:chOff x="1268280" y="3021480"/>
            <a:chExt cx="5431680" cy="1414440"/>
          </a:xfrm>
        </p:grpSpPr>
        <mc:AlternateContent xmlns:mc="http://schemas.openxmlformats.org/markup-compatibility/2006" xmlns:p14="http://schemas.microsoft.com/office/powerpoint/2010/main">
          <mc:Choice Requires="p14">
            <p:contentPart p14:bwMode="auto" r:id="rId327">
              <p14:nvContentPartPr>
                <p14:cNvPr id="199" name="Ink 198">
                  <a:extLst>
                    <a:ext uri="{FF2B5EF4-FFF2-40B4-BE49-F238E27FC236}">
                      <a16:creationId xmlns:a16="http://schemas.microsoft.com/office/drawing/2014/main" id="{CAC2F4D4-0D1D-0114-869F-4B8B8DF0EC4B}"/>
                    </a:ext>
                  </a:extLst>
                </p14:cNvPr>
                <p14:cNvContentPartPr/>
                <p14:nvPr/>
              </p14:nvContentPartPr>
              <p14:xfrm>
                <a:off x="1320480" y="3223080"/>
                <a:ext cx="46800" cy="10080"/>
              </p14:xfrm>
            </p:contentPart>
          </mc:Choice>
          <mc:Fallback xmlns="">
            <p:pic>
              <p:nvPicPr>
                <p:cNvPr id="199" name="Ink 198">
                  <a:extLst>
                    <a:ext uri="{FF2B5EF4-FFF2-40B4-BE49-F238E27FC236}">
                      <a16:creationId xmlns:a16="http://schemas.microsoft.com/office/drawing/2014/main" id="{CAC2F4D4-0D1D-0114-869F-4B8B8DF0EC4B}"/>
                    </a:ext>
                  </a:extLst>
                </p:cNvPr>
                <p:cNvPicPr/>
                <p:nvPr/>
              </p:nvPicPr>
              <p:blipFill>
                <a:blip r:embed="rId328"/>
                <a:stretch>
                  <a:fillRect/>
                </a:stretch>
              </p:blipFill>
              <p:spPr>
                <a:xfrm>
                  <a:off x="1311480" y="3214080"/>
                  <a:ext cx="64440" cy="27720"/>
                </a:xfrm>
                <a:prstGeom prst="rect">
                  <a:avLst/>
                </a:prstGeom>
              </p:spPr>
            </p:pic>
          </mc:Fallback>
        </mc:AlternateContent>
        <mc:AlternateContent xmlns:mc="http://schemas.openxmlformats.org/markup-compatibility/2006" xmlns:p14="http://schemas.microsoft.com/office/powerpoint/2010/main">
          <mc:Choice Requires="p14">
            <p:contentPart p14:bwMode="auto" r:id="rId329">
              <p14:nvContentPartPr>
                <p14:cNvPr id="200" name="Ink 199">
                  <a:extLst>
                    <a:ext uri="{FF2B5EF4-FFF2-40B4-BE49-F238E27FC236}">
                      <a16:creationId xmlns:a16="http://schemas.microsoft.com/office/drawing/2014/main" id="{0D9C4F75-AAC5-322C-F3E0-C93DB39D578A}"/>
                    </a:ext>
                  </a:extLst>
                </p14:cNvPr>
                <p14:cNvContentPartPr/>
                <p14:nvPr/>
              </p14:nvContentPartPr>
              <p14:xfrm>
                <a:off x="1308240" y="3173760"/>
                <a:ext cx="1199880" cy="41040"/>
              </p14:xfrm>
            </p:contentPart>
          </mc:Choice>
          <mc:Fallback xmlns="">
            <p:pic>
              <p:nvPicPr>
                <p:cNvPr id="200" name="Ink 199">
                  <a:extLst>
                    <a:ext uri="{FF2B5EF4-FFF2-40B4-BE49-F238E27FC236}">
                      <a16:creationId xmlns:a16="http://schemas.microsoft.com/office/drawing/2014/main" id="{0D9C4F75-AAC5-322C-F3E0-C93DB39D578A}"/>
                    </a:ext>
                  </a:extLst>
                </p:cNvPr>
                <p:cNvPicPr/>
                <p:nvPr/>
              </p:nvPicPr>
              <p:blipFill>
                <a:blip r:embed="rId330"/>
                <a:stretch>
                  <a:fillRect/>
                </a:stretch>
              </p:blipFill>
              <p:spPr>
                <a:xfrm>
                  <a:off x="1299240" y="3165120"/>
                  <a:ext cx="121752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331">
              <p14:nvContentPartPr>
                <p14:cNvPr id="202" name="Ink 201">
                  <a:extLst>
                    <a:ext uri="{FF2B5EF4-FFF2-40B4-BE49-F238E27FC236}">
                      <a16:creationId xmlns:a16="http://schemas.microsoft.com/office/drawing/2014/main" id="{6E238B2C-3A47-68FF-6D71-57D29911CEDD}"/>
                    </a:ext>
                  </a:extLst>
                </p14:cNvPr>
                <p14:cNvContentPartPr/>
                <p14:nvPr/>
              </p14:nvContentPartPr>
              <p14:xfrm>
                <a:off x="2495520" y="3021480"/>
                <a:ext cx="4062600" cy="170640"/>
              </p14:xfrm>
            </p:contentPart>
          </mc:Choice>
          <mc:Fallback xmlns="">
            <p:pic>
              <p:nvPicPr>
                <p:cNvPr id="202" name="Ink 201">
                  <a:extLst>
                    <a:ext uri="{FF2B5EF4-FFF2-40B4-BE49-F238E27FC236}">
                      <a16:creationId xmlns:a16="http://schemas.microsoft.com/office/drawing/2014/main" id="{6E238B2C-3A47-68FF-6D71-57D29911CEDD}"/>
                    </a:ext>
                  </a:extLst>
                </p:cNvPr>
                <p:cNvPicPr/>
                <p:nvPr/>
              </p:nvPicPr>
              <p:blipFill>
                <a:blip r:embed="rId332"/>
                <a:stretch>
                  <a:fillRect/>
                </a:stretch>
              </p:blipFill>
              <p:spPr>
                <a:xfrm>
                  <a:off x="2486520" y="3012480"/>
                  <a:ext cx="4080240" cy="188280"/>
                </a:xfrm>
                <a:prstGeom prst="rect">
                  <a:avLst/>
                </a:prstGeom>
              </p:spPr>
            </p:pic>
          </mc:Fallback>
        </mc:AlternateContent>
        <mc:AlternateContent xmlns:mc="http://schemas.openxmlformats.org/markup-compatibility/2006" xmlns:p14="http://schemas.microsoft.com/office/powerpoint/2010/main">
          <mc:Choice Requires="p14">
            <p:contentPart p14:bwMode="auto" r:id="rId333">
              <p14:nvContentPartPr>
                <p14:cNvPr id="204" name="Ink 203">
                  <a:extLst>
                    <a:ext uri="{FF2B5EF4-FFF2-40B4-BE49-F238E27FC236}">
                      <a16:creationId xmlns:a16="http://schemas.microsoft.com/office/drawing/2014/main" id="{3B46D6D4-A99F-928C-D018-4A11B8778ACB}"/>
                    </a:ext>
                  </a:extLst>
                </p14:cNvPr>
                <p14:cNvContentPartPr/>
                <p14:nvPr/>
              </p14:nvContentPartPr>
              <p14:xfrm>
                <a:off x="1273320" y="3219840"/>
                <a:ext cx="105840" cy="1187640"/>
              </p14:xfrm>
            </p:contentPart>
          </mc:Choice>
          <mc:Fallback xmlns="">
            <p:pic>
              <p:nvPicPr>
                <p:cNvPr id="204" name="Ink 203">
                  <a:extLst>
                    <a:ext uri="{FF2B5EF4-FFF2-40B4-BE49-F238E27FC236}">
                      <a16:creationId xmlns:a16="http://schemas.microsoft.com/office/drawing/2014/main" id="{3B46D6D4-A99F-928C-D018-4A11B8778ACB}"/>
                    </a:ext>
                  </a:extLst>
                </p:cNvPr>
                <p:cNvPicPr/>
                <p:nvPr/>
              </p:nvPicPr>
              <p:blipFill>
                <a:blip r:embed="rId334"/>
                <a:stretch>
                  <a:fillRect/>
                </a:stretch>
              </p:blipFill>
              <p:spPr>
                <a:xfrm>
                  <a:off x="1264680" y="3210840"/>
                  <a:ext cx="123480" cy="1205280"/>
                </a:xfrm>
                <a:prstGeom prst="rect">
                  <a:avLst/>
                </a:prstGeom>
              </p:spPr>
            </p:pic>
          </mc:Fallback>
        </mc:AlternateContent>
        <mc:AlternateContent xmlns:mc="http://schemas.openxmlformats.org/markup-compatibility/2006" xmlns:p14="http://schemas.microsoft.com/office/powerpoint/2010/main">
          <mc:Choice Requires="p14">
            <p:contentPart p14:bwMode="auto" r:id="rId335">
              <p14:nvContentPartPr>
                <p14:cNvPr id="205" name="Ink 204">
                  <a:extLst>
                    <a:ext uri="{FF2B5EF4-FFF2-40B4-BE49-F238E27FC236}">
                      <a16:creationId xmlns:a16="http://schemas.microsoft.com/office/drawing/2014/main" id="{1FA20093-F7DF-8B39-A014-22FE8356F39B}"/>
                    </a:ext>
                  </a:extLst>
                </p14:cNvPr>
                <p14:cNvContentPartPr/>
                <p14:nvPr/>
              </p14:nvContentPartPr>
              <p14:xfrm>
                <a:off x="2163240" y="3209040"/>
                <a:ext cx="68040" cy="1023120"/>
              </p14:xfrm>
            </p:contentPart>
          </mc:Choice>
          <mc:Fallback xmlns="">
            <p:pic>
              <p:nvPicPr>
                <p:cNvPr id="205" name="Ink 204">
                  <a:extLst>
                    <a:ext uri="{FF2B5EF4-FFF2-40B4-BE49-F238E27FC236}">
                      <a16:creationId xmlns:a16="http://schemas.microsoft.com/office/drawing/2014/main" id="{1FA20093-F7DF-8B39-A014-22FE8356F39B}"/>
                    </a:ext>
                  </a:extLst>
                </p:cNvPr>
                <p:cNvPicPr/>
                <p:nvPr/>
              </p:nvPicPr>
              <p:blipFill>
                <a:blip r:embed="rId336"/>
                <a:stretch>
                  <a:fillRect/>
                </a:stretch>
              </p:blipFill>
              <p:spPr>
                <a:xfrm>
                  <a:off x="2154240" y="3200400"/>
                  <a:ext cx="85680" cy="1040760"/>
                </a:xfrm>
                <a:prstGeom prst="rect">
                  <a:avLst/>
                </a:prstGeom>
              </p:spPr>
            </p:pic>
          </mc:Fallback>
        </mc:AlternateContent>
        <mc:AlternateContent xmlns:mc="http://schemas.openxmlformats.org/markup-compatibility/2006" xmlns:p14="http://schemas.microsoft.com/office/powerpoint/2010/main">
          <mc:Choice Requires="p14">
            <p:contentPart p14:bwMode="auto" r:id="rId337">
              <p14:nvContentPartPr>
                <p14:cNvPr id="206" name="Ink 205">
                  <a:extLst>
                    <a:ext uri="{FF2B5EF4-FFF2-40B4-BE49-F238E27FC236}">
                      <a16:creationId xmlns:a16="http://schemas.microsoft.com/office/drawing/2014/main" id="{B302B497-1B9D-470C-BC2A-9A6A249BB2AF}"/>
                    </a:ext>
                  </a:extLst>
                </p14:cNvPr>
                <p14:cNvContentPartPr/>
                <p14:nvPr/>
              </p14:nvContentPartPr>
              <p14:xfrm>
                <a:off x="1268280" y="3404160"/>
                <a:ext cx="5395320" cy="213480"/>
              </p14:xfrm>
            </p:contentPart>
          </mc:Choice>
          <mc:Fallback xmlns="">
            <p:pic>
              <p:nvPicPr>
                <p:cNvPr id="206" name="Ink 205">
                  <a:extLst>
                    <a:ext uri="{FF2B5EF4-FFF2-40B4-BE49-F238E27FC236}">
                      <a16:creationId xmlns:a16="http://schemas.microsoft.com/office/drawing/2014/main" id="{B302B497-1B9D-470C-BC2A-9A6A249BB2AF}"/>
                    </a:ext>
                  </a:extLst>
                </p:cNvPr>
                <p:cNvPicPr/>
                <p:nvPr/>
              </p:nvPicPr>
              <p:blipFill>
                <a:blip r:embed="rId338"/>
                <a:stretch>
                  <a:fillRect/>
                </a:stretch>
              </p:blipFill>
              <p:spPr>
                <a:xfrm>
                  <a:off x="1259280" y="3395520"/>
                  <a:ext cx="5412960" cy="231120"/>
                </a:xfrm>
                <a:prstGeom prst="rect">
                  <a:avLst/>
                </a:prstGeom>
              </p:spPr>
            </p:pic>
          </mc:Fallback>
        </mc:AlternateContent>
        <mc:AlternateContent xmlns:mc="http://schemas.openxmlformats.org/markup-compatibility/2006" xmlns:p14="http://schemas.microsoft.com/office/powerpoint/2010/main">
          <mc:Choice Requires="p14">
            <p:contentPart p14:bwMode="auto" r:id="rId339">
              <p14:nvContentPartPr>
                <p14:cNvPr id="207" name="Ink 206">
                  <a:extLst>
                    <a:ext uri="{FF2B5EF4-FFF2-40B4-BE49-F238E27FC236}">
                      <a16:creationId xmlns:a16="http://schemas.microsoft.com/office/drawing/2014/main" id="{BA8C8A18-4F48-3D1B-C681-665E87704F74}"/>
                    </a:ext>
                  </a:extLst>
                </p14:cNvPr>
                <p14:cNvContentPartPr/>
                <p14:nvPr/>
              </p14:nvContentPartPr>
              <p14:xfrm>
                <a:off x="4530960" y="3047760"/>
                <a:ext cx="100080" cy="1388160"/>
              </p14:xfrm>
            </p:contentPart>
          </mc:Choice>
          <mc:Fallback xmlns="">
            <p:pic>
              <p:nvPicPr>
                <p:cNvPr id="207" name="Ink 206">
                  <a:extLst>
                    <a:ext uri="{FF2B5EF4-FFF2-40B4-BE49-F238E27FC236}">
                      <a16:creationId xmlns:a16="http://schemas.microsoft.com/office/drawing/2014/main" id="{BA8C8A18-4F48-3D1B-C681-665E87704F74}"/>
                    </a:ext>
                  </a:extLst>
                </p:cNvPr>
                <p:cNvPicPr/>
                <p:nvPr/>
              </p:nvPicPr>
              <p:blipFill>
                <a:blip r:embed="rId340"/>
                <a:stretch>
                  <a:fillRect/>
                </a:stretch>
              </p:blipFill>
              <p:spPr>
                <a:xfrm>
                  <a:off x="4522320" y="3038760"/>
                  <a:ext cx="117720" cy="1405800"/>
                </a:xfrm>
                <a:prstGeom prst="rect">
                  <a:avLst/>
                </a:prstGeom>
              </p:spPr>
            </p:pic>
          </mc:Fallback>
        </mc:AlternateContent>
        <mc:AlternateContent xmlns:mc="http://schemas.openxmlformats.org/markup-compatibility/2006" xmlns:p14="http://schemas.microsoft.com/office/powerpoint/2010/main">
          <mc:Choice Requires="p14">
            <p:contentPart p14:bwMode="auto" r:id="rId341">
              <p14:nvContentPartPr>
                <p14:cNvPr id="208" name="Ink 207">
                  <a:extLst>
                    <a:ext uri="{FF2B5EF4-FFF2-40B4-BE49-F238E27FC236}">
                      <a16:creationId xmlns:a16="http://schemas.microsoft.com/office/drawing/2014/main" id="{E380A063-8083-7138-082A-231BAE77C23A}"/>
                    </a:ext>
                  </a:extLst>
                </p14:cNvPr>
                <p14:cNvContentPartPr/>
                <p14:nvPr/>
              </p14:nvContentPartPr>
              <p14:xfrm>
                <a:off x="1538280" y="3341160"/>
                <a:ext cx="114120" cy="202320"/>
              </p14:xfrm>
            </p:contentPart>
          </mc:Choice>
          <mc:Fallback xmlns="">
            <p:pic>
              <p:nvPicPr>
                <p:cNvPr id="208" name="Ink 207">
                  <a:extLst>
                    <a:ext uri="{FF2B5EF4-FFF2-40B4-BE49-F238E27FC236}">
                      <a16:creationId xmlns:a16="http://schemas.microsoft.com/office/drawing/2014/main" id="{E380A063-8083-7138-082A-231BAE77C23A}"/>
                    </a:ext>
                  </a:extLst>
                </p:cNvPr>
                <p:cNvPicPr/>
                <p:nvPr/>
              </p:nvPicPr>
              <p:blipFill>
                <a:blip r:embed="rId342"/>
                <a:stretch>
                  <a:fillRect/>
                </a:stretch>
              </p:blipFill>
              <p:spPr>
                <a:xfrm>
                  <a:off x="1529280" y="3332520"/>
                  <a:ext cx="131760" cy="219960"/>
                </a:xfrm>
                <a:prstGeom prst="rect">
                  <a:avLst/>
                </a:prstGeom>
              </p:spPr>
            </p:pic>
          </mc:Fallback>
        </mc:AlternateContent>
        <mc:AlternateContent xmlns:mc="http://schemas.openxmlformats.org/markup-compatibility/2006" xmlns:p14="http://schemas.microsoft.com/office/powerpoint/2010/main">
          <mc:Choice Requires="p14">
            <p:contentPart p14:bwMode="auto" r:id="rId343">
              <p14:nvContentPartPr>
                <p14:cNvPr id="209" name="Ink 208">
                  <a:extLst>
                    <a:ext uri="{FF2B5EF4-FFF2-40B4-BE49-F238E27FC236}">
                      <a16:creationId xmlns:a16="http://schemas.microsoft.com/office/drawing/2014/main" id="{7B9E7CDF-360F-DABB-D9AE-31423A0DC740}"/>
                    </a:ext>
                  </a:extLst>
                </p14:cNvPr>
                <p14:cNvContentPartPr/>
                <p14:nvPr/>
              </p14:nvContentPartPr>
              <p14:xfrm>
                <a:off x="1554840" y="3435480"/>
                <a:ext cx="84960" cy="5760"/>
              </p14:xfrm>
            </p:contentPart>
          </mc:Choice>
          <mc:Fallback xmlns="">
            <p:pic>
              <p:nvPicPr>
                <p:cNvPr id="209" name="Ink 208">
                  <a:extLst>
                    <a:ext uri="{FF2B5EF4-FFF2-40B4-BE49-F238E27FC236}">
                      <a16:creationId xmlns:a16="http://schemas.microsoft.com/office/drawing/2014/main" id="{7B9E7CDF-360F-DABB-D9AE-31423A0DC740}"/>
                    </a:ext>
                  </a:extLst>
                </p:cNvPr>
                <p:cNvPicPr/>
                <p:nvPr/>
              </p:nvPicPr>
              <p:blipFill>
                <a:blip r:embed="rId344"/>
                <a:stretch>
                  <a:fillRect/>
                </a:stretch>
              </p:blipFill>
              <p:spPr>
                <a:xfrm>
                  <a:off x="1546200" y="3426840"/>
                  <a:ext cx="10260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345">
              <p14:nvContentPartPr>
                <p14:cNvPr id="210" name="Ink 209">
                  <a:extLst>
                    <a:ext uri="{FF2B5EF4-FFF2-40B4-BE49-F238E27FC236}">
                      <a16:creationId xmlns:a16="http://schemas.microsoft.com/office/drawing/2014/main" id="{A6C61F38-DB61-6DFC-C71A-9BE1DB61BF73}"/>
                    </a:ext>
                  </a:extLst>
                </p14:cNvPr>
                <p14:cNvContentPartPr/>
                <p14:nvPr/>
              </p14:nvContentPartPr>
              <p14:xfrm>
                <a:off x="1642680" y="3420720"/>
                <a:ext cx="86760" cy="125640"/>
              </p14:xfrm>
            </p:contentPart>
          </mc:Choice>
          <mc:Fallback xmlns="">
            <p:pic>
              <p:nvPicPr>
                <p:cNvPr id="210" name="Ink 209">
                  <a:extLst>
                    <a:ext uri="{FF2B5EF4-FFF2-40B4-BE49-F238E27FC236}">
                      <a16:creationId xmlns:a16="http://schemas.microsoft.com/office/drawing/2014/main" id="{A6C61F38-DB61-6DFC-C71A-9BE1DB61BF73}"/>
                    </a:ext>
                  </a:extLst>
                </p:cNvPr>
                <p:cNvPicPr/>
                <p:nvPr/>
              </p:nvPicPr>
              <p:blipFill>
                <a:blip r:embed="rId346"/>
                <a:stretch>
                  <a:fillRect/>
                </a:stretch>
              </p:blipFill>
              <p:spPr>
                <a:xfrm>
                  <a:off x="1633680" y="3412080"/>
                  <a:ext cx="104400"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347">
              <p14:nvContentPartPr>
                <p14:cNvPr id="211" name="Ink 210">
                  <a:extLst>
                    <a:ext uri="{FF2B5EF4-FFF2-40B4-BE49-F238E27FC236}">
                      <a16:creationId xmlns:a16="http://schemas.microsoft.com/office/drawing/2014/main" id="{F191A8FE-8A4D-537C-C84D-FC50094AF8A2}"/>
                    </a:ext>
                  </a:extLst>
                </p14:cNvPr>
                <p14:cNvContentPartPr/>
                <p14:nvPr/>
              </p14:nvContentPartPr>
              <p14:xfrm>
                <a:off x="1776240" y="3426120"/>
                <a:ext cx="149760" cy="117000"/>
              </p14:xfrm>
            </p:contentPart>
          </mc:Choice>
          <mc:Fallback xmlns="">
            <p:pic>
              <p:nvPicPr>
                <p:cNvPr id="211" name="Ink 210">
                  <a:extLst>
                    <a:ext uri="{FF2B5EF4-FFF2-40B4-BE49-F238E27FC236}">
                      <a16:creationId xmlns:a16="http://schemas.microsoft.com/office/drawing/2014/main" id="{F191A8FE-8A4D-537C-C84D-FC50094AF8A2}"/>
                    </a:ext>
                  </a:extLst>
                </p:cNvPr>
                <p:cNvPicPr/>
                <p:nvPr/>
              </p:nvPicPr>
              <p:blipFill>
                <a:blip r:embed="rId348"/>
                <a:stretch>
                  <a:fillRect/>
                </a:stretch>
              </p:blipFill>
              <p:spPr>
                <a:xfrm>
                  <a:off x="1767240" y="3417120"/>
                  <a:ext cx="167400" cy="134640"/>
                </a:xfrm>
                <a:prstGeom prst="rect">
                  <a:avLst/>
                </a:prstGeom>
              </p:spPr>
            </p:pic>
          </mc:Fallback>
        </mc:AlternateContent>
        <mc:AlternateContent xmlns:mc="http://schemas.openxmlformats.org/markup-compatibility/2006" xmlns:p14="http://schemas.microsoft.com/office/powerpoint/2010/main">
          <mc:Choice Requires="p14">
            <p:contentPart p14:bwMode="auto" r:id="rId349">
              <p14:nvContentPartPr>
                <p14:cNvPr id="212" name="Ink 211">
                  <a:extLst>
                    <a:ext uri="{FF2B5EF4-FFF2-40B4-BE49-F238E27FC236}">
                      <a16:creationId xmlns:a16="http://schemas.microsoft.com/office/drawing/2014/main" id="{730C0774-DAFA-10D8-C2CE-6077FA12D740}"/>
                    </a:ext>
                  </a:extLst>
                </p14:cNvPr>
                <p14:cNvContentPartPr/>
                <p14:nvPr/>
              </p14:nvContentPartPr>
              <p14:xfrm>
                <a:off x="1945440" y="3411000"/>
                <a:ext cx="110520" cy="142920"/>
              </p14:xfrm>
            </p:contentPart>
          </mc:Choice>
          <mc:Fallback xmlns="">
            <p:pic>
              <p:nvPicPr>
                <p:cNvPr id="212" name="Ink 211">
                  <a:extLst>
                    <a:ext uri="{FF2B5EF4-FFF2-40B4-BE49-F238E27FC236}">
                      <a16:creationId xmlns:a16="http://schemas.microsoft.com/office/drawing/2014/main" id="{730C0774-DAFA-10D8-C2CE-6077FA12D740}"/>
                    </a:ext>
                  </a:extLst>
                </p:cNvPr>
                <p:cNvPicPr/>
                <p:nvPr/>
              </p:nvPicPr>
              <p:blipFill>
                <a:blip r:embed="rId350"/>
                <a:stretch>
                  <a:fillRect/>
                </a:stretch>
              </p:blipFill>
              <p:spPr>
                <a:xfrm>
                  <a:off x="1936800" y="3402000"/>
                  <a:ext cx="12816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351">
              <p14:nvContentPartPr>
                <p14:cNvPr id="213" name="Ink 212">
                  <a:extLst>
                    <a:ext uri="{FF2B5EF4-FFF2-40B4-BE49-F238E27FC236}">
                      <a16:creationId xmlns:a16="http://schemas.microsoft.com/office/drawing/2014/main" id="{2A43BEFE-CE68-B6C6-40E1-500382275DCA}"/>
                    </a:ext>
                  </a:extLst>
                </p14:cNvPr>
                <p14:cNvContentPartPr/>
                <p14:nvPr/>
              </p14:nvContentPartPr>
              <p14:xfrm>
                <a:off x="2644560" y="3364560"/>
                <a:ext cx="108720" cy="79200"/>
              </p14:xfrm>
            </p:contentPart>
          </mc:Choice>
          <mc:Fallback xmlns="">
            <p:pic>
              <p:nvPicPr>
                <p:cNvPr id="213" name="Ink 212">
                  <a:extLst>
                    <a:ext uri="{FF2B5EF4-FFF2-40B4-BE49-F238E27FC236}">
                      <a16:creationId xmlns:a16="http://schemas.microsoft.com/office/drawing/2014/main" id="{2A43BEFE-CE68-B6C6-40E1-500382275DCA}"/>
                    </a:ext>
                  </a:extLst>
                </p:cNvPr>
                <p:cNvPicPr/>
                <p:nvPr/>
              </p:nvPicPr>
              <p:blipFill>
                <a:blip r:embed="rId352"/>
                <a:stretch>
                  <a:fillRect/>
                </a:stretch>
              </p:blipFill>
              <p:spPr>
                <a:xfrm>
                  <a:off x="2635560" y="3355920"/>
                  <a:ext cx="12636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353">
              <p14:nvContentPartPr>
                <p14:cNvPr id="214" name="Ink 213">
                  <a:extLst>
                    <a:ext uri="{FF2B5EF4-FFF2-40B4-BE49-F238E27FC236}">
                      <a16:creationId xmlns:a16="http://schemas.microsoft.com/office/drawing/2014/main" id="{358834E1-33F0-9EB4-6BA8-6366ADEC659C}"/>
                    </a:ext>
                  </a:extLst>
                </p14:cNvPr>
                <p14:cNvContentPartPr/>
                <p14:nvPr/>
              </p14:nvContentPartPr>
              <p14:xfrm>
                <a:off x="2656080" y="3351960"/>
                <a:ext cx="110160" cy="108720"/>
              </p14:xfrm>
            </p:contentPart>
          </mc:Choice>
          <mc:Fallback xmlns="">
            <p:pic>
              <p:nvPicPr>
                <p:cNvPr id="214" name="Ink 213">
                  <a:extLst>
                    <a:ext uri="{FF2B5EF4-FFF2-40B4-BE49-F238E27FC236}">
                      <a16:creationId xmlns:a16="http://schemas.microsoft.com/office/drawing/2014/main" id="{358834E1-33F0-9EB4-6BA8-6366ADEC659C}"/>
                    </a:ext>
                  </a:extLst>
                </p:cNvPr>
                <p:cNvPicPr/>
                <p:nvPr/>
              </p:nvPicPr>
              <p:blipFill>
                <a:blip r:embed="rId354"/>
                <a:stretch>
                  <a:fillRect/>
                </a:stretch>
              </p:blipFill>
              <p:spPr>
                <a:xfrm>
                  <a:off x="2647440" y="3342960"/>
                  <a:ext cx="12780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355">
              <p14:nvContentPartPr>
                <p14:cNvPr id="215" name="Ink 214">
                  <a:extLst>
                    <a:ext uri="{FF2B5EF4-FFF2-40B4-BE49-F238E27FC236}">
                      <a16:creationId xmlns:a16="http://schemas.microsoft.com/office/drawing/2014/main" id="{5442B014-E113-E408-C799-E7AA8897FDA2}"/>
                    </a:ext>
                  </a:extLst>
                </p14:cNvPr>
                <p14:cNvContentPartPr/>
                <p14:nvPr/>
              </p14:nvContentPartPr>
              <p14:xfrm>
                <a:off x="2810160" y="3383280"/>
                <a:ext cx="105480" cy="13680"/>
              </p14:xfrm>
            </p:contentPart>
          </mc:Choice>
          <mc:Fallback xmlns="">
            <p:pic>
              <p:nvPicPr>
                <p:cNvPr id="215" name="Ink 214">
                  <a:extLst>
                    <a:ext uri="{FF2B5EF4-FFF2-40B4-BE49-F238E27FC236}">
                      <a16:creationId xmlns:a16="http://schemas.microsoft.com/office/drawing/2014/main" id="{5442B014-E113-E408-C799-E7AA8897FDA2}"/>
                    </a:ext>
                  </a:extLst>
                </p:cNvPr>
                <p:cNvPicPr/>
                <p:nvPr/>
              </p:nvPicPr>
              <p:blipFill>
                <a:blip r:embed="rId356"/>
                <a:stretch>
                  <a:fillRect/>
                </a:stretch>
              </p:blipFill>
              <p:spPr>
                <a:xfrm>
                  <a:off x="2801520" y="3374640"/>
                  <a:ext cx="123120" cy="31320"/>
                </a:xfrm>
                <a:prstGeom prst="rect">
                  <a:avLst/>
                </a:prstGeom>
              </p:spPr>
            </p:pic>
          </mc:Fallback>
        </mc:AlternateContent>
        <mc:AlternateContent xmlns:mc="http://schemas.openxmlformats.org/markup-compatibility/2006" xmlns:p14="http://schemas.microsoft.com/office/powerpoint/2010/main">
          <mc:Choice Requires="p14">
            <p:contentPart p14:bwMode="auto" r:id="rId357">
              <p14:nvContentPartPr>
                <p14:cNvPr id="216" name="Ink 215">
                  <a:extLst>
                    <a:ext uri="{FF2B5EF4-FFF2-40B4-BE49-F238E27FC236}">
                      <a16:creationId xmlns:a16="http://schemas.microsoft.com/office/drawing/2014/main" id="{CA0D6C2C-BB31-C88F-479D-990C5BBACA43}"/>
                    </a:ext>
                  </a:extLst>
                </p14:cNvPr>
                <p14:cNvContentPartPr/>
                <p14:nvPr/>
              </p14:nvContentPartPr>
              <p14:xfrm>
                <a:off x="2995200" y="3324600"/>
                <a:ext cx="55080" cy="96840"/>
              </p14:xfrm>
            </p:contentPart>
          </mc:Choice>
          <mc:Fallback xmlns="">
            <p:pic>
              <p:nvPicPr>
                <p:cNvPr id="216" name="Ink 215">
                  <a:extLst>
                    <a:ext uri="{FF2B5EF4-FFF2-40B4-BE49-F238E27FC236}">
                      <a16:creationId xmlns:a16="http://schemas.microsoft.com/office/drawing/2014/main" id="{CA0D6C2C-BB31-C88F-479D-990C5BBACA43}"/>
                    </a:ext>
                  </a:extLst>
                </p:cNvPr>
                <p:cNvPicPr/>
                <p:nvPr/>
              </p:nvPicPr>
              <p:blipFill>
                <a:blip r:embed="rId358"/>
                <a:stretch>
                  <a:fillRect/>
                </a:stretch>
              </p:blipFill>
              <p:spPr>
                <a:xfrm>
                  <a:off x="2986560" y="3315960"/>
                  <a:ext cx="72720" cy="114480"/>
                </a:xfrm>
                <a:prstGeom prst="rect">
                  <a:avLst/>
                </a:prstGeom>
              </p:spPr>
            </p:pic>
          </mc:Fallback>
        </mc:AlternateContent>
        <mc:AlternateContent xmlns:mc="http://schemas.openxmlformats.org/markup-compatibility/2006" xmlns:p14="http://schemas.microsoft.com/office/powerpoint/2010/main">
          <mc:Choice Requires="p14">
            <p:contentPart p14:bwMode="auto" r:id="rId359">
              <p14:nvContentPartPr>
                <p14:cNvPr id="217" name="Ink 216">
                  <a:extLst>
                    <a:ext uri="{FF2B5EF4-FFF2-40B4-BE49-F238E27FC236}">
                      <a16:creationId xmlns:a16="http://schemas.microsoft.com/office/drawing/2014/main" id="{90742564-EFFE-CB9D-310E-A3ADDCB424E0}"/>
                    </a:ext>
                  </a:extLst>
                </p14:cNvPr>
                <p14:cNvContentPartPr/>
                <p14:nvPr/>
              </p14:nvContentPartPr>
              <p14:xfrm>
                <a:off x="3117960" y="3295800"/>
                <a:ext cx="115200" cy="110880"/>
              </p14:xfrm>
            </p:contentPart>
          </mc:Choice>
          <mc:Fallback xmlns="">
            <p:pic>
              <p:nvPicPr>
                <p:cNvPr id="217" name="Ink 216">
                  <a:extLst>
                    <a:ext uri="{FF2B5EF4-FFF2-40B4-BE49-F238E27FC236}">
                      <a16:creationId xmlns:a16="http://schemas.microsoft.com/office/drawing/2014/main" id="{90742564-EFFE-CB9D-310E-A3ADDCB424E0}"/>
                    </a:ext>
                  </a:extLst>
                </p:cNvPr>
                <p:cNvPicPr/>
                <p:nvPr/>
              </p:nvPicPr>
              <p:blipFill>
                <a:blip r:embed="rId360"/>
                <a:stretch>
                  <a:fillRect/>
                </a:stretch>
              </p:blipFill>
              <p:spPr>
                <a:xfrm>
                  <a:off x="3109320" y="3287160"/>
                  <a:ext cx="13284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361">
              <p14:nvContentPartPr>
                <p14:cNvPr id="218" name="Ink 217">
                  <a:extLst>
                    <a:ext uri="{FF2B5EF4-FFF2-40B4-BE49-F238E27FC236}">
                      <a16:creationId xmlns:a16="http://schemas.microsoft.com/office/drawing/2014/main" id="{EFC4FC7A-CCD1-29DE-67C6-FF8AEC7A5289}"/>
                    </a:ext>
                  </a:extLst>
                </p14:cNvPr>
                <p14:cNvContentPartPr/>
                <p14:nvPr/>
              </p14:nvContentPartPr>
              <p14:xfrm>
                <a:off x="3253320" y="3259800"/>
                <a:ext cx="209880" cy="133200"/>
              </p14:xfrm>
            </p:contentPart>
          </mc:Choice>
          <mc:Fallback xmlns="">
            <p:pic>
              <p:nvPicPr>
                <p:cNvPr id="218" name="Ink 217">
                  <a:extLst>
                    <a:ext uri="{FF2B5EF4-FFF2-40B4-BE49-F238E27FC236}">
                      <a16:creationId xmlns:a16="http://schemas.microsoft.com/office/drawing/2014/main" id="{EFC4FC7A-CCD1-29DE-67C6-FF8AEC7A5289}"/>
                    </a:ext>
                  </a:extLst>
                </p:cNvPr>
                <p:cNvPicPr/>
                <p:nvPr/>
              </p:nvPicPr>
              <p:blipFill>
                <a:blip r:embed="rId362"/>
                <a:stretch>
                  <a:fillRect/>
                </a:stretch>
              </p:blipFill>
              <p:spPr>
                <a:xfrm>
                  <a:off x="3244680" y="3250800"/>
                  <a:ext cx="227520" cy="150840"/>
                </a:xfrm>
                <a:prstGeom prst="rect">
                  <a:avLst/>
                </a:prstGeom>
              </p:spPr>
            </p:pic>
          </mc:Fallback>
        </mc:AlternateContent>
        <mc:AlternateContent xmlns:mc="http://schemas.openxmlformats.org/markup-compatibility/2006" xmlns:p14="http://schemas.microsoft.com/office/powerpoint/2010/main">
          <mc:Choice Requires="p14">
            <p:contentPart p14:bwMode="auto" r:id="rId363">
              <p14:nvContentPartPr>
                <p14:cNvPr id="219" name="Ink 218">
                  <a:extLst>
                    <a:ext uri="{FF2B5EF4-FFF2-40B4-BE49-F238E27FC236}">
                      <a16:creationId xmlns:a16="http://schemas.microsoft.com/office/drawing/2014/main" id="{7F58EEF6-7342-8618-81FD-F9BBC243DE12}"/>
                    </a:ext>
                  </a:extLst>
                </p14:cNvPr>
                <p14:cNvContentPartPr/>
                <p14:nvPr/>
              </p14:nvContentPartPr>
              <p14:xfrm>
                <a:off x="3512880" y="3191400"/>
                <a:ext cx="11880" cy="258840"/>
              </p14:xfrm>
            </p:contentPart>
          </mc:Choice>
          <mc:Fallback xmlns="">
            <p:pic>
              <p:nvPicPr>
                <p:cNvPr id="219" name="Ink 218">
                  <a:extLst>
                    <a:ext uri="{FF2B5EF4-FFF2-40B4-BE49-F238E27FC236}">
                      <a16:creationId xmlns:a16="http://schemas.microsoft.com/office/drawing/2014/main" id="{7F58EEF6-7342-8618-81FD-F9BBC243DE12}"/>
                    </a:ext>
                  </a:extLst>
                </p:cNvPr>
                <p:cNvPicPr/>
                <p:nvPr/>
              </p:nvPicPr>
              <p:blipFill>
                <a:blip r:embed="rId364"/>
                <a:stretch>
                  <a:fillRect/>
                </a:stretch>
              </p:blipFill>
              <p:spPr>
                <a:xfrm>
                  <a:off x="3503880" y="3182760"/>
                  <a:ext cx="29520" cy="276480"/>
                </a:xfrm>
                <a:prstGeom prst="rect">
                  <a:avLst/>
                </a:prstGeom>
              </p:spPr>
            </p:pic>
          </mc:Fallback>
        </mc:AlternateContent>
        <mc:AlternateContent xmlns:mc="http://schemas.openxmlformats.org/markup-compatibility/2006" xmlns:p14="http://schemas.microsoft.com/office/powerpoint/2010/main">
          <mc:Choice Requires="p14">
            <p:contentPart p14:bwMode="auto" r:id="rId365">
              <p14:nvContentPartPr>
                <p14:cNvPr id="220" name="Ink 219">
                  <a:extLst>
                    <a:ext uri="{FF2B5EF4-FFF2-40B4-BE49-F238E27FC236}">
                      <a16:creationId xmlns:a16="http://schemas.microsoft.com/office/drawing/2014/main" id="{29B8F1CA-B478-82CE-A906-D179F9C9F64C}"/>
                    </a:ext>
                  </a:extLst>
                </p14:cNvPr>
                <p14:cNvContentPartPr/>
                <p14:nvPr/>
              </p14:nvContentPartPr>
              <p14:xfrm>
                <a:off x="3521160" y="3264120"/>
                <a:ext cx="114840" cy="96840"/>
              </p14:xfrm>
            </p:contentPart>
          </mc:Choice>
          <mc:Fallback xmlns="">
            <p:pic>
              <p:nvPicPr>
                <p:cNvPr id="220" name="Ink 219">
                  <a:extLst>
                    <a:ext uri="{FF2B5EF4-FFF2-40B4-BE49-F238E27FC236}">
                      <a16:creationId xmlns:a16="http://schemas.microsoft.com/office/drawing/2014/main" id="{29B8F1CA-B478-82CE-A906-D179F9C9F64C}"/>
                    </a:ext>
                  </a:extLst>
                </p:cNvPr>
                <p:cNvPicPr/>
                <p:nvPr/>
              </p:nvPicPr>
              <p:blipFill>
                <a:blip r:embed="rId366"/>
                <a:stretch>
                  <a:fillRect/>
                </a:stretch>
              </p:blipFill>
              <p:spPr>
                <a:xfrm>
                  <a:off x="3512520" y="3255120"/>
                  <a:ext cx="132480" cy="114480"/>
                </a:xfrm>
                <a:prstGeom prst="rect">
                  <a:avLst/>
                </a:prstGeom>
              </p:spPr>
            </p:pic>
          </mc:Fallback>
        </mc:AlternateContent>
        <mc:AlternateContent xmlns:mc="http://schemas.openxmlformats.org/markup-compatibility/2006" xmlns:p14="http://schemas.microsoft.com/office/powerpoint/2010/main">
          <mc:Choice Requires="p14">
            <p:contentPart p14:bwMode="auto" r:id="rId367">
              <p14:nvContentPartPr>
                <p14:cNvPr id="221" name="Ink 220">
                  <a:extLst>
                    <a:ext uri="{FF2B5EF4-FFF2-40B4-BE49-F238E27FC236}">
                      <a16:creationId xmlns:a16="http://schemas.microsoft.com/office/drawing/2014/main" id="{1A213E4E-9CE5-06D7-5C09-32249BF7C849}"/>
                    </a:ext>
                  </a:extLst>
                </p14:cNvPr>
                <p14:cNvContentPartPr/>
                <p14:nvPr/>
              </p14:nvContentPartPr>
              <p14:xfrm>
                <a:off x="4871520" y="3218760"/>
                <a:ext cx="146880" cy="187920"/>
              </p14:xfrm>
            </p:contentPart>
          </mc:Choice>
          <mc:Fallback xmlns="">
            <p:pic>
              <p:nvPicPr>
                <p:cNvPr id="221" name="Ink 220">
                  <a:extLst>
                    <a:ext uri="{FF2B5EF4-FFF2-40B4-BE49-F238E27FC236}">
                      <a16:creationId xmlns:a16="http://schemas.microsoft.com/office/drawing/2014/main" id="{1A213E4E-9CE5-06D7-5C09-32249BF7C849}"/>
                    </a:ext>
                  </a:extLst>
                </p:cNvPr>
                <p:cNvPicPr/>
                <p:nvPr/>
              </p:nvPicPr>
              <p:blipFill>
                <a:blip r:embed="rId368"/>
                <a:stretch>
                  <a:fillRect/>
                </a:stretch>
              </p:blipFill>
              <p:spPr>
                <a:xfrm>
                  <a:off x="4862520" y="3209760"/>
                  <a:ext cx="16452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369">
              <p14:nvContentPartPr>
                <p14:cNvPr id="222" name="Ink 221">
                  <a:extLst>
                    <a:ext uri="{FF2B5EF4-FFF2-40B4-BE49-F238E27FC236}">
                      <a16:creationId xmlns:a16="http://schemas.microsoft.com/office/drawing/2014/main" id="{FE0FF50B-4DD1-13AB-B0C5-E2B005E0676B}"/>
                    </a:ext>
                  </a:extLst>
                </p14:cNvPr>
                <p14:cNvContentPartPr/>
                <p14:nvPr/>
              </p14:nvContentPartPr>
              <p14:xfrm>
                <a:off x="5083200" y="3268800"/>
                <a:ext cx="86040" cy="14760"/>
              </p14:xfrm>
            </p:contentPart>
          </mc:Choice>
          <mc:Fallback xmlns="">
            <p:pic>
              <p:nvPicPr>
                <p:cNvPr id="222" name="Ink 221">
                  <a:extLst>
                    <a:ext uri="{FF2B5EF4-FFF2-40B4-BE49-F238E27FC236}">
                      <a16:creationId xmlns:a16="http://schemas.microsoft.com/office/drawing/2014/main" id="{FE0FF50B-4DD1-13AB-B0C5-E2B005E0676B}"/>
                    </a:ext>
                  </a:extLst>
                </p:cNvPr>
                <p:cNvPicPr/>
                <p:nvPr/>
              </p:nvPicPr>
              <p:blipFill>
                <a:blip r:embed="rId370"/>
                <a:stretch>
                  <a:fillRect/>
                </a:stretch>
              </p:blipFill>
              <p:spPr>
                <a:xfrm>
                  <a:off x="5074200" y="3259800"/>
                  <a:ext cx="103680" cy="32400"/>
                </a:xfrm>
                <a:prstGeom prst="rect">
                  <a:avLst/>
                </a:prstGeom>
              </p:spPr>
            </p:pic>
          </mc:Fallback>
        </mc:AlternateContent>
        <mc:AlternateContent xmlns:mc="http://schemas.openxmlformats.org/markup-compatibility/2006" xmlns:p14="http://schemas.microsoft.com/office/powerpoint/2010/main">
          <mc:Choice Requires="p14">
            <p:contentPart p14:bwMode="auto" r:id="rId371">
              <p14:nvContentPartPr>
                <p14:cNvPr id="223" name="Ink 222">
                  <a:extLst>
                    <a:ext uri="{FF2B5EF4-FFF2-40B4-BE49-F238E27FC236}">
                      <a16:creationId xmlns:a16="http://schemas.microsoft.com/office/drawing/2014/main" id="{7BF86228-EDA0-FD6E-5731-4C8C351C5F7A}"/>
                    </a:ext>
                  </a:extLst>
                </p14:cNvPr>
                <p14:cNvContentPartPr/>
                <p14:nvPr/>
              </p14:nvContentPartPr>
              <p14:xfrm>
                <a:off x="5260320" y="3224520"/>
                <a:ext cx="61200" cy="126360"/>
              </p14:xfrm>
            </p:contentPart>
          </mc:Choice>
          <mc:Fallback xmlns="">
            <p:pic>
              <p:nvPicPr>
                <p:cNvPr id="223" name="Ink 222">
                  <a:extLst>
                    <a:ext uri="{FF2B5EF4-FFF2-40B4-BE49-F238E27FC236}">
                      <a16:creationId xmlns:a16="http://schemas.microsoft.com/office/drawing/2014/main" id="{7BF86228-EDA0-FD6E-5731-4C8C351C5F7A}"/>
                    </a:ext>
                  </a:extLst>
                </p:cNvPr>
                <p:cNvPicPr/>
                <p:nvPr/>
              </p:nvPicPr>
              <p:blipFill>
                <a:blip r:embed="rId372"/>
                <a:stretch>
                  <a:fillRect/>
                </a:stretch>
              </p:blipFill>
              <p:spPr>
                <a:xfrm>
                  <a:off x="5251680" y="3215520"/>
                  <a:ext cx="7884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373">
              <p14:nvContentPartPr>
                <p14:cNvPr id="224" name="Ink 223">
                  <a:extLst>
                    <a:ext uri="{FF2B5EF4-FFF2-40B4-BE49-F238E27FC236}">
                      <a16:creationId xmlns:a16="http://schemas.microsoft.com/office/drawing/2014/main" id="{6858C3BC-E959-57FD-F91F-BCB5C609766A}"/>
                    </a:ext>
                  </a:extLst>
                </p14:cNvPr>
                <p14:cNvContentPartPr/>
                <p14:nvPr/>
              </p14:nvContentPartPr>
              <p14:xfrm>
                <a:off x="5455440" y="3223800"/>
                <a:ext cx="96480" cy="104760"/>
              </p14:xfrm>
            </p:contentPart>
          </mc:Choice>
          <mc:Fallback xmlns="">
            <p:pic>
              <p:nvPicPr>
                <p:cNvPr id="224" name="Ink 223">
                  <a:extLst>
                    <a:ext uri="{FF2B5EF4-FFF2-40B4-BE49-F238E27FC236}">
                      <a16:creationId xmlns:a16="http://schemas.microsoft.com/office/drawing/2014/main" id="{6858C3BC-E959-57FD-F91F-BCB5C609766A}"/>
                    </a:ext>
                  </a:extLst>
                </p:cNvPr>
                <p:cNvPicPr/>
                <p:nvPr/>
              </p:nvPicPr>
              <p:blipFill>
                <a:blip r:embed="rId374"/>
                <a:stretch>
                  <a:fillRect/>
                </a:stretch>
              </p:blipFill>
              <p:spPr>
                <a:xfrm>
                  <a:off x="5446440" y="3215160"/>
                  <a:ext cx="11412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375">
              <p14:nvContentPartPr>
                <p14:cNvPr id="225" name="Ink 224">
                  <a:extLst>
                    <a:ext uri="{FF2B5EF4-FFF2-40B4-BE49-F238E27FC236}">
                      <a16:creationId xmlns:a16="http://schemas.microsoft.com/office/drawing/2014/main" id="{7D6761F4-9D8B-E83D-5C8C-EF9E5002CE3F}"/>
                    </a:ext>
                  </a:extLst>
                </p14:cNvPr>
                <p14:cNvContentPartPr/>
                <p14:nvPr/>
              </p14:nvContentPartPr>
              <p14:xfrm>
                <a:off x="5645520" y="3201840"/>
                <a:ext cx="241920" cy="124200"/>
              </p14:xfrm>
            </p:contentPart>
          </mc:Choice>
          <mc:Fallback xmlns="">
            <p:pic>
              <p:nvPicPr>
                <p:cNvPr id="225" name="Ink 224">
                  <a:extLst>
                    <a:ext uri="{FF2B5EF4-FFF2-40B4-BE49-F238E27FC236}">
                      <a16:creationId xmlns:a16="http://schemas.microsoft.com/office/drawing/2014/main" id="{7D6761F4-9D8B-E83D-5C8C-EF9E5002CE3F}"/>
                    </a:ext>
                  </a:extLst>
                </p:cNvPr>
                <p:cNvPicPr/>
                <p:nvPr/>
              </p:nvPicPr>
              <p:blipFill>
                <a:blip r:embed="rId376"/>
                <a:stretch>
                  <a:fillRect/>
                </a:stretch>
              </p:blipFill>
              <p:spPr>
                <a:xfrm>
                  <a:off x="5636520" y="3193200"/>
                  <a:ext cx="259560" cy="141840"/>
                </a:xfrm>
                <a:prstGeom prst="rect">
                  <a:avLst/>
                </a:prstGeom>
              </p:spPr>
            </p:pic>
          </mc:Fallback>
        </mc:AlternateContent>
        <mc:AlternateContent xmlns:mc="http://schemas.openxmlformats.org/markup-compatibility/2006" xmlns:p14="http://schemas.microsoft.com/office/powerpoint/2010/main">
          <mc:Choice Requires="p14">
            <p:contentPart p14:bwMode="auto" r:id="rId377">
              <p14:nvContentPartPr>
                <p14:cNvPr id="226" name="Ink 225">
                  <a:extLst>
                    <a:ext uri="{FF2B5EF4-FFF2-40B4-BE49-F238E27FC236}">
                      <a16:creationId xmlns:a16="http://schemas.microsoft.com/office/drawing/2014/main" id="{63639D06-CC33-D8E4-EFDD-921BE2B124AE}"/>
                    </a:ext>
                  </a:extLst>
                </p14:cNvPr>
                <p14:cNvContentPartPr/>
                <p14:nvPr/>
              </p14:nvContentPartPr>
              <p14:xfrm>
                <a:off x="5978520" y="3154680"/>
                <a:ext cx="63360" cy="262800"/>
              </p14:xfrm>
            </p:contentPart>
          </mc:Choice>
          <mc:Fallback xmlns="">
            <p:pic>
              <p:nvPicPr>
                <p:cNvPr id="226" name="Ink 225">
                  <a:extLst>
                    <a:ext uri="{FF2B5EF4-FFF2-40B4-BE49-F238E27FC236}">
                      <a16:creationId xmlns:a16="http://schemas.microsoft.com/office/drawing/2014/main" id="{63639D06-CC33-D8E4-EFDD-921BE2B124AE}"/>
                    </a:ext>
                  </a:extLst>
                </p:cNvPr>
                <p:cNvPicPr/>
                <p:nvPr/>
              </p:nvPicPr>
              <p:blipFill>
                <a:blip r:embed="rId378"/>
                <a:stretch>
                  <a:fillRect/>
                </a:stretch>
              </p:blipFill>
              <p:spPr>
                <a:xfrm>
                  <a:off x="5969880" y="3145680"/>
                  <a:ext cx="81000" cy="280440"/>
                </a:xfrm>
                <a:prstGeom prst="rect">
                  <a:avLst/>
                </a:prstGeom>
              </p:spPr>
            </p:pic>
          </mc:Fallback>
        </mc:AlternateContent>
        <mc:AlternateContent xmlns:mc="http://schemas.openxmlformats.org/markup-compatibility/2006" xmlns:p14="http://schemas.microsoft.com/office/powerpoint/2010/main">
          <mc:Choice Requires="p14">
            <p:contentPart p14:bwMode="auto" r:id="rId379">
              <p14:nvContentPartPr>
                <p14:cNvPr id="227" name="Ink 226">
                  <a:extLst>
                    <a:ext uri="{FF2B5EF4-FFF2-40B4-BE49-F238E27FC236}">
                      <a16:creationId xmlns:a16="http://schemas.microsoft.com/office/drawing/2014/main" id="{201892AB-FABF-3A00-69F2-760E51D55CE1}"/>
                    </a:ext>
                  </a:extLst>
                </p14:cNvPr>
                <p14:cNvContentPartPr/>
                <p14:nvPr/>
              </p14:nvContentPartPr>
              <p14:xfrm>
                <a:off x="6017400" y="3213360"/>
                <a:ext cx="108000" cy="95760"/>
              </p14:xfrm>
            </p:contentPart>
          </mc:Choice>
          <mc:Fallback xmlns="">
            <p:pic>
              <p:nvPicPr>
                <p:cNvPr id="227" name="Ink 226">
                  <a:extLst>
                    <a:ext uri="{FF2B5EF4-FFF2-40B4-BE49-F238E27FC236}">
                      <a16:creationId xmlns:a16="http://schemas.microsoft.com/office/drawing/2014/main" id="{201892AB-FABF-3A00-69F2-760E51D55CE1}"/>
                    </a:ext>
                  </a:extLst>
                </p:cNvPr>
                <p:cNvPicPr/>
                <p:nvPr/>
              </p:nvPicPr>
              <p:blipFill>
                <a:blip r:embed="rId380"/>
                <a:stretch>
                  <a:fillRect/>
                </a:stretch>
              </p:blipFill>
              <p:spPr>
                <a:xfrm>
                  <a:off x="6008760" y="3204360"/>
                  <a:ext cx="12564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381">
              <p14:nvContentPartPr>
                <p14:cNvPr id="230" name="Ink 229">
                  <a:extLst>
                    <a:ext uri="{FF2B5EF4-FFF2-40B4-BE49-F238E27FC236}">
                      <a16:creationId xmlns:a16="http://schemas.microsoft.com/office/drawing/2014/main" id="{4845239B-3A47-8045-59E0-F441DF003496}"/>
                    </a:ext>
                  </a:extLst>
                </p14:cNvPr>
                <p14:cNvContentPartPr/>
                <p14:nvPr/>
              </p14:nvContentPartPr>
              <p14:xfrm>
                <a:off x="1599480" y="3718800"/>
                <a:ext cx="169560" cy="32400"/>
              </p14:xfrm>
            </p:contentPart>
          </mc:Choice>
          <mc:Fallback xmlns="">
            <p:pic>
              <p:nvPicPr>
                <p:cNvPr id="230" name="Ink 229">
                  <a:extLst>
                    <a:ext uri="{FF2B5EF4-FFF2-40B4-BE49-F238E27FC236}">
                      <a16:creationId xmlns:a16="http://schemas.microsoft.com/office/drawing/2014/main" id="{4845239B-3A47-8045-59E0-F441DF003496}"/>
                    </a:ext>
                  </a:extLst>
                </p:cNvPr>
                <p:cNvPicPr/>
                <p:nvPr/>
              </p:nvPicPr>
              <p:blipFill>
                <a:blip r:embed="rId382"/>
                <a:stretch>
                  <a:fillRect/>
                </a:stretch>
              </p:blipFill>
              <p:spPr>
                <a:xfrm>
                  <a:off x="1590840" y="3709800"/>
                  <a:ext cx="187200" cy="50040"/>
                </a:xfrm>
                <a:prstGeom prst="rect">
                  <a:avLst/>
                </a:prstGeom>
              </p:spPr>
            </p:pic>
          </mc:Fallback>
        </mc:AlternateContent>
        <mc:AlternateContent xmlns:mc="http://schemas.openxmlformats.org/markup-compatibility/2006" xmlns:p14="http://schemas.microsoft.com/office/powerpoint/2010/main">
          <mc:Choice Requires="p14">
            <p:contentPart p14:bwMode="auto" r:id="rId383">
              <p14:nvContentPartPr>
                <p14:cNvPr id="231" name="Ink 230">
                  <a:extLst>
                    <a:ext uri="{FF2B5EF4-FFF2-40B4-BE49-F238E27FC236}">
                      <a16:creationId xmlns:a16="http://schemas.microsoft.com/office/drawing/2014/main" id="{1DC6D1D4-7230-B5DB-B314-295E1A2876E3}"/>
                    </a:ext>
                  </a:extLst>
                </p14:cNvPr>
                <p14:cNvContentPartPr/>
                <p14:nvPr/>
              </p14:nvContentPartPr>
              <p14:xfrm>
                <a:off x="1662480" y="3735000"/>
                <a:ext cx="21240" cy="154800"/>
              </p14:xfrm>
            </p:contentPart>
          </mc:Choice>
          <mc:Fallback xmlns="">
            <p:pic>
              <p:nvPicPr>
                <p:cNvPr id="231" name="Ink 230">
                  <a:extLst>
                    <a:ext uri="{FF2B5EF4-FFF2-40B4-BE49-F238E27FC236}">
                      <a16:creationId xmlns:a16="http://schemas.microsoft.com/office/drawing/2014/main" id="{1DC6D1D4-7230-B5DB-B314-295E1A2876E3}"/>
                    </a:ext>
                  </a:extLst>
                </p:cNvPr>
                <p:cNvPicPr/>
                <p:nvPr/>
              </p:nvPicPr>
              <p:blipFill>
                <a:blip r:embed="rId384"/>
                <a:stretch>
                  <a:fillRect/>
                </a:stretch>
              </p:blipFill>
              <p:spPr>
                <a:xfrm>
                  <a:off x="1653480" y="3726360"/>
                  <a:ext cx="3888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385">
              <p14:nvContentPartPr>
                <p14:cNvPr id="232" name="Ink 231">
                  <a:extLst>
                    <a:ext uri="{FF2B5EF4-FFF2-40B4-BE49-F238E27FC236}">
                      <a16:creationId xmlns:a16="http://schemas.microsoft.com/office/drawing/2014/main" id="{58CDC3EA-AD01-F753-4A3E-63F34E648079}"/>
                    </a:ext>
                  </a:extLst>
                </p14:cNvPr>
                <p14:cNvContentPartPr/>
                <p14:nvPr/>
              </p14:nvContentPartPr>
              <p14:xfrm>
                <a:off x="1771920" y="3847320"/>
                <a:ext cx="12240" cy="97560"/>
              </p14:xfrm>
            </p:contentPart>
          </mc:Choice>
          <mc:Fallback xmlns="">
            <p:pic>
              <p:nvPicPr>
                <p:cNvPr id="232" name="Ink 231">
                  <a:extLst>
                    <a:ext uri="{FF2B5EF4-FFF2-40B4-BE49-F238E27FC236}">
                      <a16:creationId xmlns:a16="http://schemas.microsoft.com/office/drawing/2014/main" id="{58CDC3EA-AD01-F753-4A3E-63F34E648079}"/>
                    </a:ext>
                  </a:extLst>
                </p:cNvPr>
                <p:cNvPicPr/>
                <p:nvPr/>
              </p:nvPicPr>
              <p:blipFill>
                <a:blip r:embed="rId386"/>
                <a:stretch>
                  <a:fillRect/>
                </a:stretch>
              </p:blipFill>
              <p:spPr>
                <a:xfrm>
                  <a:off x="1762920" y="3838320"/>
                  <a:ext cx="29880" cy="115200"/>
                </a:xfrm>
                <a:prstGeom prst="rect">
                  <a:avLst/>
                </a:prstGeom>
              </p:spPr>
            </p:pic>
          </mc:Fallback>
        </mc:AlternateContent>
        <mc:AlternateContent xmlns:mc="http://schemas.openxmlformats.org/markup-compatibility/2006" xmlns:p14="http://schemas.microsoft.com/office/powerpoint/2010/main">
          <mc:Choice Requires="p14">
            <p:contentPart p14:bwMode="auto" r:id="rId387">
              <p14:nvContentPartPr>
                <p14:cNvPr id="234" name="Ink 233">
                  <a:extLst>
                    <a:ext uri="{FF2B5EF4-FFF2-40B4-BE49-F238E27FC236}">
                      <a16:creationId xmlns:a16="http://schemas.microsoft.com/office/drawing/2014/main" id="{BE5A4A66-7B01-EEAE-AD08-0593DBD34E5D}"/>
                    </a:ext>
                  </a:extLst>
                </p14:cNvPr>
                <p14:cNvContentPartPr/>
                <p14:nvPr/>
              </p14:nvContentPartPr>
              <p14:xfrm>
                <a:off x="2558160" y="3652560"/>
                <a:ext cx="221400" cy="21240"/>
              </p14:xfrm>
            </p:contentPart>
          </mc:Choice>
          <mc:Fallback xmlns="">
            <p:pic>
              <p:nvPicPr>
                <p:cNvPr id="234" name="Ink 233">
                  <a:extLst>
                    <a:ext uri="{FF2B5EF4-FFF2-40B4-BE49-F238E27FC236}">
                      <a16:creationId xmlns:a16="http://schemas.microsoft.com/office/drawing/2014/main" id="{BE5A4A66-7B01-EEAE-AD08-0593DBD34E5D}"/>
                    </a:ext>
                  </a:extLst>
                </p:cNvPr>
                <p:cNvPicPr/>
                <p:nvPr/>
              </p:nvPicPr>
              <p:blipFill>
                <a:blip r:embed="rId388"/>
                <a:stretch>
                  <a:fillRect/>
                </a:stretch>
              </p:blipFill>
              <p:spPr>
                <a:xfrm>
                  <a:off x="2549160" y="3643920"/>
                  <a:ext cx="23904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389">
              <p14:nvContentPartPr>
                <p14:cNvPr id="235" name="Ink 234">
                  <a:extLst>
                    <a:ext uri="{FF2B5EF4-FFF2-40B4-BE49-F238E27FC236}">
                      <a16:creationId xmlns:a16="http://schemas.microsoft.com/office/drawing/2014/main" id="{BC9CF997-81F0-E9AC-02BE-0D8B6C7EA61C}"/>
                    </a:ext>
                  </a:extLst>
                </p14:cNvPr>
                <p14:cNvContentPartPr/>
                <p14:nvPr/>
              </p14:nvContentPartPr>
              <p14:xfrm>
                <a:off x="2650680" y="3687120"/>
                <a:ext cx="15480" cy="153720"/>
              </p14:xfrm>
            </p:contentPart>
          </mc:Choice>
          <mc:Fallback xmlns="">
            <p:pic>
              <p:nvPicPr>
                <p:cNvPr id="235" name="Ink 234">
                  <a:extLst>
                    <a:ext uri="{FF2B5EF4-FFF2-40B4-BE49-F238E27FC236}">
                      <a16:creationId xmlns:a16="http://schemas.microsoft.com/office/drawing/2014/main" id="{BC9CF997-81F0-E9AC-02BE-0D8B6C7EA61C}"/>
                    </a:ext>
                  </a:extLst>
                </p:cNvPr>
                <p:cNvPicPr/>
                <p:nvPr/>
              </p:nvPicPr>
              <p:blipFill>
                <a:blip r:embed="rId390"/>
                <a:stretch>
                  <a:fillRect/>
                </a:stretch>
              </p:blipFill>
              <p:spPr>
                <a:xfrm>
                  <a:off x="2641680" y="3678480"/>
                  <a:ext cx="33120" cy="171360"/>
                </a:xfrm>
                <a:prstGeom prst="rect">
                  <a:avLst/>
                </a:prstGeom>
              </p:spPr>
            </p:pic>
          </mc:Fallback>
        </mc:AlternateContent>
        <mc:AlternateContent xmlns:mc="http://schemas.openxmlformats.org/markup-compatibility/2006" xmlns:p14="http://schemas.microsoft.com/office/powerpoint/2010/main">
          <mc:Choice Requires="p14">
            <p:contentPart p14:bwMode="auto" r:id="rId391">
              <p14:nvContentPartPr>
                <p14:cNvPr id="236" name="Ink 235">
                  <a:extLst>
                    <a:ext uri="{FF2B5EF4-FFF2-40B4-BE49-F238E27FC236}">
                      <a16:creationId xmlns:a16="http://schemas.microsoft.com/office/drawing/2014/main" id="{107DB5D9-8314-6E57-26BE-D918660946FD}"/>
                    </a:ext>
                  </a:extLst>
                </p14:cNvPr>
                <p14:cNvContentPartPr/>
                <p14:nvPr/>
              </p14:nvContentPartPr>
              <p14:xfrm>
                <a:off x="2792160" y="3762720"/>
                <a:ext cx="9360" cy="115920"/>
              </p14:xfrm>
            </p:contentPart>
          </mc:Choice>
          <mc:Fallback xmlns="">
            <p:pic>
              <p:nvPicPr>
                <p:cNvPr id="236" name="Ink 235">
                  <a:extLst>
                    <a:ext uri="{FF2B5EF4-FFF2-40B4-BE49-F238E27FC236}">
                      <a16:creationId xmlns:a16="http://schemas.microsoft.com/office/drawing/2014/main" id="{107DB5D9-8314-6E57-26BE-D918660946FD}"/>
                    </a:ext>
                  </a:extLst>
                </p:cNvPr>
                <p:cNvPicPr/>
                <p:nvPr/>
              </p:nvPicPr>
              <p:blipFill>
                <a:blip r:embed="rId392"/>
                <a:stretch>
                  <a:fillRect/>
                </a:stretch>
              </p:blipFill>
              <p:spPr>
                <a:xfrm>
                  <a:off x="2783160" y="3754080"/>
                  <a:ext cx="2700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393">
              <p14:nvContentPartPr>
                <p14:cNvPr id="237" name="Ink 236">
                  <a:extLst>
                    <a:ext uri="{FF2B5EF4-FFF2-40B4-BE49-F238E27FC236}">
                      <a16:creationId xmlns:a16="http://schemas.microsoft.com/office/drawing/2014/main" id="{7F4D31BF-242E-152F-97C0-12651EC1BB8A}"/>
                    </a:ext>
                  </a:extLst>
                </p14:cNvPr>
                <p14:cNvContentPartPr/>
                <p14:nvPr/>
              </p14:nvContentPartPr>
              <p14:xfrm>
                <a:off x="2974680" y="3658680"/>
                <a:ext cx="82440" cy="200160"/>
              </p14:xfrm>
            </p:contentPart>
          </mc:Choice>
          <mc:Fallback xmlns="">
            <p:pic>
              <p:nvPicPr>
                <p:cNvPr id="237" name="Ink 236">
                  <a:extLst>
                    <a:ext uri="{FF2B5EF4-FFF2-40B4-BE49-F238E27FC236}">
                      <a16:creationId xmlns:a16="http://schemas.microsoft.com/office/drawing/2014/main" id="{7F4D31BF-242E-152F-97C0-12651EC1BB8A}"/>
                    </a:ext>
                  </a:extLst>
                </p:cNvPr>
                <p:cNvPicPr/>
                <p:nvPr/>
              </p:nvPicPr>
              <p:blipFill>
                <a:blip r:embed="rId394"/>
                <a:stretch>
                  <a:fillRect/>
                </a:stretch>
              </p:blipFill>
              <p:spPr>
                <a:xfrm>
                  <a:off x="2965680" y="3649680"/>
                  <a:ext cx="100080" cy="217800"/>
                </a:xfrm>
                <a:prstGeom prst="rect">
                  <a:avLst/>
                </a:prstGeom>
              </p:spPr>
            </p:pic>
          </mc:Fallback>
        </mc:AlternateContent>
        <mc:AlternateContent xmlns:mc="http://schemas.openxmlformats.org/markup-compatibility/2006" xmlns:p14="http://schemas.microsoft.com/office/powerpoint/2010/main">
          <mc:Choice Requires="p14">
            <p:contentPart p14:bwMode="auto" r:id="rId395">
              <p14:nvContentPartPr>
                <p14:cNvPr id="238" name="Ink 237">
                  <a:extLst>
                    <a:ext uri="{FF2B5EF4-FFF2-40B4-BE49-F238E27FC236}">
                      <a16:creationId xmlns:a16="http://schemas.microsoft.com/office/drawing/2014/main" id="{0C642D08-6446-9DDF-7E03-2D7F3845ADDF}"/>
                    </a:ext>
                  </a:extLst>
                </p14:cNvPr>
                <p14:cNvContentPartPr/>
                <p14:nvPr/>
              </p14:nvContentPartPr>
              <p14:xfrm>
                <a:off x="3161880" y="3673800"/>
                <a:ext cx="109800" cy="158040"/>
              </p14:xfrm>
            </p:contentPart>
          </mc:Choice>
          <mc:Fallback xmlns="">
            <p:pic>
              <p:nvPicPr>
                <p:cNvPr id="238" name="Ink 237">
                  <a:extLst>
                    <a:ext uri="{FF2B5EF4-FFF2-40B4-BE49-F238E27FC236}">
                      <a16:creationId xmlns:a16="http://schemas.microsoft.com/office/drawing/2014/main" id="{0C642D08-6446-9DDF-7E03-2D7F3845ADDF}"/>
                    </a:ext>
                  </a:extLst>
                </p:cNvPr>
                <p:cNvPicPr/>
                <p:nvPr/>
              </p:nvPicPr>
              <p:blipFill>
                <a:blip r:embed="rId396"/>
                <a:stretch>
                  <a:fillRect/>
                </a:stretch>
              </p:blipFill>
              <p:spPr>
                <a:xfrm>
                  <a:off x="3153240" y="3665160"/>
                  <a:ext cx="127440" cy="175680"/>
                </a:xfrm>
                <a:prstGeom prst="rect">
                  <a:avLst/>
                </a:prstGeom>
              </p:spPr>
            </p:pic>
          </mc:Fallback>
        </mc:AlternateContent>
        <mc:AlternateContent xmlns:mc="http://schemas.openxmlformats.org/markup-compatibility/2006" xmlns:p14="http://schemas.microsoft.com/office/powerpoint/2010/main">
          <mc:Choice Requires="p14">
            <p:contentPart p14:bwMode="auto" r:id="rId397">
              <p14:nvContentPartPr>
                <p14:cNvPr id="239" name="Ink 238">
                  <a:extLst>
                    <a:ext uri="{FF2B5EF4-FFF2-40B4-BE49-F238E27FC236}">
                      <a16:creationId xmlns:a16="http://schemas.microsoft.com/office/drawing/2014/main" id="{3609BDCD-F814-15E8-16A1-451A5B8ABE05}"/>
                    </a:ext>
                  </a:extLst>
                </p14:cNvPr>
                <p14:cNvContentPartPr/>
                <p14:nvPr/>
              </p14:nvContentPartPr>
              <p14:xfrm>
                <a:off x="3320280" y="3657240"/>
                <a:ext cx="134280" cy="136440"/>
              </p14:xfrm>
            </p:contentPart>
          </mc:Choice>
          <mc:Fallback xmlns="">
            <p:pic>
              <p:nvPicPr>
                <p:cNvPr id="239" name="Ink 238">
                  <a:extLst>
                    <a:ext uri="{FF2B5EF4-FFF2-40B4-BE49-F238E27FC236}">
                      <a16:creationId xmlns:a16="http://schemas.microsoft.com/office/drawing/2014/main" id="{3609BDCD-F814-15E8-16A1-451A5B8ABE05}"/>
                    </a:ext>
                  </a:extLst>
                </p:cNvPr>
                <p:cNvPicPr/>
                <p:nvPr/>
              </p:nvPicPr>
              <p:blipFill>
                <a:blip r:embed="rId398"/>
                <a:stretch>
                  <a:fillRect/>
                </a:stretch>
              </p:blipFill>
              <p:spPr>
                <a:xfrm>
                  <a:off x="3311640" y="3648240"/>
                  <a:ext cx="15192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399">
              <p14:nvContentPartPr>
                <p14:cNvPr id="240" name="Ink 239">
                  <a:extLst>
                    <a:ext uri="{FF2B5EF4-FFF2-40B4-BE49-F238E27FC236}">
                      <a16:creationId xmlns:a16="http://schemas.microsoft.com/office/drawing/2014/main" id="{3245E71E-C955-27C1-5118-4F8F07524B69}"/>
                    </a:ext>
                  </a:extLst>
                </p14:cNvPr>
                <p14:cNvContentPartPr/>
                <p14:nvPr/>
              </p14:nvContentPartPr>
              <p14:xfrm>
                <a:off x="3534120" y="3624840"/>
                <a:ext cx="143640" cy="169200"/>
              </p14:xfrm>
            </p:contentPart>
          </mc:Choice>
          <mc:Fallback xmlns="">
            <p:pic>
              <p:nvPicPr>
                <p:cNvPr id="240" name="Ink 239">
                  <a:extLst>
                    <a:ext uri="{FF2B5EF4-FFF2-40B4-BE49-F238E27FC236}">
                      <a16:creationId xmlns:a16="http://schemas.microsoft.com/office/drawing/2014/main" id="{3245E71E-C955-27C1-5118-4F8F07524B69}"/>
                    </a:ext>
                  </a:extLst>
                </p:cNvPr>
                <p:cNvPicPr/>
                <p:nvPr/>
              </p:nvPicPr>
              <p:blipFill>
                <a:blip r:embed="rId400"/>
                <a:stretch>
                  <a:fillRect/>
                </a:stretch>
              </p:blipFill>
              <p:spPr>
                <a:xfrm>
                  <a:off x="3525120" y="3616200"/>
                  <a:ext cx="16128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401">
              <p14:nvContentPartPr>
                <p14:cNvPr id="241" name="Ink 240">
                  <a:extLst>
                    <a:ext uri="{FF2B5EF4-FFF2-40B4-BE49-F238E27FC236}">
                      <a16:creationId xmlns:a16="http://schemas.microsoft.com/office/drawing/2014/main" id="{26033E25-2471-A6E9-C1B8-9F1E97DE1D19}"/>
                    </a:ext>
                  </a:extLst>
                </p14:cNvPr>
                <p14:cNvContentPartPr/>
                <p14:nvPr/>
              </p14:nvContentPartPr>
              <p14:xfrm>
                <a:off x="3740760" y="3609000"/>
                <a:ext cx="127080" cy="20160"/>
              </p14:xfrm>
            </p:contentPart>
          </mc:Choice>
          <mc:Fallback xmlns="">
            <p:pic>
              <p:nvPicPr>
                <p:cNvPr id="241" name="Ink 240">
                  <a:extLst>
                    <a:ext uri="{FF2B5EF4-FFF2-40B4-BE49-F238E27FC236}">
                      <a16:creationId xmlns:a16="http://schemas.microsoft.com/office/drawing/2014/main" id="{26033E25-2471-A6E9-C1B8-9F1E97DE1D19}"/>
                    </a:ext>
                  </a:extLst>
                </p:cNvPr>
                <p:cNvPicPr/>
                <p:nvPr/>
              </p:nvPicPr>
              <p:blipFill>
                <a:blip r:embed="rId402"/>
                <a:stretch>
                  <a:fillRect/>
                </a:stretch>
              </p:blipFill>
              <p:spPr>
                <a:xfrm>
                  <a:off x="3732120" y="3600000"/>
                  <a:ext cx="14472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403">
              <p14:nvContentPartPr>
                <p14:cNvPr id="242" name="Ink 241">
                  <a:extLst>
                    <a:ext uri="{FF2B5EF4-FFF2-40B4-BE49-F238E27FC236}">
                      <a16:creationId xmlns:a16="http://schemas.microsoft.com/office/drawing/2014/main" id="{E9CB710C-8DC1-1274-E022-CCEE8E24742F}"/>
                    </a:ext>
                  </a:extLst>
                </p14:cNvPr>
                <p14:cNvContentPartPr/>
                <p14:nvPr/>
              </p14:nvContentPartPr>
              <p14:xfrm>
                <a:off x="3705120" y="3655080"/>
                <a:ext cx="154800" cy="125280"/>
              </p14:xfrm>
            </p:contentPart>
          </mc:Choice>
          <mc:Fallback xmlns="">
            <p:pic>
              <p:nvPicPr>
                <p:cNvPr id="242" name="Ink 241">
                  <a:extLst>
                    <a:ext uri="{FF2B5EF4-FFF2-40B4-BE49-F238E27FC236}">
                      <a16:creationId xmlns:a16="http://schemas.microsoft.com/office/drawing/2014/main" id="{E9CB710C-8DC1-1274-E022-CCEE8E24742F}"/>
                    </a:ext>
                  </a:extLst>
                </p:cNvPr>
                <p:cNvPicPr/>
                <p:nvPr/>
              </p:nvPicPr>
              <p:blipFill>
                <a:blip r:embed="rId404"/>
                <a:stretch>
                  <a:fillRect/>
                </a:stretch>
              </p:blipFill>
              <p:spPr>
                <a:xfrm>
                  <a:off x="3696480" y="3646440"/>
                  <a:ext cx="172440" cy="142920"/>
                </a:xfrm>
                <a:prstGeom prst="rect">
                  <a:avLst/>
                </a:prstGeom>
              </p:spPr>
            </p:pic>
          </mc:Fallback>
        </mc:AlternateContent>
        <mc:AlternateContent xmlns:mc="http://schemas.openxmlformats.org/markup-compatibility/2006" xmlns:p14="http://schemas.microsoft.com/office/powerpoint/2010/main">
          <mc:Choice Requires="p14">
            <p:contentPart p14:bwMode="auto" r:id="rId405">
              <p14:nvContentPartPr>
                <p14:cNvPr id="243" name="Ink 242">
                  <a:extLst>
                    <a:ext uri="{FF2B5EF4-FFF2-40B4-BE49-F238E27FC236}">
                      <a16:creationId xmlns:a16="http://schemas.microsoft.com/office/drawing/2014/main" id="{898DCF29-8F1E-F1F1-80F5-0EBA8EC766F8}"/>
                    </a:ext>
                  </a:extLst>
                </p14:cNvPr>
                <p14:cNvContentPartPr/>
                <p14:nvPr/>
              </p14:nvContentPartPr>
              <p14:xfrm>
                <a:off x="3949200" y="3588120"/>
                <a:ext cx="80640" cy="49320"/>
              </p14:xfrm>
            </p:contentPart>
          </mc:Choice>
          <mc:Fallback xmlns="">
            <p:pic>
              <p:nvPicPr>
                <p:cNvPr id="243" name="Ink 242">
                  <a:extLst>
                    <a:ext uri="{FF2B5EF4-FFF2-40B4-BE49-F238E27FC236}">
                      <a16:creationId xmlns:a16="http://schemas.microsoft.com/office/drawing/2014/main" id="{898DCF29-8F1E-F1F1-80F5-0EBA8EC766F8}"/>
                    </a:ext>
                  </a:extLst>
                </p:cNvPr>
                <p:cNvPicPr/>
                <p:nvPr/>
              </p:nvPicPr>
              <p:blipFill>
                <a:blip r:embed="rId406"/>
                <a:stretch>
                  <a:fillRect/>
                </a:stretch>
              </p:blipFill>
              <p:spPr>
                <a:xfrm>
                  <a:off x="3940200" y="3579120"/>
                  <a:ext cx="9828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407">
              <p14:nvContentPartPr>
                <p14:cNvPr id="244" name="Ink 243">
                  <a:extLst>
                    <a:ext uri="{FF2B5EF4-FFF2-40B4-BE49-F238E27FC236}">
                      <a16:creationId xmlns:a16="http://schemas.microsoft.com/office/drawing/2014/main" id="{5E60E128-2B33-C92F-3ED4-0FB7508E8536}"/>
                    </a:ext>
                  </a:extLst>
                </p14:cNvPr>
                <p14:cNvContentPartPr/>
                <p14:nvPr/>
              </p14:nvContentPartPr>
              <p14:xfrm>
                <a:off x="2341080" y="3785400"/>
                <a:ext cx="123120" cy="32760"/>
              </p14:xfrm>
            </p:contentPart>
          </mc:Choice>
          <mc:Fallback xmlns="">
            <p:pic>
              <p:nvPicPr>
                <p:cNvPr id="244" name="Ink 243">
                  <a:extLst>
                    <a:ext uri="{FF2B5EF4-FFF2-40B4-BE49-F238E27FC236}">
                      <a16:creationId xmlns:a16="http://schemas.microsoft.com/office/drawing/2014/main" id="{5E60E128-2B33-C92F-3ED4-0FB7508E8536}"/>
                    </a:ext>
                  </a:extLst>
                </p:cNvPr>
                <p:cNvPicPr/>
                <p:nvPr/>
              </p:nvPicPr>
              <p:blipFill>
                <a:blip r:embed="rId408"/>
                <a:stretch>
                  <a:fillRect/>
                </a:stretch>
              </p:blipFill>
              <p:spPr>
                <a:xfrm>
                  <a:off x="2332440" y="3776400"/>
                  <a:ext cx="14076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409">
              <p14:nvContentPartPr>
                <p14:cNvPr id="246" name="Ink 245">
                  <a:extLst>
                    <a:ext uri="{FF2B5EF4-FFF2-40B4-BE49-F238E27FC236}">
                      <a16:creationId xmlns:a16="http://schemas.microsoft.com/office/drawing/2014/main" id="{81A21ACC-99B7-151C-C9AE-63E0002C9B8F}"/>
                    </a:ext>
                  </a:extLst>
                </p14:cNvPr>
                <p14:cNvContentPartPr/>
                <p14:nvPr/>
              </p14:nvContentPartPr>
              <p14:xfrm>
                <a:off x="4788360" y="3640680"/>
                <a:ext cx="176760" cy="21240"/>
              </p14:xfrm>
            </p:contentPart>
          </mc:Choice>
          <mc:Fallback xmlns="">
            <p:pic>
              <p:nvPicPr>
                <p:cNvPr id="246" name="Ink 245">
                  <a:extLst>
                    <a:ext uri="{FF2B5EF4-FFF2-40B4-BE49-F238E27FC236}">
                      <a16:creationId xmlns:a16="http://schemas.microsoft.com/office/drawing/2014/main" id="{81A21ACC-99B7-151C-C9AE-63E0002C9B8F}"/>
                    </a:ext>
                  </a:extLst>
                </p:cNvPr>
                <p:cNvPicPr/>
                <p:nvPr/>
              </p:nvPicPr>
              <p:blipFill>
                <a:blip r:embed="rId410"/>
                <a:stretch>
                  <a:fillRect/>
                </a:stretch>
              </p:blipFill>
              <p:spPr>
                <a:xfrm>
                  <a:off x="4779360" y="3632040"/>
                  <a:ext cx="19440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411">
              <p14:nvContentPartPr>
                <p14:cNvPr id="247" name="Ink 246">
                  <a:extLst>
                    <a:ext uri="{FF2B5EF4-FFF2-40B4-BE49-F238E27FC236}">
                      <a16:creationId xmlns:a16="http://schemas.microsoft.com/office/drawing/2014/main" id="{A088B420-CD62-2A97-2D17-26554A7B934B}"/>
                    </a:ext>
                  </a:extLst>
                </p14:cNvPr>
                <p14:cNvContentPartPr/>
                <p14:nvPr/>
              </p14:nvContentPartPr>
              <p14:xfrm>
                <a:off x="4843440" y="3652560"/>
                <a:ext cx="18360" cy="157680"/>
              </p14:xfrm>
            </p:contentPart>
          </mc:Choice>
          <mc:Fallback xmlns="">
            <p:pic>
              <p:nvPicPr>
                <p:cNvPr id="247" name="Ink 246">
                  <a:extLst>
                    <a:ext uri="{FF2B5EF4-FFF2-40B4-BE49-F238E27FC236}">
                      <a16:creationId xmlns:a16="http://schemas.microsoft.com/office/drawing/2014/main" id="{A088B420-CD62-2A97-2D17-26554A7B934B}"/>
                    </a:ext>
                  </a:extLst>
                </p:cNvPr>
                <p:cNvPicPr/>
                <p:nvPr/>
              </p:nvPicPr>
              <p:blipFill>
                <a:blip r:embed="rId412"/>
                <a:stretch>
                  <a:fillRect/>
                </a:stretch>
              </p:blipFill>
              <p:spPr>
                <a:xfrm>
                  <a:off x="4834440" y="3643920"/>
                  <a:ext cx="3600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413">
              <p14:nvContentPartPr>
                <p14:cNvPr id="248" name="Ink 247">
                  <a:extLst>
                    <a:ext uri="{FF2B5EF4-FFF2-40B4-BE49-F238E27FC236}">
                      <a16:creationId xmlns:a16="http://schemas.microsoft.com/office/drawing/2014/main" id="{5BB6E953-66D4-83F6-358F-F8267E1B9F85}"/>
                    </a:ext>
                  </a:extLst>
                </p14:cNvPr>
                <p14:cNvContentPartPr/>
                <p14:nvPr/>
              </p14:nvContentPartPr>
              <p14:xfrm>
                <a:off x="5015520" y="3702600"/>
                <a:ext cx="12600" cy="127080"/>
              </p14:xfrm>
            </p:contentPart>
          </mc:Choice>
          <mc:Fallback xmlns="">
            <p:pic>
              <p:nvPicPr>
                <p:cNvPr id="248" name="Ink 247">
                  <a:extLst>
                    <a:ext uri="{FF2B5EF4-FFF2-40B4-BE49-F238E27FC236}">
                      <a16:creationId xmlns:a16="http://schemas.microsoft.com/office/drawing/2014/main" id="{5BB6E953-66D4-83F6-358F-F8267E1B9F85}"/>
                    </a:ext>
                  </a:extLst>
                </p:cNvPr>
                <p:cNvPicPr/>
                <p:nvPr/>
              </p:nvPicPr>
              <p:blipFill>
                <a:blip r:embed="rId414"/>
                <a:stretch>
                  <a:fillRect/>
                </a:stretch>
              </p:blipFill>
              <p:spPr>
                <a:xfrm>
                  <a:off x="5006520" y="3693960"/>
                  <a:ext cx="30240"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415">
              <p14:nvContentPartPr>
                <p14:cNvPr id="249" name="Ink 248">
                  <a:extLst>
                    <a:ext uri="{FF2B5EF4-FFF2-40B4-BE49-F238E27FC236}">
                      <a16:creationId xmlns:a16="http://schemas.microsoft.com/office/drawing/2014/main" id="{F316C0EA-CC6D-FA3F-000D-2BF93C1677A2}"/>
                    </a:ext>
                  </a:extLst>
                </p14:cNvPr>
                <p14:cNvContentPartPr/>
                <p14:nvPr/>
              </p14:nvContentPartPr>
              <p14:xfrm>
                <a:off x="5134320" y="3643560"/>
                <a:ext cx="121320" cy="129960"/>
              </p14:xfrm>
            </p:contentPart>
          </mc:Choice>
          <mc:Fallback xmlns="">
            <p:pic>
              <p:nvPicPr>
                <p:cNvPr id="249" name="Ink 248">
                  <a:extLst>
                    <a:ext uri="{FF2B5EF4-FFF2-40B4-BE49-F238E27FC236}">
                      <a16:creationId xmlns:a16="http://schemas.microsoft.com/office/drawing/2014/main" id="{F316C0EA-CC6D-FA3F-000D-2BF93C1677A2}"/>
                    </a:ext>
                  </a:extLst>
                </p:cNvPr>
                <p:cNvPicPr/>
                <p:nvPr/>
              </p:nvPicPr>
              <p:blipFill>
                <a:blip r:embed="rId416"/>
                <a:stretch>
                  <a:fillRect/>
                </a:stretch>
              </p:blipFill>
              <p:spPr>
                <a:xfrm>
                  <a:off x="5125680" y="3634560"/>
                  <a:ext cx="138960" cy="147600"/>
                </a:xfrm>
                <a:prstGeom prst="rect">
                  <a:avLst/>
                </a:prstGeom>
              </p:spPr>
            </p:pic>
          </mc:Fallback>
        </mc:AlternateContent>
        <mc:AlternateContent xmlns:mc="http://schemas.openxmlformats.org/markup-compatibility/2006" xmlns:p14="http://schemas.microsoft.com/office/powerpoint/2010/main">
          <mc:Choice Requires="p14">
            <p:contentPart p14:bwMode="auto" r:id="rId417">
              <p14:nvContentPartPr>
                <p14:cNvPr id="250" name="Ink 249">
                  <a:extLst>
                    <a:ext uri="{FF2B5EF4-FFF2-40B4-BE49-F238E27FC236}">
                      <a16:creationId xmlns:a16="http://schemas.microsoft.com/office/drawing/2014/main" id="{4702F237-2B67-D1A0-36FF-F24F8FDC4784}"/>
                    </a:ext>
                  </a:extLst>
                </p14:cNvPr>
                <p14:cNvContentPartPr/>
                <p14:nvPr/>
              </p14:nvContentPartPr>
              <p14:xfrm>
                <a:off x="5351400" y="3670200"/>
                <a:ext cx="3960" cy="107640"/>
              </p14:xfrm>
            </p:contentPart>
          </mc:Choice>
          <mc:Fallback xmlns="">
            <p:pic>
              <p:nvPicPr>
                <p:cNvPr id="250" name="Ink 249">
                  <a:extLst>
                    <a:ext uri="{FF2B5EF4-FFF2-40B4-BE49-F238E27FC236}">
                      <a16:creationId xmlns:a16="http://schemas.microsoft.com/office/drawing/2014/main" id="{4702F237-2B67-D1A0-36FF-F24F8FDC4784}"/>
                    </a:ext>
                  </a:extLst>
                </p:cNvPr>
                <p:cNvPicPr/>
                <p:nvPr/>
              </p:nvPicPr>
              <p:blipFill>
                <a:blip r:embed="rId418"/>
                <a:stretch>
                  <a:fillRect/>
                </a:stretch>
              </p:blipFill>
              <p:spPr>
                <a:xfrm>
                  <a:off x="5342400" y="3661200"/>
                  <a:ext cx="2160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419">
              <p14:nvContentPartPr>
                <p14:cNvPr id="251" name="Ink 250">
                  <a:extLst>
                    <a:ext uri="{FF2B5EF4-FFF2-40B4-BE49-F238E27FC236}">
                      <a16:creationId xmlns:a16="http://schemas.microsoft.com/office/drawing/2014/main" id="{694CADA7-4F1C-12A6-E2DB-D765C325F3D1}"/>
                    </a:ext>
                  </a:extLst>
                </p14:cNvPr>
                <p14:cNvContentPartPr/>
                <p14:nvPr/>
              </p14:nvContentPartPr>
              <p14:xfrm>
                <a:off x="5343840" y="3633840"/>
                <a:ext cx="8280" cy="2520"/>
              </p14:xfrm>
            </p:contentPart>
          </mc:Choice>
          <mc:Fallback xmlns="">
            <p:pic>
              <p:nvPicPr>
                <p:cNvPr id="251" name="Ink 250">
                  <a:extLst>
                    <a:ext uri="{FF2B5EF4-FFF2-40B4-BE49-F238E27FC236}">
                      <a16:creationId xmlns:a16="http://schemas.microsoft.com/office/drawing/2014/main" id="{694CADA7-4F1C-12A6-E2DB-D765C325F3D1}"/>
                    </a:ext>
                  </a:extLst>
                </p:cNvPr>
                <p:cNvPicPr/>
                <p:nvPr/>
              </p:nvPicPr>
              <p:blipFill>
                <a:blip r:embed="rId420"/>
                <a:stretch>
                  <a:fillRect/>
                </a:stretch>
              </p:blipFill>
              <p:spPr>
                <a:xfrm>
                  <a:off x="5334840" y="3625200"/>
                  <a:ext cx="2592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421">
              <p14:nvContentPartPr>
                <p14:cNvPr id="252" name="Ink 251">
                  <a:extLst>
                    <a:ext uri="{FF2B5EF4-FFF2-40B4-BE49-F238E27FC236}">
                      <a16:creationId xmlns:a16="http://schemas.microsoft.com/office/drawing/2014/main" id="{B6427386-B797-5133-CE13-ADB6E607A6FD}"/>
                    </a:ext>
                  </a:extLst>
                </p14:cNvPr>
                <p14:cNvContentPartPr/>
                <p14:nvPr/>
              </p14:nvContentPartPr>
              <p14:xfrm>
                <a:off x="5452200" y="3645360"/>
                <a:ext cx="133560" cy="91800"/>
              </p14:xfrm>
            </p:contentPart>
          </mc:Choice>
          <mc:Fallback xmlns="">
            <p:pic>
              <p:nvPicPr>
                <p:cNvPr id="252" name="Ink 251">
                  <a:extLst>
                    <a:ext uri="{FF2B5EF4-FFF2-40B4-BE49-F238E27FC236}">
                      <a16:creationId xmlns:a16="http://schemas.microsoft.com/office/drawing/2014/main" id="{B6427386-B797-5133-CE13-ADB6E607A6FD}"/>
                    </a:ext>
                  </a:extLst>
                </p:cNvPr>
                <p:cNvPicPr/>
                <p:nvPr/>
              </p:nvPicPr>
              <p:blipFill>
                <a:blip r:embed="rId422"/>
                <a:stretch>
                  <a:fillRect/>
                </a:stretch>
              </p:blipFill>
              <p:spPr>
                <a:xfrm>
                  <a:off x="5443200" y="3636720"/>
                  <a:ext cx="15120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423">
              <p14:nvContentPartPr>
                <p14:cNvPr id="253" name="Ink 252">
                  <a:extLst>
                    <a:ext uri="{FF2B5EF4-FFF2-40B4-BE49-F238E27FC236}">
                      <a16:creationId xmlns:a16="http://schemas.microsoft.com/office/drawing/2014/main" id="{348B7AF8-5236-F3CE-7778-B08A8102A5BB}"/>
                    </a:ext>
                  </a:extLst>
                </p14:cNvPr>
                <p14:cNvContentPartPr/>
                <p14:nvPr/>
              </p14:nvContentPartPr>
              <p14:xfrm>
                <a:off x="5714640" y="3614760"/>
                <a:ext cx="126360" cy="141840"/>
              </p14:xfrm>
            </p:contentPart>
          </mc:Choice>
          <mc:Fallback xmlns="">
            <p:pic>
              <p:nvPicPr>
                <p:cNvPr id="253" name="Ink 252">
                  <a:extLst>
                    <a:ext uri="{FF2B5EF4-FFF2-40B4-BE49-F238E27FC236}">
                      <a16:creationId xmlns:a16="http://schemas.microsoft.com/office/drawing/2014/main" id="{348B7AF8-5236-F3CE-7778-B08A8102A5BB}"/>
                    </a:ext>
                  </a:extLst>
                </p:cNvPr>
                <p:cNvPicPr/>
                <p:nvPr/>
              </p:nvPicPr>
              <p:blipFill>
                <a:blip r:embed="rId424"/>
                <a:stretch>
                  <a:fillRect/>
                </a:stretch>
              </p:blipFill>
              <p:spPr>
                <a:xfrm>
                  <a:off x="5706000" y="3606120"/>
                  <a:ext cx="144000"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425">
              <p14:nvContentPartPr>
                <p14:cNvPr id="254" name="Ink 253">
                  <a:extLst>
                    <a:ext uri="{FF2B5EF4-FFF2-40B4-BE49-F238E27FC236}">
                      <a16:creationId xmlns:a16="http://schemas.microsoft.com/office/drawing/2014/main" id="{C1459FDB-E6D8-39FD-3292-B88F1AA51CC9}"/>
                    </a:ext>
                  </a:extLst>
                </p14:cNvPr>
                <p14:cNvContentPartPr/>
                <p14:nvPr/>
              </p14:nvContentPartPr>
              <p14:xfrm>
                <a:off x="5938200" y="3601440"/>
                <a:ext cx="122040" cy="20520"/>
              </p14:xfrm>
            </p:contentPart>
          </mc:Choice>
          <mc:Fallback xmlns="">
            <p:pic>
              <p:nvPicPr>
                <p:cNvPr id="254" name="Ink 253">
                  <a:extLst>
                    <a:ext uri="{FF2B5EF4-FFF2-40B4-BE49-F238E27FC236}">
                      <a16:creationId xmlns:a16="http://schemas.microsoft.com/office/drawing/2014/main" id="{C1459FDB-E6D8-39FD-3292-B88F1AA51CC9}"/>
                    </a:ext>
                  </a:extLst>
                </p:cNvPr>
                <p:cNvPicPr/>
                <p:nvPr/>
              </p:nvPicPr>
              <p:blipFill>
                <a:blip r:embed="rId426"/>
                <a:stretch>
                  <a:fillRect/>
                </a:stretch>
              </p:blipFill>
              <p:spPr>
                <a:xfrm>
                  <a:off x="5929200" y="3592440"/>
                  <a:ext cx="13968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427">
              <p14:nvContentPartPr>
                <p14:cNvPr id="255" name="Ink 254">
                  <a:extLst>
                    <a:ext uri="{FF2B5EF4-FFF2-40B4-BE49-F238E27FC236}">
                      <a16:creationId xmlns:a16="http://schemas.microsoft.com/office/drawing/2014/main" id="{80B139D7-3BC5-63EC-00C4-A40D2A019778}"/>
                    </a:ext>
                  </a:extLst>
                </p14:cNvPr>
                <p14:cNvContentPartPr/>
                <p14:nvPr/>
              </p14:nvContentPartPr>
              <p14:xfrm>
                <a:off x="5889600" y="3611880"/>
                <a:ext cx="128520" cy="122760"/>
              </p14:xfrm>
            </p:contentPart>
          </mc:Choice>
          <mc:Fallback xmlns="">
            <p:pic>
              <p:nvPicPr>
                <p:cNvPr id="255" name="Ink 254">
                  <a:extLst>
                    <a:ext uri="{FF2B5EF4-FFF2-40B4-BE49-F238E27FC236}">
                      <a16:creationId xmlns:a16="http://schemas.microsoft.com/office/drawing/2014/main" id="{80B139D7-3BC5-63EC-00C4-A40D2A019778}"/>
                    </a:ext>
                  </a:extLst>
                </p:cNvPr>
                <p:cNvPicPr/>
                <p:nvPr/>
              </p:nvPicPr>
              <p:blipFill>
                <a:blip r:embed="rId428"/>
                <a:stretch>
                  <a:fillRect/>
                </a:stretch>
              </p:blipFill>
              <p:spPr>
                <a:xfrm>
                  <a:off x="5880960" y="3603240"/>
                  <a:ext cx="14616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429">
              <p14:nvContentPartPr>
                <p14:cNvPr id="256" name="Ink 255">
                  <a:extLst>
                    <a:ext uri="{FF2B5EF4-FFF2-40B4-BE49-F238E27FC236}">
                      <a16:creationId xmlns:a16="http://schemas.microsoft.com/office/drawing/2014/main" id="{C38E47CB-982E-6FA7-46D2-FD0D340038ED}"/>
                    </a:ext>
                  </a:extLst>
                </p14:cNvPr>
                <p14:cNvContentPartPr/>
                <p14:nvPr/>
              </p14:nvContentPartPr>
              <p14:xfrm>
                <a:off x="6167160" y="3581280"/>
                <a:ext cx="68760" cy="39600"/>
              </p14:xfrm>
            </p:contentPart>
          </mc:Choice>
          <mc:Fallback xmlns="">
            <p:pic>
              <p:nvPicPr>
                <p:cNvPr id="256" name="Ink 255">
                  <a:extLst>
                    <a:ext uri="{FF2B5EF4-FFF2-40B4-BE49-F238E27FC236}">
                      <a16:creationId xmlns:a16="http://schemas.microsoft.com/office/drawing/2014/main" id="{C38E47CB-982E-6FA7-46D2-FD0D340038ED}"/>
                    </a:ext>
                  </a:extLst>
                </p:cNvPr>
                <p:cNvPicPr/>
                <p:nvPr/>
              </p:nvPicPr>
              <p:blipFill>
                <a:blip r:embed="rId430"/>
                <a:stretch>
                  <a:fillRect/>
                </a:stretch>
              </p:blipFill>
              <p:spPr>
                <a:xfrm>
                  <a:off x="6158160" y="3572280"/>
                  <a:ext cx="86400" cy="57240"/>
                </a:xfrm>
                <a:prstGeom prst="rect">
                  <a:avLst/>
                </a:prstGeom>
              </p:spPr>
            </p:pic>
          </mc:Fallback>
        </mc:AlternateContent>
        <mc:AlternateContent xmlns:mc="http://schemas.openxmlformats.org/markup-compatibility/2006" xmlns:p14="http://schemas.microsoft.com/office/powerpoint/2010/main">
          <mc:Choice Requires="p14">
            <p:contentPart p14:bwMode="auto" r:id="rId431">
              <p14:nvContentPartPr>
                <p14:cNvPr id="258" name="Ink 257">
                  <a:extLst>
                    <a:ext uri="{FF2B5EF4-FFF2-40B4-BE49-F238E27FC236}">
                      <a16:creationId xmlns:a16="http://schemas.microsoft.com/office/drawing/2014/main" id="{B185DBB9-7379-D38B-E92C-932F8AE3C987}"/>
                    </a:ext>
                  </a:extLst>
                </p14:cNvPr>
                <p14:cNvContentPartPr/>
                <p14:nvPr/>
              </p14:nvContentPartPr>
              <p14:xfrm>
                <a:off x="1375200" y="3900960"/>
                <a:ext cx="5324760" cy="173520"/>
              </p14:xfrm>
            </p:contentPart>
          </mc:Choice>
          <mc:Fallback xmlns="">
            <p:pic>
              <p:nvPicPr>
                <p:cNvPr id="258" name="Ink 257">
                  <a:extLst>
                    <a:ext uri="{FF2B5EF4-FFF2-40B4-BE49-F238E27FC236}">
                      <a16:creationId xmlns:a16="http://schemas.microsoft.com/office/drawing/2014/main" id="{B185DBB9-7379-D38B-E92C-932F8AE3C987}"/>
                    </a:ext>
                  </a:extLst>
                </p:cNvPr>
                <p:cNvPicPr/>
                <p:nvPr/>
              </p:nvPicPr>
              <p:blipFill>
                <a:blip r:embed="rId432"/>
                <a:stretch>
                  <a:fillRect/>
                </a:stretch>
              </p:blipFill>
              <p:spPr>
                <a:xfrm>
                  <a:off x="1366560" y="3891960"/>
                  <a:ext cx="5342400" cy="191160"/>
                </a:xfrm>
                <a:prstGeom prst="rect">
                  <a:avLst/>
                </a:prstGeom>
              </p:spPr>
            </p:pic>
          </mc:Fallback>
        </mc:AlternateContent>
      </p:grpSp>
      <p:grpSp>
        <p:nvGrpSpPr>
          <p:cNvPr id="312" name="Group 311">
            <a:extLst>
              <a:ext uri="{FF2B5EF4-FFF2-40B4-BE49-F238E27FC236}">
                <a16:creationId xmlns:a16="http://schemas.microsoft.com/office/drawing/2014/main" id="{FBFEDB92-6927-BBB9-A684-CAD6C62D8E12}"/>
              </a:ext>
            </a:extLst>
          </p:cNvPr>
          <p:cNvGrpSpPr/>
          <p:nvPr/>
        </p:nvGrpSpPr>
        <p:grpSpPr>
          <a:xfrm>
            <a:off x="1271160" y="3014280"/>
            <a:ext cx="5699160" cy="2135160"/>
            <a:chOff x="1271160" y="3014280"/>
            <a:chExt cx="5699160" cy="2135160"/>
          </a:xfrm>
        </p:grpSpPr>
        <mc:AlternateContent xmlns:mc="http://schemas.openxmlformats.org/markup-compatibility/2006" xmlns:p14="http://schemas.microsoft.com/office/powerpoint/2010/main">
          <mc:Choice Requires="p14">
            <p:contentPart p14:bwMode="auto" r:id="rId433">
              <p14:nvContentPartPr>
                <p14:cNvPr id="260" name="Ink 259">
                  <a:extLst>
                    <a:ext uri="{FF2B5EF4-FFF2-40B4-BE49-F238E27FC236}">
                      <a16:creationId xmlns:a16="http://schemas.microsoft.com/office/drawing/2014/main" id="{0EAB61C4-365A-87A6-ADD3-B5E5F5FAA5C7}"/>
                    </a:ext>
                  </a:extLst>
                </p14:cNvPr>
                <p14:cNvContentPartPr/>
                <p14:nvPr/>
              </p14:nvContentPartPr>
              <p14:xfrm>
                <a:off x="1619280" y="4196160"/>
                <a:ext cx="135360" cy="24480"/>
              </p14:xfrm>
            </p:contentPart>
          </mc:Choice>
          <mc:Fallback xmlns="">
            <p:pic>
              <p:nvPicPr>
                <p:cNvPr id="260" name="Ink 259">
                  <a:extLst>
                    <a:ext uri="{FF2B5EF4-FFF2-40B4-BE49-F238E27FC236}">
                      <a16:creationId xmlns:a16="http://schemas.microsoft.com/office/drawing/2014/main" id="{0EAB61C4-365A-87A6-ADD3-B5E5F5FAA5C7}"/>
                    </a:ext>
                  </a:extLst>
                </p:cNvPr>
                <p:cNvPicPr/>
                <p:nvPr/>
              </p:nvPicPr>
              <p:blipFill>
                <a:blip r:embed="rId434"/>
                <a:stretch>
                  <a:fillRect/>
                </a:stretch>
              </p:blipFill>
              <p:spPr>
                <a:xfrm>
                  <a:off x="1610640" y="4187520"/>
                  <a:ext cx="15300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435">
              <p14:nvContentPartPr>
                <p14:cNvPr id="261" name="Ink 260">
                  <a:extLst>
                    <a:ext uri="{FF2B5EF4-FFF2-40B4-BE49-F238E27FC236}">
                      <a16:creationId xmlns:a16="http://schemas.microsoft.com/office/drawing/2014/main" id="{AB64E2FE-F654-AC7B-375D-4E9AA66A0477}"/>
                    </a:ext>
                  </a:extLst>
                </p14:cNvPr>
                <p14:cNvContentPartPr/>
                <p14:nvPr/>
              </p14:nvContentPartPr>
              <p14:xfrm>
                <a:off x="1660320" y="4223880"/>
                <a:ext cx="11160" cy="137880"/>
              </p14:xfrm>
            </p:contentPart>
          </mc:Choice>
          <mc:Fallback xmlns="">
            <p:pic>
              <p:nvPicPr>
                <p:cNvPr id="261" name="Ink 260">
                  <a:extLst>
                    <a:ext uri="{FF2B5EF4-FFF2-40B4-BE49-F238E27FC236}">
                      <a16:creationId xmlns:a16="http://schemas.microsoft.com/office/drawing/2014/main" id="{AB64E2FE-F654-AC7B-375D-4E9AA66A0477}"/>
                    </a:ext>
                  </a:extLst>
                </p:cNvPr>
                <p:cNvPicPr/>
                <p:nvPr/>
              </p:nvPicPr>
              <p:blipFill>
                <a:blip r:embed="rId436"/>
                <a:stretch>
                  <a:fillRect/>
                </a:stretch>
              </p:blipFill>
              <p:spPr>
                <a:xfrm>
                  <a:off x="1651680" y="4215240"/>
                  <a:ext cx="2880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437">
              <p14:nvContentPartPr>
                <p14:cNvPr id="262" name="Ink 261">
                  <a:extLst>
                    <a:ext uri="{FF2B5EF4-FFF2-40B4-BE49-F238E27FC236}">
                      <a16:creationId xmlns:a16="http://schemas.microsoft.com/office/drawing/2014/main" id="{EABE9B23-2093-1915-0B84-0018AF6C06E3}"/>
                    </a:ext>
                  </a:extLst>
                </p14:cNvPr>
                <p14:cNvContentPartPr/>
                <p14:nvPr/>
              </p14:nvContentPartPr>
              <p14:xfrm>
                <a:off x="1783440" y="4296600"/>
                <a:ext cx="134280" cy="115920"/>
              </p14:xfrm>
            </p:contentPart>
          </mc:Choice>
          <mc:Fallback xmlns="">
            <p:pic>
              <p:nvPicPr>
                <p:cNvPr id="262" name="Ink 261">
                  <a:extLst>
                    <a:ext uri="{FF2B5EF4-FFF2-40B4-BE49-F238E27FC236}">
                      <a16:creationId xmlns:a16="http://schemas.microsoft.com/office/drawing/2014/main" id="{EABE9B23-2093-1915-0B84-0018AF6C06E3}"/>
                    </a:ext>
                  </a:extLst>
                </p:cNvPr>
                <p:cNvPicPr/>
                <p:nvPr/>
              </p:nvPicPr>
              <p:blipFill>
                <a:blip r:embed="rId438"/>
                <a:stretch>
                  <a:fillRect/>
                </a:stretch>
              </p:blipFill>
              <p:spPr>
                <a:xfrm>
                  <a:off x="1774800" y="4287600"/>
                  <a:ext cx="15192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439">
              <p14:nvContentPartPr>
                <p14:cNvPr id="264" name="Ink 263">
                  <a:extLst>
                    <a:ext uri="{FF2B5EF4-FFF2-40B4-BE49-F238E27FC236}">
                      <a16:creationId xmlns:a16="http://schemas.microsoft.com/office/drawing/2014/main" id="{8F0281F5-97D9-0E82-1665-53B8799A173F}"/>
                    </a:ext>
                  </a:extLst>
                </p14:cNvPr>
                <p14:cNvContentPartPr/>
                <p14:nvPr/>
              </p14:nvContentPartPr>
              <p14:xfrm>
                <a:off x="2504880" y="4139280"/>
                <a:ext cx="150840" cy="15840"/>
              </p14:xfrm>
            </p:contentPart>
          </mc:Choice>
          <mc:Fallback xmlns="">
            <p:pic>
              <p:nvPicPr>
                <p:cNvPr id="264" name="Ink 263">
                  <a:extLst>
                    <a:ext uri="{FF2B5EF4-FFF2-40B4-BE49-F238E27FC236}">
                      <a16:creationId xmlns:a16="http://schemas.microsoft.com/office/drawing/2014/main" id="{8F0281F5-97D9-0E82-1665-53B8799A173F}"/>
                    </a:ext>
                  </a:extLst>
                </p:cNvPr>
                <p:cNvPicPr/>
                <p:nvPr/>
              </p:nvPicPr>
              <p:blipFill>
                <a:blip r:embed="rId440"/>
                <a:stretch>
                  <a:fillRect/>
                </a:stretch>
              </p:blipFill>
              <p:spPr>
                <a:xfrm>
                  <a:off x="2495880" y="4130280"/>
                  <a:ext cx="16848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441">
              <p14:nvContentPartPr>
                <p14:cNvPr id="265" name="Ink 264">
                  <a:extLst>
                    <a:ext uri="{FF2B5EF4-FFF2-40B4-BE49-F238E27FC236}">
                      <a16:creationId xmlns:a16="http://schemas.microsoft.com/office/drawing/2014/main" id="{3683618D-77A6-F754-7DE1-1814EBCBEA7E}"/>
                    </a:ext>
                  </a:extLst>
                </p14:cNvPr>
                <p14:cNvContentPartPr/>
                <p14:nvPr/>
              </p14:nvContentPartPr>
              <p14:xfrm>
                <a:off x="2584800" y="4150440"/>
                <a:ext cx="360" cy="360"/>
              </p14:xfrm>
            </p:contentPart>
          </mc:Choice>
          <mc:Fallback xmlns="">
            <p:pic>
              <p:nvPicPr>
                <p:cNvPr id="265" name="Ink 264">
                  <a:extLst>
                    <a:ext uri="{FF2B5EF4-FFF2-40B4-BE49-F238E27FC236}">
                      <a16:creationId xmlns:a16="http://schemas.microsoft.com/office/drawing/2014/main" id="{3683618D-77A6-F754-7DE1-1814EBCBEA7E}"/>
                    </a:ext>
                  </a:extLst>
                </p:cNvPr>
                <p:cNvPicPr/>
                <p:nvPr/>
              </p:nvPicPr>
              <p:blipFill>
                <a:blip r:embed="rId4"/>
                <a:stretch>
                  <a:fillRect/>
                </a:stretch>
              </p:blipFill>
              <p:spPr>
                <a:xfrm>
                  <a:off x="2575800" y="414144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42">
              <p14:nvContentPartPr>
                <p14:cNvPr id="266" name="Ink 265">
                  <a:extLst>
                    <a:ext uri="{FF2B5EF4-FFF2-40B4-BE49-F238E27FC236}">
                      <a16:creationId xmlns:a16="http://schemas.microsoft.com/office/drawing/2014/main" id="{C462153A-12E7-EC30-7FA9-A8D0C2426EEB}"/>
                    </a:ext>
                  </a:extLst>
                </p14:cNvPr>
                <p14:cNvContentPartPr/>
                <p14:nvPr/>
              </p14:nvContentPartPr>
              <p14:xfrm>
                <a:off x="2569680" y="4264560"/>
                <a:ext cx="2520" cy="38160"/>
              </p14:xfrm>
            </p:contentPart>
          </mc:Choice>
          <mc:Fallback xmlns="">
            <p:pic>
              <p:nvPicPr>
                <p:cNvPr id="266" name="Ink 265">
                  <a:extLst>
                    <a:ext uri="{FF2B5EF4-FFF2-40B4-BE49-F238E27FC236}">
                      <a16:creationId xmlns:a16="http://schemas.microsoft.com/office/drawing/2014/main" id="{C462153A-12E7-EC30-7FA9-A8D0C2426EEB}"/>
                    </a:ext>
                  </a:extLst>
                </p:cNvPr>
                <p:cNvPicPr/>
                <p:nvPr/>
              </p:nvPicPr>
              <p:blipFill>
                <a:blip r:embed="rId443"/>
                <a:stretch>
                  <a:fillRect/>
                </a:stretch>
              </p:blipFill>
              <p:spPr>
                <a:xfrm>
                  <a:off x="2561040" y="4255560"/>
                  <a:ext cx="2016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444">
              <p14:nvContentPartPr>
                <p14:cNvPr id="267" name="Ink 266">
                  <a:extLst>
                    <a:ext uri="{FF2B5EF4-FFF2-40B4-BE49-F238E27FC236}">
                      <a16:creationId xmlns:a16="http://schemas.microsoft.com/office/drawing/2014/main" id="{DFAF3550-9E79-A5A6-3C44-D00A03B30BA3}"/>
                    </a:ext>
                  </a:extLst>
                </p14:cNvPr>
                <p14:cNvContentPartPr/>
                <p14:nvPr/>
              </p14:nvContentPartPr>
              <p14:xfrm>
                <a:off x="2693520" y="4218120"/>
                <a:ext cx="126000" cy="112680"/>
              </p14:xfrm>
            </p:contentPart>
          </mc:Choice>
          <mc:Fallback xmlns="">
            <p:pic>
              <p:nvPicPr>
                <p:cNvPr id="267" name="Ink 266">
                  <a:extLst>
                    <a:ext uri="{FF2B5EF4-FFF2-40B4-BE49-F238E27FC236}">
                      <a16:creationId xmlns:a16="http://schemas.microsoft.com/office/drawing/2014/main" id="{DFAF3550-9E79-A5A6-3C44-D00A03B30BA3}"/>
                    </a:ext>
                  </a:extLst>
                </p:cNvPr>
                <p:cNvPicPr/>
                <p:nvPr/>
              </p:nvPicPr>
              <p:blipFill>
                <a:blip r:embed="rId445"/>
                <a:stretch>
                  <a:fillRect/>
                </a:stretch>
              </p:blipFill>
              <p:spPr>
                <a:xfrm>
                  <a:off x="2684520" y="4209120"/>
                  <a:ext cx="14364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446">
              <p14:nvContentPartPr>
                <p14:cNvPr id="268" name="Ink 267">
                  <a:extLst>
                    <a:ext uri="{FF2B5EF4-FFF2-40B4-BE49-F238E27FC236}">
                      <a16:creationId xmlns:a16="http://schemas.microsoft.com/office/drawing/2014/main" id="{AA4B1AF0-5778-A461-289D-41BAF7534490}"/>
                    </a:ext>
                  </a:extLst>
                </p14:cNvPr>
                <p14:cNvContentPartPr/>
                <p14:nvPr/>
              </p14:nvContentPartPr>
              <p14:xfrm>
                <a:off x="2545920" y="4188960"/>
                <a:ext cx="16920" cy="153000"/>
              </p14:xfrm>
            </p:contentPart>
          </mc:Choice>
          <mc:Fallback xmlns="">
            <p:pic>
              <p:nvPicPr>
                <p:cNvPr id="268" name="Ink 267">
                  <a:extLst>
                    <a:ext uri="{FF2B5EF4-FFF2-40B4-BE49-F238E27FC236}">
                      <a16:creationId xmlns:a16="http://schemas.microsoft.com/office/drawing/2014/main" id="{AA4B1AF0-5778-A461-289D-41BAF7534490}"/>
                    </a:ext>
                  </a:extLst>
                </p:cNvPr>
                <p:cNvPicPr/>
                <p:nvPr/>
              </p:nvPicPr>
              <p:blipFill>
                <a:blip r:embed="rId447"/>
                <a:stretch>
                  <a:fillRect/>
                </a:stretch>
              </p:blipFill>
              <p:spPr>
                <a:xfrm>
                  <a:off x="2536920" y="4180320"/>
                  <a:ext cx="34560" cy="170640"/>
                </a:xfrm>
                <a:prstGeom prst="rect">
                  <a:avLst/>
                </a:prstGeom>
              </p:spPr>
            </p:pic>
          </mc:Fallback>
        </mc:AlternateContent>
        <mc:AlternateContent xmlns:mc="http://schemas.openxmlformats.org/markup-compatibility/2006" xmlns:p14="http://schemas.microsoft.com/office/powerpoint/2010/main">
          <mc:Choice Requires="p14">
            <p:contentPart p14:bwMode="auto" r:id="rId448">
              <p14:nvContentPartPr>
                <p14:cNvPr id="269" name="Ink 268">
                  <a:extLst>
                    <a:ext uri="{FF2B5EF4-FFF2-40B4-BE49-F238E27FC236}">
                      <a16:creationId xmlns:a16="http://schemas.microsoft.com/office/drawing/2014/main" id="{FE1B9C4D-5F77-467C-78DF-58268DCB2709}"/>
                    </a:ext>
                  </a:extLst>
                </p14:cNvPr>
                <p14:cNvContentPartPr/>
                <p14:nvPr/>
              </p14:nvContentPartPr>
              <p14:xfrm>
                <a:off x="2960640" y="4123080"/>
                <a:ext cx="89280" cy="189000"/>
              </p14:xfrm>
            </p:contentPart>
          </mc:Choice>
          <mc:Fallback xmlns="">
            <p:pic>
              <p:nvPicPr>
                <p:cNvPr id="269" name="Ink 268">
                  <a:extLst>
                    <a:ext uri="{FF2B5EF4-FFF2-40B4-BE49-F238E27FC236}">
                      <a16:creationId xmlns:a16="http://schemas.microsoft.com/office/drawing/2014/main" id="{FE1B9C4D-5F77-467C-78DF-58268DCB2709}"/>
                    </a:ext>
                  </a:extLst>
                </p:cNvPr>
                <p:cNvPicPr/>
                <p:nvPr/>
              </p:nvPicPr>
              <p:blipFill>
                <a:blip r:embed="rId449"/>
                <a:stretch>
                  <a:fillRect/>
                </a:stretch>
              </p:blipFill>
              <p:spPr>
                <a:xfrm>
                  <a:off x="2952000" y="4114440"/>
                  <a:ext cx="106920" cy="206640"/>
                </a:xfrm>
                <a:prstGeom prst="rect">
                  <a:avLst/>
                </a:prstGeom>
              </p:spPr>
            </p:pic>
          </mc:Fallback>
        </mc:AlternateContent>
        <mc:AlternateContent xmlns:mc="http://schemas.openxmlformats.org/markup-compatibility/2006" xmlns:p14="http://schemas.microsoft.com/office/powerpoint/2010/main">
          <mc:Choice Requires="p14">
            <p:contentPart p14:bwMode="auto" r:id="rId450">
              <p14:nvContentPartPr>
                <p14:cNvPr id="270" name="Ink 269">
                  <a:extLst>
                    <a:ext uri="{FF2B5EF4-FFF2-40B4-BE49-F238E27FC236}">
                      <a16:creationId xmlns:a16="http://schemas.microsoft.com/office/drawing/2014/main" id="{84654F92-9225-2368-FB46-7D226B966348}"/>
                    </a:ext>
                  </a:extLst>
                </p14:cNvPr>
                <p14:cNvContentPartPr/>
                <p14:nvPr/>
              </p14:nvContentPartPr>
              <p14:xfrm>
                <a:off x="3155040" y="4140360"/>
                <a:ext cx="109080" cy="165960"/>
              </p14:xfrm>
            </p:contentPart>
          </mc:Choice>
          <mc:Fallback xmlns="">
            <p:pic>
              <p:nvPicPr>
                <p:cNvPr id="270" name="Ink 269">
                  <a:extLst>
                    <a:ext uri="{FF2B5EF4-FFF2-40B4-BE49-F238E27FC236}">
                      <a16:creationId xmlns:a16="http://schemas.microsoft.com/office/drawing/2014/main" id="{84654F92-9225-2368-FB46-7D226B966348}"/>
                    </a:ext>
                  </a:extLst>
                </p:cNvPr>
                <p:cNvPicPr/>
                <p:nvPr/>
              </p:nvPicPr>
              <p:blipFill>
                <a:blip r:embed="rId451"/>
                <a:stretch>
                  <a:fillRect/>
                </a:stretch>
              </p:blipFill>
              <p:spPr>
                <a:xfrm>
                  <a:off x="3146040" y="4131720"/>
                  <a:ext cx="126720" cy="183600"/>
                </a:xfrm>
                <a:prstGeom prst="rect">
                  <a:avLst/>
                </a:prstGeom>
              </p:spPr>
            </p:pic>
          </mc:Fallback>
        </mc:AlternateContent>
        <mc:AlternateContent xmlns:mc="http://schemas.openxmlformats.org/markup-compatibility/2006" xmlns:p14="http://schemas.microsoft.com/office/powerpoint/2010/main">
          <mc:Choice Requires="p14">
            <p:contentPart p14:bwMode="auto" r:id="rId452">
              <p14:nvContentPartPr>
                <p14:cNvPr id="271" name="Ink 270">
                  <a:extLst>
                    <a:ext uri="{FF2B5EF4-FFF2-40B4-BE49-F238E27FC236}">
                      <a16:creationId xmlns:a16="http://schemas.microsoft.com/office/drawing/2014/main" id="{C66B5A87-D653-027E-CCA0-E021CB803FF7}"/>
                    </a:ext>
                  </a:extLst>
                </p14:cNvPr>
                <p14:cNvContentPartPr/>
                <p14:nvPr/>
              </p14:nvContentPartPr>
              <p14:xfrm>
                <a:off x="3340080" y="4147560"/>
                <a:ext cx="139680" cy="156600"/>
              </p14:xfrm>
            </p:contentPart>
          </mc:Choice>
          <mc:Fallback xmlns="">
            <p:pic>
              <p:nvPicPr>
                <p:cNvPr id="271" name="Ink 270">
                  <a:extLst>
                    <a:ext uri="{FF2B5EF4-FFF2-40B4-BE49-F238E27FC236}">
                      <a16:creationId xmlns:a16="http://schemas.microsoft.com/office/drawing/2014/main" id="{C66B5A87-D653-027E-CCA0-E021CB803FF7}"/>
                    </a:ext>
                  </a:extLst>
                </p:cNvPr>
                <p:cNvPicPr/>
                <p:nvPr/>
              </p:nvPicPr>
              <p:blipFill>
                <a:blip r:embed="rId453"/>
                <a:stretch>
                  <a:fillRect/>
                </a:stretch>
              </p:blipFill>
              <p:spPr>
                <a:xfrm>
                  <a:off x="3331080" y="4138920"/>
                  <a:ext cx="15732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454">
              <p14:nvContentPartPr>
                <p14:cNvPr id="272" name="Ink 271">
                  <a:extLst>
                    <a:ext uri="{FF2B5EF4-FFF2-40B4-BE49-F238E27FC236}">
                      <a16:creationId xmlns:a16="http://schemas.microsoft.com/office/drawing/2014/main" id="{A7541EF2-3182-5E61-9274-295264E95DB8}"/>
                    </a:ext>
                  </a:extLst>
                </p14:cNvPr>
                <p14:cNvContentPartPr/>
                <p14:nvPr/>
              </p14:nvContentPartPr>
              <p14:xfrm>
                <a:off x="3577320" y="4113360"/>
                <a:ext cx="139680" cy="173520"/>
              </p14:xfrm>
            </p:contentPart>
          </mc:Choice>
          <mc:Fallback xmlns="">
            <p:pic>
              <p:nvPicPr>
                <p:cNvPr id="272" name="Ink 271">
                  <a:extLst>
                    <a:ext uri="{FF2B5EF4-FFF2-40B4-BE49-F238E27FC236}">
                      <a16:creationId xmlns:a16="http://schemas.microsoft.com/office/drawing/2014/main" id="{A7541EF2-3182-5E61-9274-295264E95DB8}"/>
                    </a:ext>
                  </a:extLst>
                </p:cNvPr>
                <p:cNvPicPr/>
                <p:nvPr/>
              </p:nvPicPr>
              <p:blipFill>
                <a:blip r:embed="rId455"/>
                <a:stretch>
                  <a:fillRect/>
                </a:stretch>
              </p:blipFill>
              <p:spPr>
                <a:xfrm>
                  <a:off x="3568320" y="4104720"/>
                  <a:ext cx="157320" cy="191160"/>
                </a:xfrm>
                <a:prstGeom prst="rect">
                  <a:avLst/>
                </a:prstGeom>
              </p:spPr>
            </p:pic>
          </mc:Fallback>
        </mc:AlternateContent>
        <mc:AlternateContent xmlns:mc="http://schemas.openxmlformats.org/markup-compatibility/2006" xmlns:p14="http://schemas.microsoft.com/office/powerpoint/2010/main">
          <mc:Choice Requires="p14">
            <p:contentPart p14:bwMode="auto" r:id="rId456">
              <p14:nvContentPartPr>
                <p14:cNvPr id="273" name="Ink 272">
                  <a:extLst>
                    <a:ext uri="{FF2B5EF4-FFF2-40B4-BE49-F238E27FC236}">
                      <a16:creationId xmlns:a16="http://schemas.microsoft.com/office/drawing/2014/main" id="{CDB45D10-184E-AA03-27C2-FA9C3E62EB0B}"/>
                    </a:ext>
                  </a:extLst>
                </p14:cNvPr>
                <p14:cNvContentPartPr/>
                <p14:nvPr/>
              </p14:nvContentPartPr>
              <p14:xfrm>
                <a:off x="3838320" y="4097160"/>
                <a:ext cx="88920" cy="30240"/>
              </p14:xfrm>
            </p:contentPart>
          </mc:Choice>
          <mc:Fallback xmlns="">
            <p:pic>
              <p:nvPicPr>
                <p:cNvPr id="273" name="Ink 272">
                  <a:extLst>
                    <a:ext uri="{FF2B5EF4-FFF2-40B4-BE49-F238E27FC236}">
                      <a16:creationId xmlns:a16="http://schemas.microsoft.com/office/drawing/2014/main" id="{CDB45D10-184E-AA03-27C2-FA9C3E62EB0B}"/>
                    </a:ext>
                  </a:extLst>
                </p:cNvPr>
                <p:cNvPicPr/>
                <p:nvPr/>
              </p:nvPicPr>
              <p:blipFill>
                <a:blip r:embed="rId457"/>
                <a:stretch>
                  <a:fillRect/>
                </a:stretch>
              </p:blipFill>
              <p:spPr>
                <a:xfrm>
                  <a:off x="3829680" y="4088160"/>
                  <a:ext cx="10656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458">
              <p14:nvContentPartPr>
                <p14:cNvPr id="274" name="Ink 273">
                  <a:extLst>
                    <a:ext uri="{FF2B5EF4-FFF2-40B4-BE49-F238E27FC236}">
                      <a16:creationId xmlns:a16="http://schemas.microsoft.com/office/drawing/2014/main" id="{C02C4F87-F15E-E297-5C1E-8173275BAE92}"/>
                    </a:ext>
                  </a:extLst>
                </p14:cNvPr>
                <p14:cNvContentPartPr/>
                <p14:nvPr/>
              </p14:nvContentPartPr>
              <p14:xfrm>
                <a:off x="3810600" y="4113000"/>
                <a:ext cx="118440" cy="189000"/>
              </p14:xfrm>
            </p:contentPart>
          </mc:Choice>
          <mc:Fallback xmlns="">
            <p:pic>
              <p:nvPicPr>
                <p:cNvPr id="274" name="Ink 273">
                  <a:extLst>
                    <a:ext uri="{FF2B5EF4-FFF2-40B4-BE49-F238E27FC236}">
                      <a16:creationId xmlns:a16="http://schemas.microsoft.com/office/drawing/2014/main" id="{C02C4F87-F15E-E297-5C1E-8173275BAE92}"/>
                    </a:ext>
                  </a:extLst>
                </p:cNvPr>
                <p:cNvPicPr/>
                <p:nvPr/>
              </p:nvPicPr>
              <p:blipFill>
                <a:blip r:embed="rId459"/>
                <a:stretch>
                  <a:fillRect/>
                </a:stretch>
              </p:blipFill>
              <p:spPr>
                <a:xfrm>
                  <a:off x="3801960" y="4104360"/>
                  <a:ext cx="136080" cy="206640"/>
                </a:xfrm>
                <a:prstGeom prst="rect">
                  <a:avLst/>
                </a:prstGeom>
              </p:spPr>
            </p:pic>
          </mc:Fallback>
        </mc:AlternateContent>
        <mc:AlternateContent xmlns:mc="http://schemas.openxmlformats.org/markup-compatibility/2006" xmlns:p14="http://schemas.microsoft.com/office/powerpoint/2010/main">
          <mc:Choice Requires="p14">
            <p:contentPart p14:bwMode="auto" r:id="rId460">
              <p14:nvContentPartPr>
                <p14:cNvPr id="275" name="Ink 274">
                  <a:extLst>
                    <a:ext uri="{FF2B5EF4-FFF2-40B4-BE49-F238E27FC236}">
                      <a16:creationId xmlns:a16="http://schemas.microsoft.com/office/drawing/2014/main" id="{7389D9ED-8ED1-00B0-383F-CE811DCEB9C7}"/>
                    </a:ext>
                  </a:extLst>
                </p14:cNvPr>
                <p14:cNvContentPartPr/>
                <p14:nvPr/>
              </p14:nvContentPartPr>
              <p14:xfrm>
                <a:off x="4015800" y="4086000"/>
                <a:ext cx="70200" cy="34560"/>
              </p14:xfrm>
            </p:contentPart>
          </mc:Choice>
          <mc:Fallback xmlns="">
            <p:pic>
              <p:nvPicPr>
                <p:cNvPr id="275" name="Ink 274">
                  <a:extLst>
                    <a:ext uri="{FF2B5EF4-FFF2-40B4-BE49-F238E27FC236}">
                      <a16:creationId xmlns:a16="http://schemas.microsoft.com/office/drawing/2014/main" id="{7389D9ED-8ED1-00B0-383F-CE811DCEB9C7}"/>
                    </a:ext>
                  </a:extLst>
                </p:cNvPr>
                <p:cNvPicPr/>
                <p:nvPr/>
              </p:nvPicPr>
              <p:blipFill>
                <a:blip r:embed="rId461"/>
                <a:stretch>
                  <a:fillRect/>
                </a:stretch>
              </p:blipFill>
              <p:spPr>
                <a:xfrm>
                  <a:off x="4006800" y="4077000"/>
                  <a:ext cx="87840" cy="52200"/>
                </a:xfrm>
                <a:prstGeom prst="rect">
                  <a:avLst/>
                </a:prstGeom>
              </p:spPr>
            </p:pic>
          </mc:Fallback>
        </mc:AlternateContent>
        <mc:AlternateContent xmlns:mc="http://schemas.openxmlformats.org/markup-compatibility/2006" xmlns:p14="http://schemas.microsoft.com/office/powerpoint/2010/main">
          <mc:Choice Requires="p14">
            <p:contentPart p14:bwMode="auto" r:id="rId462">
              <p14:nvContentPartPr>
                <p14:cNvPr id="277" name="Ink 276">
                  <a:extLst>
                    <a:ext uri="{FF2B5EF4-FFF2-40B4-BE49-F238E27FC236}">
                      <a16:creationId xmlns:a16="http://schemas.microsoft.com/office/drawing/2014/main" id="{90022B7C-CF49-892D-7EA2-EB9CE2748824}"/>
                    </a:ext>
                  </a:extLst>
                </p14:cNvPr>
                <p14:cNvContentPartPr/>
                <p14:nvPr/>
              </p14:nvContentPartPr>
              <p14:xfrm>
                <a:off x="4749120" y="4109400"/>
                <a:ext cx="173520" cy="27000"/>
              </p14:xfrm>
            </p:contentPart>
          </mc:Choice>
          <mc:Fallback xmlns="">
            <p:pic>
              <p:nvPicPr>
                <p:cNvPr id="277" name="Ink 276">
                  <a:extLst>
                    <a:ext uri="{FF2B5EF4-FFF2-40B4-BE49-F238E27FC236}">
                      <a16:creationId xmlns:a16="http://schemas.microsoft.com/office/drawing/2014/main" id="{90022B7C-CF49-892D-7EA2-EB9CE2748824}"/>
                    </a:ext>
                  </a:extLst>
                </p:cNvPr>
                <p:cNvPicPr/>
                <p:nvPr/>
              </p:nvPicPr>
              <p:blipFill>
                <a:blip r:embed="rId463"/>
                <a:stretch>
                  <a:fillRect/>
                </a:stretch>
              </p:blipFill>
              <p:spPr>
                <a:xfrm>
                  <a:off x="4740120" y="4100400"/>
                  <a:ext cx="19116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464">
              <p14:nvContentPartPr>
                <p14:cNvPr id="278" name="Ink 277">
                  <a:extLst>
                    <a:ext uri="{FF2B5EF4-FFF2-40B4-BE49-F238E27FC236}">
                      <a16:creationId xmlns:a16="http://schemas.microsoft.com/office/drawing/2014/main" id="{ED64CE32-29F3-F985-519F-1F0832033BD9}"/>
                    </a:ext>
                  </a:extLst>
                </p14:cNvPr>
                <p14:cNvContentPartPr/>
                <p14:nvPr/>
              </p14:nvContentPartPr>
              <p14:xfrm>
                <a:off x="4808520" y="4127040"/>
                <a:ext cx="22320" cy="166680"/>
              </p14:xfrm>
            </p:contentPart>
          </mc:Choice>
          <mc:Fallback xmlns="">
            <p:pic>
              <p:nvPicPr>
                <p:cNvPr id="278" name="Ink 277">
                  <a:extLst>
                    <a:ext uri="{FF2B5EF4-FFF2-40B4-BE49-F238E27FC236}">
                      <a16:creationId xmlns:a16="http://schemas.microsoft.com/office/drawing/2014/main" id="{ED64CE32-29F3-F985-519F-1F0832033BD9}"/>
                    </a:ext>
                  </a:extLst>
                </p:cNvPr>
                <p:cNvPicPr/>
                <p:nvPr/>
              </p:nvPicPr>
              <p:blipFill>
                <a:blip r:embed="rId465"/>
                <a:stretch>
                  <a:fillRect/>
                </a:stretch>
              </p:blipFill>
              <p:spPr>
                <a:xfrm>
                  <a:off x="4799880" y="4118040"/>
                  <a:ext cx="39960" cy="184320"/>
                </a:xfrm>
                <a:prstGeom prst="rect">
                  <a:avLst/>
                </a:prstGeom>
              </p:spPr>
            </p:pic>
          </mc:Fallback>
        </mc:AlternateContent>
        <mc:AlternateContent xmlns:mc="http://schemas.openxmlformats.org/markup-compatibility/2006" xmlns:p14="http://schemas.microsoft.com/office/powerpoint/2010/main">
          <mc:Choice Requires="p14">
            <p:contentPart p14:bwMode="auto" r:id="rId466">
              <p14:nvContentPartPr>
                <p14:cNvPr id="280" name="Ink 279">
                  <a:extLst>
                    <a:ext uri="{FF2B5EF4-FFF2-40B4-BE49-F238E27FC236}">
                      <a16:creationId xmlns:a16="http://schemas.microsoft.com/office/drawing/2014/main" id="{0AB071A3-EC9E-FB25-C9F2-03CF4950BC5F}"/>
                    </a:ext>
                  </a:extLst>
                </p14:cNvPr>
                <p14:cNvContentPartPr/>
                <p14:nvPr/>
              </p14:nvContentPartPr>
              <p14:xfrm>
                <a:off x="4902840" y="4185720"/>
                <a:ext cx="133560" cy="136800"/>
              </p14:xfrm>
            </p:contentPart>
          </mc:Choice>
          <mc:Fallback xmlns="">
            <p:pic>
              <p:nvPicPr>
                <p:cNvPr id="280" name="Ink 279">
                  <a:extLst>
                    <a:ext uri="{FF2B5EF4-FFF2-40B4-BE49-F238E27FC236}">
                      <a16:creationId xmlns:a16="http://schemas.microsoft.com/office/drawing/2014/main" id="{0AB071A3-EC9E-FB25-C9F2-03CF4950BC5F}"/>
                    </a:ext>
                  </a:extLst>
                </p:cNvPr>
                <p:cNvPicPr/>
                <p:nvPr/>
              </p:nvPicPr>
              <p:blipFill>
                <a:blip r:embed="rId467"/>
                <a:stretch>
                  <a:fillRect/>
                </a:stretch>
              </p:blipFill>
              <p:spPr>
                <a:xfrm>
                  <a:off x="4894200" y="4176720"/>
                  <a:ext cx="15120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468">
              <p14:nvContentPartPr>
                <p14:cNvPr id="281" name="Ink 280">
                  <a:extLst>
                    <a:ext uri="{FF2B5EF4-FFF2-40B4-BE49-F238E27FC236}">
                      <a16:creationId xmlns:a16="http://schemas.microsoft.com/office/drawing/2014/main" id="{76FE690D-49D4-BA2F-6364-41467B22738C}"/>
                    </a:ext>
                  </a:extLst>
                </p14:cNvPr>
                <p14:cNvContentPartPr/>
                <p14:nvPr/>
              </p14:nvContentPartPr>
              <p14:xfrm>
                <a:off x="5208480" y="4108320"/>
                <a:ext cx="136080" cy="176760"/>
              </p14:xfrm>
            </p:contentPart>
          </mc:Choice>
          <mc:Fallback xmlns="">
            <p:pic>
              <p:nvPicPr>
                <p:cNvPr id="281" name="Ink 280">
                  <a:extLst>
                    <a:ext uri="{FF2B5EF4-FFF2-40B4-BE49-F238E27FC236}">
                      <a16:creationId xmlns:a16="http://schemas.microsoft.com/office/drawing/2014/main" id="{76FE690D-49D4-BA2F-6364-41467B22738C}"/>
                    </a:ext>
                  </a:extLst>
                </p:cNvPr>
                <p:cNvPicPr/>
                <p:nvPr/>
              </p:nvPicPr>
              <p:blipFill>
                <a:blip r:embed="rId469"/>
                <a:stretch>
                  <a:fillRect/>
                </a:stretch>
              </p:blipFill>
              <p:spPr>
                <a:xfrm>
                  <a:off x="5199480" y="4099320"/>
                  <a:ext cx="153720" cy="194400"/>
                </a:xfrm>
                <a:prstGeom prst="rect">
                  <a:avLst/>
                </a:prstGeom>
              </p:spPr>
            </p:pic>
          </mc:Fallback>
        </mc:AlternateContent>
        <mc:AlternateContent xmlns:mc="http://schemas.openxmlformats.org/markup-compatibility/2006" xmlns:p14="http://schemas.microsoft.com/office/powerpoint/2010/main">
          <mc:Choice Requires="p14">
            <p:contentPart p14:bwMode="auto" r:id="rId470">
              <p14:nvContentPartPr>
                <p14:cNvPr id="282" name="Ink 281">
                  <a:extLst>
                    <a:ext uri="{FF2B5EF4-FFF2-40B4-BE49-F238E27FC236}">
                      <a16:creationId xmlns:a16="http://schemas.microsoft.com/office/drawing/2014/main" id="{0B4A1A7C-C0B6-BE21-5065-EC53D65D2BAD}"/>
                    </a:ext>
                  </a:extLst>
                </p14:cNvPr>
                <p14:cNvContentPartPr/>
                <p14:nvPr/>
              </p14:nvContentPartPr>
              <p14:xfrm>
                <a:off x="5431680" y="4150440"/>
                <a:ext cx="16200" cy="108720"/>
              </p14:xfrm>
            </p:contentPart>
          </mc:Choice>
          <mc:Fallback xmlns="">
            <p:pic>
              <p:nvPicPr>
                <p:cNvPr id="282" name="Ink 281">
                  <a:extLst>
                    <a:ext uri="{FF2B5EF4-FFF2-40B4-BE49-F238E27FC236}">
                      <a16:creationId xmlns:a16="http://schemas.microsoft.com/office/drawing/2014/main" id="{0B4A1A7C-C0B6-BE21-5065-EC53D65D2BAD}"/>
                    </a:ext>
                  </a:extLst>
                </p:cNvPr>
                <p:cNvPicPr/>
                <p:nvPr/>
              </p:nvPicPr>
              <p:blipFill>
                <a:blip r:embed="rId471"/>
                <a:stretch>
                  <a:fillRect/>
                </a:stretch>
              </p:blipFill>
              <p:spPr>
                <a:xfrm>
                  <a:off x="5423040" y="4141440"/>
                  <a:ext cx="3384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472">
              <p14:nvContentPartPr>
                <p14:cNvPr id="283" name="Ink 282">
                  <a:extLst>
                    <a:ext uri="{FF2B5EF4-FFF2-40B4-BE49-F238E27FC236}">
                      <a16:creationId xmlns:a16="http://schemas.microsoft.com/office/drawing/2014/main" id="{2197A74A-CDB4-2D6E-C2B2-5A3A5C7077E2}"/>
                    </a:ext>
                  </a:extLst>
                </p14:cNvPr>
                <p14:cNvContentPartPr/>
                <p14:nvPr/>
              </p14:nvContentPartPr>
              <p14:xfrm>
                <a:off x="5438520" y="4107240"/>
                <a:ext cx="16200" cy="27720"/>
              </p14:xfrm>
            </p:contentPart>
          </mc:Choice>
          <mc:Fallback xmlns="">
            <p:pic>
              <p:nvPicPr>
                <p:cNvPr id="283" name="Ink 282">
                  <a:extLst>
                    <a:ext uri="{FF2B5EF4-FFF2-40B4-BE49-F238E27FC236}">
                      <a16:creationId xmlns:a16="http://schemas.microsoft.com/office/drawing/2014/main" id="{2197A74A-CDB4-2D6E-C2B2-5A3A5C7077E2}"/>
                    </a:ext>
                  </a:extLst>
                </p:cNvPr>
                <p:cNvPicPr/>
                <p:nvPr/>
              </p:nvPicPr>
              <p:blipFill>
                <a:blip r:embed="rId473"/>
                <a:stretch>
                  <a:fillRect/>
                </a:stretch>
              </p:blipFill>
              <p:spPr>
                <a:xfrm>
                  <a:off x="5429880" y="4098240"/>
                  <a:ext cx="3384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474">
              <p14:nvContentPartPr>
                <p14:cNvPr id="285" name="Ink 284">
                  <a:extLst>
                    <a:ext uri="{FF2B5EF4-FFF2-40B4-BE49-F238E27FC236}">
                      <a16:creationId xmlns:a16="http://schemas.microsoft.com/office/drawing/2014/main" id="{DC2C9FFE-C58B-8ADA-06A9-7A8A087C3CCC}"/>
                    </a:ext>
                  </a:extLst>
                </p14:cNvPr>
                <p14:cNvContentPartPr/>
                <p14:nvPr/>
              </p14:nvContentPartPr>
              <p14:xfrm>
                <a:off x="5520960" y="4130280"/>
                <a:ext cx="155880" cy="133200"/>
              </p14:xfrm>
            </p:contentPart>
          </mc:Choice>
          <mc:Fallback xmlns="">
            <p:pic>
              <p:nvPicPr>
                <p:cNvPr id="285" name="Ink 284">
                  <a:extLst>
                    <a:ext uri="{FF2B5EF4-FFF2-40B4-BE49-F238E27FC236}">
                      <a16:creationId xmlns:a16="http://schemas.microsoft.com/office/drawing/2014/main" id="{DC2C9FFE-C58B-8ADA-06A9-7A8A087C3CCC}"/>
                    </a:ext>
                  </a:extLst>
                </p:cNvPr>
                <p:cNvPicPr/>
                <p:nvPr/>
              </p:nvPicPr>
              <p:blipFill>
                <a:blip r:embed="rId475"/>
                <a:stretch>
                  <a:fillRect/>
                </a:stretch>
              </p:blipFill>
              <p:spPr>
                <a:xfrm>
                  <a:off x="5512320" y="4121280"/>
                  <a:ext cx="173520" cy="150840"/>
                </a:xfrm>
                <a:prstGeom prst="rect">
                  <a:avLst/>
                </a:prstGeom>
              </p:spPr>
            </p:pic>
          </mc:Fallback>
        </mc:AlternateContent>
        <mc:AlternateContent xmlns:mc="http://schemas.openxmlformats.org/markup-compatibility/2006" xmlns:p14="http://schemas.microsoft.com/office/powerpoint/2010/main">
          <mc:Choice Requires="p14">
            <p:contentPart p14:bwMode="auto" r:id="rId476">
              <p14:nvContentPartPr>
                <p14:cNvPr id="286" name="Ink 285">
                  <a:extLst>
                    <a:ext uri="{FF2B5EF4-FFF2-40B4-BE49-F238E27FC236}">
                      <a16:creationId xmlns:a16="http://schemas.microsoft.com/office/drawing/2014/main" id="{20AC1361-DC3C-7D1F-FAB2-11AEA2D90726}"/>
                    </a:ext>
                  </a:extLst>
                </p14:cNvPr>
                <p14:cNvContentPartPr/>
                <p14:nvPr/>
              </p14:nvContentPartPr>
              <p14:xfrm>
                <a:off x="5811840" y="4082400"/>
                <a:ext cx="133200" cy="180360"/>
              </p14:xfrm>
            </p:contentPart>
          </mc:Choice>
          <mc:Fallback xmlns="">
            <p:pic>
              <p:nvPicPr>
                <p:cNvPr id="286" name="Ink 285">
                  <a:extLst>
                    <a:ext uri="{FF2B5EF4-FFF2-40B4-BE49-F238E27FC236}">
                      <a16:creationId xmlns:a16="http://schemas.microsoft.com/office/drawing/2014/main" id="{20AC1361-DC3C-7D1F-FAB2-11AEA2D90726}"/>
                    </a:ext>
                  </a:extLst>
                </p:cNvPr>
                <p:cNvPicPr/>
                <p:nvPr/>
              </p:nvPicPr>
              <p:blipFill>
                <a:blip r:embed="rId477"/>
                <a:stretch>
                  <a:fillRect/>
                </a:stretch>
              </p:blipFill>
              <p:spPr>
                <a:xfrm>
                  <a:off x="5802840" y="4073400"/>
                  <a:ext cx="15084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478">
              <p14:nvContentPartPr>
                <p14:cNvPr id="287" name="Ink 286">
                  <a:extLst>
                    <a:ext uri="{FF2B5EF4-FFF2-40B4-BE49-F238E27FC236}">
                      <a16:creationId xmlns:a16="http://schemas.microsoft.com/office/drawing/2014/main" id="{4BEE109D-4D83-2144-E568-8D1339015210}"/>
                    </a:ext>
                  </a:extLst>
                </p14:cNvPr>
                <p14:cNvContentPartPr/>
                <p14:nvPr/>
              </p14:nvContentPartPr>
              <p14:xfrm>
                <a:off x="6041520" y="4081680"/>
                <a:ext cx="128160" cy="18360"/>
              </p14:xfrm>
            </p:contentPart>
          </mc:Choice>
          <mc:Fallback xmlns="">
            <p:pic>
              <p:nvPicPr>
                <p:cNvPr id="287" name="Ink 286">
                  <a:extLst>
                    <a:ext uri="{FF2B5EF4-FFF2-40B4-BE49-F238E27FC236}">
                      <a16:creationId xmlns:a16="http://schemas.microsoft.com/office/drawing/2014/main" id="{4BEE109D-4D83-2144-E568-8D1339015210}"/>
                    </a:ext>
                  </a:extLst>
                </p:cNvPr>
                <p:cNvPicPr/>
                <p:nvPr/>
              </p:nvPicPr>
              <p:blipFill>
                <a:blip r:embed="rId479"/>
                <a:stretch>
                  <a:fillRect/>
                </a:stretch>
              </p:blipFill>
              <p:spPr>
                <a:xfrm>
                  <a:off x="6032880" y="4072680"/>
                  <a:ext cx="1458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480">
              <p14:nvContentPartPr>
                <p14:cNvPr id="288" name="Ink 287">
                  <a:extLst>
                    <a:ext uri="{FF2B5EF4-FFF2-40B4-BE49-F238E27FC236}">
                      <a16:creationId xmlns:a16="http://schemas.microsoft.com/office/drawing/2014/main" id="{B08E1364-9502-0BA4-71BD-DACCEE73EF86}"/>
                    </a:ext>
                  </a:extLst>
                </p14:cNvPr>
                <p14:cNvContentPartPr/>
                <p14:nvPr/>
              </p14:nvContentPartPr>
              <p14:xfrm>
                <a:off x="6010920" y="4102560"/>
                <a:ext cx="139680" cy="164520"/>
              </p14:xfrm>
            </p:contentPart>
          </mc:Choice>
          <mc:Fallback xmlns="">
            <p:pic>
              <p:nvPicPr>
                <p:cNvPr id="288" name="Ink 287">
                  <a:extLst>
                    <a:ext uri="{FF2B5EF4-FFF2-40B4-BE49-F238E27FC236}">
                      <a16:creationId xmlns:a16="http://schemas.microsoft.com/office/drawing/2014/main" id="{B08E1364-9502-0BA4-71BD-DACCEE73EF86}"/>
                    </a:ext>
                  </a:extLst>
                </p:cNvPr>
                <p:cNvPicPr/>
                <p:nvPr/>
              </p:nvPicPr>
              <p:blipFill>
                <a:blip r:embed="rId481"/>
                <a:stretch>
                  <a:fillRect/>
                </a:stretch>
              </p:blipFill>
              <p:spPr>
                <a:xfrm>
                  <a:off x="6001920" y="4093560"/>
                  <a:ext cx="157320" cy="182160"/>
                </a:xfrm>
                <a:prstGeom prst="rect">
                  <a:avLst/>
                </a:prstGeom>
              </p:spPr>
            </p:pic>
          </mc:Fallback>
        </mc:AlternateContent>
        <mc:AlternateContent xmlns:mc="http://schemas.openxmlformats.org/markup-compatibility/2006" xmlns:p14="http://schemas.microsoft.com/office/powerpoint/2010/main">
          <mc:Choice Requires="p14">
            <p:contentPart p14:bwMode="auto" r:id="rId482">
              <p14:nvContentPartPr>
                <p14:cNvPr id="289" name="Ink 288">
                  <a:extLst>
                    <a:ext uri="{FF2B5EF4-FFF2-40B4-BE49-F238E27FC236}">
                      <a16:creationId xmlns:a16="http://schemas.microsoft.com/office/drawing/2014/main" id="{0FD7BDC2-122D-8D23-E38B-3FE6F756ED63}"/>
                    </a:ext>
                  </a:extLst>
                </p14:cNvPr>
                <p14:cNvContentPartPr/>
                <p14:nvPr/>
              </p14:nvContentPartPr>
              <p14:xfrm>
                <a:off x="6243480" y="4078440"/>
                <a:ext cx="90360" cy="34200"/>
              </p14:xfrm>
            </p:contentPart>
          </mc:Choice>
          <mc:Fallback xmlns="">
            <p:pic>
              <p:nvPicPr>
                <p:cNvPr id="289" name="Ink 288">
                  <a:extLst>
                    <a:ext uri="{FF2B5EF4-FFF2-40B4-BE49-F238E27FC236}">
                      <a16:creationId xmlns:a16="http://schemas.microsoft.com/office/drawing/2014/main" id="{0FD7BDC2-122D-8D23-E38B-3FE6F756ED63}"/>
                    </a:ext>
                  </a:extLst>
                </p:cNvPr>
                <p:cNvPicPr/>
                <p:nvPr/>
              </p:nvPicPr>
              <p:blipFill>
                <a:blip r:embed="rId483"/>
                <a:stretch>
                  <a:fillRect/>
                </a:stretch>
              </p:blipFill>
              <p:spPr>
                <a:xfrm>
                  <a:off x="6234480" y="4069440"/>
                  <a:ext cx="10800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484">
              <p14:nvContentPartPr>
                <p14:cNvPr id="291" name="Ink 290">
                  <a:extLst>
                    <a:ext uri="{FF2B5EF4-FFF2-40B4-BE49-F238E27FC236}">
                      <a16:creationId xmlns:a16="http://schemas.microsoft.com/office/drawing/2014/main" id="{4DBF1BAB-A2AE-6B91-D11C-C065CA69C860}"/>
                    </a:ext>
                  </a:extLst>
                </p14:cNvPr>
                <p14:cNvContentPartPr/>
                <p14:nvPr/>
              </p14:nvContentPartPr>
              <p14:xfrm>
                <a:off x="2267640" y="4166280"/>
                <a:ext cx="360" cy="2880"/>
              </p14:xfrm>
            </p:contentPart>
          </mc:Choice>
          <mc:Fallback xmlns="">
            <p:pic>
              <p:nvPicPr>
                <p:cNvPr id="291" name="Ink 290">
                  <a:extLst>
                    <a:ext uri="{FF2B5EF4-FFF2-40B4-BE49-F238E27FC236}">
                      <a16:creationId xmlns:a16="http://schemas.microsoft.com/office/drawing/2014/main" id="{4DBF1BAB-A2AE-6B91-D11C-C065CA69C860}"/>
                    </a:ext>
                  </a:extLst>
                </p:cNvPr>
                <p:cNvPicPr/>
                <p:nvPr/>
              </p:nvPicPr>
              <p:blipFill>
                <a:blip r:embed="rId485"/>
                <a:stretch>
                  <a:fillRect/>
                </a:stretch>
              </p:blipFill>
              <p:spPr>
                <a:xfrm>
                  <a:off x="2258640" y="4157640"/>
                  <a:ext cx="1800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486">
              <p14:nvContentPartPr>
                <p14:cNvPr id="292" name="Ink 291">
                  <a:extLst>
                    <a:ext uri="{FF2B5EF4-FFF2-40B4-BE49-F238E27FC236}">
                      <a16:creationId xmlns:a16="http://schemas.microsoft.com/office/drawing/2014/main" id="{585DE931-3D49-43EE-1F20-ACDEBF5FEF26}"/>
                    </a:ext>
                  </a:extLst>
                </p14:cNvPr>
                <p14:cNvContentPartPr/>
                <p14:nvPr/>
              </p14:nvContentPartPr>
              <p14:xfrm>
                <a:off x="2188800" y="4098600"/>
                <a:ext cx="23400" cy="908280"/>
              </p14:xfrm>
            </p:contentPart>
          </mc:Choice>
          <mc:Fallback xmlns="">
            <p:pic>
              <p:nvPicPr>
                <p:cNvPr id="292" name="Ink 291">
                  <a:extLst>
                    <a:ext uri="{FF2B5EF4-FFF2-40B4-BE49-F238E27FC236}">
                      <a16:creationId xmlns:a16="http://schemas.microsoft.com/office/drawing/2014/main" id="{585DE931-3D49-43EE-1F20-ACDEBF5FEF26}"/>
                    </a:ext>
                  </a:extLst>
                </p:cNvPr>
                <p:cNvPicPr/>
                <p:nvPr/>
              </p:nvPicPr>
              <p:blipFill>
                <a:blip r:embed="rId487"/>
                <a:stretch>
                  <a:fillRect/>
                </a:stretch>
              </p:blipFill>
              <p:spPr>
                <a:xfrm>
                  <a:off x="2179800" y="4089600"/>
                  <a:ext cx="41040" cy="925920"/>
                </a:xfrm>
                <a:prstGeom prst="rect">
                  <a:avLst/>
                </a:prstGeom>
              </p:spPr>
            </p:pic>
          </mc:Fallback>
        </mc:AlternateContent>
        <mc:AlternateContent xmlns:mc="http://schemas.openxmlformats.org/markup-compatibility/2006" xmlns:p14="http://schemas.microsoft.com/office/powerpoint/2010/main">
          <mc:Choice Requires="p14">
            <p:contentPart p14:bwMode="auto" r:id="rId488">
              <p14:nvContentPartPr>
                <p14:cNvPr id="293" name="Ink 292">
                  <a:extLst>
                    <a:ext uri="{FF2B5EF4-FFF2-40B4-BE49-F238E27FC236}">
                      <a16:creationId xmlns:a16="http://schemas.microsoft.com/office/drawing/2014/main" id="{FA460550-A06A-1497-06D1-5DB7ABF77EDD}"/>
                    </a:ext>
                  </a:extLst>
                </p14:cNvPr>
                <p14:cNvContentPartPr/>
                <p14:nvPr/>
              </p14:nvContentPartPr>
              <p14:xfrm>
                <a:off x="1346760" y="4104000"/>
                <a:ext cx="10800" cy="907920"/>
              </p14:xfrm>
            </p:contentPart>
          </mc:Choice>
          <mc:Fallback xmlns="">
            <p:pic>
              <p:nvPicPr>
                <p:cNvPr id="293" name="Ink 292">
                  <a:extLst>
                    <a:ext uri="{FF2B5EF4-FFF2-40B4-BE49-F238E27FC236}">
                      <a16:creationId xmlns:a16="http://schemas.microsoft.com/office/drawing/2014/main" id="{FA460550-A06A-1497-06D1-5DB7ABF77EDD}"/>
                    </a:ext>
                  </a:extLst>
                </p:cNvPr>
                <p:cNvPicPr/>
                <p:nvPr/>
              </p:nvPicPr>
              <p:blipFill>
                <a:blip r:embed="rId489"/>
                <a:stretch>
                  <a:fillRect/>
                </a:stretch>
              </p:blipFill>
              <p:spPr>
                <a:xfrm>
                  <a:off x="1338120" y="4095360"/>
                  <a:ext cx="28440" cy="925560"/>
                </a:xfrm>
                <a:prstGeom prst="rect">
                  <a:avLst/>
                </a:prstGeom>
              </p:spPr>
            </p:pic>
          </mc:Fallback>
        </mc:AlternateContent>
        <mc:AlternateContent xmlns:mc="http://schemas.openxmlformats.org/markup-compatibility/2006" xmlns:p14="http://schemas.microsoft.com/office/powerpoint/2010/main">
          <mc:Choice Requires="p14">
            <p:contentPart p14:bwMode="auto" r:id="rId490">
              <p14:nvContentPartPr>
                <p14:cNvPr id="294" name="Ink 293">
                  <a:extLst>
                    <a:ext uri="{FF2B5EF4-FFF2-40B4-BE49-F238E27FC236}">
                      <a16:creationId xmlns:a16="http://schemas.microsoft.com/office/drawing/2014/main" id="{48A96FB4-9C3D-82D4-DA0D-EC3902C11537}"/>
                    </a:ext>
                  </a:extLst>
                </p14:cNvPr>
                <p14:cNvContentPartPr/>
                <p14:nvPr/>
              </p14:nvContentPartPr>
              <p14:xfrm>
                <a:off x="4510080" y="4026600"/>
                <a:ext cx="48960" cy="846360"/>
              </p14:xfrm>
            </p:contentPart>
          </mc:Choice>
          <mc:Fallback xmlns="">
            <p:pic>
              <p:nvPicPr>
                <p:cNvPr id="294" name="Ink 293">
                  <a:extLst>
                    <a:ext uri="{FF2B5EF4-FFF2-40B4-BE49-F238E27FC236}">
                      <a16:creationId xmlns:a16="http://schemas.microsoft.com/office/drawing/2014/main" id="{48A96FB4-9C3D-82D4-DA0D-EC3902C11537}"/>
                    </a:ext>
                  </a:extLst>
                </p:cNvPr>
                <p:cNvPicPr/>
                <p:nvPr/>
              </p:nvPicPr>
              <p:blipFill>
                <a:blip r:embed="rId491"/>
                <a:stretch>
                  <a:fillRect/>
                </a:stretch>
              </p:blipFill>
              <p:spPr>
                <a:xfrm>
                  <a:off x="4501440" y="4017960"/>
                  <a:ext cx="66600" cy="864000"/>
                </a:xfrm>
                <a:prstGeom prst="rect">
                  <a:avLst/>
                </a:prstGeom>
              </p:spPr>
            </p:pic>
          </mc:Fallback>
        </mc:AlternateContent>
        <mc:AlternateContent xmlns:mc="http://schemas.openxmlformats.org/markup-compatibility/2006" xmlns:p14="http://schemas.microsoft.com/office/powerpoint/2010/main">
          <mc:Choice Requires="p14">
            <p:contentPart p14:bwMode="auto" r:id="rId492">
              <p14:nvContentPartPr>
                <p14:cNvPr id="296" name="Ink 295">
                  <a:extLst>
                    <a:ext uri="{FF2B5EF4-FFF2-40B4-BE49-F238E27FC236}">
                      <a16:creationId xmlns:a16="http://schemas.microsoft.com/office/drawing/2014/main" id="{261C1F59-CA60-58FF-15D6-C27915A094FF}"/>
                    </a:ext>
                  </a:extLst>
                </p14:cNvPr>
                <p14:cNvContentPartPr/>
                <p14:nvPr/>
              </p14:nvContentPartPr>
              <p14:xfrm>
                <a:off x="1271160" y="4464360"/>
                <a:ext cx="5699160" cy="216360"/>
              </p14:xfrm>
            </p:contentPart>
          </mc:Choice>
          <mc:Fallback xmlns="">
            <p:pic>
              <p:nvPicPr>
                <p:cNvPr id="296" name="Ink 295">
                  <a:extLst>
                    <a:ext uri="{FF2B5EF4-FFF2-40B4-BE49-F238E27FC236}">
                      <a16:creationId xmlns:a16="http://schemas.microsoft.com/office/drawing/2014/main" id="{261C1F59-CA60-58FF-15D6-C27915A094FF}"/>
                    </a:ext>
                  </a:extLst>
                </p:cNvPr>
                <p:cNvPicPr/>
                <p:nvPr/>
              </p:nvPicPr>
              <p:blipFill>
                <a:blip r:embed="rId493"/>
                <a:stretch>
                  <a:fillRect/>
                </a:stretch>
              </p:blipFill>
              <p:spPr>
                <a:xfrm>
                  <a:off x="1262520" y="4455360"/>
                  <a:ext cx="5716800" cy="234000"/>
                </a:xfrm>
                <a:prstGeom prst="rect">
                  <a:avLst/>
                </a:prstGeom>
              </p:spPr>
            </p:pic>
          </mc:Fallback>
        </mc:AlternateContent>
        <mc:AlternateContent xmlns:mc="http://schemas.openxmlformats.org/markup-compatibility/2006" xmlns:p14="http://schemas.microsoft.com/office/powerpoint/2010/main">
          <mc:Choice Requires="p14">
            <p:contentPart p14:bwMode="auto" r:id="rId494">
              <p14:nvContentPartPr>
                <p14:cNvPr id="297" name="Ink 296">
                  <a:extLst>
                    <a:ext uri="{FF2B5EF4-FFF2-40B4-BE49-F238E27FC236}">
                      <a16:creationId xmlns:a16="http://schemas.microsoft.com/office/drawing/2014/main" id="{84B85EC1-D934-2086-FA8D-912B29F63CE4}"/>
                    </a:ext>
                  </a:extLst>
                </p14:cNvPr>
                <p14:cNvContentPartPr/>
                <p14:nvPr/>
              </p14:nvContentPartPr>
              <p14:xfrm>
                <a:off x="1510200" y="4748040"/>
                <a:ext cx="140400" cy="142560"/>
              </p14:xfrm>
            </p:contentPart>
          </mc:Choice>
          <mc:Fallback xmlns="">
            <p:pic>
              <p:nvPicPr>
                <p:cNvPr id="297" name="Ink 296">
                  <a:extLst>
                    <a:ext uri="{FF2B5EF4-FFF2-40B4-BE49-F238E27FC236}">
                      <a16:creationId xmlns:a16="http://schemas.microsoft.com/office/drawing/2014/main" id="{84B85EC1-D934-2086-FA8D-912B29F63CE4}"/>
                    </a:ext>
                  </a:extLst>
                </p:cNvPr>
                <p:cNvPicPr/>
                <p:nvPr/>
              </p:nvPicPr>
              <p:blipFill>
                <a:blip r:embed="rId495"/>
                <a:stretch>
                  <a:fillRect/>
                </a:stretch>
              </p:blipFill>
              <p:spPr>
                <a:xfrm>
                  <a:off x="1501200" y="4739040"/>
                  <a:ext cx="158040" cy="160200"/>
                </a:xfrm>
                <a:prstGeom prst="rect">
                  <a:avLst/>
                </a:prstGeom>
              </p:spPr>
            </p:pic>
          </mc:Fallback>
        </mc:AlternateContent>
        <mc:AlternateContent xmlns:mc="http://schemas.openxmlformats.org/markup-compatibility/2006" xmlns:p14="http://schemas.microsoft.com/office/powerpoint/2010/main">
          <mc:Choice Requires="p14">
            <p:contentPart p14:bwMode="auto" r:id="rId496">
              <p14:nvContentPartPr>
                <p14:cNvPr id="298" name="Ink 297">
                  <a:extLst>
                    <a:ext uri="{FF2B5EF4-FFF2-40B4-BE49-F238E27FC236}">
                      <a16:creationId xmlns:a16="http://schemas.microsoft.com/office/drawing/2014/main" id="{C0ED06F4-93A2-282B-4BAE-D2C37E5E2A72}"/>
                    </a:ext>
                  </a:extLst>
                </p14:cNvPr>
                <p14:cNvContentPartPr/>
                <p14:nvPr/>
              </p14:nvContentPartPr>
              <p14:xfrm>
                <a:off x="1481400" y="4833360"/>
                <a:ext cx="200880" cy="38880"/>
              </p14:xfrm>
            </p:contentPart>
          </mc:Choice>
          <mc:Fallback xmlns="">
            <p:pic>
              <p:nvPicPr>
                <p:cNvPr id="298" name="Ink 297">
                  <a:extLst>
                    <a:ext uri="{FF2B5EF4-FFF2-40B4-BE49-F238E27FC236}">
                      <a16:creationId xmlns:a16="http://schemas.microsoft.com/office/drawing/2014/main" id="{C0ED06F4-93A2-282B-4BAE-D2C37E5E2A72}"/>
                    </a:ext>
                  </a:extLst>
                </p:cNvPr>
                <p:cNvPicPr/>
                <p:nvPr/>
              </p:nvPicPr>
              <p:blipFill>
                <a:blip r:embed="rId497"/>
                <a:stretch>
                  <a:fillRect/>
                </a:stretch>
              </p:blipFill>
              <p:spPr>
                <a:xfrm>
                  <a:off x="1472400" y="4824360"/>
                  <a:ext cx="218520"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498">
              <p14:nvContentPartPr>
                <p14:cNvPr id="299" name="Ink 298">
                  <a:extLst>
                    <a:ext uri="{FF2B5EF4-FFF2-40B4-BE49-F238E27FC236}">
                      <a16:creationId xmlns:a16="http://schemas.microsoft.com/office/drawing/2014/main" id="{D919475F-0A5F-E0DF-5275-2E900A20E08B}"/>
                    </a:ext>
                  </a:extLst>
                </p14:cNvPr>
                <p14:cNvContentPartPr/>
                <p14:nvPr/>
              </p14:nvContentPartPr>
              <p14:xfrm>
                <a:off x="1600920" y="4814280"/>
                <a:ext cx="241560" cy="335160"/>
              </p14:xfrm>
            </p:contentPart>
          </mc:Choice>
          <mc:Fallback xmlns="">
            <p:pic>
              <p:nvPicPr>
                <p:cNvPr id="299" name="Ink 298">
                  <a:extLst>
                    <a:ext uri="{FF2B5EF4-FFF2-40B4-BE49-F238E27FC236}">
                      <a16:creationId xmlns:a16="http://schemas.microsoft.com/office/drawing/2014/main" id="{D919475F-0A5F-E0DF-5275-2E900A20E08B}"/>
                    </a:ext>
                  </a:extLst>
                </p:cNvPr>
                <p:cNvPicPr/>
                <p:nvPr/>
              </p:nvPicPr>
              <p:blipFill>
                <a:blip r:embed="rId499"/>
                <a:stretch>
                  <a:fillRect/>
                </a:stretch>
              </p:blipFill>
              <p:spPr>
                <a:xfrm>
                  <a:off x="1591920" y="4805280"/>
                  <a:ext cx="259200" cy="352800"/>
                </a:xfrm>
                <a:prstGeom prst="rect">
                  <a:avLst/>
                </a:prstGeom>
              </p:spPr>
            </p:pic>
          </mc:Fallback>
        </mc:AlternateContent>
        <mc:AlternateContent xmlns:mc="http://schemas.openxmlformats.org/markup-compatibility/2006" xmlns:p14="http://schemas.microsoft.com/office/powerpoint/2010/main">
          <mc:Choice Requires="p14">
            <p:contentPart p14:bwMode="auto" r:id="rId500">
              <p14:nvContentPartPr>
                <p14:cNvPr id="300" name="Ink 299">
                  <a:extLst>
                    <a:ext uri="{FF2B5EF4-FFF2-40B4-BE49-F238E27FC236}">
                      <a16:creationId xmlns:a16="http://schemas.microsoft.com/office/drawing/2014/main" id="{5D81554E-1B0F-F8F2-7F33-68B921A602C0}"/>
                    </a:ext>
                  </a:extLst>
                </p14:cNvPr>
                <p14:cNvContentPartPr/>
                <p14:nvPr/>
              </p14:nvContentPartPr>
              <p14:xfrm>
                <a:off x="1491480" y="4810320"/>
                <a:ext cx="17640" cy="200160"/>
              </p14:xfrm>
            </p:contentPart>
          </mc:Choice>
          <mc:Fallback xmlns="">
            <p:pic>
              <p:nvPicPr>
                <p:cNvPr id="300" name="Ink 299">
                  <a:extLst>
                    <a:ext uri="{FF2B5EF4-FFF2-40B4-BE49-F238E27FC236}">
                      <a16:creationId xmlns:a16="http://schemas.microsoft.com/office/drawing/2014/main" id="{5D81554E-1B0F-F8F2-7F33-68B921A602C0}"/>
                    </a:ext>
                  </a:extLst>
                </p:cNvPr>
                <p:cNvPicPr/>
                <p:nvPr/>
              </p:nvPicPr>
              <p:blipFill>
                <a:blip r:embed="rId501"/>
                <a:stretch>
                  <a:fillRect/>
                </a:stretch>
              </p:blipFill>
              <p:spPr>
                <a:xfrm>
                  <a:off x="1482480" y="4801320"/>
                  <a:ext cx="35280" cy="217800"/>
                </a:xfrm>
                <a:prstGeom prst="rect">
                  <a:avLst/>
                </a:prstGeom>
              </p:spPr>
            </p:pic>
          </mc:Fallback>
        </mc:AlternateContent>
        <mc:AlternateContent xmlns:mc="http://schemas.openxmlformats.org/markup-compatibility/2006" xmlns:p14="http://schemas.microsoft.com/office/powerpoint/2010/main">
          <mc:Choice Requires="p14">
            <p:contentPart p14:bwMode="auto" r:id="rId502">
              <p14:nvContentPartPr>
                <p14:cNvPr id="301" name="Ink 300">
                  <a:extLst>
                    <a:ext uri="{FF2B5EF4-FFF2-40B4-BE49-F238E27FC236}">
                      <a16:creationId xmlns:a16="http://schemas.microsoft.com/office/drawing/2014/main" id="{5AF726B6-03AE-9D45-07CE-37E48D0700B6}"/>
                    </a:ext>
                  </a:extLst>
                </p14:cNvPr>
                <p14:cNvContentPartPr/>
                <p14:nvPr/>
              </p14:nvContentPartPr>
              <p14:xfrm>
                <a:off x="2946240" y="4731120"/>
                <a:ext cx="201240" cy="234720"/>
              </p14:xfrm>
            </p:contentPart>
          </mc:Choice>
          <mc:Fallback xmlns="">
            <p:pic>
              <p:nvPicPr>
                <p:cNvPr id="301" name="Ink 300">
                  <a:extLst>
                    <a:ext uri="{FF2B5EF4-FFF2-40B4-BE49-F238E27FC236}">
                      <a16:creationId xmlns:a16="http://schemas.microsoft.com/office/drawing/2014/main" id="{5AF726B6-03AE-9D45-07CE-37E48D0700B6}"/>
                    </a:ext>
                  </a:extLst>
                </p:cNvPr>
                <p:cNvPicPr/>
                <p:nvPr/>
              </p:nvPicPr>
              <p:blipFill>
                <a:blip r:embed="rId503"/>
                <a:stretch>
                  <a:fillRect/>
                </a:stretch>
              </p:blipFill>
              <p:spPr>
                <a:xfrm>
                  <a:off x="2937240" y="4722120"/>
                  <a:ext cx="218880" cy="252360"/>
                </a:xfrm>
                <a:prstGeom prst="rect">
                  <a:avLst/>
                </a:prstGeom>
              </p:spPr>
            </p:pic>
          </mc:Fallback>
        </mc:AlternateContent>
        <mc:AlternateContent xmlns:mc="http://schemas.openxmlformats.org/markup-compatibility/2006" xmlns:p14="http://schemas.microsoft.com/office/powerpoint/2010/main">
          <mc:Choice Requires="p14">
            <p:contentPart p14:bwMode="auto" r:id="rId504">
              <p14:nvContentPartPr>
                <p14:cNvPr id="302" name="Ink 301">
                  <a:extLst>
                    <a:ext uri="{FF2B5EF4-FFF2-40B4-BE49-F238E27FC236}">
                      <a16:creationId xmlns:a16="http://schemas.microsoft.com/office/drawing/2014/main" id="{2922EF69-955D-3D1A-F894-ECDB36F3D2B4}"/>
                    </a:ext>
                  </a:extLst>
                </p14:cNvPr>
                <p14:cNvContentPartPr/>
                <p14:nvPr/>
              </p14:nvContentPartPr>
              <p14:xfrm>
                <a:off x="4923720" y="4760280"/>
                <a:ext cx="120240" cy="9000"/>
              </p14:xfrm>
            </p:contentPart>
          </mc:Choice>
          <mc:Fallback xmlns="">
            <p:pic>
              <p:nvPicPr>
                <p:cNvPr id="302" name="Ink 301">
                  <a:extLst>
                    <a:ext uri="{FF2B5EF4-FFF2-40B4-BE49-F238E27FC236}">
                      <a16:creationId xmlns:a16="http://schemas.microsoft.com/office/drawing/2014/main" id="{2922EF69-955D-3D1A-F894-ECDB36F3D2B4}"/>
                    </a:ext>
                  </a:extLst>
                </p:cNvPr>
                <p:cNvPicPr/>
                <p:nvPr/>
              </p:nvPicPr>
              <p:blipFill>
                <a:blip r:embed="rId505"/>
                <a:stretch>
                  <a:fillRect/>
                </a:stretch>
              </p:blipFill>
              <p:spPr>
                <a:xfrm>
                  <a:off x="4915080" y="4751280"/>
                  <a:ext cx="13788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506">
              <p14:nvContentPartPr>
                <p14:cNvPr id="303" name="Ink 302">
                  <a:extLst>
                    <a:ext uri="{FF2B5EF4-FFF2-40B4-BE49-F238E27FC236}">
                      <a16:creationId xmlns:a16="http://schemas.microsoft.com/office/drawing/2014/main" id="{A1735565-675E-C60B-0007-98F9164A21E9}"/>
                    </a:ext>
                  </a:extLst>
                </p14:cNvPr>
                <p14:cNvContentPartPr/>
                <p14:nvPr/>
              </p14:nvContentPartPr>
              <p14:xfrm>
                <a:off x="5274000" y="4683600"/>
                <a:ext cx="226080" cy="104400"/>
              </p14:xfrm>
            </p:contentPart>
          </mc:Choice>
          <mc:Fallback xmlns="">
            <p:pic>
              <p:nvPicPr>
                <p:cNvPr id="303" name="Ink 302">
                  <a:extLst>
                    <a:ext uri="{FF2B5EF4-FFF2-40B4-BE49-F238E27FC236}">
                      <a16:creationId xmlns:a16="http://schemas.microsoft.com/office/drawing/2014/main" id="{A1735565-675E-C60B-0007-98F9164A21E9}"/>
                    </a:ext>
                  </a:extLst>
                </p:cNvPr>
                <p:cNvPicPr/>
                <p:nvPr/>
              </p:nvPicPr>
              <p:blipFill>
                <a:blip r:embed="rId507"/>
                <a:stretch>
                  <a:fillRect/>
                </a:stretch>
              </p:blipFill>
              <p:spPr>
                <a:xfrm>
                  <a:off x="5265000" y="4674600"/>
                  <a:ext cx="243720" cy="122040"/>
                </a:xfrm>
                <a:prstGeom prst="rect">
                  <a:avLst/>
                </a:prstGeom>
              </p:spPr>
            </p:pic>
          </mc:Fallback>
        </mc:AlternateContent>
        <mc:AlternateContent xmlns:mc="http://schemas.openxmlformats.org/markup-compatibility/2006" xmlns:p14="http://schemas.microsoft.com/office/powerpoint/2010/main">
          <mc:Choice Requires="p14">
            <p:contentPart p14:bwMode="auto" r:id="rId508">
              <p14:nvContentPartPr>
                <p14:cNvPr id="304" name="Ink 303">
                  <a:extLst>
                    <a:ext uri="{FF2B5EF4-FFF2-40B4-BE49-F238E27FC236}">
                      <a16:creationId xmlns:a16="http://schemas.microsoft.com/office/drawing/2014/main" id="{7482AB5B-C995-4CC7-CB5C-5BC16626646E}"/>
                    </a:ext>
                  </a:extLst>
                </p14:cNvPr>
                <p14:cNvContentPartPr/>
                <p14:nvPr/>
              </p14:nvContentPartPr>
              <p14:xfrm>
                <a:off x="5530320" y="4685760"/>
                <a:ext cx="189360" cy="351000"/>
              </p14:xfrm>
            </p:contentPart>
          </mc:Choice>
          <mc:Fallback xmlns="">
            <p:pic>
              <p:nvPicPr>
                <p:cNvPr id="304" name="Ink 303">
                  <a:extLst>
                    <a:ext uri="{FF2B5EF4-FFF2-40B4-BE49-F238E27FC236}">
                      <a16:creationId xmlns:a16="http://schemas.microsoft.com/office/drawing/2014/main" id="{7482AB5B-C995-4CC7-CB5C-5BC16626646E}"/>
                    </a:ext>
                  </a:extLst>
                </p:cNvPr>
                <p:cNvPicPr/>
                <p:nvPr/>
              </p:nvPicPr>
              <p:blipFill>
                <a:blip r:embed="rId509"/>
                <a:stretch>
                  <a:fillRect/>
                </a:stretch>
              </p:blipFill>
              <p:spPr>
                <a:xfrm>
                  <a:off x="5521680" y="4676760"/>
                  <a:ext cx="207000" cy="368640"/>
                </a:xfrm>
                <a:prstGeom prst="rect">
                  <a:avLst/>
                </a:prstGeom>
              </p:spPr>
            </p:pic>
          </mc:Fallback>
        </mc:AlternateContent>
        <mc:AlternateContent xmlns:mc="http://schemas.openxmlformats.org/markup-compatibility/2006" xmlns:p14="http://schemas.microsoft.com/office/powerpoint/2010/main">
          <mc:Choice Requires="p14">
            <p:contentPart p14:bwMode="auto" r:id="rId510">
              <p14:nvContentPartPr>
                <p14:cNvPr id="307" name="Ink 306">
                  <a:extLst>
                    <a:ext uri="{FF2B5EF4-FFF2-40B4-BE49-F238E27FC236}">
                      <a16:creationId xmlns:a16="http://schemas.microsoft.com/office/drawing/2014/main" id="{F8234090-18FE-D7F6-5984-D788E3490A5B}"/>
                    </a:ext>
                  </a:extLst>
                </p14:cNvPr>
                <p14:cNvContentPartPr/>
                <p14:nvPr/>
              </p14:nvContentPartPr>
              <p14:xfrm>
                <a:off x="6529320" y="3014280"/>
                <a:ext cx="90360" cy="1928880"/>
              </p14:xfrm>
            </p:contentPart>
          </mc:Choice>
          <mc:Fallback xmlns="">
            <p:pic>
              <p:nvPicPr>
                <p:cNvPr id="307" name="Ink 306">
                  <a:extLst>
                    <a:ext uri="{FF2B5EF4-FFF2-40B4-BE49-F238E27FC236}">
                      <a16:creationId xmlns:a16="http://schemas.microsoft.com/office/drawing/2014/main" id="{F8234090-18FE-D7F6-5984-D788E3490A5B}"/>
                    </a:ext>
                  </a:extLst>
                </p:cNvPr>
                <p:cNvPicPr/>
                <p:nvPr/>
              </p:nvPicPr>
              <p:blipFill>
                <a:blip r:embed="rId511"/>
                <a:stretch>
                  <a:fillRect/>
                </a:stretch>
              </p:blipFill>
              <p:spPr>
                <a:xfrm>
                  <a:off x="6520320" y="3005280"/>
                  <a:ext cx="108000" cy="1946520"/>
                </a:xfrm>
                <a:prstGeom prst="rect">
                  <a:avLst/>
                </a:prstGeom>
              </p:spPr>
            </p:pic>
          </mc:Fallback>
        </mc:AlternateContent>
        <mc:AlternateContent xmlns:mc="http://schemas.openxmlformats.org/markup-compatibility/2006" xmlns:p14="http://schemas.microsoft.com/office/powerpoint/2010/main">
          <mc:Choice Requires="p14">
            <p:contentPart p14:bwMode="auto" r:id="rId512">
              <p14:nvContentPartPr>
                <p14:cNvPr id="308" name="Ink 307">
                  <a:extLst>
                    <a:ext uri="{FF2B5EF4-FFF2-40B4-BE49-F238E27FC236}">
                      <a16:creationId xmlns:a16="http://schemas.microsoft.com/office/drawing/2014/main" id="{2612C9CE-F5FC-1E29-4B00-958713ECFC33}"/>
                    </a:ext>
                  </a:extLst>
                </p14:cNvPr>
                <p14:cNvContentPartPr/>
                <p14:nvPr/>
              </p14:nvContentPartPr>
              <p14:xfrm>
                <a:off x="1356120" y="4979880"/>
                <a:ext cx="3960" cy="24840"/>
              </p14:xfrm>
            </p:contentPart>
          </mc:Choice>
          <mc:Fallback xmlns="">
            <p:pic>
              <p:nvPicPr>
                <p:cNvPr id="308" name="Ink 307">
                  <a:extLst>
                    <a:ext uri="{FF2B5EF4-FFF2-40B4-BE49-F238E27FC236}">
                      <a16:creationId xmlns:a16="http://schemas.microsoft.com/office/drawing/2014/main" id="{2612C9CE-F5FC-1E29-4B00-958713ECFC33}"/>
                    </a:ext>
                  </a:extLst>
                </p:cNvPr>
                <p:cNvPicPr/>
                <p:nvPr/>
              </p:nvPicPr>
              <p:blipFill>
                <a:blip r:embed="rId513"/>
                <a:stretch>
                  <a:fillRect/>
                </a:stretch>
              </p:blipFill>
              <p:spPr>
                <a:xfrm>
                  <a:off x="1347120" y="4970880"/>
                  <a:ext cx="2160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514">
              <p14:nvContentPartPr>
                <p14:cNvPr id="309" name="Ink 308">
                  <a:extLst>
                    <a:ext uri="{FF2B5EF4-FFF2-40B4-BE49-F238E27FC236}">
                      <a16:creationId xmlns:a16="http://schemas.microsoft.com/office/drawing/2014/main" id="{E619A89A-30BF-C108-20C1-D23A83449B68}"/>
                    </a:ext>
                  </a:extLst>
                </p14:cNvPr>
                <p14:cNvContentPartPr/>
                <p14:nvPr/>
              </p14:nvContentPartPr>
              <p14:xfrm>
                <a:off x="1298160" y="5019840"/>
                <a:ext cx="5457600" cy="98640"/>
              </p14:xfrm>
            </p:contentPart>
          </mc:Choice>
          <mc:Fallback xmlns="">
            <p:pic>
              <p:nvPicPr>
                <p:cNvPr id="309" name="Ink 308">
                  <a:extLst>
                    <a:ext uri="{FF2B5EF4-FFF2-40B4-BE49-F238E27FC236}">
                      <a16:creationId xmlns:a16="http://schemas.microsoft.com/office/drawing/2014/main" id="{E619A89A-30BF-C108-20C1-D23A83449B68}"/>
                    </a:ext>
                  </a:extLst>
                </p:cNvPr>
                <p:cNvPicPr/>
                <p:nvPr/>
              </p:nvPicPr>
              <p:blipFill>
                <a:blip r:embed="rId515"/>
                <a:stretch>
                  <a:fillRect/>
                </a:stretch>
              </p:blipFill>
              <p:spPr>
                <a:xfrm>
                  <a:off x="1289160" y="5010840"/>
                  <a:ext cx="5475240" cy="116280"/>
                </a:xfrm>
                <a:prstGeom prst="rect">
                  <a:avLst/>
                </a:prstGeom>
              </p:spPr>
            </p:pic>
          </mc:Fallback>
        </mc:AlternateContent>
        <mc:AlternateContent xmlns:mc="http://schemas.openxmlformats.org/markup-compatibility/2006" xmlns:p14="http://schemas.microsoft.com/office/powerpoint/2010/main">
          <mc:Choice Requires="p14">
            <p:contentPart p14:bwMode="auto" r:id="rId516">
              <p14:nvContentPartPr>
                <p14:cNvPr id="310" name="Ink 309">
                  <a:extLst>
                    <a:ext uri="{FF2B5EF4-FFF2-40B4-BE49-F238E27FC236}">
                      <a16:creationId xmlns:a16="http://schemas.microsoft.com/office/drawing/2014/main" id="{CF4C69A7-6B50-FED7-B969-F1BF23DCC352}"/>
                    </a:ext>
                  </a:extLst>
                </p14:cNvPr>
                <p14:cNvContentPartPr/>
                <p14:nvPr/>
              </p14:nvContentPartPr>
              <p14:xfrm>
                <a:off x="4451400" y="4806360"/>
                <a:ext cx="65880" cy="72720"/>
              </p14:xfrm>
            </p:contentPart>
          </mc:Choice>
          <mc:Fallback xmlns="">
            <p:pic>
              <p:nvPicPr>
                <p:cNvPr id="310" name="Ink 309">
                  <a:extLst>
                    <a:ext uri="{FF2B5EF4-FFF2-40B4-BE49-F238E27FC236}">
                      <a16:creationId xmlns:a16="http://schemas.microsoft.com/office/drawing/2014/main" id="{CF4C69A7-6B50-FED7-B969-F1BF23DCC352}"/>
                    </a:ext>
                  </a:extLst>
                </p:cNvPr>
                <p:cNvPicPr/>
                <p:nvPr/>
              </p:nvPicPr>
              <p:blipFill>
                <a:blip r:embed="rId517"/>
                <a:stretch>
                  <a:fillRect/>
                </a:stretch>
              </p:blipFill>
              <p:spPr>
                <a:xfrm>
                  <a:off x="4442760" y="4797360"/>
                  <a:ext cx="83520" cy="90360"/>
                </a:xfrm>
                <a:prstGeom prst="rect">
                  <a:avLst/>
                </a:prstGeom>
              </p:spPr>
            </p:pic>
          </mc:Fallback>
        </mc:AlternateContent>
        <mc:AlternateContent xmlns:mc="http://schemas.openxmlformats.org/markup-compatibility/2006" xmlns:p14="http://schemas.microsoft.com/office/powerpoint/2010/main">
          <mc:Choice Requires="p14">
            <p:contentPart p14:bwMode="auto" r:id="rId518">
              <p14:nvContentPartPr>
                <p14:cNvPr id="311" name="Ink 310">
                  <a:extLst>
                    <a:ext uri="{FF2B5EF4-FFF2-40B4-BE49-F238E27FC236}">
                      <a16:creationId xmlns:a16="http://schemas.microsoft.com/office/drawing/2014/main" id="{FA870DCC-3009-0AE7-8BD6-70C6F2D76484}"/>
                    </a:ext>
                  </a:extLst>
                </p14:cNvPr>
                <p14:cNvContentPartPr/>
                <p14:nvPr/>
              </p14:nvContentPartPr>
              <p14:xfrm>
                <a:off x="4535640" y="4811760"/>
                <a:ext cx="10440" cy="238680"/>
              </p14:xfrm>
            </p:contentPart>
          </mc:Choice>
          <mc:Fallback xmlns="">
            <p:pic>
              <p:nvPicPr>
                <p:cNvPr id="311" name="Ink 310">
                  <a:extLst>
                    <a:ext uri="{FF2B5EF4-FFF2-40B4-BE49-F238E27FC236}">
                      <a16:creationId xmlns:a16="http://schemas.microsoft.com/office/drawing/2014/main" id="{FA870DCC-3009-0AE7-8BD6-70C6F2D76484}"/>
                    </a:ext>
                  </a:extLst>
                </p:cNvPr>
                <p:cNvPicPr/>
                <p:nvPr/>
              </p:nvPicPr>
              <p:blipFill>
                <a:blip r:embed="rId519"/>
                <a:stretch>
                  <a:fillRect/>
                </a:stretch>
              </p:blipFill>
              <p:spPr>
                <a:xfrm>
                  <a:off x="4527000" y="4803120"/>
                  <a:ext cx="28080" cy="256320"/>
                </a:xfrm>
                <a:prstGeom prst="rect">
                  <a:avLst/>
                </a:prstGeom>
              </p:spPr>
            </p:pic>
          </mc:Fallback>
        </mc:AlternateContent>
      </p:grpSp>
      <p:grpSp>
        <p:nvGrpSpPr>
          <p:cNvPr id="376" name="Group 375">
            <a:extLst>
              <a:ext uri="{FF2B5EF4-FFF2-40B4-BE49-F238E27FC236}">
                <a16:creationId xmlns:a16="http://schemas.microsoft.com/office/drawing/2014/main" id="{AEBA4368-D809-C814-A31F-52AEAC8437E1}"/>
              </a:ext>
            </a:extLst>
          </p:cNvPr>
          <p:cNvGrpSpPr/>
          <p:nvPr/>
        </p:nvGrpSpPr>
        <p:grpSpPr>
          <a:xfrm>
            <a:off x="2255760" y="5985000"/>
            <a:ext cx="2845080" cy="619200"/>
            <a:chOff x="2255760" y="5985000"/>
            <a:chExt cx="2845080" cy="619200"/>
          </a:xfrm>
        </p:grpSpPr>
        <mc:AlternateContent xmlns:mc="http://schemas.openxmlformats.org/markup-compatibility/2006" xmlns:p14="http://schemas.microsoft.com/office/powerpoint/2010/main">
          <mc:Choice Requires="p14">
            <p:contentPart p14:bwMode="auto" r:id="rId520">
              <p14:nvContentPartPr>
                <p14:cNvPr id="362" name="Ink 361">
                  <a:extLst>
                    <a:ext uri="{FF2B5EF4-FFF2-40B4-BE49-F238E27FC236}">
                      <a16:creationId xmlns:a16="http://schemas.microsoft.com/office/drawing/2014/main" id="{2321A120-733B-4ADE-45A3-B04A61DD041D}"/>
                    </a:ext>
                  </a:extLst>
                </p14:cNvPr>
                <p14:cNvContentPartPr/>
                <p14:nvPr/>
              </p14:nvContentPartPr>
              <p14:xfrm>
                <a:off x="2529360" y="6132240"/>
                <a:ext cx="198720" cy="8280"/>
              </p14:xfrm>
            </p:contentPart>
          </mc:Choice>
          <mc:Fallback xmlns="">
            <p:pic>
              <p:nvPicPr>
                <p:cNvPr id="362" name="Ink 361">
                  <a:extLst>
                    <a:ext uri="{FF2B5EF4-FFF2-40B4-BE49-F238E27FC236}">
                      <a16:creationId xmlns:a16="http://schemas.microsoft.com/office/drawing/2014/main" id="{2321A120-733B-4ADE-45A3-B04A61DD041D}"/>
                    </a:ext>
                  </a:extLst>
                </p:cNvPr>
                <p:cNvPicPr/>
                <p:nvPr/>
              </p:nvPicPr>
              <p:blipFill>
                <a:blip r:embed="rId521"/>
                <a:stretch>
                  <a:fillRect/>
                </a:stretch>
              </p:blipFill>
              <p:spPr>
                <a:xfrm>
                  <a:off x="2520720" y="6123240"/>
                  <a:ext cx="21636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522">
              <p14:nvContentPartPr>
                <p14:cNvPr id="363" name="Ink 362">
                  <a:extLst>
                    <a:ext uri="{FF2B5EF4-FFF2-40B4-BE49-F238E27FC236}">
                      <a16:creationId xmlns:a16="http://schemas.microsoft.com/office/drawing/2014/main" id="{A38FA94D-4355-F669-0C7E-9F361EDFCE18}"/>
                    </a:ext>
                  </a:extLst>
                </p14:cNvPr>
                <p14:cNvContentPartPr/>
                <p14:nvPr/>
              </p14:nvContentPartPr>
              <p14:xfrm>
                <a:off x="2591280" y="6154920"/>
                <a:ext cx="21600" cy="165960"/>
              </p14:xfrm>
            </p:contentPart>
          </mc:Choice>
          <mc:Fallback xmlns="">
            <p:pic>
              <p:nvPicPr>
                <p:cNvPr id="363" name="Ink 362">
                  <a:extLst>
                    <a:ext uri="{FF2B5EF4-FFF2-40B4-BE49-F238E27FC236}">
                      <a16:creationId xmlns:a16="http://schemas.microsoft.com/office/drawing/2014/main" id="{A38FA94D-4355-F669-0C7E-9F361EDFCE18}"/>
                    </a:ext>
                  </a:extLst>
                </p:cNvPr>
                <p:cNvPicPr/>
                <p:nvPr/>
              </p:nvPicPr>
              <p:blipFill>
                <a:blip r:embed="rId523"/>
                <a:stretch>
                  <a:fillRect/>
                </a:stretch>
              </p:blipFill>
              <p:spPr>
                <a:xfrm>
                  <a:off x="2582280" y="6145920"/>
                  <a:ext cx="39240" cy="183600"/>
                </a:xfrm>
                <a:prstGeom prst="rect">
                  <a:avLst/>
                </a:prstGeom>
              </p:spPr>
            </p:pic>
          </mc:Fallback>
        </mc:AlternateContent>
        <mc:AlternateContent xmlns:mc="http://schemas.openxmlformats.org/markup-compatibility/2006" xmlns:p14="http://schemas.microsoft.com/office/powerpoint/2010/main">
          <mc:Choice Requires="p14">
            <p:contentPart p14:bwMode="auto" r:id="rId524">
              <p14:nvContentPartPr>
                <p14:cNvPr id="364" name="Ink 363">
                  <a:extLst>
                    <a:ext uri="{FF2B5EF4-FFF2-40B4-BE49-F238E27FC236}">
                      <a16:creationId xmlns:a16="http://schemas.microsoft.com/office/drawing/2014/main" id="{8B3DED47-390A-4B86-DE34-78434996DCB0}"/>
                    </a:ext>
                  </a:extLst>
                </p14:cNvPr>
                <p14:cNvContentPartPr/>
                <p14:nvPr/>
              </p14:nvContentPartPr>
              <p14:xfrm>
                <a:off x="2761560" y="6247440"/>
                <a:ext cx="18000" cy="117720"/>
              </p14:xfrm>
            </p:contentPart>
          </mc:Choice>
          <mc:Fallback xmlns="">
            <p:pic>
              <p:nvPicPr>
                <p:cNvPr id="364" name="Ink 363">
                  <a:extLst>
                    <a:ext uri="{FF2B5EF4-FFF2-40B4-BE49-F238E27FC236}">
                      <a16:creationId xmlns:a16="http://schemas.microsoft.com/office/drawing/2014/main" id="{8B3DED47-390A-4B86-DE34-78434996DCB0}"/>
                    </a:ext>
                  </a:extLst>
                </p:cNvPr>
                <p:cNvPicPr/>
                <p:nvPr/>
              </p:nvPicPr>
              <p:blipFill>
                <a:blip r:embed="rId525"/>
                <a:stretch>
                  <a:fillRect/>
                </a:stretch>
              </p:blipFill>
              <p:spPr>
                <a:xfrm>
                  <a:off x="2752920" y="6238440"/>
                  <a:ext cx="35640"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526">
              <p14:nvContentPartPr>
                <p14:cNvPr id="365" name="Ink 364">
                  <a:extLst>
                    <a:ext uri="{FF2B5EF4-FFF2-40B4-BE49-F238E27FC236}">
                      <a16:creationId xmlns:a16="http://schemas.microsoft.com/office/drawing/2014/main" id="{F4799288-69AB-4B62-64C7-8B6126DA7E24}"/>
                    </a:ext>
                  </a:extLst>
                </p14:cNvPr>
                <p14:cNvContentPartPr/>
                <p14:nvPr/>
              </p14:nvContentPartPr>
              <p14:xfrm>
                <a:off x="3025080" y="6148080"/>
                <a:ext cx="108000" cy="9360"/>
              </p14:xfrm>
            </p:contentPart>
          </mc:Choice>
          <mc:Fallback xmlns="">
            <p:pic>
              <p:nvPicPr>
                <p:cNvPr id="365" name="Ink 364">
                  <a:extLst>
                    <a:ext uri="{FF2B5EF4-FFF2-40B4-BE49-F238E27FC236}">
                      <a16:creationId xmlns:a16="http://schemas.microsoft.com/office/drawing/2014/main" id="{F4799288-69AB-4B62-64C7-8B6126DA7E24}"/>
                    </a:ext>
                  </a:extLst>
                </p:cNvPr>
                <p:cNvPicPr/>
                <p:nvPr/>
              </p:nvPicPr>
              <p:blipFill>
                <a:blip r:embed="rId527"/>
                <a:stretch>
                  <a:fillRect/>
                </a:stretch>
              </p:blipFill>
              <p:spPr>
                <a:xfrm>
                  <a:off x="3016080" y="6139440"/>
                  <a:ext cx="12564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528">
              <p14:nvContentPartPr>
                <p14:cNvPr id="366" name="Ink 365">
                  <a:extLst>
                    <a:ext uri="{FF2B5EF4-FFF2-40B4-BE49-F238E27FC236}">
                      <a16:creationId xmlns:a16="http://schemas.microsoft.com/office/drawing/2014/main" id="{94553FFE-85D4-8708-AAEA-24F97BAB2723}"/>
                    </a:ext>
                  </a:extLst>
                </p14:cNvPr>
                <p14:cNvContentPartPr/>
                <p14:nvPr/>
              </p14:nvContentPartPr>
              <p14:xfrm>
                <a:off x="3025080" y="6208200"/>
                <a:ext cx="112680" cy="24480"/>
              </p14:xfrm>
            </p:contentPart>
          </mc:Choice>
          <mc:Fallback xmlns="">
            <p:pic>
              <p:nvPicPr>
                <p:cNvPr id="366" name="Ink 365">
                  <a:extLst>
                    <a:ext uri="{FF2B5EF4-FFF2-40B4-BE49-F238E27FC236}">
                      <a16:creationId xmlns:a16="http://schemas.microsoft.com/office/drawing/2014/main" id="{94553FFE-85D4-8708-AAEA-24F97BAB2723}"/>
                    </a:ext>
                  </a:extLst>
                </p:cNvPr>
                <p:cNvPicPr/>
                <p:nvPr/>
              </p:nvPicPr>
              <p:blipFill>
                <a:blip r:embed="rId529"/>
                <a:stretch>
                  <a:fillRect/>
                </a:stretch>
              </p:blipFill>
              <p:spPr>
                <a:xfrm>
                  <a:off x="3016080" y="6199560"/>
                  <a:ext cx="13032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530">
              <p14:nvContentPartPr>
                <p14:cNvPr id="367" name="Ink 366">
                  <a:extLst>
                    <a:ext uri="{FF2B5EF4-FFF2-40B4-BE49-F238E27FC236}">
                      <a16:creationId xmlns:a16="http://schemas.microsoft.com/office/drawing/2014/main" id="{82A5448E-B5B8-3B74-C308-7BE0F3C694C0}"/>
                    </a:ext>
                  </a:extLst>
                </p14:cNvPr>
                <p14:cNvContentPartPr/>
                <p14:nvPr/>
              </p14:nvContentPartPr>
              <p14:xfrm>
                <a:off x="3345480" y="6093360"/>
                <a:ext cx="168120" cy="18360"/>
              </p14:xfrm>
            </p:contentPart>
          </mc:Choice>
          <mc:Fallback xmlns="">
            <p:pic>
              <p:nvPicPr>
                <p:cNvPr id="367" name="Ink 366">
                  <a:extLst>
                    <a:ext uri="{FF2B5EF4-FFF2-40B4-BE49-F238E27FC236}">
                      <a16:creationId xmlns:a16="http://schemas.microsoft.com/office/drawing/2014/main" id="{82A5448E-B5B8-3B74-C308-7BE0F3C694C0}"/>
                    </a:ext>
                  </a:extLst>
                </p:cNvPr>
                <p:cNvPicPr/>
                <p:nvPr/>
              </p:nvPicPr>
              <p:blipFill>
                <a:blip r:embed="rId531"/>
                <a:stretch>
                  <a:fillRect/>
                </a:stretch>
              </p:blipFill>
              <p:spPr>
                <a:xfrm>
                  <a:off x="3336840" y="6084360"/>
                  <a:ext cx="18576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532">
              <p14:nvContentPartPr>
                <p14:cNvPr id="368" name="Ink 367">
                  <a:extLst>
                    <a:ext uri="{FF2B5EF4-FFF2-40B4-BE49-F238E27FC236}">
                      <a16:creationId xmlns:a16="http://schemas.microsoft.com/office/drawing/2014/main" id="{B56D8B62-7BA2-9514-84C4-1388074ECE9F}"/>
                    </a:ext>
                  </a:extLst>
                </p14:cNvPr>
                <p14:cNvContentPartPr/>
                <p14:nvPr/>
              </p14:nvContentPartPr>
              <p14:xfrm>
                <a:off x="3408120" y="6133680"/>
                <a:ext cx="34920" cy="168840"/>
              </p14:xfrm>
            </p:contentPart>
          </mc:Choice>
          <mc:Fallback xmlns="">
            <p:pic>
              <p:nvPicPr>
                <p:cNvPr id="368" name="Ink 367">
                  <a:extLst>
                    <a:ext uri="{FF2B5EF4-FFF2-40B4-BE49-F238E27FC236}">
                      <a16:creationId xmlns:a16="http://schemas.microsoft.com/office/drawing/2014/main" id="{B56D8B62-7BA2-9514-84C4-1388074ECE9F}"/>
                    </a:ext>
                  </a:extLst>
                </p:cNvPr>
                <p:cNvPicPr/>
                <p:nvPr/>
              </p:nvPicPr>
              <p:blipFill>
                <a:blip r:embed="rId533"/>
                <a:stretch>
                  <a:fillRect/>
                </a:stretch>
              </p:blipFill>
              <p:spPr>
                <a:xfrm>
                  <a:off x="3399480" y="6125040"/>
                  <a:ext cx="5256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534">
              <p14:nvContentPartPr>
                <p14:cNvPr id="369" name="Ink 368">
                  <a:extLst>
                    <a:ext uri="{FF2B5EF4-FFF2-40B4-BE49-F238E27FC236}">
                      <a16:creationId xmlns:a16="http://schemas.microsoft.com/office/drawing/2014/main" id="{AADF65E3-8807-99A5-DD27-09594DD87927}"/>
                    </a:ext>
                  </a:extLst>
                </p14:cNvPr>
                <p14:cNvContentPartPr/>
                <p14:nvPr/>
              </p14:nvContentPartPr>
              <p14:xfrm>
                <a:off x="3525120" y="6174720"/>
                <a:ext cx="249840" cy="184320"/>
              </p14:xfrm>
            </p:contentPart>
          </mc:Choice>
          <mc:Fallback xmlns="">
            <p:pic>
              <p:nvPicPr>
                <p:cNvPr id="369" name="Ink 368">
                  <a:extLst>
                    <a:ext uri="{FF2B5EF4-FFF2-40B4-BE49-F238E27FC236}">
                      <a16:creationId xmlns:a16="http://schemas.microsoft.com/office/drawing/2014/main" id="{AADF65E3-8807-99A5-DD27-09594DD87927}"/>
                    </a:ext>
                  </a:extLst>
                </p:cNvPr>
                <p:cNvPicPr/>
                <p:nvPr/>
              </p:nvPicPr>
              <p:blipFill>
                <a:blip r:embed="rId535"/>
                <a:stretch>
                  <a:fillRect/>
                </a:stretch>
              </p:blipFill>
              <p:spPr>
                <a:xfrm>
                  <a:off x="3516120" y="6166080"/>
                  <a:ext cx="267480" cy="201960"/>
                </a:xfrm>
                <a:prstGeom prst="rect">
                  <a:avLst/>
                </a:prstGeom>
              </p:spPr>
            </p:pic>
          </mc:Fallback>
        </mc:AlternateContent>
        <mc:AlternateContent xmlns:mc="http://schemas.openxmlformats.org/markup-compatibility/2006" xmlns:p14="http://schemas.microsoft.com/office/powerpoint/2010/main">
          <mc:Choice Requires="p14">
            <p:contentPart p14:bwMode="auto" r:id="rId536">
              <p14:nvContentPartPr>
                <p14:cNvPr id="370" name="Ink 369">
                  <a:extLst>
                    <a:ext uri="{FF2B5EF4-FFF2-40B4-BE49-F238E27FC236}">
                      <a16:creationId xmlns:a16="http://schemas.microsoft.com/office/drawing/2014/main" id="{3D10F09B-7A4E-5D7F-65AC-A1902FF86590}"/>
                    </a:ext>
                  </a:extLst>
                </p14:cNvPr>
                <p14:cNvContentPartPr/>
                <p14:nvPr/>
              </p14:nvContentPartPr>
              <p14:xfrm>
                <a:off x="2297520" y="6082920"/>
                <a:ext cx="23760" cy="489240"/>
              </p14:xfrm>
            </p:contentPart>
          </mc:Choice>
          <mc:Fallback xmlns="">
            <p:pic>
              <p:nvPicPr>
                <p:cNvPr id="370" name="Ink 369">
                  <a:extLst>
                    <a:ext uri="{FF2B5EF4-FFF2-40B4-BE49-F238E27FC236}">
                      <a16:creationId xmlns:a16="http://schemas.microsoft.com/office/drawing/2014/main" id="{3D10F09B-7A4E-5D7F-65AC-A1902FF86590}"/>
                    </a:ext>
                  </a:extLst>
                </p:cNvPr>
                <p:cNvPicPr/>
                <p:nvPr/>
              </p:nvPicPr>
              <p:blipFill>
                <a:blip r:embed="rId537"/>
                <a:stretch>
                  <a:fillRect/>
                </a:stretch>
              </p:blipFill>
              <p:spPr>
                <a:xfrm>
                  <a:off x="2288520" y="6074280"/>
                  <a:ext cx="41400" cy="506880"/>
                </a:xfrm>
                <a:prstGeom prst="rect">
                  <a:avLst/>
                </a:prstGeom>
              </p:spPr>
            </p:pic>
          </mc:Fallback>
        </mc:AlternateContent>
        <mc:AlternateContent xmlns:mc="http://schemas.openxmlformats.org/markup-compatibility/2006" xmlns:p14="http://schemas.microsoft.com/office/powerpoint/2010/main">
          <mc:Choice Requires="p14">
            <p:contentPart p14:bwMode="auto" r:id="rId538">
              <p14:nvContentPartPr>
                <p14:cNvPr id="371" name="Ink 370">
                  <a:extLst>
                    <a:ext uri="{FF2B5EF4-FFF2-40B4-BE49-F238E27FC236}">
                      <a16:creationId xmlns:a16="http://schemas.microsoft.com/office/drawing/2014/main" id="{D8C51280-7145-DE42-FCB2-69B0FBA44353}"/>
                    </a:ext>
                  </a:extLst>
                </p14:cNvPr>
                <p14:cNvContentPartPr/>
                <p14:nvPr/>
              </p14:nvContentPartPr>
              <p14:xfrm>
                <a:off x="2255760" y="6548400"/>
                <a:ext cx="1680120" cy="19440"/>
              </p14:xfrm>
            </p:contentPart>
          </mc:Choice>
          <mc:Fallback xmlns="">
            <p:pic>
              <p:nvPicPr>
                <p:cNvPr id="371" name="Ink 370">
                  <a:extLst>
                    <a:ext uri="{FF2B5EF4-FFF2-40B4-BE49-F238E27FC236}">
                      <a16:creationId xmlns:a16="http://schemas.microsoft.com/office/drawing/2014/main" id="{D8C51280-7145-DE42-FCB2-69B0FBA44353}"/>
                    </a:ext>
                  </a:extLst>
                </p:cNvPr>
                <p:cNvPicPr/>
                <p:nvPr/>
              </p:nvPicPr>
              <p:blipFill>
                <a:blip r:embed="rId539"/>
                <a:stretch>
                  <a:fillRect/>
                </a:stretch>
              </p:blipFill>
              <p:spPr>
                <a:xfrm>
                  <a:off x="2247120" y="6539760"/>
                  <a:ext cx="1697760" cy="37080"/>
                </a:xfrm>
                <a:prstGeom prst="rect">
                  <a:avLst/>
                </a:prstGeom>
              </p:spPr>
            </p:pic>
          </mc:Fallback>
        </mc:AlternateContent>
        <mc:AlternateContent xmlns:mc="http://schemas.openxmlformats.org/markup-compatibility/2006" xmlns:p14="http://schemas.microsoft.com/office/powerpoint/2010/main">
          <mc:Choice Requires="p14">
            <p:contentPart p14:bwMode="auto" r:id="rId540">
              <p14:nvContentPartPr>
                <p14:cNvPr id="372" name="Ink 371">
                  <a:extLst>
                    <a:ext uri="{FF2B5EF4-FFF2-40B4-BE49-F238E27FC236}">
                      <a16:creationId xmlns:a16="http://schemas.microsoft.com/office/drawing/2014/main" id="{28634CD4-04B2-009B-8E16-A39E1F3A7B4A}"/>
                    </a:ext>
                  </a:extLst>
                </p14:cNvPr>
                <p14:cNvContentPartPr/>
                <p14:nvPr/>
              </p14:nvContentPartPr>
              <p14:xfrm>
                <a:off x="2258280" y="5985000"/>
                <a:ext cx="1711800" cy="619200"/>
              </p14:xfrm>
            </p:contentPart>
          </mc:Choice>
          <mc:Fallback xmlns="">
            <p:pic>
              <p:nvPicPr>
                <p:cNvPr id="372" name="Ink 371">
                  <a:extLst>
                    <a:ext uri="{FF2B5EF4-FFF2-40B4-BE49-F238E27FC236}">
                      <a16:creationId xmlns:a16="http://schemas.microsoft.com/office/drawing/2014/main" id="{28634CD4-04B2-009B-8E16-A39E1F3A7B4A}"/>
                    </a:ext>
                  </a:extLst>
                </p:cNvPr>
                <p:cNvPicPr/>
                <p:nvPr/>
              </p:nvPicPr>
              <p:blipFill>
                <a:blip r:embed="rId541"/>
                <a:stretch>
                  <a:fillRect/>
                </a:stretch>
              </p:blipFill>
              <p:spPr>
                <a:xfrm>
                  <a:off x="2249280" y="5976000"/>
                  <a:ext cx="1729440" cy="636840"/>
                </a:xfrm>
                <a:prstGeom prst="rect">
                  <a:avLst/>
                </a:prstGeom>
              </p:spPr>
            </p:pic>
          </mc:Fallback>
        </mc:AlternateContent>
        <mc:AlternateContent xmlns:mc="http://schemas.openxmlformats.org/markup-compatibility/2006" xmlns:p14="http://schemas.microsoft.com/office/powerpoint/2010/main">
          <mc:Choice Requires="p14">
            <p:contentPart p14:bwMode="auto" r:id="rId542">
              <p14:nvContentPartPr>
                <p14:cNvPr id="373" name="Ink 372">
                  <a:extLst>
                    <a:ext uri="{FF2B5EF4-FFF2-40B4-BE49-F238E27FC236}">
                      <a16:creationId xmlns:a16="http://schemas.microsoft.com/office/drawing/2014/main" id="{7041CFCA-94C8-DDEE-5E96-215ECB23D299}"/>
                    </a:ext>
                  </a:extLst>
                </p14:cNvPr>
                <p14:cNvContentPartPr/>
                <p14:nvPr/>
              </p14:nvContentPartPr>
              <p14:xfrm>
                <a:off x="4121640" y="6332760"/>
                <a:ext cx="491760" cy="15120"/>
              </p14:xfrm>
            </p:contentPart>
          </mc:Choice>
          <mc:Fallback xmlns="">
            <p:pic>
              <p:nvPicPr>
                <p:cNvPr id="373" name="Ink 372">
                  <a:extLst>
                    <a:ext uri="{FF2B5EF4-FFF2-40B4-BE49-F238E27FC236}">
                      <a16:creationId xmlns:a16="http://schemas.microsoft.com/office/drawing/2014/main" id="{7041CFCA-94C8-DDEE-5E96-215ECB23D299}"/>
                    </a:ext>
                  </a:extLst>
                </p:cNvPr>
                <p:cNvPicPr/>
                <p:nvPr/>
              </p:nvPicPr>
              <p:blipFill>
                <a:blip r:embed="rId543"/>
                <a:stretch>
                  <a:fillRect/>
                </a:stretch>
              </p:blipFill>
              <p:spPr>
                <a:xfrm>
                  <a:off x="4112640" y="6323760"/>
                  <a:ext cx="50940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544">
              <p14:nvContentPartPr>
                <p14:cNvPr id="374" name="Ink 373">
                  <a:extLst>
                    <a:ext uri="{FF2B5EF4-FFF2-40B4-BE49-F238E27FC236}">
                      <a16:creationId xmlns:a16="http://schemas.microsoft.com/office/drawing/2014/main" id="{5C5143F7-7DFD-6CA4-B687-F9A6962C542C}"/>
                    </a:ext>
                  </a:extLst>
                </p14:cNvPr>
                <p14:cNvContentPartPr/>
                <p14:nvPr/>
              </p14:nvContentPartPr>
              <p14:xfrm>
                <a:off x="4900320" y="6204240"/>
                <a:ext cx="23760" cy="239040"/>
              </p14:xfrm>
            </p:contentPart>
          </mc:Choice>
          <mc:Fallback xmlns="">
            <p:pic>
              <p:nvPicPr>
                <p:cNvPr id="374" name="Ink 373">
                  <a:extLst>
                    <a:ext uri="{FF2B5EF4-FFF2-40B4-BE49-F238E27FC236}">
                      <a16:creationId xmlns:a16="http://schemas.microsoft.com/office/drawing/2014/main" id="{5C5143F7-7DFD-6CA4-B687-F9A6962C542C}"/>
                    </a:ext>
                  </a:extLst>
                </p:cNvPr>
                <p:cNvPicPr/>
                <p:nvPr/>
              </p:nvPicPr>
              <p:blipFill>
                <a:blip r:embed="rId545"/>
                <a:stretch>
                  <a:fillRect/>
                </a:stretch>
              </p:blipFill>
              <p:spPr>
                <a:xfrm>
                  <a:off x="4891320" y="6195240"/>
                  <a:ext cx="41400" cy="256680"/>
                </a:xfrm>
                <a:prstGeom prst="rect">
                  <a:avLst/>
                </a:prstGeom>
              </p:spPr>
            </p:pic>
          </mc:Fallback>
        </mc:AlternateContent>
        <mc:AlternateContent xmlns:mc="http://schemas.openxmlformats.org/markup-compatibility/2006" xmlns:p14="http://schemas.microsoft.com/office/powerpoint/2010/main">
          <mc:Choice Requires="p14">
            <p:contentPart p14:bwMode="auto" r:id="rId546">
              <p14:nvContentPartPr>
                <p14:cNvPr id="375" name="Ink 374">
                  <a:extLst>
                    <a:ext uri="{FF2B5EF4-FFF2-40B4-BE49-F238E27FC236}">
                      <a16:creationId xmlns:a16="http://schemas.microsoft.com/office/drawing/2014/main" id="{742B8FBD-748E-96F0-0A14-16F7451B7D9A}"/>
                    </a:ext>
                  </a:extLst>
                </p14:cNvPr>
                <p14:cNvContentPartPr/>
                <p14:nvPr/>
              </p14:nvContentPartPr>
              <p14:xfrm>
                <a:off x="4732920" y="6127200"/>
                <a:ext cx="367920" cy="415800"/>
              </p14:xfrm>
            </p:contentPart>
          </mc:Choice>
          <mc:Fallback xmlns="">
            <p:pic>
              <p:nvPicPr>
                <p:cNvPr id="375" name="Ink 374">
                  <a:extLst>
                    <a:ext uri="{FF2B5EF4-FFF2-40B4-BE49-F238E27FC236}">
                      <a16:creationId xmlns:a16="http://schemas.microsoft.com/office/drawing/2014/main" id="{742B8FBD-748E-96F0-0A14-16F7451B7D9A}"/>
                    </a:ext>
                  </a:extLst>
                </p:cNvPr>
                <p:cNvPicPr/>
                <p:nvPr/>
              </p:nvPicPr>
              <p:blipFill>
                <a:blip r:embed="rId547"/>
                <a:stretch>
                  <a:fillRect/>
                </a:stretch>
              </p:blipFill>
              <p:spPr>
                <a:xfrm>
                  <a:off x="4724280" y="6118560"/>
                  <a:ext cx="385560" cy="433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48">
            <p14:nvContentPartPr>
              <p14:cNvPr id="378" name="Ink 377">
                <a:extLst>
                  <a:ext uri="{FF2B5EF4-FFF2-40B4-BE49-F238E27FC236}">
                    <a16:creationId xmlns:a16="http://schemas.microsoft.com/office/drawing/2014/main" id="{06E29CF6-4B3B-1F95-C567-EB58CF5DE7A0}"/>
                  </a:ext>
                </a:extLst>
              </p14:cNvPr>
              <p14:cNvContentPartPr/>
              <p14:nvPr/>
            </p14:nvContentPartPr>
            <p14:xfrm>
              <a:off x="566280" y="5608800"/>
              <a:ext cx="7200" cy="125640"/>
            </p14:xfrm>
          </p:contentPart>
        </mc:Choice>
        <mc:Fallback xmlns="">
          <p:pic>
            <p:nvPicPr>
              <p:cNvPr id="378" name="Ink 377">
                <a:extLst>
                  <a:ext uri="{FF2B5EF4-FFF2-40B4-BE49-F238E27FC236}">
                    <a16:creationId xmlns:a16="http://schemas.microsoft.com/office/drawing/2014/main" id="{06E29CF6-4B3B-1F95-C567-EB58CF5DE7A0}"/>
                  </a:ext>
                </a:extLst>
              </p:cNvPr>
              <p:cNvPicPr/>
              <p:nvPr/>
            </p:nvPicPr>
            <p:blipFill>
              <a:blip r:embed="rId549"/>
              <a:stretch>
                <a:fillRect/>
              </a:stretch>
            </p:blipFill>
            <p:spPr>
              <a:xfrm>
                <a:off x="557280" y="5599800"/>
                <a:ext cx="24840" cy="143280"/>
              </a:xfrm>
              <a:prstGeom prst="rect">
                <a:avLst/>
              </a:prstGeom>
            </p:spPr>
          </p:pic>
        </mc:Fallback>
      </mc:AlternateContent>
      <p:grpSp>
        <p:nvGrpSpPr>
          <p:cNvPr id="456" name="Group 455">
            <a:extLst>
              <a:ext uri="{FF2B5EF4-FFF2-40B4-BE49-F238E27FC236}">
                <a16:creationId xmlns:a16="http://schemas.microsoft.com/office/drawing/2014/main" id="{E04EE624-988F-2B79-C98D-69CB275B2BA8}"/>
              </a:ext>
            </a:extLst>
          </p:cNvPr>
          <p:cNvGrpSpPr/>
          <p:nvPr/>
        </p:nvGrpSpPr>
        <p:grpSpPr>
          <a:xfrm>
            <a:off x="6085800" y="5157360"/>
            <a:ext cx="5331600" cy="1455840"/>
            <a:chOff x="6085800" y="5157360"/>
            <a:chExt cx="5331600" cy="1455840"/>
          </a:xfrm>
        </p:grpSpPr>
        <mc:AlternateContent xmlns:mc="http://schemas.openxmlformats.org/markup-compatibility/2006" xmlns:p14="http://schemas.microsoft.com/office/powerpoint/2010/main">
          <mc:Choice Requires="p14">
            <p:contentPart p14:bwMode="auto" r:id="rId550">
              <p14:nvContentPartPr>
                <p14:cNvPr id="380" name="Ink 379">
                  <a:extLst>
                    <a:ext uri="{FF2B5EF4-FFF2-40B4-BE49-F238E27FC236}">
                      <a16:creationId xmlns:a16="http://schemas.microsoft.com/office/drawing/2014/main" id="{E79239D6-2286-82D7-86AA-EB6C6722AD38}"/>
                    </a:ext>
                  </a:extLst>
                </p14:cNvPr>
                <p14:cNvContentPartPr/>
                <p14:nvPr/>
              </p14:nvContentPartPr>
              <p14:xfrm>
                <a:off x="6376320" y="5198400"/>
                <a:ext cx="203760" cy="27000"/>
              </p14:xfrm>
            </p:contentPart>
          </mc:Choice>
          <mc:Fallback xmlns="">
            <p:pic>
              <p:nvPicPr>
                <p:cNvPr id="380" name="Ink 379">
                  <a:extLst>
                    <a:ext uri="{FF2B5EF4-FFF2-40B4-BE49-F238E27FC236}">
                      <a16:creationId xmlns:a16="http://schemas.microsoft.com/office/drawing/2014/main" id="{E79239D6-2286-82D7-86AA-EB6C6722AD38}"/>
                    </a:ext>
                  </a:extLst>
                </p:cNvPr>
                <p:cNvPicPr/>
                <p:nvPr/>
              </p:nvPicPr>
              <p:blipFill>
                <a:blip r:embed="rId551"/>
                <a:stretch>
                  <a:fillRect/>
                </a:stretch>
              </p:blipFill>
              <p:spPr>
                <a:xfrm>
                  <a:off x="6367680" y="5189400"/>
                  <a:ext cx="22140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552">
              <p14:nvContentPartPr>
                <p14:cNvPr id="381" name="Ink 380">
                  <a:extLst>
                    <a:ext uri="{FF2B5EF4-FFF2-40B4-BE49-F238E27FC236}">
                      <a16:creationId xmlns:a16="http://schemas.microsoft.com/office/drawing/2014/main" id="{3CC33A9A-1ADB-FCC6-F668-F3F46C8D5273}"/>
                    </a:ext>
                  </a:extLst>
                </p14:cNvPr>
                <p14:cNvContentPartPr/>
                <p14:nvPr/>
              </p14:nvContentPartPr>
              <p14:xfrm>
                <a:off x="6366240" y="5233320"/>
                <a:ext cx="197280" cy="178200"/>
              </p14:xfrm>
            </p:contentPart>
          </mc:Choice>
          <mc:Fallback xmlns="">
            <p:pic>
              <p:nvPicPr>
                <p:cNvPr id="381" name="Ink 380">
                  <a:extLst>
                    <a:ext uri="{FF2B5EF4-FFF2-40B4-BE49-F238E27FC236}">
                      <a16:creationId xmlns:a16="http://schemas.microsoft.com/office/drawing/2014/main" id="{3CC33A9A-1ADB-FCC6-F668-F3F46C8D5273}"/>
                    </a:ext>
                  </a:extLst>
                </p:cNvPr>
                <p:cNvPicPr/>
                <p:nvPr/>
              </p:nvPicPr>
              <p:blipFill>
                <a:blip r:embed="rId553"/>
                <a:stretch>
                  <a:fillRect/>
                </a:stretch>
              </p:blipFill>
              <p:spPr>
                <a:xfrm>
                  <a:off x="6357600" y="5224680"/>
                  <a:ext cx="214920" cy="195840"/>
                </a:xfrm>
                <a:prstGeom prst="rect">
                  <a:avLst/>
                </a:prstGeom>
              </p:spPr>
            </p:pic>
          </mc:Fallback>
        </mc:AlternateContent>
        <mc:AlternateContent xmlns:mc="http://schemas.openxmlformats.org/markup-compatibility/2006" xmlns:p14="http://schemas.microsoft.com/office/powerpoint/2010/main">
          <mc:Choice Requires="p14">
            <p:contentPart p14:bwMode="auto" r:id="rId554">
              <p14:nvContentPartPr>
                <p14:cNvPr id="382" name="Ink 381">
                  <a:extLst>
                    <a:ext uri="{FF2B5EF4-FFF2-40B4-BE49-F238E27FC236}">
                      <a16:creationId xmlns:a16="http://schemas.microsoft.com/office/drawing/2014/main" id="{104670F1-FEA2-4A29-6DDE-B61803E17FB9}"/>
                    </a:ext>
                  </a:extLst>
                </p14:cNvPr>
                <p14:cNvContentPartPr/>
                <p14:nvPr/>
              </p14:nvContentPartPr>
              <p14:xfrm>
                <a:off x="6672240" y="5157360"/>
                <a:ext cx="155520" cy="192240"/>
              </p14:xfrm>
            </p:contentPart>
          </mc:Choice>
          <mc:Fallback xmlns="">
            <p:pic>
              <p:nvPicPr>
                <p:cNvPr id="382" name="Ink 381">
                  <a:extLst>
                    <a:ext uri="{FF2B5EF4-FFF2-40B4-BE49-F238E27FC236}">
                      <a16:creationId xmlns:a16="http://schemas.microsoft.com/office/drawing/2014/main" id="{104670F1-FEA2-4A29-6DDE-B61803E17FB9}"/>
                    </a:ext>
                  </a:extLst>
                </p:cNvPr>
                <p:cNvPicPr/>
                <p:nvPr/>
              </p:nvPicPr>
              <p:blipFill>
                <a:blip r:embed="rId555"/>
                <a:stretch>
                  <a:fillRect/>
                </a:stretch>
              </p:blipFill>
              <p:spPr>
                <a:xfrm>
                  <a:off x="6663240" y="5148360"/>
                  <a:ext cx="173160"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556">
              <p14:nvContentPartPr>
                <p14:cNvPr id="383" name="Ink 382">
                  <a:extLst>
                    <a:ext uri="{FF2B5EF4-FFF2-40B4-BE49-F238E27FC236}">
                      <a16:creationId xmlns:a16="http://schemas.microsoft.com/office/drawing/2014/main" id="{F4D9A121-B1EC-57DA-B1E4-5A519F28C38A}"/>
                    </a:ext>
                  </a:extLst>
                </p14:cNvPr>
                <p14:cNvContentPartPr/>
                <p14:nvPr/>
              </p14:nvContentPartPr>
              <p14:xfrm>
                <a:off x="6672240" y="5270400"/>
                <a:ext cx="113400" cy="7920"/>
              </p14:xfrm>
            </p:contentPart>
          </mc:Choice>
          <mc:Fallback xmlns="">
            <p:pic>
              <p:nvPicPr>
                <p:cNvPr id="383" name="Ink 382">
                  <a:extLst>
                    <a:ext uri="{FF2B5EF4-FFF2-40B4-BE49-F238E27FC236}">
                      <a16:creationId xmlns:a16="http://schemas.microsoft.com/office/drawing/2014/main" id="{F4D9A121-B1EC-57DA-B1E4-5A519F28C38A}"/>
                    </a:ext>
                  </a:extLst>
                </p:cNvPr>
                <p:cNvPicPr/>
                <p:nvPr/>
              </p:nvPicPr>
              <p:blipFill>
                <a:blip r:embed="rId557"/>
                <a:stretch>
                  <a:fillRect/>
                </a:stretch>
              </p:blipFill>
              <p:spPr>
                <a:xfrm>
                  <a:off x="6663240" y="5261400"/>
                  <a:ext cx="13104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558">
              <p14:nvContentPartPr>
                <p14:cNvPr id="384" name="Ink 383">
                  <a:extLst>
                    <a:ext uri="{FF2B5EF4-FFF2-40B4-BE49-F238E27FC236}">
                      <a16:creationId xmlns:a16="http://schemas.microsoft.com/office/drawing/2014/main" id="{BDDF8F86-029B-A65C-6D6C-AD91A0E6E760}"/>
                    </a:ext>
                  </a:extLst>
                </p14:cNvPr>
                <p14:cNvContentPartPr/>
                <p14:nvPr/>
              </p14:nvContentPartPr>
              <p14:xfrm>
                <a:off x="6843600" y="5250600"/>
                <a:ext cx="83880" cy="68040"/>
              </p14:xfrm>
            </p:contentPart>
          </mc:Choice>
          <mc:Fallback xmlns="">
            <p:pic>
              <p:nvPicPr>
                <p:cNvPr id="384" name="Ink 383">
                  <a:extLst>
                    <a:ext uri="{FF2B5EF4-FFF2-40B4-BE49-F238E27FC236}">
                      <a16:creationId xmlns:a16="http://schemas.microsoft.com/office/drawing/2014/main" id="{BDDF8F86-029B-A65C-6D6C-AD91A0E6E760}"/>
                    </a:ext>
                  </a:extLst>
                </p:cNvPr>
                <p:cNvPicPr/>
                <p:nvPr/>
              </p:nvPicPr>
              <p:blipFill>
                <a:blip r:embed="rId559"/>
                <a:stretch>
                  <a:fillRect/>
                </a:stretch>
              </p:blipFill>
              <p:spPr>
                <a:xfrm>
                  <a:off x="6834600" y="5241600"/>
                  <a:ext cx="101520" cy="85680"/>
                </a:xfrm>
                <a:prstGeom prst="rect">
                  <a:avLst/>
                </a:prstGeom>
              </p:spPr>
            </p:pic>
          </mc:Fallback>
        </mc:AlternateContent>
        <mc:AlternateContent xmlns:mc="http://schemas.openxmlformats.org/markup-compatibility/2006" xmlns:p14="http://schemas.microsoft.com/office/powerpoint/2010/main">
          <mc:Choice Requires="p14">
            <p:contentPart p14:bwMode="auto" r:id="rId560">
              <p14:nvContentPartPr>
                <p14:cNvPr id="385" name="Ink 384">
                  <a:extLst>
                    <a:ext uri="{FF2B5EF4-FFF2-40B4-BE49-F238E27FC236}">
                      <a16:creationId xmlns:a16="http://schemas.microsoft.com/office/drawing/2014/main" id="{75561DD1-3B16-CD21-4486-B374CDC81062}"/>
                    </a:ext>
                  </a:extLst>
                </p14:cNvPr>
                <p14:cNvContentPartPr/>
                <p14:nvPr/>
              </p14:nvContentPartPr>
              <p14:xfrm>
                <a:off x="6856560" y="5235120"/>
                <a:ext cx="104400" cy="236520"/>
              </p14:xfrm>
            </p:contentPart>
          </mc:Choice>
          <mc:Fallback xmlns="">
            <p:pic>
              <p:nvPicPr>
                <p:cNvPr id="385" name="Ink 384">
                  <a:extLst>
                    <a:ext uri="{FF2B5EF4-FFF2-40B4-BE49-F238E27FC236}">
                      <a16:creationId xmlns:a16="http://schemas.microsoft.com/office/drawing/2014/main" id="{75561DD1-3B16-CD21-4486-B374CDC81062}"/>
                    </a:ext>
                  </a:extLst>
                </p:cNvPr>
                <p:cNvPicPr/>
                <p:nvPr/>
              </p:nvPicPr>
              <p:blipFill>
                <a:blip r:embed="rId561"/>
                <a:stretch>
                  <a:fillRect/>
                </a:stretch>
              </p:blipFill>
              <p:spPr>
                <a:xfrm>
                  <a:off x="6847560" y="5226120"/>
                  <a:ext cx="122040" cy="254160"/>
                </a:xfrm>
                <a:prstGeom prst="rect">
                  <a:avLst/>
                </a:prstGeom>
              </p:spPr>
            </p:pic>
          </mc:Fallback>
        </mc:AlternateContent>
        <mc:AlternateContent xmlns:mc="http://schemas.openxmlformats.org/markup-compatibility/2006" xmlns:p14="http://schemas.microsoft.com/office/powerpoint/2010/main">
          <mc:Choice Requires="p14">
            <p:contentPart p14:bwMode="auto" r:id="rId562">
              <p14:nvContentPartPr>
                <p14:cNvPr id="386" name="Ink 385">
                  <a:extLst>
                    <a:ext uri="{FF2B5EF4-FFF2-40B4-BE49-F238E27FC236}">
                      <a16:creationId xmlns:a16="http://schemas.microsoft.com/office/drawing/2014/main" id="{563C0D22-56CB-C8C4-B184-BC3C0BA9B933}"/>
                    </a:ext>
                  </a:extLst>
                </p14:cNvPr>
                <p14:cNvContentPartPr/>
                <p14:nvPr/>
              </p14:nvContentPartPr>
              <p14:xfrm>
                <a:off x="7106040" y="5223960"/>
                <a:ext cx="165240" cy="3600"/>
              </p14:xfrm>
            </p:contentPart>
          </mc:Choice>
          <mc:Fallback xmlns="">
            <p:pic>
              <p:nvPicPr>
                <p:cNvPr id="386" name="Ink 385">
                  <a:extLst>
                    <a:ext uri="{FF2B5EF4-FFF2-40B4-BE49-F238E27FC236}">
                      <a16:creationId xmlns:a16="http://schemas.microsoft.com/office/drawing/2014/main" id="{563C0D22-56CB-C8C4-B184-BC3C0BA9B933}"/>
                    </a:ext>
                  </a:extLst>
                </p:cNvPr>
                <p:cNvPicPr/>
                <p:nvPr/>
              </p:nvPicPr>
              <p:blipFill>
                <a:blip r:embed="rId563"/>
                <a:stretch>
                  <a:fillRect/>
                </a:stretch>
              </p:blipFill>
              <p:spPr>
                <a:xfrm>
                  <a:off x="7097040" y="5214960"/>
                  <a:ext cx="18288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564">
              <p14:nvContentPartPr>
                <p14:cNvPr id="387" name="Ink 386">
                  <a:extLst>
                    <a:ext uri="{FF2B5EF4-FFF2-40B4-BE49-F238E27FC236}">
                      <a16:creationId xmlns:a16="http://schemas.microsoft.com/office/drawing/2014/main" id="{B788B401-C4F9-5630-E279-BE013D4CEA2C}"/>
                    </a:ext>
                  </a:extLst>
                </p14:cNvPr>
                <p14:cNvContentPartPr/>
                <p14:nvPr/>
              </p14:nvContentPartPr>
              <p14:xfrm>
                <a:off x="7098120" y="5264280"/>
                <a:ext cx="230760" cy="31680"/>
              </p14:xfrm>
            </p:contentPart>
          </mc:Choice>
          <mc:Fallback xmlns="">
            <p:pic>
              <p:nvPicPr>
                <p:cNvPr id="387" name="Ink 386">
                  <a:extLst>
                    <a:ext uri="{FF2B5EF4-FFF2-40B4-BE49-F238E27FC236}">
                      <a16:creationId xmlns:a16="http://schemas.microsoft.com/office/drawing/2014/main" id="{B788B401-C4F9-5630-E279-BE013D4CEA2C}"/>
                    </a:ext>
                  </a:extLst>
                </p:cNvPr>
                <p:cNvPicPr/>
                <p:nvPr/>
              </p:nvPicPr>
              <p:blipFill>
                <a:blip r:embed="rId565"/>
                <a:stretch>
                  <a:fillRect/>
                </a:stretch>
              </p:blipFill>
              <p:spPr>
                <a:xfrm>
                  <a:off x="7089120" y="5255640"/>
                  <a:ext cx="248400" cy="49320"/>
                </a:xfrm>
                <a:prstGeom prst="rect">
                  <a:avLst/>
                </a:prstGeom>
              </p:spPr>
            </p:pic>
          </mc:Fallback>
        </mc:AlternateContent>
        <mc:AlternateContent xmlns:mc="http://schemas.openxmlformats.org/markup-compatibility/2006" xmlns:p14="http://schemas.microsoft.com/office/powerpoint/2010/main">
          <mc:Choice Requires="p14">
            <p:contentPart p14:bwMode="auto" r:id="rId566">
              <p14:nvContentPartPr>
                <p14:cNvPr id="390" name="Ink 389">
                  <a:extLst>
                    <a:ext uri="{FF2B5EF4-FFF2-40B4-BE49-F238E27FC236}">
                      <a16:creationId xmlns:a16="http://schemas.microsoft.com/office/drawing/2014/main" id="{606B529E-5946-2D06-47B5-DA9B37CE8E40}"/>
                    </a:ext>
                  </a:extLst>
                </p14:cNvPr>
                <p14:cNvContentPartPr/>
                <p14:nvPr/>
              </p14:nvContentPartPr>
              <p14:xfrm>
                <a:off x="6085800" y="5604120"/>
                <a:ext cx="201240" cy="19440"/>
              </p14:xfrm>
            </p:contentPart>
          </mc:Choice>
          <mc:Fallback xmlns="">
            <p:pic>
              <p:nvPicPr>
                <p:cNvPr id="390" name="Ink 389">
                  <a:extLst>
                    <a:ext uri="{FF2B5EF4-FFF2-40B4-BE49-F238E27FC236}">
                      <a16:creationId xmlns:a16="http://schemas.microsoft.com/office/drawing/2014/main" id="{606B529E-5946-2D06-47B5-DA9B37CE8E40}"/>
                    </a:ext>
                  </a:extLst>
                </p:cNvPr>
                <p:cNvPicPr/>
                <p:nvPr/>
              </p:nvPicPr>
              <p:blipFill>
                <a:blip r:embed="rId567"/>
                <a:stretch>
                  <a:fillRect/>
                </a:stretch>
              </p:blipFill>
              <p:spPr>
                <a:xfrm>
                  <a:off x="6077160" y="5595120"/>
                  <a:ext cx="218880" cy="37080"/>
                </a:xfrm>
                <a:prstGeom prst="rect">
                  <a:avLst/>
                </a:prstGeom>
              </p:spPr>
            </p:pic>
          </mc:Fallback>
        </mc:AlternateContent>
        <mc:AlternateContent xmlns:mc="http://schemas.openxmlformats.org/markup-compatibility/2006" xmlns:p14="http://schemas.microsoft.com/office/powerpoint/2010/main">
          <mc:Choice Requires="p14">
            <p:contentPart p14:bwMode="auto" r:id="rId568">
              <p14:nvContentPartPr>
                <p14:cNvPr id="391" name="Ink 390">
                  <a:extLst>
                    <a:ext uri="{FF2B5EF4-FFF2-40B4-BE49-F238E27FC236}">
                      <a16:creationId xmlns:a16="http://schemas.microsoft.com/office/drawing/2014/main" id="{442AD1B4-5729-D2AA-8E64-267E8E318160}"/>
                    </a:ext>
                  </a:extLst>
                </p14:cNvPr>
                <p14:cNvContentPartPr/>
                <p14:nvPr/>
              </p14:nvContentPartPr>
              <p14:xfrm>
                <a:off x="6130440" y="5638680"/>
                <a:ext cx="9360" cy="113400"/>
              </p14:xfrm>
            </p:contentPart>
          </mc:Choice>
          <mc:Fallback xmlns="">
            <p:pic>
              <p:nvPicPr>
                <p:cNvPr id="391" name="Ink 390">
                  <a:extLst>
                    <a:ext uri="{FF2B5EF4-FFF2-40B4-BE49-F238E27FC236}">
                      <a16:creationId xmlns:a16="http://schemas.microsoft.com/office/drawing/2014/main" id="{442AD1B4-5729-D2AA-8E64-267E8E318160}"/>
                    </a:ext>
                  </a:extLst>
                </p:cNvPr>
                <p:cNvPicPr/>
                <p:nvPr/>
              </p:nvPicPr>
              <p:blipFill>
                <a:blip r:embed="rId569"/>
                <a:stretch>
                  <a:fillRect/>
                </a:stretch>
              </p:blipFill>
              <p:spPr>
                <a:xfrm>
                  <a:off x="6121800" y="5629680"/>
                  <a:ext cx="27000" cy="131040"/>
                </a:xfrm>
                <a:prstGeom prst="rect">
                  <a:avLst/>
                </a:prstGeom>
              </p:spPr>
            </p:pic>
          </mc:Fallback>
        </mc:AlternateContent>
        <mc:AlternateContent xmlns:mc="http://schemas.openxmlformats.org/markup-compatibility/2006" xmlns:p14="http://schemas.microsoft.com/office/powerpoint/2010/main">
          <mc:Choice Requires="p14">
            <p:contentPart p14:bwMode="auto" r:id="rId570">
              <p14:nvContentPartPr>
                <p14:cNvPr id="392" name="Ink 391">
                  <a:extLst>
                    <a:ext uri="{FF2B5EF4-FFF2-40B4-BE49-F238E27FC236}">
                      <a16:creationId xmlns:a16="http://schemas.microsoft.com/office/drawing/2014/main" id="{387F0CFB-DDB0-076D-1C98-153132F915EB}"/>
                    </a:ext>
                  </a:extLst>
                </p14:cNvPr>
                <p14:cNvContentPartPr/>
                <p14:nvPr/>
              </p14:nvContentPartPr>
              <p14:xfrm>
                <a:off x="6318720" y="5704560"/>
                <a:ext cx="5760" cy="125280"/>
              </p14:xfrm>
            </p:contentPart>
          </mc:Choice>
          <mc:Fallback xmlns="">
            <p:pic>
              <p:nvPicPr>
                <p:cNvPr id="392" name="Ink 391">
                  <a:extLst>
                    <a:ext uri="{FF2B5EF4-FFF2-40B4-BE49-F238E27FC236}">
                      <a16:creationId xmlns:a16="http://schemas.microsoft.com/office/drawing/2014/main" id="{387F0CFB-DDB0-076D-1C98-153132F915EB}"/>
                    </a:ext>
                  </a:extLst>
                </p:cNvPr>
                <p:cNvPicPr/>
                <p:nvPr/>
              </p:nvPicPr>
              <p:blipFill>
                <a:blip r:embed="rId571"/>
                <a:stretch>
                  <a:fillRect/>
                </a:stretch>
              </p:blipFill>
              <p:spPr>
                <a:xfrm>
                  <a:off x="6309720" y="5695560"/>
                  <a:ext cx="23400" cy="142920"/>
                </a:xfrm>
                <a:prstGeom prst="rect">
                  <a:avLst/>
                </a:prstGeom>
              </p:spPr>
            </p:pic>
          </mc:Fallback>
        </mc:AlternateContent>
        <mc:AlternateContent xmlns:mc="http://schemas.openxmlformats.org/markup-compatibility/2006" xmlns:p14="http://schemas.microsoft.com/office/powerpoint/2010/main">
          <mc:Choice Requires="p14">
            <p:contentPart p14:bwMode="auto" r:id="rId572">
              <p14:nvContentPartPr>
                <p14:cNvPr id="393" name="Ink 392">
                  <a:extLst>
                    <a:ext uri="{FF2B5EF4-FFF2-40B4-BE49-F238E27FC236}">
                      <a16:creationId xmlns:a16="http://schemas.microsoft.com/office/drawing/2014/main" id="{47AC0DE8-6428-F5B5-F5D1-A803D237AA2C}"/>
                    </a:ext>
                  </a:extLst>
                </p14:cNvPr>
                <p14:cNvContentPartPr/>
                <p14:nvPr/>
              </p14:nvContentPartPr>
              <p14:xfrm>
                <a:off x="6435720" y="5614560"/>
                <a:ext cx="147960" cy="142560"/>
              </p14:xfrm>
            </p:contentPart>
          </mc:Choice>
          <mc:Fallback xmlns="">
            <p:pic>
              <p:nvPicPr>
                <p:cNvPr id="393" name="Ink 392">
                  <a:extLst>
                    <a:ext uri="{FF2B5EF4-FFF2-40B4-BE49-F238E27FC236}">
                      <a16:creationId xmlns:a16="http://schemas.microsoft.com/office/drawing/2014/main" id="{47AC0DE8-6428-F5B5-F5D1-A803D237AA2C}"/>
                    </a:ext>
                  </a:extLst>
                </p:cNvPr>
                <p:cNvPicPr/>
                <p:nvPr/>
              </p:nvPicPr>
              <p:blipFill>
                <a:blip r:embed="rId573"/>
                <a:stretch>
                  <a:fillRect/>
                </a:stretch>
              </p:blipFill>
              <p:spPr>
                <a:xfrm>
                  <a:off x="6426720" y="5605920"/>
                  <a:ext cx="165600" cy="160200"/>
                </a:xfrm>
                <a:prstGeom prst="rect">
                  <a:avLst/>
                </a:prstGeom>
              </p:spPr>
            </p:pic>
          </mc:Fallback>
        </mc:AlternateContent>
        <mc:AlternateContent xmlns:mc="http://schemas.openxmlformats.org/markup-compatibility/2006" xmlns:p14="http://schemas.microsoft.com/office/powerpoint/2010/main">
          <mc:Choice Requires="p14">
            <p:contentPart p14:bwMode="auto" r:id="rId574">
              <p14:nvContentPartPr>
                <p14:cNvPr id="394" name="Ink 393">
                  <a:extLst>
                    <a:ext uri="{FF2B5EF4-FFF2-40B4-BE49-F238E27FC236}">
                      <a16:creationId xmlns:a16="http://schemas.microsoft.com/office/drawing/2014/main" id="{4A44BA9C-BDED-8EA9-AC61-F1DCF9ED7DB2}"/>
                    </a:ext>
                  </a:extLst>
                </p14:cNvPr>
                <p14:cNvContentPartPr/>
                <p14:nvPr/>
              </p14:nvContentPartPr>
              <p14:xfrm>
                <a:off x="6708240" y="5649120"/>
                <a:ext cx="17280" cy="77760"/>
              </p14:xfrm>
            </p:contentPart>
          </mc:Choice>
          <mc:Fallback xmlns="">
            <p:pic>
              <p:nvPicPr>
                <p:cNvPr id="394" name="Ink 393">
                  <a:extLst>
                    <a:ext uri="{FF2B5EF4-FFF2-40B4-BE49-F238E27FC236}">
                      <a16:creationId xmlns:a16="http://schemas.microsoft.com/office/drawing/2014/main" id="{4A44BA9C-BDED-8EA9-AC61-F1DCF9ED7DB2}"/>
                    </a:ext>
                  </a:extLst>
                </p:cNvPr>
                <p:cNvPicPr/>
                <p:nvPr/>
              </p:nvPicPr>
              <p:blipFill>
                <a:blip r:embed="rId575"/>
                <a:stretch>
                  <a:fillRect/>
                </a:stretch>
              </p:blipFill>
              <p:spPr>
                <a:xfrm>
                  <a:off x="6699600" y="5640480"/>
                  <a:ext cx="34920" cy="95400"/>
                </a:xfrm>
                <a:prstGeom prst="rect">
                  <a:avLst/>
                </a:prstGeom>
              </p:spPr>
            </p:pic>
          </mc:Fallback>
        </mc:AlternateContent>
        <mc:AlternateContent xmlns:mc="http://schemas.openxmlformats.org/markup-compatibility/2006" xmlns:p14="http://schemas.microsoft.com/office/powerpoint/2010/main">
          <mc:Choice Requires="p14">
            <p:contentPart p14:bwMode="auto" r:id="rId576">
              <p14:nvContentPartPr>
                <p14:cNvPr id="395" name="Ink 394">
                  <a:extLst>
                    <a:ext uri="{FF2B5EF4-FFF2-40B4-BE49-F238E27FC236}">
                      <a16:creationId xmlns:a16="http://schemas.microsoft.com/office/drawing/2014/main" id="{55926DB0-470D-27D5-0A9A-08394BA98347}"/>
                    </a:ext>
                  </a:extLst>
                </p14:cNvPr>
                <p14:cNvContentPartPr/>
                <p14:nvPr/>
              </p14:nvContentPartPr>
              <p14:xfrm>
                <a:off x="6666120" y="5601240"/>
                <a:ext cx="360" cy="360"/>
              </p14:xfrm>
            </p:contentPart>
          </mc:Choice>
          <mc:Fallback xmlns="">
            <p:pic>
              <p:nvPicPr>
                <p:cNvPr id="395" name="Ink 394">
                  <a:extLst>
                    <a:ext uri="{FF2B5EF4-FFF2-40B4-BE49-F238E27FC236}">
                      <a16:creationId xmlns:a16="http://schemas.microsoft.com/office/drawing/2014/main" id="{55926DB0-470D-27D5-0A9A-08394BA98347}"/>
                    </a:ext>
                  </a:extLst>
                </p:cNvPr>
                <p:cNvPicPr/>
                <p:nvPr/>
              </p:nvPicPr>
              <p:blipFill>
                <a:blip r:embed="rId4"/>
                <a:stretch>
                  <a:fillRect/>
                </a:stretch>
              </p:blipFill>
              <p:spPr>
                <a:xfrm>
                  <a:off x="6657480" y="559260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77">
              <p14:nvContentPartPr>
                <p14:cNvPr id="396" name="Ink 395">
                  <a:extLst>
                    <a:ext uri="{FF2B5EF4-FFF2-40B4-BE49-F238E27FC236}">
                      <a16:creationId xmlns:a16="http://schemas.microsoft.com/office/drawing/2014/main" id="{DEC0800D-DC51-1906-C4E1-88F275B36600}"/>
                    </a:ext>
                  </a:extLst>
                </p14:cNvPr>
                <p14:cNvContentPartPr/>
                <p14:nvPr/>
              </p14:nvContentPartPr>
              <p14:xfrm>
                <a:off x="6787080" y="5636880"/>
                <a:ext cx="153720" cy="118440"/>
              </p14:xfrm>
            </p:contentPart>
          </mc:Choice>
          <mc:Fallback xmlns="">
            <p:pic>
              <p:nvPicPr>
                <p:cNvPr id="396" name="Ink 395">
                  <a:extLst>
                    <a:ext uri="{FF2B5EF4-FFF2-40B4-BE49-F238E27FC236}">
                      <a16:creationId xmlns:a16="http://schemas.microsoft.com/office/drawing/2014/main" id="{DEC0800D-DC51-1906-C4E1-88F275B36600}"/>
                    </a:ext>
                  </a:extLst>
                </p:cNvPr>
                <p:cNvPicPr/>
                <p:nvPr/>
              </p:nvPicPr>
              <p:blipFill>
                <a:blip r:embed="rId578"/>
                <a:stretch>
                  <a:fillRect/>
                </a:stretch>
              </p:blipFill>
              <p:spPr>
                <a:xfrm>
                  <a:off x="6778440" y="5628240"/>
                  <a:ext cx="17136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579">
              <p14:nvContentPartPr>
                <p14:cNvPr id="397" name="Ink 396">
                  <a:extLst>
                    <a:ext uri="{FF2B5EF4-FFF2-40B4-BE49-F238E27FC236}">
                      <a16:creationId xmlns:a16="http://schemas.microsoft.com/office/drawing/2014/main" id="{0F422B96-68FE-E8B3-3D3E-B8BC971442D5}"/>
                    </a:ext>
                  </a:extLst>
                </p14:cNvPr>
                <p14:cNvContentPartPr/>
                <p14:nvPr/>
              </p14:nvContentPartPr>
              <p14:xfrm>
                <a:off x="7043400" y="5516280"/>
                <a:ext cx="128520" cy="194760"/>
              </p14:xfrm>
            </p:contentPart>
          </mc:Choice>
          <mc:Fallback xmlns="">
            <p:pic>
              <p:nvPicPr>
                <p:cNvPr id="397" name="Ink 396">
                  <a:extLst>
                    <a:ext uri="{FF2B5EF4-FFF2-40B4-BE49-F238E27FC236}">
                      <a16:creationId xmlns:a16="http://schemas.microsoft.com/office/drawing/2014/main" id="{0F422B96-68FE-E8B3-3D3E-B8BC971442D5}"/>
                    </a:ext>
                  </a:extLst>
                </p:cNvPr>
                <p:cNvPicPr/>
                <p:nvPr/>
              </p:nvPicPr>
              <p:blipFill>
                <a:blip r:embed="rId580"/>
                <a:stretch>
                  <a:fillRect/>
                </a:stretch>
              </p:blipFill>
              <p:spPr>
                <a:xfrm>
                  <a:off x="7034760" y="5507280"/>
                  <a:ext cx="146160" cy="212400"/>
                </a:xfrm>
                <a:prstGeom prst="rect">
                  <a:avLst/>
                </a:prstGeom>
              </p:spPr>
            </p:pic>
          </mc:Fallback>
        </mc:AlternateContent>
        <mc:AlternateContent xmlns:mc="http://schemas.openxmlformats.org/markup-compatibility/2006" xmlns:p14="http://schemas.microsoft.com/office/powerpoint/2010/main">
          <mc:Choice Requires="p14">
            <p:contentPart p14:bwMode="auto" r:id="rId581">
              <p14:nvContentPartPr>
                <p14:cNvPr id="398" name="Ink 397">
                  <a:extLst>
                    <a:ext uri="{FF2B5EF4-FFF2-40B4-BE49-F238E27FC236}">
                      <a16:creationId xmlns:a16="http://schemas.microsoft.com/office/drawing/2014/main" id="{37BA5B02-9DAD-D881-6276-8C600B5A9FC4}"/>
                    </a:ext>
                  </a:extLst>
                </p14:cNvPr>
                <p14:cNvContentPartPr/>
                <p14:nvPr/>
              </p14:nvContentPartPr>
              <p14:xfrm>
                <a:off x="7304400" y="5502240"/>
                <a:ext cx="110160" cy="10440"/>
              </p14:xfrm>
            </p:contentPart>
          </mc:Choice>
          <mc:Fallback xmlns="">
            <p:pic>
              <p:nvPicPr>
                <p:cNvPr id="398" name="Ink 397">
                  <a:extLst>
                    <a:ext uri="{FF2B5EF4-FFF2-40B4-BE49-F238E27FC236}">
                      <a16:creationId xmlns:a16="http://schemas.microsoft.com/office/drawing/2014/main" id="{37BA5B02-9DAD-D881-6276-8C600B5A9FC4}"/>
                    </a:ext>
                  </a:extLst>
                </p:cNvPr>
                <p:cNvPicPr/>
                <p:nvPr/>
              </p:nvPicPr>
              <p:blipFill>
                <a:blip r:embed="rId582"/>
                <a:stretch>
                  <a:fillRect/>
                </a:stretch>
              </p:blipFill>
              <p:spPr>
                <a:xfrm>
                  <a:off x="7295400" y="5493240"/>
                  <a:ext cx="12780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583">
              <p14:nvContentPartPr>
                <p14:cNvPr id="399" name="Ink 398">
                  <a:extLst>
                    <a:ext uri="{FF2B5EF4-FFF2-40B4-BE49-F238E27FC236}">
                      <a16:creationId xmlns:a16="http://schemas.microsoft.com/office/drawing/2014/main" id="{ABD5EF7B-3F30-E1F7-EE2E-A8551AB18474}"/>
                    </a:ext>
                  </a:extLst>
                </p14:cNvPr>
                <p14:cNvContentPartPr/>
                <p14:nvPr/>
              </p14:nvContentPartPr>
              <p14:xfrm>
                <a:off x="7261560" y="5586480"/>
                <a:ext cx="127440" cy="110520"/>
              </p14:xfrm>
            </p:contentPart>
          </mc:Choice>
          <mc:Fallback xmlns="">
            <p:pic>
              <p:nvPicPr>
                <p:cNvPr id="399" name="Ink 398">
                  <a:extLst>
                    <a:ext uri="{FF2B5EF4-FFF2-40B4-BE49-F238E27FC236}">
                      <a16:creationId xmlns:a16="http://schemas.microsoft.com/office/drawing/2014/main" id="{ABD5EF7B-3F30-E1F7-EE2E-A8551AB18474}"/>
                    </a:ext>
                  </a:extLst>
                </p:cNvPr>
                <p:cNvPicPr/>
                <p:nvPr/>
              </p:nvPicPr>
              <p:blipFill>
                <a:blip r:embed="rId584"/>
                <a:stretch>
                  <a:fillRect/>
                </a:stretch>
              </p:blipFill>
              <p:spPr>
                <a:xfrm>
                  <a:off x="7252920" y="5577480"/>
                  <a:ext cx="14508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585">
              <p14:nvContentPartPr>
                <p14:cNvPr id="400" name="Ink 399">
                  <a:extLst>
                    <a:ext uri="{FF2B5EF4-FFF2-40B4-BE49-F238E27FC236}">
                      <a16:creationId xmlns:a16="http://schemas.microsoft.com/office/drawing/2014/main" id="{F6504E45-33DD-A400-B912-FD0A8545421C}"/>
                    </a:ext>
                  </a:extLst>
                </p14:cNvPr>
                <p14:cNvContentPartPr/>
                <p14:nvPr/>
              </p14:nvContentPartPr>
              <p14:xfrm>
                <a:off x="7500600" y="5442840"/>
                <a:ext cx="79560" cy="67680"/>
              </p14:xfrm>
            </p:contentPart>
          </mc:Choice>
          <mc:Fallback xmlns="">
            <p:pic>
              <p:nvPicPr>
                <p:cNvPr id="400" name="Ink 399">
                  <a:extLst>
                    <a:ext uri="{FF2B5EF4-FFF2-40B4-BE49-F238E27FC236}">
                      <a16:creationId xmlns:a16="http://schemas.microsoft.com/office/drawing/2014/main" id="{F6504E45-33DD-A400-B912-FD0A8545421C}"/>
                    </a:ext>
                  </a:extLst>
                </p:cNvPr>
                <p:cNvPicPr/>
                <p:nvPr/>
              </p:nvPicPr>
              <p:blipFill>
                <a:blip r:embed="rId586"/>
                <a:stretch>
                  <a:fillRect/>
                </a:stretch>
              </p:blipFill>
              <p:spPr>
                <a:xfrm>
                  <a:off x="7491600" y="5434200"/>
                  <a:ext cx="97200" cy="85320"/>
                </a:xfrm>
                <a:prstGeom prst="rect">
                  <a:avLst/>
                </a:prstGeom>
              </p:spPr>
            </p:pic>
          </mc:Fallback>
        </mc:AlternateContent>
        <mc:AlternateContent xmlns:mc="http://schemas.openxmlformats.org/markup-compatibility/2006" xmlns:p14="http://schemas.microsoft.com/office/powerpoint/2010/main">
          <mc:Choice Requires="p14">
            <p:contentPart p14:bwMode="auto" r:id="rId587">
              <p14:nvContentPartPr>
                <p14:cNvPr id="401" name="Ink 400">
                  <a:extLst>
                    <a:ext uri="{FF2B5EF4-FFF2-40B4-BE49-F238E27FC236}">
                      <a16:creationId xmlns:a16="http://schemas.microsoft.com/office/drawing/2014/main" id="{E88F1197-9795-844B-6CAA-78D22EC7EC90}"/>
                    </a:ext>
                  </a:extLst>
                </p14:cNvPr>
                <p14:cNvContentPartPr/>
                <p14:nvPr/>
              </p14:nvContentPartPr>
              <p14:xfrm>
                <a:off x="7689240" y="5568480"/>
                <a:ext cx="237600" cy="22680"/>
              </p14:xfrm>
            </p:contentPart>
          </mc:Choice>
          <mc:Fallback xmlns="">
            <p:pic>
              <p:nvPicPr>
                <p:cNvPr id="401" name="Ink 400">
                  <a:extLst>
                    <a:ext uri="{FF2B5EF4-FFF2-40B4-BE49-F238E27FC236}">
                      <a16:creationId xmlns:a16="http://schemas.microsoft.com/office/drawing/2014/main" id="{E88F1197-9795-844B-6CAA-78D22EC7EC90}"/>
                    </a:ext>
                  </a:extLst>
                </p:cNvPr>
                <p:cNvPicPr/>
                <p:nvPr/>
              </p:nvPicPr>
              <p:blipFill>
                <a:blip r:embed="rId588"/>
                <a:stretch>
                  <a:fillRect/>
                </a:stretch>
              </p:blipFill>
              <p:spPr>
                <a:xfrm>
                  <a:off x="7680240" y="5559840"/>
                  <a:ext cx="25524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589">
              <p14:nvContentPartPr>
                <p14:cNvPr id="402" name="Ink 401">
                  <a:extLst>
                    <a:ext uri="{FF2B5EF4-FFF2-40B4-BE49-F238E27FC236}">
                      <a16:creationId xmlns:a16="http://schemas.microsoft.com/office/drawing/2014/main" id="{EBD73914-D1CB-544D-1875-4953F4554404}"/>
                    </a:ext>
                  </a:extLst>
                </p14:cNvPr>
                <p14:cNvContentPartPr/>
                <p14:nvPr/>
              </p14:nvContentPartPr>
              <p14:xfrm>
                <a:off x="7748640" y="5490720"/>
                <a:ext cx="46800" cy="216720"/>
              </p14:xfrm>
            </p:contentPart>
          </mc:Choice>
          <mc:Fallback xmlns="">
            <p:pic>
              <p:nvPicPr>
                <p:cNvPr id="402" name="Ink 401">
                  <a:extLst>
                    <a:ext uri="{FF2B5EF4-FFF2-40B4-BE49-F238E27FC236}">
                      <a16:creationId xmlns:a16="http://schemas.microsoft.com/office/drawing/2014/main" id="{EBD73914-D1CB-544D-1875-4953F4554404}"/>
                    </a:ext>
                  </a:extLst>
                </p:cNvPr>
                <p:cNvPicPr/>
                <p:nvPr/>
              </p:nvPicPr>
              <p:blipFill>
                <a:blip r:embed="rId590"/>
                <a:stretch>
                  <a:fillRect/>
                </a:stretch>
              </p:blipFill>
              <p:spPr>
                <a:xfrm>
                  <a:off x="7740000" y="5482080"/>
                  <a:ext cx="64440" cy="234360"/>
                </a:xfrm>
                <a:prstGeom prst="rect">
                  <a:avLst/>
                </a:prstGeom>
              </p:spPr>
            </p:pic>
          </mc:Fallback>
        </mc:AlternateContent>
        <mc:AlternateContent xmlns:mc="http://schemas.openxmlformats.org/markup-compatibility/2006" xmlns:p14="http://schemas.microsoft.com/office/powerpoint/2010/main">
          <mc:Choice Requires="p14">
            <p:contentPart p14:bwMode="auto" r:id="rId591">
              <p14:nvContentPartPr>
                <p14:cNvPr id="403" name="Ink 402">
                  <a:extLst>
                    <a:ext uri="{FF2B5EF4-FFF2-40B4-BE49-F238E27FC236}">
                      <a16:creationId xmlns:a16="http://schemas.microsoft.com/office/drawing/2014/main" id="{B0C60D6A-9D6B-8D9E-289D-BD1DE352F881}"/>
                    </a:ext>
                  </a:extLst>
                </p14:cNvPr>
                <p14:cNvContentPartPr/>
                <p14:nvPr/>
              </p14:nvContentPartPr>
              <p14:xfrm>
                <a:off x="8057880" y="5458320"/>
                <a:ext cx="127080" cy="10440"/>
              </p14:xfrm>
            </p:contentPart>
          </mc:Choice>
          <mc:Fallback xmlns="">
            <p:pic>
              <p:nvPicPr>
                <p:cNvPr id="403" name="Ink 402">
                  <a:extLst>
                    <a:ext uri="{FF2B5EF4-FFF2-40B4-BE49-F238E27FC236}">
                      <a16:creationId xmlns:a16="http://schemas.microsoft.com/office/drawing/2014/main" id="{B0C60D6A-9D6B-8D9E-289D-BD1DE352F881}"/>
                    </a:ext>
                  </a:extLst>
                </p:cNvPr>
                <p:cNvPicPr/>
                <p:nvPr/>
              </p:nvPicPr>
              <p:blipFill>
                <a:blip r:embed="rId592"/>
                <a:stretch>
                  <a:fillRect/>
                </a:stretch>
              </p:blipFill>
              <p:spPr>
                <a:xfrm>
                  <a:off x="8049240" y="5449680"/>
                  <a:ext cx="14472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593">
              <p14:nvContentPartPr>
                <p14:cNvPr id="404" name="Ink 403">
                  <a:extLst>
                    <a:ext uri="{FF2B5EF4-FFF2-40B4-BE49-F238E27FC236}">
                      <a16:creationId xmlns:a16="http://schemas.microsoft.com/office/drawing/2014/main" id="{D5D07BBE-9549-E76A-974B-57E163D35C4A}"/>
                    </a:ext>
                  </a:extLst>
                </p14:cNvPr>
                <p14:cNvContentPartPr/>
                <p14:nvPr/>
              </p14:nvContentPartPr>
              <p14:xfrm>
                <a:off x="8074800" y="5505480"/>
                <a:ext cx="12600" cy="162360"/>
              </p14:xfrm>
            </p:contentPart>
          </mc:Choice>
          <mc:Fallback xmlns="">
            <p:pic>
              <p:nvPicPr>
                <p:cNvPr id="404" name="Ink 403">
                  <a:extLst>
                    <a:ext uri="{FF2B5EF4-FFF2-40B4-BE49-F238E27FC236}">
                      <a16:creationId xmlns:a16="http://schemas.microsoft.com/office/drawing/2014/main" id="{D5D07BBE-9549-E76A-974B-57E163D35C4A}"/>
                    </a:ext>
                  </a:extLst>
                </p:cNvPr>
                <p:cNvPicPr/>
                <p:nvPr/>
              </p:nvPicPr>
              <p:blipFill>
                <a:blip r:embed="rId594"/>
                <a:stretch>
                  <a:fillRect/>
                </a:stretch>
              </p:blipFill>
              <p:spPr>
                <a:xfrm>
                  <a:off x="8065800" y="5496480"/>
                  <a:ext cx="3024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595">
              <p14:nvContentPartPr>
                <p14:cNvPr id="405" name="Ink 404">
                  <a:extLst>
                    <a:ext uri="{FF2B5EF4-FFF2-40B4-BE49-F238E27FC236}">
                      <a16:creationId xmlns:a16="http://schemas.microsoft.com/office/drawing/2014/main" id="{15E2540E-24B8-AD61-DE91-81BBA1B5C308}"/>
                    </a:ext>
                  </a:extLst>
                </p14:cNvPr>
                <p14:cNvContentPartPr/>
                <p14:nvPr/>
              </p14:nvContentPartPr>
              <p14:xfrm>
                <a:off x="8173800" y="5586120"/>
                <a:ext cx="194400" cy="128880"/>
              </p14:xfrm>
            </p:contentPart>
          </mc:Choice>
          <mc:Fallback xmlns="">
            <p:pic>
              <p:nvPicPr>
                <p:cNvPr id="405" name="Ink 404">
                  <a:extLst>
                    <a:ext uri="{FF2B5EF4-FFF2-40B4-BE49-F238E27FC236}">
                      <a16:creationId xmlns:a16="http://schemas.microsoft.com/office/drawing/2014/main" id="{15E2540E-24B8-AD61-DE91-81BBA1B5C308}"/>
                    </a:ext>
                  </a:extLst>
                </p:cNvPr>
                <p:cNvPicPr/>
                <p:nvPr/>
              </p:nvPicPr>
              <p:blipFill>
                <a:blip r:embed="rId596"/>
                <a:stretch>
                  <a:fillRect/>
                </a:stretch>
              </p:blipFill>
              <p:spPr>
                <a:xfrm>
                  <a:off x="8164800" y="5577480"/>
                  <a:ext cx="21204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597">
              <p14:nvContentPartPr>
                <p14:cNvPr id="407" name="Ink 406">
                  <a:extLst>
                    <a:ext uri="{FF2B5EF4-FFF2-40B4-BE49-F238E27FC236}">
                      <a16:creationId xmlns:a16="http://schemas.microsoft.com/office/drawing/2014/main" id="{58032770-1B34-81E0-F2EA-11B9BAD61F7C}"/>
                    </a:ext>
                  </a:extLst>
                </p14:cNvPr>
                <p14:cNvContentPartPr/>
                <p14:nvPr/>
              </p14:nvContentPartPr>
              <p14:xfrm>
                <a:off x="8514360" y="5383440"/>
                <a:ext cx="169920" cy="174240"/>
              </p14:xfrm>
            </p:contentPart>
          </mc:Choice>
          <mc:Fallback xmlns="">
            <p:pic>
              <p:nvPicPr>
                <p:cNvPr id="407" name="Ink 406">
                  <a:extLst>
                    <a:ext uri="{FF2B5EF4-FFF2-40B4-BE49-F238E27FC236}">
                      <a16:creationId xmlns:a16="http://schemas.microsoft.com/office/drawing/2014/main" id="{58032770-1B34-81E0-F2EA-11B9BAD61F7C}"/>
                    </a:ext>
                  </a:extLst>
                </p:cNvPr>
                <p:cNvPicPr/>
                <p:nvPr/>
              </p:nvPicPr>
              <p:blipFill>
                <a:blip r:embed="rId598"/>
                <a:stretch>
                  <a:fillRect/>
                </a:stretch>
              </p:blipFill>
              <p:spPr>
                <a:xfrm>
                  <a:off x="8505360" y="5374440"/>
                  <a:ext cx="18756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599">
              <p14:nvContentPartPr>
                <p14:cNvPr id="408" name="Ink 407">
                  <a:extLst>
                    <a:ext uri="{FF2B5EF4-FFF2-40B4-BE49-F238E27FC236}">
                      <a16:creationId xmlns:a16="http://schemas.microsoft.com/office/drawing/2014/main" id="{43289378-1925-5FAA-4467-0D7964C23B20}"/>
                    </a:ext>
                  </a:extLst>
                </p14:cNvPr>
                <p14:cNvContentPartPr/>
                <p14:nvPr/>
              </p14:nvContentPartPr>
              <p14:xfrm>
                <a:off x="8810280" y="5463360"/>
                <a:ext cx="30600" cy="126000"/>
              </p14:xfrm>
            </p:contentPart>
          </mc:Choice>
          <mc:Fallback xmlns="">
            <p:pic>
              <p:nvPicPr>
                <p:cNvPr id="408" name="Ink 407">
                  <a:extLst>
                    <a:ext uri="{FF2B5EF4-FFF2-40B4-BE49-F238E27FC236}">
                      <a16:creationId xmlns:a16="http://schemas.microsoft.com/office/drawing/2014/main" id="{43289378-1925-5FAA-4467-0D7964C23B20}"/>
                    </a:ext>
                  </a:extLst>
                </p:cNvPr>
                <p:cNvPicPr/>
                <p:nvPr/>
              </p:nvPicPr>
              <p:blipFill>
                <a:blip r:embed="rId600"/>
                <a:stretch>
                  <a:fillRect/>
                </a:stretch>
              </p:blipFill>
              <p:spPr>
                <a:xfrm>
                  <a:off x="8801640" y="5454360"/>
                  <a:ext cx="4824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601">
              <p14:nvContentPartPr>
                <p14:cNvPr id="409" name="Ink 408">
                  <a:extLst>
                    <a:ext uri="{FF2B5EF4-FFF2-40B4-BE49-F238E27FC236}">
                      <a16:creationId xmlns:a16="http://schemas.microsoft.com/office/drawing/2014/main" id="{07FCBDB4-90BF-3617-4640-C16ECA4C597E}"/>
                    </a:ext>
                  </a:extLst>
                </p14:cNvPr>
                <p14:cNvContentPartPr/>
                <p14:nvPr/>
              </p14:nvContentPartPr>
              <p14:xfrm>
                <a:off x="8840520" y="5395680"/>
                <a:ext cx="10080" cy="13680"/>
              </p14:xfrm>
            </p:contentPart>
          </mc:Choice>
          <mc:Fallback xmlns="">
            <p:pic>
              <p:nvPicPr>
                <p:cNvPr id="409" name="Ink 408">
                  <a:extLst>
                    <a:ext uri="{FF2B5EF4-FFF2-40B4-BE49-F238E27FC236}">
                      <a16:creationId xmlns:a16="http://schemas.microsoft.com/office/drawing/2014/main" id="{07FCBDB4-90BF-3617-4640-C16ECA4C597E}"/>
                    </a:ext>
                  </a:extLst>
                </p:cNvPr>
                <p:cNvPicPr/>
                <p:nvPr/>
              </p:nvPicPr>
              <p:blipFill>
                <a:blip r:embed="rId602"/>
                <a:stretch>
                  <a:fillRect/>
                </a:stretch>
              </p:blipFill>
              <p:spPr>
                <a:xfrm>
                  <a:off x="8831880" y="5386680"/>
                  <a:ext cx="27720" cy="31320"/>
                </a:xfrm>
                <a:prstGeom prst="rect">
                  <a:avLst/>
                </a:prstGeom>
              </p:spPr>
            </p:pic>
          </mc:Fallback>
        </mc:AlternateContent>
        <mc:AlternateContent xmlns:mc="http://schemas.openxmlformats.org/markup-compatibility/2006" xmlns:p14="http://schemas.microsoft.com/office/powerpoint/2010/main">
          <mc:Choice Requires="p14">
            <p:contentPart p14:bwMode="auto" r:id="rId603">
              <p14:nvContentPartPr>
                <p14:cNvPr id="410" name="Ink 409">
                  <a:extLst>
                    <a:ext uri="{FF2B5EF4-FFF2-40B4-BE49-F238E27FC236}">
                      <a16:creationId xmlns:a16="http://schemas.microsoft.com/office/drawing/2014/main" id="{7CA1A70E-EE42-B01C-FFC6-5D76212DEF52}"/>
                    </a:ext>
                  </a:extLst>
                </p14:cNvPr>
                <p14:cNvContentPartPr/>
                <p14:nvPr/>
              </p14:nvContentPartPr>
              <p14:xfrm>
                <a:off x="8912880" y="5442840"/>
                <a:ext cx="158400" cy="129600"/>
              </p14:xfrm>
            </p:contentPart>
          </mc:Choice>
          <mc:Fallback xmlns="">
            <p:pic>
              <p:nvPicPr>
                <p:cNvPr id="410" name="Ink 409">
                  <a:extLst>
                    <a:ext uri="{FF2B5EF4-FFF2-40B4-BE49-F238E27FC236}">
                      <a16:creationId xmlns:a16="http://schemas.microsoft.com/office/drawing/2014/main" id="{7CA1A70E-EE42-B01C-FFC6-5D76212DEF52}"/>
                    </a:ext>
                  </a:extLst>
                </p:cNvPr>
                <p:cNvPicPr/>
                <p:nvPr/>
              </p:nvPicPr>
              <p:blipFill>
                <a:blip r:embed="rId604"/>
                <a:stretch>
                  <a:fillRect/>
                </a:stretch>
              </p:blipFill>
              <p:spPr>
                <a:xfrm>
                  <a:off x="8904240" y="5434200"/>
                  <a:ext cx="176040" cy="147240"/>
                </a:xfrm>
                <a:prstGeom prst="rect">
                  <a:avLst/>
                </a:prstGeom>
              </p:spPr>
            </p:pic>
          </mc:Fallback>
        </mc:AlternateContent>
        <mc:AlternateContent xmlns:mc="http://schemas.openxmlformats.org/markup-compatibility/2006" xmlns:p14="http://schemas.microsoft.com/office/powerpoint/2010/main">
          <mc:Choice Requires="p14">
            <p:contentPart p14:bwMode="auto" r:id="rId605">
              <p14:nvContentPartPr>
                <p14:cNvPr id="411" name="Ink 410">
                  <a:extLst>
                    <a:ext uri="{FF2B5EF4-FFF2-40B4-BE49-F238E27FC236}">
                      <a16:creationId xmlns:a16="http://schemas.microsoft.com/office/drawing/2014/main" id="{BA33EC39-A4B1-7FF9-49A6-62A4997E73CA}"/>
                    </a:ext>
                  </a:extLst>
                </p14:cNvPr>
                <p14:cNvContentPartPr/>
                <p14:nvPr/>
              </p14:nvContentPartPr>
              <p14:xfrm>
                <a:off x="9196200" y="5401440"/>
                <a:ext cx="97200" cy="160200"/>
              </p14:xfrm>
            </p:contentPart>
          </mc:Choice>
          <mc:Fallback xmlns="">
            <p:pic>
              <p:nvPicPr>
                <p:cNvPr id="411" name="Ink 410">
                  <a:extLst>
                    <a:ext uri="{FF2B5EF4-FFF2-40B4-BE49-F238E27FC236}">
                      <a16:creationId xmlns:a16="http://schemas.microsoft.com/office/drawing/2014/main" id="{BA33EC39-A4B1-7FF9-49A6-62A4997E73CA}"/>
                    </a:ext>
                  </a:extLst>
                </p:cNvPr>
                <p:cNvPicPr/>
                <p:nvPr/>
              </p:nvPicPr>
              <p:blipFill>
                <a:blip r:embed="rId606"/>
                <a:stretch>
                  <a:fillRect/>
                </a:stretch>
              </p:blipFill>
              <p:spPr>
                <a:xfrm>
                  <a:off x="9187200" y="5392800"/>
                  <a:ext cx="114840" cy="177840"/>
                </a:xfrm>
                <a:prstGeom prst="rect">
                  <a:avLst/>
                </a:prstGeom>
              </p:spPr>
            </p:pic>
          </mc:Fallback>
        </mc:AlternateContent>
        <mc:AlternateContent xmlns:mc="http://schemas.openxmlformats.org/markup-compatibility/2006" xmlns:p14="http://schemas.microsoft.com/office/powerpoint/2010/main">
          <mc:Choice Requires="p14">
            <p:contentPart p14:bwMode="auto" r:id="rId607">
              <p14:nvContentPartPr>
                <p14:cNvPr id="412" name="Ink 411">
                  <a:extLst>
                    <a:ext uri="{FF2B5EF4-FFF2-40B4-BE49-F238E27FC236}">
                      <a16:creationId xmlns:a16="http://schemas.microsoft.com/office/drawing/2014/main" id="{90807BAC-416B-CD2D-9696-B30BBC41203A}"/>
                    </a:ext>
                  </a:extLst>
                </p14:cNvPr>
                <p14:cNvContentPartPr/>
                <p14:nvPr/>
              </p14:nvContentPartPr>
              <p14:xfrm>
                <a:off x="9453600" y="5385240"/>
                <a:ext cx="96120" cy="24840"/>
              </p14:xfrm>
            </p:contentPart>
          </mc:Choice>
          <mc:Fallback xmlns="">
            <p:pic>
              <p:nvPicPr>
                <p:cNvPr id="412" name="Ink 411">
                  <a:extLst>
                    <a:ext uri="{FF2B5EF4-FFF2-40B4-BE49-F238E27FC236}">
                      <a16:creationId xmlns:a16="http://schemas.microsoft.com/office/drawing/2014/main" id="{90807BAC-416B-CD2D-9696-B30BBC41203A}"/>
                    </a:ext>
                  </a:extLst>
                </p:cNvPr>
                <p:cNvPicPr/>
                <p:nvPr/>
              </p:nvPicPr>
              <p:blipFill>
                <a:blip r:embed="rId608"/>
                <a:stretch>
                  <a:fillRect/>
                </a:stretch>
              </p:blipFill>
              <p:spPr>
                <a:xfrm>
                  <a:off x="9444600" y="5376600"/>
                  <a:ext cx="11376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609">
              <p14:nvContentPartPr>
                <p14:cNvPr id="414" name="Ink 413">
                  <a:extLst>
                    <a:ext uri="{FF2B5EF4-FFF2-40B4-BE49-F238E27FC236}">
                      <a16:creationId xmlns:a16="http://schemas.microsoft.com/office/drawing/2014/main" id="{21CE5D9F-E500-F6AB-6EE5-566BCB1BA80D}"/>
                    </a:ext>
                  </a:extLst>
                </p14:cNvPr>
                <p14:cNvContentPartPr/>
                <p14:nvPr/>
              </p14:nvContentPartPr>
              <p14:xfrm>
                <a:off x="9407160" y="5405760"/>
                <a:ext cx="144360" cy="187560"/>
              </p14:xfrm>
            </p:contentPart>
          </mc:Choice>
          <mc:Fallback xmlns="">
            <p:pic>
              <p:nvPicPr>
                <p:cNvPr id="414" name="Ink 413">
                  <a:extLst>
                    <a:ext uri="{FF2B5EF4-FFF2-40B4-BE49-F238E27FC236}">
                      <a16:creationId xmlns:a16="http://schemas.microsoft.com/office/drawing/2014/main" id="{21CE5D9F-E500-F6AB-6EE5-566BCB1BA80D}"/>
                    </a:ext>
                  </a:extLst>
                </p:cNvPr>
                <p:cNvPicPr/>
                <p:nvPr/>
              </p:nvPicPr>
              <p:blipFill>
                <a:blip r:embed="rId610"/>
                <a:stretch>
                  <a:fillRect/>
                </a:stretch>
              </p:blipFill>
              <p:spPr>
                <a:xfrm>
                  <a:off x="9398160" y="5396760"/>
                  <a:ext cx="162000" cy="205200"/>
                </a:xfrm>
                <a:prstGeom prst="rect">
                  <a:avLst/>
                </a:prstGeom>
              </p:spPr>
            </p:pic>
          </mc:Fallback>
        </mc:AlternateContent>
        <mc:AlternateContent xmlns:mc="http://schemas.openxmlformats.org/markup-compatibility/2006" xmlns:p14="http://schemas.microsoft.com/office/powerpoint/2010/main">
          <mc:Choice Requires="p14">
            <p:contentPart p14:bwMode="auto" r:id="rId611">
              <p14:nvContentPartPr>
                <p14:cNvPr id="415" name="Ink 414">
                  <a:extLst>
                    <a:ext uri="{FF2B5EF4-FFF2-40B4-BE49-F238E27FC236}">
                      <a16:creationId xmlns:a16="http://schemas.microsoft.com/office/drawing/2014/main" id="{8AD4484D-8F7B-BD75-0C78-E42ECBF34CFF}"/>
                    </a:ext>
                  </a:extLst>
                </p14:cNvPr>
                <p14:cNvContentPartPr/>
                <p14:nvPr/>
              </p14:nvContentPartPr>
              <p14:xfrm>
                <a:off x="9732240" y="5459040"/>
                <a:ext cx="165600" cy="6120"/>
              </p14:xfrm>
            </p:contentPart>
          </mc:Choice>
          <mc:Fallback xmlns="">
            <p:pic>
              <p:nvPicPr>
                <p:cNvPr id="415" name="Ink 414">
                  <a:extLst>
                    <a:ext uri="{FF2B5EF4-FFF2-40B4-BE49-F238E27FC236}">
                      <a16:creationId xmlns:a16="http://schemas.microsoft.com/office/drawing/2014/main" id="{8AD4484D-8F7B-BD75-0C78-E42ECBF34CFF}"/>
                    </a:ext>
                  </a:extLst>
                </p:cNvPr>
                <p:cNvPicPr/>
                <p:nvPr/>
              </p:nvPicPr>
              <p:blipFill>
                <a:blip r:embed="rId612"/>
                <a:stretch>
                  <a:fillRect/>
                </a:stretch>
              </p:blipFill>
              <p:spPr>
                <a:xfrm>
                  <a:off x="9723240" y="5450040"/>
                  <a:ext cx="18324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613">
              <p14:nvContentPartPr>
                <p14:cNvPr id="416" name="Ink 415">
                  <a:extLst>
                    <a:ext uri="{FF2B5EF4-FFF2-40B4-BE49-F238E27FC236}">
                      <a16:creationId xmlns:a16="http://schemas.microsoft.com/office/drawing/2014/main" id="{37E481A5-BBA6-DC51-3AF7-B50F1D321AE1}"/>
                    </a:ext>
                  </a:extLst>
                </p14:cNvPr>
                <p14:cNvContentPartPr/>
                <p14:nvPr/>
              </p14:nvContentPartPr>
              <p14:xfrm>
                <a:off x="9976320" y="5402160"/>
                <a:ext cx="303840" cy="110160"/>
              </p14:xfrm>
            </p:contentPart>
          </mc:Choice>
          <mc:Fallback xmlns="">
            <p:pic>
              <p:nvPicPr>
                <p:cNvPr id="416" name="Ink 415">
                  <a:extLst>
                    <a:ext uri="{FF2B5EF4-FFF2-40B4-BE49-F238E27FC236}">
                      <a16:creationId xmlns:a16="http://schemas.microsoft.com/office/drawing/2014/main" id="{37E481A5-BBA6-DC51-3AF7-B50F1D321AE1}"/>
                    </a:ext>
                  </a:extLst>
                </p:cNvPr>
                <p:cNvPicPr/>
                <p:nvPr/>
              </p:nvPicPr>
              <p:blipFill>
                <a:blip r:embed="rId614"/>
                <a:stretch>
                  <a:fillRect/>
                </a:stretch>
              </p:blipFill>
              <p:spPr>
                <a:xfrm>
                  <a:off x="9967680" y="5393160"/>
                  <a:ext cx="32148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615">
              <p14:nvContentPartPr>
                <p14:cNvPr id="417" name="Ink 416">
                  <a:extLst>
                    <a:ext uri="{FF2B5EF4-FFF2-40B4-BE49-F238E27FC236}">
                      <a16:creationId xmlns:a16="http://schemas.microsoft.com/office/drawing/2014/main" id="{F5D67999-FE9B-708F-F4AD-4EEAE32AD88D}"/>
                    </a:ext>
                  </a:extLst>
                </p14:cNvPr>
                <p14:cNvContentPartPr/>
                <p14:nvPr/>
              </p14:nvContentPartPr>
              <p14:xfrm>
                <a:off x="10222920" y="5404320"/>
                <a:ext cx="304920" cy="391320"/>
              </p14:xfrm>
            </p:contentPart>
          </mc:Choice>
          <mc:Fallback xmlns="">
            <p:pic>
              <p:nvPicPr>
                <p:cNvPr id="417" name="Ink 416">
                  <a:extLst>
                    <a:ext uri="{FF2B5EF4-FFF2-40B4-BE49-F238E27FC236}">
                      <a16:creationId xmlns:a16="http://schemas.microsoft.com/office/drawing/2014/main" id="{F5D67999-FE9B-708F-F4AD-4EEAE32AD88D}"/>
                    </a:ext>
                  </a:extLst>
                </p:cNvPr>
                <p:cNvPicPr/>
                <p:nvPr/>
              </p:nvPicPr>
              <p:blipFill>
                <a:blip r:embed="rId616"/>
                <a:stretch>
                  <a:fillRect/>
                </a:stretch>
              </p:blipFill>
              <p:spPr>
                <a:xfrm>
                  <a:off x="10214280" y="5395320"/>
                  <a:ext cx="322560" cy="408960"/>
                </a:xfrm>
                <a:prstGeom prst="rect">
                  <a:avLst/>
                </a:prstGeom>
              </p:spPr>
            </p:pic>
          </mc:Fallback>
        </mc:AlternateContent>
        <mc:AlternateContent xmlns:mc="http://schemas.openxmlformats.org/markup-compatibility/2006" xmlns:p14="http://schemas.microsoft.com/office/powerpoint/2010/main">
          <mc:Choice Requires="p14">
            <p:contentPart p14:bwMode="auto" r:id="rId617">
              <p14:nvContentPartPr>
                <p14:cNvPr id="418" name="Ink 417">
                  <a:extLst>
                    <a:ext uri="{FF2B5EF4-FFF2-40B4-BE49-F238E27FC236}">
                      <a16:creationId xmlns:a16="http://schemas.microsoft.com/office/drawing/2014/main" id="{DE50B86E-5596-53F5-3BE7-ECC5DB07B16A}"/>
                    </a:ext>
                  </a:extLst>
                </p14:cNvPr>
                <p14:cNvContentPartPr/>
                <p14:nvPr/>
              </p14:nvContentPartPr>
              <p14:xfrm>
                <a:off x="10772640" y="5448960"/>
                <a:ext cx="169920" cy="8280"/>
              </p14:xfrm>
            </p:contentPart>
          </mc:Choice>
          <mc:Fallback xmlns="">
            <p:pic>
              <p:nvPicPr>
                <p:cNvPr id="418" name="Ink 417">
                  <a:extLst>
                    <a:ext uri="{FF2B5EF4-FFF2-40B4-BE49-F238E27FC236}">
                      <a16:creationId xmlns:a16="http://schemas.microsoft.com/office/drawing/2014/main" id="{DE50B86E-5596-53F5-3BE7-ECC5DB07B16A}"/>
                    </a:ext>
                  </a:extLst>
                </p:cNvPr>
                <p:cNvPicPr/>
                <p:nvPr/>
              </p:nvPicPr>
              <p:blipFill>
                <a:blip r:embed="rId618"/>
                <a:stretch>
                  <a:fillRect/>
                </a:stretch>
              </p:blipFill>
              <p:spPr>
                <a:xfrm>
                  <a:off x="10764000" y="5440320"/>
                  <a:ext cx="18756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619">
              <p14:nvContentPartPr>
                <p14:cNvPr id="419" name="Ink 418">
                  <a:extLst>
                    <a:ext uri="{FF2B5EF4-FFF2-40B4-BE49-F238E27FC236}">
                      <a16:creationId xmlns:a16="http://schemas.microsoft.com/office/drawing/2014/main" id="{A07DC30B-5F36-03A7-7385-578E38F64DE7}"/>
                    </a:ext>
                  </a:extLst>
                </p14:cNvPr>
                <p14:cNvContentPartPr/>
                <p14:nvPr/>
              </p14:nvContentPartPr>
              <p14:xfrm>
                <a:off x="10774800" y="5511600"/>
                <a:ext cx="173160" cy="11160"/>
              </p14:xfrm>
            </p:contentPart>
          </mc:Choice>
          <mc:Fallback xmlns="">
            <p:pic>
              <p:nvPicPr>
                <p:cNvPr id="419" name="Ink 418">
                  <a:extLst>
                    <a:ext uri="{FF2B5EF4-FFF2-40B4-BE49-F238E27FC236}">
                      <a16:creationId xmlns:a16="http://schemas.microsoft.com/office/drawing/2014/main" id="{A07DC30B-5F36-03A7-7385-578E38F64DE7}"/>
                    </a:ext>
                  </a:extLst>
                </p:cNvPr>
                <p:cNvPicPr/>
                <p:nvPr/>
              </p:nvPicPr>
              <p:blipFill>
                <a:blip r:embed="rId620"/>
                <a:stretch>
                  <a:fillRect/>
                </a:stretch>
              </p:blipFill>
              <p:spPr>
                <a:xfrm>
                  <a:off x="10766160" y="5502960"/>
                  <a:ext cx="19080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621">
              <p14:nvContentPartPr>
                <p14:cNvPr id="420" name="Ink 419">
                  <a:extLst>
                    <a:ext uri="{FF2B5EF4-FFF2-40B4-BE49-F238E27FC236}">
                      <a16:creationId xmlns:a16="http://schemas.microsoft.com/office/drawing/2014/main" id="{916B677D-7C07-D067-A6F6-ADD0D8F01F14}"/>
                    </a:ext>
                  </a:extLst>
                </p14:cNvPr>
                <p14:cNvContentPartPr/>
                <p14:nvPr/>
              </p14:nvContentPartPr>
              <p14:xfrm>
                <a:off x="11096280" y="5358960"/>
                <a:ext cx="181080" cy="201600"/>
              </p14:xfrm>
            </p:contentPart>
          </mc:Choice>
          <mc:Fallback xmlns="">
            <p:pic>
              <p:nvPicPr>
                <p:cNvPr id="420" name="Ink 419">
                  <a:extLst>
                    <a:ext uri="{FF2B5EF4-FFF2-40B4-BE49-F238E27FC236}">
                      <a16:creationId xmlns:a16="http://schemas.microsoft.com/office/drawing/2014/main" id="{916B677D-7C07-D067-A6F6-ADD0D8F01F14}"/>
                    </a:ext>
                  </a:extLst>
                </p:cNvPr>
                <p:cNvPicPr/>
                <p:nvPr/>
              </p:nvPicPr>
              <p:blipFill>
                <a:blip r:embed="rId622"/>
                <a:stretch>
                  <a:fillRect/>
                </a:stretch>
              </p:blipFill>
              <p:spPr>
                <a:xfrm>
                  <a:off x="11087280" y="5350320"/>
                  <a:ext cx="19872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623">
              <p14:nvContentPartPr>
                <p14:cNvPr id="438" name="Ink 437">
                  <a:extLst>
                    <a:ext uri="{FF2B5EF4-FFF2-40B4-BE49-F238E27FC236}">
                      <a16:creationId xmlns:a16="http://schemas.microsoft.com/office/drawing/2014/main" id="{DB9B6C2A-85E9-3283-5679-652FF17CEDA7}"/>
                    </a:ext>
                  </a:extLst>
                </p14:cNvPr>
                <p14:cNvContentPartPr/>
                <p14:nvPr/>
              </p14:nvContentPartPr>
              <p14:xfrm>
                <a:off x="10849680" y="5873040"/>
                <a:ext cx="245520" cy="143640"/>
              </p14:xfrm>
            </p:contentPart>
          </mc:Choice>
          <mc:Fallback xmlns="">
            <p:pic>
              <p:nvPicPr>
                <p:cNvPr id="438" name="Ink 437">
                  <a:extLst>
                    <a:ext uri="{FF2B5EF4-FFF2-40B4-BE49-F238E27FC236}">
                      <a16:creationId xmlns:a16="http://schemas.microsoft.com/office/drawing/2014/main" id="{DB9B6C2A-85E9-3283-5679-652FF17CEDA7}"/>
                    </a:ext>
                  </a:extLst>
                </p:cNvPr>
                <p:cNvPicPr/>
                <p:nvPr/>
              </p:nvPicPr>
              <p:blipFill>
                <a:blip r:embed="rId624"/>
                <a:stretch>
                  <a:fillRect/>
                </a:stretch>
              </p:blipFill>
              <p:spPr>
                <a:xfrm>
                  <a:off x="10840680" y="5864400"/>
                  <a:ext cx="26316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625">
              <p14:nvContentPartPr>
                <p14:cNvPr id="439" name="Ink 438">
                  <a:extLst>
                    <a:ext uri="{FF2B5EF4-FFF2-40B4-BE49-F238E27FC236}">
                      <a16:creationId xmlns:a16="http://schemas.microsoft.com/office/drawing/2014/main" id="{E62DD321-C294-14EA-21FE-ABD46DC80829}"/>
                    </a:ext>
                  </a:extLst>
                </p14:cNvPr>
                <p14:cNvContentPartPr/>
                <p14:nvPr/>
              </p14:nvContentPartPr>
              <p14:xfrm>
                <a:off x="11144520" y="5865120"/>
                <a:ext cx="227880" cy="415080"/>
              </p14:xfrm>
            </p:contentPart>
          </mc:Choice>
          <mc:Fallback xmlns="">
            <p:pic>
              <p:nvPicPr>
                <p:cNvPr id="439" name="Ink 438">
                  <a:extLst>
                    <a:ext uri="{FF2B5EF4-FFF2-40B4-BE49-F238E27FC236}">
                      <a16:creationId xmlns:a16="http://schemas.microsoft.com/office/drawing/2014/main" id="{E62DD321-C294-14EA-21FE-ABD46DC80829}"/>
                    </a:ext>
                  </a:extLst>
                </p:cNvPr>
                <p:cNvPicPr/>
                <p:nvPr/>
              </p:nvPicPr>
              <p:blipFill>
                <a:blip r:embed="rId626"/>
                <a:stretch>
                  <a:fillRect/>
                </a:stretch>
              </p:blipFill>
              <p:spPr>
                <a:xfrm>
                  <a:off x="11135520" y="5856120"/>
                  <a:ext cx="245520" cy="432720"/>
                </a:xfrm>
                <a:prstGeom prst="rect">
                  <a:avLst/>
                </a:prstGeom>
              </p:spPr>
            </p:pic>
          </mc:Fallback>
        </mc:AlternateContent>
        <mc:AlternateContent xmlns:mc="http://schemas.openxmlformats.org/markup-compatibility/2006" xmlns:p14="http://schemas.microsoft.com/office/powerpoint/2010/main">
          <mc:Choice Requires="p14">
            <p:contentPart p14:bwMode="auto" r:id="rId627">
              <p14:nvContentPartPr>
                <p14:cNvPr id="445" name="Ink 444">
                  <a:extLst>
                    <a:ext uri="{FF2B5EF4-FFF2-40B4-BE49-F238E27FC236}">
                      <a16:creationId xmlns:a16="http://schemas.microsoft.com/office/drawing/2014/main" id="{C7804C79-B66B-3099-4EB9-AF62A2E1A1AA}"/>
                    </a:ext>
                  </a:extLst>
                </p14:cNvPr>
                <p14:cNvContentPartPr/>
                <p14:nvPr/>
              </p14:nvContentPartPr>
              <p14:xfrm>
                <a:off x="10859040" y="6326280"/>
                <a:ext cx="177120" cy="210240"/>
              </p14:xfrm>
            </p:contentPart>
          </mc:Choice>
          <mc:Fallback xmlns="">
            <p:pic>
              <p:nvPicPr>
                <p:cNvPr id="445" name="Ink 444">
                  <a:extLst>
                    <a:ext uri="{FF2B5EF4-FFF2-40B4-BE49-F238E27FC236}">
                      <a16:creationId xmlns:a16="http://schemas.microsoft.com/office/drawing/2014/main" id="{C7804C79-B66B-3099-4EB9-AF62A2E1A1AA}"/>
                    </a:ext>
                  </a:extLst>
                </p:cNvPr>
                <p:cNvPicPr/>
                <p:nvPr/>
              </p:nvPicPr>
              <p:blipFill>
                <a:blip r:embed="rId628"/>
                <a:stretch>
                  <a:fillRect/>
                </a:stretch>
              </p:blipFill>
              <p:spPr>
                <a:xfrm>
                  <a:off x="10850400" y="6317640"/>
                  <a:ext cx="194760" cy="227880"/>
                </a:xfrm>
                <a:prstGeom prst="rect">
                  <a:avLst/>
                </a:prstGeom>
              </p:spPr>
            </p:pic>
          </mc:Fallback>
        </mc:AlternateContent>
        <mc:AlternateContent xmlns:mc="http://schemas.openxmlformats.org/markup-compatibility/2006" xmlns:p14="http://schemas.microsoft.com/office/powerpoint/2010/main">
          <mc:Choice Requires="p14">
            <p:contentPart p14:bwMode="auto" r:id="rId629">
              <p14:nvContentPartPr>
                <p14:cNvPr id="446" name="Ink 445">
                  <a:extLst>
                    <a:ext uri="{FF2B5EF4-FFF2-40B4-BE49-F238E27FC236}">
                      <a16:creationId xmlns:a16="http://schemas.microsoft.com/office/drawing/2014/main" id="{13516528-C15F-805D-5809-56E7D6CA2B8F}"/>
                    </a:ext>
                  </a:extLst>
                </p14:cNvPr>
                <p14:cNvContentPartPr/>
                <p14:nvPr/>
              </p14:nvContentPartPr>
              <p14:xfrm>
                <a:off x="10877400" y="6602760"/>
                <a:ext cx="21600" cy="10440"/>
              </p14:xfrm>
            </p:contentPart>
          </mc:Choice>
          <mc:Fallback xmlns="">
            <p:pic>
              <p:nvPicPr>
                <p:cNvPr id="446" name="Ink 445">
                  <a:extLst>
                    <a:ext uri="{FF2B5EF4-FFF2-40B4-BE49-F238E27FC236}">
                      <a16:creationId xmlns:a16="http://schemas.microsoft.com/office/drawing/2014/main" id="{13516528-C15F-805D-5809-56E7D6CA2B8F}"/>
                    </a:ext>
                  </a:extLst>
                </p:cNvPr>
                <p:cNvPicPr/>
                <p:nvPr/>
              </p:nvPicPr>
              <p:blipFill>
                <a:blip r:embed="rId630"/>
                <a:stretch>
                  <a:fillRect/>
                </a:stretch>
              </p:blipFill>
              <p:spPr>
                <a:xfrm>
                  <a:off x="10868400" y="6594120"/>
                  <a:ext cx="3924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631">
              <p14:nvContentPartPr>
                <p14:cNvPr id="424" name="Ink 423">
                  <a:extLst>
                    <a:ext uri="{FF2B5EF4-FFF2-40B4-BE49-F238E27FC236}">
                      <a16:creationId xmlns:a16="http://schemas.microsoft.com/office/drawing/2014/main" id="{5EC7A514-2708-C244-7DA8-FF7ADD6168CF}"/>
                    </a:ext>
                  </a:extLst>
                </p14:cNvPr>
                <p14:cNvContentPartPr/>
                <p14:nvPr/>
              </p14:nvContentPartPr>
              <p14:xfrm>
                <a:off x="8141040" y="5978880"/>
                <a:ext cx="237600" cy="304560"/>
              </p14:xfrm>
            </p:contentPart>
          </mc:Choice>
          <mc:Fallback xmlns="">
            <p:pic>
              <p:nvPicPr>
                <p:cNvPr id="424" name="Ink 423">
                  <a:extLst>
                    <a:ext uri="{FF2B5EF4-FFF2-40B4-BE49-F238E27FC236}">
                      <a16:creationId xmlns:a16="http://schemas.microsoft.com/office/drawing/2014/main" id="{5EC7A514-2708-C244-7DA8-FF7ADD6168CF}"/>
                    </a:ext>
                  </a:extLst>
                </p:cNvPr>
                <p:cNvPicPr/>
                <p:nvPr/>
              </p:nvPicPr>
              <p:blipFill>
                <a:blip r:embed="rId632"/>
                <a:stretch>
                  <a:fillRect/>
                </a:stretch>
              </p:blipFill>
              <p:spPr>
                <a:xfrm>
                  <a:off x="8132400" y="5970240"/>
                  <a:ext cx="255240" cy="322200"/>
                </a:xfrm>
                <a:prstGeom prst="rect">
                  <a:avLst/>
                </a:prstGeom>
              </p:spPr>
            </p:pic>
          </mc:Fallback>
        </mc:AlternateContent>
        <mc:AlternateContent xmlns:mc="http://schemas.openxmlformats.org/markup-compatibility/2006" xmlns:p14="http://schemas.microsoft.com/office/powerpoint/2010/main">
          <mc:Choice Requires="p14">
            <p:contentPart p14:bwMode="auto" r:id="rId633">
              <p14:nvContentPartPr>
                <p14:cNvPr id="425" name="Ink 424">
                  <a:extLst>
                    <a:ext uri="{FF2B5EF4-FFF2-40B4-BE49-F238E27FC236}">
                      <a16:creationId xmlns:a16="http://schemas.microsoft.com/office/drawing/2014/main" id="{C63CC070-78E5-2950-D4CA-075AA4E29322}"/>
                    </a:ext>
                  </a:extLst>
                </p14:cNvPr>
                <p14:cNvContentPartPr/>
                <p14:nvPr/>
              </p14:nvContentPartPr>
              <p14:xfrm>
                <a:off x="8550720" y="5943960"/>
                <a:ext cx="181440" cy="36720"/>
              </p14:xfrm>
            </p:contentPart>
          </mc:Choice>
          <mc:Fallback xmlns="">
            <p:pic>
              <p:nvPicPr>
                <p:cNvPr id="425" name="Ink 424">
                  <a:extLst>
                    <a:ext uri="{FF2B5EF4-FFF2-40B4-BE49-F238E27FC236}">
                      <a16:creationId xmlns:a16="http://schemas.microsoft.com/office/drawing/2014/main" id="{C63CC070-78E5-2950-D4CA-075AA4E29322}"/>
                    </a:ext>
                  </a:extLst>
                </p:cNvPr>
                <p:cNvPicPr/>
                <p:nvPr/>
              </p:nvPicPr>
              <p:blipFill>
                <a:blip r:embed="rId634"/>
                <a:stretch>
                  <a:fillRect/>
                </a:stretch>
              </p:blipFill>
              <p:spPr>
                <a:xfrm>
                  <a:off x="8541720" y="5935320"/>
                  <a:ext cx="199080" cy="54360"/>
                </a:xfrm>
                <a:prstGeom prst="rect">
                  <a:avLst/>
                </a:prstGeom>
              </p:spPr>
            </p:pic>
          </mc:Fallback>
        </mc:AlternateContent>
        <mc:AlternateContent xmlns:mc="http://schemas.openxmlformats.org/markup-compatibility/2006" xmlns:p14="http://schemas.microsoft.com/office/powerpoint/2010/main">
          <mc:Choice Requires="p14">
            <p:contentPart p14:bwMode="auto" r:id="rId635">
              <p14:nvContentPartPr>
                <p14:cNvPr id="426" name="Ink 425">
                  <a:extLst>
                    <a:ext uri="{FF2B5EF4-FFF2-40B4-BE49-F238E27FC236}">
                      <a16:creationId xmlns:a16="http://schemas.microsoft.com/office/drawing/2014/main" id="{3B1238D6-86E3-76B2-0E26-1D2D4629AB7A}"/>
                    </a:ext>
                  </a:extLst>
                </p14:cNvPr>
                <p14:cNvContentPartPr/>
                <p14:nvPr/>
              </p14:nvContentPartPr>
              <p14:xfrm>
                <a:off x="8589600" y="5999400"/>
                <a:ext cx="15120" cy="114480"/>
              </p14:xfrm>
            </p:contentPart>
          </mc:Choice>
          <mc:Fallback xmlns="">
            <p:pic>
              <p:nvPicPr>
                <p:cNvPr id="426" name="Ink 425">
                  <a:extLst>
                    <a:ext uri="{FF2B5EF4-FFF2-40B4-BE49-F238E27FC236}">
                      <a16:creationId xmlns:a16="http://schemas.microsoft.com/office/drawing/2014/main" id="{3B1238D6-86E3-76B2-0E26-1D2D4629AB7A}"/>
                    </a:ext>
                  </a:extLst>
                </p:cNvPr>
                <p:cNvPicPr/>
                <p:nvPr/>
              </p:nvPicPr>
              <p:blipFill>
                <a:blip r:embed="rId636"/>
                <a:stretch>
                  <a:fillRect/>
                </a:stretch>
              </p:blipFill>
              <p:spPr>
                <a:xfrm>
                  <a:off x="8580600" y="5990760"/>
                  <a:ext cx="3276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637">
              <p14:nvContentPartPr>
                <p14:cNvPr id="427" name="Ink 426">
                  <a:extLst>
                    <a:ext uri="{FF2B5EF4-FFF2-40B4-BE49-F238E27FC236}">
                      <a16:creationId xmlns:a16="http://schemas.microsoft.com/office/drawing/2014/main" id="{446491A7-73C9-1830-FE07-B749A312175C}"/>
                    </a:ext>
                  </a:extLst>
                </p14:cNvPr>
                <p14:cNvContentPartPr/>
                <p14:nvPr/>
              </p14:nvContentPartPr>
              <p14:xfrm>
                <a:off x="8777520" y="6085800"/>
                <a:ext cx="22320" cy="98280"/>
              </p14:xfrm>
            </p:contentPart>
          </mc:Choice>
          <mc:Fallback xmlns="">
            <p:pic>
              <p:nvPicPr>
                <p:cNvPr id="427" name="Ink 426">
                  <a:extLst>
                    <a:ext uri="{FF2B5EF4-FFF2-40B4-BE49-F238E27FC236}">
                      <a16:creationId xmlns:a16="http://schemas.microsoft.com/office/drawing/2014/main" id="{446491A7-73C9-1830-FE07-B749A312175C}"/>
                    </a:ext>
                  </a:extLst>
                </p:cNvPr>
                <p:cNvPicPr/>
                <p:nvPr/>
              </p:nvPicPr>
              <p:blipFill>
                <a:blip r:embed="rId638"/>
                <a:stretch>
                  <a:fillRect/>
                </a:stretch>
              </p:blipFill>
              <p:spPr>
                <a:xfrm>
                  <a:off x="8768880" y="6076800"/>
                  <a:ext cx="3996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639">
              <p14:nvContentPartPr>
                <p14:cNvPr id="428" name="Ink 427">
                  <a:extLst>
                    <a:ext uri="{FF2B5EF4-FFF2-40B4-BE49-F238E27FC236}">
                      <a16:creationId xmlns:a16="http://schemas.microsoft.com/office/drawing/2014/main" id="{F6E26BFE-B9D3-D3AF-BCB2-DFC586AD97CA}"/>
                    </a:ext>
                  </a:extLst>
                </p14:cNvPr>
                <p14:cNvContentPartPr/>
                <p14:nvPr/>
              </p14:nvContentPartPr>
              <p14:xfrm>
                <a:off x="8939520" y="5956920"/>
                <a:ext cx="94320" cy="179640"/>
              </p14:xfrm>
            </p:contentPart>
          </mc:Choice>
          <mc:Fallback xmlns="">
            <p:pic>
              <p:nvPicPr>
                <p:cNvPr id="428" name="Ink 427">
                  <a:extLst>
                    <a:ext uri="{FF2B5EF4-FFF2-40B4-BE49-F238E27FC236}">
                      <a16:creationId xmlns:a16="http://schemas.microsoft.com/office/drawing/2014/main" id="{F6E26BFE-B9D3-D3AF-BCB2-DFC586AD97CA}"/>
                    </a:ext>
                  </a:extLst>
                </p:cNvPr>
                <p:cNvPicPr/>
                <p:nvPr/>
              </p:nvPicPr>
              <p:blipFill>
                <a:blip r:embed="rId640"/>
                <a:stretch>
                  <a:fillRect/>
                </a:stretch>
              </p:blipFill>
              <p:spPr>
                <a:xfrm>
                  <a:off x="8930880" y="5948280"/>
                  <a:ext cx="11196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641">
              <p14:nvContentPartPr>
                <p14:cNvPr id="429" name="Ink 428">
                  <a:extLst>
                    <a:ext uri="{FF2B5EF4-FFF2-40B4-BE49-F238E27FC236}">
                      <a16:creationId xmlns:a16="http://schemas.microsoft.com/office/drawing/2014/main" id="{F9A740D2-EAE8-5899-BE6B-B9401407187C}"/>
                    </a:ext>
                  </a:extLst>
                </p14:cNvPr>
                <p14:cNvContentPartPr/>
                <p14:nvPr/>
              </p14:nvContentPartPr>
              <p14:xfrm>
                <a:off x="9180000" y="6059520"/>
                <a:ext cx="13320" cy="65520"/>
              </p14:xfrm>
            </p:contentPart>
          </mc:Choice>
          <mc:Fallback xmlns="">
            <p:pic>
              <p:nvPicPr>
                <p:cNvPr id="429" name="Ink 428">
                  <a:extLst>
                    <a:ext uri="{FF2B5EF4-FFF2-40B4-BE49-F238E27FC236}">
                      <a16:creationId xmlns:a16="http://schemas.microsoft.com/office/drawing/2014/main" id="{F9A740D2-EAE8-5899-BE6B-B9401407187C}"/>
                    </a:ext>
                  </a:extLst>
                </p:cNvPr>
                <p:cNvPicPr/>
                <p:nvPr/>
              </p:nvPicPr>
              <p:blipFill>
                <a:blip r:embed="rId642"/>
                <a:stretch>
                  <a:fillRect/>
                </a:stretch>
              </p:blipFill>
              <p:spPr>
                <a:xfrm>
                  <a:off x="9171360" y="6050880"/>
                  <a:ext cx="30960" cy="83160"/>
                </a:xfrm>
                <a:prstGeom prst="rect">
                  <a:avLst/>
                </a:prstGeom>
              </p:spPr>
            </p:pic>
          </mc:Fallback>
        </mc:AlternateContent>
        <mc:AlternateContent xmlns:mc="http://schemas.openxmlformats.org/markup-compatibility/2006" xmlns:p14="http://schemas.microsoft.com/office/powerpoint/2010/main">
          <mc:Choice Requires="p14">
            <p:contentPart p14:bwMode="auto" r:id="rId643">
              <p14:nvContentPartPr>
                <p14:cNvPr id="430" name="Ink 429">
                  <a:extLst>
                    <a:ext uri="{FF2B5EF4-FFF2-40B4-BE49-F238E27FC236}">
                      <a16:creationId xmlns:a16="http://schemas.microsoft.com/office/drawing/2014/main" id="{AA9D55FA-BCAB-F264-B62C-3BFDDFCB38B1}"/>
                    </a:ext>
                  </a:extLst>
                </p14:cNvPr>
                <p14:cNvContentPartPr/>
                <p14:nvPr/>
              </p14:nvContentPartPr>
              <p14:xfrm>
                <a:off x="9178560" y="6000840"/>
                <a:ext cx="13680" cy="18000"/>
              </p14:xfrm>
            </p:contentPart>
          </mc:Choice>
          <mc:Fallback xmlns="">
            <p:pic>
              <p:nvPicPr>
                <p:cNvPr id="430" name="Ink 429">
                  <a:extLst>
                    <a:ext uri="{FF2B5EF4-FFF2-40B4-BE49-F238E27FC236}">
                      <a16:creationId xmlns:a16="http://schemas.microsoft.com/office/drawing/2014/main" id="{AA9D55FA-BCAB-F264-B62C-3BFDDFCB38B1}"/>
                    </a:ext>
                  </a:extLst>
                </p:cNvPr>
                <p:cNvPicPr/>
                <p:nvPr/>
              </p:nvPicPr>
              <p:blipFill>
                <a:blip r:embed="rId644"/>
                <a:stretch>
                  <a:fillRect/>
                </a:stretch>
              </p:blipFill>
              <p:spPr>
                <a:xfrm>
                  <a:off x="9169560" y="5992200"/>
                  <a:ext cx="31320"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645">
              <p14:nvContentPartPr>
                <p14:cNvPr id="431" name="Ink 430">
                  <a:extLst>
                    <a:ext uri="{FF2B5EF4-FFF2-40B4-BE49-F238E27FC236}">
                      <a16:creationId xmlns:a16="http://schemas.microsoft.com/office/drawing/2014/main" id="{73193016-43D8-F13A-1CFC-349976F5FBD7}"/>
                    </a:ext>
                  </a:extLst>
                </p14:cNvPr>
                <p14:cNvContentPartPr/>
                <p14:nvPr/>
              </p14:nvContentPartPr>
              <p14:xfrm>
                <a:off x="9298080" y="6039360"/>
                <a:ext cx="157320" cy="89640"/>
              </p14:xfrm>
            </p:contentPart>
          </mc:Choice>
          <mc:Fallback xmlns="">
            <p:pic>
              <p:nvPicPr>
                <p:cNvPr id="431" name="Ink 430">
                  <a:extLst>
                    <a:ext uri="{FF2B5EF4-FFF2-40B4-BE49-F238E27FC236}">
                      <a16:creationId xmlns:a16="http://schemas.microsoft.com/office/drawing/2014/main" id="{73193016-43D8-F13A-1CFC-349976F5FBD7}"/>
                    </a:ext>
                  </a:extLst>
                </p:cNvPr>
                <p:cNvPicPr/>
                <p:nvPr/>
              </p:nvPicPr>
              <p:blipFill>
                <a:blip r:embed="rId646"/>
                <a:stretch>
                  <a:fillRect/>
                </a:stretch>
              </p:blipFill>
              <p:spPr>
                <a:xfrm>
                  <a:off x="9289440" y="6030720"/>
                  <a:ext cx="174960" cy="107280"/>
                </a:xfrm>
                <a:prstGeom prst="rect">
                  <a:avLst/>
                </a:prstGeom>
              </p:spPr>
            </p:pic>
          </mc:Fallback>
        </mc:AlternateContent>
        <mc:AlternateContent xmlns:mc="http://schemas.openxmlformats.org/markup-compatibility/2006" xmlns:p14="http://schemas.microsoft.com/office/powerpoint/2010/main">
          <mc:Choice Requires="p14">
            <p:contentPart p14:bwMode="auto" r:id="rId647">
              <p14:nvContentPartPr>
                <p14:cNvPr id="432" name="Ink 431">
                  <a:extLst>
                    <a:ext uri="{FF2B5EF4-FFF2-40B4-BE49-F238E27FC236}">
                      <a16:creationId xmlns:a16="http://schemas.microsoft.com/office/drawing/2014/main" id="{D06E03C0-0297-9D97-2111-E77AB8EC074B}"/>
                    </a:ext>
                  </a:extLst>
                </p14:cNvPr>
                <p14:cNvContentPartPr/>
                <p14:nvPr/>
              </p14:nvContentPartPr>
              <p14:xfrm>
                <a:off x="9669240" y="5930640"/>
                <a:ext cx="133200" cy="202680"/>
              </p14:xfrm>
            </p:contentPart>
          </mc:Choice>
          <mc:Fallback xmlns="">
            <p:pic>
              <p:nvPicPr>
                <p:cNvPr id="432" name="Ink 431">
                  <a:extLst>
                    <a:ext uri="{FF2B5EF4-FFF2-40B4-BE49-F238E27FC236}">
                      <a16:creationId xmlns:a16="http://schemas.microsoft.com/office/drawing/2014/main" id="{D06E03C0-0297-9D97-2111-E77AB8EC074B}"/>
                    </a:ext>
                  </a:extLst>
                </p:cNvPr>
                <p:cNvPicPr/>
                <p:nvPr/>
              </p:nvPicPr>
              <p:blipFill>
                <a:blip r:embed="rId648"/>
                <a:stretch>
                  <a:fillRect/>
                </a:stretch>
              </p:blipFill>
              <p:spPr>
                <a:xfrm>
                  <a:off x="9660600" y="5922000"/>
                  <a:ext cx="15084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649">
              <p14:nvContentPartPr>
                <p14:cNvPr id="433" name="Ink 432">
                  <a:extLst>
                    <a:ext uri="{FF2B5EF4-FFF2-40B4-BE49-F238E27FC236}">
                      <a16:creationId xmlns:a16="http://schemas.microsoft.com/office/drawing/2014/main" id="{1B72D9C1-DD00-9788-E9DE-33EA16B19B6C}"/>
                    </a:ext>
                  </a:extLst>
                </p14:cNvPr>
                <p14:cNvContentPartPr/>
                <p14:nvPr/>
              </p14:nvContentPartPr>
              <p14:xfrm>
                <a:off x="9928440" y="5902920"/>
                <a:ext cx="110520" cy="11520"/>
              </p14:xfrm>
            </p:contentPart>
          </mc:Choice>
          <mc:Fallback xmlns="">
            <p:pic>
              <p:nvPicPr>
                <p:cNvPr id="433" name="Ink 432">
                  <a:extLst>
                    <a:ext uri="{FF2B5EF4-FFF2-40B4-BE49-F238E27FC236}">
                      <a16:creationId xmlns:a16="http://schemas.microsoft.com/office/drawing/2014/main" id="{1B72D9C1-DD00-9788-E9DE-33EA16B19B6C}"/>
                    </a:ext>
                  </a:extLst>
                </p:cNvPr>
                <p:cNvPicPr/>
                <p:nvPr/>
              </p:nvPicPr>
              <p:blipFill>
                <a:blip r:embed="rId650"/>
                <a:stretch>
                  <a:fillRect/>
                </a:stretch>
              </p:blipFill>
              <p:spPr>
                <a:xfrm>
                  <a:off x="9919800" y="5894280"/>
                  <a:ext cx="12816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651">
              <p14:nvContentPartPr>
                <p14:cNvPr id="434" name="Ink 433">
                  <a:extLst>
                    <a:ext uri="{FF2B5EF4-FFF2-40B4-BE49-F238E27FC236}">
                      <a16:creationId xmlns:a16="http://schemas.microsoft.com/office/drawing/2014/main" id="{4B13CC33-2E80-CE1E-7A4F-55495BC28EF3}"/>
                    </a:ext>
                  </a:extLst>
                </p14:cNvPr>
                <p14:cNvContentPartPr/>
                <p14:nvPr/>
              </p14:nvContentPartPr>
              <p14:xfrm>
                <a:off x="9907560" y="5963040"/>
                <a:ext cx="70560" cy="150120"/>
              </p14:xfrm>
            </p:contentPart>
          </mc:Choice>
          <mc:Fallback xmlns="">
            <p:pic>
              <p:nvPicPr>
                <p:cNvPr id="434" name="Ink 433">
                  <a:extLst>
                    <a:ext uri="{FF2B5EF4-FFF2-40B4-BE49-F238E27FC236}">
                      <a16:creationId xmlns:a16="http://schemas.microsoft.com/office/drawing/2014/main" id="{4B13CC33-2E80-CE1E-7A4F-55495BC28EF3}"/>
                    </a:ext>
                  </a:extLst>
                </p:cNvPr>
                <p:cNvPicPr/>
                <p:nvPr/>
              </p:nvPicPr>
              <p:blipFill>
                <a:blip r:embed="rId652"/>
                <a:stretch>
                  <a:fillRect/>
                </a:stretch>
              </p:blipFill>
              <p:spPr>
                <a:xfrm>
                  <a:off x="9898920" y="5954400"/>
                  <a:ext cx="88200" cy="167760"/>
                </a:xfrm>
                <a:prstGeom prst="rect">
                  <a:avLst/>
                </a:prstGeom>
              </p:spPr>
            </p:pic>
          </mc:Fallback>
        </mc:AlternateContent>
        <mc:AlternateContent xmlns:mc="http://schemas.openxmlformats.org/markup-compatibility/2006" xmlns:p14="http://schemas.microsoft.com/office/powerpoint/2010/main">
          <mc:Choice Requires="p14">
            <p:contentPart p14:bwMode="auto" r:id="rId653">
              <p14:nvContentPartPr>
                <p14:cNvPr id="435" name="Ink 434">
                  <a:extLst>
                    <a:ext uri="{FF2B5EF4-FFF2-40B4-BE49-F238E27FC236}">
                      <a16:creationId xmlns:a16="http://schemas.microsoft.com/office/drawing/2014/main" id="{5943F218-9423-EE4D-B807-3EC5C851670B}"/>
                    </a:ext>
                  </a:extLst>
                </p14:cNvPr>
                <p14:cNvContentPartPr/>
                <p14:nvPr/>
              </p14:nvContentPartPr>
              <p14:xfrm>
                <a:off x="10114920" y="5865480"/>
                <a:ext cx="58320" cy="76680"/>
              </p14:xfrm>
            </p:contentPart>
          </mc:Choice>
          <mc:Fallback xmlns="">
            <p:pic>
              <p:nvPicPr>
                <p:cNvPr id="435" name="Ink 434">
                  <a:extLst>
                    <a:ext uri="{FF2B5EF4-FFF2-40B4-BE49-F238E27FC236}">
                      <a16:creationId xmlns:a16="http://schemas.microsoft.com/office/drawing/2014/main" id="{5943F218-9423-EE4D-B807-3EC5C851670B}"/>
                    </a:ext>
                  </a:extLst>
                </p:cNvPr>
                <p:cNvPicPr/>
                <p:nvPr/>
              </p:nvPicPr>
              <p:blipFill>
                <a:blip r:embed="rId654"/>
                <a:stretch>
                  <a:fillRect/>
                </a:stretch>
              </p:blipFill>
              <p:spPr>
                <a:xfrm>
                  <a:off x="10105920" y="5856840"/>
                  <a:ext cx="7596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655">
              <p14:nvContentPartPr>
                <p14:cNvPr id="436" name="Ink 435">
                  <a:extLst>
                    <a:ext uri="{FF2B5EF4-FFF2-40B4-BE49-F238E27FC236}">
                      <a16:creationId xmlns:a16="http://schemas.microsoft.com/office/drawing/2014/main" id="{D9019152-8DC7-8AC3-185A-D89900A94602}"/>
                    </a:ext>
                  </a:extLst>
                </p14:cNvPr>
                <p14:cNvContentPartPr/>
                <p14:nvPr/>
              </p14:nvContentPartPr>
              <p14:xfrm>
                <a:off x="10443960" y="5928480"/>
                <a:ext cx="141120" cy="7920"/>
              </p14:xfrm>
            </p:contentPart>
          </mc:Choice>
          <mc:Fallback xmlns="">
            <p:pic>
              <p:nvPicPr>
                <p:cNvPr id="436" name="Ink 435">
                  <a:extLst>
                    <a:ext uri="{FF2B5EF4-FFF2-40B4-BE49-F238E27FC236}">
                      <a16:creationId xmlns:a16="http://schemas.microsoft.com/office/drawing/2014/main" id="{D9019152-8DC7-8AC3-185A-D89900A94602}"/>
                    </a:ext>
                  </a:extLst>
                </p:cNvPr>
                <p:cNvPicPr/>
                <p:nvPr/>
              </p:nvPicPr>
              <p:blipFill>
                <a:blip r:embed="rId656"/>
                <a:stretch>
                  <a:fillRect/>
                </a:stretch>
              </p:blipFill>
              <p:spPr>
                <a:xfrm>
                  <a:off x="10434960" y="5919840"/>
                  <a:ext cx="15876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657">
              <p14:nvContentPartPr>
                <p14:cNvPr id="437" name="Ink 436">
                  <a:extLst>
                    <a:ext uri="{FF2B5EF4-FFF2-40B4-BE49-F238E27FC236}">
                      <a16:creationId xmlns:a16="http://schemas.microsoft.com/office/drawing/2014/main" id="{8AD455B9-28BB-A9F7-4F71-4455A6F84F64}"/>
                    </a:ext>
                  </a:extLst>
                </p14:cNvPr>
                <p14:cNvContentPartPr/>
                <p14:nvPr/>
              </p14:nvContentPartPr>
              <p14:xfrm>
                <a:off x="10436040" y="6038280"/>
                <a:ext cx="125640" cy="17280"/>
              </p14:xfrm>
            </p:contentPart>
          </mc:Choice>
          <mc:Fallback xmlns="">
            <p:pic>
              <p:nvPicPr>
                <p:cNvPr id="437" name="Ink 436">
                  <a:extLst>
                    <a:ext uri="{FF2B5EF4-FFF2-40B4-BE49-F238E27FC236}">
                      <a16:creationId xmlns:a16="http://schemas.microsoft.com/office/drawing/2014/main" id="{8AD455B9-28BB-A9F7-4F71-4455A6F84F64}"/>
                    </a:ext>
                  </a:extLst>
                </p:cNvPr>
                <p:cNvPicPr/>
                <p:nvPr/>
              </p:nvPicPr>
              <p:blipFill>
                <a:blip r:embed="rId658"/>
                <a:stretch>
                  <a:fillRect/>
                </a:stretch>
              </p:blipFill>
              <p:spPr>
                <a:xfrm>
                  <a:off x="10427040" y="6029640"/>
                  <a:ext cx="143280" cy="34920"/>
                </a:xfrm>
                <a:prstGeom prst="rect">
                  <a:avLst/>
                </a:prstGeom>
              </p:spPr>
            </p:pic>
          </mc:Fallback>
        </mc:AlternateContent>
        <mc:AlternateContent xmlns:mc="http://schemas.openxmlformats.org/markup-compatibility/2006" xmlns:p14="http://schemas.microsoft.com/office/powerpoint/2010/main">
          <mc:Choice Requires="p14">
            <p:contentPart p14:bwMode="auto" r:id="rId659">
              <p14:nvContentPartPr>
                <p14:cNvPr id="440" name="Ink 439">
                  <a:extLst>
                    <a:ext uri="{FF2B5EF4-FFF2-40B4-BE49-F238E27FC236}">
                      <a16:creationId xmlns:a16="http://schemas.microsoft.com/office/drawing/2014/main" id="{ED33C3A3-1A60-924A-CAE0-39BD9A9346FA}"/>
                    </a:ext>
                  </a:extLst>
                </p14:cNvPr>
                <p14:cNvContentPartPr/>
                <p14:nvPr/>
              </p14:nvContentPartPr>
              <p14:xfrm>
                <a:off x="9749880" y="6339240"/>
                <a:ext cx="286200" cy="10440"/>
              </p14:xfrm>
            </p:contentPart>
          </mc:Choice>
          <mc:Fallback xmlns="">
            <p:pic>
              <p:nvPicPr>
                <p:cNvPr id="440" name="Ink 439">
                  <a:extLst>
                    <a:ext uri="{FF2B5EF4-FFF2-40B4-BE49-F238E27FC236}">
                      <a16:creationId xmlns:a16="http://schemas.microsoft.com/office/drawing/2014/main" id="{ED33C3A3-1A60-924A-CAE0-39BD9A9346FA}"/>
                    </a:ext>
                  </a:extLst>
                </p:cNvPr>
                <p:cNvPicPr/>
                <p:nvPr/>
              </p:nvPicPr>
              <p:blipFill>
                <a:blip r:embed="rId660"/>
                <a:stretch>
                  <a:fillRect/>
                </a:stretch>
              </p:blipFill>
              <p:spPr>
                <a:xfrm>
                  <a:off x="9741240" y="6330240"/>
                  <a:ext cx="30384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661">
              <p14:nvContentPartPr>
                <p14:cNvPr id="441" name="Ink 440">
                  <a:extLst>
                    <a:ext uri="{FF2B5EF4-FFF2-40B4-BE49-F238E27FC236}">
                      <a16:creationId xmlns:a16="http://schemas.microsoft.com/office/drawing/2014/main" id="{8452F97C-42B1-6FBD-4AC0-A49179E3E8BB}"/>
                    </a:ext>
                  </a:extLst>
                </p14:cNvPr>
                <p14:cNvContentPartPr/>
                <p14:nvPr/>
              </p14:nvContentPartPr>
              <p14:xfrm>
                <a:off x="9923400" y="6360840"/>
                <a:ext cx="15480" cy="153360"/>
              </p14:xfrm>
            </p:contentPart>
          </mc:Choice>
          <mc:Fallback xmlns="">
            <p:pic>
              <p:nvPicPr>
                <p:cNvPr id="441" name="Ink 440">
                  <a:extLst>
                    <a:ext uri="{FF2B5EF4-FFF2-40B4-BE49-F238E27FC236}">
                      <a16:creationId xmlns:a16="http://schemas.microsoft.com/office/drawing/2014/main" id="{8452F97C-42B1-6FBD-4AC0-A49179E3E8BB}"/>
                    </a:ext>
                  </a:extLst>
                </p:cNvPr>
                <p:cNvPicPr/>
                <p:nvPr/>
              </p:nvPicPr>
              <p:blipFill>
                <a:blip r:embed="rId662"/>
                <a:stretch>
                  <a:fillRect/>
                </a:stretch>
              </p:blipFill>
              <p:spPr>
                <a:xfrm>
                  <a:off x="9914760" y="6351840"/>
                  <a:ext cx="3312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663">
              <p14:nvContentPartPr>
                <p14:cNvPr id="442" name="Ink 441">
                  <a:extLst>
                    <a:ext uri="{FF2B5EF4-FFF2-40B4-BE49-F238E27FC236}">
                      <a16:creationId xmlns:a16="http://schemas.microsoft.com/office/drawing/2014/main" id="{DD10E7E7-FF35-24E7-9E65-7E3DCC264655}"/>
                    </a:ext>
                  </a:extLst>
                </p14:cNvPr>
                <p14:cNvContentPartPr/>
                <p14:nvPr/>
              </p14:nvContentPartPr>
              <p14:xfrm>
                <a:off x="10139400" y="6469920"/>
                <a:ext cx="29160" cy="126720"/>
              </p14:xfrm>
            </p:contentPart>
          </mc:Choice>
          <mc:Fallback xmlns="">
            <p:pic>
              <p:nvPicPr>
                <p:cNvPr id="442" name="Ink 441">
                  <a:extLst>
                    <a:ext uri="{FF2B5EF4-FFF2-40B4-BE49-F238E27FC236}">
                      <a16:creationId xmlns:a16="http://schemas.microsoft.com/office/drawing/2014/main" id="{DD10E7E7-FF35-24E7-9E65-7E3DCC264655}"/>
                    </a:ext>
                  </a:extLst>
                </p:cNvPr>
                <p:cNvPicPr/>
                <p:nvPr/>
              </p:nvPicPr>
              <p:blipFill>
                <a:blip r:embed="rId664"/>
                <a:stretch>
                  <a:fillRect/>
                </a:stretch>
              </p:blipFill>
              <p:spPr>
                <a:xfrm>
                  <a:off x="10130760" y="6461280"/>
                  <a:ext cx="4680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665">
              <p14:nvContentPartPr>
                <p14:cNvPr id="443" name="Ink 442">
                  <a:extLst>
                    <a:ext uri="{FF2B5EF4-FFF2-40B4-BE49-F238E27FC236}">
                      <a16:creationId xmlns:a16="http://schemas.microsoft.com/office/drawing/2014/main" id="{3A484F8F-B5BB-54EA-A13E-EF9693A743CB}"/>
                    </a:ext>
                  </a:extLst>
                </p14:cNvPr>
                <p14:cNvContentPartPr/>
                <p14:nvPr/>
              </p14:nvContentPartPr>
              <p14:xfrm>
                <a:off x="10424160" y="6396120"/>
                <a:ext cx="224640" cy="11520"/>
              </p14:xfrm>
            </p:contentPart>
          </mc:Choice>
          <mc:Fallback xmlns="">
            <p:pic>
              <p:nvPicPr>
                <p:cNvPr id="443" name="Ink 442">
                  <a:extLst>
                    <a:ext uri="{FF2B5EF4-FFF2-40B4-BE49-F238E27FC236}">
                      <a16:creationId xmlns:a16="http://schemas.microsoft.com/office/drawing/2014/main" id="{3A484F8F-B5BB-54EA-A13E-EF9693A743CB}"/>
                    </a:ext>
                  </a:extLst>
                </p:cNvPr>
                <p:cNvPicPr/>
                <p:nvPr/>
              </p:nvPicPr>
              <p:blipFill>
                <a:blip r:embed="rId666"/>
                <a:stretch>
                  <a:fillRect/>
                </a:stretch>
              </p:blipFill>
              <p:spPr>
                <a:xfrm>
                  <a:off x="10415520" y="6387120"/>
                  <a:ext cx="24228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667">
              <p14:nvContentPartPr>
                <p14:cNvPr id="444" name="Ink 443">
                  <a:extLst>
                    <a:ext uri="{FF2B5EF4-FFF2-40B4-BE49-F238E27FC236}">
                      <a16:creationId xmlns:a16="http://schemas.microsoft.com/office/drawing/2014/main" id="{E9EA846D-BC9E-3BA0-2D44-EF54FCEFE4B3}"/>
                    </a:ext>
                  </a:extLst>
                </p14:cNvPr>
                <p14:cNvContentPartPr/>
                <p14:nvPr/>
              </p14:nvContentPartPr>
              <p14:xfrm>
                <a:off x="10423080" y="6491880"/>
                <a:ext cx="203400" cy="20160"/>
              </p14:xfrm>
            </p:contentPart>
          </mc:Choice>
          <mc:Fallback xmlns="">
            <p:pic>
              <p:nvPicPr>
                <p:cNvPr id="444" name="Ink 443">
                  <a:extLst>
                    <a:ext uri="{FF2B5EF4-FFF2-40B4-BE49-F238E27FC236}">
                      <a16:creationId xmlns:a16="http://schemas.microsoft.com/office/drawing/2014/main" id="{E9EA846D-BC9E-3BA0-2D44-EF54FCEFE4B3}"/>
                    </a:ext>
                  </a:extLst>
                </p:cNvPr>
                <p:cNvPicPr/>
                <p:nvPr/>
              </p:nvPicPr>
              <p:blipFill>
                <a:blip r:embed="rId668"/>
                <a:stretch>
                  <a:fillRect/>
                </a:stretch>
              </p:blipFill>
              <p:spPr>
                <a:xfrm>
                  <a:off x="10414440" y="6483240"/>
                  <a:ext cx="22104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669">
              <p14:nvContentPartPr>
                <p14:cNvPr id="452" name="Ink 451">
                  <a:extLst>
                    <a:ext uri="{FF2B5EF4-FFF2-40B4-BE49-F238E27FC236}">
                      <a16:creationId xmlns:a16="http://schemas.microsoft.com/office/drawing/2014/main" id="{A67F32C9-6D95-8346-47E2-558A5FD5FFEB}"/>
                    </a:ext>
                  </a:extLst>
                </p14:cNvPr>
                <p14:cNvContentPartPr/>
                <p14:nvPr/>
              </p14:nvContentPartPr>
              <p14:xfrm>
                <a:off x="9345240" y="6196680"/>
                <a:ext cx="2072160" cy="41760"/>
              </p14:xfrm>
            </p:contentPart>
          </mc:Choice>
          <mc:Fallback xmlns="">
            <p:pic>
              <p:nvPicPr>
                <p:cNvPr id="452" name="Ink 451">
                  <a:extLst>
                    <a:ext uri="{FF2B5EF4-FFF2-40B4-BE49-F238E27FC236}">
                      <a16:creationId xmlns:a16="http://schemas.microsoft.com/office/drawing/2014/main" id="{A67F32C9-6D95-8346-47E2-558A5FD5FFEB}"/>
                    </a:ext>
                  </a:extLst>
                </p:cNvPr>
                <p:cNvPicPr/>
                <p:nvPr/>
              </p:nvPicPr>
              <p:blipFill>
                <a:blip r:embed="rId674"/>
                <a:stretch>
                  <a:fillRect/>
                </a:stretch>
              </p:blipFill>
              <p:spPr>
                <a:xfrm>
                  <a:off x="9336600" y="6188040"/>
                  <a:ext cx="2089800" cy="59400"/>
                </a:xfrm>
                <a:prstGeom prst="rect">
                  <a:avLst/>
                </a:prstGeom>
              </p:spPr>
            </p:pic>
          </mc:Fallback>
        </mc:AlternateContent>
      </p:grpSp>
      <p:grpSp>
        <p:nvGrpSpPr>
          <p:cNvPr id="476" name="Group 475">
            <a:extLst>
              <a:ext uri="{FF2B5EF4-FFF2-40B4-BE49-F238E27FC236}">
                <a16:creationId xmlns:a16="http://schemas.microsoft.com/office/drawing/2014/main" id="{6EB47B32-6AB0-E614-A2C1-BF0C426C92AB}"/>
              </a:ext>
            </a:extLst>
          </p:cNvPr>
          <p:cNvGrpSpPr/>
          <p:nvPr/>
        </p:nvGrpSpPr>
        <p:grpSpPr>
          <a:xfrm>
            <a:off x="288000" y="4869360"/>
            <a:ext cx="4339800" cy="965880"/>
            <a:chOff x="288000" y="4869360"/>
            <a:chExt cx="4339800" cy="965880"/>
          </a:xfrm>
        </p:grpSpPr>
        <mc:AlternateContent xmlns:mc="http://schemas.openxmlformats.org/markup-compatibility/2006" xmlns:p14="http://schemas.microsoft.com/office/powerpoint/2010/main">
          <mc:Choice Requires="p14">
            <p:contentPart p14:bwMode="auto" r:id="rId675">
              <p14:nvContentPartPr>
                <p14:cNvPr id="313" name="Ink 312">
                  <a:extLst>
                    <a:ext uri="{FF2B5EF4-FFF2-40B4-BE49-F238E27FC236}">
                      <a16:creationId xmlns:a16="http://schemas.microsoft.com/office/drawing/2014/main" id="{7C2F0F57-90FD-D0D4-B983-33169EC0E4F7}"/>
                    </a:ext>
                  </a:extLst>
                </p14:cNvPr>
                <p14:cNvContentPartPr/>
                <p14:nvPr/>
              </p14:nvContentPartPr>
              <p14:xfrm>
                <a:off x="2583360" y="5180040"/>
                <a:ext cx="181440" cy="18000"/>
              </p14:xfrm>
            </p:contentPart>
          </mc:Choice>
          <mc:Fallback xmlns="">
            <p:pic>
              <p:nvPicPr>
                <p:cNvPr id="313" name="Ink 312">
                  <a:extLst>
                    <a:ext uri="{FF2B5EF4-FFF2-40B4-BE49-F238E27FC236}">
                      <a16:creationId xmlns:a16="http://schemas.microsoft.com/office/drawing/2014/main" id="{7C2F0F57-90FD-D0D4-B983-33169EC0E4F7}"/>
                    </a:ext>
                  </a:extLst>
                </p:cNvPr>
                <p:cNvPicPr/>
                <p:nvPr/>
              </p:nvPicPr>
              <p:blipFill>
                <a:blip r:embed="rId680"/>
                <a:stretch>
                  <a:fillRect/>
                </a:stretch>
              </p:blipFill>
              <p:spPr>
                <a:xfrm>
                  <a:off x="2574360" y="5171400"/>
                  <a:ext cx="199080"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681">
              <p14:nvContentPartPr>
                <p14:cNvPr id="314" name="Ink 313">
                  <a:extLst>
                    <a:ext uri="{FF2B5EF4-FFF2-40B4-BE49-F238E27FC236}">
                      <a16:creationId xmlns:a16="http://schemas.microsoft.com/office/drawing/2014/main" id="{55B5520E-A073-FA92-09F6-C3FE395B089D}"/>
                    </a:ext>
                  </a:extLst>
                </p14:cNvPr>
                <p14:cNvContentPartPr/>
                <p14:nvPr/>
              </p14:nvContentPartPr>
              <p14:xfrm>
                <a:off x="2540880" y="5203080"/>
                <a:ext cx="153000" cy="170640"/>
              </p14:xfrm>
            </p:contentPart>
          </mc:Choice>
          <mc:Fallback xmlns="">
            <p:pic>
              <p:nvPicPr>
                <p:cNvPr id="314" name="Ink 313">
                  <a:extLst>
                    <a:ext uri="{FF2B5EF4-FFF2-40B4-BE49-F238E27FC236}">
                      <a16:creationId xmlns:a16="http://schemas.microsoft.com/office/drawing/2014/main" id="{55B5520E-A073-FA92-09F6-C3FE395B089D}"/>
                    </a:ext>
                  </a:extLst>
                </p:cNvPr>
                <p:cNvPicPr/>
                <p:nvPr/>
              </p:nvPicPr>
              <p:blipFill>
                <a:blip r:embed="rId682"/>
                <a:stretch>
                  <a:fillRect/>
                </a:stretch>
              </p:blipFill>
              <p:spPr>
                <a:xfrm>
                  <a:off x="2532240" y="5194080"/>
                  <a:ext cx="170640" cy="188280"/>
                </a:xfrm>
                <a:prstGeom prst="rect">
                  <a:avLst/>
                </a:prstGeom>
              </p:spPr>
            </p:pic>
          </mc:Fallback>
        </mc:AlternateContent>
        <mc:AlternateContent xmlns:mc="http://schemas.openxmlformats.org/markup-compatibility/2006" xmlns:p14="http://schemas.microsoft.com/office/powerpoint/2010/main">
          <mc:Choice Requires="p14">
            <p:contentPart p14:bwMode="auto" r:id="rId683">
              <p14:nvContentPartPr>
                <p14:cNvPr id="315" name="Ink 314">
                  <a:extLst>
                    <a:ext uri="{FF2B5EF4-FFF2-40B4-BE49-F238E27FC236}">
                      <a16:creationId xmlns:a16="http://schemas.microsoft.com/office/drawing/2014/main" id="{9691C959-BD4F-B35C-45D1-D7769FEB89AD}"/>
                    </a:ext>
                  </a:extLst>
                </p14:cNvPr>
                <p14:cNvContentPartPr/>
                <p14:nvPr/>
              </p14:nvContentPartPr>
              <p14:xfrm>
                <a:off x="2796840" y="5178600"/>
                <a:ext cx="106560" cy="169560"/>
              </p14:xfrm>
            </p:contentPart>
          </mc:Choice>
          <mc:Fallback xmlns="">
            <p:pic>
              <p:nvPicPr>
                <p:cNvPr id="315" name="Ink 314">
                  <a:extLst>
                    <a:ext uri="{FF2B5EF4-FFF2-40B4-BE49-F238E27FC236}">
                      <a16:creationId xmlns:a16="http://schemas.microsoft.com/office/drawing/2014/main" id="{9691C959-BD4F-B35C-45D1-D7769FEB89AD}"/>
                    </a:ext>
                  </a:extLst>
                </p:cNvPr>
                <p:cNvPicPr/>
                <p:nvPr/>
              </p:nvPicPr>
              <p:blipFill>
                <a:blip r:embed="rId684"/>
                <a:stretch>
                  <a:fillRect/>
                </a:stretch>
              </p:blipFill>
              <p:spPr>
                <a:xfrm>
                  <a:off x="2788200" y="5169960"/>
                  <a:ext cx="124200" cy="187200"/>
                </a:xfrm>
                <a:prstGeom prst="rect">
                  <a:avLst/>
                </a:prstGeom>
              </p:spPr>
            </p:pic>
          </mc:Fallback>
        </mc:AlternateContent>
        <mc:AlternateContent xmlns:mc="http://schemas.openxmlformats.org/markup-compatibility/2006" xmlns:p14="http://schemas.microsoft.com/office/powerpoint/2010/main">
          <mc:Choice Requires="p14">
            <p:contentPart p14:bwMode="auto" r:id="rId685">
              <p14:nvContentPartPr>
                <p14:cNvPr id="316" name="Ink 315">
                  <a:extLst>
                    <a:ext uri="{FF2B5EF4-FFF2-40B4-BE49-F238E27FC236}">
                      <a16:creationId xmlns:a16="http://schemas.microsoft.com/office/drawing/2014/main" id="{6EDB722B-FED0-060D-43AA-20EDE3955B44}"/>
                    </a:ext>
                  </a:extLst>
                </p14:cNvPr>
                <p14:cNvContentPartPr/>
                <p14:nvPr/>
              </p14:nvContentPartPr>
              <p14:xfrm>
                <a:off x="2773800" y="5263920"/>
                <a:ext cx="85680" cy="17280"/>
              </p14:xfrm>
            </p:contentPart>
          </mc:Choice>
          <mc:Fallback xmlns="">
            <p:pic>
              <p:nvPicPr>
                <p:cNvPr id="316" name="Ink 315">
                  <a:extLst>
                    <a:ext uri="{FF2B5EF4-FFF2-40B4-BE49-F238E27FC236}">
                      <a16:creationId xmlns:a16="http://schemas.microsoft.com/office/drawing/2014/main" id="{6EDB722B-FED0-060D-43AA-20EDE3955B44}"/>
                    </a:ext>
                  </a:extLst>
                </p:cNvPr>
                <p:cNvPicPr/>
                <p:nvPr/>
              </p:nvPicPr>
              <p:blipFill>
                <a:blip r:embed="rId686"/>
                <a:stretch>
                  <a:fillRect/>
                </a:stretch>
              </p:blipFill>
              <p:spPr>
                <a:xfrm>
                  <a:off x="2765160" y="5254920"/>
                  <a:ext cx="103320" cy="34920"/>
                </a:xfrm>
                <a:prstGeom prst="rect">
                  <a:avLst/>
                </a:prstGeom>
              </p:spPr>
            </p:pic>
          </mc:Fallback>
        </mc:AlternateContent>
        <mc:AlternateContent xmlns:mc="http://schemas.openxmlformats.org/markup-compatibility/2006" xmlns:p14="http://schemas.microsoft.com/office/powerpoint/2010/main">
          <mc:Choice Requires="p14">
            <p:contentPart p14:bwMode="auto" r:id="rId687">
              <p14:nvContentPartPr>
                <p14:cNvPr id="317" name="Ink 316">
                  <a:extLst>
                    <a:ext uri="{FF2B5EF4-FFF2-40B4-BE49-F238E27FC236}">
                      <a16:creationId xmlns:a16="http://schemas.microsoft.com/office/drawing/2014/main" id="{A624ABA3-0738-F3D3-CF1C-A18613EA480E}"/>
                    </a:ext>
                  </a:extLst>
                </p14:cNvPr>
                <p14:cNvContentPartPr/>
                <p14:nvPr/>
              </p14:nvContentPartPr>
              <p14:xfrm>
                <a:off x="2928960" y="5266080"/>
                <a:ext cx="75960" cy="83880"/>
              </p14:xfrm>
            </p:contentPart>
          </mc:Choice>
          <mc:Fallback xmlns="">
            <p:pic>
              <p:nvPicPr>
                <p:cNvPr id="317" name="Ink 316">
                  <a:extLst>
                    <a:ext uri="{FF2B5EF4-FFF2-40B4-BE49-F238E27FC236}">
                      <a16:creationId xmlns:a16="http://schemas.microsoft.com/office/drawing/2014/main" id="{A624ABA3-0738-F3D3-CF1C-A18613EA480E}"/>
                    </a:ext>
                  </a:extLst>
                </p:cNvPr>
                <p:cNvPicPr/>
                <p:nvPr/>
              </p:nvPicPr>
              <p:blipFill>
                <a:blip r:embed="rId688"/>
                <a:stretch>
                  <a:fillRect/>
                </a:stretch>
              </p:blipFill>
              <p:spPr>
                <a:xfrm>
                  <a:off x="2920320" y="5257080"/>
                  <a:ext cx="9360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689">
              <p14:nvContentPartPr>
                <p14:cNvPr id="318" name="Ink 317">
                  <a:extLst>
                    <a:ext uri="{FF2B5EF4-FFF2-40B4-BE49-F238E27FC236}">
                      <a16:creationId xmlns:a16="http://schemas.microsoft.com/office/drawing/2014/main" id="{0876D0C2-1DDA-E381-BC1D-61BE9FA178F8}"/>
                    </a:ext>
                  </a:extLst>
                </p14:cNvPr>
                <p14:cNvContentPartPr/>
                <p14:nvPr/>
              </p14:nvContentPartPr>
              <p14:xfrm>
                <a:off x="2882880" y="5253120"/>
                <a:ext cx="122400" cy="149040"/>
              </p14:xfrm>
            </p:contentPart>
          </mc:Choice>
          <mc:Fallback xmlns="">
            <p:pic>
              <p:nvPicPr>
                <p:cNvPr id="318" name="Ink 317">
                  <a:extLst>
                    <a:ext uri="{FF2B5EF4-FFF2-40B4-BE49-F238E27FC236}">
                      <a16:creationId xmlns:a16="http://schemas.microsoft.com/office/drawing/2014/main" id="{0876D0C2-1DDA-E381-BC1D-61BE9FA178F8}"/>
                    </a:ext>
                  </a:extLst>
                </p:cNvPr>
                <p:cNvPicPr/>
                <p:nvPr/>
              </p:nvPicPr>
              <p:blipFill>
                <a:blip r:embed="rId690"/>
                <a:stretch>
                  <a:fillRect/>
                </a:stretch>
              </p:blipFill>
              <p:spPr>
                <a:xfrm>
                  <a:off x="2873880" y="5244480"/>
                  <a:ext cx="140040" cy="166680"/>
                </a:xfrm>
                <a:prstGeom prst="rect">
                  <a:avLst/>
                </a:prstGeom>
              </p:spPr>
            </p:pic>
          </mc:Fallback>
        </mc:AlternateContent>
        <mc:AlternateContent xmlns:mc="http://schemas.openxmlformats.org/markup-compatibility/2006" xmlns:p14="http://schemas.microsoft.com/office/powerpoint/2010/main">
          <mc:Choice Requires="p14">
            <p:contentPart p14:bwMode="auto" r:id="rId691">
              <p14:nvContentPartPr>
                <p14:cNvPr id="319" name="Ink 318">
                  <a:extLst>
                    <a:ext uri="{FF2B5EF4-FFF2-40B4-BE49-F238E27FC236}">
                      <a16:creationId xmlns:a16="http://schemas.microsoft.com/office/drawing/2014/main" id="{07931941-E951-3D56-30BD-FD6BD971F841}"/>
                    </a:ext>
                  </a:extLst>
                </p14:cNvPr>
                <p14:cNvContentPartPr/>
                <p14:nvPr/>
              </p14:nvContentPartPr>
              <p14:xfrm>
                <a:off x="3156840" y="5230440"/>
                <a:ext cx="102600" cy="10440"/>
              </p14:xfrm>
            </p:contentPart>
          </mc:Choice>
          <mc:Fallback xmlns="">
            <p:pic>
              <p:nvPicPr>
                <p:cNvPr id="319" name="Ink 318">
                  <a:extLst>
                    <a:ext uri="{FF2B5EF4-FFF2-40B4-BE49-F238E27FC236}">
                      <a16:creationId xmlns:a16="http://schemas.microsoft.com/office/drawing/2014/main" id="{07931941-E951-3D56-30BD-FD6BD971F841}"/>
                    </a:ext>
                  </a:extLst>
                </p:cNvPr>
                <p:cNvPicPr/>
                <p:nvPr/>
              </p:nvPicPr>
              <p:blipFill>
                <a:blip r:embed="rId692"/>
                <a:stretch>
                  <a:fillRect/>
                </a:stretch>
              </p:blipFill>
              <p:spPr>
                <a:xfrm>
                  <a:off x="3147840" y="5221440"/>
                  <a:ext cx="12024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693">
              <p14:nvContentPartPr>
                <p14:cNvPr id="320" name="Ink 319">
                  <a:extLst>
                    <a:ext uri="{FF2B5EF4-FFF2-40B4-BE49-F238E27FC236}">
                      <a16:creationId xmlns:a16="http://schemas.microsoft.com/office/drawing/2014/main" id="{60FE91BA-E88A-CF18-E84A-713E8664EA8B}"/>
                    </a:ext>
                  </a:extLst>
                </p14:cNvPr>
                <p14:cNvContentPartPr/>
                <p14:nvPr/>
              </p14:nvContentPartPr>
              <p14:xfrm>
                <a:off x="3152880" y="5266440"/>
                <a:ext cx="194400" cy="35640"/>
              </p14:xfrm>
            </p:contentPart>
          </mc:Choice>
          <mc:Fallback xmlns="">
            <p:pic>
              <p:nvPicPr>
                <p:cNvPr id="320" name="Ink 319">
                  <a:extLst>
                    <a:ext uri="{FF2B5EF4-FFF2-40B4-BE49-F238E27FC236}">
                      <a16:creationId xmlns:a16="http://schemas.microsoft.com/office/drawing/2014/main" id="{60FE91BA-E88A-CF18-E84A-713E8664EA8B}"/>
                    </a:ext>
                  </a:extLst>
                </p:cNvPr>
                <p:cNvPicPr/>
                <p:nvPr/>
              </p:nvPicPr>
              <p:blipFill>
                <a:blip r:embed="rId694"/>
                <a:stretch>
                  <a:fillRect/>
                </a:stretch>
              </p:blipFill>
              <p:spPr>
                <a:xfrm>
                  <a:off x="3144240" y="5257800"/>
                  <a:ext cx="21204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695">
              <p14:nvContentPartPr>
                <p14:cNvPr id="458" name="Ink 457">
                  <a:extLst>
                    <a:ext uri="{FF2B5EF4-FFF2-40B4-BE49-F238E27FC236}">
                      <a16:creationId xmlns:a16="http://schemas.microsoft.com/office/drawing/2014/main" id="{69176F1D-D6FF-4F15-6212-B20668429E90}"/>
                    </a:ext>
                  </a:extLst>
                </p14:cNvPr>
                <p14:cNvContentPartPr/>
                <p14:nvPr/>
              </p14:nvContentPartPr>
              <p14:xfrm>
                <a:off x="3468600" y="5210640"/>
                <a:ext cx="199080" cy="122040"/>
              </p14:xfrm>
            </p:contentPart>
          </mc:Choice>
          <mc:Fallback xmlns="">
            <p:pic>
              <p:nvPicPr>
                <p:cNvPr id="458" name="Ink 457">
                  <a:extLst>
                    <a:ext uri="{FF2B5EF4-FFF2-40B4-BE49-F238E27FC236}">
                      <a16:creationId xmlns:a16="http://schemas.microsoft.com/office/drawing/2014/main" id="{69176F1D-D6FF-4F15-6212-B20668429E90}"/>
                    </a:ext>
                  </a:extLst>
                </p:cNvPr>
                <p:cNvPicPr/>
                <p:nvPr/>
              </p:nvPicPr>
              <p:blipFill>
                <a:blip r:embed="rId696"/>
                <a:stretch>
                  <a:fillRect/>
                </a:stretch>
              </p:blipFill>
              <p:spPr>
                <a:xfrm>
                  <a:off x="3459960" y="5202000"/>
                  <a:ext cx="216720" cy="139680"/>
                </a:xfrm>
                <a:prstGeom prst="rect">
                  <a:avLst/>
                </a:prstGeom>
              </p:spPr>
            </p:pic>
          </mc:Fallback>
        </mc:AlternateContent>
        <mc:AlternateContent xmlns:mc="http://schemas.openxmlformats.org/markup-compatibility/2006" xmlns:p14="http://schemas.microsoft.com/office/powerpoint/2010/main">
          <mc:Choice Requires="p14">
            <p:contentPart p14:bwMode="auto" r:id="rId697">
              <p14:nvContentPartPr>
                <p14:cNvPr id="459" name="Ink 458">
                  <a:extLst>
                    <a:ext uri="{FF2B5EF4-FFF2-40B4-BE49-F238E27FC236}">
                      <a16:creationId xmlns:a16="http://schemas.microsoft.com/office/drawing/2014/main" id="{E5AE34FC-0DA2-3910-FDC2-A15814E4FED5}"/>
                    </a:ext>
                  </a:extLst>
                </p14:cNvPr>
                <p14:cNvContentPartPr/>
                <p14:nvPr/>
              </p14:nvContentPartPr>
              <p14:xfrm>
                <a:off x="3701160" y="5171760"/>
                <a:ext cx="133920" cy="122400"/>
              </p14:xfrm>
            </p:contentPart>
          </mc:Choice>
          <mc:Fallback xmlns="">
            <p:pic>
              <p:nvPicPr>
                <p:cNvPr id="459" name="Ink 458">
                  <a:extLst>
                    <a:ext uri="{FF2B5EF4-FFF2-40B4-BE49-F238E27FC236}">
                      <a16:creationId xmlns:a16="http://schemas.microsoft.com/office/drawing/2014/main" id="{E5AE34FC-0DA2-3910-FDC2-A15814E4FED5}"/>
                    </a:ext>
                  </a:extLst>
                </p:cNvPr>
                <p:cNvPicPr/>
                <p:nvPr/>
              </p:nvPicPr>
              <p:blipFill>
                <a:blip r:embed="rId698"/>
                <a:stretch>
                  <a:fillRect/>
                </a:stretch>
              </p:blipFill>
              <p:spPr>
                <a:xfrm>
                  <a:off x="3692520" y="5162760"/>
                  <a:ext cx="15156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699">
              <p14:nvContentPartPr>
                <p14:cNvPr id="460" name="Ink 459">
                  <a:extLst>
                    <a:ext uri="{FF2B5EF4-FFF2-40B4-BE49-F238E27FC236}">
                      <a16:creationId xmlns:a16="http://schemas.microsoft.com/office/drawing/2014/main" id="{93CAA361-EEA5-4AB5-0B9C-0EA1AE33B8D3}"/>
                    </a:ext>
                  </a:extLst>
                </p14:cNvPr>
                <p14:cNvContentPartPr/>
                <p14:nvPr/>
              </p14:nvContentPartPr>
              <p14:xfrm>
                <a:off x="3862440" y="5223960"/>
                <a:ext cx="57240" cy="38880"/>
              </p14:xfrm>
            </p:contentPart>
          </mc:Choice>
          <mc:Fallback xmlns="">
            <p:pic>
              <p:nvPicPr>
                <p:cNvPr id="460" name="Ink 459">
                  <a:extLst>
                    <a:ext uri="{FF2B5EF4-FFF2-40B4-BE49-F238E27FC236}">
                      <a16:creationId xmlns:a16="http://schemas.microsoft.com/office/drawing/2014/main" id="{93CAA361-EEA5-4AB5-0B9C-0EA1AE33B8D3}"/>
                    </a:ext>
                  </a:extLst>
                </p:cNvPr>
                <p:cNvPicPr/>
                <p:nvPr/>
              </p:nvPicPr>
              <p:blipFill>
                <a:blip r:embed="rId700"/>
                <a:stretch>
                  <a:fillRect/>
                </a:stretch>
              </p:blipFill>
              <p:spPr>
                <a:xfrm>
                  <a:off x="3853800" y="5214960"/>
                  <a:ext cx="74880"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701">
              <p14:nvContentPartPr>
                <p14:cNvPr id="461" name="Ink 460">
                  <a:extLst>
                    <a:ext uri="{FF2B5EF4-FFF2-40B4-BE49-F238E27FC236}">
                      <a16:creationId xmlns:a16="http://schemas.microsoft.com/office/drawing/2014/main" id="{4CF3D996-E44C-5B8F-586D-4F93151133B6}"/>
                    </a:ext>
                  </a:extLst>
                </p14:cNvPr>
                <p14:cNvContentPartPr/>
                <p14:nvPr/>
              </p14:nvContentPartPr>
              <p14:xfrm>
                <a:off x="3864600" y="5203080"/>
                <a:ext cx="88200" cy="135360"/>
              </p14:xfrm>
            </p:contentPart>
          </mc:Choice>
          <mc:Fallback xmlns="">
            <p:pic>
              <p:nvPicPr>
                <p:cNvPr id="461" name="Ink 460">
                  <a:extLst>
                    <a:ext uri="{FF2B5EF4-FFF2-40B4-BE49-F238E27FC236}">
                      <a16:creationId xmlns:a16="http://schemas.microsoft.com/office/drawing/2014/main" id="{4CF3D996-E44C-5B8F-586D-4F93151133B6}"/>
                    </a:ext>
                  </a:extLst>
                </p:cNvPr>
                <p:cNvPicPr/>
                <p:nvPr/>
              </p:nvPicPr>
              <p:blipFill>
                <a:blip r:embed="rId702"/>
                <a:stretch>
                  <a:fillRect/>
                </a:stretch>
              </p:blipFill>
              <p:spPr>
                <a:xfrm>
                  <a:off x="3855600" y="5194440"/>
                  <a:ext cx="105840" cy="153000"/>
                </a:xfrm>
                <a:prstGeom prst="rect">
                  <a:avLst/>
                </a:prstGeom>
              </p:spPr>
            </p:pic>
          </mc:Fallback>
        </mc:AlternateContent>
        <mc:AlternateContent xmlns:mc="http://schemas.openxmlformats.org/markup-compatibility/2006" xmlns:p14="http://schemas.microsoft.com/office/powerpoint/2010/main">
          <mc:Choice Requires="p14">
            <p:contentPart p14:bwMode="auto" r:id="rId703">
              <p14:nvContentPartPr>
                <p14:cNvPr id="335" name="Ink 334">
                  <a:extLst>
                    <a:ext uri="{FF2B5EF4-FFF2-40B4-BE49-F238E27FC236}">
                      <a16:creationId xmlns:a16="http://schemas.microsoft.com/office/drawing/2014/main" id="{30DD1037-9D9D-13CD-D015-85F0BFAC24E6}"/>
                    </a:ext>
                  </a:extLst>
                </p14:cNvPr>
                <p14:cNvContentPartPr/>
                <p14:nvPr/>
              </p14:nvContentPartPr>
              <p14:xfrm>
                <a:off x="288000" y="5688000"/>
                <a:ext cx="72360" cy="3240"/>
              </p14:xfrm>
            </p:contentPart>
          </mc:Choice>
          <mc:Fallback xmlns="">
            <p:pic>
              <p:nvPicPr>
                <p:cNvPr id="335" name="Ink 334">
                  <a:extLst>
                    <a:ext uri="{FF2B5EF4-FFF2-40B4-BE49-F238E27FC236}">
                      <a16:creationId xmlns:a16="http://schemas.microsoft.com/office/drawing/2014/main" id="{30DD1037-9D9D-13CD-D015-85F0BFAC24E6}"/>
                    </a:ext>
                  </a:extLst>
                </p:cNvPr>
                <p:cNvPicPr/>
                <p:nvPr/>
              </p:nvPicPr>
              <p:blipFill>
                <a:blip r:embed="rId704"/>
                <a:stretch>
                  <a:fillRect/>
                </a:stretch>
              </p:blipFill>
              <p:spPr>
                <a:xfrm>
                  <a:off x="279000" y="5679360"/>
                  <a:ext cx="9000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705">
              <p14:nvContentPartPr>
                <p14:cNvPr id="336" name="Ink 335">
                  <a:extLst>
                    <a:ext uri="{FF2B5EF4-FFF2-40B4-BE49-F238E27FC236}">
                      <a16:creationId xmlns:a16="http://schemas.microsoft.com/office/drawing/2014/main" id="{6191CAA8-29FC-5DAB-7380-A6B3FA9FC9D7}"/>
                    </a:ext>
                  </a:extLst>
                </p14:cNvPr>
                <p14:cNvContentPartPr/>
                <p14:nvPr/>
              </p14:nvContentPartPr>
              <p14:xfrm>
                <a:off x="533520" y="5582880"/>
                <a:ext cx="128880" cy="18720"/>
              </p14:xfrm>
            </p:contentPart>
          </mc:Choice>
          <mc:Fallback xmlns="">
            <p:pic>
              <p:nvPicPr>
                <p:cNvPr id="336" name="Ink 335">
                  <a:extLst>
                    <a:ext uri="{FF2B5EF4-FFF2-40B4-BE49-F238E27FC236}">
                      <a16:creationId xmlns:a16="http://schemas.microsoft.com/office/drawing/2014/main" id="{6191CAA8-29FC-5DAB-7380-A6B3FA9FC9D7}"/>
                    </a:ext>
                  </a:extLst>
                </p:cNvPr>
                <p:cNvPicPr/>
                <p:nvPr/>
              </p:nvPicPr>
              <p:blipFill>
                <a:blip r:embed="rId706"/>
                <a:stretch>
                  <a:fillRect/>
                </a:stretch>
              </p:blipFill>
              <p:spPr>
                <a:xfrm>
                  <a:off x="524880" y="5573880"/>
                  <a:ext cx="14652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707">
              <p14:nvContentPartPr>
                <p14:cNvPr id="337" name="Ink 336">
                  <a:extLst>
                    <a:ext uri="{FF2B5EF4-FFF2-40B4-BE49-F238E27FC236}">
                      <a16:creationId xmlns:a16="http://schemas.microsoft.com/office/drawing/2014/main" id="{1EA4A06B-CA04-478F-CADF-51BB0F13C9A5}"/>
                    </a:ext>
                  </a:extLst>
                </p14:cNvPr>
                <p14:cNvContentPartPr/>
                <p14:nvPr/>
              </p14:nvContentPartPr>
              <p14:xfrm>
                <a:off x="569160" y="5624640"/>
                <a:ext cx="18000" cy="91080"/>
              </p14:xfrm>
            </p:contentPart>
          </mc:Choice>
          <mc:Fallback xmlns="">
            <p:pic>
              <p:nvPicPr>
                <p:cNvPr id="337" name="Ink 336">
                  <a:extLst>
                    <a:ext uri="{FF2B5EF4-FFF2-40B4-BE49-F238E27FC236}">
                      <a16:creationId xmlns:a16="http://schemas.microsoft.com/office/drawing/2014/main" id="{1EA4A06B-CA04-478F-CADF-51BB0F13C9A5}"/>
                    </a:ext>
                  </a:extLst>
                </p:cNvPr>
                <p:cNvPicPr/>
                <p:nvPr/>
              </p:nvPicPr>
              <p:blipFill>
                <a:blip r:embed="rId708"/>
                <a:stretch>
                  <a:fillRect/>
                </a:stretch>
              </p:blipFill>
              <p:spPr>
                <a:xfrm>
                  <a:off x="560520" y="5616000"/>
                  <a:ext cx="35640" cy="108720"/>
                </a:xfrm>
                <a:prstGeom prst="rect">
                  <a:avLst/>
                </a:prstGeom>
              </p:spPr>
            </p:pic>
          </mc:Fallback>
        </mc:AlternateContent>
        <mc:AlternateContent xmlns:mc="http://schemas.openxmlformats.org/markup-compatibility/2006" xmlns:p14="http://schemas.microsoft.com/office/powerpoint/2010/main">
          <mc:Choice Requires="p14">
            <p:contentPart p14:bwMode="auto" r:id="rId709">
              <p14:nvContentPartPr>
                <p14:cNvPr id="338" name="Ink 337">
                  <a:extLst>
                    <a:ext uri="{FF2B5EF4-FFF2-40B4-BE49-F238E27FC236}">
                      <a16:creationId xmlns:a16="http://schemas.microsoft.com/office/drawing/2014/main" id="{125D71EB-06ED-7C2C-230F-E8D82F45EAD0}"/>
                    </a:ext>
                  </a:extLst>
                </p14:cNvPr>
                <p14:cNvContentPartPr/>
                <p14:nvPr/>
              </p14:nvContentPartPr>
              <p14:xfrm>
                <a:off x="675360" y="5681160"/>
                <a:ext cx="7920" cy="123840"/>
              </p14:xfrm>
            </p:contentPart>
          </mc:Choice>
          <mc:Fallback xmlns="">
            <p:pic>
              <p:nvPicPr>
                <p:cNvPr id="338" name="Ink 337">
                  <a:extLst>
                    <a:ext uri="{FF2B5EF4-FFF2-40B4-BE49-F238E27FC236}">
                      <a16:creationId xmlns:a16="http://schemas.microsoft.com/office/drawing/2014/main" id="{125D71EB-06ED-7C2C-230F-E8D82F45EAD0}"/>
                    </a:ext>
                  </a:extLst>
                </p:cNvPr>
                <p:cNvPicPr/>
                <p:nvPr/>
              </p:nvPicPr>
              <p:blipFill>
                <a:blip r:embed="rId710"/>
                <a:stretch>
                  <a:fillRect/>
                </a:stretch>
              </p:blipFill>
              <p:spPr>
                <a:xfrm>
                  <a:off x="666360" y="5672520"/>
                  <a:ext cx="25560" cy="141480"/>
                </a:xfrm>
                <a:prstGeom prst="rect">
                  <a:avLst/>
                </a:prstGeom>
              </p:spPr>
            </p:pic>
          </mc:Fallback>
        </mc:AlternateContent>
        <mc:AlternateContent xmlns:mc="http://schemas.openxmlformats.org/markup-compatibility/2006" xmlns:p14="http://schemas.microsoft.com/office/powerpoint/2010/main">
          <mc:Choice Requires="p14">
            <p:contentPart p14:bwMode="auto" r:id="rId711">
              <p14:nvContentPartPr>
                <p14:cNvPr id="339" name="Ink 338">
                  <a:extLst>
                    <a:ext uri="{FF2B5EF4-FFF2-40B4-BE49-F238E27FC236}">
                      <a16:creationId xmlns:a16="http://schemas.microsoft.com/office/drawing/2014/main" id="{6A4BEC5C-2E70-CDBB-92C4-37A5D77ADB7F}"/>
                    </a:ext>
                  </a:extLst>
                </p14:cNvPr>
                <p14:cNvContentPartPr/>
                <p14:nvPr/>
              </p14:nvContentPartPr>
              <p14:xfrm>
                <a:off x="777960" y="5595120"/>
                <a:ext cx="118080" cy="129600"/>
              </p14:xfrm>
            </p:contentPart>
          </mc:Choice>
          <mc:Fallback xmlns="">
            <p:pic>
              <p:nvPicPr>
                <p:cNvPr id="339" name="Ink 338">
                  <a:extLst>
                    <a:ext uri="{FF2B5EF4-FFF2-40B4-BE49-F238E27FC236}">
                      <a16:creationId xmlns:a16="http://schemas.microsoft.com/office/drawing/2014/main" id="{6A4BEC5C-2E70-CDBB-92C4-37A5D77ADB7F}"/>
                    </a:ext>
                  </a:extLst>
                </p:cNvPr>
                <p:cNvPicPr/>
                <p:nvPr/>
              </p:nvPicPr>
              <p:blipFill>
                <a:blip r:embed="rId712"/>
                <a:stretch>
                  <a:fillRect/>
                </a:stretch>
              </p:blipFill>
              <p:spPr>
                <a:xfrm>
                  <a:off x="768960" y="5586120"/>
                  <a:ext cx="135720" cy="147240"/>
                </a:xfrm>
                <a:prstGeom prst="rect">
                  <a:avLst/>
                </a:prstGeom>
              </p:spPr>
            </p:pic>
          </mc:Fallback>
        </mc:AlternateContent>
        <mc:AlternateContent xmlns:mc="http://schemas.openxmlformats.org/markup-compatibility/2006" xmlns:p14="http://schemas.microsoft.com/office/powerpoint/2010/main">
          <mc:Choice Requires="p14">
            <p:contentPart p14:bwMode="auto" r:id="rId713">
              <p14:nvContentPartPr>
                <p14:cNvPr id="340" name="Ink 339">
                  <a:extLst>
                    <a:ext uri="{FF2B5EF4-FFF2-40B4-BE49-F238E27FC236}">
                      <a16:creationId xmlns:a16="http://schemas.microsoft.com/office/drawing/2014/main" id="{95D95BDD-C344-AFA8-E039-5C20CF49BE6F}"/>
                    </a:ext>
                  </a:extLst>
                </p14:cNvPr>
                <p14:cNvContentPartPr/>
                <p14:nvPr/>
              </p14:nvContentPartPr>
              <p14:xfrm>
                <a:off x="945000" y="5633280"/>
                <a:ext cx="87840" cy="106200"/>
              </p14:xfrm>
            </p:contentPart>
          </mc:Choice>
          <mc:Fallback xmlns="">
            <p:pic>
              <p:nvPicPr>
                <p:cNvPr id="340" name="Ink 339">
                  <a:extLst>
                    <a:ext uri="{FF2B5EF4-FFF2-40B4-BE49-F238E27FC236}">
                      <a16:creationId xmlns:a16="http://schemas.microsoft.com/office/drawing/2014/main" id="{95D95BDD-C344-AFA8-E039-5C20CF49BE6F}"/>
                    </a:ext>
                  </a:extLst>
                </p:cNvPr>
                <p:cNvPicPr/>
                <p:nvPr/>
              </p:nvPicPr>
              <p:blipFill>
                <a:blip r:embed="rId714"/>
                <a:stretch>
                  <a:fillRect/>
                </a:stretch>
              </p:blipFill>
              <p:spPr>
                <a:xfrm>
                  <a:off x="936000" y="5624640"/>
                  <a:ext cx="10548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715">
              <p14:nvContentPartPr>
                <p14:cNvPr id="341" name="Ink 340">
                  <a:extLst>
                    <a:ext uri="{FF2B5EF4-FFF2-40B4-BE49-F238E27FC236}">
                      <a16:creationId xmlns:a16="http://schemas.microsoft.com/office/drawing/2014/main" id="{24BCB8BD-39F6-4715-023D-CC5EC0A64503}"/>
                    </a:ext>
                  </a:extLst>
                </p14:cNvPr>
                <p14:cNvContentPartPr/>
                <p14:nvPr/>
              </p14:nvContentPartPr>
              <p14:xfrm>
                <a:off x="1118520" y="5607360"/>
                <a:ext cx="144000" cy="122760"/>
              </p14:xfrm>
            </p:contentPart>
          </mc:Choice>
          <mc:Fallback xmlns="">
            <p:pic>
              <p:nvPicPr>
                <p:cNvPr id="341" name="Ink 340">
                  <a:extLst>
                    <a:ext uri="{FF2B5EF4-FFF2-40B4-BE49-F238E27FC236}">
                      <a16:creationId xmlns:a16="http://schemas.microsoft.com/office/drawing/2014/main" id="{24BCB8BD-39F6-4715-023D-CC5EC0A64503}"/>
                    </a:ext>
                  </a:extLst>
                </p:cNvPr>
                <p:cNvPicPr/>
                <p:nvPr/>
              </p:nvPicPr>
              <p:blipFill>
                <a:blip r:embed="rId716"/>
                <a:stretch>
                  <a:fillRect/>
                </a:stretch>
              </p:blipFill>
              <p:spPr>
                <a:xfrm>
                  <a:off x="1109520" y="5598360"/>
                  <a:ext cx="16164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717">
              <p14:nvContentPartPr>
                <p14:cNvPr id="342" name="Ink 341">
                  <a:extLst>
                    <a:ext uri="{FF2B5EF4-FFF2-40B4-BE49-F238E27FC236}">
                      <a16:creationId xmlns:a16="http://schemas.microsoft.com/office/drawing/2014/main" id="{2C578808-7A11-0F09-A840-14EA931C230A}"/>
                    </a:ext>
                  </a:extLst>
                </p14:cNvPr>
                <p14:cNvContentPartPr/>
                <p14:nvPr/>
              </p14:nvContentPartPr>
              <p14:xfrm>
                <a:off x="1332000" y="5580000"/>
                <a:ext cx="128880" cy="154800"/>
              </p14:xfrm>
            </p:contentPart>
          </mc:Choice>
          <mc:Fallback xmlns="">
            <p:pic>
              <p:nvPicPr>
                <p:cNvPr id="342" name="Ink 341">
                  <a:extLst>
                    <a:ext uri="{FF2B5EF4-FFF2-40B4-BE49-F238E27FC236}">
                      <a16:creationId xmlns:a16="http://schemas.microsoft.com/office/drawing/2014/main" id="{2C578808-7A11-0F09-A840-14EA931C230A}"/>
                    </a:ext>
                  </a:extLst>
                </p:cNvPr>
                <p:cNvPicPr/>
                <p:nvPr/>
              </p:nvPicPr>
              <p:blipFill>
                <a:blip r:embed="rId718"/>
                <a:stretch>
                  <a:fillRect/>
                </a:stretch>
              </p:blipFill>
              <p:spPr>
                <a:xfrm>
                  <a:off x="1323360" y="5571000"/>
                  <a:ext cx="14652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719">
              <p14:nvContentPartPr>
                <p14:cNvPr id="343" name="Ink 342">
                  <a:extLst>
                    <a:ext uri="{FF2B5EF4-FFF2-40B4-BE49-F238E27FC236}">
                      <a16:creationId xmlns:a16="http://schemas.microsoft.com/office/drawing/2014/main" id="{B5ADB613-EF3E-F808-CD38-1B7CB2758005}"/>
                    </a:ext>
                  </a:extLst>
                </p14:cNvPr>
                <p14:cNvContentPartPr/>
                <p14:nvPr/>
              </p14:nvContentPartPr>
              <p14:xfrm>
                <a:off x="1537200" y="5577120"/>
                <a:ext cx="116640" cy="25560"/>
              </p14:xfrm>
            </p:contentPart>
          </mc:Choice>
          <mc:Fallback xmlns="">
            <p:pic>
              <p:nvPicPr>
                <p:cNvPr id="343" name="Ink 342">
                  <a:extLst>
                    <a:ext uri="{FF2B5EF4-FFF2-40B4-BE49-F238E27FC236}">
                      <a16:creationId xmlns:a16="http://schemas.microsoft.com/office/drawing/2014/main" id="{B5ADB613-EF3E-F808-CD38-1B7CB2758005}"/>
                    </a:ext>
                  </a:extLst>
                </p:cNvPr>
                <p:cNvPicPr/>
                <p:nvPr/>
              </p:nvPicPr>
              <p:blipFill>
                <a:blip r:embed="rId720"/>
                <a:stretch>
                  <a:fillRect/>
                </a:stretch>
              </p:blipFill>
              <p:spPr>
                <a:xfrm>
                  <a:off x="1528560" y="5568480"/>
                  <a:ext cx="134280" cy="43200"/>
                </a:xfrm>
                <a:prstGeom prst="rect">
                  <a:avLst/>
                </a:prstGeom>
              </p:spPr>
            </p:pic>
          </mc:Fallback>
        </mc:AlternateContent>
        <mc:AlternateContent xmlns:mc="http://schemas.openxmlformats.org/markup-compatibility/2006" xmlns:p14="http://schemas.microsoft.com/office/powerpoint/2010/main">
          <mc:Choice Requires="p14">
            <p:contentPart p14:bwMode="auto" r:id="rId721">
              <p14:nvContentPartPr>
                <p14:cNvPr id="344" name="Ink 343">
                  <a:extLst>
                    <a:ext uri="{FF2B5EF4-FFF2-40B4-BE49-F238E27FC236}">
                      <a16:creationId xmlns:a16="http://schemas.microsoft.com/office/drawing/2014/main" id="{FED01E28-68B5-2BD9-C360-73D47CEA2109}"/>
                    </a:ext>
                  </a:extLst>
                </p14:cNvPr>
                <p14:cNvContentPartPr/>
                <p14:nvPr/>
              </p14:nvContentPartPr>
              <p14:xfrm>
                <a:off x="1492920" y="5653440"/>
                <a:ext cx="108360" cy="81360"/>
              </p14:xfrm>
            </p:contentPart>
          </mc:Choice>
          <mc:Fallback xmlns="">
            <p:pic>
              <p:nvPicPr>
                <p:cNvPr id="344" name="Ink 343">
                  <a:extLst>
                    <a:ext uri="{FF2B5EF4-FFF2-40B4-BE49-F238E27FC236}">
                      <a16:creationId xmlns:a16="http://schemas.microsoft.com/office/drawing/2014/main" id="{FED01E28-68B5-2BD9-C360-73D47CEA2109}"/>
                    </a:ext>
                  </a:extLst>
                </p:cNvPr>
                <p:cNvPicPr/>
                <p:nvPr/>
              </p:nvPicPr>
              <p:blipFill>
                <a:blip r:embed="rId722"/>
                <a:stretch>
                  <a:fillRect/>
                </a:stretch>
              </p:blipFill>
              <p:spPr>
                <a:xfrm>
                  <a:off x="1484280" y="5644800"/>
                  <a:ext cx="12600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723">
              <p14:nvContentPartPr>
                <p14:cNvPr id="345" name="Ink 344">
                  <a:extLst>
                    <a:ext uri="{FF2B5EF4-FFF2-40B4-BE49-F238E27FC236}">
                      <a16:creationId xmlns:a16="http://schemas.microsoft.com/office/drawing/2014/main" id="{2CAFCAFF-DBE0-6251-46BB-9A9817C3897E}"/>
                    </a:ext>
                  </a:extLst>
                </p14:cNvPr>
                <p14:cNvContentPartPr/>
                <p14:nvPr/>
              </p14:nvContentPartPr>
              <p14:xfrm>
                <a:off x="1704240" y="5535720"/>
                <a:ext cx="360" cy="360"/>
              </p14:xfrm>
            </p:contentPart>
          </mc:Choice>
          <mc:Fallback xmlns="">
            <p:pic>
              <p:nvPicPr>
                <p:cNvPr id="345" name="Ink 344">
                  <a:extLst>
                    <a:ext uri="{FF2B5EF4-FFF2-40B4-BE49-F238E27FC236}">
                      <a16:creationId xmlns:a16="http://schemas.microsoft.com/office/drawing/2014/main" id="{2CAFCAFF-DBE0-6251-46BB-9A9817C3897E}"/>
                    </a:ext>
                  </a:extLst>
                </p:cNvPr>
                <p:cNvPicPr/>
                <p:nvPr/>
              </p:nvPicPr>
              <p:blipFill>
                <a:blip r:embed="rId724"/>
                <a:stretch>
                  <a:fillRect/>
                </a:stretch>
              </p:blipFill>
              <p:spPr>
                <a:xfrm>
                  <a:off x="1695240" y="552672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725">
              <p14:nvContentPartPr>
                <p14:cNvPr id="346" name="Ink 345">
                  <a:extLst>
                    <a:ext uri="{FF2B5EF4-FFF2-40B4-BE49-F238E27FC236}">
                      <a16:creationId xmlns:a16="http://schemas.microsoft.com/office/drawing/2014/main" id="{6F907507-1CC4-A7C7-ADFB-BD55BA8EA66C}"/>
                    </a:ext>
                  </a:extLst>
                </p14:cNvPr>
                <p14:cNvContentPartPr/>
                <p14:nvPr/>
              </p14:nvContentPartPr>
              <p14:xfrm>
                <a:off x="1706760" y="5523840"/>
                <a:ext cx="55800" cy="62640"/>
              </p14:xfrm>
            </p:contentPart>
          </mc:Choice>
          <mc:Fallback xmlns="">
            <p:pic>
              <p:nvPicPr>
                <p:cNvPr id="346" name="Ink 345">
                  <a:extLst>
                    <a:ext uri="{FF2B5EF4-FFF2-40B4-BE49-F238E27FC236}">
                      <a16:creationId xmlns:a16="http://schemas.microsoft.com/office/drawing/2014/main" id="{6F907507-1CC4-A7C7-ADFB-BD55BA8EA66C}"/>
                    </a:ext>
                  </a:extLst>
                </p:cNvPr>
                <p:cNvPicPr/>
                <p:nvPr/>
              </p:nvPicPr>
              <p:blipFill>
                <a:blip r:embed="rId726"/>
                <a:stretch>
                  <a:fillRect/>
                </a:stretch>
              </p:blipFill>
              <p:spPr>
                <a:xfrm>
                  <a:off x="1698120" y="5515200"/>
                  <a:ext cx="73440" cy="80280"/>
                </a:xfrm>
                <a:prstGeom prst="rect">
                  <a:avLst/>
                </a:prstGeom>
              </p:spPr>
            </p:pic>
          </mc:Fallback>
        </mc:AlternateContent>
        <mc:AlternateContent xmlns:mc="http://schemas.openxmlformats.org/markup-compatibility/2006" xmlns:p14="http://schemas.microsoft.com/office/powerpoint/2010/main">
          <mc:Choice Requires="p14">
            <p:contentPart p14:bwMode="auto" r:id="rId727">
              <p14:nvContentPartPr>
                <p14:cNvPr id="347" name="Ink 346">
                  <a:extLst>
                    <a:ext uri="{FF2B5EF4-FFF2-40B4-BE49-F238E27FC236}">
                      <a16:creationId xmlns:a16="http://schemas.microsoft.com/office/drawing/2014/main" id="{0624F884-8132-72CF-E1A8-6CDA517CD555}"/>
                    </a:ext>
                  </a:extLst>
                </p14:cNvPr>
                <p14:cNvContentPartPr/>
                <p14:nvPr/>
              </p14:nvContentPartPr>
              <p14:xfrm>
                <a:off x="1791360" y="5666400"/>
                <a:ext cx="198000" cy="10080"/>
              </p14:xfrm>
            </p:contentPart>
          </mc:Choice>
          <mc:Fallback xmlns="">
            <p:pic>
              <p:nvPicPr>
                <p:cNvPr id="347" name="Ink 346">
                  <a:extLst>
                    <a:ext uri="{FF2B5EF4-FFF2-40B4-BE49-F238E27FC236}">
                      <a16:creationId xmlns:a16="http://schemas.microsoft.com/office/drawing/2014/main" id="{0624F884-8132-72CF-E1A8-6CDA517CD555}"/>
                    </a:ext>
                  </a:extLst>
                </p:cNvPr>
                <p:cNvPicPr/>
                <p:nvPr/>
              </p:nvPicPr>
              <p:blipFill>
                <a:blip r:embed="rId728"/>
                <a:stretch>
                  <a:fillRect/>
                </a:stretch>
              </p:blipFill>
              <p:spPr>
                <a:xfrm>
                  <a:off x="1782720" y="5657400"/>
                  <a:ext cx="215640" cy="27720"/>
                </a:xfrm>
                <a:prstGeom prst="rect">
                  <a:avLst/>
                </a:prstGeom>
              </p:spPr>
            </p:pic>
          </mc:Fallback>
        </mc:AlternateContent>
        <mc:AlternateContent xmlns:mc="http://schemas.openxmlformats.org/markup-compatibility/2006" xmlns:p14="http://schemas.microsoft.com/office/powerpoint/2010/main">
          <mc:Choice Requires="p14">
            <p:contentPart p14:bwMode="auto" r:id="rId729">
              <p14:nvContentPartPr>
                <p14:cNvPr id="348" name="Ink 347">
                  <a:extLst>
                    <a:ext uri="{FF2B5EF4-FFF2-40B4-BE49-F238E27FC236}">
                      <a16:creationId xmlns:a16="http://schemas.microsoft.com/office/drawing/2014/main" id="{ECABCF90-7ABF-1833-DDDE-6598094411E8}"/>
                    </a:ext>
                  </a:extLst>
                </p14:cNvPr>
                <p14:cNvContentPartPr/>
                <p14:nvPr/>
              </p14:nvContentPartPr>
              <p14:xfrm>
                <a:off x="1882440" y="5607000"/>
                <a:ext cx="19440" cy="171360"/>
              </p14:xfrm>
            </p:contentPart>
          </mc:Choice>
          <mc:Fallback xmlns="">
            <p:pic>
              <p:nvPicPr>
                <p:cNvPr id="348" name="Ink 347">
                  <a:extLst>
                    <a:ext uri="{FF2B5EF4-FFF2-40B4-BE49-F238E27FC236}">
                      <a16:creationId xmlns:a16="http://schemas.microsoft.com/office/drawing/2014/main" id="{ECABCF90-7ABF-1833-DDDE-6598094411E8}"/>
                    </a:ext>
                  </a:extLst>
                </p:cNvPr>
                <p:cNvPicPr/>
                <p:nvPr/>
              </p:nvPicPr>
              <p:blipFill>
                <a:blip r:embed="rId730"/>
                <a:stretch>
                  <a:fillRect/>
                </a:stretch>
              </p:blipFill>
              <p:spPr>
                <a:xfrm>
                  <a:off x="1873800" y="5598360"/>
                  <a:ext cx="3708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731">
              <p14:nvContentPartPr>
                <p14:cNvPr id="349" name="Ink 348">
                  <a:extLst>
                    <a:ext uri="{FF2B5EF4-FFF2-40B4-BE49-F238E27FC236}">
                      <a16:creationId xmlns:a16="http://schemas.microsoft.com/office/drawing/2014/main" id="{B5330018-B1A3-AF0E-774F-A2849E2B769E}"/>
                    </a:ext>
                  </a:extLst>
                </p14:cNvPr>
                <p14:cNvContentPartPr/>
                <p14:nvPr/>
              </p14:nvContentPartPr>
              <p14:xfrm>
                <a:off x="2116800" y="5582160"/>
                <a:ext cx="138240" cy="31320"/>
              </p14:xfrm>
            </p:contentPart>
          </mc:Choice>
          <mc:Fallback xmlns="">
            <p:pic>
              <p:nvPicPr>
                <p:cNvPr id="349" name="Ink 348">
                  <a:extLst>
                    <a:ext uri="{FF2B5EF4-FFF2-40B4-BE49-F238E27FC236}">
                      <a16:creationId xmlns:a16="http://schemas.microsoft.com/office/drawing/2014/main" id="{B5330018-B1A3-AF0E-774F-A2849E2B769E}"/>
                    </a:ext>
                  </a:extLst>
                </p:cNvPr>
                <p:cNvPicPr/>
                <p:nvPr/>
              </p:nvPicPr>
              <p:blipFill>
                <a:blip r:embed="rId732"/>
                <a:stretch>
                  <a:fillRect/>
                </a:stretch>
              </p:blipFill>
              <p:spPr>
                <a:xfrm>
                  <a:off x="2107800" y="5573160"/>
                  <a:ext cx="15588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733">
              <p14:nvContentPartPr>
                <p14:cNvPr id="350" name="Ink 349">
                  <a:extLst>
                    <a:ext uri="{FF2B5EF4-FFF2-40B4-BE49-F238E27FC236}">
                      <a16:creationId xmlns:a16="http://schemas.microsoft.com/office/drawing/2014/main" id="{3D9F9A43-21A4-BAE1-9782-73618E7E8731}"/>
                    </a:ext>
                  </a:extLst>
                </p14:cNvPr>
                <p14:cNvContentPartPr/>
                <p14:nvPr/>
              </p14:nvContentPartPr>
              <p14:xfrm>
                <a:off x="2131560" y="5623200"/>
                <a:ext cx="23400" cy="135720"/>
              </p14:xfrm>
            </p:contentPart>
          </mc:Choice>
          <mc:Fallback xmlns="">
            <p:pic>
              <p:nvPicPr>
                <p:cNvPr id="350" name="Ink 349">
                  <a:extLst>
                    <a:ext uri="{FF2B5EF4-FFF2-40B4-BE49-F238E27FC236}">
                      <a16:creationId xmlns:a16="http://schemas.microsoft.com/office/drawing/2014/main" id="{3D9F9A43-21A4-BAE1-9782-73618E7E8731}"/>
                    </a:ext>
                  </a:extLst>
                </p:cNvPr>
                <p:cNvPicPr/>
                <p:nvPr/>
              </p:nvPicPr>
              <p:blipFill>
                <a:blip r:embed="rId734"/>
                <a:stretch>
                  <a:fillRect/>
                </a:stretch>
              </p:blipFill>
              <p:spPr>
                <a:xfrm>
                  <a:off x="2122560" y="5614200"/>
                  <a:ext cx="41040" cy="153360"/>
                </a:xfrm>
                <a:prstGeom prst="rect">
                  <a:avLst/>
                </a:prstGeom>
              </p:spPr>
            </p:pic>
          </mc:Fallback>
        </mc:AlternateContent>
        <mc:AlternateContent xmlns:mc="http://schemas.openxmlformats.org/markup-compatibility/2006" xmlns:p14="http://schemas.microsoft.com/office/powerpoint/2010/main">
          <mc:Choice Requires="p14">
            <p:contentPart p14:bwMode="auto" r:id="rId735">
              <p14:nvContentPartPr>
                <p14:cNvPr id="351" name="Ink 350">
                  <a:extLst>
                    <a:ext uri="{FF2B5EF4-FFF2-40B4-BE49-F238E27FC236}">
                      <a16:creationId xmlns:a16="http://schemas.microsoft.com/office/drawing/2014/main" id="{A3C3A974-25B8-6003-B95F-4FD16FFC0D60}"/>
                    </a:ext>
                  </a:extLst>
                </p14:cNvPr>
                <p14:cNvContentPartPr/>
                <p14:nvPr/>
              </p14:nvContentPartPr>
              <p14:xfrm>
                <a:off x="2179800" y="5681880"/>
                <a:ext cx="137520" cy="153360"/>
              </p14:xfrm>
            </p:contentPart>
          </mc:Choice>
          <mc:Fallback xmlns="">
            <p:pic>
              <p:nvPicPr>
                <p:cNvPr id="351" name="Ink 350">
                  <a:extLst>
                    <a:ext uri="{FF2B5EF4-FFF2-40B4-BE49-F238E27FC236}">
                      <a16:creationId xmlns:a16="http://schemas.microsoft.com/office/drawing/2014/main" id="{A3C3A974-25B8-6003-B95F-4FD16FFC0D60}"/>
                    </a:ext>
                  </a:extLst>
                </p:cNvPr>
                <p:cNvPicPr/>
                <p:nvPr/>
              </p:nvPicPr>
              <p:blipFill>
                <a:blip r:embed="rId736"/>
                <a:stretch>
                  <a:fillRect/>
                </a:stretch>
              </p:blipFill>
              <p:spPr>
                <a:xfrm>
                  <a:off x="2170800" y="5672880"/>
                  <a:ext cx="15516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737">
              <p14:nvContentPartPr>
                <p14:cNvPr id="352" name="Ink 351">
                  <a:extLst>
                    <a:ext uri="{FF2B5EF4-FFF2-40B4-BE49-F238E27FC236}">
                      <a16:creationId xmlns:a16="http://schemas.microsoft.com/office/drawing/2014/main" id="{1AB8811D-4393-58DA-CA9F-04EA9DE57910}"/>
                    </a:ext>
                  </a:extLst>
                </p14:cNvPr>
                <p14:cNvContentPartPr/>
                <p14:nvPr/>
              </p14:nvContentPartPr>
              <p14:xfrm>
                <a:off x="2440080" y="5591160"/>
                <a:ext cx="114480" cy="144360"/>
              </p14:xfrm>
            </p:contentPart>
          </mc:Choice>
          <mc:Fallback xmlns="">
            <p:pic>
              <p:nvPicPr>
                <p:cNvPr id="352" name="Ink 351">
                  <a:extLst>
                    <a:ext uri="{FF2B5EF4-FFF2-40B4-BE49-F238E27FC236}">
                      <a16:creationId xmlns:a16="http://schemas.microsoft.com/office/drawing/2014/main" id="{1AB8811D-4393-58DA-CA9F-04EA9DE57910}"/>
                    </a:ext>
                  </a:extLst>
                </p:cNvPr>
                <p:cNvPicPr/>
                <p:nvPr/>
              </p:nvPicPr>
              <p:blipFill>
                <a:blip r:embed="rId738"/>
                <a:stretch>
                  <a:fillRect/>
                </a:stretch>
              </p:blipFill>
              <p:spPr>
                <a:xfrm>
                  <a:off x="2431440" y="5582520"/>
                  <a:ext cx="132120" cy="162000"/>
                </a:xfrm>
                <a:prstGeom prst="rect">
                  <a:avLst/>
                </a:prstGeom>
              </p:spPr>
            </p:pic>
          </mc:Fallback>
        </mc:AlternateContent>
        <mc:AlternateContent xmlns:mc="http://schemas.openxmlformats.org/markup-compatibility/2006" xmlns:p14="http://schemas.microsoft.com/office/powerpoint/2010/main">
          <mc:Choice Requires="p14">
            <p:contentPart p14:bwMode="auto" r:id="rId739">
              <p14:nvContentPartPr>
                <p14:cNvPr id="353" name="Ink 352">
                  <a:extLst>
                    <a:ext uri="{FF2B5EF4-FFF2-40B4-BE49-F238E27FC236}">
                      <a16:creationId xmlns:a16="http://schemas.microsoft.com/office/drawing/2014/main" id="{5619FE26-CF4E-A150-4B96-E154D8BBF6B2}"/>
                    </a:ext>
                  </a:extLst>
                </p14:cNvPr>
                <p14:cNvContentPartPr/>
                <p14:nvPr/>
              </p14:nvContentPartPr>
              <p14:xfrm>
                <a:off x="2584800" y="5635440"/>
                <a:ext cx="115200" cy="109080"/>
              </p14:xfrm>
            </p:contentPart>
          </mc:Choice>
          <mc:Fallback xmlns="">
            <p:pic>
              <p:nvPicPr>
                <p:cNvPr id="353" name="Ink 352">
                  <a:extLst>
                    <a:ext uri="{FF2B5EF4-FFF2-40B4-BE49-F238E27FC236}">
                      <a16:creationId xmlns:a16="http://schemas.microsoft.com/office/drawing/2014/main" id="{5619FE26-CF4E-A150-4B96-E154D8BBF6B2}"/>
                    </a:ext>
                  </a:extLst>
                </p:cNvPr>
                <p:cNvPicPr/>
                <p:nvPr/>
              </p:nvPicPr>
              <p:blipFill>
                <a:blip r:embed="rId740"/>
                <a:stretch>
                  <a:fillRect/>
                </a:stretch>
              </p:blipFill>
              <p:spPr>
                <a:xfrm>
                  <a:off x="2575800" y="5626440"/>
                  <a:ext cx="132840" cy="126720"/>
                </a:xfrm>
                <a:prstGeom prst="rect">
                  <a:avLst/>
                </a:prstGeom>
              </p:spPr>
            </p:pic>
          </mc:Fallback>
        </mc:AlternateContent>
        <mc:AlternateContent xmlns:mc="http://schemas.openxmlformats.org/markup-compatibility/2006" xmlns:p14="http://schemas.microsoft.com/office/powerpoint/2010/main">
          <mc:Choice Requires="p14">
            <p:contentPart p14:bwMode="auto" r:id="rId741">
              <p14:nvContentPartPr>
                <p14:cNvPr id="354" name="Ink 353">
                  <a:extLst>
                    <a:ext uri="{FF2B5EF4-FFF2-40B4-BE49-F238E27FC236}">
                      <a16:creationId xmlns:a16="http://schemas.microsoft.com/office/drawing/2014/main" id="{35174DF1-9323-B9D7-11DC-548477C20DFF}"/>
                    </a:ext>
                  </a:extLst>
                </p14:cNvPr>
                <p14:cNvContentPartPr/>
                <p14:nvPr/>
              </p14:nvContentPartPr>
              <p14:xfrm>
                <a:off x="2725200" y="5635080"/>
                <a:ext cx="128880" cy="130680"/>
              </p14:xfrm>
            </p:contentPart>
          </mc:Choice>
          <mc:Fallback xmlns="">
            <p:pic>
              <p:nvPicPr>
                <p:cNvPr id="354" name="Ink 353">
                  <a:extLst>
                    <a:ext uri="{FF2B5EF4-FFF2-40B4-BE49-F238E27FC236}">
                      <a16:creationId xmlns:a16="http://schemas.microsoft.com/office/drawing/2014/main" id="{35174DF1-9323-B9D7-11DC-548477C20DFF}"/>
                    </a:ext>
                  </a:extLst>
                </p:cNvPr>
                <p:cNvPicPr/>
                <p:nvPr/>
              </p:nvPicPr>
              <p:blipFill>
                <a:blip r:embed="rId742"/>
                <a:stretch>
                  <a:fillRect/>
                </a:stretch>
              </p:blipFill>
              <p:spPr>
                <a:xfrm>
                  <a:off x="2716200" y="5626440"/>
                  <a:ext cx="146520" cy="148320"/>
                </a:xfrm>
                <a:prstGeom prst="rect">
                  <a:avLst/>
                </a:prstGeom>
              </p:spPr>
            </p:pic>
          </mc:Fallback>
        </mc:AlternateContent>
        <mc:AlternateContent xmlns:mc="http://schemas.openxmlformats.org/markup-compatibility/2006" xmlns:p14="http://schemas.microsoft.com/office/powerpoint/2010/main">
          <mc:Choice Requires="p14">
            <p:contentPart p14:bwMode="auto" r:id="rId743">
              <p14:nvContentPartPr>
                <p14:cNvPr id="355" name="Ink 354">
                  <a:extLst>
                    <a:ext uri="{FF2B5EF4-FFF2-40B4-BE49-F238E27FC236}">
                      <a16:creationId xmlns:a16="http://schemas.microsoft.com/office/drawing/2014/main" id="{0C65F49C-A87C-6125-E08B-581F9FC1043B}"/>
                    </a:ext>
                  </a:extLst>
                </p14:cNvPr>
                <p14:cNvContentPartPr/>
                <p14:nvPr/>
              </p14:nvContentPartPr>
              <p14:xfrm>
                <a:off x="2947320" y="5588640"/>
                <a:ext cx="111600" cy="167040"/>
              </p14:xfrm>
            </p:contentPart>
          </mc:Choice>
          <mc:Fallback xmlns="">
            <p:pic>
              <p:nvPicPr>
                <p:cNvPr id="355" name="Ink 354">
                  <a:extLst>
                    <a:ext uri="{FF2B5EF4-FFF2-40B4-BE49-F238E27FC236}">
                      <a16:creationId xmlns:a16="http://schemas.microsoft.com/office/drawing/2014/main" id="{0C65F49C-A87C-6125-E08B-581F9FC1043B}"/>
                    </a:ext>
                  </a:extLst>
                </p:cNvPr>
                <p:cNvPicPr/>
                <p:nvPr/>
              </p:nvPicPr>
              <p:blipFill>
                <a:blip r:embed="rId744"/>
                <a:stretch>
                  <a:fillRect/>
                </a:stretch>
              </p:blipFill>
              <p:spPr>
                <a:xfrm>
                  <a:off x="2938320" y="5579640"/>
                  <a:ext cx="129240" cy="184680"/>
                </a:xfrm>
                <a:prstGeom prst="rect">
                  <a:avLst/>
                </a:prstGeom>
              </p:spPr>
            </p:pic>
          </mc:Fallback>
        </mc:AlternateContent>
        <mc:AlternateContent xmlns:mc="http://schemas.openxmlformats.org/markup-compatibility/2006" xmlns:p14="http://schemas.microsoft.com/office/powerpoint/2010/main">
          <mc:Choice Requires="p14">
            <p:contentPart p14:bwMode="auto" r:id="rId745">
              <p14:nvContentPartPr>
                <p14:cNvPr id="356" name="Ink 355">
                  <a:extLst>
                    <a:ext uri="{FF2B5EF4-FFF2-40B4-BE49-F238E27FC236}">
                      <a16:creationId xmlns:a16="http://schemas.microsoft.com/office/drawing/2014/main" id="{FCE2BB7B-5512-EB5A-5FD9-1C5F0E4D7713}"/>
                    </a:ext>
                  </a:extLst>
                </p14:cNvPr>
                <p14:cNvContentPartPr/>
                <p14:nvPr/>
              </p14:nvContentPartPr>
              <p14:xfrm>
                <a:off x="3174840" y="5559840"/>
                <a:ext cx="78120" cy="29160"/>
              </p14:xfrm>
            </p:contentPart>
          </mc:Choice>
          <mc:Fallback xmlns="">
            <p:pic>
              <p:nvPicPr>
                <p:cNvPr id="356" name="Ink 355">
                  <a:extLst>
                    <a:ext uri="{FF2B5EF4-FFF2-40B4-BE49-F238E27FC236}">
                      <a16:creationId xmlns:a16="http://schemas.microsoft.com/office/drawing/2014/main" id="{FCE2BB7B-5512-EB5A-5FD9-1C5F0E4D7713}"/>
                    </a:ext>
                  </a:extLst>
                </p:cNvPr>
                <p:cNvPicPr/>
                <p:nvPr/>
              </p:nvPicPr>
              <p:blipFill>
                <a:blip r:embed="rId746"/>
                <a:stretch>
                  <a:fillRect/>
                </a:stretch>
              </p:blipFill>
              <p:spPr>
                <a:xfrm>
                  <a:off x="3165840" y="5550840"/>
                  <a:ext cx="95760" cy="46800"/>
                </a:xfrm>
                <a:prstGeom prst="rect">
                  <a:avLst/>
                </a:prstGeom>
              </p:spPr>
            </p:pic>
          </mc:Fallback>
        </mc:AlternateContent>
        <mc:AlternateContent xmlns:mc="http://schemas.openxmlformats.org/markup-compatibility/2006" xmlns:p14="http://schemas.microsoft.com/office/powerpoint/2010/main">
          <mc:Choice Requires="p14">
            <p:contentPart p14:bwMode="auto" r:id="rId747">
              <p14:nvContentPartPr>
                <p14:cNvPr id="357" name="Ink 356">
                  <a:extLst>
                    <a:ext uri="{FF2B5EF4-FFF2-40B4-BE49-F238E27FC236}">
                      <a16:creationId xmlns:a16="http://schemas.microsoft.com/office/drawing/2014/main" id="{914E4ABE-28C3-509F-C241-EDDB4A6305A8}"/>
                    </a:ext>
                  </a:extLst>
                </p14:cNvPr>
                <p14:cNvContentPartPr/>
                <p14:nvPr/>
              </p14:nvContentPartPr>
              <p14:xfrm>
                <a:off x="3134880" y="5590080"/>
                <a:ext cx="92880" cy="147600"/>
              </p14:xfrm>
            </p:contentPart>
          </mc:Choice>
          <mc:Fallback xmlns="">
            <p:pic>
              <p:nvPicPr>
                <p:cNvPr id="357" name="Ink 356">
                  <a:extLst>
                    <a:ext uri="{FF2B5EF4-FFF2-40B4-BE49-F238E27FC236}">
                      <a16:creationId xmlns:a16="http://schemas.microsoft.com/office/drawing/2014/main" id="{914E4ABE-28C3-509F-C241-EDDB4A6305A8}"/>
                    </a:ext>
                  </a:extLst>
                </p:cNvPr>
                <p:cNvPicPr/>
                <p:nvPr/>
              </p:nvPicPr>
              <p:blipFill>
                <a:blip r:embed="rId748"/>
                <a:stretch>
                  <a:fillRect/>
                </a:stretch>
              </p:blipFill>
              <p:spPr>
                <a:xfrm>
                  <a:off x="3125880" y="5581080"/>
                  <a:ext cx="11052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749">
              <p14:nvContentPartPr>
                <p14:cNvPr id="358" name="Ink 357">
                  <a:extLst>
                    <a:ext uri="{FF2B5EF4-FFF2-40B4-BE49-F238E27FC236}">
                      <a16:creationId xmlns:a16="http://schemas.microsoft.com/office/drawing/2014/main" id="{0D56F63E-59B4-81B9-421D-45EB1E3D9C7D}"/>
                    </a:ext>
                  </a:extLst>
                </p14:cNvPr>
                <p14:cNvContentPartPr/>
                <p14:nvPr/>
              </p14:nvContentPartPr>
              <p14:xfrm>
                <a:off x="3296880" y="5496840"/>
                <a:ext cx="89640" cy="72360"/>
              </p14:xfrm>
            </p:contentPart>
          </mc:Choice>
          <mc:Fallback xmlns="">
            <p:pic>
              <p:nvPicPr>
                <p:cNvPr id="358" name="Ink 357">
                  <a:extLst>
                    <a:ext uri="{FF2B5EF4-FFF2-40B4-BE49-F238E27FC236}">
                      <a16:creationId xmlns:a16="http://schemas.microsoft.com/office/drawing/2014/main" id="{0D56F63E-59B4-81B9-421D-45EB1E3D9C7D}"/>
                    </a:ext>
                  </a:extLst>
                </p:cNvPr>
                <p:cNvPicPr/>
                <p:nvPr/>
              </p:nvPicPr>
              <p:blipFill>
                <a:blip r:embed="rId750"/>
                <a:stretch>
                  <a:fillRect/>
                </a:stretch>
              </p:blipFill>
              <p:spPr>
                <a:xfrm>
                  <a:off x="3287880" y="5487840"/>
                  <a:ext cx="107280" cy="90000"/>
                </a:xfrm>
                <a:prstGeom prst="rect">
                  <a:avLst/>
                </a:prstGeom>
              </p:spPr>
            </p:pic>
          </mc:Fallback>
        </mc:AlternateContent>
        <mc:AlternateContent xmlns:mc="http://schemas.openxmlformats.org/markup-compatibility/2006" xmlns:p14="http://schemas.microsoft.com/office/powerpoint/2010/main">
          <mc:Choice Requires="p14">
            <p:contentPart p14:bwMode="auto" r:id="rId751">
              <p14:nvContentPartPr>
                <p14:cNvPr id="361" name="Ink 360">
                  <a:extLst>
                    <a:ext uri="{FF2B5EF4-FFF2-40B4-BE49-F238E27FC236}">
                      <a16:creationId xmlns:a16="http://schemas.microsoft.com/office/drawing/2014/main" id="{1245DBDB-126E-51F7-062C-214F035F060E}"/>
                    </a:ext>
                  </a:extLst>
                </p14:cNvPr>
                <p14:cNvContentPartPr/>
                <p14:nvPr/>
              </p14:nvContentPartPr>
              <p14:xfrm>
                <a:off x="3741840" y="5535720"/>
                <a:ext cx="162000" cy="156240"/>
              </p14:xfrm>
            </p:contentPart>
          </mc:Choice>
          <mc:Fallback xmlns="">
            <p:pic>
              <p:nvPicPr>
                <p:cNvPr id="361" name="Ink 360">
                  <a:extLst>
                    <a:ext uri="{FF2B5EF4-FFF2-40B4-BE49-F238E27FC236}">
                      <a16:creationId xmlns:a16="http://schemas.microsoft.com/office/drawing/2014/main" id="{1245DBDB-126E-51F7-062C-214F035F060E}"/>
                    </a:ext>
                  </a:extLst>
                </p:cNvPr>
                <p:cNvPicPr/>
                <p:nvPr/>
              </p:nvPicPr>
              <p:blipFill>
                <a:blip r:embed="rId752"/>
                <a:stretch>
                  <a:fillRect/>
                </a:stretch>
              </p:blipFill>
              <p:spPr>
                <a:xfrm>
                  <a:off x="3732840" y="5527080"/>
                  <a:ext cx="179640" cy="173880"/>
                </a:xfrm>
                <a:prstGeom prst="rect">
                  <a:avLst/>
                </a:prstGeom>
              </p:spPr>
            </p:pic>
          </mc:Fallback>
        </mc:AlternateContent>
        <mc:AlternateContent xmlns:mc="http://schemas.openxmlformats.org/markup-compatibility/2006" xmlns:p14="http://schemas.microsoft.com/office/powerpoint/2010/main">
          <mc:Choice Requires="p14">
            <p:contentPart p14:bwMode="auto" r:id="rId753">
              <p14:nvContentPartPr>
                <p14:cNvPr id="466" name="Ink 465">
                  <a:extLst>
                    <a:ext uri="{FF2B5EF4-FFF2-40B4-BE49-F238E27FC236}">
                      <a16:creationId xmlns:a16="http://schemas.microsoft.com/office/drawing/2014/main" id="{D2721E1A-2F59-6FAA-D088-B4D651E8B05F}"/>
                    </a:ext>
                  </a:extLst>
                </p14:cNvPr>
                <p14:cNvContentPartPr/>
                <p14:nvPr/>
              </p14:nvContentPartPr>
              <p14:xfrm>
                <a:off x="4020840" y="5568480"/>
                <a:ext cx="151200" cy="37800"/>
              </p14:xfrm>
            </p:contentPart>
          </mc:Choice>
          <mc:Fallback xmlns="">
            <p:pic>
              <p:nvPicPr>
                <p:cNvPr id="466" name="Ink 465">
                  <a:extLst>
                    <a:ext uri="{FF2B5EF4-FFF2-40B4-BE49-F238E27FC236}">
                      <a16:creationId xmlns:a16="http://schemas.microsoft.com/office/drawing/2014/main" id="{D2721E1A-2F59-6FAA-D088-B4D651E8B05F}"/>
                    </a:ext>
                  </a:extLst>
                </p:cNvPr>
                <p:cNvPicPr/>
                <p:nvPr/>
              </p:nvPicPr>
              <p:blipFill>
                <a:blip r:embed="rId754"/>
                <a:stretch>
                  <a:fillRect/>
                </a:stretch>
              </p:blipFill>
              <p:spPr>
                <a:xfrm>
                  <a:off x="4011840" y="5559840"/>
                  <a:ext cx="16884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755">
              <p14:nvContentPartPr>
                <p14:cNvPr id="467" name="Ink 466">
                  <a:extLst>
                    <a:ext uri="{FF2B5EF4-FFF2-40B4-BE49-F238E27FC236}">
                      <a16:creationId xmlns:a16="http://schemas.microsoft.com/office/drawing/2014/main" id="{9BF2C150-444D-D513-B292-19E9011F02CE}"/>
                    </a:ext>
                  </a:extLst>
                </p14:cNvPr>
                <p14:cNvContentPartPr/>
                <p14:nvPr/>
              </p14:nvContentPartPr>
              <p14:xfrm>
                <a:off x="4059720" y="5656680"/>
                <a:ext cx="123480" cy="20160"/>
              </p14:xfrm>
            </p:contentPart>
          </mc:Choice>
          <mc:Fallback xmlns="">
            <p:pic>
              <p:nvPicPr>
                <p:cNvPr id="467" name="Ink 466">
                  <a:extLst>
                    <a:ext uri="{FF2B5EF4-FFF2-40B4-BE49-F238E27FC236}">
                      <a16:creationId xmlns:a16="http://schemas.microsoft.com/office/drawing/2014/main" id="{9BF2C150-444D-D513-B292-19E9011F02CE}"/>
                    </a:ext>
                  </a:extLst>
                </p:cNvPr>
                <p:cNvPicPr/>
                <p:nvPr/>
              </p:nvPicPr>
              <p:blipFill>
                <a:blip r:embed="rId756"/>
                <a:stretch>
                  <a:fillRect/>
                </a:stretch>
              </p:blipFill>
              <p:spPr>
                <a:xfrm>
                  <a:off x="4050720" y="5648040"/>
                  <a:ext cx="14112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757">
              <p14:nvContentPartPr>
                <p14:cNvPr id="468" name="Ink 467">
                  <a:extLst>
                    <a:ext uri="{FF2B5EF4-FFF2-40B4-BE49-F238E27FC236}">
                      <a16:creationId xmlns:a16="http://schemas.microsoft.com/office/drawing/2014/main" id="{A8F31292-5E8C-D500-8001-17ECECDE033B}"/>
                    </a:ext>
                  </a:extLst>
                </p14:cNvPr>
                <p14:cNvContentPartPr/>
                <p14:nvPr/>
              </p14:nvContentPartPr>
              <p14:xfrm>
                <a:off x="3680280" y="4983120"/>
                <a:ext cx="244800" cy="423360"/>
              </p14:xfrm>
            </p:contentPart>
          </mc:Choice>
          <mc:Fallback xmlns="">
            <p:pic>
              <p:nvPicPr>
                <p:cNvPr id="468" name="Ink 467">
                  <a:extLst>
                    <a:ext uri="{FF2B5EF4-FFF2-40B4-BE49-F238E27FC236}">
                      <a16:creationId xmlns:a16="http://schemas.microsoft.com/office/drawing/2014/main" id="{A8F31292-5E8C-D500-8001-17ECECDE033B}"/>
                    </a:ext>
                  </a:extLst>
                </p:cNvPr>
                <p:cNvPicPr/>
                <p:nvPr/>
              </p:nvPicPr>
              <p:blipFill>
                <a:blip r:embed="rId758"/>
                <a:stretch>
                  <a:fillRect/>
                </a:stretch>
              </p:blipFill>
              <p:spPr>
                <a:xfrm>
                  <a:off x="3671280" y="4974480"/>
                  <a:ext cx="262440" cy="441000"/>
                </a:xfrm>
                <a:prstGeom prst="rect">
                  <a:avLst/>
                </a:prstGeom>
              </p:spPr>
            </p:pic>
          </mc:Fallback>
        </mc:AlternateContent>
        <mc:AlternateContent xmlns:mc="http://schemas.openxmlformats.org/markup-compatibility/2006" xmlns:p14="http://schemas.microsoft.com/office/powerpoint/2010/main">
          <mc:Choice Requires="p14">
            <p:contentPart p14:bwMode="auto" r:id="rId759">
              <p14:nvContentPartPr>
                <p14:cNvPr id="469" name="Ink 468">
                  <a:extLst>
                    <a:ext uri="{FF2B5EF4-FFF2-40B4-BE49-F238E27FC236}">
                      <a16:creationId xmlns:a16="http://schemas.microsoft.com/office/drawing/2014/main" id="{5B4CC2E5-49DC-ECB9-79A7-C0E705B1EA1D}"/>
                    </a:ext>
                  </a:extLst>
                </p14:cNvPr>
                <p14:cNvContentPartPr/>
                <p14:nvPr/>
              </p14:nvContentPartPr>
              <p14:xfrm>
                <a:off x="3988440" y="4869360"/>
                <a:ext cx="106920" cy="118440"/>
              </p14:xfrm>
            </p:contentPart>
          </mc:Choice>
          <mc:Fallback xmlns="">
            <p:pic>
              <p:nvPicPr>
                <p:cNvPr id="469" name="Ink 468">
                  <a:extLst>
                    <a:ext uri="{FF2B5EF4-FFF2-40B4-BE49-F238E27FC236}">
                      <a16:creationId xmlns:a16="http://schemas.microsoft.com/office/drawing/2014/main" id="{5B4CC2E5-49DC-ECB9-79A7-C0E705B1EA1D}"/>
                    </a:ext>
                  </a:extLst>
                </p:cNvPr>
                <p:cNvPicPr/>
                <p:nvPr/>
              </p:nvPicPr>
              <p:blipFill>
                <a:blip r:embed="rId760"/>
                <a:stretch>
                  <a:fillRect/>
                </a:stretch>
              </p:blipFill>
              <p:spPr>
                <a:xfrm>
                  <a:off x="3979440" y="4860720"/>
                  <a:ext cx="12456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761">
              <p14:nvContentPartPr>
                <p14:cNvPr id="470" name="Ink 469">
                  <a:extLst>
                    <a:ext uri="{FF2B5EF4-FFF2-40B4-BE49-F238E27FC236}">
                      <a16:creationId xmlns:a16="http://schemas.microsoft.com/office/drawing/2014/main" id="{D46BC3E3-13A8-778F-4F6B-5E1A8DD45F3B}"/>
                    </a:ext>
                  </a:extLst>
                </p14:cNvPr>
                <p14:cNvContentPartPr/>
                <p14:nvPr/>
              </p14:nvContentPartPr>
              <p14:xfrm>
                <a:off x="4252680" y="5406120"/>
                <a:ext cx="106200" cy="279360"/>
              </p14:xfrm>
            </p:contentPart>
          </mc:Choice>
          <mc:Fallback xmlns="">
            <p:pic>
              <p:nvPicPr>
                <p:cNvPr id="470" name="Ink 469">
                  <a:extLst>
                    <a:ext uri="{FF2B5EF4-FFF2-40B4-BE49-F238E27FC236}">
                      <a16:creationId xmlns:a16="http://schemas.microsoft.com/office/drawing/2014/main" id="{D46BC3E3-13A8-778F-4F6B-5E1A8DD45F3B}"/>
                    </a:ext>
                  </a:extLst>
                </p:cNvPr>
                <p:cNvPicPr/>
                <p:nvPr/>
              </p:nvPicPr>
              <p:blipFill>
                <a:blip r:embed="rId762"/>
                <a:stretch>
                  <a:fillRect/>
                </a:stretch>
              </p:blipFill>
              <p:spPr>
                <a:xfrm>
                  <a:off x="4244040" y="5397120"/>
                  <a:ext cx="123840" cy="297000"/>
                </a:xfrm>
                <a:prstGeom prst="rect">
                  <a:avLst/>
                </a:prstGeom>
              </p:spPr>
            </p:pic>
          </mc:Fallback>
        </mc:AlternateContent>
        <mc:AlternateContent xmlns:mc="http://schemas.openxmlformats.org/markup-compatibility/2006" xmlns:p14="http://schemas.microsoft.com/office/powerpoint/2010/main">
          <mc:Choice Requires="p14">
            <p:contentPart p14:bwMode="auto" r:id="rId763">
              <p14:nvContentPartPr>
                <p14:cNvPr id="471" name="Ink 470">
                  <a:extLst>
                    <a:ext uri="{FF2B5EF4-FFF2-40B4-BE49-F238E27FC236}">
                      <a16:creationId xmlns:a16="http://schemas.microsoft.com/office/drawing/2014/main" id="{2EA9800D-9A4C-8971-DD67-51753871F6D3}"/>
                    </a:ext>
                  </a:extLst>
                </p14:cNvPr>
                <p14:cNvContentPartPr/>
                <p14:nvPr/>
              </p14:nvContentPartPr>
              <p14:xfrm>
                <a:off x="4361400" y="5372280"/>
                <a:ext cx="264960" cy="257760"/>
              </p14:xfrm>
            </p:contentPart>
          </mc:Choice>
          <mc:Fallback xmlns="">
            <p:pic>
              <p:nvPicPr>
                <p:cNvPr id="471" name="Ink 470">
                  <a:extLst>
                    <a:ext uri="{FF2B5EF4-FFF2-40B4-BE49-F238E27FC236}">
                      <a16:creationId xmlns:a16="http://schemas.microsoft.com/office/drawing/2014/main" id="{2EA9800D-9A4C-8971-DD67-51753871F6D3}"/>
                    </a:ext>
                  </a:extLst>
                </p:cNvPr>
                <p:cNvPicPr/>
                <p:nvPr/>
              </p:nvPicPr>
              <p:blipFill>
                <a:blip r:embed="rId764"/>
                <a:stretch>
                  <a:fillRect/>
                </a:stretch>
              </p:blipFill>
              <p:spPr>
                <a:xfrm>
                  <a:off x="4352400" y="5363280"/>
                  <a:ext cx="282600" cy="275400"/>
                </a:xfrm>
                <a:prstGeom prst="rect">
                  <a:avLst/>
                </a:prstGeom>
              </p:spPr>
            </p:pic>
          </mc:Fallback>
        </mc:AlternateContent>
        <mc:AlternateContent xmlns:mc="http://schemas.openxmlformats.org/markup-compatibility/2006" xmlns:p14="http://schemas.microsoft.com/office/powerpoint/2010/main">
          <mc:Choice Requires="p14">
            <p:contentPart p14:bwMode="auto" r:id="rId765">
              <p14:nvContentPartPr>
                <p14:cNvPr id="472" name="Ink 471">
                  <a:extLst>
                    <a:ext uri="{FF2B5EF4-FFF2-40B4-BE49-F238E27FC236}">
                      <a16:creationId xmlns:a16="http://schemas.microsoft.com/office/drawing/2014/main" id="{EF852E36-F6D5-1EB8-8195-1243CEC2CAC1}"/>
                    </a:ext>
                  </a:extLst>
                </p14:cNvPr>
                <p14:cNvContentPartPr/>
                <p14:nvPr/>
              </p14:nvContentPartPr>
              <p14:xfrm>
                <a:off x="4322520" y="5402160"/>
                <a:ext cx="305280" cy="281880"/>
              </p14:xfrm>
            </p:contentPart>
          </mc:Choice>
          <mc:Fallback xmlns="">
            <p:pic>
              <p:nvPicPr>
                <p:cNvPr id="472" name="Ink 471">
                  <a:extLst>
                    <a:ext uri="{FF2B5EF4-FFF2-40B4-BE49-F238E27FC236}">
                      <a16:creationId xmlns:a16="http://schemas.microsoft.com/office/drawing/2014/main" id="{EF852E36-F6D5-1EB8-8195-1243CEC2CAC1}"/>
                    </a:ext>
                  </a:extLst>
                </p:cNvPr>
                <p:cNvPicPr/>
                <p:nvPr/>
              </p:nvPicPr>
              <p:blipFill>
                <a:blip r:embed="rId766"/>
                <a:stretch>
                  <a:fillRect/>
                </a:stretch>
              </p:blipFill>
              <p:spPr>
                <a:xfrm>
                  <a:off x="4313520" y="5393160"/>
                  <a:ext cx="322920" cy="299520"/>
                </a:xfrm>
                <a:prstGeom prst="rect">
                  <a:avLst/>
                </a:prstGeom>
              </p:spPr>
            </p:pic>
          </mc:Fallback>
        </mc:AlternateContent>
        <mc:AlternateContent xmlns:mc="http://schemas.openxmlformats.org/markup-compatibility/2006" xmlns:p14="http://schemas.microsoft.com/office/powerpoint/2010/main">
          <mc:Choice Requires="p14">
            <p:contentPart p14:bwMode="auto" r:id="rId767">
              <p14:nvContentPartPr>
                <p14:cNvPr id="474" name="Ink 473">
                  <a:extLst>
                    <a:ext uri="{FF2B5EF4-FFF2-40B4-BE49-F238E27FC236}">
                      <a16:creationId xmlns:a16="http://schemas.microsoft.com/office/drawing/2014/main" id="{2784080A-2D1E-43C2-DFAD-E3D923813A5B}"/>
                    </a:ext>
                  </a:extLst>
                </p14:cNvPr>
                <p14:cNvContentPartPr/>
                <p14:nvPr/>
              </p14:nvContentPartPr>
              <p14:xfrm>
                <a:off x="3438360" y="5651280"/>
                <a:ext cx="205560" cy="18360"/>
              </p14:xfrm>
            </p:contentPart>
          </mc:Choice>
          <mc:Fallback xmlns="">
            <p:pic>
              <p:nvPicPr>
                <p:cNvPr id="474" name="Ink 473">
                  <a:extLst>
                    <a:ext uri="{FF2B5EF4-FFF2-40B4-BE49-F238E27FC236}">
                      <a16:creationId xmlns:a16="http://schemas.microsoft.com/office/drawing/2014/main" id="{2784080A-2D1E-43C2-DFAD-E3D923813A5B}"/>
                    </a:ext>
                  </a:extLst>
                </p:cNvPr>
                <p:cNvPicPr/>
                <p:nvPr/>
              </p:nvPicPr>
              <p:blipFill>
                <a:blip r:embed="rId768"/>
                <a:stretch>
                  <a:fillRect/>
                </a:stretch>
              </p:blipFill>
              <p:spPr>
                <a:xfrm>
                  <a:off x="3429360" y="5642640"/>
                  <a:ext cx="2232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769">
              <p14:nvContentPartPr>
                <p14:cNvPr id="475" name="Ink 474">
                  <a:extLst>
                    <a:ext uri="{FF2B5EF4-FFF2-40B4-BE49-F238E27FC236}">
                      <a16:creationId xmlns:a16="http://schemas.microsoft.com/office/drawing/2014/main" id="{BC52C049-7A32-D42F-533D-B0928E8BC5C9}"/>
                    </a:ext>
                  </a:extLst>
                </p14:cNvPr>
                <p14:cNvContentPartPr/>
                <p14:nvPr/>
              </p14:nvContentPartPr>
              <p14:xfrm>
                <a:off x="3509280" y="5556600"/>
                <a:ext cx="15120" cy="221040"/>
              </p14:xfrm>
            </p:contentPart>
          </mc:Choice>
          <mc:Fallback xmlns="">
            <p:pic>
              <p:nvPicPr>
                <p:cNvPr id="475" name="Ink 474">
                  <a:extLst>
                    <a:ext uri="{FF2B5EF4-FFF2-40B4-BE49-F238E27FC236}">
                      <a16:creationId xmlns:a16="http://schemas.microsoft.com/office/drawing/2014/main" id="{BC52C049-7A32-D42F-533D-B0928E8BC5C9}"/>
                    </a:ext>
                  </a:extLst>
                </p:cNvPr>
                <p:cNvPicPr/>
                <p:nvPr/>
              </p:nvPicPr>
              <p:blipFill>
                <a:blip r:embed="rId770"/>
                <a:stretch>
                  <a:fillRect/>
                </a:stretch>
              </p:blipFill>
              <p:spPr>
                <a:xfrm>
                  <a:off x="3500280" y="5547600"/>
                  <a:ext cx="32760" cy="238680"/>
                </a:xfrm>
                <a:prstGeom prst="rect">
                  <a:avLst/>
                </a:prstGeom>
              </p:spPr>
            </p:pic>
          </mc:Fallback>
        </mc:AlternateContent>
      </p:grpSp>
      <p:grpSp>
        <p:nvGrpSpPr>
          <p:cNvPr id="487" name="Group 486">
            <a:extLst>
              <a:ext uri="{FF2B5EF4-FFF2-40B4-BE49-F238E27FC236}">
                <a16:creationId xmlns:a16="http://schemas.microsoft.com/office/drawing/2014/main" id="{A842D00F-AC0C-551E-D21A-784C189A4B74}"/>
              </a:ext>
            </a:extLst>
          </p:cNvPr>
          <p:cNvGrpSpPr/>
          <p:nvPr/>
        </p:nvGrpSpPr>
        <p:grpSpPr>
          <a:xfrm>
            <a:off x="7476480" y="4619520"/>
            <a:ext cx="800640" cy="708840"/>
            <a:chOff x="7476480" y="4619520"/>
            <a:chExt cx="800640" cy="708840"/>
          </a:xfrm>
        </p:grpSpPr>
        <mc:AlternateContent xmlns:mc="http://schemas.openxmlformats.org/markup-compatibility/2006" xmlns:p14="http://schemas.microsoft.com/office/powerpoint/2010/main">
          <mc:Choice Requires="p14">
            <p:contentPart p14:bwMode="auto" r:id="rId771">
              <p14:nvContentPartPr>
                <p14:cNvPr id="477" name="Ink 476">
                  <a:extLst>
                    <a:ext uri="{FF2B5EF4-FFF2-40B4-BE49-F238E27FC236}">
                      <a16:creationId xmlns:a16="http://schemas.microsoft.com/office/drawing/2014/main" id="{BEF05BAE-D73F-89A1-C3C7-AAD08737FA23}"/>
                    </a:ext>
                  </a:extLst>
                </p14:cNvPr>
                <p14:cNvContentPartPr/>
                <p14:nvPr/>
              </p14:nvContentPartPr>
              <p14:xfrm>
                <a:off x="7476480" y="5110920"/>
                <a:ext cx="192960" cy="106920"/>
              </p14:xfrm>
            </p:contentPart>
          </mc:Choice>
          <mc:Fallback xmlns="">
            <p:pic>
              <p:nvPicPr>
                <p:cNvPr id="477" name="Ink 476">
                  <a:extLst>
                    <a:ext uri="{FF2B5EF4-FFF2-40B4-BE49-F238E27FC236}">
                      <a16:creationId xmlns:a16="http://schemas.microsoft.com/office/drawing/2014/main" id="{BEF05BAE-D73F-89A1-C3C7-AAD08737FA23}"/>
                    </a:ext>
                  </a:extLst>
                </p:cNvPr>
                <p:cNvPicPr/>
                <p:nvPr/>
              </p:nvPicPr>
              <p:blipFill>
                <a:blip r:embed="rId772"/>
                <a:stretch>
                  <a:fillRect/>
                </a:stretch>
              </p:blipFill>
              <p:spPr>
                <a:xfrm>
                  <a:off x="7467480" y="5101920"/>
                  <a:ext cx="210600" cy="124560"/>
                </a:xfrm>
                <a:prstGeom prst="rect">
                  <a:avLst/>
                </a:prstGeom>
              </p:spPr>
            </p:pic>
          </mc:Fallback>
        </mc:AlternateContent>
        <mc:AlternateContent xmlns:mc="http://schemas.openxmlformats.org/markup-compatibility/2006" xmlns:p14="http://schemas.microsoft.com/office/powerpoint/2010/main">
          <mc:Choice Requires="p14">
            <p:contentPart p14:bwMode="auto" r:id="rId773">
              <p14:nvContentPartPr>
                <p14:cNvPr id="478" name="Ink 477">
                  <a:extLst>
                    <a:ext uri="{FF2B5EF4-FFF2-40B4-BE49-F238E27FC236}">
                      <a16:creationId xmlns:a16="http://schemas.microsoft.com/office/drawing/2014/main" id="{9D40318F-2DE7-9BCD-12E4-8E4F7A99D655}"/>
                    </a:ext>
                  </a:extLst>
                </p14:cNvPr>
                <p14:cNvContentPartPr/>
                <p14:nvPr/>
              </p14:nvContentPartPr>
              <p14:xfrm>
                <a:off x="7729920" y="5050440"/>
                <a:ext cx="113400" cy="140400"/>
              </p14:xfrm>
            </p:contentPart>
          </mc:Choice>
          <mc:Fallback xmlns="">
            <p:pic>
              <p:nvPicPr>
                <p:cNvPr id="478" name="Ink 477">
                  <a:extLst>
                    <a:ext uri="{FF2B5EF4-FFF2-40B4-BE49-F238E27FC236}">
                      <a16:creationId xmlns:a16="http://schemas.microsoft.com/office/drawing/2014/main" id="{9D40318F-2DE7-9BCD-12E4-8E4F7A99D655}"/>
                    </a:ext>
                  </a:extLst>
                </p:cNvPr>
                <p:cNvPicPr/>
                <p:nvPr/>
              </p:nvPicPr>
              <p:blipFill>
                <a:blip r:embed="rId774"/>
                <a:stretch>
                  <a:fillRect/>
                </a:stretch>
              </p:blipFill>
              <p:spPr>
                <a:xfrm>
                  <a:off x="7721280" y="5041440"/>
                  <a:ext cx="13104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775">
              <p14:nvContentPartPr>
                <p14:cNvPr id="479" name="Ink 478">
                  <a:extLst>
                    <a:ext uri="{FF2B5EF4-FFF2-40B4-BE49-F238E27FC236}">
                      <a16:creationId xmlns:a16="http://schemas.microsoft.com/office/drawing/2014/main" id="{0E5FE025-9DD6-9861-00C5-FFFDBA8E892A}"/>
                    </a:ext>
                  </a:extLst>
                </p14:cNvPr>
                <p14:cNvContentPartPr/>
                <p14:nvPr/>
              </p14:nvContentPartPr>
              <p14:xfrm>
                <a:off x="7898760" y="5111280"/>
                <a:ext cx="62280" cy="81360"/>
              </p14:xfrm>
            </p:contentPart>
          </mc:Choice>
          <mc:Fallback xmlns="">
            <p:pic>
              <p:nvPicPr>
                <p:cNvPr id="479" name="Ink 478">
                  <a:extLst>
                    <a:ext uri="{FF2B5EF4-FFF2-40B4-BE49-F238E27FC236}">
                      <a16:creationId xmlns:a16="http://schemas.microsoft.com/office/drawing/2014/main" id="{0E5FE025-9DD6-9861-00C5-FFFDBA8E892A}"/>
                    </a:ext>
                  </a:extLst>
                </p:cNvPr>
                <p:cNvPicPr/>
                <p:nvPr/>
              </p:nvPicPr>
              <p:blipFill>
                <a:blip r:embed="rId776"/>
                <a:stretch>
                  <a:fillRect/>
                </a:stretch>
              </p:blipFill>
              <p:spPr>
                <a:xfrm>
                  <a:off x="7889760" y="5102640"/>
                  <a:ext cx="7992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777">
              <p14:nvContentPartPr>
                <p14:cNvPr id="480" name="Ink 479">
                  <a:extLst>
                    <a:ext uri="{FF2B5EF4-FFF2-40B4-BE49-F238E27FC236}">
                      <a16:creationId xmlns:a16="http://schemas.microsoft.com/office/drawing/2014/main" id="{3C84AD0C-72B3-6C2B-9513-A11429717320}"/>
                    </a:ext>
                  </a:extLst>
                </p14:cNvPr>
                <p14:cNvContentPartPr/>
                <p14:nvPr/>
              </p14:nvContentPartPr>
              <p14:xfrm>
                <a:off x="7950240" y="5047560"/>
                <a:ext cx="126720" cy="248760"/>
              </p14:xfrm>
            </p:contentPart>
          </mc:Choice>
          <mc:Fallback xmlns="">
            <p:pic>
              <p:nvPicPr>
                <p:cNvPr id="480" name="Ink 479">
                  <a:extLst>
                    <a:ext uri="{FF2B5EF4-FFF2-40B4-BE49-F238E27FC236}">
                      <a16:creationId xmlns:a16="http://schemas.microsoft.com/office/drawing/2014/main" id="{3C84AD0C-72B3-6C2B-9513-A11429717320}"/>
                    </a:ext>
                  </a:extLst>
                </p:cNvPr>
                <p:cNvPicPr/>
                <p:nvPr/>
              </p:nvPicPr>
              <p:blipFill>
                <a:blip r:embed="rId778"/>
                <a:stretch>
                  <a:fillRect/>
                </a:stretch>
              </p:blipFill>
              <p:spPr>
                <a:xfrm>
                  <a:off x="7941600" y="5038560"/>
                  <a:ext cx="144360" cy="266400"/>
                </a:xfrm>
                <a:prstGeom prst="rect">
                  <a:avLst/>
                </a:prstGeom>
              </p:spPr>
            </p:pic>
          </mc:Fallback>
        </mc:AlternateContent>
        <mc:AlternateContent xmlns:mc="http://schemas.openxmlformats.org/markup-compatibility/2006" xmlns:p14="http://schemas.microsoft.com/office/powerpoint/2010/main">
          <mc:Choice Requires="p14">
            <p:contentPart p14:bwMode="auto" r:id="rId779">
              <p14:nvContentPartPr>
                <p14:cNvPr id="482" name="Ink 481">
                  <a:extLst>
                    <a:ext uri="{FF2B5EF4-FFF2-40B4-BE49-F238E27FC236}">
                      <a16:creationId xmlns:a16="http://schemas.microsoft.com/office/drawing/2014/main" id="{F193085B-48DB-2466-AC02-ECC9CA7F88DB}"/>
                    </a:ext>
                  </a:extLst>
                </p14:cNvPr>
                <p14:cNvContentPartPr/>
                <p14:nvPr/>
              </p14:nvContentPartPr>
              <p14:xfrm>
                <a:off x="7556400" y="4821840"/>
                <a:ext cx="471600" cy="506520"/>
              </p14:xfrm>
            </p:contentPart>
          </mc:Choice>
          <mc:Fallback xmlns="">
            <p:pic>
              <p:nvPicPr>
                <p:cNvPr id="482" name="Ink 481">
                  <a:extLst>
                    <a:ext uri="{FF2B5EF4-FFF2-40B4-BE49-F238E27FC236}">
                      <a16:creationId xmlns:a16="http://schemas.microsoft.com/office/drawing/2014/main" id="{F193085B-48DB-2466-AC02-ECC9CA7F88DB}"/>
                    </a:ext>
                  </a:extLst>
                </p:cNvPr>
                <p:cNvPicPr/>
                <p:nvPr/>
              </p:nvPicPr>
              <p:blipFill>
                <a:blip r:embed="rId780"/>
                <a:stretch>
                  <a:fillRect/>
                </a:stretch>
              </p:blipFill>
              <p:spPr>
                <a:xfrm>
                  <a:off x="7547760" y="4812840"/>
                  <a:ext cx="489240" cy="524160"/>
                </a:xfrm>
                <a:prstGeom prst="rect">
                  <a:avLst/>
                </a:prstGeom>
              </p:spPr>
            </p:pic>
          </mc:Fallback>
        </mc:AlternateContent>
        <mc:AlternateContent xmlns:mc="http://schemas.openxmlformats.org/markup-compatibility/2006" xmlns:p14="http://schemas.microsoft.com/office/powerpoint/2010/main">
          <mc:Choice Requires="p14">
            <p:contentPart p14:bwMode="auto" r:id="rId781">
              <p14:nvContentPartPr>
                <p14:cNvPr id="483" name="Ink 482">
                  <a:extLst>
                    <a:ext uri="{FF2B5EF4-FFF2-40B4-BE49-F238E27FC236}">
                      <a16:creationId xmlns:a16="http://schemas.microsoft.com/office/drawing/2014/main" id="{E611E0AD-B143-764A-2EA8-A57C621AE2AB}"/>
                    </a:ext>
                  </a:extLst>
                </p14:cNvPr>
                <p14:cNvContentPartPr/>
                <p14:nvPr/>
              </p14:nvContentPartPr>
              <p14:xfrm>
                <a:off x="8119800" y="4646520"/>
                <a:ext cx="157320" cy="127800"/>
              </p14:xfrm>
            </p:contentPart>
          </mc:Choice>
          <mc:Fallback xmlns="">
            <p:pic>
              <p:nvPicPr>
                <p:cNvPr id="483" name="Ink 482">
                  <a:extLst>
                    <a:ext uri="{FF2B5EF4-FFF2-40B4-BE49-F238E27FC236}">
                      <a16:creationId xmlns:a16="http://schemas.microsoft.com/office/drawing/2014/main" id="{E611E0AD-B143-764A-2EA8-A57C621AE2AB}"/>
                    </a:ext>
                  </a:extLst>
                </p:cNvPr>
                <p:cNvPicPr/>
                <p:nvPr/>
              </p:nvPicPr>
              <p:blipFill>
                <a:blip r:embed="rId782"/>
                <a:stretch>
                  <a:fillRect/>
                </a:stretch>
              </p:blipFill>
              <p:spPr>
                <a:xfrm>
                  <a:off x="8110800" y="4637880"/>
                  <a:ext cx="17496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783">
              <p14:nvContentPartPr>
                <p14:cNvPr id="485" name="Ink 484">
                  <a:extLst>
                    <a:ext uri="{FF2B5EF4-FFF2-40B4-BE49-F238E27FC236}">
                      <a16:creationId xmlns:a16="http://schemas.microsoft.com/office/drawing/2014/main" id="{185411B0-8497-28EC-4135-A916F9A17CD5}"/>
                    </a:ext>
                  </a:extLst>
                </p14:cNvPr>
                <p14:cNvContentPartPr/>
                <p14:nvPr/>
              </p14:nvContentPartPr>
              <p14:xfrm>
                <a:off x="8174160" y="4730760"/>
                <a:ext cx="360" cy="360"/>
              </p14:xfrm>
            </p:contentPart>
          </mc:Choice>
          <mc:Fallback xmlns="">
            <p:pic>
              <p:nvPicPr>
                <p:cNvPr id="485" name="Ink 484">
                  <a:extLst>
                    <a:ext uri="{FF2B5EF4-FFF2-40B4-BE49-F238E27FC236}">
                      <a16:creationId xmlns:a16="http://schemas.microsoft.com/office/drawing/2014/main" id="{185411B0-8497-28EC-4135-A916F9A17CD5}"/>
                    </a:ext>
                  </a:extLst>
                </p:cNvPr>
                <p:cNvPicPr/>
                <p:nvPr/>
              </p:nvPicPr>
              <p:blipFill>
                <a:blip r:embed="rId4"/>
                <a:stretch>
                  <a:fillRect/>
                </a:stretch>
              </p:blipFill>
              <p:spPr>
                <a:xfrm>
                  <a:off x="8165520" y="472212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784">
              <p14:nvContentPartPr>
                <p14:cNvPr id="486" name="Ink 485">
                  <a:extLst>
                    <a:ext uri="{FF2B5EF4-FFF2-40B4-BE49-F238E27FC236}">
                      <a16:creationId xmlns:a16="http://schemas.microsoft.com/office/drawing/2014/main" id="{241D0877-6AFC-20B6-0526-764349498946}"/>
                    </a:ext>
                  </a:extLst>
                </p14:cNvPr>
                <p14:cNvContentPartPr/>
                <p14:nvPr/>
              </p14:nvContentPartPr>
              <p14:xfrm>
                <a:off x="8122680" y="4619520"/>
                <a:ext cx="150120" cy="118080"/>
              </p14:xfrm>
            </p:contentPart>
          </mc:Choice>
          <mc:Fallback xmlns="">
            <p:pic>
              <p:nvPicPr>
                <p:cNvPr id="486" name="Ink 485">
                  <a:extLst>
                    <a:ext uri="{FF2B5EF4-FFF2-40B4-BE49-F238E27FC236}">
                      <a16:creationId xmlns:a16="http://schemas.microsoft.com/office/drawing/2014/main" id="{241D0877-6AFC-20B6-0526-764349498946}"/>
                    </a:ext>
                  </a:extLst>
                </p:cNvPr>
                <p:cNvPicPr/>
                <p:nvPr/>
              </p:nvPicPr>
              <p:blipFill>
                <a:blip r:embed="rId785"/>
                <a:stretch>
                  <a:fillRect/>
                </a:stretch>
              </p:blipFill>
              <p:spPr>
                <a:xfrm>
                  <a:off x="8113680" y="4610520"/>
                  <a:ext cx="167760" cy="1357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86">
            <p14:nvContentPartPr>
              <p14:cNvPr id="4" name="Ink 3">
                <a:extLst>
                  <a:ext uri="{FF2B5EF4-FFF2-40B4-BE49-F238E27FC236}">
                    <a16:creationId xmlns:a16="http://schemas.microsoft.com/office/drawing/2014/main" id="{69D82DDC-E618-29C1-08EE-F12E6E08B96E}"/>
                  </a:ext>
                </a:extLst>
              </p14:cNvPr>
              <p14:cNvContentPartPr/>
              <p14:nvPr/>
            </p14:nvContentPartPr>
            <p14:xfrm>
              <a:off x="5124938" y="5741723"/>
              <a:ext cx="2915280" cy="892080"/>
            </p14:xfrm>
          </p:contentPart>
        </mc:Choice>
        <mc:Fallback xmlns="">
          <p:pic>
            <p:nvPicPr>
              <p:cNvPr id="4" name="Ink 3">
                <a:extLst>
                  <a:ext uri="{FF2B5EF4-FFF2-40B4-BE49-F238E27FC236}">
                    <a16:creationId xmlns:a16="http://schemas.microsoft.com/office/drawing/2014/main" id="{69D82DDC-E618-29C1-08EE-F12E6E08B96E}"/>
                  </a:ext>
                </a:extLst>
              </p:cNvPr>
              <p:cNvPicPr/>
              <p:nvPr/>
            </p:nvPicPr>
            <p:blipFill>
              <a:blip r:embed="rId787"/>
              <a:stretch>
                <a:fillRect/>
              </a:stretch>
            </p:blipFill>
            <p:spPr>
              <a:xfrm>
                <a:off x="5115938" y="5733083"/>
                <a:ext cx="2932920" cy="909720"/>
              </a:xfrm>
              <a:prstGeom prst="rect">
                <a:avLst/>
              </a:prstGeom>
            </p:spPr>
          </p:pic>
        </mc:Fallback>
      </mc:AlternateContent>
      <mc:AlternateContent xmlns:mc="http://schemas.openxmlformats.org/markup-compatibility/2006" xmlns:p14="http://schemas.microsoft.com/office/powerpoint/2010/main">
        <mc:Choice Requires="p14">
          <p:contentPart p14:bwMode="auto" r:id="rId788">
            <p14:nvContentPartPr>
              <p14:cNvPr id="6" name="Ink 5">
                <a:extLst>
                  <a:ext uri="{FF2B5EF4-FFF2-40B4-BE49-F238E27FC236}">
                    <a16:creationId xmlns:a16="http://schemas.microsoft.com/office/drawing/2014/main" id="{8ABA1C69-881D-83F7-3D88-EEE34E953F50}"/>
                  </a:ext>
                </a:extLst>
              </p14:cNvPr>
              <p14:cNvContentPartPr/>
              <p14:nvPr/>
            </p14:nvContentPartPr>
            <p14:xfrm>
              <a:off x="9354938" y="6217643"/>
              <a:ext cx="2151720" cy="566640"/>
            </p14:xfrm>
          </p:contentPart>
        </mc:Choice>
        <mc:Fallback xmlns="">
          <p:pic>
            <p:nvPicPr>
              <p:cNvPr id="6" name="Ink 5">
                <a:extLst>
                  <a:ext uri="{FF2B5EF4-FFF2-40B4-BE49-F238E27FC236}">
                    <a16:creationId xmlns:a16="http://schemas.microsoft.com/office/drawing/2014/main" id="{8ABA1C69-881D-83F7-3D88-EEE34E953F50}"/>
                  </a:ext>
                </a:extLst>
              </p:cNvPr>
              <p:cNvPicPr/>
              <p:nvPr/>
            </p:nvPicPr>
            <p:blipFill>
              <a:blip r:embed="rId789"/>
              <a:stretch>
                <a:fillRect/>
              </a:stretch>
            </p:blipFill>
            <p:spPr>
              <a:xfrm>
                <a:off x="9346298" y="6208643"/>
                <a:ext cx="2169360" cy="584280"/>
              </a:xfrm>
              <a:prstGeom prst="rect">
                <a:avLst/>
              </a:prstGeom>
            </p:spPr>
          </p:pic>
        </mc:Fallback>
      </mc:AlternateContent>
    </p:spTree>
    <p:extLst>
      <p:ext uri="{BB962C8B-B14F-4D97-AF65-F5344CB8AC3E}">
        <p14:creationId xmlns:p14="http://schemas.microsoft.com/office/powerpoint/2010/main" val="128221923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09970" y="998058"/>
            <a:ext cx="8768862" cy="954107"/>
          </a:xfrm>
          <a:prstGeom prst="rect">
            <a:avLst/>
          </a:prstGeom>
        </p:spPr>
        <p:txBody>
          <a:bodyPr wrap="square">
            <a:spAutoFit/>
          </a:bodyPr>
          <a:lstStyle/>
          <a:p>
            <a:r>
              <a:rPr lang="en-US" sz="2800" dirty="0">
                <a:solidFill>
                  <a:srgbClr val="000000"/>
                </a:solidFill>
                <a:latin typeface="Times New Roman" panose="02020603050405020304" pitchFamily="18" charset="0"/>
                <a:cs typeface="Times New Roman" panose="02020603050405020304" pitchFamily="18" charset="0"/>
              </a:rPr>
              <a:t>A person weighs a fish of mass </a:t>
            </a:r>
            <a:r>
              <a:rPr lang="en-US" sz="2800" i="1" dirty="0">
                <a:solidFill>
                  <a:srgbClr val="000000"/>
                </a:solidFill>
                <a:latin typeface="Times New Roman" panose="02020603050405020304" pitchFamily="18" charset="0"/>
                <a:cs typeface="Times New Roman" panose="02020603050405020304" pitchFamily="18" charset="0"/>
              </a:rPr>
              <a:t>m </a:t>
            </a:r>
            <a:r>
              <a:rPr lang="en-US" sz="2800" dirty="0">
                <a:solidFill>
                  <a:srgbClr val="000000"/>
                </a:solidFill>
                <a:latin typeface="Times New Roman" panose="02020603050405020304" pitchFamily="18" charset="0"/>
                <a:cs typeface="Times New Roman" panose="02020603050405020304" pitchFamily="18" charset="0"/>
              </a:rPr>
              <a:t>on a spring scale attached to the ceiling of an elevator as illustrated in the figure.</a:t>
            </a:r>
            <a:endParaRPr lang="en-US" sz="2800" dirty="0">
              <a:latin typeface="Times New Roman" panose="02020603050405020304" pitchFamily="18" charset="0"/>
              <a:cs typeface="Times New Roman" panose="02020603050405020304" pitchFamily="18" charset="0"/>
            </a:endParaRPr>
          </a:p>
        </p:txBody>
      </p:sp>
      <p:sp>
        <p:nvSpPr>
          <p:cNvPr id="8" name="Rectangle 7"/>
          <p:cNvSpPr/>
          <p:nvPr/>
        </p:nvSpPr>
        <p:spPr>
          <a:xfrm>
            <a:off x="1981200" y="2499481"/>
            <a:ext cx="4474029" cy="2677656"/>
          </a:xfrm>
          <a:prstGeom prst="rect">
            <a:avLst/>
          </a:prstGeom>
        </p:spPr>
        <p:txBody>
          <a:bodyPr wrap="square">
            <a:spAutoFit/>
          </a:bodyPr>
          <a:lstStyle/>
          <a:p>
            <a:r>
              <a:rPr lang="en-US" sz="2800" dirty="0">
                <a:solidFill>
                  <a:srgbClr val="000000"/>
                </a:solidFill>
                <a:latin typeface="Times New Roman" panose="02020603050405020304" pitchFamily="18" charset="0"/>
                <a:cs typeface="Times New Roman" panose="02020603050405020304" pitchFamily="18" charset="0"/>
              </a:rPr>
              <a:t>(A) Show that if the elevator </a:t>
            </a:r>
            <a:r>
              <a:rPr lang="en-US" sz="2800" dirty="0">
                <a:solidFill>
                  <a:srgbClr val="FF0000"/>
                </a:solidFill>
                <a:latin typeface="Times New Roman" panose="02020603050405020304" pitchFamily="18" charset="0"/>
                <a:cs typeface="Times New Roman" panose="02020603050405020304" pitchFamily="18" charset="0"/>
              </a:rPr>
              <a:t>accelerates</a:t>
            </a:r>
            <a:r>
              <a:rPr lang="en-US" sz="2800" dirty="0">
                <a:solidFill>
                  <a:srgbClr val="000000"/>
                </a:solidFill>
                <a:latin typeface="Times New Roman" panose="02020603050405020304" pitchFamily="18" charset="0"/>
                <a:cs typeface="Times New Roman" panose="02020603050405020304" pitchFamily="18" charset="0"/>
              </a:rPr>
              <a:t> either upward or downward, the spring scale gives a reading that is different from the weight of the fish.</a:t>
            </a:r>
            <a:endParaRPr lang="en-US" sz="2800" dirty="0">
              <a:latin typeface="Times New Roman" panose="02020603050405020304" pitchFamily="18" charset="0"/>
              <a:cs typeface="Times New Roman" panose="02020603050405020304" pitchFamily="18" charset="0"/>
            </a:endParaRPr>
          </a:p>
        </p:txBody>
      </p:sp>
      <p:pic>
        <p:nvPicPr>
          <p:cNvPr id="10" name="Picture 9" descr="Two illustrations show a woman inside a moving elevator that has a vertically suspended spring scale attached to the roof of the elevator. A fish is suspended vertically from the scale. Illustration a shows the elevator go up while illustration b shows the elevator go down In illustration a, an upward arrow labeled vector a shows that the elevator is moving up. Two opposite forces are shown to be acting on the fish. An arrow moves down from the fish and is labeled m g. Another much longer arrow moves upward from the fish and is labeled vector T. The scale is pointing close to 5. In illustration b, a downward arrow labeled vector a shows that the elevator is moving down. Two opposite forces are shown to be acting on the fish. An arrow moves down from the fish and is labeled m g. Another shorter arrow moves upward from the fish and is labeled vector T. The scale is pointing to a little beyond 3. The text indicates that when the elevator accelerates upward, the spring scale reads a value greater than the weight of the fish. It also mentions that when the elevator accelerates downward, the spring scale reads a value less than the weight of the fish.">
            <a:extLst>
              <a:ext uri="{FF2B5EF4-FFF2-40B4-BE49-F238E27FC236}">
                <a16:creationId xmlns:a16="http://schemas.microsoft.com/office/drawing/2014/main" id="{90A8674B-52F0-49C9-A8DF-99868004613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49165" y="2292531"/>
            <a:ext cx="3435194" cy="3554000"/>
          </a:xfrm>
          <a:prstGeom prst="rect">
            <a:avLst/>
          </a:prstGeom>
        </p:spPr>
      </p:pic>
      <p:sp>
        <p:nvSpPr>
          <p:cNvPr id="4" name="Title 3">
            <a:extLst>
              <a:ext uri="{FF2B5EF4-FFF2-40B4-BE49-F238E27FC236}">
                <a16:creationId xmlns:a16="http://schemas.microsoft.com/office/drawing/2014/main" id="{DADAB925-AE44-20E5-92AA-308E0AC222E1}"/>
              </a:ext>
            </a:extLst>
          </p:cNvPr>
          <p:cNvSpPr txBox="1">
            <a:spLocks/>
          </p:cNvSpPr>
          <p:nvPr/>
        </p:nvSpPr>
        <p:spPr>
          <a:xfrm>
            <a:off x="0" y="-7441"/>
            <a:ext cx="12192000" cy="757130"/>
          </a:xfrm>
          <a:prstGeom prst="rect">
            <a:avLst/>
          </a:prstGeom>
          <a:solidFill>
            <a:schemeClr val="bg2">
              <a:lumMod val="75000"/>
            </a:schemeClr>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dirty="0">
                <a:latin typeface="Times New Roman" panose="02020603050405020304" pitchFamily="18" charset="0"/>
                <a:ea typeface="STKaiti" panose="020B0503020204020204" pitchFamily="2" charset="-122"/>
                <a:cs typeface="Times New Roman" panose="02020603050405020304" pitchFamily="18" charset="0"/>
              </a:rPr>
              <a:t>Example: </a:t>
            </a:r>
            <a:r>
              <a:rPr lang="en-US" sz="4800" b="1" dirty="0">
                <a:latin typeface="Times New Roman" panose="02020603050405020304" pitchFamily="18" charset="0"/>
                <a:cs typeface="Times New Roman" panose="02020603050405020304" pitchFamily="18" charset="0"/>
              </a:rPr>
              <a:t>Weighing a Fish in an Elevator </a:t>
            </a:r>
            <a:endParaRPr lang="en-US" sz="4800" b="1" dirty="0">
              <a:latin typeface="Times New Roman" panose="02020603050405020304" pitchFamily="18" charset="0"/>
              <a:ea typeface="STKaiti" panose="020B0503020204020204" pitchFamily="2" charset="-122"/>
              <a:cs typeface="Times New Roman" panose="02020603050405020304" pitchFamily="18" charset="0"/>
            </a:endParaRPr>
          </a:p>
        </p:txBody>
      </p:sp>
    </p:spTree>
    <p:extLst>
      <p:ext uri="{BB962C8B-B14F-4D97-AF65-F5344CB8AC3E}">
        <p14:creationId xmlns:p14="http://schemas.microsoft.com/office/powerpoint/2010/main" val="6453782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Object 7"/>
              <p:cNvSpPr txBox="1"/>
              <p:nvPr/>
            </p:nvSpPr>
            <p:spPr bwMode="auto">
              <a:xfrm>
                <a:off x="3016759" y="4038756"/>
                <a:ext cx="2428290" cy="665163"/>
              </a:xfrm>
              <a:prstGeom prst="rect">
                <a:avLst/>
              </a:prstGeom>
              <a:noFill/>
            </p:spPr>
            <p:txBody>
              <a:bodyPr>
                <a:noAutofit/>
              </a:bodyPr>
              <a:lstStyle/>
              <a:p>
                <a:pPr/>
                <a14:m>
                  <m:oMathPara xmlns:m="http://schemas.openxmlformats.org/officeDocument/2006/math">
                    <m:oMathParaPr>
                      <m:jc m:val="left"/>
                    </m:oMathParaPr>
                    <m:oMath>
                      <m:nary>
                        <m:naryPr>
                          <m:chr m:val="∑"/>
                          <m:subHide m:val="on"/>
                          <m:supHide m:val="on"/>
                          <m:ctrlPr>
                            <a:rPr lang="en-US" sz="2200" i="1">
                              <a:solidFill>
                                <a:srgbClr val="000000"/>
                              </a:solidFill>
                              <a:latin typeface="Cambria Math" panose="02040503050406030204" pitchFamily="18" charset="0"/>
                            </a:rPr>
                          </m:ctrlPr>
                        </m:naryPr>
                        <m:sub/>
                        <m:sup/>
                        <m:e>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𝐹</m:t>
                              </m:r>
                            </m:e>
                            <m:sub>
                              <m:r>
                                <a:rPr lang="en-US" sz="2200" i="1">
                                  <a:solidFill>
                                    <a:srgbClr val="000000"/>
                                  </a:solidFill>
                                  <a:latin typeface="Cambria Math" panose="02040503050406030204" pitchFamily="18" charset="0"/>
                                </a:rPr>
                                <m:t>𝑦</m:t>
                              </m:r>
                            </m:sub>
                          </m:sSub>
                        </m:e>
                      </m:nary>
                      <m:r>
                        <a:rPr lang="en-US" sz="2200" i="1">
                          <a:solidFill>
                            <a:srgbClr val="000000"/>
                          </a:solidFill>
                          <a:latin typeface="Cambria Math" panose="02040503050406030204" pitchFamily="18" charset="0"/>
                        </a:rPr>
                        <m:t>=</m:t>
                      </m:r>
                      <m:r>
                        <a:rPr lang="en-US" sz="2200" i="1">
                          <a:solidFill>
                            <a:srgbClr val="000000"/>
                          </a:solidFill>
                          <a:latin typeface="Cambria Math" panose="02040503050406030204" pitchFamily="18" charset="0"/>
                        </a:rPr>
                        <m:t>𝑚</m:t>
                      </m:r>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𝑎</m:t>
                          </m:r>
                        </m:e>
                        <m:sub>
                          <m:r>
                            <a:rPr lang="en-US" sz="2200" i="1">
                              <a:solidFill>
                                <a:srgbClr val="000000"/>
                              </a:solidFill>
                              <a:latin typeface="Cambria Math" panose="02040503050406030204" pitchFamily="18" charset="0"/>
                            </a:rPr>
                            <m:t>𝑦</m:t>
                          </m:r>
                        </m:sub>
                      </m:sSub>
                    </m:oMath>
                  </m:oMathPara>
                </a14:m>
                <a:endParaRPr lang="en-US" sz="2200" dirty="0"/>
              </a:p>
            </p:txBody>
          </p:sp>
        </mc:Choice>
        <mc:Fallback xmlns="">
          <p:sp>
            <p:nvSpPr>
              <p:cNvPr id="8" name="Object 7"/>
              <p:cNvSpPr txBox="1">
                <a:spLocks noRot="1" noChangeAspect="1" noMove="1" noResize="1" noEditPoints="1" noAdjustHandles="1" noChangeArrowheads="1" noChangeShapeType="1" noTextEdit="1"/>
              </p:cNvSpPr>
              <p:nvPr/>
            </p:nvSpPr>
            <p:spPr bwMode="auto">
              <a:xfrm>
                <a:off x="3016759" y="4038756"/>
                <a:ext cx="2428290" cy="665163"/>
              </a:xfrm>
              <a:prstGeom prst="rect">
                <a:avLst/>
              </a:prstGeom>
              <a:blipFill>
                <a:blip r:embed="rId3"/>
                <a:stretch>
                  <a:fillRect b="-27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Object 8"/>
              <p:cNvSpPr txBox="1"/>
              <p:nvPr/>
            </p:nvSpPr>
            <p:spPr bwMode="auto">
              <a:xfrm>
                <a:off x="3550154" y="5468283"/>
                <a:ext cx="2092553" cy="424283"/>
              </a:xfrm>
              <a:prstGeom prst="rect">
                <a:avLst/>
              </a:prstGeom>
              <a:solidFill>
                <a:schemeClr val="bg1">
                  <a:lumMod val="85000"/>
                </a:schemeClr>
              </a:solidFill>
            </p:spPr>
            <p:txBody>
              <a:bodyPr>
                <a:noAutofit/>
              </a:bodyPr>
              <a:lstStyle/>
              <a:p>
                <a:pPr/>
                <a14:m>
                  <m:oMathPara xmlns:m="http://schemas.openxmlformats.org/officeDocument/2006/math">
                    <m:oMathParaPr>
                      <m:jc m:val="left"/>
                    </m:oMathParaPr>
                    <m:oMath>
                      <m:r>
                        <a:rPr lang="en-US" sz="2200" b="1" i="1">
                          <a:solidFill>
                            <a:srgbClr val="000000"/>
                          </a:solidFill>
                          <a:latin typeface="Cambria Math" panose="02040503050406030204" pitchFamily="18" charset="0"/>
                        </a:rPr>
                        <m:t>𝑻</m:t>
                      </m:r>
                      <m:r>
                        <m:rPr>
                          <m:aln/>
                        </m:rPr>
                        <a:rPr lang="en-US" sz="2200" b="1" i="1">
                          <a:solidFill>
                            <a:srgbClr val="000000"/>
                          </a:solidFill>
                          <a:latin typeface="Cambria Math" panose="02040503050406030204" pitchFamily="18" charset="0"/>
                        </a:rPr>
                        <m:t>=</m:t>
                      </m:r>
                      <m:r>
                        <a:rPr lang="en-US" sz="2200" b="1" i="1">
                          <a:solidFill>
                            <a:srgbClr val="000000"/>
                          </a:solidFill>
                          <a:latin typeface="Cambria Math" panose="02040503050406030204" pitchFamily="18" charset="0"/>
                        </a:rPr>
                        <m:t>𝒎𝒈</m:t>
                      </m:r>
                      <m:r>
                        <a:rPr lang="en-US" sz="2200" b="1" i="1">
                          <a:solidFill>
                            <a:srgbClr val="000000"/>
                          </a:solidFill>
                          <a:latin typeface="Cambria Math" panose="02040503050406030204" pitchFamily="18" charset="0"/>
                        </a:rPr>
                        <m:t>+</m:t>
                      </m:r>
                      <m:r>
                        <a:rPr lang="en-US" sz="2200" b="1" i="1">
                          <a:solidFill>
                            <a:srgbClr val="000000"/>
                          </a:solidFill>
                          <a:latin typeface="Cambria Math" panose="02040503050406030204" pitchFamily="18" charset="0"/>
                        </a:rPr>
                        <m:t>𝒎</m:t>
                      </m:r>
                      <m:sSub>
                        <m:sSubPr>
                          <m:ctrlPr>
                            <a:rPr lang="en-US" sz="2200" b="1" i="1">
                              <a:solidFill>
                                <a:srgbClr val="000000"/>
                              </a:solidFill>
                              <a:latin typeface="Cambria Math" panose="02040503050406030204" pitchFamily="18" charset="0"/>
                            </a:rPr>
                          </m:ctrlPr>
                        </m:sSubPr>
                        <m:e>
                          <m:r>
                            <a:rPr lang="en-US" sz="2200" b="1" i="1">
                              <a:solidFill>
                                <a:srgbClr val="000000"/>
                              </a:solidFill>
                              <a:latin typeface="Cambria Math" panose="02040503050406030204" pitchFamily="18" charset="0"/>
                            </a:rPr>
                            <m:t>𝒂</m:t>
                          </m:r>
                        </m:e>
                        <m:sub>
                          <m:r>
                            <a:rPr lang="en-US" sz="2200" b="1" i="1">
                              <a:solidFill>
                                <a:srgbClr val="000000"/>
                              </a:solidFill>
                              <a:latin typeface="Cambria Math" panose="02040503050406030204" pitchFamily="18" charset="0"/>
                            </a:rPr>
                            <m:t>𝒚</m:t>
                          </m:r>
                        </m:sub>
                      </m:sSub>
                    </m:oMath>
                  </m:oMathPara>
                </a14:m>
                <a:br>
                  <a:rPr lang="en-US" sz="2200" b="1" i="1" dirty="0">
                    <a:solidFill>
                      <a:srgbClr val="000000"/>
                    </a:solidFill>
                    <a:latin typeface="Cambria Math" panose="02040503050406030204" pitchFamily="18" charset="0"/>
                  </a:rPr>
                </a:br>
                <a:endParaRPr lang="en-US" sz="2200" b="1" dirty="0"/>
              </a:p>
            </p:txBody>
          </p:sp>
        </mc:Choice>
        <mc:Fallback xmlns="">
          <p:sp>
            <p:nvSpPr>
              <p:cNvPr id="9" name="Object 8"/>
              <p:cNvSpPr txBox="1">
                <a:spLocks noRot="1" noChangeAspect="1" noMove="1" noResize="1" noEditPoints="1" noAdjustHandles="1" noChangeArrowheads="1" noChangeShapeType="1" noTextEdit="1"/>
              </p:cNvSpPr>
              <p:nvPr/>
            </p:nvSpPr>
            <p:spPr bwMode="auto">
              <a:xfrm>
                <a:off x="3550154" y="5468283"/>
                <a:ext cx="2092553" cy="424283"/>
              </a:xfrm>
              <a:prstGeom prst="rect">
                <a:avLst/>
              </a:prstGeom>
              <a:blipFill>
                <a:blip r:embed="rId4"/>
                <a:stretch>
                  <a:fillRect l="-291"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bject 10"/>
              <p:cNvSpPr txBox="1"/>
              <p:nvPr/>
            </p:nvSpPr>
            <p:spPr bwMode="auto">
              <a:xfrm>
                <a:off x="3142565" y="1415104"/>
                <a:ext cx="1499772" cy="665329"/>
              </a:xfrm>
              <a:prstGeom prst="rect">
                <a:avLst/>
              </a:prstGeom>
              <a:noFill/>
            </p:spPr>
            <p:txBody>
              <a:bodyPr>
                <a:noAutofit/>
              </a:bodyPr>
              <a:lstStyle/>
              <a:p>
                <a:pPr/>
                <a14:m>
                  <m:oMathPara xmlns:m="http://schemas.openxmlformats.org/officeDocument/2006/math">
                    <m:oMathParaPr>
                      <m:jc m:val="left"/>
                    </m:oMathParaPr>
                    <m:oMath>
                      <m:nary>
                        <m:naryPr>
                          <m:chr m:val="∑"/>
                          <m:subHide m:val="on"/>
                          <m:supHide m:val="on"/>
                          <m:ctrlPr>
                            <a:rPr lang="en-US" sz="2200" i="1">
                              <a:solidFill>
                                <a:srgbClr val="000000"/>
                              </a:solidFill>
                              <a:latin typeface="Cambria Math" panose="02040503050406030204" pitchFamily="18" charset="0"/>
                            </a:rPr>
                          </m:ctrlPr>
                        </m:naryPr>
                        <m:sub/>
                        <m:sup/>
                        <m:e>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𝐹</m:t>
                              </m:r>
                            </m:e>
                            <m:sub>
                              <m:r>
                                <a:rPr lang="en-US" sz="2200" i="1">
                                  <a:solidFill>
                                    <a:srgbClr val="000000"/>
                                  </a:solidFill>
                                  <a:latin typeface="Cambria Math" panose="02040503050406030204" pitchFamily="18" charset="0"/>
                                </a:rPr>
                                <m:t>𝑦</m:t>
                              </m:r>
                            </m:sub>
                          </m:sSub>
                        </m:e>
                      </m:nary>
                      <m:r>
                        <a:rPr lang="en-US" sz="2200" i="1">
                          <a:solidFill>
                            <a:srgbClr val="000000"/>
                          </a:solidFill>
                          <a:latin typeface="Cambria Math" panose="02040503050406030204" pitchFamily="18" charset="0"/>
                        </a:rPr>
                        <m:t>=0</m:t>
                      </m:r>
                    </m:oMath>
                  </m:oMathPara>
                </a14:m>
                <a:br>
                  <a:rPr lang="en-US" sz="2200" dirty="0">
                    <a:solidFill>
                      <a:srgbClr val="000000"/>
                    </a:solidFill>
                    <a:latin typeface="Cambria Math" panose="02040503050406030204" pitchFamily="18" charset="0"/>
                  </a:rPr>
                </a:br>
                <a:endParaRPr lang="en-US" sz="2200" dirty="0"/>
              </a:p>
            </p:txBody>
          </p:sp>
        </mc:Choice>
        <mc:Fallback xmlns="">
          <p:sp>
            <p:nvSpPr>
              <p:cNvPr id="11" name="Object 10"/>
              <p:cNvSpPr txBox="1">
                <a:spLocks noRot="1" noChangeAspect="1" noMove="1" noResize="1" noEditPoints="1" noAdjustHandles="1" noChangeArrowheads="1" noChangeShapeType="1" noTextEdit="1"/>
              </p:cNvSpPr>
              <p:nvPr/>
            </p:nvSpPr>
            <p:spPr bwMode="auto">
              <a:xfrm>
                <a:off x="3142565" y="1415104"/>
                <a:ext cx="1499772" cy="665329"/>
              </a:xfrm>
              <a:prstGeom prst="rect">
                <a:avLst/>
              </a:prstGeom>
              <a:blipFill>
                <a:blip r:embed="rId5"/>
                <a:stretch>
                  <a:fillRect b="-3670"/>
                </a:stretch>
              </a:blipFill>
            </p:spPr>
            <p:txBody>
              <a:bodyPr/>
              <a:lstStyle/>
              <a:p>
                <a:r>
                  <a:rPr lang="en-US">
                    <a:noFill/>
                  </a:rPr>
                  <a:t> </a:t>
                </a:r>
              </a:p>
            </p:txBody>
          </p:sp>
        </mc:Fallback>
      </mc:AlternateContent>
      <p:pic>
        <p:nvPicPr>
          <p:cNvPr id="13" name="Picture 12" descr="Two illustrations show a woman inside a moving elevator that has a vertically suspended spring scale attached to the roof of the elevator. A fish is suspended vertically from the scale. Illustration a shows the elevator go up while illustration b shows the elevator go down In illustration a, an upward arrow labeled vector a shows that the elevator is moving up. Two opposite forces are shown to be acting on the fish. An arrow moves down from the fish and is labeled m g. Another much longer arrow moves upward from the fish and is labeled vector T. The scale is pointing close to 5. In illustration b, a downward arrow labeled vector a shows that the elevator is moving down. Two opposite forces are shown to be acting on the fish. An arrow moves down from the fish and is labeled m g. Another shorter arrow moves upward from the fish and is labeled vector T. The scale is pointing to a little beyond 3. The text indicates that when the elevator accelerates upward, the spring scale reads a value greater than the weight of the fish. It also mentions that when the elevator accelerates downward, the spring scale reads a value less than the weight of the fish.">
            <a:extLst>
              <a:ext uri="{FF2B5EF4-FFF2-40B4-BE49-F238E27FC236}">
                <a16:creationId xmlns:a16="http://schemas.microsoft.com/office/drawing/2014/main" id="{F6AD8535-65C7-4768-BDA9-6A6FD391D5F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780568" y="1505530"/>
            <a:ext cx="3621165" cy="3746403"/>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0456705-E454-7CB3-BFD0-EEA5A9389382}"/>
                  </a:ext>
                </a:extLst>
              </p:cNvPr>
              <p:cNvSpPr txBox="1"/>
              <p:nvPr/>
            </p:nvSpPr>
            <p:spPr>
              <a:xfrm>
                <a:off x="3072975" y="2292586"/>
                <a:ext cx="1583466" cy="458395"/>
              </a:xfrm>
              <a:prstGeom prst="rect">
                <a:avLst/>
              </a:prstGeom>
              <a:noFill/>
            </p:spPr>
            <p:txBody>
              <a:bodyPr wrap="square">
                <a:spAutoFit/>
              </a:bodyPr>
              <a:lstStyle/>
              <a:p>
                <a:pPr/>
                <a14:m>
                  <m:oMathPara xmlns:m="http://schemas.openxmlformats.org/officeDocument/2006/math">
                    <m:oMathParaPr>
                      <m:jc m:val="left"/>
                    </m:oMathParaPr>
                    <m:oMath>
                      <m:r>
                        <a:rPr lang="en-US" sz="2200" i="1">
                          <a:solidFill>
                            <a:srgbClr val="000000"/>
                          </a:solidFill>
                          <a:latin typeface="Cambria Math" panose="02040503050406030204" pitchFamily="18" charset="0"/>
                        </a:rPr>
                        <m:t>𝑇</m:t>
                      </m:r>
                      <m:r>
                        <a:rPr lang="en-US" sz="2200" i="1">
                          <a:solidFill>
                            <a:srgbClr val="000000"/>
                          </a:solidFill>
                          <a:latin typeface="Cambria Math" panose="02040503050406030204" pitchFamily="18" charset="0"/>
                        </a:rPr>
                        <m:t>−</m:t>
                      </m:r>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𝐹</m:t>
                          </m:r>
                        </m:e>
                        <m:sub>
                          <m:r>
                            <a:rPr lang="en-US" sz="2200" i="1">
                              <a:solidFill>
                                <a:srgbClr val="000000"/>
                              </a:solidFill>
                              <a:latin typeface="Cambria Math" panose="02040503050406030204" pitchFamily="18" charset="0"/>
                            </a:rPr>
                            <m:t>𝑔</m:t>
                          </m:r>
                        </m:sub>
                      </m:sSub>
                      <m:r>
                        <a:rPr lang="en-US" sz="2200" i="1">
                          <a:solidFill>
                            <a:srgbClr val="000000"/>
                          </a:solidFill>
                          <a:latin typeface="Cambria Math" panose="02040503050406030204" pitchFamily="18" charset="0"/>
                        </a:rPr>
                        <m:t>=0</m:t>
                      </m:r>
                    </m:oMath>
                  </m:oMathPara>
                </a14:m>
                <a:endParaRPr lang="en-US" sz="2200" dirty="0"/>
              </a:p>
            </p:txBody>
          </p:sp>
        </mc:Choice>
        <mc:Fallback xmlns="">
          <p:sp>
            <p:nvSpPr>
              <p:cNvPr id="10" name="TextBox 9">
                <a:extLst>
                  <a:ext uri="{FF2B5EF4-FFF2-40B4-BE49-F238E27FC236}">
                    <a16:creationId xmlns:a16="http://schemas.microsoft.com/office/drawing/2014/main" id="{90456705-E454-7CB3-BFD0-EEA5A9389382}"/>
                  </a:ext>
                </a:extLst>
              </p:cNvPr>
              <p:cNvSpPr txBox="1">
                <a:spLocks noRot="1" noChangeAspect="1" noMove="1" noResize="1" noEditPoints="1" noAdjustHandles="1" noChangeArrowheads="1" noChangeShapeType="1" noTextEdit="1"/>
              </p:cNvSpPr>
              <p:nvPr/>
            </p:nvSpPr>
            <p:spPr>
              <a:xfrm>
                <a:off x="3072975" y="2292586"/>
                <a:ext cx="1583466" cy="458395"/>
              </a:xfrm>
              <a:prstGeom prst="rect">
                <a:avLst/>
              </a:prstGeom>
              <a:blipFill>
                <a:blip r:embed="rId7"/>
                <a:stretch>
                  <a:fillRect l="-385"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BAB5B068-5E72-2C42-841D-B0ABAB822BE2}"/>
                  </a:ext>
                </a:extLst>
              </p:cNvPr>
              <p:cNvSpPr txBox="1"/>
              <p:nvPr/>
            </p:nvSpPr>
            <p:spPr>
              <a:xfrm>
                <a:off x="3641302" y="2943921"/>
                <a:ext cx="2001404" cy="462884"/>
              </a:xfrm>
              <a:prstGeom prst="rect">
                <a:avLst/>
              </a:prstGeom>
              <a:solidFill>
                <a:schemeClr val="bg1">
                  <a:lumMod val="85000"/>
                </a:schemeClr>
              </a:solidFill>
            </p:spPr>
            <p:txBody>
              <a:bodyPr wrap="square">
                <a:spAutoFit/>
              </a:bodyPr>
              <a:lstStyle/>
              <a:p>
                <a:pPr/>
                <a14:m>
                  <m:oMathPara xmlns:m="http://schemas.openxmlformats.org/officeDocument/2006/math">
                    <m:oMathParaPr>
                      <m:jc m:val="left"/>
                    </m:oMathParaPr>
                    <m:oMath>
                      <m:r>
                        <a:rPr lang="en-US" sz="2200" b="1" i="1">
                          <a:solidFill>
                            <a:srgbClr val="000000"/>
                          </a:solidFill>
                          <a:latin typeface="Cambria Math" panose="02040503050406030204" pitchFamily="18" charset="0"/>
                        </a:rPr>
                        <m:t>𝑻</m:t>
                      </m:r>
                      <m:r>
                        <a:rPr lang="en-US" sz="2200" b="1" i="1">
                          <a:solidFill>
                            <a:srgbClr val="000000"/>
                          </a:solidFill>
                          <a:latin typeface="Cambria Math" panose="02040503050406030204" pitchFamily="18" charset="0"/>
                        </a:rPr>
                        <m:t>=</m:t>
                      </m:r>
                      <m:sSub>
                        <m:sSubPr>
                          <m:ctrlPr>
                            <a:rPr lang="en-US" sz="2200" b="1" i="1">
                              <a:solidFill>
                                <a:srgbClr val="000000"/>
                              </a:solidFill>
                              <a:latin typeface="Cambria Math" panose="02040503050406030204" pitchFamily="18" charset="0"/>
                            </a:rPr>
                          </m:ctrlPr>
                        </m:sSubPr>
                        <m:e>
                          <m:r>
                            <a:rPr lang="en-US" sz="2200" b="1" i="1">
                              <a:solidFill>
                                <a:srgbClr val="000000"/>
                              </a:solidFill>
                              <a:latin typeface="Cambria Math" panose="02040503050406030204" pitchFamily="18" charset="0"/>
                            </a:rPr>
                            <m:t>𝑭</m:t>
                          </m:r>
                        </m:e>
                        <m:sub>
                          <m:r>
                            <a:rPr lang="en-US" sz="2200" b="1" i="1">
                              <a:solidFill>
                                <a:srgbClr val="000000"/>
                              </a:solidFill>
                              <a:latin typeface="Cambria Math" panose="02040503050406030204" pitchFamily="18" charset="0"/>
                            </a:rPr>
                            <m:t>𝒈</m:t>
                          </m:r>
                        </m:sub>
                      </m:sSub>
                      <m:r>
                        <a:rPr lang="en-US" sz="2200" b="1" i="1">
                          <a:solidFill>
                            <a:srgbClr val="000000"/>
                          </a:solidFill>
                          <a:latin typeface="Cambria Math" panose="02040503050406030204" pitchFamily="18" charset="0"/>
                        </a:rPr>
                        <m:t>=</m:t>
                      </m:r>
                      <m:r>
                        <a:rPr lang="en-US" sz="2200" b="1" i="1">
                          <a:solidFill>
                            <a:srgbClr val="000000"/>
                          </a:solidFill>
                          <a:latin typeface="Cambria Math" panose="02040503050406030204" pitchFamily="18" charset="0"/>
                        </a:rPr>
                        <m:t>𝒎𝒈</m:t>
                      </m:r>
                      <m:r>
                        <a:rPr lang="en-US" sz="2200" b="1">
                          <a:solidFill>
                            <a:srgbClr val="000000"/>
                          </a:solidFill>
                          <a:latin typeface="Cambria Math" panose="02040503050406030204" pitchFamily="18" charset="0"/>
                        </a:rPr>
                        <m:t> </m:t>
                      </m:r>
                    </m:oMath>
                  </m:oMathPara>
                </a14:m>
                <a:endParaRPr lang="en-US" sz="2200" b="1" dirty="0"/>
              </a:p>
            </p:txBody>
          </p:sp>
        </mc:Choice>
        <mc:Fallback xmlns="">
          <p:sp>
            <p:nvSpPr>
              <p:cNvPr id="15" name="TextBox 14">
                <a:extLst>
                  <a:ext uri="{FF2B5EF4-FFF2-40B4-BE49-F238E27FC236}">
                    <a16:creationId xmlns:a16="http://schemas.microsoft.com/office/drawing/2014/main" id="{BAB5B068-5E72-2C42-841D-B0ABAB822BE2}"/>
                  </a:ext>
                </a:extLst>
              </p:cNvPr>
              <p:cNvSpPr txBox="1">
                <a:spLocks noRot="1" noChangeAspect="1" noMove="1" noResize="1" noEditPoints="1" noAdjustHandles="1" noChangeArrowheads="1" noChangeShapeType="1" noTextEdit="1"/>
              </p:cNvSpPr>
              <p:nvPr/>
            </p:nvSpPr>
            <p:spPr>
              <a:xfrm>
                <a:off x="3641302" y="2943921"/>
                <a:ext cx="2001404" cy="462884"/>
              </a:xfrm>
              <a:prstGeom prst="rect">
                <a:avLst/>
              </a:prstGeom>
              <a:blipFill>
                <a:blip r:embed="rId8"/>
                <a:stretch>
                  <a:fillRect l="-304" b="-39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24842478-6D6F-3711-769D-30D2D7776815}"/>
                  </a:ext>
                </a:extLst>
              </p:cNvPr>
              <p:cNvSpPr txBox="1"/>
              <p:nvPr/>
            </p:nvSpPr>
            <p:spPr>
              <a:xfrm>
                <a:off x="858550" y="923428"/>
                <a:ext cx="7496098" cy="461665"/>
              </a:xfrm>
              <a:prstGeom prst="rect">
                <a:avLst/>
              </a:prstGeom>
              <a:noFill/>
            </p:spPr>
            <p:txBody>
              <a:bodyPr wrap="square">
                <a:spAutoFit/>
              </a:bodyPr>
              <a:lstStyle/>
              <a:p>
                <a:pPr/>
                <a14:m>
                  <m:oMathPara xmlns:m="http://schemas.openxmlformats.org/officeDocument/2006/math">
                    <m:oMathParaPr>
                      <m:jc m:val="left"/>
                    </m:oMathParaPr>
                    <m:oMath>
                      <m:r>
                        <a:rPr lang="en-US" sz="2400" b="1" i="1">
                          <a:latin typeface="Cambria Math" panose="02040503050406030204" pitchFamily="18" charset="0"/>
                        </a:rPr>
                        <m:t>𝑪𝒂𝒔𝒆</m:t>
                      </m:r>
                      <m:r>
                        <a:rPr lang="en-US" sz="2400" b="1" i="1">
                          <a:latin typeface="Cambria Math" panose="02040503050406030204" pitchFamily="18" charset="0"/>
                        </a:rPr>
                        <m:t> </m:t>
                      </m:r>
                      <m:r>
                        <a:rPr lang="en-US" sz="2400" b="1" i="1">
                          <a:latin typeface="Cambria Math" panose="02040503050406030204" pitchFamily="18" charset="0"/>
                        </a:rPr>
                        <m:t>𝟏</m:t>
                      </m:r>
                      <m:r>
                        <a:rPr lang="en-US" sz="2400" b="1">
                          <a:latin typeface="Cambria Math" panose="02040503050406030204" pitchFamily="18" charset="0"/>
                        </a:rPr>
                        <m:t> </m:t>
                      </m:r>
                      <m:d>
                        <m:dPr>
                          <m:ctrlPr>
                            <a:rPr lang="en-US" sz="2400" i="0">
                              <a:solidFill>
                                <a:srgbClr val="0070C0"/>
                              </a:solidFill>
                              <a:latin typeface="Cambria Math" panose="02040503050406030204" pitchFamily="18" charset="0"/>
                            </a:rPr>
                          </m:ctrlPr>
                        </m:dPr>
                        <m:e>
                          <m:r>
                            <m:rPr>
                              <m:nor/>
                            </m:rPr>
                            <a:rPr lang="en-US" sz="2400" i="0">
                              <a:solidFill>
                                <a:srgbClr val="0070C0"/>
                              </a:solidFill>
                              <a:latin typeface="Cambria Math" panose="02040503050406030204" pitchFamily="18" charset="0"/>
                            </a:rPr>
                            <m:t>If elevator at </m:t>
                          </m:r>
                          <m:r>
                            <m:rPr>
                              <m:nor/>
                            </m:rPr>
                            <a:rPr lang="en-US" sz="2400" b="1" i="0">
                              <a:solidFill>
                                <a:srgbClr val="0070C0"/>
                              </a:solidFill>
                              <a:latin typeface="Cambria Math" panose="02040503050406030204" pitchFamily="18" charset="0"/>
                            </a:rPr>
                            <m:t>rest</m:t>
                          </m:r>
                          <m:r>
                            <m:rPr>
                              <m:nor/>
                            </m:rPr>
                            <a:rPr lang="en-US" sz="2400" i="0">
                              <a:solidFill>
                                <a:srgbClr val="0070C0"/>
                              </a:solidFill>
                              <a:latin typeface="Cambria Math" panose="02040503050406030204" pitchFamily="18" charset="0"/>
                            </a:rPr>
                            <m:t> or </m:t>
                          </m:r>
                          <m:r>
                            <m:rPr>
                              <m:nor/>
                            </m:rPr>
                            <a:rPr lang="en-US" sz="2400" b="1" i="0">
                              <a:solidFill>
                                <a:srgbClr val="0070C0"/>
                              </a:solidFill>
                              <a:latin typeface="Cambria Math" panose="02040503050406030204" pitchFamily="18" charset="0"/>
                            </a:rPr>
                            <m:t>moving</m:t>
                          </m:r>
                          <m:r>
                            <m:rPr>
                              <m:nor/>
                            </m:rPr>
                            <a:rPr lang="en-US" sz="2400" i="0">
                              <a:solidFill>
                                <a:srgbClr val="0070C0"/>
                              </a:solidFill>
                              <a:latin typeface="Cambria Math" panose="02040503050406030204" pitchFamily="18" charset="0"/>
                            </a:rPr>
                            <m:t> with constant </m:t>
                          </m:r>
                          <m:r>
                            <a:rPr lang="en-US" sz="2400" i="1">
                              <a:solidFill>
                                <a:srgbClr val="0070C0"/>
                              </a:solidFill>
                              <a:latin typeface="Cambria Math" panose="02040503050406030204" pitchFamily="18" charset="0"/>
                            </a:rPr>
                            <m:t>𝑣</m:t>
                          </m:r>
                        </m:e>
                      </m:d>
                    </m:oMath>
                  </m:oMathPara>
                </a14:m>
                <a:endParaRPr lang="en-US" sz="2400" dirty="0"/>
              </a:p>
            </p:txBody>
          </p:sp>
        </mc:Choice>
        <mc:Fallback xmlns="">
          <p:sp>
            <p:nvSpPr>
              <p:cNvPr id="17" name="TextBox 16">
                <a:extLst>
                  <a:ext uri="{FF2B5EF4-FFF2-40B4-BE49-F238E27FC236}">
                    <a16:creationId xmlns:a16="http://schemas.microsoft.com/office/drawing/2014/main" id="{24842478-6D6F-3711-769D-30D2D7776815}"/>
                  </a:ext>
                </a:extLst>
              </p:cNvPr>
              <p:cNvSpPr txBox="1">
                <a:spLocks noRot="1" noChangeAspect="1" noMove="1" noResize="1" noEditPoints="1" noAdjustHandles="1" noChangeArrowheads="1" noChangeShapeType="1" noTextEdit="1"/>
              </p:cNvSpPr>
              <p:nvPr/>
            </p:nvSpPr>
            <p:spPr>
              <a:xfrm>
                <a:off x="858550" y="923428"/>
                <a:ext cx="7496098" cy="461665"/>
              </a:xfrm>
              <a:prstGeom prst="rect">
                <a:avLst/>
              </a:prstGeom>
              <a:blipFill>
                <a:blip r:embed="rId9"/>
                <a:stretch>
                  <a:fillRect l="-244" b="-144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C75E61E-7F19-5193-D7D1-21D1912CE4D4}"/>
                  </a:ext>
                </a:extLst>
              </p:cNvPr>
              <p:cNvSpPr txBox="1"/>
              <p:nvPr/>
            </p:nvSpPr>
            <p:spPr>
              <a:xfrm>
                <a:off x="820613" y="3601520"/>
                <a:ext cx="6861909" cy="461665"/>
              </a:xfrm>
              <a:prstGeom prst="rect">
                <a:avLst/>
              </a:prstGeom>
              <a:noFill/>
            </p:spPr>
            <p:txBody>
              <a:bodyPr wrap="square">
                <a:spAutoFit/>
              </a:bodyPr>
              <a:lstStyle/>
              <a:p>
                <a:pPr/>
                <a14:m>
                  <m:oMathPara xmlns:m="http://schemas.openxmlformats.org/officeDocument/2006/math">
                    <m:oMathParaPr>
                      <m:jc m:val="left"/>
                    </m:oMathParaPr>
                    <m:oMath>
                      <m:r>
                        <a:rPr lang="en-US" sz="2400" b="1" i="1">
                          <a:latin typeface="Cambria Math" panose="02040503050406030204" pitchFamily="18" charset="0"/>
                        </a:rPr>
                        <m:t>𝑪𝒂𝒔𝒆</m:t>
                      </m:r>
                      <m:r>
                        <a:rPr lang="en-US" sz="2400" b="1" i="1">
                          <a:latin typeface="Cambria Math" panose="02040503050406030204" pitchFamily="18" charset="0"/>
                        </a:rPr>
                        <m:t> </m:t>
                      </m:r>
                      <m:r>
                        <a:rPr lang="en-US" sz="2400" b="1">
                          <a:latin typeface="Cambria Math" panose="02040503050406030204" pitchFamily="18" charset="0"/>
                        </a:rPr>
                        <m:t>𝟐</m:t>
                      </m:r>
                      <m:r>
                        <a:rPr lang="en-US" sz="2400" b="1">
                          <a:latin typeface="Cambria Math" panose="02040503050406030204" pitchFamily="18" charset="0"/>
                        </a:rPr>
                        <m:t> </m:t>
                      </m:r>
                      <m:d>
                        <m:dPr>
                          <m:ctrlPr>
                            <a:rPr lang="en-US" sz="2400" i="0">
                              <a:solidFill>
                                <a:srgbClr val="0070C0"/>
                              </a:solidFill>
                              <a:latin typeface="Cambria Math" panose="02040503050406030204" pitchFamily="18" charset="0"/>
                            </a:rPr>
                          </m:ctrlPr>
                        </m:dPr>
                        <m:e>
                          <m:r>
                            <m:rPr>
                              <m:nor/>
                            </m:rPr>
                            <a:rPr lang="en-US" sz="2400" i="0">
                              <a:solidFill>
                                <a:srgbClr val="0070C0"/>
                              </a:solidFill>
                              <a:latin typeface="Cambria Math" panose="02040503050406030204" pitchFamily="18" charset="0"/>
                            </a:rPr>
                            <m:t>If</m:t>
                          </m:r>
                          <m:r>
                            <m:rPr>
                              <m:nor/>
                            </m:rPr>
                            <a:rPr lang="en-US" sz="2400" b="0" i="0" smtClean="0">
                              <a:solidFill>
                                <a:srgbClr val="0070C0"/>
                              </a:solidFill>
                              <a:latin typeface="Cambria Math" panose="02040503050406030204" pitchFamily="18" charset="0"/>
                            </a:rPr>
                            <m:t> </m:t>
                          </m:r>
                          <m:r>
                            <m:rPr>
                              <m:nor/>
                            </m:rPr>
                            <a:rPr lang="en-US" sz="2400" i="0">
                              <a:solidFill>
                                <a:srgbClr val="0070C0"/>
                              </a:solidFill>
                              <a:latin typeface="Cambria Math" panose="02040503050406030204" pitchFamily="18" charset="0"/>
                            </a:rPr>
                            <m:t>elevator </m:t>
                          </m:r>
                          <m:r>
                            <a:rPr lang="en-US" sz="2400" i="1">
                              <a:solidFill>
                                <a:srgbClr val="0070C0"/>
                              </a:solidFill>
                              <a:latin typeface="Cambria Math" panose="02040503050406030204" pitchFamily="18" charset="0"/>
                            </a:rPr>
                            <m:t>𝑖𝑠</m:t>
                          </m:r>
                          <m:r>
                            <a:rPr lang="en-US" sz="2400" i="1">
                              <a:solidFill>
                                <a:srgbClr val="0070C0"/>
                              </a:solidFill>
                              <a:latin typeface="Cambria Math" panose="02040503050406030204" pitchFamily="18" charset="0"/>
                            </a:rPr>
                            <m:t> </m:t>
                          </m:r>
                          <m:r>
                            <a:rPr lang="en-US" sz="2400" b="1" i="1">
                              <a:solidFill>
                                <a:srgbClr val="0070C0"/>
                              </a:solidFill>
                              <a:latin typeface="Cambria Math" panose="02040503050406030204" pitchFamily="18" charset="0"/>
                            </a:rPr>
                            <m:t>𝒂𝒄𝒄𝒆𝒍𝒆𝒓𝒂𝒕𝒊𝒏𝒈</m:t>
                          </m:r>
                          <m:r>
                            <a:rPr lang="en-US" sz="2400" b="1" i="1">
                              <a:solidFill>
                                <a:srgbClr val="0070C0"/>
                              </a:solidFill>
                              <a:latin typeface="Cambria Math" panose="02040503050406030204" pitchFamily="18" charset="0"/>
                            </a:rPr>
                            <m:t> </m:t>
                          </m:r>
                          <m:r>
                            <a:rPr lang="en-US" sz="2400" b="1" i="1">
                              <a:solidFill>
                                <a:srgbClr val="0070C0"/>
                              </a:solidFill>
                              <a:latin typeface="Cambria Math" panose="02040503050406030204" pitchFamily="18" charset="0"/>
                            </a:rPr>
                            <m:t>𝒖𝒑</m:t>
                          </m:r>
                          <m:r>
                            <a:rPr lang="en-US" sz="2400" b="1" i="1">
                              <a:solidFill>
                                <a:srgbClr val="0070C0"/>
                              </a:solidFill>
                              <a:latin typeface="Cambria Math" panose="02040503050406030204" pitchFamily="18" charset="0"/>
                            </a:rPr>
                            <m:t> </m:t>
                          </m:r>
                          <m:r>
                            <a:rPr lang="en-US" sz="2400" b="1" i="1">
                              <a:solidFill>
                                <a:srgbClr val="0070C0"/>
                              </a:solidFill>
                              <a:latin typeface="Cambria Math" panose="02040503050406030204" pitchFamily="18" charset="0"/>
                            </a:rPr>
                            <m:t>𝒐𝒓</m:t>
                          </m:r>
                          <m:r>
                            <a:rPr lang="en-US" sz="2400" b="1" i="1">
                              <a:solidFill>
                                <a:srgbClr val="0070C0"/>
                              </a:solidFill>
                              <a:latin typeface="Cambria Math" panose="02040503050406030204" pitchFamily="18" charset="0"/>
                            </a:rPr>
                            <m:t> </m:t>
                          </m:r>
                          <m:r>
                            <a:rPr lang="en-US" sz="2400" b="1" i="1">
                              <a:solidFill>
                                <a:srgbClr val="0070C0"/>
                              </a:solidFill>
                              <a:latin typeface="Cambria Math" panose="02040503050406030204" pitchFamily="18" charset="0"/>
                            </a:rPr>
                            <m:t>𝒅𝒐𝒘𝒏</m:t>
                          </m:r>
                        </m:e>
                      </m:d>
                    </m:oMath>
                  </m:oMathPara>
                </a14:m>
                <a:endParaRPr lang="en-US" sz="2400" dirty="0"/>
              </a:p>
            </p:txBody>
          </p:sp>
        </mc:Choice>
        <mc:Fallback xmlns="">
          <p:sp>
            <p:nvSpPr>
              <p:cNvPr id="18" name="TextBox 17">
                <a:extLst>
                  <a:ext uri="{FF2B5EF4-FFF2-40B4-BE49-F238E27FC236}">
                    <a16:creationId xmlns:a16="http://schemas.microsoft.com/office/drawing/2014/main" id="{AC75E61E-7F19-5193-D7D1-21D1912CE4D4}"/>
                  </a:ext>
                </a:extLst>
              </p:cNvPr>
              <p:cNvSpPr txBox="1">
                <a:spLocks noRot="1" noChangeAspect="1" noMove="1" noResize="1" noEditPoints="1" noAdjustHandles="1" noChangeArrowheads="1" noChangeShapeType="1" noTextEdit="1"/>
              </p:cNvSpPr>
              <p:nvPr/>
            </p:nvSpPr>
            <p:spPr>
              <a:xfrm>
                <a:off x="820613" y="3601520"/>
                <a:ext cx="6861909" cy="461665"/>
              </a:xfrm>
              <a:prstGeom prst="rect">
                <a:avLst/>
              </a:prstGeom>
              <a:blipFill>
                <a:blip r:embed="rId10"/>
                <a:stretch>
                  <a:fillRect l="-267" b="-157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57E2B803-552A-E572-A3D5-F35ECB89F114}"/>
                  </a:ext>
                </a:extLst>
              </p:cNvPr>
              <p:cNvSpPr txBox="1"/>
              <p:nvPr/>
            </p:nvSpPr>
            <p:spPr>
              <a:xfrm>
                <a:off x="2829981" y="4907721"/>
                <a:ext cx="2659560" cy="457561"/>
              </a:xfrm>
              <a:prstGeom prst="rect">
                <a:avLst/>
              </a:prstGeom>
              <a:noFill/>
            </p:spPr>
            <p:txBody>
              <a:bodyPr wrap="square">
                <a:spAutoFit/>
              </a:bodyPr>
              <a:lstStyle/>
              <a:p>
                <a:pPr/>
                <a14:m>
                  <m:oMathPara xmlns:m="http://schemas.openxmlformats.org/officeDocument/2006/math">
                    <m:oMathParaPr>
                      <m:jc m:val="left"/>
                    </m:oMathParaPr>
                    <m:oMath>
                      <m:r>
                        <a:rPr lang="en-US" sz="2200" i="1">
                          <a:solidFill>
                            <a:srgbClr val="000000"/>
                          </a:solidFill>
                          <a:latin typeface="Cambria Math" panose="02040503050406030204" pitchFamily="18" charset="0"/>
                        </a:rPr>
                        <m:t>𝑇</m:t>
                      </m:r>
                      <m:r>
                        <a:rPr lang="en-US" sz="2200" i="1">
                          <a:solidFill>
                            <a:srgbClr val="000000"/>
                          </a:solidFill>
                          <a:latin typeface="Cambria Math" panose="02040503050406030204" pitchFamily="18" charset="0"/>
                        </a:rPr>
                        <m:t>−</m:t>
                      </m:r>
                      <m:r>
                        <a:rPr lang="en-US" sz="2200" i="1">
                          <a:solidFill>
                            <a:srgbClr val="000000"/>
                          </a:solidFill>
                          <a:latin typeface="Cambria Math" panose="02040503050406030204" pitchFamily="18" charset="0"/>
                        </a:rPr>
                        <m:t>𝑚𝑔</m:t>
                      </m:r>
                      <m:r>
                        <a:rPr lang="en-US" sz="2200" i="1">
                          <a:solidFill>
                            <a:srgbClr val="000000"/>
                          </a:solidFill>
                          <a:latin typeface="Cambria Math" panose="02040503050406030204" pitchFamily="18" charset="0"/>
                        </a:rPr>
                        <m:t>=</m:t>
                      </m:r>
                      <m:r>
                        <a:rPr lang="en-US" sz="2200" i="1">
                          <a:solidFill>
                            <a:srgbClr val="000000"/>
                          </a:solidFill>
                          <a:latin typeface="Cambria Math" panose="02040503050406030204" pitchFamily="18" charset="0"/>
                        </a:rPr>
                        <m:t>𝑚</m:t>
                      </m:r>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𝑎</m:t>
                          </m:r>
                        </m:e>
                        <m:sub>
                          <m:r>
                            <a:rPr lang="en-US" sz="2200" i="1">
                              <a:solidFill>
                                <a:srgbClr val="000000"/>
                              </a:solidFill>
                              <a:latin typeface="Cambria Math" panose="02040503050406030204" pitchFamily="18" charset="0"/>
                            </a:rPr>
                            <m:t>𝑦</m:t>
                          </m:r>
                        </m:sub>
                      </m:sSub>
                    </m:oMath>
                  </m:oMathPara>
                </a14:m>
                <a:endParaRPr lang="en-US" sz="2200" dirty="0"/>
              </a:p>
            </p:txBody>
          </p:sp>
        </mc:Choice>
        <mc:Fallback xmlns="">
          <p:sp>
            <p:nvSpPr>
              <p:cNvPr id="22" name="TextBox 21">
                <a:extLst>
                  <a:ext uri="{FF2B5EF4-FFF2-40B4-BE49-F238E27FC236}">
                    <a16:creationId xmlns:a16="http://schemas.microsoft.com/office/drawing/2014/main" id="{57E2B803-552A-E572-A3D5-F35ECB89F114}"/>
                  </a:ext>
                </a:extLst>
              </p:cNvPr>
              <p:cNvSpPr txBox="1">
                <a:spLocks noRot="1" noChangeAspect="1" noMove="1" noResize="1" noEditPoints="1" noAdjustHandles="1" noChangeArrowheads="1" noChangeShapeType="1" noTextEdit="1"/>
              </p:cNvSpPr>
              <p:nvPr/>
            </p:nvSpPr>
            <p:spPr>
              <a:xfrm>
                <a:off x="2829981" y="4907721"/>
                <a:ext cx="2659560" cy="457561"/>
              </a:xfrm>
              <a:prstGeom prst="rect">
                <a:avLst/>
              </a:prstGeom>
              <a:blipFill>
                <a:blip r:embed="rId11"/>
                <a:stretch>
                  <a:fillRect l="-229" b="-4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76F22AED-1F63-388C-9309-559955646BA5}"/>
                  </a:ext>
                </a:extLst>
              </p:cNvPr>
              <p:cNvSpPr txBox="1"/>
              <p:nvPr/>
            </p:nvSpPr>
            <p:spPr>
              <a:xfrm>
                <a:off x="6099142" y="5469279"/>
                <a:ext cx="5233165" cy="457561"/>
              </a:xfrm>
              <a:prstGeom prst="rect">
                <a:avLst/>
              </a:prstGeom>
              <a:noFill/>
            </p:spPr>
            <p:txBody>
              <a:bodyPr wrap="square">
                <a:spAutoFit/>
              </a:bodyPr>
              <a:lstStyle/>
              <a:p>
                <a:pPr/>
                <a14:m>
                  <m:oMathPara xmlns:m="http://schemas.openxmlformats.org/officeDocument/2006/math">
                    <m:oMathParaPr>
                      <m:jc m:val="left"/>
                    </m:oMathParaPr>
                    <m:oMath>
                      <m:r>
                        <a:rPr lang="en-US" sz="2100" i="1" smtClean="0">
                          <a:solidFill>
                            <a:srgbClr val="FF0000"/>
                          </a:solidFill>
                          <a:latin typeface="Cambria Math" panose="02040503050406030204" pitchFamily="18" charset="0"/>
                        </a:rPr>
                        <m:t>𝑎𝑐𝑐𝑒𝑙𝑒𝑟𝑎𝑡𝑖𝑛𝑔</m:t>
                      </m:r>
                      <m:r>
                        <a:rPr lang="en-US" sz="2100" i="1">
                          <a:solidFill>
                            <a:srgbClr val="0070C0"/>
                          </a:solidFill>
                          <a:latin typeface="Cambria Math" panose="02040503050406030204" pitchFamily="18" charset="0"/>
                        </a:rPr>
                        <m:t> </m:t>
                      </m:r>
                      <m:r>
                        <a:rPr lang="en-US" sz="2100" i="1">
                          <a:solidFill>
                            <a:srgbClr val="0070C0"/>
                          </a:solidFill>
                          <a:latin typeface="Cambria Math" panose="02040503050406030204" pitchFamily="18" charset="0"/>
                        </a:rPr>
                        <m:t>𝑢𝑝𝑤𝑎𝑟𝑑</m:t>
                      </m:r>
                      <m:r>
                        <a:rPr lang="en-US" sz="2100" i="1">
                          <a:solidFill>
                            <a:srgbClr val="0070C0"/>
                          </a:solidFill>
                          <a:latin typeface="Cambria Math" panose="02040503050406030204" pitchFamily="18" charset="0"/>
                        </a:rPr>
                        <m:t> </m:t>
                      </m:r>
                      <m:sSub>
                        <m:sSubPr>
                          <m:ctrlPr>
                            <a:rPr lang="en-US" sz="2100" i="1">
                              <a:solidFill>
                                <a:srgbClr val="000000"/>
                              </a:solidFill>
                              <a:latin typeface="Cambria Math" panose="02040503050406030204" pitchFamily="18" charset="0"/>
                            </a:rPr>
                          </m:ctrlPr>
                        </m:sSubPr>
                        <m:e>
                          <m:r>
                            <a:rPr lang="en-US" sz="2100" i="1">
                              <a:solidFill>
                                <a:srgbClr val="000000"/>
                              </a:solidFill>
                              <a:latin typeface="Cambria Math" panose="02040503050406030204" pitchFamily="18" charset="0"/>
                            </a:rPr>
                            <m:t>𝑎</m:t>
                          </m:r>
                        </m:e>
                        <m:sub>
                          <m:r>
                            <a:rPr lang="en-US" sz="2100" i="1">
                              <a:solidFill>
                                <a:srgbClr val="000000"/>
                              </a:solidFill>
                              <a:latin typeface="Cambria Math" panose="02040503050406030204" pitchFamily="18" charset="0"/>
                            </a:rPr>
                            <m:t>𝑦</m:t>
                          </m:r>
                        </m:sub>
                      </m:sSub>
                      <m:r>
                        <a:rPr lang="en-US" sz="2100" i="1">
                          <a:solidFill>
                            <a:srgbClr val="000000"/>
                          </a:solidFill>
                          <a:latin typeface="Cambria Math" panose="02040503050406030204" pitchFamily="18" charset="0"/>
                        </a:rPr>
                        <m:t>=</m:t>
                      </m:r>
                      <m:r>
                        <a:rPr lang="en-US" sz="2100" i="1">
                          <a:solidFill>
                            <a:srgbClr val="000000"/>
                          </a:solidFill>
                          <a:latin typeface="Cambria Math" panose="02040503050406030204" pitchFamily="18" charset="0"/>
                        </a:rPr>
                        <m:t>𝑝𝑜𝑠𝑖𝑡𝑖𝑣𝑒</m:t>
                      </m:r>
                    </m:oMath>
                  </m:oMathPara>
                </a14:m>
                <a:endParaRPr lang="en-US" sz="2100" dirty="0"/>
              </a:p>
            </p:txBody>
          </p:sp>
        </mc:Choice>
        <mc:Fallback xmlns="">
          <p:sp>
            <p:nvSpPr>
              <p:cNvPr id="26" name="TextBox 25">
                <a:extLst>
                  <a:ext uri="{FF2B5EF4-FFF2-40B4-BE49-F238E27FC236}">
                    <a16:creationId xmlns:a16="http://schemas.microsoft.com/office/drawing/2014/main" id="{76F22AED-1F63-388C-9309-559955646BA5}"/>
                  </a:ext>
                </a:extLst>
              </p:cNvPr>
              <p:cNvSpPr txBox="1">
                <a:spLocks noRot="1" noChangeAspect="1" noMove="1" noResize="1" noEditPoints="1" noAdjustHandles="1" noChangeArrowheads="1" noChangeShapeType="1" noTextEdit="1"/>
              </p:cNvSpPr>
              <p:nvPr/>
            </p:nvSpPr>
            <p:spPr>
              <a:xfrm>
                <a:off x="6099142" y="5469279"/>
                <a:ext cx="5233165" cy="457561"/>
              </a:xfrm>
              <a:prstGeom prst="rect">
                <a:avLst/>
              </a:prstGeom>
              <a:blipFill>
                <a:blip r:embed="rId12"/>
                <a:stretch>
                  <a:fillRect l="-699" b="-5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Object 8">
                <a:extLst>
                  <a:ext uri="{FF2B5EF4-FFF2-40B4-BE49-F238E27FC236}">
                    <a16:creationId xmlns:a16="http://schemas.microsoft.com/office/drawing/2014/main" id="{691CD9B9-8288-B104-2594-4A8E9C5605C2}"/>
                  </a:ext>
                </a:extLst>
              </p:cNvPr>
              <p:cNvSpPr txBox="1"/>
              <p:nvPr/>
            </p:nvSpPr>
            <p:spPr bwMode="auto">
              <a:xfrm>
                <a:off x="3571413" y="6038520"/>
                <a:ext cx="2071294" cy="424283"/>
              </a:xfrm>
              <a:prstGeom prst="rect">
                <a:avLst/>
              </a:prstGeom>
              <a:solidFill>
                <a:schemeClr val="bg1">
                  <a:lumMod val="85000"/>
                </a:schemeClr>
              </a:solidFill>
            </p:spPr>
            <p:txBody>
              <a:bodyPr>
                <a:noAutofit/>
              </a:bodyPr>
              <a:lstStyle/>
              <a:p>
                <a:pPr/>
                <a14:m>
                  <m:oMathPara xmlns:m="http://schemas.openxmlformats.org/officeDocument/2006/math">
                    <m:oMathParaPr>
                      <m:jc m:val="left"/>
                    </m:oMathParaPr>
                    <m:oMath>
                      <m:r>
                        <a:rPr lang="en-US" sz="2200" b="1" i="1">
                          <a:solidFill>
                            <a:srgbClr val="000000"/>
                          </a:solidFill>
                          <a:latin typeface="Cambria Math" panose="02040503050406030204" pitchFamily="18" charset="0"/>
                        </a:rPr>
                        <m:t>𝑻</m:t>
                      </m:r>
                      <m:r>
                        <m:rPr>
                          <m:aln/>
                        </m:rPr>
                        <a:rPr lang="en-US" sz="2200" b="1" i="1">
                          <a:solidFill>
                            <a:srgbClr val="000000"/>
                          </a:solidFill>
                          <a:latin typeface="Cambria Math" panose="02040503050406030204" pitchFamily="18" charset="0"/>
                        </a:rPr>
                        <m:t>=</m:t>
                      </m:r>
                      <m:r>
                        <a:rPr lang="en-US" sz="2200" b="1" i="1">
                          <a:solidFill>
                            <a:srgbClr val="000000"/>
                          </a:solidFill>
                          <a:latin typeface="Cambria Math" panose="02040503050406030204" pitchFamily="18" charset="0"/>
                        </a:rPr>
                        <m:t>𝒎𝒈</m:t>
                      </m:r>
                      <m:r>
                        <a:rPr lang="en-US" sz="2200" b="1" i="1">
                          <a:solidFill>
                            <a:srgbClr val="000000"/>
                          </a:solidFill>
                          <a:latin typeface="Cambria Math" panose="02040503050406030204" pitchFamily="18" charset="0"/>
                        </a:rPr>
                        <m:t>−</m:t>
                      </m:r>
                      <m:r>
                        <a:rPr lang="en-US" sz="2200" b="1" i="1">
                          <a:solidFill>
                            <a:srgbClr val="000000"/>
                          </a:solidFill>
                          <a:latin typeface="Cambria Math" panose="02040503050406030204" pitchFamily="18" charset="0"/>
                        </a:rPr>
                        <m:t>𝒎</m:t>
                      </m:r>
                      <m:sSub>
                        <m:sSubPr>
                          <m:ctrlPr>
                            <a:rPr lang="en-US" sz="2200" b="1" i="1">
                              <a:solidFill>
                                <a:srgbClr val="000000"/>
                              </a:solidFill>
                              <a:latin typeface="Cambria Math" panose="02040503050406030204" pitchFamily="18" charset="0"/>
                            </a:rPr>
                          </m:ctrlPr>
                        </m:sSubPr>
                        <m:e>
                          <m:r>
                            <a:rPr lang="en-US" sz="2200" b="1" i="1">
                              <a:solidFill>
                                <a:srgbClr val="000000"/>
                              </a:solidFill>
                              <a:latin typeface="Cambria Math" panose="02040503050406030204" pitchFamily="18" charset="0"/>
                            </a:rPr>
                            <m:t>𝒂</m:t>
                          </m:r>
                        </m:e>
                        <m:sub>
                          <m:r>
                            <a:rPr lang="en-US" sz="2200" b="1" i="1">
                              <a:solidFill>
                                <a:srgbClr val="000000"/>
                              </a:solidFill>
                              <a:latin typeface="Cambria Math" panose="02040503050406030204" pitchFamily="18" charset="0"/>
                            </a:rPr>
                            <m:t>𝒚</m:t>
                          </m:r>
                        </m:sub>
                      </m:sSub>
                    </m:oMath>
                  </m:oMathPara>
                </a14:m>
                <a:br>
                  <a:rPr lang="en-US" sz="2200" b="1" i="1" dirty="0">
                    <a:solidFill>
                      <a:srgbClr val="000000"/>
                    </a:solidFill>
                    <a:latin typeface="Cambria Math" panose="02040503050406030204" pitchFamily="18" charset="0"/>
                  </a:rPr>
                </a:br>
                <a:endParaRPr lang="en-US" sz="2200" b="1" dirty="0"/>
              </a:p>
            </p:txBody>
          </p:sp>
        </mc:Choice>
        <mc:Fallback xmlns="">
          <p:sp>
            <p:nvSpPr>
              <p:cNvPr id="27" name="Object 8">
                <a:extLst>
                  <a:ext uri="{FF2B5EF4-FFF2-40B4-BE49-F238E27FC236}">
                    <a16:creationId xmlns:a16="http://schemas.microsoft.com/office/drawing/2014/main" id="{691CD9B9-8288-B104-2594-4A8E9C5605C2}"/>
                  </a:ext>
                </a:extLst>
              </p:cNvPr>
              <p:cNvSpPr txBox="1">
                <a:spLocks noRot="1" noChangeAspect="1" noMove="1" noResize="1" noEditPoints="1" noAdjustHandles="1" noChangeArrowheads="1" noChangeShapeType="1" noTextEdit="1"/>
              </p:cNvSpPr>
              <p:nvPr/>
            </p:nvSpPr>
            <p:spPr bwMode="auto">
              <a:xfrm>
                <a:off x="3571413" y="6038520"/>
                <a:ext cx="2071294" cy="424283"/>
              </a:xfrm>
              <a:prstGeom prst="rect">
                <a:avLst/>
              </a:prstGeom>
              <a:blipFill>
                <a:blip r:embed="rId13"/>
                <a:stretch>
                  <a:fillRect l="-294" b="-1449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CAADC482-7D38-EABC-9AF0-273F091D5937}"/>
                  </a:ext>
                </a:extLst>
              </p:cNvPr>
              <p:cNvSpPr txBox="1"/>
              <p:nvPr/>
            </p:nvSpPr>
            <p:spPr>
              <a:xfrm>
                <a:off x="6081323" y="6008254"/>
                <a:ext cx="5555785" cy="457561"/>
              </a:xfrm>
              <a:prstGeom prst="rect">
                <a:avLst/>
              </a:prstGeom>
              <a:noFill/>
            </p:spPr>
            <p:txBody>
              <a:bodyPr wrap="square">
                <a:spAutoFit/>
              </a:bodyPr>
              <a:lstStyle/>
              <a:p>
                <a:pPr/>
                <a14:m>
                  <m:oMathPara xmlns:m="http://schemas.openxmlformats.org/officeDocument/2006/math">
                    <m:oMathParaPr>
                      <m:jc m:val="left"/>
                    </m:oMathParaPr>
                    <m:oMath>
                      <m:r>
                        <a:rPr lang="en-US" sz="2100" i="1" smtClean="0">
                          <a:solidFill>
                            <a:srgbClr val="FF0000"/>
                          </a:solidFill>
                          <a:latin typeface="Cambria Math" panose="02040503050406030204" pitchFamily="18" charset="0"/>
                        </a:rPr>
                        <m:t>𝑎𝑐𝑐𝑒𝑙𝑒𝑟𝑎𝑡𝑖𝑛𝑔</m:t>
                      </m:r>
                      <m:r>
                        <a:rPr lang="en-US" sz="2100" i="1">
                          <a:solidFill>
                            <a:srgbClr val="0070C0"/>
                          </a:solidFill>
                          <a:latin typeface="Cambria Math" panose="02040503050406030204" pitchFamily="18" charset="0"/>
                        </a:rPr>
                        <m:t> </m:t>
                      </m:r>
                      <m:r>
                        <a:rPr lang="en-US" sz="2100" i="1">
                          <a:solidFill>
                            <a:srgbClr val="0070C0"/>
                          </a:solidFill>
                          <a:latin typeface="Cambria Math" panose="02040503050406030204" pitchFamily="18" charset="0"/>
                        </a:rPr>
                        <m:t>𝑑𝑜𝑤𝑛𝑤𝑎𝑟𝑑</m:t>
                      </m:r>
                      <m:r>
                        <a:rPr lang="en-US" sz="2100" i="1">
                          <a:solidFill>
                            <a:srgbClr val="0070C0"/>
                          </a:solidFill>
                          <a:latin typeface="Cambria Math" panose="02040503050406030204" pitchFamily="18" charset="0"/>
                        </a:rPr>
                        <m:t> </m:t>
                      </m:r>
                      <m:sSub>
                        <m:sSubPr>
                          <m:ctrlPr>
                            <a:rPr lang="en-US" sz="2100" i="1">
                              <a:solidFill>
                                <a:srgbClr val="000000"/>
                              </a:solidFill>
                              <a:latin typeface="Cambria Math" panose="02040503050406030204" pitchFamily="18" charset="0"/>
                            </a:rPr>
                          </m:ctrlPr>
                        </m:sSubPr>
                        <m:e>
                          <m:r>
                            <a:rPr lang="en-US" sz="2100" i="1">
                              <a:solidFill>
                                <a:srgbClr val="000000"/>
                              </a:solidFill>
                              <a:latin typeface="Cambria Math" panose="02040503050406030204" pitchFamily="18" charset="0"/>
                            </a:rPr>
                            <m:t>𝑎</m:t>
                          </m:r>
                        </m:e>
                        <m:sub>
                          <m:r>
                            <a:rPr lang="en-US" sz="2100" i="1">
                              <a:solidFill>
                                <a:srgbClr val="000000"/>
                              </a:solidFill>
                              <a:latin typeface="Cambria Math" panose="02040503050406030204" pitchFamily="18" charset="0"/>
                            </a:rPr>
                            <m:t>𝑦</m:t>
                          </m:r>
                        </m:sub>
                      </m:sSub>
                      <m:r>
                        <a:rPr lang="en-US" sz="2100" i="1">
                          <a:solidFill>
                            <a:srgbClr val="000000"/>
                          </a:solidFill>
                          <a:latin typeface="Cambria Math" panose="02040503050406030204" pitchFamily="18" charset="0"/>
                        </a:rPr>
                        <m:t>=</m:t>
                      </m:r>
                      <m:r>
                        <a:rPr lang="en-US" sz="2100" i="1">
                          <a:solidFill>
                            <a:srgbClr val="000000"/>
                          </a:solidFill>
                          <a:latin typeface="Cambria Math" panose="02040503050406030204" pitchFamily="18" charset="0"/>
                        </a:rPr>
                        <m:t>𝑛𝑒𝑔𝑎𝑡𝑖𝑣𝑒</m:t>
                      </m:r>
                    </m:oMath>
                  </m:oMathPara>
                </a14:m>
                <a:endParaRPr lang="en-US" sz="2100" dirty="0"/>
              </a:p>
            </p:txBody>
          </p:sp>
        </mc:Choice>
        <mc:Fallback xmlns="">
          <p:sp>
            <p:nvSpPr>
              <p:cNvPr id="28" name="TextBox 27">
                <a:extLst>
                  <a:ext uri="{FF2B5EF4-FFF2-40B4-BE49-F238E27FC236}">
                    <a16:creationId xmlns:a16="http://schemas.microsoft.com/office/drawing/2014/main" id="{CAADC482-7D38-EABC-9AF0-273F091D5937}"/>
                  </a:ext>
                </a:extLst>
              </p:cNvPr>
              <p:cNvSpPr txBox="1">
                <a:spLocks noRot="1" noChangeAspect="1" noMove="1" noResize="1" noEditPoints="1" noAdjustHandles="1" noChangeArrowheads="1" noChangeShapeType="1" noTextEdit="1"/>
              </p:cNvSpPr>
              <p:nvPr/>
            </p:nvSpPr>
            <p:spPr>
              <a:xfrm>
                <a:off x="6081323" y="6008254"/>
                <a:ext cx="5555785" cy="457561"/>
              </a:xfrm>
              <a:prstGeom prst="rect">
                <a:avLst/>
              </a:prstGeom>
              <a:blipFill>
                <a:blip r:embed="rId14"/>
                <a:stretch>
                  <a:fillRect l="-659" b="-5333"/>
                </a:stretch>
              </a:blipFill>
            </p:spPr>
            <p:txBody>
              <a:bodyPr/>
              <a:lstStyle/>
              <a:p>
                <a:r>
                  <a:rPr lang="en-US">
                    <a:noFill/>
                  </a:rPr>
                  <a:t> </a:t>
                </a:r>
              </a:p>
            </p:txBody>
          </p:sp>
        </mc:Fallback>
      </mc:AlternateContent>
      <p:sp>
        <p:nvSpPr>
          <p:cNvPr id="5" name="Title 3">
            <a:extLst>
              <a:ext uri="{FF2B5EF4-FFF2-40B4-BE49-F238E27FC236}">
                <a16:creationId xmlns:a16="http://schemas.microsoft.com/office/drawing/2014/main" id="{3C3E7108-319F-6547-9DA5-C6366083231A}"/>
              </a:ext>
            </a:extLst>
          </p:cNvPr>
          <p:cNvSpPr txBox="1">
            <a:spLocks/>
          </p:cNvSpPr>
          <p:nvPr/>
        </p:nvSpPr>
        <p:spPr>
          <a:xfrm>
            <a:off x="0" y="-7441"/>
            <a:ext cx="12192000" cy="757130"/>
          </a:xfrm>
          <a:prstGeom prst="rect">
            <a:avLst/>
          </a:prstGeom>
          <a:solidFill>
            <a:schemeClr val="bg2">
              <a:lumMod val="75000"/>
            </a:schemeClr>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dirty="0">
                <a:latin typeface="Times New Roman" panose="02020603050405020304" pitchFamily="18" charset="0"/>
                <a:ea typeface="STKaiti" panose="020B0503020204020204" pitchFamily="2" charset="-122"/>
                <a:cs typeface="Times New Roman" panose="02020603050405020304" pitchFamily="18" charset="0"/>
              </a:rPr>
              <a:t>Example: </a:t>
            </a:r>
            <a:r>
              <a:rPr lang="en-US" sz="4800" b="1" dirty="0">
                <a:latin typeface="Times New Roman" panose="02020603050405020304" pitchFamily="18" charset="0"/>
                <a:cs typeface="Times New Roman" panose="02020603050405020304" pitchFamily="18" charset="0"/>
              </a:rPr>
              <a:t>Weighing a Fish in an Elevator </a:t>
            </a:r>
            <a:endParaRPr lang="en-US" sz="4800" b="1" dirty="0">
              <a:latin typeface="Times New Roman" panose="02020603050405020304" pitchFamily="18" charset="0"/>
              <a:ea typeface="STKaiti" panose="020B0503020204020204" pitchFamily="2" charset="-122"/>
              <a:cs typeface="Times New Roman" panose="02020603050405020304" pitchFamily="18" charset="0"/>
            </a:endParaRPr>
          </a:p>
        </p:txBody>
      </p:sp>
    </p:spTree>
    <p:extLst>
      <p:ext uri="{BB962C8B-B14F-4D97-AF65-F5344CB8AC3E}">
        <p14:creationId xmlns:p14="http://schemas.microsoft.com/office/powerpoint/2010/main" val="369016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1" grpId="0"/>
      <p:bldP spid="10" grpId="0"/>
      <p:bldP spid="15" grpId="0" animBg="1"/>
      <p:bldP spid="18" grpId="0"/>
      <p:bldP spid="22" grpId="0"/>
      <p:bldP spid="26" grpId="0"/>
      <p:bldP spid="27" grpId="0" animBg="1"/>
      <p:bldP spid="28"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91138" y="1051174"/>
            <a:ext cx="9612923" cy="954107"/>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(B) Evaluate the scale readings for a 40.0 N fish if the elevator moves with an acceleration </a:t>
            </a:r>
            <a:r>
              <a:rPr lang="en-US" sz="2800" i="1" dirty="0">
                <a:latin typeface="Times New Roman" panose="02020603050405020304" pitchFamily="18" charset="0"/>
                <a:cs typeface="Times New Roman" panose="02020603050405020304" pitchFamily="18" charset="0"/>
              </a:rPr>
              <a:t>a</a:t>
            </a:r>
            <a:r>
              <a:rPr lang="en-US" sz="2800" i="1" baseline="-25000" dirty="0">
                <a:latin typeface="Times New Roman" panose="02020603050405020304" pitchFamily="18" charset="0"/>
                <a:cs typeface="Times New Roman" panose="02020603050405020304" pitchFamily="18" charset="0"/>
              </a:rPr>
              <a:t>y</a:t>
            </a:r>
            <a:r>
              <a:rPr lang="en-US" sz="2800" i="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sym typeface="Symbol" panose="05050102010706020507" pitchFamily="18" charset="2"/>
              </a:rPr>
              <a:t> </a:t>
            </a:r>
            <a:r>
              <a:rPr lang="en-US" sz="2800" dirty="0">
                <a:latin typeface="Times New Roman" panose="02020603050405020304" pitchFamily="18" charset="0"/>
                <a:cs typeface="Times New Roman" panose="02020603050405020304" pitchFamily="18" charset="0"/>
              </a:rPr>
              <a:t>2.00 m/s</a:t>
            </a:r>
            <a:r>
              <a:rPr lang="en-US" sz="2800" baseline="30000" dirty="0">
                <a:latin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8" name="Object 7"/>
              <p:cNvSpPr txBox="1"/>
              <p:nvPr/>
            </p:nvSpPr>
            <p:spPr bwMode="auto">
              <a:xfrm>
                <a:off x="2650158" y="5871536"/>
                <a:ext cx="2217831" cy="424283"/>
              </a:xfrm>
              <a:prstGeom prst="rect">
                <a:avLst/>
              </a:prstGeom>
              <a:noFill/>
            </p:spPr>
            <p:txBody>
              <a:bodyPr>
                <a:noAutofit/>
              </a:bodyPr>
              <a:lstStyle/>
              <a:p>
                <a:pPr/>
                <a14:m>
                  <m:oMathPara xmlns:m="http://schemas.openxmlformats.org/officeDocument/2006/math">
                    <m:oMathParaPr>
                      <m:jc m:val="left"/>
                    </m:oMathParaPr>
                    <m:oMath>
                      <m:r>
                        <a:rPr lang="en-US" sz="2400" i="1">
                          <a:solidFill>
                            <a:srgbClr val="000000"/>
                          </a:solidFill>
                          <a:latin typeface="Cambria Math" panose="02040503050406030204" pitchFamily="18" charset="0"/>
                        </a:rPr>
                        <m:t>𝑇</m:t>
                      </m:r>
                      <m:r>
                        <a:rPr lang="en-US" sz="2400" i="1">
                          <a:solidFill>
                            <a:srgbClr val="000000"/>
                          </a:solidFill>
                          <a:latin typeface="Cambria Math" panose="02040503050406030204" pitchFamily="18" charset="0"/>
                        </a:rPr>
                        <m:t>=</m:t>
                      </m:r>
                      <m:borderBox>
                        <m:borderBoxPr>
                          <m:ctrlPr>
                            <a:rPr lang="en-US" sz="2400" i="1">
                              <a:solidFill>
                                <a:srgbClr val="000000"/>
                              </a:solidFill>
                              <a:latin typeface="Cambria Math" panose="02040503050406030204" pitchFamily="18" charset="0"/>
                            </a:rPr>
                          </m:ctrlPr>
                        </m:borderBoxPr>
                        <m:e>
                          <m:r>
                            <a:rPr lang="en-US" sz="2400" i="1">
                              <a:solidFill>
                                <a:srgbClr val="000000"/>
                              </a:solidFill>
                              <a:latin typeface="Cambria Math" panose="02040503050406030204" pitchFamily="18" charset="0"/>
                            </a:rPr>
                            <m:t>48.2​</m:t>
                          </m:r>
                          <m:r>
                            <m:rPr>
                              <m:nor/>
                            </m:rPr>
                            <a:rPr lang="en-US" sz="2400" i="0">
                              <a:solidFill>
                                <a:srgbClr val="000000"/>
                              </a:solidFill>
                              <a:latin typeface="Cambria Math" panose="02040503050406030204" pitchFamily="18" charset="0"/>
                            </a:rPr>
                            <m:t> N</m:t>
                          </m:r>
                        </m:e>
                      </m:borderBox>
                    </m:oMath>
                  </m:oMathPara>
                </a14:m>
                <a:endParaRPr lang="en-US" sz="2400" dirty="0"/>
              </a:p>
            </p:txBody>
          </p:sp>
        </mc:Choice>
        <mc:Fallback xmlns="">
          <p:sp>
            <p:nvSpPr>
              <p:cNvPr id="8" name="Object 7"/>
              <p:cNvSpPr txBox="1">
                <a:spLocks noRot="1" noChangeAspect="1" noMove="1" noResize="1" noEditPoints="1" noAdjustHandles="1" noChangeArrowheads="1" noChangeShapeType="1" noTextEdit="1"/>
              </p:cNvSpPr>
              <p:nvPr/>
            </p:nvSpPr>
            <p:spPr bwMode="auto">
              <a:xfrm>
                <a:off x="2650158" y="5871536"/>
                <a:ext cx="2217831" cy="424283"/>
              </a:xfrm>
              <a:prstGeom prst="rect">
                <a:avLst/>
              </a:prstGeom>
              <a:blipFill>
                <a:blip r:embed="rId3"/>
                <a:stretch>
                  <a:fillRect b="-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Object 8"/>
              <p:cNvSpPr txBox="1"/>
              <p:nvPr/>
            </p:nvSpPr>
            <p:spPr bwMode="auto">
              <a:xfrm>
                <a:off x="7246782" y="5889691"/>
                <a:ext cx="1926955" cy="424284"/>
              </a:xfrm>
              <a:prstGeom prst="rect">
                <a:avLst/>
              </a:prstGeom>
              <a:noFill/>
            </p:spPr>
            <p:txBody>
              <a:bodyPr>
                <a:noAutofit/>
              </a:bodyPr>
              <a:lstStyle/>
              <a:p>
                <a:pPr/>
                <a14:m>
                  <m:oMathPara xmlns:m="http://schemas.openxmlformats.org/officeDocument/2006/math">
                    <m:oMathParaPr>
                      <m:jc m:val="left"/>
                    </m:oMathParaPr>
                    <m:oMath>
                      <m:r>
                        <a:rPr lang="en-US" sz="2400" i="1">
                          <a:solidFill>
                            <a:srgbClr val="000000"/>
                          </a:solidFill>
                          <a:latin typeface="Cambria Math" panose="02040503050406030204" pitchFamily="18" charset="0"/>
                        </a:rPr>
                        <m:t>𝑇</m:t>
                      </m:r>
                      <m:r>
                        <a:rPr lang="en-US" sz="2400" i="1">
                          <a:solidFill>
                            <a:srgbClr val="000000"/>
                          </a:solidFill>
                          <a:latin typeface="Cambria Math" panose="02040503050406030204" pitchFamily="18" charset="0"/>
                        </a:rPr>
                        <m:t>=</m:t>
                      </m:r>
                      <m:borderBox>
                        <m:borderBoxPr>
                          <m:ctrlPr>
                            <a:rPr lang="en-US" sz="2400" i="1">
                              <a:solidFill>
                                <a:srgbClr val="000000"/>
                              </a:solidFill>
                              <a:latin typeface="Cambria Math" panose="02040503050406030204" pitchFamily="18" charset="0"/>
                            </a:rPr>
                          </m:ctrlPr>
                        </m:borderBoxPr>
                        <m:e>
                          <m:r>
                            <a:rPr lang="en-US" sz="2400" i="1">
                              <a:solidFill>
                                <a:srgbClr val="000000"/>
                              </a:solidFill>
                              <a:latin typeface="Cambria Math" panose="02040503050406030204" pitchFamily="18" charset="0"/>
                            </a:rPr>
                            <m:t>31.8​</m:t>
                          </m:r>
                          <m:r>
                            <m:rPr>
                              <m:nor/>
                            </m:rPr>
                            <a:rPr lang="en-US" sz="2400" i="0">
                              <a:solidFill>
                                <a:srgbClr val="000000"/>
                              </a:solidFill>
                              <a:latin typeface="Cambria Math" panose="02040503050406030204" pitchFamily="18" charset="0"/>
                            </a:rPr>
                            <m:t> N</m:t>
                          </m:r>
                        </m:e>
                      </m:borderBox>
                    </m:oMath>
                  </m:oMathPara>
                </a14:m>
                <a:endParaRPr lang="en-US" sz="2400" dirty="0"/>
              </a:p>
            </p:txBody>
          </p:sp>
        </mc:Choice>
        <mc:Fallback xmlns="">
          <p:sp>
            <p:nvSpPr>
              <p:cNvPr id="9" name="Object 8"/>
              <p:cNvSpPr txBox="1">
                <a:spLocks noRot="1" noChangeAspect="1" noMove="1" noResize="1" noEditPoints="1" noAdjustHandles="1" noChangeArrowheads="1" noChangeShapeType="1" noTextEdit="1"/>
              </p:cNvSpPr>
              <p:nvPr/>
            </p:nvSpPr>
            <p:spPr bwMode="auto">
              <a:xfrm>
                <a:off x="7246782" y="5889691"/>
                <a:ext cx="1926955" cy="424284"/>
              </a:xfrm>
              <a:prstGeom prst="rect">
                <a:avLst/>
              </a:prstGeom>
              <a:blipFill>
                <a:blip r:embed="rId4"/>
                <a:stretch>
                  <a:fillRect b="-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bject 7">
                <a:extLst>
                  <a:ext uri="{FF2B5EF4-FFF2-40B4-BE49-F238E27FC236}">
                    <a16:creationId xmlns:a16="http://schemas.microsoft.com/office/drawing/2014/main" id="{42399182-7100-1FC0-53E3-8D8125B27A4A}"/>
                  </a:ext>
                </a:extLst>
              </p:cNvPr>
              <p:cNvSpPr txBox="1"/>
              <p:nvPr/>
            </p:nvSpPr>
            <p:spPr bwMode="auto">
              <a:xfrm>
                <a:off x="3992017" y="2184913"/>
                <a:ext cx="2955859" cy="582225"/>
              </a:xfrm>
              <a:prstGeom prst="rect">
                <a:avLst/>
              </a:prstGeom>
              <a:noFill/>
            </p:spPr>
            <p:txBody>
              <a:bodyPr>
                <a:noAutofit/>
              </a:bodyPr>
              <a:lstStyle/>
              <a:p>
                <a:pPr/>
                <a14:m>
                  <m:oMathPara xmlns:m="http://schemas.openxmlformats.org/officeDocument/2006/math">
                    <m:oMathParaPr>
                      <m:jc m:val="left"/>
                    </m:oMathParaPr>
                    <m:oMath>
                      <m:sSub>
                        <m:sSubPr>
                          <m:ctrlPr>
                            <a:rPr lang="en-US" sz="2600" b="1" i="1">
                              <a:solidFill>
                                <a:srgbClr val="0070C0"/>
                              </a:solidFill>
                              <a:latin typeface="Cambria Math" panose="02040503050406030204" pitchFamily="18" charset="0"/>
                            </a:rPr>
                          </m:ctrlPr>
                        </m:sSubPr>
                        <m:e>
                          <m:r>
                            <a:rPr lang="en-US" sz="2600" b="1" i="1">
                              <a:solidFill>
                                <a:srgbClr val="0070C0"/>
                              </a:solidFill>
                              <a:latin typeface="Cambria Math" panose="02040503050406030204" pitchFamily="18" charset="0"/>
                            </a:rPr>
                            <m:t>𝑭</m:t>
                          </m:r>
                        </m:e>
                        <m:sub>
                          <m:r>
                            <a:rPr lang="en-US" sz="2600" b="1" i="1">
                              <a:solidFill>
                                <a:srgbClr val="0070C0"/>
                              </a:solidFill>
                              <a:latin typeface="Cambria Math" panose="02040503050406030204" pitchFamily="18" charset="0"/>
                            </a:rPr>
                            <m:t>𝒈</m:t>
                          </m:r>
                        </m:sub>
                      </m:sSub>
                      <m:r>
                        <a:rPr lang="en-US" sz="2600" b="1">
                          <a:solidFill>
                            <a:srgbClr val="0070C0"/>
                          </a:solidFill>
                          <a:latin typeface="Cambria Math" panose="02040503050406030204" pitchFamily="18" charset="0"/>
                        </a:rPr>
                        <m:t>=</m:t>
                      </m:r>
                      <m:r>
                        <a:rPr lang="en-US" sz="2600" b="1" i="1">
                          <a:solidFill>
                            <a:srgbClr val="0070C0"/>
                          </a:solidFill>
                          <a:latin typeface="Cambria Math" panose="02040503050406030204" pitchFamily="18" charset="0"/>
                        </a:rPr>
                        <m:t>𝐦𝐠</m:t>
                      </m:r>
                      <m:r>
                        <a:rPr lang="en-US" sz="2600" b="1">
                          <a:solidFill>
                            <a:srgbClr val="0070C0"/>
                          </a:solidFill>
                          <a:latin typeface="Cambria Math" panose="02040503050406030204" pitchFamily="18" charset="0"/>
                        </a:rPr>
                        <m:t>=</m:t>
                      </m:r>
                      <m:r>
                        <a:rPr lang="en-US" sz="2600" b="1" i="1">
                          <a:solidFill>
                            <a:srgbClr val="0070C0"/>
                          </a:solidFill>
                          <a:latin typeface="Cambria Math" panose="02040503050406030204" pitchFamily="18" charset="0"/>
                        </a:rPr>
                        <m:t>𝟒𝟎</m:t>
                      </m:r>
                      <m:r>
                        <a:rPr lang="en-US" sz="2600" b="1">
                          <a:solidFill>
                            <a:srgbClr val="0070C0"/>
                          </a:solidFill>
                          <a:latin typeface="Cambria Math" panose="02040503050406030204" pitchFamily="18" charset="0"/>
                        </a:rPr>
                        <m:t>.</m:t>
                      </m:r>
                      <m:r>
                        <a:rPr lang="en-US" sz="2600" b="1" i="1">
                          <a:solidFill>
                            <a:srgbClr val="0070C0"/>
                          </a:solidFill>
                          <a:latin typeface="Cambria Math" panose="02040503050406030204" pitchFamily="18" charset="0"/>
                        </a:rPr>
                        <m:t>𝟎</m:t>
                      </m:r>
                      <m:r>
                        <a:rPr lang="en-US" sz="2600" b="1">
                          <a:solidFill>
                            <a:srgbClr val="0070C0"/>
                          </a:solidFill>
                          <a:latin typeface="Cambria Math" panose="02040503050406030204" pitchFamily="18" charset="0"/>
                        </a:rPr>
                        <m:t> </m:t>
                      </m:r>
                      <m:r>
                        <a:rPr lang="en-US" sz="2600" b="1" i="1">
                          <a:solidFill>
                            <a:srgbClr val="0070C0"/>
                          </a:solidFill>
                          <a:latin typeface="Cambria Math" panose="02040503050406030204" pitchFamily="18" charset="0"/>
                        </a:rPr>
                        <m:t>𝐍</m:t>
                      </m:r>
                    </m:oMath>
                  </m:oMathPara>
                </a14:m>
                <a:endParaRPr lang="en-US" sz="2600" b="1" dirty="0">
                  <a:solidFill>
                    <a:srgbClr val="0070C0"/>
                  </a:solidFill>
                </a:endParaRPr>
              </a:p>
            </p:txBody>
          </p:sp>
        </mc:Choice>
        <mc:Fallback xmlns="">
          <p:sp>
            <p:nvSpPr>
              <p:cNvPr id="11" name="Object 7">
                <a:extLst>
                  <a:ext uri="{FF2B5EF4-FFF2-40B4-BE49-F238E27FC236}">
                    <a16:creationId xmlns:a16="http://schemas.microsoft.com/office/drawing/2014/main" id="{42399182-7100-1FC0-53E3-8D8125B27A4A}"/>
                  </a:ext>
                </a:extLst>
              </p:cNvPr>
              <p:cNvSpPr txBox="1">
                <a:spLocks noRot="1" noChangeAspect="1" noMove="1" noResize="1" noEditPoints="1" noAdjustHandles="1" noChangeArrowheads="1" noChangeShapeType="1" noTextEdit="1"/>
              </p:cNvSpPr>
              <p:nvPr/>
            </p:nvSpPr>
            <p:spPr bwMode="auto">
              <a:xfrm>
                <a:off x="3992017" y="2184913"/>
                <a:ext cx="2955859" cy="58222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Object 7">
                <a:extLst>
                  <a:ext uri="{FF2B5EF4-FFF2-40B4-BE49-F238E27FC236}">
                    <a16:creationId xmlns:a16="http://schemas.microsoft.com/office/drawing/2014/main" id="{8AF8714C-7F11-BA6C-237A-43A3E2B8ED39}"/>
                  </a:ext>
                </a:extLst>
              </p:cNvPr>
              <p:cNvSpPr txBox="1"/>
              <p:nvPr/>
            </p:nvSpPr>
            <p:spPr bwMode="auto">
              <a:xfrm>
                <a:off x="3736682" y="2838066"/>
                <a:ext cx="4969846" cy="887011"/>
              </a:xfrm>
              <a:prstGeom prst="rect">
                <a:avLst/>
              </a:prstGeom>
              <a:noFill/>
            </p:spPr>
            <p:txBody>
              <a:bodyPr>
                <a:normAutofit/>
              </a:bodyPr>
              <a:lstStyle/>
              <a:p>
                <a:pPr/>
                <a14:m>
                  <m:oMathPara xmlns:m="http://schemas.openxmlformats.org/officeDocument/2006/math">
                    <m:oMathParaPr>
                      <m:jc m:val="left"/>
                    </m:oMathParaPr>
                    <m:oMath>
                      <m:r>
                        <a:rPr lang="en-US" sz="2400">
                          <a:latin typeface="Cambria Math" panose="02040503050406030204" pitchFamily="18" charset="0"/>
                        </a:rPr>
                        <m:t>⇒</m:t>
                      </m:r>
                      <m:r>
                        <m:rPr>
                          <m:sty m:val="p"/>
                        </m:rPr>
                        <a:rPr lang="en-US" sz="2400">
                          <a:latin typeface="Cambria Math" panose="02040503050406030204" pitchFamily="18" charset="0"/>
                        </a:rPr>
                        <m:t>m</m:t>
                      </m:r>
                      <m:r>
                        <a:rPr lang="en-US" sz="2400">
                          <a:latin typeface="Cambria Math" panose="02040503050406030204" pitchFamily="18" charset="0"/>
                        </a:rPr>
                        <m:t>=</m:t>
                      </m:r>
                      <m:f>
                        <m:fPr>
                          <m:ctrlPr>
                            <a:rPr lang="en-US" sz="2400">
                              <a:latin typeface="Cambria Math" panose="02040503050406030204" pitchFamily="18" charset="0"/>
                            </a:rPr>
                          </m:ctrlPr>
                        </m:fPr>
                        <m:num>
                          <m:r>
                            <a:rPr lang="en-US" sz="2400">
                              <a:latin typeface="Cambria Math" panose="02040503050406030204" pitchFamily="18" charset="0"/>
                            </a:rPr>
                            <m:t>40.0 </m:t>
                          </m:r>
                          <m:r>
                            <m:rPr>
                              <m:sty m:val="p"/>
                            </m:rPr>
                            <a:rPr lang="en-US" sz="2400">
                              <a:latin typeface="Cambria Math" panose="02040503050406030204" pitchFamily="18" charset="0"/>
                            </a:rPr>
                            <m:t>N</m:t>
                          </m:r>
                        </m:num>
                        <m:den>
                          <m:r>
                            <m:rPr>
                              <m:sty m:val="p"/>
                            </m:rPr>
                            <a:rPr lang="en-US" sz="2400">
                              <a:latin typeface="Cambria Math" panose="02040503050406030204" pitchFamily="18" charset="0"/>
                            </a:rPr>
                            <m:t>g</m:t>
                          </m:r>
                        </m:den>
                      </m:f>
                      <m:r>
                        <a:rPr lang="en-US" sz="2400">
                          <a:latin typeface="Cambria Math" panose="02040503050406030204" pitchFamily="18" charset="0"/>
                        </a:rPr>
                        <m:t>=</m:t>
                      </m:r>
                      <m:f>
                        <m:fPr>
                          <m:ctrlPr>
                            <a:rPr lang="en-US" sz="2400">
                              <a:latin typeface="Cambria Math" panose="02040503050406030204" pitchFamily="18" charset="0"/>
                            </a:rPr>
                          </m:ctrlPr>
                        </m:fPr>
                        <m:num>
                          <m:r>
                            <a:rPr lang="en-US" sz="2400">
                              <a:latin typeface="Cambria Math" panose="02040503050406030204" pitchFamily="18" charset="0"/>
                            </a:rPr>
                            <m:t>40.0 </m:t>
                          </m:r>
                          <m:r>
                            <m:rPr>
                              <m:sty m:val="p"/>
                            </m:rPr>
                            <a:rPr lang="en-US" sz="2400">
                              <a:latin typeface="Cambria Math" panose="02040503050406030204" pitchFamily="18" charset="0"/>
                            </a:rPr>
                            <m:t>N</m:t>
                          </m:r>
                        </m:num>
                        <m:den>
                          <m:r>
                            <a:rPr lang="en-US" sz="2400" i="1">
                              <a:latin typeface="Cambria Math" panose="02040503050406030204" pitchFamily="18" charset="0"/>
                            </a:rPr>
                            <m:t>9.80</m:t>
                          </m:r>
                        </m:den>
                      </m:f>
                      <m:r>
                        <a:rPr lang="en-US" sz="2400">
                          <a:latin typeface="Cambria Math" panose="02040503050406030204" pitchFamily="18" charset="0"/>
                        </a:rPr>
                        <m:t>=4.08 </m:t>
                      </m:r>
                      <m:r>
                        <m:rPr>
                          <m:sty m:val="p"/>
                        </m:rPr>
                        <a:rPr lang="en-US" sz="2400">
                          <a:latin typeface="Cambria Math" panose="02040503050406030204" pitchFamily="18" charset="0"/>
                        </a:rPr>
                        <m:t>kg</m:t>
                      </m:r>
                    </m:oMath>
                  </m:oMathPara>
                </a14:m>
                <a:endParaRPr lang="en-US" sz="2400" dirty="0"/>
              </a:p>
            </p:txBody>
          </p:sp>
        </mc:Choice>
        <mc:Fallback xmlns="">
          <p:sp>
            <p:nvSpPr>
              <p:cNvPr id="12" name="Object 7">
                <a:extLst>
                  <a:ext uri="{FF2B5EF4-FFF2-40B4-BE49-F238E27FC236}">
                    <a16:creationId xmlns:a16="http://schemas.microsoft.com/office/drawing/2014/main" id="{8AF8714C-7F11-BA6C-237A-43A3E2B8ED39}"/>
                  </a:ext>
                </a:extLst>
              </p:cNvPr>
              <p:cNvSpPr txBox="1">
                <a:spLocks noRot="1" noChangeAspect="1" noMove="1" noResize="1" noEditPoints="1" noAdjustHandles="1" noChangeArrowheads="1" noChangeShapeType="1" noTextEdit="1"/>
              </p:cNvSpPr>
              <p:nvPr/>
            </p:nvSpPr>
            <p:spPr bwMode="auto">
              <a:xfrm>
                <a:off x="3736682" y="2838066"/>
                <a:ext cx="4969846" cy="887011"/>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Object 8">
                <a:extLst>
                  <a:ext uri="{FF2B5EF4-FFF2-40B4-BE49-F238E27FC236}">
                    <a16:creationId xmlns:a16="http://schemas.microsoft.com/office/drawing/2014/main" id="{D39B8A12-61FC-C49F-0DA3-07C49B18995E}"/>
                  </a:ext>
                </a:extLst>
              </p:cNvPr>
              <p:cNvSpPr txBox="1"/>
              <p:nvPr/>
            </p:nvSpPr>
            <p:spPr bwMode="auto">
              <a:xfrm>
                <a:off x="2670828" y="4665782"/>
                <a:ext cx="2127818" cy="424283"/>
              </a:xfrm>
              <a:prstGeom prst="rect">
                <a:avLst/>
              </a:prstGeom>
              <a:solidFill>
                <a:schemeClr val="bg1">
                  <a:lumMod val="85000"/>
                </a:schemeClr>
              </a:solidFill>
            </p:spPr>
            <p:txBody>
              <a:bodyPr>
                <a:noAutofit/>
              </a:bodyPr>
              <a:lstStyle/>
              <a:p>
                <a:pPr/>
                <a14:m>
                  <m:oMathPara xmlns:m="http://schemas.openxmlformats.org/officeDocument/2006/math">
                    <m:oMathParaPr>
                      <m:jc m:val="left"/>
                    </m:oMathParaPr>
                    <m:oMath>
                      <m:r>
                        <m:rPr>
                          <m:sty m:val="p"/>
                        </m:rPr>
                        <a:rPr lang="en-US" sz="2400">
                          <a:solidFill>
                            <a:srgbClr val="000000"/>
                          </a:solidFill>
                          <a:latin typeface="Cambria Math" panose="02040503050406030204" pitchFamily="18" charset="0"/>
                        </a:rPr>
                        <m:t>T</m:t>
                      </m:r>
                      <m:r>
                        <m:rPr>
                          <m:aln/>
                        </m:rPr>
                        <a:rPr lang="en-US" sz="2400">
                          <a:solidFill>
                            <a:srgbClr val="000000"/>
                          </a:solidFill>
                          <a:latin typeface="Cambria Math" panose="02040503050406030204" pitchFamily="18" charset="0"/>
                        </a:rPr>
                        <m:t>=</m:t>
                      </m:r>
                      <m:r>
                        <m:rPr>
                          <m:sty m:val="p"/>
                        </m:rPr>
                        <a:rPr lang="en-US" sz="2400">
                          <a:solidFill>
                            <a:srgbClr val="000000"/>
                          </a:solidFill>
                          <a:latin typeface="Cambria Math" panose="02040503050406030204" pitchFamily="18" charset="0"/>
                        </a:rPr>
                        <m:t>mg</m:t>
                      </m:r>
                      <m:r>
                        <a:rPr lang="en-US" sz="2400">
                          <a:solidFill>
                            <a:srgbClr val="000000"/>
                          </a:solidFill>
                          <a:latin typeface="Cambria Math" panose="02040503050406030204" pitchFamily="18" charset="0"/>
                        </a:rPr>
                        <m:t>+</m:t>
                      </m:r>
                      <m:r>
                        <m:rPr>
                          <m:sty m:val="p"/>
                        </m:rPr>
                        <a:rPr lang="en-US" sz="2400">
                          <a:solidFill>
                            <a:srgbClr val="000000"/>
                          </a:solidFill>
                          <a:latin typeface="Cambria Math" panose="02040503050406030204" pitchFamily="18" charset="0"/>
                        </a:rPr>
                        <m:t>m</m:t>
                      </m:r>
                      <m:sSub>
                        <m:sSubPr>
                          <m:ctrlPr>
                            <a:rPr lang="en-US" sz="2400">
                              <a:solidFill>
                                <a:srgbClr val="000000"/>
                              </a:solidFill>
                              <a:latin typeface="Cambria Math" panose="02040503050406030204" pitchFamily="18" charset="0"/>
                            </a:rPr>
                          </m:ctrlPr>
                        </m:sSubPr>
                        <m:e>
                          <m:r>
                            <m:rPr>
                              <m:sty m:val="p"/>
                            </m:rPr>
                            <a:rPr lang="en-US" sz="2400">
                              <a:solidFill>
                                <a:srgbClr val="000000"/>
                              </a:solidFill>
                              <a:latin typeface="Cambria Math" panose="02040503050406030204" pitchFamily="18" charset="0"/>
                            </a:rPr>
                            <m:t>a</m:t>
                          </m:r>
                        </m:e>
                        <m:sub>
                          <m:r>
                            <m:rPr>
                              <m:sty m:val="p"/>
                            </m:rPr>
                            <a:rPr lang="en-US" sz="2400">
                              <a:solidFill>
                                <a:srgbClr val="000000"/>
                              </a:solidFill>
                              <a:latin typeface="Cambria Math" panose="02040503050406030204" pitchFamily="18" charset="0"/>
                            </a:rPr>
                            <m:t>y</m:t>
                          </m:r>
                        </m:sub>
                      </m:sSub>
                    </m:oMath>
                  </m:oMathPara>
                </a14:m>
                <a:br>
                  <a:rPr lang="en-US" sz="2400" i="1" dirty="0">
                    <a:solidFill>
                      <a:srgbClr val="000000"/>
                    </a:solidFill>
                    <a:latin typeface="Cambria Math" panose="02040503050406030204" pitchFamily="18" charset="0"/>
                  </a:rPr>
                </a:br>
                <a:endParaRPr lang="en-US" sz="2400" dirty="0"/>
              </a:p>
            </p:txBody>
          </p:sp>
        </mc:Choice>
        <mc:Fallback xmlns="">
          <p:sp>
            <p:nvSpPr>
              <p:cNvPr id="13" name="Object 8">
                <a:extLst>
                  <a:ext uri="{FF2B5EF4-FFF2-40B4-BE49-F238E27FC236}">
                    <a16:creationId xmlns:a16="http://schemas.microsoft.com/office/drawing/2014/main" id="{D39B8A12-61FC-C49F-0DA3-07C49B18995E}"/>
                  </a:ext>
                </a:extLst>
              </p:cNvPr>
              <p:cNvSpPr txBox="1">
                <a:spLocks noRot="1" noChangeAspect="1" noMove="1" noResize="1" noEditPoints="1" noAdjustHandles="1" noChangeArrowheads="1" noChangeShapeType="1" noTextEdit="1"/>
              </p:cNvSpPr>
              <p:nvPr/>
            </p:nvSpPr>
            <p:spPr bwMode="auto">
              <a:xfrm>
                <a:off x="2670828" y="4665782"/>
                <a:ext cx="2127818" cy="424283"/>
              </a:xfrm>
              <a:prstGeom prst="rect">
                <a:avLst/>
              </a:prstGeom>
              <a:blipFill>
                <a:blip r:embed="rId7"/>
                <a:stretch>
                  <a:fillRect l="-573" b="-2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158FEDF-908C-C45D-C48C-470758AD7576}"/>
                  </a:ext>
                </a:extLst>
              </p:cNvPr>
              <p:cNvSpPr txBox="1"/>
              <p:nvPr/>
            </p:nvSpPr>
            <p:spPr>
              <a:xfrm>
                <a:off x="1623804" y="4040026"/>
                <a:ext cx="4181696" cy="424283"/>
              </a:xfrm>
              <a:prstGeom prst="rect">
                <a:avLst/>
              </a:prstGeom>
              <a:noFill/>
            </p:spPr>
            <p:txBody>
              <a:bodyPr wrap="square">
                <a:spAutoFit/>
              </a:bodyPr>
              <a:lstStyle/>
              <a:p>
                <a:pPr/>
                <a14:m>
                  <m:oMathPara xmlns:m="http://schemas.openxmlformats.org/officeDocument/2006/math">
                    <m:oMathParaPr>
                      <m:jc m:val="left"/>
                    </m:oMathParaPr>
                    <m:oMath>
                      <m:r>
                        <a:rPr lang="en-US" sz="2000" i="1" smtClean="0">
                          <a:solidFill>
                            <a:srgbClr val="FF0000"/>
                          </a:solidFill>
                          <a:latin typeface="Cambria Math" panose="02040503050406030204" pitchFamily="18" charset="0"/>
                        </a:rPr>
                        <m:t>𝑎𝑐𝑐𝑒𝑙𝑒𝑟𝑎𝑡𝑖𝑛𝑔</m:t>
                      </m:r>
                      <m:r>
                        <a:rPr lang="en-US" sz="2000" i="1">
                          <a:solidFill>
                            <a:srgbClr val="0070C0"/>
                          </a:solidFill>
                          <a:latin typeface="Cambria Math" panose="02040503050406030204" pitchFamily="18" charset="0"/>
                        </a:rPr>
                        <m:t> </m:t>
                      </m:r>
                      <m:r>
                        <a:rPr lang="en-US" sz="2000" i="1">
                          <a:solidFill>
                            <a:srgbClr val="0070C0"/>
                          </a:solidFill>
                          <a:latin typeface="Cambria Math" panose="02040503050406030204" pitchFamily="18" charset="0"/>
                        </a:rPr>
                        <m:t>𝑢𝑝𝑤𝑎𝑟𝑑</m:t>
                      </m:r>
                      <m:r>
                        <a:rPr lang="en-US" sz="2000" i="1">
                          <a:solidFill>
                            <a:srgbClr val="0070C0"/>
                          </a:solidFill>
                          <a:latin typeface="Cambria Math" panose="02040503050406030204" pitchFamily="18" charset="0"/>
                        </a:rPr>
                        <m:t> </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𝑎</m:t>
                          </m:r>
                        </m:e>
                        <m:sub>
                          <m:r>
                            <a:rPr lang="en-US" sz="2000" i="1">
                              <a:solidFill>
                                <a:srgbClr val="000000"/>
                              </a:solidFill>
                              <a:latin typeface="Cambria Math" panose="02040503050406030204" pitchFamily="18" charset="0"/>
                            </a:rPr>
                            <m:t>𝑦</m:t>
                          </m:r>
                        </m:sub>
                      </m:sSub>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𝑝𝑜𝑠𝑖𝑡𝑖𝑣𝑒</m:t>
                      </m:r>
                    </m:oMath>
                  </m:oMathPara>
                </a14:m>
                <a:endParaRPr lang="en-US" sz="2000" dirty="0"/>
              </a:p>
            </p:txBody>
          </p:sp>
        </mc:Choice>
        <mc:Fallback xmlns="">
          <p:sp>
            <p:nvSpPr>
              <p:cNvPr id="14" name="TextBox 13">
                <a:extLst>
                  <a:ext uri="{FF2B5EF4-FFF2-40B4-BE49-F238E27FC236}">
                    <a16:creationId xmlns:a16="http://schemas.microsoft.com/office/drawing/2014/main" id="{6158FEDF-908C-C45D-C48C-470758AD7576}"/>
                  </a:ext>
                </a:extLst>
              </p:cNvPr>
              <p:cNvSpPr txBox="1">
                <a:spLocks noRot="1" noChangeAspect="1" noMove="1" noResize="1" noEditPoints="1" noAdjustHandles="1" noChangeArrowheads="1" noChangeShapeType="1" noTextEdit="1"/>
              </p:cNvSpPr>
              <p:nvPr/>
            </p:nvSpPr>
            <p:spPr>
              <a:xfrm>
                <a:off x="1623804" y="4040026"/>
                <a:ext cx="4181696" cy="424283"/>
              </a:xfrm>
              <a:prstGeom prst="rect">
                <a:avLst/>
              </a:prstGeom>
              <a:blipFill>
                <a:blip r:embed="rId8"/>
                <a:stretch>
                  <a:fillRect l="-583" r="-292" b="-101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Object 8">
                <a:extLst>
                  <a:ext uri="{FF2B5EF4-FFF2-40B4-BE49-F238E27FC236}">
                    <a16:creationId xmlns:a16="http://schemas.microsoft.com/office/drawing/2014/main" id="{F8B39640-CB91-5556-58C1-7E037066F3A5}"/>
                  </a:ext>
                </a:extLst>
              </p:cNvPr>
              <p:cNvSpPr txBox="1"/>
              <p:nvPr/>
            </p:nvSpPr>
            <p:spPr bwMode="auto">
              <a:xfrm>
                <a:off x="7222972" y="4692155"/>
                <a:ext cx="2186752" cy="424283"/>
              </a:xfrm>
              <a:prstGeom prst="rect">
                <a:avLst/>
              </a:prstGeom>
              <a:solidFill>
                <a:schemeClr val="bg1">
                  <a:lumMod val="85000"/>
                </a:schemeClr>
              </a:solidFill>
            </p:spPr>
            <p:txBody>
              <a:bodyPr>
                <a:noAutofit/>
              </a:bodyPr>
              <a:lstStyle/>
              <a:p>
                <a:pPr/>
                <a14:m>
                  <m:oMathPara xmlns:m="http://schemas.openxmlformats.org/officeDocument/2006/math">
                    <m:oMathParaPr>
                      <m:jc m:val="left"/>
                    </m:oMathParaPr>
                    <m:oMath>
                      <m:r>
                        <m:rPr>
                          <m:sty m:val="p"/>
                        </m:rPr>
                        <a:rPr lang="en-US" sz="2400">
                          <a:solidFill>
                            <a:srgbClr val="000000"/>
                          </a:solidFill>
                          <a:latin typeface="Cambria Math" panose="02040503050406030204" pitchFamily="18" charset="0"/>
                        </a:rPr>
                        <m:t>T</m:t>
                      </m:r>
                      <m:r>
                        <m:rPr>
                          <m:aln/>
                        </m:rPr>
                        <a:rPr lang="en-US" sz="2400">
                          <a:solidFill>
                            <a:srgbClr val="000000"/>
                          </a:solidFill>
                          <a:latin typeface="Cambria Math" panose="02040503050406030204" pitchFamily="18" charset="0"/>
                        </a:rPr>
                        <m:t>=</m:t>
                      </m:r>
                      <m:r>
                        <m:rPr>
                          <m:sty m:val="p"/>
                        </m:rPr>
                        <a:rPr lang="en-US" sz="2400">
                          <a:solidFill>
                            <a:srgbClr val="000000"/>
                          </a:solidFill>
                          <a:latin typeface="Cambria Math" panose="02040503050406030204" pitchFamily="18" charset="0"/>
                        </a:rPr>
                        <m:t>mg</m:t>
                      </m:r>
                      <m:r>
                        <a:rPr lang="en-US" sz="2400">
                          <a:solidFill>
                            <a:srgbClr val="000000"/>
                          </a:solidFill>
                          <a:latin typeface="Cambria Math" panose="02040503050406030204" pitchFamily="18" charset="0"/>
                        </a:rPr>
                        <m:t>−</m:t>
                      </m:r>
                      <m:r>
                        <m:rPr>
                          <m:sty m:val="p"/>
                        </m:rPr>
                        <a:rPr lang="en-US" sz="2400">
                          <a:solidFill>
                            <a:srgbClr val="000000"/>
                          </a:solidFill>
                          <a:latin typeface="Cambria Math" panose="02040503050406030204" pitchFamily="18" charset="0"/>
                        </a:rPr>
                        <m:t>m</m:t>
                      </m:r>
                      <m:sSub>
                        <m:sSubPr>
                          <m:ctrlPr>
                            <a:rPr lang="en-US" sz="2400">
                              <a:solidFill>
                                <a:srgbClr val="000000"/>
                              </a:solidFill>
                              <a:latin typeface="Cambria Math" panose="02040503050406030204" pitchFamily="18" charset="0"/>
                            </a:rPr>
                          </m:ctrlPr>
                        </m:sSubPr>
                        <m:e>
                          <m:r>
                            <m:rPr>
                              <m:sty m:val="p"/>
                            </m:rPr>
                            <a:rPr lang="en-US" sz="2400">
                              <a:solidFill>
                                <a:srgbClr val="000000"/>
                              </a:solidFill>
                              <a:latin typeface="Cambria Math" panose="02040503050406030204" pitchFamily="18" charset="0"/>
                            </a:rPr>
                            <m:t>a</m:t>
                          </m:r>
                        </m:e>
                        <m:sub>
                          <m:r>
                            <m:rPr>
                              <m:sty m:val="p"/>
                            </m:rPr>
                            <a:rPr lang="en-US" sz="2400">
                              <a:solidFill>
                                <a:srgbClr val="000000"/>
                              </a:solidFill>
                              <a:latin typeface="Cambria Math" panose="02040503050406030204" pitchFamily="18" charset="0"/>
                            </a:rPr>
                            <m:t>y</m:t>
                          </m:r>
                        </m:sub>
                      </m:sSub>
                    </m:oMath>
                  </m:oMathPara>
                </a14:m>
                <a:br>
                  <a:rPr lang="en-US" sz="2400" dirty="0">
                    <a:solidFill>
                      <a:srgbClr val="000000"/>
                    </a:solidFill>
                    <a:latin typeface="Cambria Math" panose="02040503050406030204" pitchFamily="18" charset="0"/>
                  </a:rPr>
                </a:br>
                <a:endParaRPr lang="en-US" sz="2400" dirty="0"/>
              </a:p>
            </p:txBody>
          </p:sp>
        </mc:Choice>
        <mc:Fallback xmlns="">
          <p:sp>
            <p:nvSpPr>
              <p:cNvPr id="15" name="Object 8">
                <a:extLst>
                  <a:ext uri="{FF2B5EF4-FFF2-40B4-BE49-F238E27FC236}">
                    <a16:creationId xmlns:a16="http://schemas.microsoft.com/office/drawing/2014/main" id="{F8B39640-CB91-5556-58C1-7E037066F3A5}"/>
                  </a:ext>
                </a:extLst>
              </p:cNvPr>
              <p:cNvSpPr txBox="1">
                <a:spLocks noRot="1" noChangeAspect="1" noMove="1" noResize="1" noEditPoints="1" noAdjustHandles="1" noChangeArrowheads="1" noChangeShapeType="1" noTextEdit="1"/>
              </p:cNvSpPr>
              <p:nvPr/>
            </p:nvSpPr>
            <p:spPr bwMode="auto">
              <a:xfrm>
                <a:off x="7222972" y="4692155"/>
                <a:ext cx="2186752" cy="424283"/>
              </a:xfrm>
              <a:prstGeom prst="rect">
                <a:avLst/>
              </a:prstGeom>
              <a:blipFill>
                <a:blip r:embed="rId9"/>
                <a:stretch>
                  <a:fillRect l="-836" b="-260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ABCE3CCD-4265-1405-6174-768ECEF3CBCB}"/>
                  </a:ext>
                </a:extLst>
              </p:cNvPr>
              <p:cNvSpPr txBox="1"/>
              <p:nvPr/>
            </p:nvSpPr>
            <p:spPr>
              <a:xfrm>
                <a:off x="6155474" y="4066047"/>
                <a:ext cx="4848588" cy="424283"/>
              </a:xfrm>
              <a:prstGeom prst="rect">
                <a:avLst/>
              </a:prstGeom>
              <a:noFill/>
            </p:spPr>
            <p:txBody>
              <a:bodyPr wrap="square">
                <a:spAutoFit/>
              </a:bodyPr>
              <a:lstStyle/>
              <a:p>
                <a:pPr/>
                <a14:m>
                  <m:oMathPara xmlns:m="http://schemas.openxmlformats.org/officeDocument/2006/math">
                    <m:oMathParaPr>
                      <m:jc m:val="left"/>
                    </m:oMathParaPr>
                    <m:oMath>
                      <m:r>
                        <a:rPr lang="en-US" sz="2000" i="1" smtClean="0">
                          <a:solidFill>
                            <a:srgbClr val="FF0000"/>
                          </a:solidFill>
                          <a:latin typeface="Cambria Math" panose="02040503050406030204" pitchFamily="18" charset="0"/>
                        </a:rPr>
                        <m:t>𝑎𝑐𝑐𝑒𝑙𝑒𝑟𝑎𝑡𝑖𝑛𝑔</m:t>
                      </m:r>
                      <m:r>
                        <a:rPr lang="en-US" sz="2000" i="1">
                          <a:solidFill>
                            <a:srgbClr val="0070C0"/>
                          </a:solidFill>
                          <a:latin typeface="Cambria Math" panose="02040503050406030204" pitchFamily="18" charset="0"/>
                        </a:rPr>
                        <m:t> </m:t>
                      </m:r>
                      <m:r>
                        <a:rPr lang="en-US" sz="2000" i="1">
                          <a:solidFill>
                            <a:srgbClr val="0070C0"/>
                          </a:solidFill>
                          <a:latin typeface="Cambria Math" panose="02040503050406030204" pitchFamily="18" charset="0"/>
                        </a:rPr>
                        <m:t>𝑑𝑜𝑤𝑛𝑤𝑎𝑟𝑑</m:t>
                      </m:r>
                      <m:r>
                        <a:rPr lang="en-US" sz="2000" i="1">
                          <a:solidFill>
                            <a:srgbClr val="0070C0"/>
                          </a:solidFill>
                          <a:latin typeface="Cambria Math" panose="02040503050406030204" pitchFamily="18" charset="0"/>
                        </a:rPr>
                        <m:t> </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𝑎</m:t>
                          </m:r>
                        </m:e>
                        <m:sub>
                          <m:r>
                            <a:rPr lang="en-US" sz="2000" i="1">
                              <a:solidFill>
                                <a:srgbClr val="000000"/>
                              </a:solidFill>
                              <a:latin typeface="Cambria Math" panose="02040503050406030204" pitchFamily="18" charset="0"/>
                            </a:rPr>
                            <m:t>𝑦</m:t>
                          </m:r>
                        </m:sub>
                      </m:sSub>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𝑛𝑒𝑔𝑎𝑡𝑖𝑣𝑒</m:t>
                      </m:r>
                    </m:oMath>
                  </m:oMathPara>
                </a14:m>
                <a:endParaRPr lang="en-US" sz="2000" dirty="0"/>
              </a:p>
            </p:txBody>
          </p:sp>
        </mc:Choice>
        <mc:Fallback xmlns="">
          <p:sp>
            <p:nvSpPr>
              <p:cNvPr id="16" name="TextBox 15">
                <a:extLst>
                  <a:ext uri="{FF2B5EF4-FFF2-40B4-BE49-F238E27FC236}">
                    <a16:creationId xmlns:a16="http://schemas.microsoft.com/office/drawing/2014/main" id="{ABCE3CCD-4265-1405-6174-768ECEF3CBCB}"/>
                  </a:ext>
                </a:extLst>
              </p:cNvPr>
              <p:cNvSpPr txBox="1">
                <a:spLocks noRot="1" noChangeAspect="1" noMove="1" noResize="1" noEditPoints="1" noAdjustHandles="1" noChangeArrowheads="1" noChangeShapeType="1" noTextEdit="1"/>
              </p:cNvSpPr>
              <p:nvPr/>
            </p:nvSpPr>
            <p:spPr>
              <a:xfrm>
                <a:off x="6155474" y="4066047"/>
                <a:ext cx="4848588" cy="424283"/>
              </a:xfrm>
              <a:prstGeom prst="rect">
                <a:avLst/>
              </a:prstGeom>
              <a:blipFill>
                <a:blip r:embed="rId10"/>
                <a:stretch>
                  <a:fillRect l="-629" b="-8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B89AE552-1B92-62D5-C4FA-B1ECE515B531}"/>
                  </a:ext>
                </a:extLst>
              </p:cNvPr>
              <p:cNvSpPr txBox="1"/>
              <p:nvPr/>
            </p:nvSpPr>
            <p:spPr>
              <a:xfrm>
                <a:off x="2955078" y="5290766"/>
                <a:ext cx="2910462" cy="461665"/>
              </a:xfrm>
              <a:prstGeom prst="rect">
                <a:avLst/>
              </a:prstGeom>
              <a:noFill/>
            </p:spPr>
            <p:txBody>
              <a:bodyPr wrap="square">
                <a:spAutoFit/>
              </a:bodyPr>
              <a:lstStyle/>
              <a:p>
                <a:pPr/>
                <a14:m>
                  <m:oMathPara xmlns:m="http://schemas.openxmlformats.org/officeDocument/2006/math">
                    <m:oMathParaPr>
                      <m:jc m:val="left"/>
                    </m:oMathParaPr>
                    <m:oMath>
                      <m:r>
                        <a:rPr lang="en-US" sz="2400" i="1">
                          <a:solidFill>
                            <a:srgbClr val="000000"/>
                          </a:solidFill>
                          <a:latin typeface="Cambria Math" panose="02040503050406030204" pitchFamily="18" charset="0"/>
                        </a:rPr>
                        <m:t>=40.0+4.08 (2.00)</m:t>
                      </m:r>
                    </m:oMath>
                  </m:oMathPara>
                </a14:m>
                <a:endParaRPr lang="en-US" sz="2400" dirty="0"/>
              </a:p>
            </p:txBody>
          </p:sp>
        </mc:Choice>
        <mc:Fallback xmlns="">
          <p:sp>
            <p:nvSpPr>
              <p:cNvPr id="18" name="TextBox 17">
                <a:extLst>
                  <a:ext uri="{FF2B5EF4-FFF2-40B4-BE49-F238E27FC236}">
                    <a16:creationId xmlns:a16="http://schemas.microsoft.com/office/drawing/2014/main" id="{B89AE552-1B92-62D5-C4FA-B1ECE515B531}"/>
                  </a:ext>
                </a:extLst>
              </p:cNvPr>
              <p:cNvSpPr txBox="1">
                <a:spLocks noRot="1" noChangeAspect="1" noMove="1" noResize="1" noEditPoints="1" noAdjustHandles="1" noChangeArrowheads="1" noChangeShapeType="1" noTextEdit="1"/>
              </p:cNvSpPr>
              <p:nvPr/>
            </p:nvSpPr>
            <p:spPr>
              <a:xfrm>
                <a:off x="2955078" y="5290766"/>
                <a:ext cx="2910462" cy="461665"/>
              </a:xfrm>
              <a:prstGeom prst="rect">
                <a:avLst/>
              </a:prstGeom>
              <a:blipFill>
                <a:blip r:embed="rId11"/>
                <a:stretch>
                  <a:fillRect r="-839" b="-15789"/>
                </a:stretch>
              </a:blipFill>
            </p:spPr>
            <p:txBody>
              <a:bodyPr/>
              <a:lstStyle/>
              <a:p>
                <a:r>
                  <a:rPr lang="en-US">
                    <a:noFill/>
                  </a:rPr>
                  <a:t> </a:t>
                </a:r>
              </a:p>
            </p:txBody>
          </p:sp>
        </mc:Fallback>
      </mc:AlternateContent>
      <p:cxnSp>
        <p:nvCxnSpPr>
          <p:cNvPr id="20" name="Straight Connector 19">
            <a:extLst>
              <a:ext uri="{FF2B5EF4-FFF2-40B4-BE49-F238E27FC236}">
                <a16:creationId xmlns:a16="http://schemas.microsoft.com/office/drawing/2014/main" id="{9B1201BE-6679-5E4C-8E0D-79AC5FAE5D8C}"/>
              </a:ext>
            </a:extLst>
          </p:cNvPr>
          <p:cNvCxnSpPr>
            <a:cxnSpLocks/>
          </p:cNvCxnSpPr>
          <p:nvPr/>
        </p:nvCxnSpPr>
        <p:spPr>
          <a:xfrm>
            <a:off x="5917580" y="4066047"/>
            <a:ext cx="0" cy="2781084"/>
          </a:xfrm>
          <a:prstGeom prst="line">
            <a:avLst/>
          </a:prstGeom>
          <a:ln w="19050">
            <a:solidFill>
              <a:srgbClr val="0070C0"/>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0460EB4F-0D12-7851-E333-6D2685486A53}"/>
                  </a:ext>
                </a:extLst>
              </p:cNvPr>
              <p:cNvSpPr txBox="1"/>
              <p:nvPr/>
            </p:nvSpPr>
            <p:spPr>
              <a:xfrm>
                <a:off x="7508468" y="5353958"/>
                <a:ext cx="2910462" cy="461665"/>
              </a:xfrm>
              <a:prstGeom prst="rect">
                <a:avLst/>
              </a:prstGeom>
              <a:noFill/>
            </p:spPr>
            <p:txBody>
              <a:bodyPr wrap="square">
                <a:spAutoFit/>
              </a:bodyPr>
              <a:lstStyle/>
              <a:p>
                <a:pPr/>
                <a14:m>
                  <m:oMathPara xmlns:m="http://schemas.openxmlformats.org/officeDocument/2006/math">
                    <m:oMathParaPr>
                      <m:jc m:val="left"/>
                    </m:oMathParaPr>
                    <m:oMath>
                      <m:r>
                        <a:rPr lang="en-US" sz="2400" i="1">
                          <a:solidFill>
                            <a:srgbClr val="000000"/>
                          </a:solidFill>
                          <a:latin typeface="Cambria Math" panose="02040503050406030204" pitchFamily="18" charset="0"/>
                        </a:rPr>
                        <m:t>=40.0−4.08 (2.00)</m:t>
                      </m:r>
                    </m:oMath>
                  </m:oMathPara>
                </a14:m>
                <a:endParaRPr lang="en-US" sz="2400" dirty="0"/>
              </a:p>
            </p:txBody>
          </p:sp>
        </mc:Choice>
        <mc:Fallback xmlns="">
          <p:sp>
            <p:nvSpPr>
              <p:cNvPr id="21" name="TextBox 20">
                <a:extLst>
                  <a:ext uri="{FF2B5EF4-FFF2-40B4-BE49-F238E27FC236}">
                    <a16:creationId xmlns:a16="http://schemas.microsoft.com/office/drawing/2014/main" id="{0460EB4F-0D12-7851-E333-6D2685486A53}"/>
                  </a:ext>
                </a:extLst>
              </p:cNvPr>
              <p:cNvSpPr txBox="1">
                <a:spLocks noRot="1" noChangeAspect="1" noMove="1" noResize="1" noEditPoints="1" noAdjustHandles="1" noChangeArrowheads="1" noChangeShapeType="1" noTextEdit="1"/>
              </p:cNvSpPr>
              <p:nvPr/>
            </p:nvSpPr>
            <p:spPr>
              <a:xfrm>
                <a:off x="7508468" y="5353958"/>
                <a:ext cx="2910462" cy="461665"/>
              </a:xfrm>
              <a:prstGeom prst="rect">
                <a:avLst/>
              </a:prstGeom>
              <a:blipFill>
                <a:blip r:embed="rId12"/>
                <a:stretch>
                  <a:fillRect r="-839" b="-15789"/>
                </a:stretch>
              </a:blipFill>
            </p:spPr>
            <p:txBody>
              <a:bodyPr/>
              <a:lstStyle/>
              <a:p>
                <a:r>
                  <a:rPr lang="en-US">
                    <a:noFill/>
                  </a:rPr>
                  <a:t> </a:t>
                </a:r>
              </a:p>
            </p:txBody>
          </p:sp>
        </mc:Fallback>
      </mc:AlternateContent>
      <p:sp>
        <p:nvSpPr>
          <p:cNvPr id="7" name="Title 3">
            <a:extLst>
              <a:ext uri="{FF2B5EF4-FFF2-40B4-BE49-F238E27FC236}">
                <a16:creationId xmlns:a16="http://schemas.microsoft.com/office/drawing/2014/main" id="{6735E351-768B-6799-D1E3-383B0CEBCDA1}"/>
              </a:ext>
            </a:extLst>
          </p:cNvPr>
          <p:cNvSpPr txBox="1">
            <a:spLocks/>
          </p:cNvSpPr>
          <p:nvPr/>
        </p:nvSpPr>
        <p:spPr>
          <a:xfrm>
            <a:off x="0" y="-7441"/>
            <a:ext cx="12192000" cy="757130"/>
          </a:xfrm>
          <a:prstGeom prst="rect">
            <a:avLst/>
          </a:prstGeom>
          <a:solidFill>
            <a:schemeClr val="bg2">
              <a:lumMod val="75000"/>
            </a:schemeClr>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dirty="0">
                <a:latin typeface="Times New Roman" panose="02020603050405020304" pitchFamily="18" charset="0"/>
                <a:ea typeface="STKaiti" panose="020B0503020204020204" pitchFamily="2" charset="-122"/>
                <a:cs typeface="Times New Roman" panose="02020603050405020304" pitchFamily="18" charset="0"/>
              </a:rPr>
              <a:t>Example: </a:t>
            </a:r>
            <a:r>
              <a:rPr lang="en-US" sz="4800" b="1" dirty="0">
                <a:latin typeface="Times New Roman" panose="02020603050405020304" pitchFamily="18" charset="0"/>
                <a:cs typeface="Times New Roman" panose="02020603050405020304" pitchFamily="18" charset="0"/>
              </a:rPr>
              <a:t>Weighing a Fish in an Elevator </a:t>
            </a:r>
            <a:endParaRPr lang="en-US" sz="4800" b="1" dirty="0">
              <a:latin typeface="Times New Roman" panose="02020603050405020304" pitchFamily="18" charset="0"/>
              <a:ea typeface="STKaiti" panose="020B0503020204020204" pitchFamily="2" charset="-122"/>
              <a:cs typeface="Times New Roman" panose="02020603050405020304" pitchFamily="18" charset="0"/>
            </a:endParaRPr>
          </a:p>
        </p:txBody>
      </p:sp>
    </p:spTree>
    <p:extLst>
      <p:ext uri="{BB962C8B-B14F-4D97-AF65-F5344CB8AC3E}">
        <p14:creationId xmlns:p14="http://schemas.microsoft.com/office/powerpoint/2010/main" val="3831234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2" grpId="0"/>
      <p:bldP spid="13" grpId="0" animBg="1"/>
      <p:bldP spid="14" grpId="0"/>
      <p:bldP spid="15" grpId="0" animBg="1"/>
      <p:bldP spid="16" grpId="0"/>
      <p:bldP spid="18" grpId="0"/>
      <p:bldP spid="21"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484C9-4C71-46C7-1471-F3F3F0AAC6B9}"/>
            </a:ext>
          </a:extLst>
        </p:cNvPr>
        <p:cNvGrpSpPr/>
        <p:nvPr/>
      </p:nvGrpSpPr>
      <p:grpSpPr>
        <a:xfrm>
          <a:off x="0" y="0"/>
          <a:ext cx="0" cy="0"/>
          <a:chOff x="0" y="0"/>
          <a:chExt cx="0" cy="0"/>
        </a:xfrm>
      </p:grpSpPr>
      <p:grpSp>
        <p:nvGrpSpPr>
          <p:cNvPr id="34" name="Group 33">
            <a:extLst>
              <a:ext uri="{FF2B5EF4-FFF2-40B4-BE49-F238E27FC236}">
                <a16:creationId xmlns:a16="http://schemas.microsoft.com/office/drawing/2014/main" id="{978E3D1B-1CBD-571E-553D-9CCC9965E45F}"/>
              </a:ext>
            </a:extLst>
          </p:cNvPr>
          <p:cNvGrpSpPr/>
          <p:nvPr/>
        </p:nvGrpSpPr>
        <p:grpSpPr>
          <a:xfrm>
            <a:off x="9400057" y="1864328"/>
            <a:ext cx="1601280" cy="1604880"/>
            <a:chOff x="6582966" y="1864328"/>
            <a:chExt cx="1601280" cy="1604880"/>
          </a:xfrm>
        </p:grpSpPr>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83EC8108-58C7-F4E0-738C-42C6069616BC}"/>
                    </a:ext>
                  </a:extLst>
                </p14:cNvPr>
                <p14:cNvContentPartPr/>
                <p14:nvPr/>
              </p14:nvContentPartPr>
              <p14:xfrm>
                <a:off x="6687726" y="1864328"/>
                <a:ext cx="1496520" cy="34920"/>
              </p14:xfrm>
            </p:contentPart>
          </mc:Choice>
          <mc:Fallback xmlns="">
            <p:pic>
              <p:nvPicPr>
                <p:cNvPr id="3" name="Ink 2">
                  <a:extLst>
                    <a:ext uri="{FF2B5EF4-FFF2-40B4-BE49-F238E27FC236}">
                      <a16:creationId xmlns:a16="http://schemas.microsoft.com/office/drawing/2014/main" id="{83EC8108-58C7-F4E0-738C-42C6069616BC}"/>
                    </a:ext>
                  </a:extLst>
                </p:cNvPr>
                <p:cNvPicPr/>
                <p:nvPr/>
              </p:nvPicPr>
              <p:blipFill>
                <a:blip r:embed="rId7"/>
                <a:stretch>
                  <a:fillRect/>
                </a:stretch>
              </p:blipFill>
              <p:spPr>
                <a:xfrm>
                  <a:off x="6679086" y="1855688"/>
                  <a:ext cx="151416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 name="Ink 3">
                  <a:extLst>
                    <a:ext uri="{FF2B5EF4-FFF2-40B4-BE49-F238E27FC236}">
                      <a16:creationId xmlns:a16="http://schemas.microsoft.com/office/drawing/2014/main" id="{223E6953-AB97-735A-A1D3-C04A4F525F88}"/>
                    </a:ext>
                  </a:extLst>
                </p14:cNvPr>
                <p14:cNvContentPartPr/>
                <p14:nvPr/>
              </p14:nvContentPartPr>
              <p14:xfrm>
                <a:off x="6617886" y="1920128"/>
                <a:ext cx="48240" cy="1495440"/>
              </p14:xfrm>
            </p:contentPart>
          </mc:Choice>
          <mc:Fallback xmlns="">
            <p:pic>
              <p:nvPicPr>
                <p:cNvPr id="4" name="Ink 3">
                  <a:extLst>
                    <a:ext uri="{FF2B5EF4-FFF2-40B4-BE49-F238E27FC236}">
                      <a16:creationId xmlns:a16="http://schemas.microsoft.com/office/drawing/2014/main" id="{223E6953-AB97-735A-A1D3-C04A4F525F88}"/>
                    </a:ext>
                  </a:extLst>
                </p:cNvPr>
                <p:cNvPicPr/>
                <p:nvPr/>
              </p:nvPicPr>
              <p:blipFill>
                <a:blip r:embed="rId9"/>
                <a:stretch>
                  <a:fillRect/>
                </a:stretch>
              </p:blipFill>
              <p:spPr>
                <a:xfrm>
                  <a:off x="6608886" y="1911128"/>
                  <a:ext cx="65880" cy="15130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 name="Ink 4">
                  <a:extLst>
                    <a:ext uri="{FF2B5EF4-FFF2-40B4-BE49-F238E27FC236}">
                      <a16:creationId xmlns:a16="http://schemas.microsoft.com/office/drawing/2014/main" id="{1C337D47-42A9-CA66-4344-547B3379FB88}"/>
                    </a:ext>
                  </a:extLst>
                </p14:cNvPr>
                <p14:cNvContentPartPr/>
                <p14:nvPr/>
              </p14:nvContentPartPr>
              <p14:xfrm>
                <a:off x="6582966" y="3383888"/>
                <a:ext cx="1324080" cy="43560"/>
              </p14:xfrm>
            </p:contentPart>
          </mc:Choice>
          <mc:Fallback xmlns="">
            <p:pic>
              <p:nvPicPr>
                <p:cNvPr id="5" name="Ink 4">
                  <a:extLst>
                    <a:ext uri="{FF2B5EF4-FFF2-40B4-BE49-F238E27FC236}">
                      <a16:creationId xmlns:a16="http://schemas.microsoft.com/office/drawing/2014/main" id="{1C337D47-42A9-CA66-4344-547B3379FB88}"/>
                    </a:ext>
                  </a:extLst>
                </p:cNvPr>
                <p:cNvPicPr/>
                <p:nvPr/>
              </p:nvPicPr>
              <p:blipFill>
                <a:blip r:embed="rId11"/>
                <a:stretch>
                  <a:fillRect/>
                </a:stretch>
              </p:blipFill>
              <p:spPr>
                <a:xfrm>
                  <a:off x="6574326" y="3374888"/>
                  <a:ext cx="1341720" cy="612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BD8453BA-6F10-FEB6-A83F-E00757B37F9F}"/>
                    </a:ext>
                  </a:extLst>
                </p14:cNvPr>
                <p14:cNvContentPartPr/>
                <p14:nvPr/>
              </p14:nvContentPartPr>
              <p14:xfrm>
                <a:off x="7904526" y="1923728"/>
                <a:ext cx="240120" cy="1545480"/>
              </p14:xfrm>
            </p:contentPart>
          </mc:Choice>
          <mc:Fallback xmlns="">
            <p:pic>
              <p:nvPicPr>
                <p:cNvPr id="8" name="Ink 7">
                  <a:extLst>
                    <a:ext uri="{FF2B5EF4-FFF2-40B4-BE49-F238E27FC236}">
                      <a16:creationId xmlns:a16="http://schemas.microsoft.com/office/drawing/2014/main" id="{BD8453BA-6F10-FEB6-A83F-E00757B37F9F}"/>
                    </a:ext>
                  </a:extLst>
                </p:cNvPr>
                <p:cNvPicPr/>
                <p:nvPr/>
              </p:nvPicPr>
              <p:blipFill>
                <a:blip r:embed="rId13"/>
                <a:stretch>
                  <a:fillRect/>
                </a:stretch>
              </p:blipFill>
              <p:spPr>
                <a:xfrm>
                  <a:off x="7895526" y="1915088"/>
                  <a:ext cx="257760" cy="15631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6D5D7958-45BE-266F-50C0-0758450DF3E1}"/>
                    </a:ext>
                  </a:extLst>
                </p14:cNvPr>
                <p14:cNvContentPartPr/>
                <p14:nvPr/>
              </p14:nvContentPartPr>
              <p14:xfrm>
                <a:off x="6964206" y="3183008"/>
                <a:ext cx="46800" cy="236880"/>
              </p14:xfrm>
            </p:contentPart>
          </mc:Choice>
          <mc:Fallback xmlns="">
            <p:pic>
              <p:nvPicPr>
                <p:cNvPr id="9" name="Ink 8">
                  <a:extLst>
                    <a:ext uri="{FF2B5EF4-FFF2-40B4-BE49-F238E27FC236}">
                      <a16:creationId xmlns:a16="http://schemas.microsoft.com/office/drawing/2014/main" id="{6D5D7958-45BE-266F-50C0-0758450DF3E1}"/>
                    </a:ext>
                  </a:extLst>
                </p:cNvPr>
                <p:cNvPicPr/>
                <p:nvPr/>
              </p:nvPicPr>
              <p:blipFill>
                <a:blip r:embed="rId15"/>
                <a:stretch>
                  <a:fillRect/>
                </a:stretch>
              </p:blipFill>
              <p:spPr>
                <a:xfrm>
                  <a:off x="6955566" y="3174368"/>
                  <a:ext cx="64440" cy="2545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Ink 10">
                  <a:extLst>
                    <a:ext uri="{FF2B5EF4-FFF2-40B4-BE49-F238E27FC236}">
                      <a16:creationId xmlns:a16="http://schemas.microsoft.com/office/drawing/2014/main" id="{A17C05C7-9063-AFB3-0F50-69C51BD9864A}"/>
                    </a:ext>
                  </a:extLst>
                </p14:cNvPr>
                <p14:cNvContentPartPr/>
                <p14:nvPr/>
              </p14:nvContentPartPr>
              <p14:xfrm>
                <a:off x="6979326" y="3193808"/>
                <a:ext cx="762840" cy="158040"/>
              </p14:xfrm>
            </p:contentPart>
          </mc:Choice>
          <mc:Fallback xmlns="">
            <p:pic>
              <p:nvPicPr>
                <p:cNvPr id="11" name="Ink 10">
                  <a:extLst>
                    <a:ext uri="{FF2B5EF4-FFF2-40B4-BE49-F238E27FC236}">
                      <a16:creationId xmlns:a16="http://schemas.microsoft.com/office/drawing/2014/main" id="{A17C05C7-9063-AFB3-0F50-69C51BD9864A}"/>
                    </a:ext>
                  </a:extLst>
                </p:cNvPr>
                <p:cNvPicPr/>
                <p:nvPr/>
              </p:nvPicPr>
              <p:blipFill>
                <a:blip r:embed="rId17"/>
                <a:stretch>
                  <a:fillRect/>
                </a:stretch>
              </p:blipFill>
              <p:spPr>
                <a:xfrm>
                  <a:off x="6970686" y="3184808"/>
                  <a:ext cx="780480" cy="1756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Ink 11">
                  <a:extLst>
                    <a:ext uri="{FF2B5EF4-FFF2-40B4-BE49-F238E27FC236}">
                      <a16:creationId xmlns:a16="http://schemas.microsoft.com/office/drawing/2014/main" id="{10B40451-2C86-92D0-653D-A76ADB520CD4}"/>
                    </a:ext>
                  </a:extLst>
                </p14:cNvPr>
                <p14:cNvContentPartPr/>
                <p14:nvPr/>
              </p14:nvContentPartPr>
              <p14:xfrm>
                <a:off x="7003446" y="3255728"/>
                <a:ext cx="136080" cy="144720"/>
              </p14:xfrm>
            </p:contentPart>
          </mc:Choice>
          <mc:Fallback xmlns="">
            <p:pic>
              <p:nvPicPr>
                <p:cNvPr id="12" name="Ink 11">
                  <a:extLst>
                    <a:ext uri="{FF2B5EF4-FFF2-40B4-BE49-F238E27FC236}">
                      <a16:creationId xmlns:a16="http://schemas.microsoft.com/office/drawing/2014/main" id="{10B40451-2C86-92D0-653D-A76ADB520CD4}"/>
                    </a:ext>
                  </a:extLst>
                </p:cNvPr>
                <p:cNvPicPr/>
                <p:nvPr/>
              </p:nvPicPr>
              <p:blipFill>
                <a:blip r:embed="rId19"/>
                <a:stretch>
                  <a:fillRect/>
                </a:stretch>
              </p:blipFill>
              <p:spPr>
                <a:xfrm>
                  <a:off x="6994806" y="3247088"/>
                  <a:ext cx="15372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Ink 12">
                  <a:extLst>
                    <a:ext uri="{FF2B5EF4-FFF2-40B4-BE49-F238E27FC236}">
                      <a16:creationId xmlns:a16="http://schemas.microsoft.com/office/drawing/2014/main" id="{EE55F198-E4B6-2BFC-EF8D-F9E0656BC828}"/>
                    </a:ext>
                  </a:extLst>
                </p14:cNvPr>
                <p14:cNvContentPartPr/>
                <p14:nvPr/>
              </p14:nvContentPartPr>
              <p14:xfrm>
                <a:off x="7122966" y="3278048"/>
                <a:ext cx="108000" cy="107640"/>
              </p14:xfrm>
            </p:contentPart>
          </mc:Choice>
          <mc:Fallback xmlns="">
            <p:pic>
              <p:nvPicPr>
                <p:cNvPr id="13" name="Ink 12">
                  <a:extLst>
                    <a:ext uri="{FF2B5EF4-FFF2-40B4-BE49-F238E27FC236}">
                      <a16:creationId xmlns:a16="http://schemas.microsoft.com/office/drawing/2014/main" id="{EE55F198-E4B6-2BFC-EF8D-F9E0656BC828}"/>
                    </a:ext>
                  </a:extLst>
                </p:cNvPr>
                <p:cNvPicPr/>
                <p:nvPr/>
              </p:nvPicPr>
              <p:blipFill>
                <a:blip r:embed="rId21"/>
                <a:stretch>
                  <a:fillRect/>
                </a:stretch>
              </p:blipFill>
              <p:spPr>
                <a:xfrm>
                  <a:off x="7113966" y="3269048"/>
                  <a:ext cx="12564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4" name="Ink 13">
                  <a:extLst>
                    <a:ext uri="{FF2B5EF4-FFF2-40B4-BE49-F238E27FC236}">
                      <a16:creationId xmlns:a16="http://schemas.microsoft.com/office/drawing/2014/main" id="{E7598106-BF30-4D74-23A2-C51C9E7AB476}"/>
                    </a:ext>
                  </a:extLst>
                </p14:cNvPr>
                <p14:cNvContentPartPr/>
                <p14:nvPr/>
              </p14:nvContentPartPr>
              <p14:xfrm>
                <a:off x="7265166" y="3264728"/>
                <a:ext cx="81360" cy="135720"/>
              </p14:xfrm>
            </p:contentPart>
          </mc:Choice>
          <mc:Fallback xmlns="">
            <p:pic>
              <p:nvPicPr>
                <p:cNvPr id="14" name="Ink 13">
                  <a:extLst>
                    <a:ext uri="{FF2B5EF4-FFF2-40B4-BE49-F238E27FC236}">
                      <a16:creationId xmlns:a16="http://schemas.microsoft.com/office/drawing/2014/main" id="{E7598106-BF30-4D74-23A2-C51C9E7AB476}"/>
                    </a:ext>
                  </a:extLst>
                </p:cNvPr>
                <p:cNvPicPr/>
                <p:nvPr/>
              </p:nvPicPr>
              <p:blipFill>
                <a:blip r:embed="rId23"/>
                <a:stretch>
                  <a:fillRect/>
                </a:stretch>
              </p:blipFill>
              <p:spPr>
                <a:xfrm>
                  <a:off x="7256526" y="3256088"/>
                  <a:ext cx="99000" cy="1533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5" name="Ink 14">
                  <a:extLst>
                    <a:ext uri="{FF2B5EF4-FFF2-40B4-BE49-F238E27FC236}">
                      <a16:creationId xmlns:a16="http://schemas.microsoft.com/office/drawing/2014/main" id="{9B7109C3-344C-E9B0-C517-2B43C96C0D8B}"/>
                    </a:ext>
                  </a:extLst>
                </p14:cNvPr>
                <p14:cNvContentPartPr/>
                <p14:nvPr/>
              </p14:nvContentPartPr>
              <p14:xfrm>
                <a:off x="7263726" y="3358328"/>
                <a:ext cx="56520" cy="5760"/>
              </p14:xfrm>
            </p:contentPart>
          </mc:Choice>
          <mc:Fallback xmlns="">
            <p:pic>
              <p:nvPicPr>
                <p:cNvPr id="15" name="Ink 14">
                  <a:extLst>
                    <a:ext uri="{FF2B5EF4-FFF2-40B4-BE49-F238E27FC236}">
                      <a16:creationId xmlns:a16="http://schemas.microsoft.com/office/drawing/2014/main" id="{9B7109C3-344C-E9B0-C517-2B43C96C0D8B}"/>
                    </a:ext>
                  </a:extLst>
                </p:cNvPr>
                <p:cNvPicPr/>
                <p:nvPr/>
              </p:nvPicPr>
              <p:blipFill>
                <a:blip r:embed="rId25"/>
                <a:stretch>
                  <a:fillRect/>
                </a:stretch>
              </p:blipFill>
              <p:spPr>
                <a:xfrm>
                  <a:off x="7254726" y="3349328"/>
                  <a:ext cx="7416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6" name="Ink 15">
                  <a:extLst>
                    <a:ext uri="{FF2B5EF4-FFF2-40B4-BE49-F238E27FC236}">
                      <a16:creationId xmlns:a16="http://schemas.microsoft.com/office/drawing/2014/main" id="{3C885E31-F3FD-8262-E0BF-E1EF2350E0BA}"/>
                    </a:ext>
                  </a:extLst>
                </p14:cNvPr>
                <p14:cNvContentPartPr/>
                <p14:nvPr/>
              </p14:nvContentPartPr>
              <p14:xfrm>
                <a:off x="7412046" y="3285248"/>
                <a:ext cx="57600" cy="137520"/>
              </p14:xfrm>
            </p:contentPart>
          </mc:Choice>
          <mc:Fallback xmlns="">
            <p:pic>
              <p:nvPicPr>
                <p:cNvPr id="16" name="Ink 15">
                  <a:extLst>
                    <a:ext uri="{FF2B5EF4-FFF2-40B4-BE49-F238E27FC236}">
                      <a16:creationId xmlns:a16="http://schemas.microsoft.com/office/drawing/2014/main" id="{3C885E31-F3FD-8262-E0BF-E1EF2350E0BA}"/>
                    </a:ext>
                  </a:extLst>
                </p:cNvPr>
                <p:cNvPicPr/>
                <p:nvPr/>
              </p:nvPicPr>
              <p:blipFill>
                <a:blip r:embed="rId27"/>
                <a:stretch>
                  <a:fillRect/>
                </a:stretch>
              </p:blipFill>
              <p:spPr>
                <a:xfrm>
                  <a:off x="7403046" y="3276608"/>
                  <a:ext cx="75240" cy="1551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7" name="Ink 16">
                  <a:extLst>
                    <a:ext uri="{FF2B5EF4-FFF2-40B4-BE49-F238E27FC236}">
                      <a16:creationId xmlns:a16="http://schemas.microsoft.com/office/drawing/2014/main" id="{3380C77A-255B-C2D6-F00A-9C05F2DE6AD1}"/>
                    </a:ext>
                  </a:extLst>
                </p14:cNvPr>
                <p14:cNvContentPartPr/>
                <p14:nvPr/>
              </p14:nvContentPartPr>
              <p14:xfrm>
                <a:off x="7549206" y="3275888"/>
                <a:ext cx="44640" cy="146520"/>
              </p14:xfrm>
            </p:contentPart>
          </mc:Choice>
          <mc:Fallback xmlns="">
            <p:pic>
              <p:nvPicPr>
                <p:cNvPr id="17" name="Ink 16">
                  <a:extLst>
                    <a:ext uri="{FF2B5EF4-FFF2-40B4-BE49-F238E27FC236}">
                      <a16:creationId xmlns:a16="http://schemas.microsoft.com/office/drawing/2014/main" id="{3380C77A-255B-C2D6-F00A-9C05F2DE6AD1}"/>
                    </a:ext>
                  </a:extLst>
                </p:cNvPr>
                <p:cNvPicPr/>
                <p:nvPr/>
              </p:nvPicPr>
              <p:blipFill>
                <a:blip r:embed="rId29"/>
                <a:stretch>
                  <a:fillRect/>
                </a:stretch>
              </p:blipFill>
              <p:spPr>
                <a:xfrm>
                  <a:off x="7540206" y="3267248"/>
                  <a:ext cx="6228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8" name="Ink 17">
                  <a:extLst>
                    <a:ext uri="{FF2B5EF4-FFF2-40B4-BE49-F238E27FC236}">
                      <a16:creationId xmlns:a16="http://schemas.microsoft.com/office/drawing/2014/main" id="{B9CCD20A-B1C9-FEFF-FF5E-6B0E548BAFB6}"/>
                    </a:ext>
                  </a:extLst>
                </p14:cNvPr>
                <p14:cNvContentPartPr/>
                <p14:nvPr/>
              </p14:nvContentPartPr>
              <p14:xfrm>
                <a:off x="7560366" y="3338888"/>
                <a:ext cx="28080" cy="22320"/>
              </p14:xfrm>
            </p:contentPart>
          </mc:Choice>
          <mc:Fallback xmlns="">
            <p:pic>
              <p:nvPicPr>
                <p:cNvPr id="18" name="Ink 17">
                  <a:extLst>
                    <a:ext uri="{FF2B5EF4-FFF2-40B4-BE49-F238E27FC236}">
                      <a16:creationId xmlns:a16="http://schemas.microsoft.com/office/drawing/2014/main" id="{B9CCD20A-B1C9-FEFF-FF5E-6B0E548BAFB6}"/>
                    </a:ext>
                  </a:extLst>
                </p:cNvPr>
                <p:cNvPicPr/>
                <p:nvPr/>
              </p:nvPicPr>
              <p:blipFill>
                <a:blip r:embed="rId31"/>
                <a:stretch>
                  <a:fillRect/>
                </a:stretch>
              </p:blipFill>
              <p:spPr>
                <a:xfrm>
                  <a:off x="7551726" y="3329888"/>
                  <a:ext cx="4572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9" name="Ink 18">
                  <a:extLst>
                    <a:ext uri="{FF2B5EF4-FFF2-40B4-BE49-F238E27FC236}">
                      <a16:creationId xmlns:a16="http://schemas.microsoft.com/office/drawing/2014/main" id="{2E8134EE-A595-06A9-E53E-9C43B58DB885}"/>
                    </a:ext>
                  </a:extLst>
                </p14:cNvPr>
                <p14:cNvContentPartPr/>
                <p14:nvPr/>
              </p14:nvContentPartPr>
              <p14:xfrm>
                <a:off x="7555686" y="3280208"/>
                <a:ext cx="102600" cy="17640"/>
              </p14:xfrm>
            </p:contentPart>
          </mc:Choice>
          <mc:Fallback xmlns="">
            <p:pic>
              <p:nvPicPr>
                <p:cNvPr id="19" name="Ink 18">
                  <a:extLst>
                    <a:ext uri="{FF2B5EF4-FFF2-40B4-BE49-F238E27FC236}">
                      <a16:creationId xmlns:a16="http://schemas.microsoft.com/office/drawing/2014/main" id="{2E8134EE-A595-06A9-E53E-9C43B58DB885}"/>
                    </a:ext>
                  </a:extLst>
                </p:cNvPr>
                <p:cNvPicPr/>
                <p:nvPr/>
              </p:nvPicPr>
              <p:blipFill>
                <a:blip r:embed="rId33"/>
                <a:stretch>
                  <a:fillRect/>
                </a:stretch>
              </p:blipFill>
              <p:spPr>
                <a:xfrm>
                  <a:off x="7547046" y="3271208"/>
                  <a:ext cx="12024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1" name="Ink 20">
                  <a:extLst>
                    <a:ext uri="{FF2B5EF4-FFF2-40B4-BE49-F238E27FC236}">
                      <a16:creationId xmlns:a16="http://schemas.microsoft.com/office/drawing/2014/main" id="{CA62DB7F-B58D-13B0-4F36-99ABD269E154}"/>
                    </a:ext>
                  </a:extLst>
                </p14:cNvPr>
                <p14:cNvContentPartPr/>
                <p14:nvPr/>
              </p14:nvContentPartPr>
              <p14:xfrm>
                <a:off x="7178046" y="2579648"/>
                <a:ext cx="321840" cy="235080"/>
              </p14:xfrm>
            </p:contentPart>
          </mc:Choice>
          <mc:Fallback xmlns="">
            <p:pic>
              <p:nvPicPr>
                <p:cNvPr id="21" name="Ink 20">
                  <a:extLst>
                    <a:ext uri="{FF2B5EF4-FFF2-40B4-BE49-F238E27FC236}">
                      <a16:creationId xmlns:a16="http://schemas.microsoft.com/office/drawing/2014/main" id="{CA62DB7F-B58D-13B0-4F36-99ABD269E154}"/>
                    </a:ext>
                  </a:extLst>
                </p:cNvPr>
                <p:cNvPicPr/>
                <p:nvPr/>
              </p:nvPicPr>
              <p:blipFill>
                <a:blip r:embed="rId35"/>
                <a:stretch>
                  <a:fillRect/>
                </a:stretch>
              </p:blipFill>
              <p:spPr>
                <a:xfrm>
                  <a:off x="7169046" y="2571008"/>
                  <a:ext cx="339480" cy="2527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2" name="Ink 21">
                  <a:extLst>
                    <a:ext uri="{FF2B5EF4-FFF2-40B4-BE49-F238E27FC236}">
                      <a16:creationId xmlns:a16="http://schemas.microsoft.com/office/drawing/2014/main" id="{448AC52D-268D-7AE6-75ED-DE573FA8EAAE}"/>
                    </a:ext>
                  </a:extLst>
                </p14:cNvPr>
                <p14:cNvContentPartPr/>
                <p14:nvPr/>
              </p14:nvContentPartPr>
              <p14:xfrm>
                <a:off x="7251486" y="2845328"/>
                <a:ext cx="39240" cy="314640"/>
              </p14:xfrm>
            </p:contentPart>
          </mc:Choice>
          <mc:Fallback xmlns="">
            <p:pic>
              <p:nvPicPr>
                <p:cNvPr id="22" name="Ink 21">
                  <a:extLst>
                    <a:ext uri="{FF2B5EF4-FFF2-40B4-BE49-F238E27FC236}">
                      <a16:creationId xmlns:a16="http://schemas.microsoft.com/office/drawing/2014/main" id="{448AC52D-268D-7AE6-75ED-DE573FA8EAAE}"/>
                    </a:ext>
                  </a:extLst>
                </p:cNvPr>
                <p:cNvPicPr/>
                <p:nvPr/>
              </p:nvPicPr>
              <p:blipFill>
                <a:blip r:embed="rId37"/>
                <a:stretch>
                  <a:fillRect/>
                </a:stretch>
              </p:blipFill>
              <p:spPr>
                <a:xfrm>
                  <a:off x="7242846" y="2836688"/>
                  <a:ext cx="56880" cy="3322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5" name="Ink 24">
                  <a:extLst>
                    <a:ext uri="{FF2B5EF4-FFF2-40B4-BE49-F238E27FC236}">
                      <a16:creationId xmlns:a16="http://schemas.microsoft.com/office/drawing/2014/main" id="{08366CDC-D4C0-E173-946F-7FCE0B155DF9}"/>
                    </a:ext>
                  </a:extLst>
                </p14:cNvPr>
                <p14:cNvContentPartPr/>
                <p14:nvPr/>
              </p14:nvContentPartPr>
              <p14:xfrm>
                <a:off x="7264806" y="2870528"/>
                <a:ext cx="263520" cy="118800"/>
              </p14:xfrm>
            </p:contentPart>
          </mc:Choice>
          <mc:Fallback xmlns="">
            <p:pic>
              <p:nvPicPr>
                <p:cNvPr id="25" name="Ink 24">
                  <a:extLst>
                    <a:ext uri="{FF2B5EF4-FFF2-40B4-BE49-F238E27FC236}">
                      <a16:creationId xmlns:a16="http://schemas.microsoft.com/office/drawing/2014/main" id="{08366CDC-D4C0-E173-946F-7FCE0B155DF9}"/>
                    </a:ext>
                  </a:extLst>
                </p:cNvPr>
                <p:cNvPicPr/>
                <p:nvPr/>
              </p:nvPicPr>
              <p:blipFill>
                <a:blip r:embed="rId39"/>
                <a:stretch>
                  <a:fillRect/>
                </a:stretch>
              </p:blipFill>
              <p:spPr>
                <a:xfrm>
                  <a:off x="7255806" y="2861888"/>
                  <a:ext cx="28116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6" name="Ink 25">
                  <a:extLst>
                    <a:ext uri="{FF2B5EF4-FFF2-40B4-BE49-F238E27FC236}">
                      <a16:creationId xmlns:a16="http://schemas.microsoft.com/office/drawing/2014/main" id="{4A45C64A-6459-6F15-DC7C-38BCCE4399EB}"/>
                    </a:ext>
                  </a:extLst>
                </p14:cNvPr>
                <p14:cNvContentPartPr/>
                <p14:nvPr/>
              </p14:nvContentPartPr>
              <p14:xfrm>
                <a:off x="7191726" y="3052688"/>
                <a:ext cx="12240" cy="6480"/>
              </p14:xfrm>
            </p:contentPart>
          </mc:Choice>
          <mc:Fallback xmlns="">
            <p:pic>
              <p:nvPicPr>
                <p:cNvPr id="26" name="Ink 25">
                  <a:extLst>
                    <a:ext uri="{FF2B5EF4-FFF2-40B4-BE49-F238E27FC236}">
                      <a16:creationId xmlns:a16="http://schemas.microsoft.com/office/drawing/2014/main" id="{4A45C64A-6459-6F15-DC7C-38BCCE4399EB}"/>
                    </a:ext>
                  </a:extLst>
                </p:cNvPr>
                <p:cNvPicPr/>
                <p:nvPr/>
              </p:nvPicPr>
              <p:blipFill>
                <a:blip r:embed="rId41"/>
                <a:stretch>
                  <a:fillRect/>
                </a:stretch>
              </p:blipFill>
              <p:spPr>
                <a:xfrm>
                  <a:off x="7183086" y="3043688"/>
                  <a:ext cx="2988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7" name="Ink 26">
                  <a:extLst>
                    <a:ext uri="{FF2B5EF4-FFF2-40B4-BE49-F238E27FC236}">
                      <a16:creationId xmlns:a16="http://schemas.microsoft.com/office/drawing/2014/main" id="{9611C11C-75FA-980D-BEFB-DE1B62485D0F}"/>
                    </a:ext>
                  </a:extLst>
                </p14:cNvPr>
                <p14:cNvContentPartPr/>
                <p14:nvPr/>
              </p14:nvContentPartPr>
              <p14:xfrm>
                <a:off x="7113246" y="3075008"/>
                <a:ext cx="131040" cy="146160"/>
              </p14:xfrm>
            </p:contentPart>
          </mc:Choice>
          <mc:Fallback xmlns="">
            <p:pic>
              <p:nvPicPr>
                <p:cNvPr id="27" name="Ink 26">
                  <a:extLst>
                    <a:ext uri="{FF2B5EF4-FFF2-40B4-BE49-F238E27FC236}">
                      <a16:creationId xmlns:a16="http://schemas.microsoft.com/office/drawing/2014/main" id="{9611C11C-75FA-980D-BEFB-DE1B62485D0F}"/>
                    </a:ext>
                  </a:extLst>
                </p:cNvPr>
                <p:cNvPicPr/>
                <p:nvPr/>
              </p:nvPicPr>
              <p:blipFill>
                <a:blip r:embed="rId43"/>
                <a:stretch>
                  <a:fillRect/>
                </a:stretch>
              </p:blipFill>
              <p:spPr>
                <a:xfrm>
                  <a:off x="7104246" y="3066368"/>
                  <a:ext cx="148680" cy="1638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8" name="Ink 27">
                  <a:extLst>
                    <a:ext uri="{FF2B5EF4-FFF2-40B4-BE49-F238E27FC236}">
                      <a16:creationId xmlns:a16="http://schemas.microsoft.com/office/drawing/2014/main" id="{7319AD38-E740-8910-C9AA-6197A82D40FD}"/>
                    </a:ext>
                  </a:extLst>
                </p14:cNvPr>
                <p14:cNvContentPartPr/>
                <p14:nvPr/>
              </p14:nvContentPartPr>
              <p14:xfrm>
                <a:off x="7219806" y="3091568"/>
                <a:ext cx="236880" cy="109800"/>
              </p14:xfrm>
            </p:contentPart>
          </mc:Choice>
          <mc:Fallback xmlns="">
            <p:pic>
              <p:nvPicPr>
                <p:cNvPr id="28" name="Ink 27">
                  <a:extLst>
                    <a:ext uri="{FF2B5EF4-FFF2-40B4-BE49-F238E27FC236}">
                      <a16:creationId xmlns:a16="http://schemas.microsoft.com/office/drawing/2014/main" id="{7319AD38-E740-8910-C9AA-6197A82D40FD}"/>
                    </a:ext>
                  </a:extLst>
                </p:cNvPr>
                <p:cNvPicPr/>
                <p:nvPr/>
              </p:nvPicPr>
              <p:blipFill>
                <a:blip r:embed="rId45"/>
                <a:stretch>
                  <a:fillRect/>
                </a:stretch>
              </p:blipFill>
              <p:spPr>
                <a:xfrm>
                  <a:off x="7210806" y="3082568"/>
                  <a:ext cx="25452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9" name="Ink 28">
                  <a:extLst>
                    <a:ext uri="{FF2B5EF4-FFF2-40B4-BE49-F238E27FC236}">
                      <a16:creationId xmlns:a16="http://schemas.microsoft.com/office/drawing/2014/main" id="{24B3F73E-F8BD-801E-F948-00874C56C490}"/>
                    </a:ext>
                  </a:extLst>
                </p14:cNvPr>
                <p14:cNvContentPartPr/>
                <p14:nvPr/>
              </p14:nvContentPartPr>
              <p14:xfrm>
                <a:off x="7398366" y="3212888"/>
                <a:ext cx="67320" cy="20880"/>
              </p14:xfrm>
            </p:contentPart>
          </mc:Choice>
          <mc:Fallback xmlns="">
            <p:pic>
              <p:nvPicPr>
                <p:cNvPr id="29" name="Ink 28">
                  <a:extLst>
                    <a:ext uri="{FF2B5EF4-FFF2-40B4-BE49-F238E27FC236}">
                      <a16:creationId xmlns:a16="http://schemas.microsoft.com/office/drawing/2014/main" id="{24B3F73E-F8BD-801E-F948-00874C56C490}"/>
                    </a:ext>
                  </a:extLst>
                </p:cNvPr>
                <p:cNvPicPr/>
                <p:nvPr/>
              </p:nvPicPr>
              <p:blipFill>
                <a:blip r:embed="rId47"/>
                <a:stretch>
                  <a:fillRect/>
                </a:stretch>
              </p:blipFill>
              <p:spPr>
                <a:xfrm>
                  <a:off x="7389726" y="3204248"/>
                  <a:ext cx="8496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0" name="Ink 29">
                  <a:extLst>
                    <a:ext uri="{FF2B5EF4-FFF2-40B4-BE49-F238E27FC236}">
                      <a16:creationId xmlns:a16="http://schemas.microsoft.com/office/drawing/2014/main" id="{5CA26148-212D-84E4-3EB2-138314D3C846}"/>
                    </a:ext>
                  </a:extLst>
                </p14:cNvPr>
                <p14:cNvContentPartPr/>
                <p14:nvPr/>
              </p14:nvContentPartPr>
              <p14:xfrm>
                <a:off x="7052406" y="3181928"/>
                <a:ext cx="23040" cy="43920"/>
              </p14:xfrm>
            </p:contentPart>
          </mc:Choice>
          <mc:Fallback xmlns="">
            <p:pic>
              <p:nvPicPr>
                <p:cNvPr id="30" name="Ink 29">
                  <a:extLst>
                    <a:ext uri="{FF2B5EF4-FFF2-40B4-BE49-F238E27FC236}">
                      <a16:creationId xmlns:a16="http://schemas.microsoft.com/office/drawing/2014/main" id="{5CA26148-212D-84E4-3EB2-138314D3C846}"/>
                    </a:ext>
                  </a:extLst>
                </p:cNvPr>
                <p:cNvPicPr/>
                <p:nvPr/>
              </p:nvPicPr>
              <p:blipFill>
                <a:blip r:embed="rId49"/>
                <a:stretch>
                  <a:fillRect/>
                </a:stretch>
              </p:blipFill>
              <p:spPr>
                <a:xfrm>
                  <a:off x="7043406" y="3173288"/>
                  <a:ext cx="4068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3" name="Ink 32">
                  <a:extLst>
                    <a:ext uri="{FF2B5EF4-FFF2-40B4-BE49-F238E27FC236}">
                      <a16:creationId xmlns:a16="http://schemas.microsoft.com/office/drawing/2014/main" id="{FC6C780F-F162-6279-CD71-9F5C59831681}"/>
                    </a:ext>
                  </a:extLst>
                </p14:cNvPr>
                <p14:cNvContentPartPr/>
                <p14:nvPr/>
              </p14:nvContentPartPr>
              <p14:xfrm>
                <a:off x="7063926" y="2907248"/>
                <a:ext cx="221760" cy="100440"/>
              </p14:xfrm>
            </p:contentPart>
          </mc:Choice>
          <mc:Fallback xmlns="">
            <p:pic>
              <p:nvPicPr>
                <p:cNvPr id="33" name="Ink 32">
                  <a:extLst>
                    <a:ext uri="{FF2B5EF4-FFF2-40B4-BE49-F238E27FC236}">
                      <a16:creationId xmlns:a16="http://schemas.microsoft.com/office/drawing/2014/main" id="{FC6C780F-F162-6279-CD71-9F5C59831681}"/>
                    </a:ext>
                  </a:extLst>
                </p:cNvPr>
                <p:cNvPicPr/>
                <p:nvPr/>
              </p:nvPicPr>
              <p:blipFill>
                <a:blip r:embed="rId51"/>
                <a:stretch>
                  <a:fillRect/>
                </a:stretch>
              </p:blipFill>
              <p:spPr>
                <a:xfrm>
                  <a:off x="7054926" y="2898608"/>
                  <a:ext cx="239400" cy="118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2">
            <p14:nvContentPartPr>
              <p14:cNvPr id="35" name="Ink 34">
                <a:extLst>
                  <a:ext uri="{FF2B5EF4-FFF2-40B4-BE49-F238E27FC236}">
                    <a16:creationId xmlns:a16="http://schemas.microsoft.com/office/drawing/2014/main" id="{CE268FD5-1A52-8B41-7F68-50467A8E83A3}"/>
                  </a:ext>
                </a:extLst>
              </p14:cNvPr>
              <p14:cNvContentPartPr/>
              <p14:nvPr/>
            </p14:nvContentPartPr>
            <p14:xfrm>
              <a:off x="10195105" y="1492448"/>
              <a:ext cx="42840" cy="421920"/>
            </p14:xfrm>
          </p:contentPart>
        </mc:Choice>
        <mc:Fallback xmlns="">
          <p:pic>
            <p:nvPicPr>
              <p:cNvPr id="35" name="Ink 34">
                <a:extLst>
                  <a:ext uri="{FF2B5EF4-FFF2-40B4-BE49-F238E27FC236}">
                    <a16:creationId xmlns:a16="http://schemas.microsoft.com/office/drawing/2014/main" id="{CE268FD5-1A52-8B41-7F68-50467A8E83A3}"/>
                  </a:ext>
                </a:extLst>
              </p:cNvPr>
              <p:cNvPicPr/>
              <p:nvPr/>
            </p:nvPicPr>
            <p:blipFill>
              <a:blip r:embed="rId53"/>
              <a:stretch>
                <a:fillRect/>
              </a:stretch>
            </p:blipFill>
            <p:spPr>
              <a:xfrm>
                <a:off x="10186105" y="1483448"/>
                <a:ext cx="60480" cy="439560"/>
              </a:xfrm>
              <a:prstGeom prst="rect">
                <a:avLst/>
              </a:prstGeom>
            </p:spPr>
          </p:pic>
        </mc:Fallback>
      </mc:AlternateContent>
      <p:grpSp>
        <p:nvGrpSpPr>
          <p:cNvPr id="39" name="Group 38">
            <a:extLst>
              <a:ext uri="{FF2B5EF4-FFF2-40B4-BE49-F238E27FC236}">
                <a16:creationId xmlns:a16="http://schemas.microsoft.com/office/drawing/2014/main" id="{C3774041-6CBC-AFFD-6586-B622A7A3C51F}"/>
              </a:ext>
            </a:extLst>
          </p:cNvPr>
          <p:cNvGrpSpPr/>
          <p:nvPr/>
        </p:nvGrpSpPr>
        <p:grpSpPr>
          <a:xfrm>
            <a:off x="11337217" y="2750648"/>
            <a:ext cx="233640" cy="253440"/>
            <a:chOff x="8520126" y="2750648"/>
            <a:chExt cx="233640" cy="253440"/>
          </a:xfrm>
        </p:grpSpPr>
        <mc:AlternateContent xmlns:mc="http://schemas.openxmlformats.org/markup-compatibility/2006" xmlns:p14="http://schemas.microsoft.com/office/powerpoint/2010/main">
          <mc:Choice Requires="p14">
            <p:contentPart p14:bwMode="auto" r:id="rId54">
              <p14:nvContentPartPr>
                <p14:cNvPr id="36" name="Ink 35">
                  <a:extLst>
                    <a:ext uri="{FF2B5EF4-FFF2-40B4-BE49-F238E27FC236}">
                      <a16:creationId xmlns:a16="http://schemas.microsoft.com/office/drawing/2014/main" id="{1263DC73-7809-FAB0-6386-ED7D47DC7E04}"/>
                    </a:ext>
                  </a:extLst>
                </p14:cNvPr>
                <p14:cNvContentPartPr/>
                <p14:nvPr/>
              </p14:nvContentPartPr>
              <p14:xfrm>
                <a:off x="8520126" y="2832728"/>
                <a:ext cx="199080" cy="171360"/>
              </p14:xfrm>
            </p:contentPart>
          </mc:Choice>
          <mc:Fallback xmlns="">
            <p:pic>
              <p:nvPicPr>
                <p:cNvPr id="36" name="Ink 35">
                  <a:extLst>
                    <a:ext uri="{FF2B5EF4-FFF2-40B4-BE49-F238E27FC236}">
                      <a16:creationId xmlns:a16="http://schemas.microsoft.com/office/drawing/2014/main" id="{1263DC73-7809-FAB0-6386-ED7D47DC7E04}"/>
                    </a:ext>
                  </a:extLst>
                </p:cNvPr>
                <p:cNvPicPr/>
                <p:nvPr/>
              </p:nvPicPr>
              <p:blipFill>
                <a:blip r:embed="rId55"/>
                <a:stretch>
                  <a:fillRect/>
                </a:stretch>
              </p:blipFill>
              <p:spPr>
                <a:xfrm>
                  <a:off x="8502126" y="2814728"/>
                  <a:ext cx="234720" cy="2070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7" name="Ink 36">
                  <a:extLst>
                    <a:ext uri="{FF2B5EF4-FFF2-40B4-BE49-F238E27FC236}">
                      <a16:creationId xmlns:a16="http://schemas.microsoft.com/office/drawing/2014/main" id="{90E0A175-8D85-91D9-CE49-E95772F9B23D}"/>
                    </a:ext>
                  </a:extLst>
                </p14:cNvPr>
                <p14:cNvContentPartPr/>
                <p14:nvPr/>
              </p14:nvContentPartPr>
              <p14:xfrm>
                <a:off x="8527686" y="2777288"/>
                <a:ext cx="203040" cy="10440"/>
              </p14:xfrm>
            </p:contentPart>
          </mc:Choice>
          <mc:Fallback xmlns="">
            <p:pic>
              <p:nvPicPr>
                <p:cNvPr id="37" name="Ink 36">
                  <a:extLst>
                    <a:ext uri="{FF2B5EF4-FFF2-40B4-BE49-F238E27FC236}">
                      <a16:creationId xmlns:a16="http://schemas.microsoft.com/office/drawing/2014/main" id="{90E0A175-8D85-91D9-CE49-E95772F9B23D}"/>
                    </a:ext>
                  </a:extLst>
                </p:cNvPr>
                <p:cNvPicPr/>
                <p:nvPr/>
              </p:nvPicPr>
              <p:blipFill>
                <a:blip r:embed="rId57"/>
                <a:stretch>
                  <a:fillRect/>
                </a:stretch>
              </p:blipFill>
              <p:spPr>
                <a:xfrm>
                  <a:off x="8510046" y="2759648"/>
                  <a:ext cx="23868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8" name="Ink 37">
                  <a:extLst>
                    <a:ext uri="{FF2B5EF4-FFF2-40B4-BE49-F238E27FC236}">
                      <a16:creationId xmlns:a16="http://schemas.microsoft.com/office/drawing/2014/main" id="{B1742676-4501-085A-701D-E802BB6BEB6D}"/>
                    </a:ext>
                  </a:extLst>
                </p14:cNvPr>
                <p14:cNvContentPartPr/>
                <p14:nvPr/>
              </p14:nvContentPartPr>
              <p14:xfrm>
                <a:off x="8694726" y="2750648"/>
                <a:ext cx="59040" cy="64440"/>
              </p14:xfrm>
            </p:contentPart>
          </mc:Choice>
          <mc:Fallback xmlns="">
            <p:pic>
              <p:nvPicPr>
                <p:cNvPr id="38" name="Ink 37">
                  <a:extLst>
                    <a:ext uri="{FF2B5EF4-FFF2-40B4-BE49-F238E27FC236}">
                      <a16:creationId xmlns:a16="http://schemas.microsoft.com/office/drawing/2014/main" id="{B1742676-4501-085A-701D-E802BB6BEB6D}"/>
                    </a:ext>
                  </a:extLst>
                </p:cNvPr>
                <p:cNvPicPr/>
                <p:nvPr/>
              </p:nvPicPr>
              <p:blipFill>
                <a:blip r:embed="rId59"/>
                <a:stretch>
                  <a:fillRect/>
                </a:stretch>
              </p:blipFill>
              <p:spPr>
                <a:xfrm>
                  <a:off x="8676726" y="2732648"/>
                  <a:ext cx="94680" cy="100080"/>
                </a:xfrm>
                <a:prstGeom prst="rect">
                  <a:avLst/>
                </a:prstGeom>
              </p:spPr>
            </p:pic>
          </mc:Fallback>
        </mc:AlternateContent>
      </p:grpSp>
      <p:grpSp>
        <p:nvGrpSpPr>
          <p:cNvPr id="45" name="Group 44">
            <a:extLst>
              <a:ext uri="{FF2B5EF4-FFF2-40B4-BE49-F238E27FC236}">
                <a16:creationId xmlns:a16="http://schemas.microsoft.com/office/drawing/2014/main" id="{22B40BFC-942F-27D8-5EE3-F37A0CDEDEBA}"/>
              </a:ext>
            </a:extLst>
          </p:cNvPr>
          <p:cNvGrpSpPr/>
          <p:nvPr/>
        </p:nvGrpSpPr>
        <p:grpSpPr>
          <a:xfrm>
            <a:off x="11169457" y="1941728"/>
            <a:ext cx="354960" cy="494640"/>
            <a:chOff x="8352366" y="1941728"/>
            <a:chExt cx="354960" cy="494640"/>
          </a:xfrm>
        </p:grpSpPr>
        <mc:AlternateContent xmlns:mc="http://schemas.openxmlformats.org/markup-compatibility/2006" xmlns:p14="http://schemas.microsoft.com/office/powerpoint/2010/main">
          <mc:Choice Requires="p14">
            <p:contentPart p14:bwMode="auto" r:id="rId60">
              <p14:nvContentPartPr>
                <p14:cNvPr id="40" name="Ink 39">
                  <a:extLst>
                    <a:ext uri="{FF2B5EF4-FFF2-40B4-BE49-F238E27FC236}">
                      <a16:creationId xmlns:a16="http://schemas.microsoft.com/office/drawing/2014/main" id="{F2683EFB-5C59-2B0B-8292-45043A6BC4DA}"/>
                    </a:ext>
                  </a:extLst>
                </p14:cNvPr>
                <p14:cNvContentPartPr/>
                <p14:nvPr/>
              </p14:nvContentPartPr>
              <p14:xfrm>
                <a:off x="8472246" y="2146208"/>
                <a:ext cx="32760" cy="255960"/>
              </p14:xfrm>
            </p:contentPart>
          </mc:Choice>
          <mc:Fallback xmlns="">
            <p:pic>
              <p:nvPicPr>
                <p:cNvPr id="40" name="Ink 39">
                  <a:extLst>
                    <a:ext uri="{FF2B5EF4-FFF2-40B4-BE49-F238E27FC236}">
                      <a16:creationId xmlns:a16="http://schemas.microsoft.com/office/drawing/2014/main" id="{F2683EFB-5C59-2B0B-8292-45043A6BC4DA}"/>
                    </a:ext>
                  </a:extLst>
                </p:cNvPr>
                <p:cNvPicPr/>
                <p:nvPr/>
              </p:nvPicPr>
              <p:blipFill>
                <a:blip r:embed="rId61"/>
                <a:stretch>
                  <a:fillRect/>
                </a:stretch>
              </p:blipFill>
              <p:spPr>
                <a:xfrm>
                  <a:off x="8454246" y="2128208"/>
                  <a:ext cx="68400" cy="2916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1" name="Ink 40">
                  <a:extLst>
                    <a:ext uri="{FF2B5EF4-FFF2-40B4-BE49-F238E27FC236}">
                      <a16:creationId xmlns:a16="http://schemas.microsoft.com/office/drawing/2014/main" id="{7AD1360F-B12B-2580-30F5-F214771A59A7}"/>
                    </a:ext>
                  </a:extLst>
                </p14:cNvPr>
                <p14:cNvContentPartPr/>
                <p14:nvPr/>
              </p14:nvContentPartPr>
              <p14:xfrm>
                <a:off x="8546766" y="2168888"/>
                <a:ext cx="43200" cy="225720"/>
              </p14:xfrm>
            </p:contentPart>
          </mc:Choice>
          <mc:Fallback xmlns="">
            <p:pic>
              <p:nvPicPr>
                <p:cNvPr id="41" name="Ink 40">
                  <a:extLst>
                    <a:ext uri="{FF2B5EF4-FFF2-40B4-BE49-F238E27FC236}">
                      <a16:creationId xmlns:a16="http://schemas.microsoft.com/office/drawing/2014/main" id="{7AD1360F-B12B-2580-30F5-F214771A59A7}"/>
                    </a:ext>
                  </a:extLst>
                </p:cNvPr>
                <p:cNvPicPr/>
                <p:nvPr/>
              </p:nvPicPr>
              <p:blipFill>
                <a:blip r:embed="rId63"/>
                <a:stretch>
                  <a:fillRect/>
                </a:stretch>
              </p:blipFill>
              <p:spPr>
                <a:xfrm>
                  <a:off x="8528766" y="2150888"/>
                  <a:ext cx="78840" cy="26136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2" name="Ink 41">
                  <a:extLst>
                    <a:ext uri="{FF2B5EF4-FFF2-40B4-BE49-F238E27FC236}">
                      <a16:creationId xmlns:a16="http://schemas.microsoft.com/office/drawing/2014/main" id="{86F4D908-1AD1-5AE8-7F27-235D20826E85}"/>
                    </a:ext>
                  </a:extLst>
                </p14:cNvPr>
                <p14:cNvContentPartPr/>
                <p14:nvPr/>
              </p14:nvContentPartPr>
              <p14:xfrm>
                <a:off x="8414286" y="2416568"/>
                <a:ext cx="119160" cy="19800"/>
              </p14:xfrm>
            </p:contentPart>
          </mc:Choice>
          <mc:Fallback xmlns="">
            <p:pic>
              <p:nvPicPr>
                <p:cNvPr id="42" name="Ink 41">
                  <a:extLst>
                    <a:ext uri="{FF2B5EF4-FFF2-40B4-BE49-F238E27FC236}">
                      <a16:creationId xmlns:a16="http://schemas.microsoft.com/office/drawing/2014/main" id="{86F4D908-1AD1-5AE8-7F27-235D20826E85}"/>
                    </a:ext>
                  </a:extLst>
                </p:cNvPr>
                <p:cNvPicPr/>
                <p:nvPr/>
              </p:nvPicPr>
              <p:blipFill>
                <a:blip r:embed="rId65"/>
                <a:stretch>
                  <a:fillRect/>
                </a:stretch>
              </p:blipFill>
              <p:spPr>
                <a:xfrm>
                  <a:off x="8396646" y="2398928"/>
                  <a:ext cx="15480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3" name="Ink 42">
                  <a:extLst>
                    <a:ext uri="{FF2B5EF4-FFF2-40B4-BE49-F238E27FC236}">
                      <a16:creationId xmlns:a16="http://schemas.microsoft.com/office/drawing/2014/main" id="{FA57E861-1723-B98F-098A-DB4A5697AD9F}"/>
                    </a:ext>
                  </a:extLst>
                </p14:cNvPr>
                <p14:cNvContentPartPr/>
                <p14:nvPr/>
              </p14:nvContentPartPr>
              <p14:xfrm>
                <a:off x="8352366" y="1941728"/>
                <a:ext cx="354960" cy="228960"/>
              </p14:xfrm>
            </p:contentPart>
          </mc:Choice>
          <mc:Fallback xmlns="">
            <p:pic>
              <p:nvPicPr>
                <p:cNvPr id="43" name="Ink 42">
                  <a:extLst>
                    <a:ext uri="{FF2B5EF4-FFF2-40B4-BE49-F238E27FC236}">
                      <a16:creationId xmlns:a16="http://schemas.microsoft.com/office/drawing/2014/main" id="{FA57E861-1723-B98F-098A-DB4A5697AD9F}"/>
                    </a:ext>
                  </a:extLst>
                </p:cNvPr>
                <p:cNvPicPr/>
                <p:nvPr/>
              </p:nvPicPr>
              <p:blipFill>
                <a:blip r:embed="rId67"/>
                <a:stretch>
                  <a:fillRect/>
                </a:stretch>
              </p:blipFill>
              <p:spPr>
                <a:xfrm>
                  <a:off x="8334366" y="1923728"/>
                  <a:ext cx="390600" cy="2646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4" name="Ink 43">
                  <a:extLst>
                    <a:ext uri="{FF2B5EF4-FFF2-40B4-BE49-F238E27FC236}">
                      <a16:creationId xmlns:a16="http://schemas.microsoft.com/office/drawing/2014/main" id="{C98B2603-78A3-0429-394E-54B3479F05CF}"/>
                    </a:ext>
                  </a:extLst>
                </p14:cNvPr>
                <p14:cNvContentPartPr/>
                <p14:nvPr/>
              </p14:nvContentPartPr>
              <p14:xfrm>
                <a:off x="8386206" y="1961528"/>
                <a:ext cx="235080" cy="462960"/>
              </p14:xfrm>
            </p:contentPart>
          </mc:Choice>
          <mc:Fallback xmlns="">
            <p:pic>
              <p:nvPicPr>
                <p:cNvPr id="44" name="Ink 43">
                  <a:extLst>
                    <a:ext uri="{FF2B5EF4-FFF2-40B4-BE49-F238E27FC236}">
                      <a16:creationId xmlns:a16="http://schemas.microsoft.com/office/drawing/2014/main" id="{C98B2603-78A3-0429-394E-54B3479F05CF}"/>
                    </a:ext>
                  </a:extLst>
                </p:cNvPr>
                <p:cNvPicPr/>
                <p:nvPr/>
              </p:nvPicPr>
              <p:blipFill>
                <a:blip r:embed="rId69"/>
                <a:stretch>
                  <a:fillRect/>
                </a:stretch>
              </p:blipFill>
              <p:spPr>
                <a:xfrm>
                  <a:off x="8368566" y="1943888"/>
                  <a:ext cx="270720" cy="498600"/>
                </a:xfrm>
                <a:prstGeom prst="rect">
                  <a:avLst/>
                </a:prstGeom>
              </p:spPr>
            </p:pic>
          </mc:Fallback>
        </mc:AlternateContent>
      </p:grpSp>
      <p:grpSp>
        <p:nvGrpSpPr>
          <p:cNvPr id="65" name="Group 64">
            <a:extLst>
              <a:ext uri="{FF2B5EF4-FFF2-40B4-BE49-F238E27FC236}">
                <a16:creationId xmlns:a16="http://schemas.microsoft.com/office/drawing/2014/main" id="{2F852C5D-ED24-79DC-58B9-4ABDB6D91C09}"/>
              </a:ext>
            </a:extLst>
          </p:cNvPr>
          <p:cNvGrpSpPr/>
          <p:nvPr/>
        </p:nvGrpSpPr>
        <p:grpSpPr>
          <a:xfrm>
            <a:off x="465345" y="958320"/>
            <a:ext cx="1496520" cy="2269080"/>
            <a:chOff x="7289286" y="3779528"/>
            <a:chExt cx="1496520" cy="2269080"/>
          </a:xfrm>
        </p:grpSpPr>
        <mc:AlternateContent xmlns:mc="http://schemas.openxmlformats.org/markup-compatibility/2006" xmlns:p14="http://schemas.microsoft.com/office/powerpoint/2010/main">
          <mc:Choice Requires="p14">
            <p:contentPart p14:bwMode="auto" r:id="rId70">
              <p14:nvContentPartPr>
                <p14:cNvPr id="47" name="Ink 46">
                  <a:extLst>
                    <a:ext uri="{FF2B5EF4-FFF2-40B4-BE49-F238E27FC236}">
                      <a16:creationId xmlns:a16="http://schemas.microsoft.com/office/drawing/2014/main" id="{F35EAD99-15AF-1E63-13AF-2E5E558B8381}"/>
                    </a:ext>
                  </a:extLst>
                </p14:cNvPr>
                <p14:cNvContentPartPr/>
                <p14:nvPr/>
              </p14:nvContentPartPr>
              <p14:xfrm>
                <a:off x="7356966" y="4781408"/>
                <a:ext cx="121680" cy="124920"/>
              </p14:xfrm>
            </p:contentPart>
          </mc:Choice>
          <mc:Fallback xmlns="">
            <p:pic>
              <p:nvPicPr>
                <p:cNvPr id="47" name="Ink 46">
                  <a:extLst>
                    <a:ext uri="{FF2B5EF4-FFF2-40B4-BE49-F238E27FC236}">
                      <a16:creationId xmlns:a16="http://schemas.microsoft.com/office/drawing/2014/main" id="{F35EAD99-15AF-1E63-13AF-2E5E558B8381}"/>
                    </a:ext>
                  </a:extLst>
                </p:cNvPr>
                <p:cNvPicPr/>
                <p:nvPr/>
              </p:nvPicPr>
              <p:blipFill>
                <a:blip r:embed="rId71"/>
                <a:stretch>
                  <a:fillRect/>
                </a:stretch>
              </p:blipFill>
              <p:spPr>
                <a:xfrm>
                  <a:off x="7347966" y="4772408"/>
                  <a:ext cx="139320" cy="14256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8" name="Ink 47">
                  <a:extLst>
                    <a:ext uri="{FF2B5EF4-FFF2-40B4-BE49-F238E27FC236}">
                      <a16:creationId xmlns:a16="http://schemas.microsoft.com/office/drawing/2014/main" id="{6A769198-1AD3-02A3-2187-F46195960695}"/>
                    </a:ext>
                  </a:extLst>
                </p14:cNvPr>
                <p14:cNvContentPartPr/>
                <p14:nvPr/>
              </p14:nvContentPartPr>
              <p14:xfrm>
                <a:off x="7329606" y="3957008"/>
                <a:ext cx="241920" cy="919800"/>
              </p14:xfrm>
            </p:contentPart>
          </mc:Choice>
          <mc:Fallback xmlns="">
            <p:pic>
              <p:nvPicPr>
                <p:cNvPr id="48" name="Ink 47">
                  <a:extLst>
                    <a:ext uri="{FF2B5EF4-FFF2-40B4-BE49-F238E27FC236}">
                      <a16:creationId xmlns:a16="http://schemas.microsoft.com/office/drawing/2014/main" id="{6A769198-1AD3-02A3-2187-F46195960695}"/>
                    </a:ext>
                  </a:extLst>
                </p:cNvPr>
                <p:cNvPicPr/>
                <p:nvPr/>
              </p:nvPicPr>
              <p:blipFill>
                <a:blip r:embed="rId73"/>
                <a:stretch>
                  <a:fillRect/>
                </a:stretch>
              </p:blipFill>
              <p:spPr>
                <a:xfrm>
                  <a:off x="7320966" y="3948368"/>
                  <a:ext cx="259560" cy="9374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9" name="Ink 48">
                  <a:extLst>
                    <a:ext uri="{FF2B5EF4-FFF2-40B4-BE49-F238E27FC236}">
                      <a16:creationId xmlns:a16="http://schemas.microsoft.com/office/drawing/2014/main" id="{6ACEBBCD-0EFE-3C52-E4F6-051B55E110B0}"/>
                    </a:ext>
                  </a:extLst>
                </p14:cNvPr>
                <p14:cNvContentPartPr/>
                <p14:nvPr/>
              </p14:nvContentPartPr>
              <p14:xfrm>
                <a:off x="7720206" y="3963848"/>
                <a:ext cx="17280" cy="179280"/>
              </p14:xfrm>
            </p:contentPart>
          </mc:Choice>
          <mc:Fallback xmlns="">
            <p:pic>
              <p:nvPicPr>
                <p:cNvPr id="49" name="Ink 48">
                  <a:extLst>
                    <a:ext uri="{FF2B5EF4-FFF2-40B4-BE49-F238E27FC236}">
                      <a16:creationId xmlns:a16="http://schemas.microsoft.com/office/drawing/2014/main" id="{6ACEBBCD-0EFE-3C52-E4F6-051B55E110B0}"/>
                    </a:ext>
                  </a:extLst>
                </p:cNvPr>
                <p:cNvPicPr/>
                <p:nvPr/>
              </p:nvPicPr>
              <p:blipFill>
                <a:blip r:embed="rId75"/>
                <a:stretch>
                  <a:fillRect/>
                </a:stretch>
              </p:blipFill>
              <p:spPr>
                <a:xfrm>
                  <a:off x="7711566" y="3954848"/>
                  <a:ext cx="34920" cy="19692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50" name="Ink 49">
                  <a:extLst>
                    <a:ext uri="{FF2B5EF4-FFF2-40B4-BE49-F238E27FC236}">
                      <a16:creationId xmlns:a16="http://schemas.microsoft.com/office/drawing/2014/main" id="{26E5804C-CC01-2DEA-6F72-167A82ADD786}"/>
                    </a:ext>
                  </a:extLst>
                </p14:cNvPr>
                <p14:cNvContentPartPr/>
                <p14:nvPr/>
              </p14:nvContentPartPr>
              <p14:xfrm>
                <a:off x="7716606" y="3927488"/>
                <a:ext cx="206640" cy="218160"/>
              </p14:xfrm>
            </p:contentPart>
          </mc:Choice>
          <mc:Fallback xmlns="">
            <p:pic>
              <p:nvPicPr>
                <p:cNvPr id="50" name="Ink 49">
                  <a:extLst>
                    <a:ext uri="{FF2B5EF4-FFF2-40B4-BE49-F238E27FC236}">
                      <a16:creationId xmlns:a16="http://schemas.microsoft.com/office/drawing/2014/main" id="{26E5804C-CC01-2DEA-6F72-167A82ADD786}"/>
                    </a:ext>
                  </a:extLst>
                </p:cNvPr>
                <p:cNvPicPr/>
                <p:nvPr/>
              </p:nvPicPr>
              <p:blipFill>
                <a:blip r:embed="rId77"/>
                <a:stretch>
                  <a:fillRect/>
                </a:stretch>
              </p:blipFill>
              <p:spPr>
                <a:xfrm>
                  <a:off x="7707606" y="3918848"/>
                  <a:ext cx="224280" cy="2358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1" name="Ink 50">
                  <a:extLst>
                    <a:ext uri="{FF2B5EF4-FFF2-40B4-BE49-F238E27FC236}">
                      <a16:creationId xmlns:a16="http://schemas.microsoft.com/office/drawing/2014/main" id="{13C9B465-8E10-BD7F-44D7-566A7F80F80D}"/>
                    </a:ext>
                  </a:extLst>
                </p14:cNvPr>
                <p14:cNvContentPartPr/>
                <p14:nvPr/>
              </p14:nvContentPartPr>
              <p14:xfrm>
                <a:off x="7652526" y="3779528"/>
                <a:ext cx="312480" cy="108360"/>
              </p14:xfrm>
            </p:contentPart>
          </mc:Choice>
          <mc:Fallback xmlns="">
            <p:pic>
              <p:nvPicPr>
                <p:cNvPr id="51" name="Ink 50">
                  <a:extLst>
                    <a:ext uri="{FF2B5EF4-FFF2-40B4-BE49-F238E27FC236}">
                      <a16:creationId xmlns:a16="http://schemas.microsoft.com/office/drawing/2014/main" id="{13C9B465-8E10-BD7F-44D7-566A7F80F80D}"/>
                    </a:ext>
                  </a:extLst>
                </p:cNvPr>
                <p:cNvPicPr/>
                <p:nvPr/>
              </p:nvPicPr>
              <p:blipFill>
                <a:blip r:embed="rId79"/>
                <a:stretch>
                  <a:fillRect/>
                </a:stretch>
              </p:blipFill>
              <p:spPr>
                <a:xfrm>
                  <a:off x="7643886" y="3770528"/>
                  <a:ext cx="3301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4" name="Ink 53">
                  <a:extLst>
                    <a:ext uri="{FF2B5EF4-FFF2-40B4-BE49-F238E27FC236}">
                      <a16:creationId xmlns:a16="http://schemas.microsoft.com/office/drawing/2014/main" id="{F4EED67A-88CB-8E53-5B23-0C163E957C4B}"/>
                    </a:ext>
                  </a:extLst>
                </p14:cNvPr>
                <p14:cNvContentPartPr/>
                <p14:nvPr/>
              </p14:nvContentPartPr>
              <p14:xfrm>
                <a:off x="7410966" y="4887608"/>
                <a:ext cx="43920" cy="864720"/>
              </p14:xfrm>
            </p:contentPart>
          </mc:Choice>
          <mc:Fallback xmlns="">
            <p:pic>
              <p:nvPicPr>
                <p:cNvPr id="54" name="Ink 53">
                  <a:extLst>
                    <a:ext uri="{FF2B5EF4-FFF2-40B4-BE49-F238E27FC236}">
                      <a16:creationId xmlns:a16="http://schemas.microsoft.com/office/drawing/2014/main" id="{F4EED67A-88CB-8E53-5B23-0C163E957C4B}"/>
                    </a:ext>
                  </a:extLst>
                </p:cNvPr>
                <p:cNvPicPr/>
                <p:nvPr/>
              </p:nvPicPr>
              <p:blipFill>
                <a:blip r:embed="rId81"/>
                <a:stretch>
                  <a:fillRect/>
                </a:stretch>
              </p:blipFill>
              <p:spPr>
                <a:xfrm>
                  <a:off x="7401966" y="4878608"/>
                  <a:ext cx="61560" cy="8823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5" name="Ink 54">
                  <a:extLst>
                    <a:ext uri="{FF2B5EF4-FFF2-40B4-BE49-F238E27FC236}">
                      <a16:creationId xmlns:a16="http://schemas.microsoft.com/office/drawing/2014/main" id="{F09FAD34-E15C-6B41-EC50-1639EAA85731}"/>
                    </a:ext>
                  </a:extLst>
                </p14:cNvPr>
                <p14:cNvContentPartPr/>
                <p14:nvPr/>
              </p14:nvContentPartPr>
              <p14:xfrm>
                <a:off x="7289286" y="5623088"/>
                <a:ext cx="210600" cy="145440"/>
              </p14:xfrm>
            </p:contentPart>
          </mc:Choice>
          <mc:Fallback xmlns="">
            <p:pic>
              <p:nvPicPr>
                <p:cNvPr id="55" name="Ink 54">
                  <a:extLst>
                    <a:ext uri="{FF2B5EF4-FFF2-40B4-BE49-F238E27FC236}">
                      <a16:creationId xmlns:a16="http://schemas.microsoft.com/office/drawing/2014/main" id="{F09FAD34-E15C-6B41-EC50-1639EAA85731}"/>
                    </a:ext>
                  </a:extLst>
                </p:cNvPr>
                <p:cNvPicPr/>
                <p:nvPr/>
              </p:nvPicPr>
              <p:blipFill>
                <a:blip r:embed="rId83"/>
                <a:stretch>
                  <a:fillRect/>
                </a:stretch>
              </p:blipFill>
              <p:spPr>
                <a:xfrm>
                  <a:off x="7280646" y="5614448"/>
                  <a:ext cx="22824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7" name="Ink 56">
                  <a:extLst>
                    <a:ext uri="{FF2B5EF4-FFF2-40B4-BE49-F238E27FC236}">
                      <a16:creationId xmlns:a16="http://schemas.microsoft.com/office/drawing/2014/main" id="{F39357D4-7F94-1A16-A2DF-1A8A18BD9BCE}"/>
                    </a:ext>
                  </a:extLst>
                </p14:cNvPr>
                <p14:cNvContentPartPr/>
                <p14:nvPr/>
              </p14:nvContentPartPr>
              <p14:xfrm>
                <a:off x="7705806" y="5557568"/>
                <a:ext cx="106560" cy="177120"/>
              </p14:xfrm>
            </p:contentPart>
          </mc:Choice>
          <mc:Fallback xmlns="">
            <p:pic>
              <p:nvPicPr>
                <p:cNvPr id="57" name="Ink 56">
                  <a:extLst>
                    <a:ext uri="{FF2B5EF4-FFF2-40B4-BE49-F238E27FC236}">
                      <a16:creationId xmlns:a16="http://schemas.microsoft.com/office/drawing/2014/main" id="{F39357D4-7F94-1A16-A2DF-1A8A18BD9BCE}"/>
                    </a:ext>
                  </a:extLst>
                </p:cNvPr>
                <p:cNvPicPr/>
                <p:nvPr/>
              </p:nvPicPr>
              <p:blipFill>
                <a:blip r:embed="rId85"/>
                <a:stretch>
                  <a:fillRect/>
                </a:stretch>
              </p:blipFill>
              <p:spPr>
                <a:xfrm>
                  <a:off x="7697166" y="5548928"/>
                  <a:ext cx="124200" cy="1947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8" name="Ink 57">
                  <a:extLst>
                    <a:ext uri="{FF2B5EF4-FFF2-40B4-BE49-F238E27FC236}">
                      <a16:creationId xmlns:a16="http://schemas.microsoft.com/office/drawing/2014/main" id="{64805F36-0378-7EC8-E2DC-704858DF518A}"/>
                    </a:ext>
                  </a:extLst>
                </p14:cNvPr>
                <p14:cNvContentPartPr/>
                <p14:nvPr/>
              </p14:nvContentPartPr>
              <p14:xfrm>
                <a:off x="7717686" y="5677808"/>
                <a:ext cx="239040" cy="349920"/>
              </p14:xfrm>
            </p:contentPart>
          </mc:Choice>
          <mc:Fallback xmlns="">
            <p:pic>
              <p:nvPicPr>
                <p:cNvPr id="58" name="Ink 57">
                  <a:extLst>
                    <a:ext uri="{FF2B5EF4-FFF2-40B4-BE49-F238E27FC236}">
                      <a16:creationId xmlns:a16="http://schemas.microsoft.com/office/drawing/2014/main" id="{64805F36-0378-7EC8-E2DC-704858DF518A}"/>
                    </a:ext>
                  </a:extLst>
                </p:cNvPr>
                <p:cNvPicPr/>
                <p:nvPr/>
              </p:nvPicPr>
              <p:blipFill>
                <a:blip r:embed="rId87"/>
                <a:stretch>
                  <a:fillRect/>
                </a:stretch>
              </p:blipFill>
              <p:spPr>
                <a:xfrm>
                  <a:off x="7709046" y="5668808"/>
                  <a:ext cx="256680" cy="36756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9" name="Ink 58">
                  <a:extLst>
                    <a:ext uri="{FF2B5EF4-FFF2-40B4-BE49-F238E27FC236}">
                      <a16:creationId xmlns:a16="http://schemas.microsoft.com/office/drawing/2014/main" id="{76B11DB7-4624-B43F-4E4A-043582158C1B}"/>
                    </a:ext>
                  </a:extLst>
                </p14:cNvPr>
                <p14:cNvContentPartPr/>
                <p14:nvPr/>
              </p14:nvContentPartPr>
              <p14:xfrm>
                <a:off x="7671606" y="5402768"/>
                <a:ext cx="169920" cy="45360"/>
              </p14:xfrm>
            </p:contentPart>
          </mc:Choice>
          <mc:Fallback xmlns="">
            <p:pic>
              <p:nvPicPr>
                <p:cNvPr id="59" name="Ink 58">
                  <a:extLst>
                    <a:ext uri="{FF2B5EF4-FFF2-40B4-BE49-F238E27FC236}">
                      <a16:creationId xmlns:a16="http://schemas.microsoft.com/office/drawing/2014/main" id="{76B11DB7-4624-B43F-4E4A-043582158C1B}"/>
                    </a:ext>
                  </a:extLst>
                </p:cNvPr>
                <p:cNvPicPr/>
                <p:nvPr/>
              </p:nvPicPr>
              <p:blipFill>
                <a:blip r:embed="rId89"/>
                <a:stretch>
                  <a:fillRect/>
                </a:stretch>
              </p:blipFill>
              <p:spPr>
                <a:xfrm>
                  <a:off x="7662606" y="5394128"/>
                  <a:ext cx="187560" cy="630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60" name="Ink 59">
                  <a:extLst>
                    <a:ext uri="{FF2B5EF4-FFF2-40B4-BE49-F238E27FC236}">
                      <a16:creationId xmlns:a16="http://schemas.microsoft.com/office/drawing/2014/main" id="{3CDD32C9-7D00-59AC-AC93-25D5803CE9CA}"/>
                    </a:ext>
                  </a:extLst>
                </p14:cNvPr>
                <p14:cNvContentPartPr/>
                <p14:nvPr/>
              </p14:nvContentPartPr>
              <p14:xfrm>
                <a:off x="8127726" y="5616608"/>
                <a:ext cx="76320" cy="12240"/>
              </p14:xfrm>
            </p:contentPart>
          </mc:Choice>
          <mc:Fallback xmlns="">
            <p:pic>
              <p:nvPicPr>
                <p:cNvPr id="60" name="Ink 59">
                  <a:extLst>
                    <a:ext uri="{FF2B5EF4-FFF2-40B4-BE49-F238E27FC236}">
                      <a16:creationId xmlns:a16="http://schemas.microsoft.com/office/drawing/2014/main" id="{3CDD32C9-7D00-59AC-AC93-25D5803CE9CA}"/>
                    </a:ext>
                  </a:extLst>
                </p:cNvPr>
                <p:cNvPicPr/>
                <p:nvPr/>
              </p:nvPicPr>
              <p:blipFill>
                <a:blip r:embed="rId91"/>
                <a:stretch>
                  <a:fillRect/>
                </a:stretch>
              </p:blipFill>
              <p:spPr>
                <a:xfrm>
                  <a:off x="8118726" y="5607968"/>
                  <a:ext cx="9396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61" name="Ink 60">
                  <a:extLst>
                    <a:ext uri="{FF2B5EF4-FFF2-40B4-BE49-F238E27FC236}">
                      <a16:creationId xmlns:a16="http://schemas.microsoft.com/office/drawing/2014/main" id="{2242A6ED-060A-FE78-7FCC-C3CA9EB57EDA}"/>
                    </a:ext>
                  </a:extLst>
                </p14:cNvPr>
                <p14:cNvContentPartPr/>
                <p14:nvPr/>
              </p14:nvContentPartPr>
              <p14:xfrm>
                <a:off x="8074086" y="5683568"/>
                <a:ext cx="72360" cy="2880"/>
              </p14:xfrm>
            </p:contentPart>
          </mc:Choice>
          <mc:Fallback xmlns="">
            <p:pic>
              <p:nvPicPr>
                <p:cNvPr id="61" name="Ink 60">
                  <a:extLst>
                    <a:ext uri="{FF2B5EF4-FFF2-40B4-BE49-F238E27FC236}">
                      <a16:creationId xmlns:a16="http://schemas.microsoft.com/office/drawing/2014/main" id="{2242A6ED-060A-FE78-7FCC-C3CA9EB57EDA}"/>
                    </a:ext>
                  </a:extLst>
                </p:cNvPr>
                <p:cNvPicPr/>
                <p:nvPr/>
              </p:nvPicPr>
              <p:blipFill>
                <a:blip r:embed="rId93"/>
                <a:stretch>
                  <a:fillRect/>
                </a:stretch>
              </p:blipFill>
              <p:spPr>
                <a:xfrm>
                  <a:off x="8065446" y="5674568"/>
                  <a:ext cx="9000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2" name="Ink 61">
                  <a:extLst>
                    <a:ext uri="{FF2B5EF4-FFF2-40B4-BE49-F238E27FC236}">
                      <a16:creationId xmlns:a16="http://schemas.microsoft.com/office/drawing/2014/main" id="{8DADF332-7176-71AF-F983-9E45507CADEA}"/>
                    </a:ext>
                  </a:extLst>
                </p14:cNvPr>
                <p14:cNvContentPartPr/>
                <p14:nvPr/>
              </p14:nvContentPartPr>
              <p14:xfrm>
                <a:off x="8309166" y="5586728"/>
                <a:ext cx="387720" cy="461880"/>
              </p14:xfrm>
            </p:contentPart>
          </mc:Choice>
          <mc:Fallback xmlns="">
            <p:pic>
              <p:nvPicPr>
                <p:cNvPr id="62" name="Ink 61">
                  <a:extLst>
                    <a:ext uri="{FF2B5EF4-FFF2-40B4-BE49-F238E27FC236}">
                      <a16:creationId xmlns:a16="http://schemas.microsoft.com/office/drawing/2014/main" id="{8DADF332-7176-71AF-F983-9E45507CADEA}"/>
                    </a:ext>
                  </a:extLst>
                </p:cNvPr>
                <p:cNvPicPr/>
                <p:nvPr/>
              </p:nvPicPr>
              <p:blipFill>
                <a:blip r:embed="rId95"/>
                <a:stretch>
                  <a:fillRect/>
                </a:stretch>
              </p:blipFill>
              <p:spPr>
                <a:xfrm>
                  <a:off x="8300526" y="5577728"/>
                  <a:ext cx="405360" cy="47952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3" name="Ink 62">
                  <a:extLst>
                    <a:ext uri="{FF2B5EF4-FFF2-40B4-BE49-F238E27FC236}">
                      <a16:creationId xmlns:a16="http://schemas.microsoft.com/office/drawing/2014/main" id="{73036045-4A51-BDE2-AF0D-152C43D47A25}"/>
                    </a:ext>
                  </a:extLst>
                </p14:cNvPr>
                <p14:cNvContentPartPr/>
                <p14:nvPr/>
              </p14:nvContentPartPr>
              <p14:xfrm>
                <a:off x="8560446" y="5502128"/>
                <a:ext cx="214920" cy="18720"/>
              </p14:xfrm>
            </p:contentPart>
          </mc:Choice>
          <mc:Fallback xmlns="">
            <p:pic>
              <p:nvPicPr>
                <p:cNvPr id="63" name="Ink 62">
                  <a:extLst>
                    <a:ext uri="{FF2B5EF4-FFF2-40B4-BE49-F238E27FC236}">
                      <a16:creationId xmlns:a16="http://schemas.microsoft.com/office/drawing/2014/main" id="{73036045-4A51-BDE2-AF0D-152C43D47A25}"/>
                    </a:ext>
                  </a:extLst>
                </p:cNvPr>
                <p:cNvPicPr/>
                <p:nvPr/>
              </p:nvPicPr>
              <p:blipFill>
                <a:blip r:embed="rId97"/>
                <a:stretch>
                  <a:fillRect/>
                </a:stretch>
              </p:blipFill>
              <p:spPr>
                <a:xfrm>
                  <a:off x="8551446" y="5493128"/>
                  <a:ext cx="23256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4" name="Ink 63">
                  <a:extLst>
                    <a:ext uri="{FF2B5EF4-FFF2-40B4-BE49-F238E27FC236}">
                      <a16:creationId xmlns:a16="http://schemas.microsoft.com/office/drawing/2014/main" id="{E66E3F1D-762E-FD27-9B4B-4E573F312765}"/>
                    </a:ext>
                  </a:extLst>
                </p14:cNvPr>
                <p14:cNvContentPartPr/>
                <p14:nvPr/>
              </p14:nvContentPartPr>
              <p14:xfrm>
                <a:off x="8722446" y="5455328"/>
                <a:ext cx="63360" cy="126720"/>
              </p14:xfrm>
            </p:contentPart>
          </mc:Choice>
          <mc:Fallback xmlns="">
            <p:pic>
              <p:nvPicPr>
                <p:cNvPr id="64" name="Ink 63">
                  <a:extLst>
                    <a:ext uri="{FF2B5EF4-FFF2-40B4-BE49-F238E27FC236}">
                      <a16:creationId xmlns:a16="http://schemas.microsoft.com/office/drawing/2014/main" id="{E66E3F1D-762E-FD27-9B4B-4E573F312765}"/>
                    </a:ext>
                  </a:extLst>
                </p:cNvPr>
                <p:cNvPicPr/>
                <p:nvPr/>
              </p:nvPicPr>
              <p:blipFill>
                <a:blip r:embed="rId99"/>
                <a:stretch>
                  <a:fillRect/>
                </a:stretch>
              </p:blipFill>
              <p:spPr>
                <a:xfrm>
                  <a:off x="8713446" y="5446688"/>
                  <a:ext cx="81000" cy="144360"/>
                </a:xfrm>
                <a:prstGeom prst="rect">
                  <a:avLst/>
                </a:prstGeom>
              </p:spPr>
            </p:pic>
          </mc:Fallback>
        </mc:AlternateContent>
      </p:grpSp>
      <p:grpSp>
        <p:nvGrpSpPr>
          <p:cNvPr id="84" name="Group 83">
            <a:extLst>
              <a:ext uri="{FF2B5EF4-FFF2-40B4-BE49-F238E27FC236}">
                <a16:creationId xmlns:a16="http://schemas.microsoft.com/office/drawing/2014/main" id="{7BDBA012-52BA-0FCE-5BCC-E95D794B0064}"/>
              </a:ext>
            </a:extLst>
          </p:cNvPr>
          <p:cNvGrpSpPr/>
          <p:nvPr/>
        </p:nvGrpSpPr>
        <p:grpSpPr>
          <a:xfrm>
            <a:off x="2804543" y="1420088"/>
            <a:ext cx="991800" cy="305280"/>
            <a:chOff x="475566" y="1420088"/>
            <a:chExt cx="991800" cy="305280"/>
          </a:xfrm>
        </p:grpSpPr>
        <mc:AlternateContent xmlns:mc="http://schemas.openxmlformats.org/markup-compatibility/2006" xmlns:p14="http://schemas.microsoft.com/office/powerpoint/2010/main">
          <mc:Choice Requires="p14">
            <p:contentPart p14:bwMode="auto" r:id="rId100">
              <p14:nvContentPartPr>
                <p14:cNvPr id="71" name="Ink 70">
                  <a:extLst>
                    <a:ext uri="{FF2B5EF4-FFF2-40B4-BE49-F238E27FC236}">
                      <a16:creationId xmlns:a16="http://schemas.microsoft.com/office/drawing/2014/main" id="{DFB2000F-C346-097B-14A3-2B2094C9F653}"/>
                    </a:ext>
                  </a:extLst>
                </p14:cNvPr>
                <p14:cNvContentPartPr/>
                <p14:nvPr/>
              </p14:nvContentPartPr>
              <p14:xfrm>
                <a:off x="509406" y="1420088"/>
                <a:ext cx="143280" cy="25920"/>
              </p14:xfrm>
            </p:contentPart>
          </mc:Choice>
          <mc:Fallback xmlns="">
            <p:pic>
              <p:nvPicPr>
                <p:cNvPr id="71" name="Ink 70">
                  <a:extLst>
                    <a:ext uri="{FF2B5EF4-FFF2-40B4-BE49-F238E27FC236}">
                      <a16:creationId xmlns:a16="http://schemas.microsoft.com/office/drawing/2014/main" id="{DFB2000F-C346-097B-14A3-2B2094C9F653}"/>
                    </a:ext>
                  </a:extLst>
                </p:cNvPr>
                <p:cNvPicPr/>
                <p:nvPr/>
              </p:nvPicPr>
              <p:blipFill>
                <a:blip r:embed="rId101"/>
                <a:stretch>
                  <a:fillRect/>
                </a:stretch>
              </p:blipFill>
              <p:spPr>
                <a:xfrm>
                  <a:off x="491766" y="1402088"/>
                  <a:ext cx="17892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72" name="Ink 71">
                  <a:extLst>
                    <a:ext uri="{FF2B5EF4-FFF2-40B4-BE49-F238E27FC236}">
                      <a16:creationId xmlns:a16="http://schemas.microsoft.com/office/drawing/2014/main" id="{DBBD04A9-8DD6-4682-F410-C849734F695B}"/>
                    </a:ext>
                  </a:extLst>
                </p14:cNvPr>
                <p14:cNvContentPartPr/>
                <p14:nvPr/>
              </p14:nvContentPartPr>
              <p14:xfrm>
                <a:off x="475566" y="1459328"/>
                <a:ext cx="143640" cy="140400"/>
              </p14:xfrm>
            </p:contentPart>
          </mc:Choice>
          <mc:Fallback xmlns="">
            <p:pic>
              <p:nvPicPr>
                <p:cNvPr id="72" name="Ink 71">
                  <a:extLst>
                    <a:ext uri="{FF2B5EF4-FFF2-40B4-BE49-F238E27FC236}">
                      <a16:creationId xmlns:a16="http://schemas.microsoft.com/office/drawing/2014/main" id="{DBBD04A9-8DD6-4682-F410-C849734F695B}"/>
                    </a:ext>
                  </a:extLst>
                </p:cNvPr>
                <p:cNvPicPr/>
                <p:nvPr/>
              </p:nvPicPr>
              <p:blipFill>
                <a:blip r:embed="rId103"/>
                <a:stretch>
                  <a:fillRect/>
                </a:stretch>
              </p:blipFill>
              <p:spPr>
                <a:xfrm>
                  <a:off x="457566" y="1441688"/>
                  <a:ext cx="17928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73" name="Ink 72">
                  <a:extLst>
                    <a:ext uri="{FF2B5EF4-FFF2-40B4-BE49-F238E27FC236}">
                      <a16:creationId xmlns:a16="http://schemas.microsoft.com/office/drawing/2014/main" id="{0D40A211-AE59-5965-F57C-B1645C44E93F}"/>
                    </a:ext>
                  </a:extLst>
                </p14:cNvPr>
                <p14:cNvContentPartPr/>
                <p14:nvPr/>
              </p14:nvContentPartPr>
              <p14:xfrm>
                <a:off x="716766" y="1420448"/>
                <a:ext cx="129960" cy="304920"/>
              </p14:xfrm>
            </p:contentPart>
          </mc:Choice>
          <mc:Fallback xmlns="">
            <p:pic>
              <p:nvPicPr>
                <p:cNvPr id="73" name="Ink 72">
                  <a:extLst>
                    <a:ext uri="{FF2B5EF4-FFF2-40B4-BE49-F238E27FC236}">
                      <a16:creationId xmlns:a16="http://schemas.microsoft.com/office/drawing/2014/main" id="{0D40A211-AE59-5965-F57C-B1645C44E93F}"/>
                    </a:ext>
                  </a:extLst>
                </p:cNvPr>
                <p:cNvPicPr/>
                <p:nvPr/>
              </p:nvPicPr>
              <p:blipFill>
                <a:blip r:embed="rId105"/>
                <a:stretch>
                  <a:fillRect/>
                </a:stretch>
              </p:blipFill>
              <p:spPr>
                <a:xfrm>
                  <a:off x="698766" y="1402808"/>
                  <a:ext cx="165600" cy="34056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74" name="Ink 73">
                  <a:extLst>
                    <a:ext uri="{FF2B5EF4-FFF2-40B4-BE49-F238E27FC236}">
                      <a16:creationId xmlns:a16="http://schemas.microsoft.com/office/drawing/2014/main" id="{CCE1188D-AA0D-D94F-2A13-C7B41C0EFE42}"/>
                    </a:ext>
                  </a:extLst>
                </p14:cNvPr>
                <p14:cNvContentPartPr/>
                <p14:nvPr/>
              </p14:nvContentPartPr>
              <p14:xfrm>
                <a:off x="675726" y="1624568"/>
                <a:ext cx="87480" cy="12240"/>
              </p14:xfrm>
            </p:contentPart>
          </mc:Choice>
          <mc:Fallback xmlns="">
            <p:pic>
              <p:nvPicPr>
                <p:cNvPr id="74" name="Ink 73">
                  <a:extLst>
                    <a:ext uri="{FF2B5EF4-FFF2-40B4-BE49-F238E27FC236}">
                      <a16:creationId xmlns:a16="http://schemas.microsoft.com/office/drawing/2014/main" id="{CCE1188D-AA0D-D94F-2A13-C7B41C0EFE42}"/>
                    </a:ext>
                  </a:extLst>
                </p:cNvPr>
                <p:cNvPicPr/>
                <p:nvPr/>
              </p:nvPicPr>
              <p:blipFill>
                <a:blip r:embed="rId107"/>
                <a:stretch>
                  <a:fillRect/>
                </a:stretch>
              </p:blipFill>
              <p:spPr>
                <a:xfrm>
                  <a:off x="658086" y="1606568"/>
                  <a:ext cx="12312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75" name="Ink 74">
                  <a:extLst>
                    <a:ext uri="{FF2B5EF4-FFF2-40B4-BE49-F238E27FC236}">
                      <a16:creationId xmlns:a16="http://schemas.microsoft.com/office/drawing/2014/main" id="{519708C6-06A8-57FC-1476-55C877094A6B}"/>
                    </a:ext>
                  </a:extLst>
                </p14:cNvPr>
                <p14:cNvContentPartPr/>
                <p14:nvPr/>
              </p14:nvContentPartPr>
              <p14:xfrm>
                <a:off x="1085406" y="1448888"/>
                <a:ext cx="5040" cy="195480"/>
              </p14:xfrm>
            </p:contentPart>
          </mc:Choice>
          <mc:Fallback xmlns="">
            <p:pic>
              <p:nvPicPr>
                <p:cNvPr id="75" name="Ink 74">
                  <a:extLst>
                    <a:ext uri="{FF2B5EF4-FFF2-40B4-BE49-F238E27FC236}">
                      <a16:creationId xmlns:a16="http://schemas.microsoft.com/office/drawing/2014/main" id="{519708C6-06A8-57FC-1476-55C877094A6B}"/>
                    </a:ext>
                  </a:extLst>
                </p:cNvPr>
                <p:cNvPicPr/>
                <p:nvPr/>
              </p:nvPicPr>
              <p:blipFill>
                <a:blip r:embed="rId109"/>
                <a:stretch>
                  <a:fillRect/>
                </a:stretch>
              </p:blipFill>
              <p:spPr>
                <a:xfrm>
                  <a:off x="1067406" y="1430888"/>
                  <a:ext cx="40680" cy="23112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76" name="Ink 75">
                  <a:extLst>
                    <a:ext uri="{FF2B5EF4-FFF2-40B4-BE49-F238E27FC236}">
                      <a16:creationId xmlns:a16="http://schemas.microsoft.com/office/drawing/2014/main" id="{E7A422C1-A91B-A084-DFDC-B5F4B158F7CC}"/>
                    </a:ext>
                  </a:extLst>
                </p14:cNvPr>
                <p14:cNvContentPartPr/>
                <p14:nvPr/>
              </p14:nvContentPartPr>
              <p14:xfrm>
                <a:off x="1026006" y="1457888"/>
                <a:ext cx="285120" cy="210960"/>
              </p14:xfrm>
            </p:contentPart>
          </mc:Choice>
          <mc:Fallback xmlns="">
            <p:pic>
              <p:nvPicPr>
                <p:cNvPr id="76" name="Ink 75">
                  <a:extLst>
                    <a:ext uri="{FF2B5EF4-FFF2-40B4-BE49-F238E27FC236}">
                      <a16:creationId xmlns:a16="http://schemas.microsoft.com/office/drawing/2014/main" id="{E7A422C1-A91B-A084-DFDC-B5F4B158F7CC}"/>
                    </a:ext>
                  </a:extLst>
                </p:cNvPr>
                <p:cNvPicPr/>
                <p:nvPr/>
              </p:nvPicPr>
              <p:blipFill>
                <a:blip r:embed="rId111"/>
                <a:stretch>
                  <a:fillRect/>
                </a:stretch>
              </p:blipFill>
              <p:spPr>
                <a:xfrm>
                  <a:off x="1008366" y="1439888"/>
                  <a:ext cx="320760" cy="24660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77" name="Ink 76">
                  <a:extLst>
                    <a:ext uri="{FF2B5EF4-FFF2-40B4-BE49-F238E27FC236}">
                      <a16:creationId xmlns:a16="http://schemas.microsoft.com/office/drawing/2014/main" id="{6E2E8526-CF5A-09BD-826C-70EDC9D46693}"/>
                    </a:ext>
                  </a:extLst>
                </p14:cNvPr>
                <p14:cNvContentPartPr/>
                <p14:nvPr/>
              </p14:nvContentPartPr>
              <p14:xfrm>
                <a:off x="1366926" y="1543928"/>
                <a:ext cx="100440" cy="118800"/>
              </p14:xfrm>
            </p:contentPart>
          </mc:Choice>
          <mc:Fallback xmlns="">
            <p:pic>
              <p:nvPicPr>
                <p:cNvPr id="77" name="Ink 76">
                  <a:extLst>
                    <a:ext uri="{FF2B5EF4-FFF2-40B4-BE49-F238E27FC236}">
                      <a16:creationId xmlns:a16="http://schemas.microsoft.com/office/drawing/2014/main" id="{6E2E8526-CF5A-09BD-826C-70EDC9D46693}"/>
                    </a:ext>
                  </a:extLst>
                </p:cNvPr>
                <p:cNvPicPr/>
                <p:nvPr/>
              </p:nvPicPr>
              <p:blipFill>
                <a:blip r:embed="rId113"/>
                <a:stretch>
                  <a:fillRect/>
                </a:stretch>
              </p:blipFill>
              <p:spPr>
                <a:xfrm>
                  <a:off x="1349286" y="1525928"/>
                  <a:ext cx="136080" cy="154440"/>
                </a:xfrm>
                <a:prstGeom prst="rect">
                  <a:avLst/>
                </a:prstGeom>
              </p:spPr>
            </p:pic>
          </mc:Fallback>
        </mc:AlternateContent>
      </p:grpSp>
      <p:grpSp>
        <p:nvGrpSpPr>
          <p:cNvPr id="105" name="Group 104">
            <a:extLst>
              <a:ext uri="{FF2B5EF4-FFF2-40B4-BE49-F238E27FC236}">
                <a16:creationId xmlns:a16="http://schemas.microsoft.com/office/drawing/2014/main" id="{7F5BAC7C-9C48-8BB2-A737-163DD42D8622}"/>
              </a:ext>
            </a:extLst>
          </p:cNvPr>
          <p:cNvGrpSpPr/>
          <p:nvPr/>
        </p:nvGrpSpPr>
        <p:grpSpPr>
          <a:xfrm>
            <a:off x="4063463" y="1402808"/>
            <a:ext cx="1306080" cy="270000"/>
            <a:chOff x="1734486" y="1402808"/>
            <a:chExt cx="1306080" cy="270000"/>
          </a:xfrm>
        </p:grpSpPr>
        <mc:AlternateContent xmlns:mc="http://schemas.openxmlformats.org/markup-compatibility/2006" xmlns:p14="http://schemas.microsoft.com/office/powerpoint/2010/main">
          <mc:Choice Requires="p14">
            <p:contentPart p14:bwMode="auto" r:id="rId114">
              <p14:nvContentPartPr>
                <p14:cNvPr id="78" name="Ink 77">
                  <a:extLst>
                    <a:ext uri="{FF2B5EF4-FFF2-40B4-BE49-F238E27FC236}">
                      <a16:creationId xmlns:a16="http://schemas.microsoft.com/office/drawing/2014/main" id="{2A93DE5D-A92A-D436-1719-53F00871C04C}"/>
                    </a:ext>
                  </a:extLst>
                </p14:cNvPr>
                <p14:cNvContentPartPr/>
                <p14:nvPr/>
              </p14:nvContentPartPr>
              <p14:xfrm>
                <a:off x="1734486" y="1535288"/>
                <a:ext cx="102240" cy="137520"/>
              </p14:xfrm>
            </p:contentPart>
          </mc:Choice>
          <mc:Fallback xmlns="">
            <p:pic>
              <p:nvPicPr>
                <p:cNvPr id="78" name="Ink 77">
                  <a:extLst>
                    <a:ext uri="{FF2B5EF4-FFF2-40B4-BE49-F238E27FC236}">
                      <a16:creationId xmlns:a16="http://schemas.microsoft.com/office/drawing/2014/main" id="{2A93DE5D-A92A-D436-1719-53F00871C04C}"/>
                    </a:ext>
                  </a:extLst>
                </p:cNvPr>
                <p:cNvPicPr/>
                <p:nvPr/>
              </p:nvPicPr>
              <p:blipFill>
                <a:blip r:embed="rId115"/>
                <a:stretch>
                  <a:fillRect/>
                </a:stretch>
              </p:blipFill>
              <p:spPr>
                <a:xfrm>
                  <a:off x="1716486" y="1517648"/>
                  <a:ext cx="13788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9" name="Ink 78">
                  <a:extLst>
                    <a:ext uri="{FF2B5EF4-FFF2-40B4-BE49-F238E27FC236}">
                      <a16:creationId xmlns:a16="http://schemas.microsoft.com/office/drawing/2014/main" id="{44D3CC38-418E-58A6-31CC-18516C02F947}"/>
                    </a:ext>
                  </a:extLst>
                </p14:cNvPr>
                <p14:cNvContentPartPr/>
                <p14:nvPr/>
              </p14:nvContentPartPr>
              <p14:xfrm>
                <a:off x="1987206" y="1469768"/>
                <a:ext cx="9720" cy="150840"/>
              </p14:xfrm>
            </p:contentPart>
          </mc:Choice>
          <mc:Fallback xmlns="">
            <p:pic>
              <p:nvPicPr>
                <p:cNvPr id="79" name="Ink 78">
                  <a:extLst>
                    <a:ext uri="{FF2B5EF4-FFF2-40B4-BE49-F238E27FC236}">
                      <a16:creationId xmlns:a16="http://schemas.microsoft.com/office/drawing/2014/main" id="{44D3CC38-418E-58A6-31CC-18516C02F947}"/>
                    </a:ext>
                  </a:extLst>
                </p:cNvPr>
                <p:cNvPicPr/>
                <p:nvPr/>
              </p:nvPicPr>
              <p:blipFill>
                <a:blip r:embed="rId117"/>
                <a:stretch>
                  <a:fillRect/>
                </a:stretch>
              </p:blipFill>
              <p:spPr>
                <a:xfrm>
                  <a:off x="1969206" y="1452128"/>
                  <a:ext cx="4536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80" name="Ink 79">
                  <a:extLst>
                    <a:ext uri="{FF2B5EF4-FFF2-40B4-BE49-F238E27FC236}">
                      <a16:creationId xmlns:a16="http://schemas.microsoft.com/office/drawing/2014/main" id="{1F931E55-A1D6-5457-9131-78A1F7FD57E6}"/>
                    </a:ext>
                  </a:extLst>
                </p14:cNvPr>
                <p14:cNvContentPartPr/>
                <p14:nvPr/>
              </p14:nvContentPartPr>
              <p14:xfrm>
                <a:off x="2032206" y="1516568"/>
                <a:ext cx="170640" cy="124560"/>
              </p14:xfrm>
            </p:contentPart>
          </mc:Choice>
          <mc:Fallback xmlns="">
            <p:pic>
              <p:nvPicPr>
                <p:cNvPr id="80" name="Ink 79">
                  <a:extLst>
                    <a:ext uri="{FF2B5EF4-FFF2-40B4-BE49-F238E27FC236}">
                      <a16:creationId xmlns:a16="http://schemas.microsoft.com/office/drawing/2014/main" id="{1F931E55-A1D6-5457-9131-78A1F7FD57E6}"/>
                    </a:ext>
                  </a:extLst>
                </p:cNvPr>
                <p:cNvPicPr/>
                <p:nvPr/>
              </p:nvPicPr>
              <p:blipFill>
                <a:blip r:embed="rId119"/>
                <a:stretch>
                  <a:fillRect/>
                </a:stretch>
              </p:blipFill>
              <p:spPr>
                <a:xfrm>
                  <a:off x="2014566" y="1498568"/>
                  <a:ext cx="206280" cy="1602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81" name="Ink 80">
                  <a:extLst>
                    <a:ext uri="{FF2B5EF4-FFF2-40B4-BE49-F238E27FC236}">
                      <a16:creationId xmlns:a16="http://schemas.microsoft.com/office/drawing/2014/main" id="{3CAEBD41-A6C0-0020-865F-1B34BA87C57A}"/>
                    </a:ext>
                  </a:extLst>
                </p14:cNvPr>
                <p14:cNvContentPartPr/>
                <p14:nvPr/>
              </p14:nvContentPartPr>
              <p14:xfrm>
                <a:off x="2250726" y="1530608"/>
                <a:ext cx="158760" cy="131040"/>
              </p14:xfrm>
            </p:contentPart>
          </mc:Choice>
          <mc:Fallback xmlns="">
            <p:pic>
              <p:nvPicPr>
                <p:cNvPr id="81" name="Ink 80">
                  <a:extLst>
                    <a:ext uri="{FF2B5EF4-FFF2-40B4-BE49-F238E27FC236}">
                      <a16:creationId xmlns:a16="http://schemas.microsoft.com/office/drawing/2014/main" id="{3CAEBD41-A6C0-0020-865F-1B34BA87C57A}"/>
                    </a:ext>
                  </a:extLst>
                </p:cNvPr>
                <p:cNvPicPr/>
                <p:nvPr/>
              </p:nvPicPr>
              <p:blipFill>
                <a:blip r:embed="rId121"/>
                <a:stretch>
                  <a:fillRect/>
                </a:stretch>
              </p:blipFill>
              <p:spPr>
                <a:xfrm>
                  <a:off x="2232726" y="1512968"/>
                  <a:ext cx="194400" cy="16668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82" name="Ink 81">
                  <a:extLst>
                    <a:ext uri="{FF2B5EF4-FFF2-40B4-BE49-F238E27FC236}">
                      <a16:creationId xmlns:a16="http://schemas.microsoft.com/office/drawing/2014/main" id="{388BDDFA-E7F9-1C11-A00A-D2594E87BC66}"/>
                    </a:ext>
                  </a:extLst>
                </p14:cNvPr>
                <p14:cNvContentPartPr/>
                <p14:nvPr/>
              </p14:nvContentPartPr>
              <p14:xfrm>
                <a:off x="2383206" y="1402808"/>
                <a:ext cx="266040" cy="237240"/>
              </p14:xfrm>
            </p:contentPart>
          </mc:Choice>
          <mc:Fallback xmlns="">
            <p:pic>
              <p:nvPicPr>
                <p:cNvPr id="82" name="Ink 81">
                  <a:extLst>
                    <a:ext uri="{FF2B5EF4-FFF2-40B4-BE49-F238E27FC236}">
                      <a16:creationId xmlns:a16="http://schemas.microsoft.com/office/drawing/2014/main" id="{388BDDFA-E7F9-1C11-A00A-D2594E87BC66}"/>
                    </a:ext>
                  </a:extLst>
                </p:cNvPr>
                <p:cNvPicPr/>
                <p:nvPr/>
              </p:nvPicPr>
              <p:blipFill>
                <a:blip r:embed="rId123"/>
                <a:stretch>
                  <a:fillRect/>
                </a:stretch>
              </p:blipFill>
              <p:spPr>
                <a:xfrm>
                  <a:off x="2365566" y="1384808"/>
                  <a:ext cx="301680" cy="27288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85" name="Ink 84">
                  <a:extLst>
                    <a:ext uri="{FF2B5EF4-FFF2-40B4-BE49-F238E27FC236}">
                      <a16:creationId xmlns:a16="http://schemas.microsoft.com/office/drawing/2014/main" id="{6EFC54DA-99AB-7E94-CB49-55F0569202B4}"/>
                    </a:ext>
                  </a:extLst>
                </p14:cNvPr>
                <p14:cNvContentPartPr/>
                <p14:nvPr/>
              </p14:nvContentPartPr>
              <p14:xfrm>
                <a:off x="2534046" y="1491368"/>
                <a:ext cx="340920" cy="130320"/>
              </p14:xfrm>
            </p:contentPart>
          </mc:Choice>
          <mc:Fallback xmlns="">
            <p:pic>
              <p:nvPicPr>
                <p:cNvPr id="85" name="Ink 84">
                  <a:extLst>
                    <a:ext uri="{FF2B5EF4-FFF2-40B4-BE49-F238E27FC236}">
                      <a16:creationId xmlns:a16="http://schemas.microsoft.com/office/drawing/2014/main" id="{6EFC54DA-99AB-7E94-CB49-55F0569202B4}"/>
                    </a:ext>
                  </a:extLst>
                </p:cNvPr>
                <p:cNvPicPr/>
                <p:nvPr/>
              </p:nvPicPr>
              <p:blipFill>
                <a:blip r:embed="rId125"/>
                <a:stretch>
                  <a:fillRect/>
                </a:stretch>
              </p:blipFill>
              <p:spPr>
                <a:xfrm>
                  <a:off x="2516046" y="1473368"/>
                  <a:ext cx="37656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86" name="Ink 85">
                  <a:extLst>
                    <a:ext uri="{FF2B5EF4-FFF2-40B4-BE49-F238E27FC236}">
                      <a16:creationId xmlns:a16="http://schemas.microsoft.com/office/drawing/2014/main" id="{78FB905A-3F26-A7A5-2923-FD783ADF78C0}"/>
                    </a:ext>
                  </a:extLst>
                </p14:cNvPr>
                <p14:cNvContentPartPr/>
                <p14:nvPr/>
              </p14:nvContentPartPr>
              <p14:xfrm>
                <a:off x="2905566" y="1500368"/>
                <a:ext cx="135000" cy="111960"/>
              </p14:xfrm>
            </p:contentPart>
          </mc:Choice>
          <mc:Fallback xmlns="">
            <p:pic>
              <p:nvPicPr>
                <p:cNvPr id="86" name="Ink 85">
                  <a:extLst>
                    <a:ext uri="{FF2B5EF4-FFF2-40B4-BE49-F238E27FC236}">
                      <a16:creationId xmlns:a16="http://schemas.microsoft.com/office/drawing/2014/main" id="{78FB905A-3F26-A7A5-2923-FD783ADF78C0}"/>
                    </a:ext>
                  </a:extLst>
                </p:cNvPr>
                <p:cNvPicPr/>
                <p:nvPr/>
              </p:nvPicPr>
              <p:blipFill>
                <a:blip r:embed="rId127"/>
                <a:stretch>
                  <a:fillRect/>
                </a:stretch>
              </p:blipFill>
              <p:spPr>
                <a:xfrm>
                  <a:off x="2887566" y="1482368"/>
                  <a:ext cx="170640" cy="147600"/>
                </a:xfrm>
                <a:prstGeom prst="rect">
                  <a:avLst/>
                </a:prstGeom>
              </p:spPr>
            </p:pic>
          </mc:Fallback>
        </mc:AlternateContent>
      </p:grpSp>
      <p:grpSp>
        <p:nvGrpSpPr>
          <p:cNvPr id="104" name="Group 103">
            <a:extLst>
              <a:ext uri="{FF2B5EF4-FFF2-40B4-BE49-F238E27FC236}">
                <a16:creationId xmlns:a16="http://schemas.microsoft.com/office/drawing/2014/main" id="{D911C480-464D-BD08-BEFC-CFEE2662C0F1}"/>
              </a:ext>
            </a:extLst>
          </p:cNvPr>
          <p:cNvGrpSpPr/>
          <p:nvPr/>
        </p:nvGrpSpPr>
        <p:grpSpPr>
          <a:xfrm>
            <a:off x="5592023" y="1460768"/>
            <a:ext cx="222480" cy="205200"/>
            <a:chOff x="3263046" y="1460768"/>
            <a:chExt cx="222480" cy="205200"/>
          </a:xfrm>
        </p:grpSpPr>
        <mc:AlternateContent xmlns:mc="http://schemas.openxmlformats.org/markup-compatibility/2006" xmlns:p14="http://schemas.microsoft.com/office/powerpoint/2010/main">
          <mc:Choice Requires="p14">
            <p:contentPart p14:bwMode="auto" r:id="rId128">
              <p14:nvContentPartPr>
                <p14:cNvPr id="87" name="Ink 86">
                  <a:extLst>
                    <a:ext uri="{FF2B5EF4-FFF2-40B4-BE49-F238E27FC236}">
                      <a16:creationId xmlns:a16="http://schemas.microsoft.com/office/drawing/2014/main" id="{DC309784-DB7D-AB70-736E-12A0EE53C8B0}"/>
                    </a:ext>
                  </a:extLst>
                </p14:cNvPr>
                <p14:cNvContentPartPr/>
                <p14:nvPr/>
              </p14:nvContentPartPr>
              <p14:xfrm>
                <a:off x="3263046" y="1509008"/>
                <a:ext cx="18360" cy="100080"/>
              </p14:xfrm>
            </p:contentPart>
          </mc:Choice>
          <mc:Fallback xmlns="">
            <p:pic>
              <p:nvPicPr>
                <p:cNvPr id="87" name="Ink 86">
                  <a:extLst>
                    <a:ext uri="{FF2B5EF4-FFF2-40B4-BE49-F238E27FC236}">
                      <a16:creationId xmlns:a16="http://schemas.microsoft.com/office/drawing/2014/main" id="{DC309784-DB7D-AB70-736E-12A0EE53C8B0}"/>
                    </a:ext>
                  </a:extLst>
                </p:cNvPr>
                <p:cNvPicPr/>
                <p:nvPr/>
              </p:nvPicPr>
              <p:blipFill>
                <a:blip r:embed="rId129"/>
                <a:stretch>
                  <a:fillRect/>
                </a:stretch>
              </p:blipFill>
              <p:spPr>
                <a:xfrm>
                  <a:off x="3245046" y="1491368"/>
                  <a:ext cx="5400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88" name="Ink 87">
                  <a:extLst>
                    <a:ext uri="{FF2B5EF4-FFF2-40B4-BE49-F238E27FC236}">
                      <a16:creationId xmlns:a16="http://schemas.microsoft.com/office/drawing/2014/main" id="{30A39F90-7BB9-9620-D4A9-EBA0DBFE944D}"/>
                    </a:ext>
                  </a:extLst>
                </p14:cNvPr>
                <p14:cNvContentPartPr/>
                <p14:nvPr/>
              </p14:nvContentPartPr>
              <p14:xfrm>
                <a:off x="3275286" y="1460768"/>
                <a:ext cx="38160" cy="15120"/>
              </p14:xfrm>
            </p:contentPart>
          </mc:Choice>
          <mc:Fallback xmlns="">
            <p:pic>
              <p:nvPicPr>
                <p:cNvPr id="88" name="Ink 87">
                  <a:extLst>
                    <a:ext uri="{FF2B5EF4-FFF2-40B4-BE49-F238E27FC236}">
                      <a16:creationId xmlns:a16="http://schemas.microsoft.com/office/drawing/2014/main" id="{30A39F90-7BB9-9620-D4A9-EBA0DBFE944D}"/>
                    </a:ext>
                  </a:extLst>
                </p:cNvPr>
                <p:cNvPicPr/>
                <p:nvPr/>
              </p:nvPicPr>
              <p:blipFill>
                <a:blip r:embed="rId131"/>
                <a:stretch>
                  <a:fillRect/>
                </a:stretch>
              </p:blipFill>
              <p:spPr>
                <a:xfrm>
                  <a:off x="3257646" y="1443128"/>
                  <a:ext cx="7380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9" name="Ink 88">
                  <a:extLst>
                    <a:ext uri="{FF2B5EF4-FFF2-40B4-BE49-F238E27FC236}">
                      <a16:creationId xmlns:a16="http://schemas.microsoft.com/office/drawing/2014/main" id="{D9B22AE8-99E2-5ADB-3D97-F8A2BAF5679A}"/>
                    </a:ext>
                  </a:extLst>
                </p14:cNvPr>
                <p14:cNvContentPartPr/>
                <p14:nvPr/>
              </p14:nvContentPartPr>
              <p14:xfrm>
                <a:off x="3354126" y="1501448"/>
                <a:ext cx="131400" cy="164520"/>
              </p14:xfrm>
            </p:contentPart>
          </mc:Choice>
          <mc:Fallback xmlns="">
            <p:pic>
              <p:nvPicPr>
                <p:cNvPr id="89" name="Ink 88">
                  <a:extLst>
                    <a:ext uri="{FF2B5EF4-FFF2-40B4-BE49-F238E27FC236}">
                      <a16:creationId xmlns:a16="http://schemas.microsoft.com/office/drawing/2014/main" id="{D9B22AE8-99E2-5ADB-3D97-F8A2BAF5679A}"/>
                    </a:ext>
                  </a:extLst>
                </p:cNvPr>
                <p:cNvPicPr/>
                <p:nvPr/>
              </p:nvPicPr>
              <p:blipFill>
                <a:blip r:embed="rId133"/>
                <a:stretch>
                  <a:fillRect/>
                </a:stretch>
              </p:blipFill>
              <p:spPr>
                <a:xfrm>
                  <a:off x="3336126" y="1483448"/>
                  <a:ext cx="167040" cy="200160"/>
                </a:xfrm>
                <a:prstGeom prst="rect">
                  <a:avLst/>
                </a:prstGeom>
              </p:spPr>
            </p:pic>
          </mc:Fallback>
        </mc:AlternateContent>
      </p:grpSp>
      <p:grpSp>
        <p:nvGrpSpPr>
          <p:cNvPr id="103" name="Group 102">
            <a:extLst>
              <a:ext uri="{FF2B5EF4-FFF2-40B4-BE49-F238E27FC236}">
                <a16:creationId xmlns:a16="http://schemas.microsoft.com/office/drawing/2014/main" id="{C124881B-4E33-B152-05FA-CAF501194B97}"/>
              </a:ext>
            </a:extLst>
          </p:cNvPr>
          <p:cNvGrpSpPr/>
          <p:nvPr/>
        </p:nvGrpSpPr>
        <p:grpSpPr>
          <a:xfrm>
            <a:off x="6107903" y="1338728"/>
            <a:ext cx="2355840" cy="543240"/>
            <a:chOff x="3778926" y="1338728"/>
            <a:chExt cx="2355840" cy="543240"/>
          </a:xfrm>
        </p:grpSpPr>
        <mc:AlternateContent xmlns:mc="http://schemas.openxmlformats.org/markup-compatibility/2006" xmlns:p14="http://schemas.microsoft.com/office/powerpoint/2010/main">
          <mc:Choice Requires="p14">
            <p:contentPart p14:bwMode="auto" r:id="rId134">
              <p14:nvContentPartPr>
                <p14:cNvPr id="90" name="Ink 89">
                  <a:extLst>
                    <a:ext uri="{FF2B5EF4-FFF2-40B4-BE49-F238E27FC236}">
                      <a16:creationId xmlns:a16="http://schemas.microsoft.com/office/drawing/2014/main" id="{3E7204CC-7B91-B1A0-E63F-451495DF1702}"/>
                    </a:ext>
                  </a:extLst>
                </p14:cNvPr>
                <p14:cNvContentPartPr/>
                <p14:nvPr/>
              </p14:nvContentPartPr>
              <p14:xfrm>
                <a:off x="3778926" y="1498568"/>
                <a:ext cx="169200" cy="126360"/>
              </p14:xfrm>
            </p:contentPart>
          </mc:Choice>
          <mc:Fallback xmlns="">
            <p:pic>
              <p:nvPicPr>
                <p:cNvPr id="90" name="Ink 89">
                  <a:extLst>
                    <a:ext uri="{FF2B5EF4-FFF2-40B4-BE49-F238E27FC236}">
                      <a16:creationId xmlns:a16="http://schemas.microsoft.com/office/drawing/2014/main" id="{3E7204CC-7B91-B1A0-E63F-451495DF1702}"/>
                    </a:ext>
                  </a:extLst>
                </p:cNvPr>
                <p:cNvPicPr/>
                <p:nvPr/>
              </p:nvPicPr>
              <p:blipFill>
                <a:blip r:embed="rId135"/>
                <a:stretch>
                  <a:fillRect/>
                </a:stretch>
              </p:blipFill>
              <p:spPr>
                <a:xfrm>
                  <a:off x="3760926" y="1480568"/>
                  <a:ext cx="204840" cy="16200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91" name="Ink 90">
                  <a:extLst>
                    <a:ext uri="{FF2B5EF4-FFF2-40B4-BE49-F238E27FC236}">
                      <a16:creationId xmlns:a16="http://schemas.microsoft.com/office/drawing/2014/main" id="{F019922C-E0FC-CAE9-507C-6DCE3E923120}"/>
                    </a:ext>
                  </a:extLst>
                </p14:cNvPr>
                <p14:cNvContentPartPr/>
                <p14:nvPr/>
              </p14:nvContentPartPr>
              <p14:xfrm>
                <a:off x="3977286" y="1500368"/>
                <a:ext cx="66240" cy="122040"/>
              </p14:xfrm>
            </p:contentPart>
          </mc:Choice>
          <mc:Fallback xmlns="">
            <p:pic>
              <p:nvPicPr>
                <p:cNvPr id="91" name="Ink 90">
                  <a:extLst>
                    <a:ext uri="{FF2B5EF4-FFF2-40B4-BE49-F238E27FC236}">
                      <a16:creationId xmlns:a16="http://schemas.microsoft.com/office/drawing/2014/main" id="{F019922C-E0FC-CAE9-507C-6DCE3E923120}"/>
                    </a:ext>
                  </a:extLst>
                </p:cNvPr>
                <p:cNvPicPr/>
                <p:nvPr/>
              </p:nvPicPr>
              <p:blipFill>
                <a:blip r:embed="rId137"/>
                <a:stretch>
                  <a:fillRect/>
                </a:stretch>
              </p:blipFill>
              <p:spPr>
                <a:xfrm>
                  <a:off x="3959646" y="1482368"/>
                  <a:ext cx="10188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92" name="Ink 91">
                  <a:extLst>
                    <a:ext uri="{FF2B5EF4-FFF2-40B4-BE49-F238E27FC236}">
                      <a16:creationId xmlns:a16="http://schemas.microsoft.com/office/drawing/2014/main" id="{FA8FFE63-0991-7974-7F1E-CB8D8C5ECCE9}"/>
                    </a:ext>
                  </a:extLst>
                </p14:cNvPr>
                <p14:cNvContentPartPr/>
                <p14:nvPr/>
              </p14:nvContentPartPr>
              <p14:xfrm>
                <a:off x="4152606" y="1499288"/>
                <a:ext cx="77400" cy="124920"/>
              </p14:xfrm>
            </p:contentPart>
          </mc:Choice>
          <mc:Fallback xmlns="">
            <p:pic>
              <p:nvPicPr>
                <p:cNvPr id="92" name="Ink 91">
                  <a:extLst>
                    <a:ext uri="{FF2B5EF4-FFF2-40B4-BE49-F238E27FC236}">
                      <a16:creationId xmlns:a16="http://schemas.microsoft.com/office/drawing/2014/main" id="{FA8FFE63-0991-7974-7F1E-CB8D8C5ECCE9}"/>
                    </a:ext>
                  </a:extLst>
                </p:cNvPr>
                <p:cNvPicPr/>
                <p:nvPr/>
              </p:nvPicPr>
              <p:blipFill>
                <a:blip r:embed="rId139"/>
                <a:stretch>
                  <a:fillRect/>
                </a:stretch>
              </p:blipFill>
              <p:spPr>
                <a:xfrm>
                  <a:off x="4134966" y="1481288"/>
                  <a:ext cx="11304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93" name="Ink 92">
                  <a:extLst>
                    <a:ext uri="{FF2B5EF4-FFF2-40B4-BE49-F238E27FC236}">
                      <a16:creationId xmlns:a16="http://schemas.microsoft.com/office/drawing/2014/main" id="{EBE7EB92-F3F9-C233-BD23-C3E8D2835914}"/>
                    </a:ext>
                  </a:extLst>
                </p14:cNvPr>
                <p14:cNvContentPartPr/>
                <p14:nvPr/>
              </p14:nvContentPartPr>
              <p14:xfrm>
                <a:off x="4267806" y="1500368"/>
                <a:ext cx="155880" cy="104040"/>
              </p14:xfrm>
            </p:contentPart>
          </mc:Choice>
          <mc:Fallback xmlns="">
            <p:pic>
              <p:nvPicPr>
                <p:cNvPr id="93" name="Ink 92">
                  <a:extLst>
                    <a:ext uri="{FF2B5EF4-FFF2-40B4-BE49-F238E27FC236}">
                      <a16:creationId xmlns:a16="http://schemas.microsoft.com/office/drawing/2014/main" id="{EBE7EB92-F3F9-C233-BD23-C3E8D2835914}"/>
                    </a:ext>
                  </a:extLst>
                </p:cNvPr>
                <p:cNvPicPr/>
                <p:nvPr/>
              </p:nvPicPr>
              <p:blipFill>
                <a:blip r:embed="rId141"/>
                <a:stretch>
                  <a:fillRect/>
                </a:stretch>
              </p:blipFill>
              <p:spPr>
                <a:xfrm>
                  <a:off x="4249806" y="1482368"/>
                  <a:ext cx="191520" cy="13968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94" name="Ink 93">
                  <a:extLst>
                    <a:ext uri="{FF2B5EF4-FFF2-40B4-BE49-F238E27FC236}">
                      <a16:creationId xmlns:a16="http://schemas.microsoft.com/office/drawing/2014/main" id="{66CB5B23-8609-C65F-AACE-7CB1894F7378}"/>
                    </a:ext>
                  </a:extLst>
                </p14:cNvPr>
                <p14:cNvContentPartPr/>
                <p14:nvPr/>
              </p14:nvContentPartPr>
              <p14:xfrm>
                <a:off x="4538166" y="1394168"/>
                <a:ext cx="31680" cy="185040"/>
              </p14:xfrm>
            </p:contentPart>
          </mc:Choice>
          <mc:Fallback xmlns="">
            <p:pic>
              <p:nvPicPr>
                <p:cNvPr id="94" name="Ink 93">
                  <a:extLst>
                    <a:ext uri="{FF2B5EF4-FFF2-40B4-BE49-F238E27FC236}">
                      <a16:creationId xmlns:a16="http://schemas.microsoft.com/office/drawing/2014/main" id="{66CB5B23-8609-C65F-AACE-7CB1894F7378}"/>
                    </a:ext>
                  </a:extLst>
                </p:cNvPr>
                <p:cNvPicPr/>
                <p:nvPr/>
              </p:nvPicPr>
              <p:blipFill>
                <a:blip r:embed="rId143"/>
                <a:stretch>
                  <a:fillRect/>
                </a:stretch>
              </p:blipFill>
              <p:spPr>
                <a:xfrm>
                  <a:off x="4520526" y="1376528"/>
                  <a:ext cx="6732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95" name="Ink 94">
                  <a:extLst>
                    <a:ext uri="{FF2B5EF4-FFF2-40B4-BE49-F238E27FC236}">
                      <a16:creationId xmlns:a16="http://schemas.microsoft.com/office/drawing/2014/main" id="{70ABD7F3-C726-A29B-E47F-04E16206E306}"/>
                    </a:ext>
                  </a:extLst>
                </p14:cNvPr>
                <p14:cNvContentPartPr/>
                <p14:nvPr/>
              </p14:nvContentPartPr>
              <p14:xfrm>
                <a:off x="4611606" y="1483448"/>
                <a:ext cx="125640" cy="83160"/>
              </p14:xfrm>
            </p:contentPart>
          </mc:Choice>
          <mc:Fallback xmlns="">
            <p:pic>
              <p:nvPicPr>
                <p:cNvPr id="95" name="Ink 94">
                  <a:extLst>
                    <a:ext uri="{FF2B5EF4-FFF2-40B4-BE49-F238E27FC236}">
                      <a16:creationId xmlns:a16="http://schemas.microsoft.com/office/drawing/2014/main" id="{70ABD7F3-C726-A29B-E47F-04E16206E306}"/>
                    </a:ext>
                  </a:extLst>
                </p:cNvPr>
                <p:cNvPicPr/>
                <p:nvPr/>
              </p:nvPicPr>
              <p:blipFill>
                <a:blip r:embed="rId145"/>
                <a:stretch>
                  <a:fillRect/>
                </a:stretch>
              </p:blipFill>
              <p:spPr>
                <a:xfrm>
                  <a:off x="4593606" y="1465448"/>
                  <a:ext cx="16128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96" name="Ink 95">
                  <a:extLst>
                    <a:ext uri="{FF2B5EF4-FFF2-40B4-BE49-F238E27FC236}">
                      <a16:creationId xmlns:a16="http://schemas.microsoft.com/office/drawing/2014/main" id="{625741B2-BB38-DD3D-CBF8-6A995EE604DB}"/>
                    </a:ext>
                  </a:extLst>
                </p14:cNvPr>
                <p14:cNvContentPartPr/>
                <p14:nvPr/>
              </p14:nvContentPartPr>
              <p14:xfrm>
                <a:off x="4853166" y="1473728"/>
                <a:ext cx="102240" cy="99000"/>
              </p14:xfrm>
            </p:contentPart>
          </mc:Choice>
          <mc:Fallback xmlns="">
            <p:pic>
              <p:nvPicPr>
                <p:cNvPr id="96" name="Ink 95">
                  <a:extLst>
                    <a:ext uri="{FF2B5EF4-FFF2-40B4-BE49-F238E27FC236}">
                      <a16:creationId xmlns:a16="http://schemas.microsoft.com/office/drawing/2014/main" id="{625741B2-BB38-DD3D-CBF8-6A995EE604DB}"/>
                    </a:ext>
                  </a:extLst>
                </p:cNvPr>
                <p:cNvPicPr/>
                <p:nvPr/>
              </p:nvPicPr>
              <p:blipFill>
                <a:blip r:embed="rId147"/>
                <a:stretch>
                  <a:fillRect/>
                </a:stretch>
              </p:blipFill>
              <p:spPr>
                <a:xfrm>
                  <a:off x="4835166" y="1455728"/>
                  <a:ext cx="137880" cy="13464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97" name="Ink 96">
                  <a:extLst>
                    <a:ext uri="{FF2B5EF4-FFF2-40B4-BE49-F238E27FC236}">
                      <a16:creationId xmlns:a16="http://schemas.microsoft.com/office/drawing/2014/main" id="{DE6AEEF2-6866-6209-BD99-8A868D42025B}"/>
                    </a:ext>
                  </a:extLst>
                </p14:cNvPr>
                <p14:cNvContentPartPr/>
                <p14:nvPr/>
              </p14:nvContentPartPr>
              <p14:xfrm>
                <a:off x="5010486" y="1476608"/>
                <a:ext cx="196560" cy="104760"/>
              </p14:xfrm>
            </p:contentPart>
          </mc:Choice>
          <mc:Fallback xmlns="">
            <p:pic>
              <p:nvPicPr>
                <p:cNvPr id="97" name="Ink 96">
                  <a:extLst>
                    <a:ext uri="{FF2B5EF4-FFF2-40B4-BE49-F238E27FC236}">
                      <a16:creationId xmlns:a16="http://schemas.microsoft.com/office/drawing/2014/main" id="{DE6AEEF2-6866-6209-BD99-8A868D42025B}"/>
                    </a:ext>
                  </a:extLst>
                </p:cNvPr>
                <p:cNvPicPr/>
                <p:nvPr/>
              </p:nvPicPr>
              <p:blipFill>
                <a:blip r:embed="rId149"/>
                <a:stretch>
                  <a:fillRect/>
                </a:stretch>
              </p:blipFill>
              <p:spPr>
                <a:xfrm>
                  <a:off x="4992846" y="1458608"/>
                  <a:ext cx="23220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98" name="Ink 97">
                  <a:extLst>
                    <a:ext uri="{FF2B5EF4-FFF2-40B4-BE49-F238E27FC236}">
                      <a16:creationId xmlns:a16="http://schemas.microsoft.com/office/drawing/2014/main" id="{6E5079BF-AABB-3AFF-3A6F-A319B3F1F956}"/>
                    </a:ext>
                  </a:extLst>
                </p14:cNvPr>
                <p14:cNvContentPartPr/>
                <p14:nvPr/>
              </p14:nvContentPartPr>
              <p14:xfrm>
                <a:off x="5314326" y="1338728"/>
                <a:ext cx="34920" cy="168120"/>
              </p14:xfrm>
            </p:contentPart>
          </mc:Choice>
          <mc:Fallback xmlns="">
            <p:pic>
              <p:nvPicPr>
                <p:cNvPr id="98" name="Ink 97">
                  <a:extLst>
                    <a:ext uri="{FF2B5EF4-FFF2-40B4-BE49-F238E27FC236}">
                      <a16:creationId xmlns:a16="http://schemas.microsoft.com/office/drawing/2014/main" id="{6E5079BF-AABB-3AFF-3A6F-A319B3F1F956}"/>
                    </a:ext>
                  </a:extLst>
                </p:cNvPr>
                <p:cNvPicPr/>
                <p:nvPr/>
              </p:nvPicPr>
              <p:blipFill>
                <a:blip r:embed="rId151"/>
                <a:stretch>
                  <a:fillRect/>
                </a:stretch>
              </p:blipFill>
              <p:spPr>
                <a:xfrm>
                  <a:off x="5296326" y="1321088"/>
                  <a:ext cx="7056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9" name="Ink 98">
                  <a:extLst>
                    <a:ext uri="{FF2B5EF4-FFF2-40B4-BE49-F238E27FC236}">
                      <a16:creationId xmlns:a16="http://schemas.microsoft.com/office/drawing/2014/main" id="{643FCF6C-EF55-ADC0-C19E-84863F3D4495}"/>
                    </a:ext>
                  </a:extLst>
                </p14:cNvPr>
                <p14:cNvContentPartPr/>
                <p14:nvPr/>
              </p14:nvContentPartPr>
              <p14:xfrm>
                <a:off x="5299566" y="1482728"/>
                <a:ext cx="146520" cy="78480"/>
              </p14:xfrm>
            </p:contentPart>
          </mc:Choice>
          <mc:Fallback xmlns="">
            <p:pic>
              <p:nvPicPr>
                <p:cNvPr id="99" name="Ink 98">
                  <a:extLst>
                    <a:ext uri="{FF2B5EF4-FFF2-40B4-BE49-F238E27FC236}">
                      <a16:creationId xmlns:a16="http://schemas.microsoft.com/office/drawing/2014/main" id="{643FCF6C-EF55-ADC0-C19E-84863F3D4495}"/>
                    </a:ext>
                  </a:extLst>
                </p:cNvPr>
                <p:cNvPicPr/>
                <p:nvPr/>
              </p:nvPicPr>
              <p:blipFill>
                <a:blip r:embed="rId153"/>
                <a:stretch>
                  <a:fillRect/>
                </a:stretch>
              </p:blipFill>
              <p:spPr>
                <a:xfrm>
                  <a:off x="5281926" y="1465088"/>
                  <a:ext cx="18216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00" name="Ink 99">
                  <a:extLst>
                    <a:ext uri="{FF2B5EF4-FFF2-40B4-BE49-F238E27FC236}">
                      <a16:creationId xmlns:a16="http://schemas.microsoft.com/office/drawing/2014/main" id="{0DF4817C-0E39-BF75-4DCA-2BBCA4848A4A}"/>
                    </a:ext>
                  </a:extLst>
                </p14:cNvPr>
                <p14:cNvContentPartPr/>
                <p14:nvPr/>
              </p14:nvContentPartPr>
              <p14:xfrm>
                <a:off x="5446446" y="1419368"/>
                <a:ext cx="3600" cy="2880"/>
              </p14:xfrm>
            </p:contentPart>
          </mc:Choice>
          <mc:Fallback xmlns="">
            <p:pic>
              <p:nvPicPr>
                <p:cNvPr id="100" name="Ink 99">
                  <a:extLst>
                    <a:ext uri="{FF2B5EF4-FFF2-40B4-BE49-F238E27FC236}">
                      <a16:creationId xmlns:a16="http://schemas.microsoft.com/office/drawing/2014/main" id="{0DF4817C-0E39-BF75-4DCA-2BBCA4848A4A}"/>
                    </a:ext>
                  </a:extLst>
                </p:cNvPr>
                <p:cNvPicPr/>
                <p:nvPr/>
              </p:nvPicPr>
              <p:blipFill>
                <a:blip r:embed="rId155"/>
                <a:stretch>
                  <a:fillRect/>
                </a:stretch>
              </p:blipFill>
              <p:spPr>
                <a:xfrm>
                  <a:off x="5428446" y="1401728"/>
                  <a:ext cx="3924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01" name="Ink 100">
                  <a:extLst>
                    <a:ext uri="{FF2B5EF4-FFF2-40B4-BE49-F238E27FC236}">
                      <a16:creationId xmlns:a16="http://schemas.microsoft.com/office/drawing/2014/main" id="{2EE719CA-D993-C82A-93F1-740CE650A270}"/>
                    </a:ext>
                  </a:extLst>
                </p14:cNvPr>
                <p14:cNvContentPartPr/>
                <p14:nvPr/>
              </p14:nvContentPartPr>
              <p14:xfrm>
                <a:off x="5500086" y="1466168"/>
                <a:ext cx="228600" cy="110880"/>
              </p14:xfrm>
            </p:contentPart>
          </mc:Choice>
          <mc:Fallback xmlns="">
            <p:pic>
              <p:nvPicPr>
                <p:cNvPr id="101" name="Ink 100">
                  <a:extLst>
                    <a:ext uri="{FF2B5EF4-FFF2-40B4-BE49-F238E27FC236}">
                      <a16:creationId xmlns:a16="http://schemas.microsoft.com/office/drawing/2014/main" id="{2EE719CA-D993-C82A-93F1-740CE650A270}"/>
                    </a:ext>
                  </a:extLst>
                </p:cNvPr>
                <p:cNvPicPr/>
                <p:nvPr/>
              </p:nvPicPr>
              <p:blipFill>
                <a:blip r:embed="rId157"/>
                <a:stretch>
                  <a:fillRect/>
                </a:stretch>
              </p:blipFill>
              <p:spPr>
                <a:xfrm>
                  <a:off x="5482086" y="1448168"/>
                  <a:ext cx="26424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02" name="Ink 101">
                  <a:extLst>
                    <a:ext uri="{FF2B5EF4-FFF2-40B4-BE49-F238E27FC236}">
                      <a16:creationId xmlns:a16="http://schemas.microsoft.com/office/drawing/2014/main" id="{4FBF9FC1-7677-4305-F652-C4E75589FE29}"/>
                    </a:ext>
                  </a:extLst>
                </p14:cNvPr>
                <p14:cNvContentPartPr/>
                <p14:nvPr/>
              </p14:nvContentPartPr>
              <p14:xfrm>
                <a:off x="5738766" y="1452488"/>
                <a:ext cx="396000" cy="429480"/>
              </p14:xfrm>
            </p:contentPart>
          </mc:Choice>
          <mc:Fallback xmlns="">
            <p:pic>
              <p:nvPicPr>
                <p:cNvPr id="102" name="Ink 101">
                  <a:extLst>
                    <a:ext uri="{FF2B5EF4-FFF2-40B4-BE49-F238E27FC236}">
                      <a16:creationId xmlns:a16="http://schemas.microsoft.com/office/drawing/2014/main" id="{4FBF9FC1-7677-4305-F652-C4E75589FE29}"/>
                    </a:ext>
                  </a:extLst>
                </p:cNvPr>
                <p:cNvPicPr/>
                <p:nvPr/>
              </p:nvPicPr>
              <p:blipFill>
                <a:blip r:embed="rId159"/>
                <a:stretch>
                  <a:fillRect/>
                </a:stretch>
              </p:blipFill>
              <p:spPr>
                <a:xfrm>
                  <a:off x="5720766" y="1434488"/>
                  <a:ext cx="431640" cy="465120"/>
                </a:xfrm>
                <a:prstGeom prst="rect">
                  <a:avLst/>
                </a:prstGeom>
              </p:spPr>
            </p:pic>
          </mc:Fallback>
        </mc:AlternateContent>
      </p:grpSp>
      <p:grpSp>
        <p:nvGrpSpPr>
          <p:cNvPr id="112" name="Group 111">
            <a:extLst>
              <a:ext uri="{FF2B5EF4-FFF2-40B4-BE49-F238E27FC236}">
                <a16:creationId xmlns:a16="http://schemas.microsoft.com/office/drawing/2014/main" id="{AE765C35-6BBC-7C7B-0F51-3BB8647F2549}"/>
              </a:ext>
            </a:extLst>
          </p:cNvPr>
          <p:cNvGrpSpPr/>
          <p:nvPr/>
        </p:nvGrpSpPr>
        <p:grpSpPr>
          <a:xfrm>
            <a:off x="2843783" y="1814648"/>
            <a:ext cx="1432440" cy="374760"/>
            <a:chOff x="514806" y="1814648"/>
            <a:chExt cx="1432440" cy="374760"/>
          </a:xfrm>
        </p:grpSpPr>
        <mc:AlternateContent xmlns:mc="http://schemas.openxmlformats.org/markup-compatibility/2006" xmlns:p14="http://schemas.microsoft.com/office/powerpoint/2010/main">
          <mc:Choice Requires="p14">
            <p:contentPart p14:bwMode="auto" r:id="rId160">
              <p14:nvContentPartPr>
                <p14:cNvPr id="106" name="Ink 105">
                  <a:extLst>
                    <a:ext uri="{FF2B5EF4-FFF2-40B4-BE49-F238E27FC236}">
                      <a16:creationId xmlns:a16="http://schemas.microsoft.com/office/drawing/2014/main" id="{EC42CC1E-4E5D-BA90-9CDA-9DFC30663D1E}"/>
                    </a:ext>
                  </a:extLst>
                </p14:cNvPr>
                <p14:cNvContentPartPr/>
                <p14:nvPr/>
              </p14:nvContentPartPr>
              <p14:xfrm>
                <a:off x="514806" y="1846688"/>
                <a:ext cx="257760" cy="342720"/>
              </p14:xfrm>
            </p:contentPart>
          </mc:Choice>
          <mc:Fallback xmlns="">
            <p:pic>
              <p:nvPicPr>
                <p:cNvPr id="106" name="Ink 105">
                  <a:extLst>
                    <a:ext uri="{FF2B5EF4-FFF2-40B4-BE49-F238E27FC236}">
                      <a16:creationId xmlns:a16="http://schemas.microsoft.com/office/drawing/2014/main" id="{EC42CC1E-4E5D-BA90-9CDA-9DFC30663D1E}"/>
                    </a:ext>
                  </a:extLst>
                </p:cNvPr>
                <p:cNvPicPr/>
                <p:nvPr/>
              </p:nvPicPr>
              <p:blipFill>
                <a:blip r:embed="rId161"/>
                <a:stretch>
                  <a:fillRect/>
                </a:stretch>
              </p:blipFill>
              <p:spPr>
                <a:xfrm>
                  <a:off x="496806" y="1829048"/>
                  <a:ext cx="293400" cy="37836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07" name="Ink 106">
                  <a:extLst>
                    <a:ext uri="{FF2B5EF4-FFF2-40B4-BE49-F238E27FC236}">
                      <a16:creationId xmlns:a16="http://schemas.microsoft.com/office/drawing/2014/main" id="{24C451F5-1959-DEF2-36A8-9036F29731B0}"/>
                    </a:ext>
                  </a:extLst>
                </p14:cNvPr>
                <p14:cNvContentPartPr/>
                <p14:nvPr/>
              </p14:nvContentPartPr>
              <p14:xfrm>
                <a:off x="733326" y="1945328"/>
                <a:ext cx="115560" cy="68400"/>
              </p14:xfrm>
            </p:contentPart>
          </mc:Choice>
          <mc:Fallback xmlns="">
            <p:pic>
              <p:nvPicPr>
                <p:cNvPr id="107" name="Ink 106">
                  <a:extLst>
                    <a:ext uri="{FF2B5EF4-FFF2-40B4-BE49-F238E27FC236}">
                      <a16:creationId xmlns:a16="http://schemas.microsoft.com/office/drawing/2014/main" id="{24C451F5-1959-DEF2-36A8-9036F29731B0}"/>
                    </a:ext>
                  </a:extLst>
                </p:cNvPr>
                <p:cNvPicPr/>
                <p:nvPr/>
              </p:nvPicPr>
              <p:blipFill>
                <a:blip r:embed="rId163"/>
                <a:stretch>
                  <a:fillRect/>
                </a:stretch>
              </p:blipFill>
              <p:spPr>
                <a:xfrm>
                  <a:off x="715686" y="1927688"/>
                  <a:ext cx="15120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08" name="Ink 107">
                  <a:extLst>
                    <a:ext uri="{FF2B5EF4-FFF2-40B4-BE49-F238E27FC236}">
                      <a16:creationId xmlns:a16="http://schemas.microsoft.com/office/drawing/2014/main" id="{4C33C601-5A49-BE01-A88B-B5F6B8366637}"/>
                    </a:ext>
                  </a:extLst>
                </p14:cNvPr>
                <p14:cNvContentPartPr/>
                <p14:nvPr/>
              </p14:nvContentPartPr>
              <p14:xfrm>
                <a:off x="902526" y="1923008"/>
                <a:ext cx="464400" cy="127440"/>
              </p14:xfrm>
            </p:contentPart>
          </mc:Choice>
          <mc:Fallback xmlns="">
            <p:pic>
              <p:nvPicPr>
                <p:cNvPr id="108" name="Ink 107">
                  <a:extLst>
                    <a:ext uri="{FF2B5EF4-FFF2-40B4-BE49-F238E27FC236}">
                      <a16:creationId xmlns:a16="http://schemas.microsoft.com/office/drawing/2014/main" id="{4C33C601-5A49-BE01-A88B-B5F6B8366637}"/>
                    </a:ext>
                  </a:extLst>
                </p:cNvPr>
                <p:cNvPicPr/>
                <p:nvPr/>
              </p:nvPicPr>
              <p:blipFill>
                <a:blip r:embed="rId165"/>
                <a:stretch>
                  <a:fillRect/>
                </a:stretch>
              </p:blipFill>
              <p:spPr>
                <a:xfrm>
                  <a:off x="884886" y="1905368"/>
                  <a:ext cx="50004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09" name="Ink 108">
                  <a:extLst>
                    <a:ext uri="{FF2B5EF4-FFF2-40B4-BE49-F238E27FC236}">
                      <a16:creationId xmlns:a16="http://schemas.microsoft.com/office/drawing/2014/main" id="{84174E36-0212-2199-04F2-F286E85000A1}"/>
                    </a:ext>
                  </a:extLst>
                </p14:cNvPr>
                <p14:cNvContentPartPr/>
                <p14:nvPr/>
              </p14:nvContentPartPr>
              <p14:xfrm>
                <a:off x="1476726" y="1934168"/>
                <a:ext cx="61200" cy="111600"/>
              </p14:xfrm>
            </p:contentPart>
          </mc:Choice>
          <mc:Fallback xmlns="">
            <p:pic>
              <p:nvPicPr>
                <p:cNvPr id="109" name="Ink 108">
                  <a:extLst>
                    <a:ext uri="{FF2B5EF4-FFF2-40B4-BE49-F238E27FC236}">
                      <a16:creationId xmlns:a16="http://schemas.microsoft.com/office/drawing/2014/main" id="{84174E36-0212-2199-04F2-F286E85000A1}"/>
                    </a:ext>
                  </a:extLst>
                </p:cNvPr>
                <p:cNvPicPr/>
                <p:nvPr/>
              </p:nvPicPr>
              <p:blipFill>
                <a:blip r:embed="rId167"/>
                <a:stretch>
                  <a:fillRect/>
                </a:stretch>
              </p:blipFill>
              <p:spPr>
                <a:xfrm>
                  <a:off x="1459086" y="1916528"/>
                  <a:ext cx="96840" cy="14724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10" name="Ink 109">
                  <a:extLst>
                    <a:ext uri="{FF2B5EF4-FFF2-40B4-BE49-F238E27FC236}">
                      <a16:creationId xmlns:a16="http://schemas.microsoft.com/office/drawing/2014/main" id="{D641DAB0-9EF9-5A9A-4EA7-A9866ED5CF6E}"/>
                    </a:ext>
                  </a:extLst>
                </p14:cNvPr>
                <p14:cNvContentPartPr/>
                <p14:nvPr/>
              </p14:nvContentPartPr>
              <p14:xfrm>
                <a:off x="1563846" y="1814648"/>
                <a:ext cx="195120" cy="215280"/>
              </p14:xfrm>
            </p:contentPart>
          </mc:Choice>
          <mc:Fallback xmlns="">
            <p:pic>
              <p:nvPicPr>
                <p:cNvPr id="110" name="Ink 109">
                  <a:extLst>
                    <a:ext uri="{FF2B5EF4-FFF2-40B4-BE49-F238E27FC236}">
                      <a16:creationId xmlns:a16="http://schemas.microsoft.com/office/drawing/2014/main" id="{D641DAB0-9EF9-5A9A-4EA7-A9866ED5CF6E}"/>
                    </a:ext>
                  </a:extLst>
                </p:cNvPr>
                <p:cNvPicPr/>
                <p:nvPr/>
              </p:nvPicPr>
              <p:blipFill>
                <a:blip r:embed="rId169"/>
                <a:stretch>
                  <a:fillRect/>
                </a:stretch>
              </p:blipFill>
              <p:spPr>
                <a:xfrm>
                  <a:off x="1546206" y="1797008"/>
                  <a:ext cx="230760" cy="25092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11" name="Ink 110">
                  <a:extLst>
                    <a:ext uri="{FF2B5EF4-FFF2-40B4-BE49-F238E27FC236}">
                      <a16:creationId xmlns:a16="http://schemas.microsoft.com/office/drawing/2014/main" id="{BD937594-359F-965D-A290-239925CE5E61}"/>
                    </a:ext>
                  </a:extLst>
                </p14:cNvPr>
                <p14:cNvContentPartPr/>
                <p14:nvPr/>
              </p14:nvContentPartPr>
              <p14:xfrm>
                <a:off x="1879566" y="2013008"/>
                <a:ext cx="67680" cy="102960"/>
              </p14:xfrm>
            </p:contentPart>
          </mc:Choice>
          <mc:Fallback xmlns="">
            <p:pic>
              <p:nvPicPr>
                <p:cNvPr id="111" name="Ink 110">
                  <a:extLst>
                    <a:ext uri="{FF2B5EF4-FFF2-40B4-BE49-F238E27FC236}">
                      <a16:creationId xmlns:a16="http://schemas.microsoft.com/office/drawing/2014/main" id="{BD937594-359F-965D-A290-239925CE5E61}"/>
                    </a:ext>
                  </a:extLst>
                </p:cNvPr>
                <p:cNvPicPr/>
                <p:nvPr/>
              </p:nvPicPr>
              <p:blipFill>
                <a:blip r:embed="rId171"/>
                <a:stretch>
                  <a:fillRect/>
                </a:stretch>
              </p:blipFill>
              <p:spPr>
                <a:xfrm>
                  <a:off x="1861926" y="1995368"/>
                  <a:ext cx="103320" cy="138600"/>
                </a:xfrm>
                <a:prstGeom prst="rect">
                  <a:avLst/>
                </a:prstGeom>
              </p:spPr>
            </p:pic>
          </mc:Fallback>
        </mc:AlternateContent>
      </p:grpSp>
      <p:grpSp>
        <p:nvGrpSpPr>
          <p:cNvPr id="126" name="Group 125">
            <a:extLst>
              <a:ext uri="{FF2B5EF4-FFF2-40B4-BE49-F238E27FC236}">
                <a16:creationId xmlns:a16="http://schemas.microsoft.com/office/drawing/2014/main" id="{026E053C-9B37-CC74-8497-A1DB3202A8F1}"/>
              </a:ext>
            </a:extLst>
          </p:cNvPr>
          <p:cNvGrpSpPr/>
          <p:nvPr/>
        </p:nvGrpSpPr>
        <p:grpSpPr>
          <a:xfrm>
            <a:off x="3946103" y="2355008"/>
            <a:ext cx="1976040" cy="463680"/>
            <a:chOff x="1617126" y="2355008"/>
            <a:chExt cx="1976040" cy="463680"/>
          </a:xfrm>
        </p:grpSpPr>
        <mc:AlternateContent xmlns:mc="http://schemas.openxmlformats.org/markup-compatibility/2006" xmlns:p14="http://schemas.microsoft.com/office/powerpoint/2010/main">
          <mc:Choice Requires="p14">
            <p:contentPart p14:bwMode="auto" r:id="rId172">
              <p14:nvContentPartPr>
                <p14:cNvPr id="113" name="Ink 112">
                  <a:extLst>
                    <a:ext uri="{FF2B5EF4-FFF2-40B4-BE49-F238E27FC236}">
                      <a16:creationId xmlns:a16="http://schemas.microsoft.com/office/drawing/2014/main" id="{12E9FB5F-195B-7F75-4C22-490E18504C4B}"/>
                    </a:ext>
                  </a:extLst>
                </p14:cNvPr>
                <p14:cNvContentPartPr/>
                <p14:nvPr/>
              </p14:nvContentPartPr>
              <p14:xfrm>
                <a:off x="1647366" y="2355008"/>
                <a:ext cx="231120" cy="7200"/>
              </p14:xfrm>
            </p:contentPart>
          </mc:Choice>
          <mc:Fallback xmlns="">
            <p:pic>
              <p:nvPicPr>
                <p:cNvPr id="113" name="Ink 112">
                  <a:extLst>
                    <a:ext uri="{FF2B5EF4-FFF2-40B4-BE49-F238E27FC236}">
                      <a16:creationId xmlns:a16="http://schemas.microsoft.com/office/drawing/2014/main" id="{12E9FB5F-195B-7F75-4C22-490E18504C4B}"/>
                    </a:ext>
                  </a:extLst>
                </p:cNvPr>
                <p:cNvPicPr/>
                <p:nvPr/>
              </p:nvPicPr>
              <p:blipFill>
                <a:blip r:embed="rId173"/>
                <a:stretch>
                  <a:fillRect/>
                </a:stretch>
              </p:blipFill>
              <p:spPr>
                <a:xfrm>
                  <a:off x="1629366" y="2337008"/>
                  <a:ext cx="266760" cy="4284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14" name="Ink 113">
                  <a:extLst>
                    <a:ext uri="{FF2B5EF4-FFF2-40B4-BE49-F238E27FC236}">
                      <a16:creationId xmlns:a16="http://schemas.microsoft.com/office/drawing/2014/main" id="{802FED2B-5435-11BA-FAB3-15E270014FF3}"/>
                    </a:ext>
                  </a:extLst>
                </p14:cNvPr>
                <p14:cNvContentPartPr/>
                <p14:nvPr/>
              </p14:nvContentPartPr>
              <p14:xfrm>
                <a:off x="1617126" y="2384528"/>
                <a:ext cx="226080" cy="227880"/>
              </p14:xfrm>
            </p:contentPart>
          </mc:Choice>
          <mc:Fallback xmlns="">
            <p:pic>
              <p:nvPicPr>
                <p:cNvPr id="114" name="Ink 113">
                  <a:extLst>
                    <a:ext uri="{FF2B5EF4-FFF2-40B4-BE49-F238E27FC236}">
                      <a16:creationId xmlns:a16="http://schemas.microsoft.com/office/drawing/2014/main" id="{802FED2B-5435-11BA-FAB3-15E270014FF3}"/>
                    </a:ext>
                  </a:extLst>
                </p:cNvPr>
                <p:cNvPicPr/>
                <p:nvPr/>
              </p:nvPicPr>
              <p:blipFill>
                <a:blip r:embed="rId175"/>
                <a:stretch>
                  <a:fillRect/>
                </a:stretch>
              </p:blipFill>
              <p:spPr>
                <a:xfrm>
                  <a:off x="1599486" y="2366888"/>
                  <a:ext cx="261720" cy="26352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16" name="Ink 115">
                  <a:extLst>
                    <a:ext uri="{FF2B5EF4-FFF2-40B4-BE49-F238E27FC236}">
                      <a16:creationId xmlns:a16="http://schemas.microsoft.com/office/drawing/2014/main" id="{9A409F05-21EB-710E-0049-F33AE99D5F09}"/>
                    </a:ext>
                  </a:extLst>
                </p14:cNvPr>
                <p14:cNvContentPartPr/>
                <p14:nvPr/>
              </p14:nvContentPartPr>
              <p14:xfrm>
                <a:off x="1976046" y="2368688"/>
                <a:ext cx="247680" cy="213120"/>
              </p14:xfrm>
            </p:contentPart>
          </mc:Choice>
          <mc:Fallback xmlns="">
            <p:pic>
              <p:nvPicPr>
                <p:cNvPr id="116" name="Ink 115">
                  <a:extLst>
                    <a:ext uri="{FF2B5EF4-FFF2-40B4-BE49-F238E27FC236}">
                      <a16:creationId xmlns:a16="http://schemas.microsoft.com/office/drawing/2014/main" id="{9A409F05-21EB-710E-0049-F33AE99D5F09}"/>
                    </a:ext>
                  </a:extLst>
                </p:cNvPr>
                <p:cNvPicPr/>
                <p:nvPr/>
              </p:nvPicPr>
              <p:blipFill>
                <a:blip r:embed="rId177"/>
                <a:stretch>
                  <a:fillRect/>
                </a:stretch>
              </p:blipFill>
              <p:spPr>
                <a:xfrm>
                  <a:off x="1958406" y="2350688"/>
                  <a:ext cx="283320" cy="24876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17" name="Ink 116">
                  <a:extLst>
                    <a:ext uri="{FF2B5EF4-FFF2-40B4-BE49-F238E27FC236}">
                      <a16:creationId xmlns:a16="http://schemas.microsoft.com/office/drawing/2014/main" id="{A26AAB86-8226-A224-0E4C-99C2E0E4883D}"/>
                    </a:ext>
                  </a:extLst>
                </p14:cNvPr>
                <p14:cNvContentPartPr/>
                <p14:nvPr/>
              </p14:nvContentPartPr>
              <p14:xfrm>
                <a:off x="2018166" y="2535008"/>
                <a:ext cx="131400" cy="9360"/>
              </p14:xfrm>
            </p:contentPart>
          </mc:Choice>
          <mc:Fallback xmlns="">
            <p:pic>
              <p:nvPicPr>
                <p:cNvPr id="117" name="Ink 116">
                  <a:extLst>
                    <a:ext uri="{FF2B5EF4-FFF2-40B4-BE49-F238E27FC236}">
                      <a16:creationId xmlns:a16="http://schemas.microsoft.com/office/drawing/2014/main" id="{A26AAB86-8226-A224-0E4C-99C2E0E4883D}"/>
                    </a:ext>
                  </a:extLst>
                </p:cNvPr>
                <p:cNvPicPr/>
                <p:nvPr/>
              </p:nvPicPr>
              <p:blipFill>
                <a:blip r:embed="rId179"/>
                <a:stretch>
                  <a:fillRect/>
                </a:stretch>
              </p:blipFill>
              <p:spPr>
                <a:xfrm>
                  <a:off x="2000166" y="2517368"/>
                  <a:ext cx="16704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18" name="Ink 117">
                  <a:extLst>
                    <a:ext uri="{FF2B5EF4-FFF2-40B4-BE49-F238E27FC236}">
                      <a16:creationId xmlns:a16="http://schemas.microsoft.com/office/drawing/2014/main" id="{A11254E8-7741-F395-00F7-9A1E77341F0A}"/>
                    </a:ext>
                  </a:extLst>
                </p14:cNvPr>
                <p14:cNvContentPartPr/>
                <p14:nvPr/>
              </p14:nvContentPartPr>
              <p14:xfrm>
                <a:off x="2192766" y="2508008"/>
                <a:ext cx="69480" cy="65880"/>
              </p14:xfrm>
            </p:contentPart>
          </mc:Choice>
          <mc:Fallback xmlns="">
            <p:pic>
              <p:nvPicPr>
                <p:cNvPr id="118" name="Ink 117">
                  <a:extLst>
                    <a:ext uri="{FF2B5EF4-FFF2-40B4-BE49-F238E27FC236}">
                      <a16:creationId xmlns:a16="http://schemas.microsoft.com/office/drawing/2014/main" id="{A11254E8-7741-F395-00F7-9A1E77341F0A}"/>
                    </a:ext>
                  </a:extLst>
                </p:cNvPr>
                <p:cNvPicPr/>
                <p:nvPr/>
              </p:nvPicPr>
              <p:blipFill>
                <a:blip r:embed="rId181"/>
                <a:stretch>
                  <a:fillRect/>
                </a:stretch>
              </p:blipFill>
              <p:spPr>
                <a:xfrm>
                  <a:off x="2174766" y="2490008"/>
                  <a:ext cx="10512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19" name="Ink 118">
                  <a:extLst>
                    <a:ext uri="{FF2B5EF4-FFF2-40B4-BE49-F238E27FC236}">
                      <a16:creationId xmlns:a16="http://schemas.microsoft.com/office/drawing/2014/main" id="{3845BC9B-1DE6-52A7-FEE4-E0E9183B7F70}"/>
                    </a:ext>
                  </a:extLst>
                </p14:cNvPr>
                <p14:cNvContentPartPr/>
                <p14:nvPr/>
              </p14:nvContentPartPr>
              <p14:xfrm>
                <a:off x="2226606" y="2510168"/>
                <a:ext cx="95760" cy="308520"/>
              </p14:xfrm>
            </p:contentPart>
          </mc:Choice>
          <mc:Fallback xmlns="">
            <p:pic>
              <p:nvPicPr>
                <p:cNvPr id="119" name="Ink 118">
                  <a:extLst>
                    <a:ext uri="{FF2B5EF4-FFF2-40B4-BE49-F238E27FC236}">
                      <a16:creationId xmlns:a16="http://schemas.microsoft.com/office/drawing/2014/main" id="{3845BC9B-1DE6-52A7-FEE4-E0E9183B7F70}"/>
                    </a:ext>
                  </a:extLst>
                </p:cNvPr>
                <p:cNvPicPr/>
                <p:nvPr/>
              </p:nvPicPr>
              <p:blipFill>
                <a:blip r:embed="rId183"/>
                <a:stretch>
                  <a:fillRect/>
                </a:stretch>
              </p:blipFill>
              <p:spPr>
                <a:xfrm>
                  <a:off x="2208606" y="2492168"/>
                  <a:ext cx="131400" cy="34416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20" name="Ink 119">
                  <a:extLst>
                    <a:ext uri="{FF2B5EF4-FFF2-40B4-BE49-F238E27FC236}">
                      <a16:creationId xmlns:a16="http://schemas.microsoft.com/office/drawing/2014/main" id="{935D401B-474C-DE12-0E98-1C37085357BC}"/>
                    </a:ext>
                  </a:extLst>
                </p14:cNvPr>
                <p14:cNvContentPartPr/>
                <p14:nvPr/>
              </p14:nvContentPartPr>
              <p14:xfrm>
                <a:off x="2523606" y="2485688"/>
                <a:ext cx="140400" cy="9720"/>
              </p14:xfrm>
            </p:contentPart>
          </mc:Choice>
          <mc:Fallback xmlns="">
            <p:pic>
              <p:nvPicPr>
                <p:cNvPr id="120" name="Ink 119">
                  <a:extLst>
                    <a:ext uri="{FF2B5EF4-FFF2-40B4-BE49-F238E27FC236}">
                      <a16:creationId xmlns:a16="http://schemas.microsoft.com/office/drawing/2014/main" id="{935D401B-474C-DE12-0E98-1C37085357BC}"/>
                    </a:ext>
                  </a:extLst>
                </p:cNvPr>
                <p:cNvPicPr/>
                <p:nvPr/>
              </p:nvPicPr>
              <p:blipFill>
                <a:blip r:embed="rId185"/>
                <a:stretch>
                  <a:fillRect/>
                </a:stretch>
              </p:blipFill>
              <p:spPr>
                <a:xfrm>
                  <a:off x="2505606" y="2467688"/>
                  <a:ext cx="17604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21" name="Ink 120">
                  <a:extLst>
                    <a:ext uri="{FF2B5EF4-FFF2-40B4-BE49-F238E27FC236}">
                      <a16:creationId xmlns:a16="http://schemas.microsoft.com/office/drawing/2014/main" id="{DEF5540C-39BF-39CF-0533-8ABEE31298E0}"/>
                    </a:ext>
                  </a:extLst>
                </p14:cNvPr>
                <p14:cNvContentPartPr/>
                <p14:nvPr/>
              </p14:nvContentPartPr>
              <p14:xfrm>
                <a:off x="2498766" y="2569568"/>
                <a:ext cx="131040" cy="1440"/>
              </p14:xfrm>
            </p:contentPart>
          </mc:Choice>
          <mc:Fallback xmlns="">
            <p:pic>
              <p:nvPicPr>
                <p:cNvPr id="121" name="Ink 120">
                  <a:extLst>
                    <a:ext uri="{FF2B5EF4-FFF2-40B4-BE49-F238E27FC236}">
                      <a16:creationId xmlns:a16="http://schemas.microsoft.com/office/drawing/2014/main" id="{DEF5540C-39BF-39CF-0533-8ABEE31298E0}"/>
                    </a:ext>
                  </a:extLst>
                </p:cNvPr>
                <p:cNvPicPr/>
                <p:nvPr/>
              </p:nvPicPr>
              <p:blipFill>
                <a:blip r:embed="rId187"/>
                <a:stretch>
                  <a:fillRect/>
                </a:stretch>
              </p:blipFill>
              <p:spPr>
                <a:xfrm>
                  <a:off x="2481126" y="2551928"/>
                  <a:ext cx="166680" cy="3708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22" name="Ink 121">
                  <a:extLst>
                    <a:ext uri="{FF2B5EF4-FFF2-40B4-BE49-F238E27FC236}">
                      <a16:creationId xmlns:a16="http://schemas.microsoft.com/office/drawing/2014/main" id="{3350B33A-CFAD-5ADC-BB4D-DA87BA128D61}"/>
                    </a:ext>
                  </a:extLst>
                </p14:cNvPr>
                <p14:cNvContentPartPr/>
                <p14:nvPr/>
              </p14:nvContentPartPr>
              <p14:xfrm>
                <a:off x="2841126" y="2420888"/>
                <a:ext cx="289080" cy="151200"/>
              </p14:xfrm>
            </p:contentPart>
          </mc:Choice>
          <mc:Fallback xmlns="">
            <p:pic>
              <p:nvPicPr>
                <p:cNvPr id="122" name="Ink 121">
                  <a:extLst>
                    <a:ext uri="{FF2B5EF4-FFF2-40B4-BE49-F238E27FC236}">
                      <a16:creationId xmlns:a16="http://schemas.microsoft.com/office/drawing/2014/main" id="{3350B33A-CFAD-5ADC-BB4D-DA87BA128D61}"/>
                    </a:ext>
                  </a:extLst>
                </p:cNvPr>
                <p:cNvPicPr/>
                <p:nvPr/>
              </p:nvPicPr>
              <p:blipFill>
                <a:blip r:embed="rId189"/>
                <a:stretch>
                  <a:fillRect/>
                </a:stretch>
              </p:blipFill>
              <p:spPr>
                <a:xfrm>
                  <a:off x="2823486" y="2402888"/>
                  <a:ext cx="32472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23" name="Ink 122">
                  <a:extLst>
                    <a:ext uri="{FF2B5EF4-FFF2-40B4-BE49-F238E27FC236}">
                      <a16:creationId xmlns:a16="http://schemas.microsoft.com/office/drawing/2014/main" id="{FD453A10-ACD4-8AD5-C099-E1311164AACB}"/>
                    </a:ext>
                  </a:extLst>
                </p14:cNvPr>
                <p14:cNvContentPartPr/>
                <p14:nvPr/>
              </p14:nvContentPartPr>
              <p14:xfrm>
                <a:off x="3196806" y="2402168"/>
                <a:ext cx="151920" cy="160560"/>
              </p14:xfrm>
            </p:contentPart>
          </mc:Choice>
          <mc:Fallback xmlns="">
            <p:pic>
              <p:nvPicPr>
                <p:cNvPr id="123" name="Ink 122">
                  <a:extLst>
                    <a:ext uri="{FF2B5EF4-FFF2-40B4-BE49-F238E27FC236}">
                      <a16:creationId xmlns:a16="http://schemas.microsoft.com/office/drawing/2014/main" id="{FD453A10-ACD4-8AD5-C099-E1311164AACB}"/>
                    </a:ext>
                  </a:extLst>
                </p:cNvPr>
                <p:cNvPicPr/>
                <p:nvPr/>
              </p:nvPicPr>
              <p:blipFill>
                <a:blip r:embed="rId191"/>
                <a:stretch>
                  <a:fillRect/>
                </a:stretch>
              </p:blipFill>
              <p:spPr>
                <a:xfrm>
                  <a:off x="3178806" y="2384168"/>
                  <a:ext cx="18756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24" name="Ink 123">
                  <a:extLst>
                    <a:ext uri="{FF2B5EF4-FFF2-40B4-BE49-F238E27FC236}">
                      <a16:creationId xmlns:a16="http://schemas.microsoft.com/office/drawing/2014/main" id="{8E520610-0836-2062-6319-AF64C3EA3222}"/>
                    </a:ext>
                  </a:extLst>
                </p14:cNvPr>
                <p14:cNvContentPartPr/>
                <p14:nvPr/>
              </p14:nvContentPartPr>
              <p14:xfrm>
                <a:off x="3483006" y="2476328"/>
                <a:ext cx="53280" cy="91440"/>
              </p14:xfrm>
            </p:contentPart>
          </mc:Choice>
          <mc:Fallback xmlns="">
            <p:pic>
              <p:nvPicPr>
                <p:cNvPr id="124" name="Ink 123">
                  <a:extLst>
                    <a:ext uri="{FF2B5EF4-FFF2-40B4-BE49-F238E27FC236}">
                      <a16:creationId xmlns:a16="http://schemas.microsoft.com/office/drawing/2014/main" id="{8E520610-0836-2062-6319-AF64C3EA3222}"/>
                    </a:ext>
                  </a:extLst>
                </p:cNvPr>
                <p:cNvPicPr/>
                <p:nvPr/>
              </p:nvPicPr>
              <p:blipFill>
                <a:blip r:embed="rId193"/>
                <a:stretch>
                  <a:fillRect/>
                </a:stretch>
              </p:blipFill>
              <p:spPr>
                <a:xfrm>
                  <a:off x="3465006" y="2458688"/>
                  <a:ext cx="8892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25" name="Ink 124">
                  <a:extLst>
                    <a:ext uri="{FF2B5EF4-FFF2-40B4-BE49-F238E27FC236}">
                      <a16:creationId xmlns:a16="http://schemas.microsoft.com/office/drawing/2014/main" id="{CD815024-10D3-9A7F-D7D4-0F3546575E1D}"/>
                    </a:ext>
                  </a:extLst>
                </p14:cNvPr>
                <p14:cNvContentPartPr/>
                <p14:nvPr/>
              </p14:nvContentPartPr>
              <p14:xfrm>
                <a:off x="3482286" y="2459048"/>
                <a:ext cx="110880" cy="304920"/>
              </p14:xfrm>
            </p:contentPart>
          </mc:Choice>
          <mc:Fallback xmlns="">
            <p:pic>
              <p:nvPicPr>
                <p:cNvPr id="125" name="Ink 124">
                  <a:extLst>
                    <a:ext uri="{FF2B5EF4-FFF2-40B4-BE49-F238E27FC236}">
                      <a16:creationId xmlns:a16="http://schemas.microsoft.com/office/drawing/2014/main" id="{CD815024-10D3-9A7F-D7D4-0F3546575E1D}"/>
                    </a:ext>
                  </a:extLst>
                </p:cNvPr>
                <p:cNvPicPr/>
                <p:nvPr/>
              </p:nvPicPr>
              <p:blipFill>
                <a:blip r:embed="rId195"/>
                <a:stretch>
                  <a:fillRect/>
                </a:stretch>
              </p:blipFill>
              <p:spPr>
                <a:xfrm>
                  <a:off x="3464646" y="2441408"/>
                  <a:ext cx="146520" cy="340560"/>
                </a:xfrm>
                <a:prstGeom prst="rect">
                  <a:avLst/>
                </a:prstGeom>
              </p:spPr>
            </p:pic>
          </mc:Fallback>
        </mc:AlternateContent>
      </p:grpSp>
      <p:grpSp>
        <p:nvGrpSpPr>
          <p:cNvPr id="143" name="Group 142">
            <a:extLst>
              <a:ext uri="{FF2B5EF4-FFF2-40B4-BE49-F238E27FC236}">
                <a16:creationId xmlns:a16="http://schemas.microsoft.com/office/drawing/2014/main" id="{BE5CF2B6-A2C3-9BD0-119B-872721517697}"/>
              </a:ext>
            </a:extLst>
          </p:cNvPr>
          <p:cNvGrpSpPr/>
          <p:nvPr/>
        </p:nvGrpSpPr>
        <p:grpSpPr>
          <a:xfrm>
            <a:off x="3724343" y="2812928"/>
            <a:ext cx="984240" cy="592920"/>
            <a:chOff x="1395366" y="2812928"/>
            <a:chExt cx="984240" cy="592920"/>
          </a:xfrm>
        </p:grpSpPr>
        <mc:AlternateContent xmlns:mc="http://schemas.openxmlformats.org/markup-compatibility/2006" xmlns:p14="http://schemas.microsoft.com/office/powerpoint/2010/main">
          <mc:Choice Requires="p14">
            <p:contentPart p14:bwMode="auto" r:id="rId196">
              <p14:nvContentPartPr>
                <p14:cNvPr id="127" name="Ink 126">
                  <a:extLst>
                    <a:ext uri="{FF2B5EF4-FFF2-40B4-BE49-F238E27FC236}">
                      <a16:creationId xmlns:a16="http://schemas.microsoft.com/office/drawing/2014/main" id="{3DCCEAE5-435F-AFF7-48AE-7CD187A0D267}"/>
                    </a:ext>
                  </a:extLst>
                </p14:cNvPr>
                <p14:cNvContentPartPr/>
                <p14:nvPr/>
              </p14:nvContentPartPr>
              <p14:xfrm>
                <a:off x="1468086" y="3005528"/>
                <a:ext cx="13680" cy="169200"/>
              </p14:xfrm>
            </p:contentPart>
          </mc:Choice>
          <mc:Fallback xmlns="">
            <p:pic>
              <p:nvPicPr>
                <p:cNvPr id="127" name="Ink 126">
                  <a:extLst>
                    <a:ext uri="{FF2B5EF4-FFF2-40B4-BE49-F238E27FC236}">
                      <a16:creationId xmlns:a16="http://schemas.microsoft.com/office/drawing/2014/main" id="{3DCCEAE5-435F-AFF7-48AE-7CD187A0D267}"/>
                    </a:ext>
                  </a:extLst>
                </p:cNvPr>
                <p:cNvPicPr/>
                <p:nvPr/>
              </p:nvPicPr>
              <p:blipFill>
                <a:blip r:embed="rId197"/>
                <a:stretch>
                  <a:fillRect/>
                </a:stretch>
              </p:blipFill>
              <p:spPr>
                <a:xfrm>
                  <a:off x="1450446" y="2987528"/>
                  <a:ext cx="4932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28" name="Ink 127">
                  <a:extLst>
                    <a:ext uri="{FF2B5EF4-FFF2-40B4-BE49-F238E27FC236}">
                      <a16:creationId xmlns:a16="http://schemas.microsoft.com/office/drawing/2014/main" id="{83ECD4F9-254B-6BF1-9CFE-8A5146369FD6}"/>
                    </a:ext>
                  </a:extLst>
                </p14:cNvPr>
                <p14:cNvContentPartPr/>
                <p14:nvPr/>
              </p14:nvContentPartPr>
              <p14:xfrm>
                <a:off x="1433886" y="2970248"/>
                <a:ext cx="211680" cy="182160"/>
              </p14:xfrm>
            </p:contentPart>
          </mc:Choice>
          <mc:Fallback xmlns="">
            <p:pic>
              <p:nvPicPr>
                <p:cNvPr id="128" name="Ink 127">
                  <a:extLst>
                    <a:ext uri="{FF2B5EF4-FFF2-40B4-BE49-F238E27FC236}">
                      <a16:creationId xmlns:a16="http://schemas.microsoft.com/office/drawing/2014/main" id="{83ECD4F9-254B-6BF1-9CFE-8A5146369FD6}"/>
                    </a:ext>
                  </a:extLst>
                </p:cNvPr>
                <p:cNvPicPr/>
                <p:nvPr/>
              </p:nvPicPr>
              <p:blipFill>
                <a:blip r:embed="rId199"/>
                <a:stretch>
                  <a:fillRect/>
                </a:stretch>
              </p:blipFill>
              <p:spPr>
                <a:xfrm>
                  <a:off x="1416246" y="2952608"/>
                  <a:ext cx="247320" cy="21780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29" name="Ink 128">
                  <a:extLst>
                    <a:ext uri="{FF2B5EF4-FFF2-40B4-BE49-F238E27FC236}">
                      <a16:creationId xmlns:a16="http://schemas.microsoft.com/office/drawing/2014/main" id="{CCCCCE2A-28A5-BD48-4468-EC72E4096B8B}"/>
                    </a:ext>
                  </a:extLst>
                </p14:cNvPr>
                <p14:cNvContentPartPr/>
                <p14:nvPr/>
              </p14:nvContentPartPr>
              <p14:xfrm>
                <a:off x="1395366" y="2846408"/>
                <a:ext cx="340560" cy="14040"/>
              </p14:xfrm>
            </p:contentPart>
          </mc:Choice>
          <mc:Fallback xmlns="">
            <p:pic>
              <p:nvPicPr>
                <p:cNvPr id="129" name="Ink 128">
                  <a:extLst>
                    <a:ext uri="{FF2B5EF4-FFF2-40B4-BE49-F238E27FC236}">
                      <a16:creationId xmlns:a16="http://schemas.microsoft.com/office/drawing/2014/main" id="{CCCCCE2A-28A5-BD48-4468-EC72E4096B8B}"/>
                    </a:ext>
                  </a:extLst>
                </p:cNvPr>
                <p:cNvPicPr/>
                <p:nvPr/>
              </p:nvPicPr>
              <p:blipFill>
                <a:blip r:embed="rId201"/>
                <a:stretch>
                  <a:fillRect/>
                </a:stretch>
              </p:blipFill>
              <p:spPr>
                <a:xfrm>
                  <a:off x="1377726" y="2828768"/>
                  <a:ext cx="37620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30" name="Ink 129">
                  <a:extLst>
                    <a:ext uri="{FF2B5EF4-FFF2-40B4-BE49-F238E27FC236}">
                      <a16:creationId xmlns:a16="http://schemas.microsoft.com/office/drawing/2014/main" id="{841808CC-2CF0-2C35-4C81-4B56BD797675}"/>
                    </a:ext>
                  </a:extLst>
                </p14:cNvPr>
                <p14:cNvContentPartPr/>
                <p14:nvPr/>
              </p14:nvContentPartPr>
              <p14:xfrm>
                <a:off x="1673646" y="2812928"/>
                <a:ext cx="68400" cy="78840"/>
              </p14:xfrm>
            </p:contentPart>
          </mc:Choice>
          <mc:Fallback xmlns="">
            <p:pic>
              <p:nvPicPr>
                <p:cNvPr id="130" name="Ink 129">
                  <a:extLst>
                    <a:ext uri="{FF2B5EF4-FFF2-40B4-BE49-F238E27FC236}">
                      <a16:creationId xmlns:a16="http://schemas.microsoft.com/office/drawing/2014/main" id="{841808CC-2CF0-2C35-4C81-4B56BD797675}"/>
                    </a:ext>
                  </a:extLst>
                </p:cNvPr>
                <p:cNvPicPr/>
                <p:nvPr/>
              </p:nvPicPr>
              <p:blipFill>
                <a:blip r:embed="rId203"/>
                <a:stretch>
                  <a:fillRect/>
                </a:stretch>
              </p:blipFill>
              <p:spPr>
                <a:xfrm>
                  <a:off x="1655646" y="2795288"/>
                  <a:ext cx="104040" cy="11448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31" name="Ink 130">
                  <a:extLst>
                    <a:ext uri="{FF2B5EF4-FFF2-40B4-BE49-F238E27FC236}">
                      <a16:creationId xmlns:a16="http://schemas.microsoft.com/office/drawing/2014/main" id="{BB1280B2-2A3C-7786-3C67-0B8F6FD76491}"/>
                    </a:ext>
                  </a:extLst>
                </p14:cNvPr>
                <p14:cNvContentPartPr/>
                <p14:nvPr/>
              </p14:nvContentPartPr>
              <p14:xfrm>
                <a:off x="1816206" y="3071048"/>
                <a:ext cx="144720" cy="15120"/>
              </p14:xfrm>
            </p:contentPart>
          </mc:Choice>
          <mc:Fallback xmlns="">
            <p:pic>
              <p:nvPicPr>
                <p:cNvPr id="131" name="Ink 130">
                  <a:extLst>
                    <a:ext uri="{FF2B5EF4-FFF2-40B4-BE49-F238E27FC236}">
                      <a16:creationId xmlns:a16="http://schemas.microsoft.com/office/drawing/2014/main" id="{BB1280B2-2A3C-7786-3C67-0B8F6FD76491}"/>
                    </a:ext>
                  </a:extLst>
                </p:cNvPr>
                <p:cNvPicPr/>
                <p:nvPr/>
              </p:nvPicPr>
              <p:blipFill>
                <a:blip r:embed="rId205"/>
                <a:stretch>
                  <a:fillRect/>
                </a:stretch>
              </p:blipFill>
              <p:spPr>
                <a:xfrm>
                  <a:off x="1798206" y="3053048"/>
                  <a:ext cx="18036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32" name="Ink 131">
                  <a:extLst>
                    <a:ext uri="{FF2B5EF4-FFF2-40B4-BE49-F238E27FC236}">
                      <a16:creationId xmlns:a16="http://schemas.microsoft.com/office/drawing/2014/main" id="{1E174434-406D-96F7-2163-FA1F6003D41A}"/>
                    </a:ext>
                  </a:extLst>
                </p14:cNvPr>
                <p14:cNvContentPartPr/>
                <p14:nvPr/>
              </p14:nvContentPartPr>
              <p14:xfrm>
                <a:off x="2131206" y="2933888"/>
                <a:ext cx="125280" cy="231480"/>
              </p14:xfrm>
            </p:contentPart>
          </mc:Choice>
          <mc:Fallback xmlns="">
            <p:pic>
              <p:nvPicPr>
                <p:cNvPr id="132" name="Ink 131">
                  <a:extLst>
                    <a:ext uri="{FF2B5EF4-FFF2-40B4-BE49-F238E27FC236}">
                      <a16:creationId xmlns:a16="http://schemas.microsoft.com/office/drawing/2014/main" id="{1E174434-406D-96F7-2163-FA1F6003D41A}"/>
                    </a:ext>
                  </a:extLst>
                </p:cNvPr>
                <p:cNvPicPr/>
                <p:nvPr/>
              </p:nvPicPr>
              <p:blipFill>
                <a:blip r:embed="rId207"/>
                <a:stretch>
                  <a:fillRect/>
                </a:stretch>
              </p:blipFill>
              <p:spPr>
                <a:xfrm>
                  <a:off x="2113566" y="2915888"/>
                  <a:ext cx="160920" cy="26712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33" name="Ink 132">
                  <a:extLst>
                    <a:ext uri="{FF2B5EF4-FFF2-40B4-BE49-F238E27FC236}">
                      <a16:creationId xmlns:a16="http://schemas.microsoft.com/office/drawing/2014/main" id="{1C6419EE-C3CB-715A-87C7-3F54E260ED9E}"/>
                    </a:ext>
                  </a:extLst>
                </p14:cNvPr>
                <p14:cNvContentPartPr/>
                <p14:nvPr/>
              </p14:nvContentPartPr>
              <p14:xfrm>
                <a:off x="2124006" y="3039368"/>
                <a:ext cx="141840" cy="5040"/>
              </p14:xfrm>
            </p:contentPart>
          </mc:Choice>
          <mc:Fallback xmlns="">
            <p:pic>
              <p:nvPicPr>
                <p:cNvPr id="133" name="Ink 132">
                  <a:extLst>
                    <a:ext uri="{FF2B5EF4-FFF2-40B4-BE49-F238E27FC236}">
                      <a16:creationId xmlns:a16="http://schemas.microsoft.com/office/drawing/2014/main" id="{1C6419EE-C3CB-715A-87C7-3F54E260ED9E}"/>
                    </a:ext>
                  </a:extLst>
                </p:cNvPr>
                <p:cNvPicPr/>
                <p:nvPr/>
              </p:nvPicPr>
              <p:blipFill>
                <a:blip r:embed="rId209"/>
                <a:stretch>
                  <a:fillRect/>
                </a:stretch>
              </p:blipFill>
              <p:spPr>
                <a:xfrm>
                  <a:off x="2106006" y="3021728"/>
                  <a:ext cx="177480" cy="4068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34" name="Ink 133">
                  <a:extLst>
                    <a:ext uri="{FF2B5EF4-FFF2-40B4-BE49-F238E27FC236}">
                      <a16:creationId xmlns:a16="http://schemas.microsoft.com/office/drawing/2014/main" id="{A9DC5AB9-2E6D-E320-DB8C-DBE903D71B61}"/>
                    </a:ext>
                  </a:extLst>
                </p14:cNvPr>
                <p14:cNvContentPartPr/>
                <p14:nvPr/>
              </p14:nvContentPartPr>
              <p14:xfrm>
                <a:off x="2235966" y="3039728"/>
                <a:ext cx="141480" cy="366120"/>
              </p14:xfrm>
            </p:contentPart>
          </mc:Choice>
          <mc:Fallback xmlns="">
            <p:pic>
              <p:nvPicPr>
                <p:cNvPr id="134" name="Ink 133">
                  <a:extLst>
                    <a:ext uri="{FF2B5EF4-FFF2-40B4-BE49-F238E27FC236}">
                      <a16:creationId xmlns:a16="http://schemas.microsoft.com/office/drawing/2014/main" id="{A9DC5AB9-2E6D-E320-DB8C-DBE903D71B61}"/>
                    </a:ext>
                  </a:extLst>
                </p:cNvPr>
                <p:cNvPicPr/>
                <p:nvPr/>
              </p:nvPicPr>
              <p:blipFill>
                <a:blip r:embed="rId211"/>
                <a:stretch>
                  <a:fillRect/>
                </a:stretch>
              </p:blipFill>
              <p:spPr>
                <a:xfrm>
                  <a:off x="2217966" y="3021728"/>
                  <a:ext cx="177120" cy="40176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35" name="Ink 134">
                  <a:extLst>
                    <a:ext uri="{FF2B5EF4-FFF2-40B4-BE49-F238E27FC236}">
                      <a16:creationId xmlns:a16="http://schemas.microsoft.com/office/drawing/2014/main" id="{4EEA0AF0-65F6-6C38-4978-60DA2A8EE7C3}"/>
                    </a:ext>
                  </a:extLst>
                </p14:cNvPr>
                <p14:cNvContentPartPr/>
                <p14:nvPr/>
              </p14:nvContentPartPr>
              <p14:xfrm>
                <a:off x="2080806" y="2844968"/>
                <a:ext cx="298800" cy="9000"/>
              </p14:xfrm>
            </p:contentPart>
          </mc:Choice>
          <mc:Fallback xmlns="">
            <p:pic>
              <p:nvPicPr>
                <p:cNvPr id="135" name="Ink 134">
                  <a:extLst>
                    <a:ext uri="{FF2B5EF4-FFF2-40B4-BE49-F238E27FC236}">
                      <a16:creationId xmlns:a16="http://schemas.microsoft.com/office/drawing/2014/main" id="{4EEA0AF0-65F6-6C38-4978-60DA2A8EE7C3}"/>
                    </a:ext>
                  </a:extLst>
                </p:cNvPr>
                <p:cNvPicPr/>
                <p:nvPr/>
              </p:nvPicPr>
              <p:blipFill>
                <a:blip r:embed="rId213"/>
                <a:stretch>
                  <a:fillRect/>
                </a:stretch>
              </p:blipFill>
              <p:spPr>
                <a:xfrm>
                  <a:off x="2063166" y="2826968"/>
                  <a:ext cx="33444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36" name="Ink 135">
                  <a:extLst>
                    <a:ext uri="{FF2B5EF4-FFF2-40B4-BE49-F238E27FC236}">
                      <a16:creationId xmlns:a16="http://schemas.microsoft.com/office/drawing/2014/main" id="{07F39B22-000D-65E9-9A63-AB86EF1399F1}"/>
                    </a:ext>
                  </a:extLst>
                </p14:cNvPr>
                <p14:cNvContentPartPr/>
                <p14:nvPr/>
              </p14:nvContentPartPr>
              <p14:xfrm>
                <a:off x="2337846" y="2816168"/>
                <a:ext cx="41040" cy="79920"/>
              </p14:xfrm>
            </p:contentPart>
          </mc:Choice>
          <mc:Fallback xmlns="">
            <p:pic>
              <p:nvPicPr>
                <p:cNvPr id="136" name="Ink 135">
                  <a:extLst>
                    <a:ext uri="{FF2B5EF4-FFF2-40B4-BE49-F238E27FC236}">
                      <a16:creationId xmlns:a16="http://schemas.microsoft.com/office/drawing/2014/main" id="{07F39B22-000D-65E9-9A63-AB86EF1399F1}"/>
                    </a:ext>
                  </a:extLst>
                </p:cNvPr>
                <p:cNvPicPr/>
                <p:nvPr/>
              </p:nvPicPr>
              <p:blipFill>
                <a:blip r:embed="rId215"/>
                <a:stretch>
                  <a:fillRect/>
                </a:stretch>
              </p:blipFill>
              <p:spPr>
                <a:xfrm>
                  <a:off x="2319846" y="2798168"/>
                  <a:ext cx="76680" cy="115560"/>
                </a:xfrm>
                <a:prstGeom prst="rect">
                  <a:avLst/>
                </a:prstGeom>
              </p:spPr>
            </p:pic>
          </mc:Fallback>
        </mc:AlternateContent>
      </p:grpSp>
      <p:grpSp>
        <p:nvGrpSpPr>
          <p:cNvPr id="142" name="Group 141">
            <a:extLst>
              <a:ext uri="{FF2B5EF4-FFF2-40B4-BE49-F238E27FC236}">
                <a16:creationId xmlns:a16="http://schemas.microsoft.com/office/drawing/2014/main" id="{8736C0B3-5A7F-6DD5-B290-CD253B3CDD6D}"/>
              </a:ext>
            </a:extLst>
          </p:cNvPr>
          <p:cNvGrpSpPr/>
          <p:nvPr/>
        </p:nvGrpSpPr>
        <p:grpSpPr>
          <a:xfrm>
            <a:off x="4940063" y="3004808"/>
            <a:ext cx="101160" cy="50400"/>
            <a:chOff x="2611086" y="3004808"/>
            <a:chExt cx="101160" cy="50400"/>
          </a:xfrm>
        </p:grpSpPr>
        <mc:AlternateContent xmlns:mc="http://schemas.openxmlformats.org/markup-compatibility/2006" xmlns:p14="http://schemas.microsoft.com/office/powerpoint/2010/main">
          <mc:Choice Requires="p14">
            <p:contentPart p14:bwMode="auto" r:id="rId216">
              <p14:nvContentPartPr>
                <p14:cNvPr id="137" name="Ink 136">
                  <a:extLst>
                    <a:ext uri="{FF2B5EF4-FFF2-40B4-BE49-F238E27FC236}">
                      <a16:creationId xmlns:a16="http://schemas.microsoft.com/office/drawing/2014/main" id="{04438137-0497-B430-8D6A-7C6AB243D2F0}"/>
                    </a:ext>
                  </a:extLst>
                </p14:cNvPr>
                <p14:cNvContentPartPr/>
                <p14:nvPr/>
              </p14:nvContentPartPr>
              <p14:xfrm>
                <a:off x="2616846" y="3004808"/>
                <a:ext cx="95400" cy="3960"/>
              </p14:xfrm>
            </p:contentPart>
          </mc:Choice>
          <mc:Fallback xmlns="">
            <p:pic>
              <p:nvPicPr>
                <p:cNvPr id="137" name="Ink 136">
                  <a:extLst>
                    <a:ext uri="{FF2B5EF4-FFF2-40B4-BE49-F238E27FC236}">
                      <a16:creationId xmlns:a16="http://schemas.microsoft.com/office/drawing/2014/main" id="{04438137-0497-B430-8D6A-7C6AB243D2F0}"/>
                    </a:ext>
                  </a:extLst>
                </p:cNvPr>
                <p:cNvPicPr/>
                <p:nvPr/>
              </p:nvPicPr>
              <p:blipFill>
                <a:blip r:embed="rId217"/>
                <a:stretch>
                  <a:fillRect/>
                </a:stretch>
              </p:blipFill>
              <p:spPr>
                <a:xfrm>
                  <a:off x="2598846" y="2987168"/>
                  <a:ext cx="131040" cy="3960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38" name="Ink 137">
                  <a:extLst>
                    <a:ext uri="{FF2B5EF4-FFF2-40B4-BE49-F238E27FC236}">
                      <a16:creationId xmlns:a16="http://schemas.microsoft.com/office/drawing/2014/main" id="{42C959AB-C926-6B4A-E9C3-08688DADAD40}"/>
                    </a:ext>
                  </a:extLst>
                </p14:cNvPr>
                <p14:cNvContentPartPr/>
                <p14:nvPr/>
              </p14:nvContentPartPr>
              <p14:xfrm>
                <a:off x="2611086" y="3043328"/>
                <a:ext cx="78840" cy="11880"/>
              </p14:xfrm>
            </p:contentPart>
          </mc:Choice>
          <mc:Fallback xmlns="">
            <p:pic>
              <p:nvPicPr>
                <p:cNvPr id="138" name="Ink 137">
                  <a:extLst>
                    <a:ext uri="{FF2B5EF4-FFF2-40B4-BE49-F238E27FC236}">
                      <a16:creationId xmlns:a16="http://schemas.microsoft.com/office/drawing/2014/main" id="{42C959AB-C926-6B4A-E9C3-08688DADAD40}"/>
                    </a:ext>
                  </a:extLst>
                </p:cNvPr>
                <p:cNvPicPr/>
                <p:nvPr/>
              </p:nvPicPr>
              <p:blipFill>
                <a:blip r:embed="rId219"/>
                <a:stretch>
                  <a:fillRect/>
                </a:stretch>
              </p:blipFill>
              <p:spPr>
                <a:xfrm>
                  <a:off x="2593086" y="3025328"/>
                  <a:ext cx="114480" cy="47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20">
            <p14:nvContentPartPr>
              <p14:cNvPr id="139" name="Ink 138">
                <a:extLst>
                  <a:ext uri="{FF2B5EF4-FFF2-40B4-BE49-F238E27FC236}">
                    <a16:creationId xmlns:a16="http://schemas.microsoft.com/office/drawing/2014/main" id="{80D97E05-D61F-80C8-E30C-EE8473356AA4}"/>
                  </a:ext>
                </a:extLst>
              </p14:cNvPr>
              <p14:cNvContentPartPr/>
              <p14:nvPr/>
            </p14:nvContentPartPr>
            <p14:xfrm>
              <a:off x="5251463" y="2954048"/>
              <a:ext cx="321120" cy="134640"/>
            </p14:xfrm>
          </p:contentPart>
        </mc:Choice>
        <mc:Fallback xmlns="">
          <p:pic>
            <p:nvPicPr>
              <p:cNvPr id="139" name="Ink 138">
                <a:extLst>
                  <a:ext uri="{FF2B5EF4-FFF2-40B4-BE49-F238E27FC236}">
                    <a16:creationId xmlns:a16="http://schemas.microsoft.com/office/drawing/2014/main" id="{80D97E05-D61F-80C8-E30C-EE8473356AA4}"/>
                  </a:ext>
                </a:extLst>
              </p:cNvPr>
              <p:cNvPicPr/>
              <p:nvPr/>
            </p:nvPicPr>
            <p:blipFill>
              <a:blip r:embed="rId221"/>
              <a:stretch>
                <a:fillRect/>
              </a:stretch>
            </p:blipFill>
            <p:spPr>
              <a:xfrm>
                <a:off x="5233483" y="2936048"/>
                <a:ext cx="356720" cy="170280"/>
              </a:xfrm>
              <a:prstGeom prst="rect">
                <a:avLst/>
              </a:prstGeom>
            </p:spPr>
          </p:pic>
        </mc:Fallback>
      </mc:AlternateContent>
      <p:grpSp>
        <p:nvGrpSpPr>
          <p:cNvPr id="178" name="Group 177">
            <a:extLst>
              <a:ext uri="{FF2B5EF4-FFF2-40B4-BE49-F238E27FC236}">
                <a16:creationId xmlns:a16="http://schemas.microsoft.com/office/drawing/2014/main" id="{A4D28D31-55B5-49E9-676A-A9DE6A2A1AD5}"/>
              </a:ext>
            </a:extLst>
          </p:cNvPr>
          <p:cNvGrpSpPr/>
          <p:nvPr/>
        </p:nvGrpSpPr>
        <p:grpSpPr>
          <a:xfrm>
            <a:off x="3762503" y="3529328"/>
            <a:ext cx="4195080" cy="1423440"/>
            <a:chOff x="1433526" y="3529328"/>
            <a:chExt cx="4195080" cy="1423440"/>
          </a:xfrm>
        </p:grpSpPr>
        <mc:AlternateContent xmlns:mc="http://schemas.openxmlformats.org/markup-compatibility/2006" xmlns:p14="http://schemas.microsoft.com/office/powerpoint/2010/main">
          <mc:Choice Requires="p14">
            <p:contentPart p14:bwMode="auto" r:id="rId222">
              <p14:nvContentPartPr>
                <p14:cNvPr id="144" name="Ink 143">
                  <a:extLst>
                    <a:ext uri="{FF2B5EF4-FFF2-40B4-BE49-F238E27FC236}">
                      <a16:creationId xmlns:a16="http://schemas.microsoft.com/office/drawing/2014/main" id="{56D3B9CA-15F6-2A3B-826C-88E0F09E9796}"/>
                    </a:ext>
                  </a:extLst>
                </p14:cNvPr>
                <p14:cNvContentPartPr/>
                <p14:nvPr/>
              </p14:nvContentPartPr>
              <p14:xfrm>
                <a:off x="2028606" y="3683408"/>
                <a:ext cx="17280" cy="148320"/>
              </p14:xfrm>
            </p:contentPart>
          </mc:Choice>
          <mc:Fallback xmlns="">
            <p:pic>
              <p:nvPicPr>
                <p:cNvPr id="144" name="Ink 143">
                  <a:extLst>
                    <a:ext uri="{FF2B5EF4-FFF2-40B4-BE49-F238E27FC236}">
                      <a16:creationId xmlns:a16="http://schemas.microsoft.com/office/drawing/2014/main" id="{56D3B9CA-15F6-2A3B-826C-88E0F09E9796}"/>
                    </a:ext>
                  </a:extLst>
                </p:cNvPr>
                <p:cNvPicPr/>
                <p:nvPr/>
              </p:nvPicPr>
              <p:blipFill>
                <a:blip r:embed="rId225"/>
                <a:stretch>
                  <a:fillRect/>
                </a:stretch>
              </p:blipFill>
              <p:spPr>
                <a:xfrm>
                  <a:off x="2010606" y="3665408"/>
                  <a:ext cx="5292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45" name="Ink 144">
                  <a:extLst>
                    <a:ext uri="{FF2B5EF4-FFF2-40B4-BE49-F238E27FC236}">
                      <a16:creationId xmlns:a16="http://schemas.microsoft.com/office/drawing/2014/main" id="{A051B89D-CFA4-DF1E-A871-1F2BA8967782}"/>
                    </a:ext>
                  </a:extLst>
                </p14:cNvPr>
                <p14:cNvContentPartPr/>
                <p14:nvPr/>
              </p14:nvContentPartPr>
              <p14:xfrm>
                <a:off x="2023566" y="3638408"/>
                <a:ext cx="232200" cy="205200"/>
              </p14:xfrm>
            </p:contentPart>
          </mc:Choice>
          <mc:Fallback xmlns="">
            <p:pic>
              <p:nvPicPr>
                <p:cNvPr id="145" name="Ink 144">
                  <a:extLst>
                    <a:ext uri="{FF2B5EF4-FFF2-40B4-BE49-F238E27FC236}">
                      <a16:creationId xmlns:a16="http://schemas.microsoft.com/office/drawing/2014/main" id="{A051B89D-CFA4-DF1E-A871-1F2BA8967782}"/>
                    </a:ext>
                  </a:extLst>
                </p:cNvPr>
                <p:cNvPicPr/>
                <p:nvPr/>
              </p:nvPicPr>
              <p:blipFill>
                <a:blip r:embed="rId227"/>
                <a:stretch>
                  <a:fillRect/>
                </a:stretch>
              </p:blipFill>
              <p:spPr>
                <a:xfrm>
                  <a:off x="2005926" y="3620408"/>
                  <a:ext cx="267840" cy="24084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46" name="Ink 145">
                  <a:extLst>
                    <a:ext uri="{FF2B5EF4-FFF2-40B4-BE49-F238E27FC236}">
                      <a16:creationId xmlns:a16="http://schemas.microsoft.com/office/drawing/2014/main" id="{740C232F-22DC-E510-B61D-BCE8C2F744C4}"/>
                    </a:ext>
                  </a:extLst>
                </p14:cNvPr>
                <p14:cNvContentPartPr/>
                <p14:nvPr/>
              </p14:nvContentPartPr>
              <p14:xfrm>
                <a:off x="2442966" y="3706088"/>
                <a:ext cx="123120" cy="16560"/>
              </p14:xfrm>
            </p:contentPart>
          </mc:Choice>
          <mc:Fallback xmlns="">
            <p:pic>
              <p:nvPicPr>
                <p:cNvPr id="146" name="Ink 145">
                  <a:extLst>
                    <a:ext uri="{FF2B5EF4-FFF2-40B4-BE49-F238E27FC236}">
                      <a16:creationId xmlns:a16="http://schemas.microsoft.com/office/drawing/2014/main" id="{740C232F-22DC-E510-B61D-BCE8C2F744C4}"/>
                    </a:ext>
                  </a:extLst>
                </p:cNvPr>
                <p:cNvPicPr/>
                <p:nvPr/>
              </p:nvPicPr>
              <p:blipFill>
                <a:blip r:embed="rId229"/>
                <a:stretch>
                  <a:fillRect/>
                </a:stretch>
              </p:blipFill>
              <p:spPr>
                <a:xfrm>
                  <a:off x="2425326" y="3688088"/>
                  <a:ext cx="158760" cy="5220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47" name="Ink 146">
                  <a:extLst>
                    <a:ext uri="{FF2B5EF4-FFF2-40B4-BE49-F238E27FC236}">
                      <a16:creationId xmlns:a16="http://schemas.microsoft.com/office/drawing/2014/main" id="{5BFDF00B-0E8E-C5AE-172B-6C944399C0A2}"/>
                    </a:ext>
                  </a:extLst>
                </p14:cNvPr>
                <p14:cNvContentPartPr/>
                <p14:nvPr/>
              </p14:nvContentPartPr>
              <p14:xfrm>
                <a:off x="2450526" y="3763688"/>
                <a:ext cx="67320" cy="6120"/>
              </p14:xfrm>
            </p:contentPart>
          </mc:Choice>
          <mc:Fallback xmlns="">
            <p:pic>
              <p:nvPicPr>
                <p:cNvPr id="147" name="Ink 146">
                  <a:extLst>
                    <a:ext uri="{FF2B5EF4-FFF2-40B4-BE49-F238E27FC236}">
                      <a16:creationId xmlns:a16="http://schemas.microsoft.com/office/drawing/2014/main" id="{5BFDF00B-0E8E-C5AE-172B-6C944399C0A2}"/>
                    </a:ext>
                  </a:extLst>
                </p:cNvPr>
                <p:cNvPicPr/>
                <p:nvPr/>
              </p:nvPicPr>
              <p:blipFill>
                <a:blip r:embed="rId231"/>
                <a:stretch>
                  <a:fillRect/>
                </a:stretch>
              </p:blipFill>
              <p:spPr>
                <a:xfrm>
                  <a:off x="2432886" y="3745688"/>
                  <a:ext cx="10296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48" name="Ink 147">
                  <a:extLst>
                    <a:ext uri="{FF2B5EF4-FFF2-40B4-BE49-F238E27FC236}">
                      <a16:creationId xmlns:a16="http://schemas.microsoft.com/office/drawing/2014/main" id="{EAE111B2-8D0A-0FC4-BC83-4AB530BA1D76}"/>
                    </a:ext>
                  </a:extLst>
                </p14:cNvPr>
                <p14:cNvContentPartPr/>
                <p14:nvPr/>
              </p14:nvContentPartPr>
              <p14:xfrm>
                <a:off x="2738526" y="3529328"/>
                <a:ext cx="191880" cy="259200"/>
              </p14:xfrm>
            </p:contentPart>
          </mc:Choice>
          <mc:Fallback xmlns="">
            <p:pic>
              <p:nvPicPr>
                <p:cNvPr id="148" name="Ink 147">
                  <a:extLst>
                    <a:ext uri="{FF2B5EF4-FFF2-40B4-BE49-F238E27FC236}">
                      <a16:creationId xmlns:a16="http://schemas.microsoft.com/office/drawing/2014/main" id="{EAE111B2-8D0A-0FC4-BC83-4AB530BA1D76}"/>
                    </a:ext>
                  </a:extLst>
                </p:cNvPr>
                <p:cNvPicPr/>
                <p:nvPr/>
              </p:nvPicPr>
              <p:blipFill>
                <a:blip r:embed="rId233"/>
                <a:stretch>
                  <a:fillRect/>
                </a:stretch>
              </p:blipFill>
              <p:spPr>
                <a:xfrm>
                  <a:off x="2720526" y="3511688"/>
                  <a:ext cx="227520" cy="29484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50" name="Ink 149">
                  <a:extLst>
                    <a:ext uri="{FF2B5EF4-FFF2-40B4-BE49-F238E27FC236}">
                      <a16:creationId xmlns:a16="http://schemas.microsoft.com/office/drawing/2014/main" id="{5815FF8D-5561-A81B-DF2F-2596DFEB92C6}"/>
                    </a:ext>
                  </a:extLst>
                </p14:cNvPr>
                <p14:cNvContentPartPr/>
                <p14:nvPr/>
              </p14:nvContentPartPr>
              <p14:xfrm>
                <a:off x="2737806" y="3661088"/>
                <a:ext cx="310320" cy="340920"/>
              </p14:xfrm>
            </p:contentPart>
          </mc:Choice>
          <mc:Fallback xmlns="">
            <p:pic>
              <p:nvPicPr>
                <p:cNvPr id="150" name="Ink 149">
                  <a:extLst>
                    <a:ext uri="{FF2B5EF4-FFF2-40B4-BE49-F238E27FC236}">
                      <a16:creationId xmlns:a16="http://schemas.microsoft.com/office/drawing/2014/main" id="{5815FF8D-5561-A81B-DF2F-2596DFEB92C6}"/>
                    </a:ext>
                  </a:extLst>
                </p:cNvPr>
                <p:cNvPicPr/>
                <p:nvPr/>
              </p:nvPicPr>
              <p:blipFill>
                <a:blip r:embed="rId235"/>
                <a:stretch>
                  <a:fillRect/>
                </a:stretch>
              </p:blipFill>
              <p:spPr>
                <a:xfrm>
                  <a:off x="2720166" y="3643448"/>
                  <a:ext cx="345960" cy="37656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51" name="Ink 150">
                  <a:extLst>
                    <a:ext uri="{FF2B5EF4-FFF2-40B4-BE49-F238E27FC236}">
                      <a16:creationId xmlns:a16="http://schemas.microsoft.com/office/drawing/2014/main" id="{8AA0A123-7500-45CD-66A8-391A69AD2483}"/>
                    </a:ext>
                  </a:extLst>
                </p14:cNvPr>
                <p14:cNvContentPartPr/>
                <p14:nvPr/>
              </p14:nvContentPartPr>
              <p14:xfrm>
                <a:off x="3204006" y="3640208"/>
                <a:ext cx="227520" cy="29880"/>
              </p14:xfrm>
            </p:contentPart>
          </mc:Choice>
          <mc:Fallback xmlns="">
            <p:pic>
              <p:nvPicPr>
                <p:cNvPr id="151" name="Ink 150">
                  <a:extLst>
                    <a:ext uri="{FF2B5EF4-FFF2-40B4-BE49-F238E27FC236}">
                      <a16:creationId xmlns:a16="http://schemas.microsoft.com/office/drawing/2014/main" id="{8AA0A123-7500-45CD-66A8-391A69AD2483}"/>
                    </a:ext>
                  </a:extLst>
                </p:cNvPr>
                <p:cNvPicPr/>
                <p:nvPr/>
              </p:nvPicPr>
              <p:blipFill>
                <a:blip r:embed="rId237"/>
                <a:stretch>
                  <a:fillRect/>
                </a:stretch>
              </p:blipFill>
              <p:spPr>
                <a:xfrm>
                  <a:off x="3186006" y="3622568"/>
                  <a:ext cx="263160" cy="6552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52" name="Ink 151">
                  <a:extLst>
                    <a:ext uri="{FF2B5EF4-FFF2-40B4-BE49-F238E27FC236}">
                      <a16:creationId xmlns:a16="http://schemas.microsoft.com/office/drawing/2014/main" id="{01C5E9ED-7DCE-BEEE-BFE1-C8CD333A18A1}"/>
                    </a:ext>
                  </a:extLst>
                </p14:cNvPr>
                <p14:cNvContentPartPr/>
                <p14:nvPr/>
              </p14:nvContentPartPr>
              <p14:xfrm>
                <a:off x="3319926" y="3533288"/>
                <a:ext cx="9360" cy="209520"/>
              </p14:xfrm>
            </p:contentPart>
          </mc:Choice>
          <mc:Fallback xmlns="">
            <p:pic>
              <p:nvPicPr>
                <p:cNvPr id="152" name="Ink 151">
                  <a:extLst>
                    <a:ext uri="{FF2B5EF4-FFF2-40B4-BE49-F238E27FC236}">
                      <a16:creationId xmlns:a16="http://schemas.microsoft.com/office/drawing/2014/main" id="{01C5E9ED-7DCE-BEEE-BFE1-C8CD333A18A1}"/>
                    </a:ext>
                  </a:extLst>
                </p:cNvPr>
                <p:cNvPicPr/>
                <p:nvPr/>
              </p:nvPicPr>
              <p:blipFill>
                <a:blip r:embed="rId239"/>
                <a:stretch>
                  <a:fillRect/>
                </a:stretch>
              </p:blipFill>
              <p:spPr>
                <a:xfrm>
                  <a:off x="3302286" y="3515648"/>
                  <a:ext cx="45000" cy="24516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53" name="Ink 152">
                  <a:extLst>
                    <a:ext uri="{FF2B5EF4-FFF2-40B4-BE49-F238E27FC236}">
                      <a16:creationId xmlns:a16="http://schemas.microsoft.com/office/drawing/2014/main" id="{820674ED-5A14-A97E-2DFF-6AC380A462E4}"/>
                    </a:ext>
                  </a:extLst>
                </p14:cNvPr>
                <p14:cNvContentPartPr/>
                <p14:nvPr/>
              </p14:nvContentPartPr>
              <p14:xfrm>
                <a:off x="3507486" y="3543368"/>
                <a:ext cx="297360" cy="168840"/>
              </p14:xfrm>
            </p:contentPart>
          </mc:Choice>
          <mc:Fallback xmlns="">
            <p:pic>
              <p:nvPicPr>
                <p:cNvPr id="153" name="Ink 152">
                  <a:extLst>
                    <a:ext uri="{FF2B5EF4-FFF2-40B4-BE49-F238E27FC236}">
                      <a16:creationId xmlns:a16="http://schemas.microsoft.com/office/drawing/2014/main" id="{820674ED-5A14-A97E-2DFF-6AC380A462E4}"/>
                    </a:ext>
                  </a:extLst>
                </p:cNvPr>
                <p:cNvPicPr/>
                <p:nvPr/>
              </p:nvPicPr>
              <p:blipFill>
                <a:blip r:embed="rId241"/>
                <a:stretch>
                  <a:fillRect/>
                </a:stretch>
              </p:blipFill>
              <p:spPr>
                <a:xfrm>
                  <a:off x="3489846" y="3525368"/>
                  <a:ext cx="333000" cy="20448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57" name="Ink 156">
                  <a:extLst>
                    <a:ext uri="{FF2B5EF4-FFF2-40B4-BE49-F238E27FC236}">
                      <a16:creationId xmlns:a16="http://schemas.microsoft.com/office/drawing/2014/main" id="{1D620FB5-A8B9-4611-D525-54B6A979DA1A}"/>
                    </a:ext>
                  </a:extLst>
                </p14:cNvPr>
                <p14:cNvContentPartPr/>
                <p14:nvPr/>
              </p14:nvContentPartPr>
              <p14:xfrm>
                <a:off x="1990806" y="3944768"/>
                <a:ext cx="186480" cy="390240"/>
              </p14:xfrm>
            </p:contentPart>
          </mc:Choice>
          <mc:Fallback xmlns="">
            <p:pic>
              <p:nvPicPr>
                <p:cNvPr id="157" name="Ink 156">
                  <a:extLst>
                    <a:ext uri="{FF2B5EF4-FFF2-40B4-BE49-F238E27FC236}">
                      <a16:creationId xmlns:a16="http://schemas.microsoft.com/office/drawing/2014/main" id="{1D620FB5-A8B9-4611-D525-54B6A979DA1A}"/>
                    </a:ext>
                  </a:extLst>
                </p:cNvPr>
                <p:cNvPicPr/>
                <p:nvPr/>
              </p:nvPicPr>
              <p:blipFill>
                <a:blip r:embed="rId245"/>
                <a:stretch>
                  <a:fillRect/>
                </a:stretch>
              </p:blipFill>
              <p:spPr>
                <a:xfrm>
                  <a:off x="1972806" y="3927128"/>
                  <a:ext cx="222120" cy="42588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58" name="Ink 157">
                  <a:extLst>
                    <a:ext uri="{FF2B5EF4-FFF2-40B4-BE49-F238E27FC236}">
                      <a16:creationId xmlns:a16="http://schemas.microsoft.com/office/drawing/2014/main" id="{D517BA39-6A16-04CF-540D-86776F13611A}"/>
                    </a:ext>
                  </a:extLst>
                </p14:cNvPr>
                <p14:cNvContentPartPr/>
                <p14:nvPr/>
              </p14:nvContentPartPr>
              <p14:xfrm>
                <a:off x="1433526" y="4496288"/>
                <a:ext cx="16560" cy="202680"/>
              </p14:xfrm>
            </p:contentPart>
          </mc:Choice>
          <mc:Fallback xmlns="">
            <p:pic>
              <p:nvPicPr>
                <p:cNvPr id="158" name="Ink 157">
                  <a:extLst>
                    <a:ext uri="{FF2B5EF4-FFF2-40B4-BE49-F238E27FC236}">
                      <a16:creationId xmlns:a16="http://schemas.microsoft.com/office/drawing/2014/main" id="{D517BA39-6A16-04CF-540D-86776F13611A}"/>
                    </a:ext>
                  </a:extLst>
                </p:cNvPr>
                <p:cNvPicPr/>
                <p:nvPr/>
              </p:nvPicPr>
              <p:blipFill>
                <a:blip r:embed="rId247"/>
                <a:stretch>
                  <a:fillRect/>
                </a:stretch>
              </p:blipFill>
              <p:spPr>
                <a:xfrm>
                  <a:off x="1415526" y="4478648"/>
                  <a:ext cx="52200" cy="23832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59" name="Ink 158">
                  <a:extLst>
                    <a:ext uri="{FF2B5EF4-FFF2-40B4-BE49-F238E27FC236}">
                      <a16:creationId xmlns:a16="http://schemas.microsoft.com/office/drawing/2014/main" id="{9A03CF76-DC0E-2EBD-2302-B2B22DE6F760}"/>
                    </a:ext>
                  </a:extLst>
                </p14:cNvPr>
                <p14:cNvContentPartPr/>
                <p14:nvPr/>
              </p14:nvContentPartPr>
              <p14:xfrm>
                <a:off x="1450086" y="4502408"/>
                <a:ext cx="135360" cy="172800"/>
              </p14:xfrm>
            </p:contentPart>
          </mc:Choice>
          <mc:Fallback xmlns="">
            <p:pic>
              <p:nvPicPr>
                <p:cNvPr id="159" name="Ink 158">
                  <a:extLst>
                    <a:ext uri="{FF2B5EF4-FFF2-40B4-BE49-F238E27FC236}">
                      <a16:creationId xmlns:a16="http://schemas.microsoft.com/office/drawing/2014/main" id="{9A03CF76-DC0E-2EBD-2302-B2B22DE6F760}"/>
                    </a:ext>
                  </a:extLst>
                </p:cNvPr>
                <p:cNvPicPr/>
                <p:nvPr/>
              </p:nvPicPr>
              <p:blipFill>
                <a:blip r:embed="rId249"/>
                <a:stretch>
                  <a:fillRect/>
                </a:stretch>
              </p:blipFill>
              <p:spPr>
                <a:xfrm>
                  <a:off x="1432446" y="4484768"/>
                  <a:ext cx="171000" cy="20844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60" name="Ink 159">
                  <a:extLst>
                    <a:ext uri="{FF2B5EF4-FFF2-40B4-BE49-F238E27FC236}">
                      <a16:creationId xmlns:a16="http://schemas.microsoft.com/office/drawing/2014/main" id="{326AC34C-5379-F1DF-1EBC-25926AB373FE}"/>
                    </a:ext>
                  </a:extLst>
                </p14:cNvPr>
                <p14:cNvContentPartPr/>
                <p14:nvPr/>
              </p14:nvContentPartPr>
              <p14:xfrm>
                <a:off x="1612806" y="4594568"/>
                <a:ext cx="123120" cy="90000"/>
              </p14:xfrm>
            </p:contentPart>
          </mc:Choice>
          <mc:Fallback xmlns="">
            <p:pic>
              <p:nvPicPr>
                <p:cNvPr id="160" name="Ink 159">
                  <a:extLst>
                    <a:ext uri="{FF2B5EF4-FFF2-40B4-BE49-F238E27FC236}">
                      <a16:creationId xmlns:a16="http://schemas.microsoft.com/office/drawing/2014/main" id="{326AC34C-5379-F1DF-1EBC-25926AB373FE}"/>
                    </a:ext>
                  </a:extLst>
                </p:cNvPr>
                <p:cNvPicPr/>
                <p:nvPr/>
              </p:nvPicPr>
              <p:blipFill>
                <a:blip r:embed="rId251"/>
                <a:stretch>
                  <a:fillRect/>
                </a:stretch>
              </p:blipFill>
              <p:spPr>
                <a:xfrm>
                  <a:off x="1594806" y="4576568"/>
                  <a:ext cx="15876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61" name="Ink 160">
                  <a:extLst>
                    <a:ext uri="{FF2B5EF4-FFF2-40B4-BE49-F238E27FC236}">
                      <a16:creationId xmlns:a16="http://schemas.microsoft.com/office/drawing/2014/main" id="{8D937E17-8420-A723-351B-3FD24798A724}"/>
                    </a:ext>
                  </a:extLst>
                </p14:cNvPr>
                <p14:cNvContentPartPr/>
                <p14:nvPr/>
              </p14:nvContentPartPr>
              <p14:xfrm>
                <a:off x="1763646" y="4585568"/>
                <a:ext cx="148680" cy="95400"/>
              </p14:xfrm>
            </p:contentPart>
          </mc:Choice>
          <mc:Fallback xmlns="">
            <p:pic>
              <p:nvPicPr>
                <p:cNvPr id="161" name="Ink 160">
                  <a:extLst>
                    <a:ext uri="{FF2B5EF4-FFF2-40B4-BE49-F238E27FC236}">
                      <a16:creationId xmlns:a16="http://schemas.microsoft.com/office/drawing/2014/main" id="{8D937E17-8420-A723-351B-3FD24798A724}"/>
                    </a:ext>
                  </a:extLst>
                </p:cNvPr>
                <p:cNvPicPr/>
                <p:nvPr/>
              </p:nvPicPr>
              <p:blipFill>
                <a:blip r:embed="rId253"/>
                <a:stretch>
                  <a:fillRect/>
                </a:stretch>
              </p:blipFill>
              <p:spPr>
                <a:xfrm>
                  <a:off x="1746006" y="4567568"/>
                  <a:ext cx="184320" cy="13104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62" name="Ink 161">
                  <a:extLst>
                    <a:ext uri="{FF2B5EF4-FFF2-40B4-BE49-F238E27FC236}">
                      <a16:creationId xmlns:a16="http://schemas.microsoft.com/office/drawing/2014/main" id="{37C5C5E4-AD2C-24A4-4763-6CDFEFAB4BDD}"/>
                    </a:ext>
                  </a:extLst>
                </p14:cNvPr>
                <p14:cNvContentPartPr/>
                <p14:nvPr/>
              </p14:nvContentPartPr>
              <p14:xfrm>
                <a:off x="1948326" y="4433648"/>
                <a:ext cx="280440" cy="238320"/>
              </p14:xfrm>
            </p:contentPart>
          </mc:Choice>
          <mc:Fallback xmlns="">
            <p:pic>
              <p:nvPicPr>
                <p:cNvPr id="162" name="Ink 161">
                  <a:extLst>
                    <a:ext uri="{FF2B5EF4-FFF2-40B4-BE49-F238E27FC236}">
                      <a16:creationId xmlns:a16="http://schemas.microsoft.com/office/drawing/2014/main" id="{37C5C5E4-AD2C-24A4-4763-6CDFEFAB4BDD}"/>
                    </a:ext>
                  </a:extLst>
                </p:cNvPr>
                <p:cNvPicPr/>
                <p:nvPr/>
              </p:nvPicPr>
              <p:blipFill>
                <a:blip r:embed="rId255"/>
                <a:stretch>
                  <a:fillRect/>
                </a:stretch>
              </p:blipFill>
              <p:spPr>
                <a:xfrm>
                  <a:off x="1930326" y="4416008"/>
                  <a:ext cx="316080" cy="27396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63" name="Ink 162">
                  <a:extLst>
                    <a:ext uri="{FF2B5EF4-FFF2-40B4-BE49-F238E27FC236}">
                      <a16:creationId xmlns:a16="http://schemas.microsoft.com/office/drawing/2014/main" id="{C759BEDB-8687-5F8D-E6FF-8A4C49B72A76}"/>
                    </a:ext>
                  </a:extLst>
                </p14:cNvPr>
                <p14:cNvContentPartPr/>
                <p14:nvPr/>
              </p14:nvContentPartPr>
              <p14:xfrm>
                <a:off x="2218326" y="4518968"/>
                <a:ext cx="18720" cy="14040"/>
              </p14:xfrm>
            </p:contentPart>
          </mc:Choice>
          <mc:Fallback xmlns="">
            <p:pic>
              <p:nvPicPr>
                <p:cNvPr id="163" name="Ink 162">
                  <a:extLst>
                    <a:ext uri="{FF2B5EF4-FFF2-40B4-BE49-F238E27FC236}">
                      <a16:creationId xmlns:a16="http://schemas.microsoft.com/office/drawing/2014/main" id="{C759BEDB-8687-5F8D-E6FF-8A4C49B72A76}"/>
                    </a:ext>
                  </a:extLst>
                </p:cNvPr>
                <p:cNvPicPr/>
                <p:nvPr/>
              </p:nvPicPr>
              <p:blipFill>
                <a:blip r:embed="rId257"/>
                <a:stretch>
                  <a:fillRect/>
                </a:stretch>
              </p:blipFill>
              <p:spPr>
                <a:xfrm>
                  <a:off x="2200326" y="4501328"/>
                  <a:ext cx="5436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64" name="Ink 163">
                  <a:extLst>
                    <a:ext uri="{FF2B5EF4-FFF2-40B4-BE49-F238E27FC236}">
                      <a16:creationId xmlns:a16="http://schemas.microsoft.com/office/drawing/2014/main" id="{67CFADEE-0F6D-86BB-C493-438CD601F21F}"/>
                    </a:ext>
                  </a:extLst>
                </p14:cNvPr>
                <p14:cNvContentPartPr/>
                <p14:nvPr/>
              </p14:nvContentPartPr>
              <p14:xfrm>
                <a:off x="2287446" y="4569728"/>
                <a:ext cx="316080" cy="383040"/>
              </p14:xfrm>
            </p:contentPart>
          </mc:Choice>
          <mc:Fallback xmlns="">
            <p:pic>
              <p:nvPicPr>
                <p:cNvPr id="164" name="Ink 163">
                  <a:extLst>
                    <a:ext uri="{FF2B5EF4-FFF2-40B4-BE49-F238E27FC236}">
                      <a16:creationId xmlns:a16="http://schemas.microsoft.com/office/drawing/2014/main" id="{67CFADEE-0F6D-86BB-C493-438CD601F21F}"/>
                    </a:ext>
                  </a:extLst>
                </p:cNvPr>
                <p:cNvPicPr/>
                <p:nvPr/>
              </p:nvPicPr>
              <p:blipFill>
                <a:blip r:embed="rId259"/>
                <a:stretch>
                  <a:fillRect/>
                </a:stretch>
              </p:blipFill>
              <p:spPr>
                <a:xfrm>
                  <a:off x="2269806" y="4552088"/>
                  <a:ext cx="351720" cy="41868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65" name="Ink 164">
                  <a:extLst>
                    <a:ext uri="{FF2B5EF4-FFF2-40B4-BE49-F238E27FC236}">
                      <a16:creationId xmlns:a16="http://schemas.microsoft.com/office/drawing/2014/main" id="{2A2A6848-A42A-A8BF-870D-76535A56EF43}"/>
                    </a:ext>
                  </a:extLst>
                </p14:cNvPr>
                <p14:cNvContentPartPr/>
                <p14:nvPr/>
              </p14:nvContentPartPr>
              <p14:xfrm>
                <a:off x="2786406" y="4562168"/>
                <a:ext cx="177480" cy="82440"/>
              </p14:xfrm>
            </p:contentPart>
          </mc:Choice>
          <mc:Fallback xmlns="">
            <p:pic>
              <p:nvPicPr>
                <p:cNvPr id="165" name="Ink 164">
                  <a:extLst>
                    <a:ext uri="{FF2B5EF4-FFF2-40B4-BE49-F238E27FC236}">
                      <a16:creationId xmlns:a16="http://schemas.microsoft.com/office/drawing/2014/main" id="{2A2A6848-A42A-A8BF-870D-76535A56EF43}"/>
                    </a:ext>
                  </a:extLst>
                </p:cNvPr>
                <p:cNvPicPr/>
                <p:nvPr/>
              </p:nvPicPr>
              <p:blipFill>
                <a:blip r:embed="rId261"/>
                <a:stretch>
                  <a:fillRect/>
                </a:stretch>
              </p:blipFill>
              <p:spPr>
                <a:xfrm>
                  <a:off x="2768766" y="4544168"/>
                  <a:ext cx="213120" cy="11808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66" name="Ink 165">
                  <a:extLst>
                    <a:ext uri="{FF2B5EF4-FFF2-40B4-BE49-F238E27FC236}">
                      <a16:creationId xmlns:a16="http://schemas.microsoft.com/office/drawing/2014/main" id="{0A90BFF6-0DD6-FE41-D8F9-DE2FEEDB4BFB}"/>
                    </a:ext>
                  </a:extLst>
                </p14:cNvPr>
                <p14:cNvContentPartPr/>
                <p14:nvPr/>
              </p14:nvContentPartPr>
              <p14:xfrm>
                <a:off x="3014646" y="4559288"/>
                <a:ext cx="151920" cy="97200"/>
              </p14:xfrm>
            </p:contentPart>
          </mc:Choice>
          <mc:Fallback xmlns="">
            <p:pic>
              <p:nvPicPr>
                <p:cNvPr id="166" name="Ink 165">
                  <a:extLst>
                    <a:ext uri="{FF2B5EF4-FFF2-40B4-BE49-F238E27FC236}">
                      <a16:creationId xmlns:a16="http://schemas.microsoft.com/office/drawing/2014/main" id="{0A90BFF6-0DD6-FE41-D8F9-DE2FEEDB4BFB}"/>
                    </a:ext>
                  </a:extLst>
                </p:cNvPr>
                <p:cNvPicPr/>
                <p:nvPr/>
              </p:nvPicPr>
              <p:blipFill>
                <a:blip r:embed="rId263"/>
                <a:stretch>
                  <a:fillRect/>
                </a:stretch>
              </p:blipFill>
              <p:spPr>
                <a:xfrm>
                  <a:off x="2997006" y="4541288"/>
                  <a:ext cx="18756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67" name="Ink 166">
                  <a:extLst>
                    <a:ext uri="{FF2B5EF4-FFF2-40B4-BE49-F238E27FC236}">
                      <a16:creationId xmlns:a16="http://schemas.microsoft.com/office/drawing/2014/main" id="{D598C106-DD1B-E65B-30F7-BAA17FFE9D11}"/>
                    </a:ext>
                  </a:extLst>
                </p14:cNvPr>
                <p14:cNvContentPartPr/>
                <p14:nvPr/>
              </p14:nvContentPartPr>
              <p14:xfrm>
                <a:off x="3316686" y="4463528"/>
                <a:ext cx="17280" cy="141840"/>
              </p14:xfrm>
            </p:contentPart>
          </mc:Choice>
          <mc:Fallback xmlns="">
            <p:pic>
              <p:nvPicPr>
                <p:cNvPr id="167" name="Ink 166">
                  <a:extLst>
                    <a:ext uri="{FF2B5EF4-FFF2-40B4-BE49-F238E27FC236}">
                      <a16:creationId xmlns:a16="http://schemas.microsoft.com/office/drawing/2014/main" id="{D598C106-DD1B-E65B-30F7-BAA17FFE9D11}"/>
                    </a:ext>
                  </a:extLst>
                </p:cNvPr>
                <p:cNvPicPr/>
                <p:nvPr/>
              </p:nvPicPr>
              <p:blipFill>
                <a:blip r:embed="rId265"/>
                <a:stretch>
                  <a:fillRect/>
                </a:stretch>
              </p:blipFill>
              <p:spPr>
                <a:xfrm>
                  <a:off x="3298686" y="4445528"/>
                  <a:ext cx="52920" cy="17748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168" name="Ink 167">
                  <a:extLst>
                    <a:ext uri="{FF2B5EF4-FFF2-40B4-BE49-F238E27FC236}">
                      <a16:creationId xmlns:a16="http://schemas.microsoft.com/office/drawing/2014/main" id="{8DDF5864-5253-FBAA-6880-43A48F25C68C}"/>
                    </a:ext>
                  </a:extLst>
                </p14:cNvPr>
                <p14:cNvContentPartPr/>
                <p14:nvPr/>
              </p14:nvContentPartPr>
              <p14:xfrm>
                <a:off x="3300486" y="4455968"/>
                <a:ext cx="270720" cy="147960"/>
              </p14:xfrm>
            </p:contentPart>
          </mc:Choice>
          <mc:Fallback xmlns="">
            <p:pic>
              <p:nvPicPr>
                <p:cNvPr id="168" name="Ink 167">
                  <a:extLst>
                    <a:ext uri="{FF2B5EF4-FFF2-40B4-BE49-F238E27FC236}">
                      <a16:creationId xmlns:a16="http://schemas.microsoft.com/office/drawing/2014/main" id="{8DDF5864-5253-FBAA-6880-43A48F25C68C}"/>
                    </a:ext>
                  </a:extLst>
                </p:cNvPr>
                <p:cNvPicPr/>
                <p:nvPr/>
              </p:nvPicPr>
              <p:blipFill>
                <a:blip r:embed="rId267"/>
                <a:stretch>
                  <a:fillRect/>
                </a:stretch>
              </p:blipFill>
              <p:spPr>
                <a:xfrm>
                  <a:off x="3282486" y="4437968"/>
                  <a:ext cx="306360" cy="18360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69" name="Ink 168">
                  <a:extLst>
                    <a:ext uri="{FF2B5EF4-FFF2-40B4-BE49-F238E27FC236}">
                      <a16:creationId xmlns:a16="http://schemas.microsoft.com/office/drawing/2014/main" id="{8A4BC865-222C-F6A6-E344-8FC59BEAF127}"/>
                    </a:ext>
                  </a:extLst>
                </p14:cNvPr>
                <p14:cNvContentPartPr/>
                <p14:nvPr/>
              </p14:nvContentPartPr>
              <p14:xfrm>
                <a:off x="3600006" y="4513928"/>
                <a:ext cx="166680" cy="111600"/>
              </p14:xfrm>
            </p:contentPart>
          </mc:Choice>
          <mc:Fallback xmlns="">
            <p:pic>
              <p:nvPicPr>
                <p:cNvPr id="169" name="Ink 168">
                  <a:extLst>
                    <a:ext uri="{FF2B5EF4-FFF2-40B4-BE49-F238E27FC236}">
                      <a16:creationId xmlns:a16="http://schemas.microsoft.com/office/drawing/2014/main" id="{8A4BC865-222C-F6A6-E344-8FC59BEAF127}"/>
                    </a:ext>
                  </a:extLst>
                </p:cNvPr>
                <p:cNvPicPr/>
                <p:nvPr/>
              </p:nvPicPr>
              <p:blipFill>
                <a:blip r:embed="rId269"/>
                <a:stretch>
                  <a:fillRect/>
                </a:stretch>
              </p:blipFill>
              <p:spPr>
                <a:xfrm>
                  <a:off x="3582366" y="4496288"/>
                  <a:ext cx="202320" cy="14724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170" name="Ink 169">
                  <a:extLst>
                    <a:ext uri="{FF2B5EF4-FFF2-40B4-BE49-F238E27FC236}">
                      <a16:creationId xmlns:a16="http://schemas.microsoft.com/office/drawing/2014/main" id="{B1AA0EAC-FE5F-5E51-9198-39657FA80EE1}"/>
                    </a:ext>
                  </a:extLst>
                </p14:cNvPr>
                <p14:cNvContentPartPr/>
                <p14:nvPr/>
              </p14:nvContentPartPr>
              <p14:xfrm>
                <a:off x="3945966" y="4466408"/>
                <a:ext cx="135000" cy="135720"/>
              </p14:xfrm>
            </p:contentPart>
          </mc:Choice>
          <mc:Fallback xmlns="">
            <p:pic>
              <p:nvPicPr>
                <p:cNvPr id="170" name="Ink 169">
                  <a:extLst>
                    <a:ext uri="{FF2B5EF4-FFF2-40B4-BE49-F238E27FC236}">
                      <a16:creationId xmlns:a16="http://schemas.microsoft.com/office/drawing/2014/main" id="{B1AA0EAC-FE5F-5E51-9198-39657FA80EE1}"/>
                    </a:ext>
                  </a:extLst>
                </p:cNvPr>
                <p:cNvPicPr/>
                <p:nvPr/>
              </p:nvPicPr>
              <p:blipFill>
                <a:blip r:embed="rId271"/>
                <a:stretch>
                  <a:fillRect/>
                </a:stretch>
              </p:blipFill>
              <p:spPr>
                <a:xfrm>
                  <a:off x="3928326" y="4448768"/>
                  <a:ext cx="170640" cy="17136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172" name="Ink 171">
                  <a:extLst>
                    <a:ext uri="{FF2B5EF4-FFF2-40B4-BE49-F238E27FC236}">
                      <a16:creationId xmlns:a16="http://schemas.microsoft.com/office/drawing/2014/main" id="{B229808D-7146-C51E-6052-696C4449D168}"/>
                    </a:ext>
                  </a:extLst>
                </p14:cNvPr>
                <p14:cNvContentPartPr/>
                <p14:nvPr/>
              </p14:nvContentPartPr>
              <p14:xfrm>
                <a:off x="4129206" y="4341848"/>
                <a:ext cx="460080" cy="247680"/>
              </p14:xfrm>
            </p:contentPart>
          </mc:Choice>
          <mc:Fallback xmlns="">
            <p:pic>
              <p:nvPicPr>
                <p:cNvPr id="172" name="Ink 171">
                  <a:extLst>
                    <a:ext uri="{FF2B5EF4-FFF2-40B4-BE49-F238E27FC236}">
                      <a16:creationId xmlns:a16="http://schemas.microsoft.com/office/drawing/2014/main" id="{B229808D-7146-C51E-6052-696C4449D168}"/>
                    </a:ext>
                  </a:extLst>
                </p:cNvPr>
                <p:cNvPicPr/>
                <p:nvPr/>
              </p:nvPicPr>
              <p:blipFill>
                <a:blip r:embed="rId273"/>
                <a:stretch>
                  <a:fillRect/>
                </a:stretch>
              </p:blipFill>
              <p:spPr>
                <a:xfrm>
                  <a:off x="4111206" y="4324208"/>
                  <a:ext cx="495720" cy="28332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73" name="Ink 172">
                  <a:extLst>
                    <a:ext uri="{FF2B5EF4-FFF2-40B4-BE49-F238E27FC236}">
                      <a16:creationId xmlns:a16="http://schemas.microsoft.com/office/drawing/2014/main" id="{E31424E9-D568-68C2-6D10-1C3C7F455438}"/>
                    </a:ext>
                  </a:extLst>
                </p14:cNvPr>
                <p14:cNvContentPartPr/>
                <p14:nvPr/>
              </p14:nvContentPartPr>
              <p14:xfrm>
                <a:off x="4673166" y="4439768"/>
                <a:ext cx="144360" cy="127800"/>
              </p14:xfrm>
            </p:contentPart>
          </mc:Choice>
          <mc:Fallback xmlns="">
            <p:pic>
              <p:nvPicPr>
                <p:cNvPr id="173" name="Ink 172">
                  <a:extLst>
                    <a:ext uri="{FF2B5EF4-FFF2-40B4-BE49-F238E27FC236}">
                      <a16:creationId xmlns:a16="http://schemas.microsoft.com/office/drawing/2014/main" id="{E31424E9-D568-68C2-6D10-1C3C7F455438}"/>
                    </a:ext>
                  </a:extLst>
                </p:cNvPr>
                <p:cNvPicPr/>
                <p:nvPr/>
              </p:nvPicPr>
              <p:blipFill>
                <a:blip r:embed="rId275"/>
                <a:stretch>
                  <a:fillRect/>
                </a:stretch>
              </p:blipFill>
              <p:spPr>
                <a:xfrm>
                  <a:off x="4655526" y="4422128"/>
                  <a:ext cx="18000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74" name="Ink 173">
                  <a:extLst>
                    <a:ext uri="{FF2B5EF4-FFF2-40B4-BE49-F238E27FC236}">
                      <a16:creationId xmlns:a16="http://schemas.microsoft.com/office/drawing/2014/main" id="{42E0DCC2-F179-27DC-6461-E4DA4B751A82}"/>
                    </a:ext>
                  </a:extLst>
                </p14:cNvPr>
                <p14:cNvContentPartPr/>
                <p14:nvPr/>
              </p14:nvContentPartPr>
              <p14:xfrm>
                <a:off x="5111646" y="4398728"/>
                <a:ext cx="160200" cy="149760"/>
              </p14:xfrm>
            </p:contentPart>
          </mc:Choice>
          <mc:Fallback xmlns="">
            <p:pic>
              <p:nvPicPr>
                <p:cNvPr id="174" name="Ink 173">
                  <a:extLst>
                    <a:ext uri="{FF2B5EF4-FFF2-40B4-BE49-F238E27FC236}">
                      <a16:creationId xmlns:a16="http://schemas.microsoft.com/office/drawing/2014/main" id="{42E0DCC2-F179-27DC-6461-E4DA4B751A82}"/>
                    </a:ext>
                  </a:extLst>
                </p:cNvPr>
                <p:cNvPicPr/>
                <p:nvPr/>
              </p:nvPicPr>
              <p:blipFill>
                <a:blip r:embed="rId277"/>
                <a:stretch>
                  <a:fillRect/>
                </a:stretch>
              </p:blipFill>
              <p:spPr>
                <a:xfrm>
                  <a:off x="5094006" y="4381088"/>
                  <a:ext cx="19584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175" name="Ink 174">
                  <a:extLst>
                    <a:ext uri="{FF2B5EF4-FFF2-40B4-BE49-F238E27FC236}">
                      <a16:creationId xmlns:a16="http://schemas.microsoft.com/office/drawing/2014/main" id="{9DBDDEBF-8A1B-7245-EE8C-57D03163CE5C}"/>
                    </a:ext>
                  </a:extLst>
                </p14:cNvPr>
                <p14:cNvContentPartPr/>
                <p14:nvPr/>
              </p14:nvContentPartPr>
              <p14:xfrm>
                <a:off x="5317926" y="4369208"/>
                <a:ext cx="25920" cy="168480"/>
              </p14:xfrm>
            </p:contentPart>
          </mc:Choice>
          <mc:Fallback xmlns="">
            <p:pic>
              <p:nvPicPr>
                <p:cNvPr id="175" name="Ink 174">
                  <a:extLst>
                    <a:ext uri="{FF2B5EF4-FFF2-40B4-BE49-F238E27FC236}">
                      <a16:creationId xmlns:a16="http://schemas.microsoft.com/office/drawing/2014/main" id="{9DBDDEBF-8A1B-7245-EE8C-57D03163CE5C}"/>
                    </a:ext>
                  </a:extLst>
                </p:cNvPr>
                <p:cNvPicPr/>
                <p:nvPr/>
              </p:nvPicPr>
              <p:blipFill>
                <a:blip r:embed="rId279"/>
                <a:stretch>
                  <a:fillRect/>
                </a:stretch>
              </p:blipFill>
              <p:spPr>
                <a:xfrm>
                  <a:off x="5300286" y="4351208"/>
                  <a:ext cx="61560" cy="20412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176" name="Ink 175">
                  <a:extLst>
                    <a:ext uri="{FF2B5EF4-FFF2-40B4-BE49-F238E27FC236}">
                      <a16:creationId xmlns:a16="http://schemas.microsoft.com/office/drawing/2014/main" id="{7300CF88-53B1-E5DD-FE93-9B35BD15B51B}"/>
                    </a:ext>
                  </a:extLst>
                </p14:cNvPr>
                <p14:cNvContentPartPr/>
                <p14:nvPr/>
              </p14:nvContentPartPr>
              <p14:xfrm>
                <a:off x="5325486" y="4369928"/>
                <a:ext cx="205560" cy="194040"/>
              </p14:xfrm>
            </p:contentPart>
          </mc:Choice>
          <mc:Fallback xmlns="">
            <p:pic>
              <p:nvPicPr>
                <p:cNvPr id="176" name="Ink 175">
                  <a:extLst>
                    <a:ext uri="{FF2B5EF4-FFF2-40B4-BE49-F238E27FC236}">
                      <a16:creationId xmlns:a16="http://schemas.microsoft.com/office/drawing/2014/main" id="{7300CF88-53B1-E5DD-FE93-9B35BD15B51B}"/>
                    </a:ext>
                  </a:extLst>
                </p:cNvPr>
                <p:cNvPicPr/>
                <p:nvPr/>
              </p:nvPicPr>
              <p:blipFill>
                <a:blip r:embed="rId281"/>
                <a:stretch>
                  <a:fillRect/>
                </a:stretch>
              </p:blipFill>
              <p:spPr>
                <a:xfrm>
                  <a:off x="5307846" y="4352288"/>
                  <a:ext cx="241200" cy="22968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177" name="Ink 176">
                  <a:extLst>
                    <a:ext uri="{FF2B5EF4-FFF2-40B4-BE49-F238E27FC236}">
                      <a16:creationId xmlns:a16="http://schemas.microsoft.com/office/drawing/2014/main" id="{E31150EB-8B28-DBC7-D4CA-33FD7F2C1843}"/>
                    </a:ext>
                  </a:extLst>
                </p14:cNvPr>
                <p14:cNvContentPartPr/>
                <p14:nvPr/>
              </p14:nvContentPartPr>
              <p14:xfrm>
                <a:off x="5014446" y="4259768"/>
                <a:ext cx="614160" cy="407160"/>
              </p14:xfrm>
            </p:contentPart>
          </mc:Choice>
          <mc:Fallback xmlns="">
            <p:pic>
              <p:nvPicPr>
                <p:cNvPr id="177" name="Ink 176">
                  <a:extLst>
                    <a:ext uri="{FF2B5EF4-FFF2-40B4-BE49-F238E27FC236}">
                      <a16:creationId xmlns:a16="http://schemas.microsoft.com/office/drawing/2014/main" id="{E31150EB-8B28-DBC7-D4CA-33FD7F2C1843}"/>
                    </a:ext>
                  </a:extLst>
                </p:cNvPr>
                <p:cNvPicPr/>
                <p:nvPr/>
              </p:nvPicPr>
              <p:blipFill>
                <a:blip r:embed="rId283"/>
                <a:stretch>
                  <a:fillRect/>
                </a:stretch>
              </p:blipFill>
              <p:spPr>
                <a:xfrm>
                  <a:off x="4996806" y="4241768"/>
                  <a:ext cx="649800" cy="442800"/>
                </a:xfrm>
                <a:prstGeom prst="rect">
                  <a:avLst/>
                </a:prstGeom>
              </p:spPr>
            </p:pic>
          </mc:Fallback>
        </mc:AlternateContent>
      </p:grpSp>
      <p:grpSp>
        <p:nvGrpSpPr>
          <p:cNvPr id="240" name="Group 239">
            <a:extLst>
              <a:ext uri="{FF2B5EF4-FFF2-40B4-BE49-F238E27FC236}">
                <a16:creationId xmlns:a16="http://schemas.microsoft.com/office/drawing/2014/main" id="{75EF8D8F-B0E6-E682-28AB-9D86C8812268}"/>
              </a:ext>
            </a:extLst>
          </p:cNvPr>
          <p:cNvGrpSpPr/>
          <p:nvPr/>
        </p:nvGrpSpPr>
        <p:grpSpPr>
          <a:xfrm>
            <a:off x="3806783" y="4873568"/>
            <a:ext cx="5161320" cy="781200"/>
            <a:chOff x="1477806" y="4873568"/>
            <a:chExt cx="5161320" cy="781200"/>
          </a:xfrm>
        </p:grpSpPr>
        <mc:AlternateContent xmlns:mc="http://schemas.openxmlformats.org/markup-compatibility/2006" xmlns:p14="http://schemas.microsoft.com/office/powerpoint/2010/main">
          <mc:Choice Requires="p14">
            <p:contentPart p14:bwMode="auto" r:id="rId284">
              <p14:nvContentPartPr>
                <p14:cNvPr id="184" name="Ink 183">
                  <a:extLst>
                    <a:ext uri="{FF2B5EF4-FFF2-40B4-BE49-F238E27FC236}">
                      <a16:creationId xmlns:a16="http://schemas.microsoft.com/office/drawing/2014/main" id="{4373E7B7-8D9A-6EEA-75F6-B51314D421C6}"/>
                    </a:ext>
                  </a:extLst>
                </p14:cNvPr>
                <p14:cNvContentPartPr/>
                <p14:nvPr/>
              </p14:nvContentPartPr>
              <p14:xfrm>
                <a:off x="1477806" y="5011448"/>
                <a:ext cx="116640" cy="87120"/>
              </p14:xfrm>
            </p:contentPart>
          </mc:Choice>
          <mc:Fallback xmlns="">
            <p:pic>
              <p:nvPicPr>
                <p:cNvPr id="184" name="Ink 183">
                  <a:extLst>
                    <a:ext uri="{FF2B5EF4-FFF2-40B4-BE49-F238E27FC236}">
                      <a16:creationId xmlns:a16="http://schemas.microsoft.com/office/drawing/2014/main" id="{4373E7B7-8D9A-6EEA-75F6-B51314D421C6}"/>
                    </a:ext>
                  </a:extLst>
                </p:cNvPr>
                <p:cNvPicPr/>
                <p:nvPr/>
              </p:nvPicPr>
              <p:blipFill>
                <a:blip r:embed="rId285"/>
                <a:stretch>
                  <a:fillRect/>
                </a:stretch>
              </p:blipFill>
              <p:spPr>
                <a:xfrm>
                  <a:off x="1460166" y="4993808"/>
                  <a:ext cx="15228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185" name="Ink 184">
                  <a:extLst>
                    <a:ext uri="{FF2B5EF4-FFF2-40B4-BE49-F238E27FC236}">
                      <a16:creationId xmlns:a16="http://schemas.microsoft.com/office/drawing/2014/main" id="{218B33D6-F3A5-B216-36C9-2C71EB3A6BA7}"/>
                    </a:ext>
                  </a:extLst>
                </p14:cNvPr>
                <p14:cNvContentPartPr/>
                <p14:nvPr/>
              </p14:nvContentPartPr>
              <p14:xfrm>
                <a:off x="1576086" y="5022968"/>
                <a:ext cx="101520" cy="203400"/>
              </p14:xfrm>
            </p:contentPart>
          </mc:Choice>
          <mc:Fallback xmlns="">
            <p:pic>
              <p:nvPicPr>
                <p:cNvPr id="185" name="Ink 184">
                  <a:extLst>
                    <a:ext uri="{FF2B5EF4-FFF2-40B4-BE49-F238E27FC236}">
                      <a16:creationId xmlns:a16="http://schemas.microsoft.com/office/drawing/2014/main" id="{218B33D6-F3A5-B216-36C9-2C71EB3A6BA7}"/>
                    </a:ext>
                  </a:extLst>
                </p:cNvPr>
                <p:cNvPicPr/>
                <p:nvPr/>
              </p:nvPicPr>
              <p:blipFill>
                <a:blip r:embed="rId287"/>
                <a:stretch>
                  <a:fillRect/>
                </a:stretch>
              </p:blipFill>
              <p:spPr>
                <a:xfrm>
                  <a:off x="1558446" y="5005328"/>
                  <a:ext cx="137160" cy="23904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186" name="Ink 185">
                  <a:extLst>
                    <a:ext uri="{FF2B5EF4-FFF2-40B4-BE49-F238E27FC236}">
                      <a16:creationId xmlns:a16="http://schemas.microsoft.com/office/drawing/2014/main" id="{7DAA05CC-1841-EDA2-E5D7-B0E66A766154}"/>
                    </a:ext>
                  </a:extLst>
                </p14:cNvPr>
                <p14:cNvContentPartPr/>
                <p14:nvPr/>
              </p14:nvContentPartPr>
              <p14:xfrm>
                <a:off x="1715046" y="5050688"/>
                <a:ext cx="74880" cy="159480"/>
              </p14:xfrm>
            </p:contentPart>
          </mc:Choice>
          <mc:Fallback xmlns="">
            <p:pic>
              <p:nvPicPr>
                <p:cNvPr id="186" name="Ink 185">
                  <a:extLst>
                    <a:ext uri="{FF2B5EF4-FFF2-40B4-BE49-F238E27FC236}">
                      <a16:creationId xmlns:a16="http://schemas.microsoft.com/office/drawing/2014/main" id="{7DAA05CC-1841-EDA2-E5D7-B0E66A766154}"/>
                    </a:ext>
                  </a:extLst>
                </p:cNvPr>
                <p:cNvPicPr/>
                <p:nvPr/>
              </p:nvPicPr>
              <p:blipFill>
                <a:blip r:embed="rId289"/>
                <a:stretch>
                  <a:fillRect/>
                </a:stretch>
              </p:blipFill>
              <p:spPr>
                <a:xfrm>
                  <a:off x="1697406" y="5033048"/>
                  <a:ext cx="110520" cy="19512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187" name="Ink 186">
                  <a:extLst>
                    <a:ext uri="{FF2B5EF4-FFF2-40B4-BE49-F238E27FC236}">
                      <a16:creationId xmlns:a16="http://schemas.microsoft.com/office/drawing/2014/main" id="{F248E40C-A6BB-7B06-CA7E-7209E25CC36A}"/>
                    </a:ext>
                  </a:extLst>
                </p14:cNvPr>
                <p14:cNvContentPartPr/>
                <p14:nvPr/>
              </p14:nvContentPartPr>
              <p14:xfrm>
                <a:off x="1853646" y="5060048"/>
                <a:ext cx="157320" cy="137880"/>
              </p14:xfrm>
            </p:contentPart>
          </mc:Choice>
          <mc:Fallback xmlns="">
            <p:pic>
              <p:nvPicPr>
                <p:cNvPr id="187" name="Ink 186">
                  <a:extLst>
                    <a:ext uri="{FF2B5EF4-FFF2-40B4-BE49-F238E27FC236}">
                      <a16:creationId xmlns:a16="http://schemas.microsoft.com/office/drawing/2014/main" id="{F248E40C-A6BB-7B06-CA7E-7209E25CC36A}"/>
                    </a:ext>
                  </a:extLst>
                </p:cNvPr>
                <p:cNvPicPr/>
                <p:nvPr/>
              </p:nvPicPr>
              <p:blipFill>
                <a:blip r:embed="rId291"/>
                <a:stretch>
                  <a:fillRect/>
                </a:stretch>
              </p:blipFill>
              <p:spPr>
                <a:xfrm>
                  <a:off x="1836006" y="5042408"/>
                  <a:ext cx="192960"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188" name="Ink 187">
                  <a:extLst>
                    <a:ext uri="{FF2B5EF4-FFF2-40B4-BE49-F238E27FC236}">
                      <a16:creationId xmlns:a16="http://schemas.microsoft.com/office/drawing/2014/main" id="{A709A2E6-4B22-2B4B-CF4E-250DFA91C5EE}"/>
                    </a:ext>
                  </a:extLst>
                </p14:cNvPr>
                <p14:cNvContentPartPr/>
                <p14:nvPr/>
              </p14:nvContentPartPr>
              <p14:xfrm>
                <a:off x="2078646" y="5060408"/>
                <a:ext cx="109440" cy="131760"/>
              </p14:xfrm>
            </p:contentPart>
          </mc:Choice>
          <mc:Fallback xmlns="">
            <p:pic>
              <p:nvPicPr>
                <p:cNvPr id="188" name="Ink 187">
                  <a:extLst>
                    <a:ext uri="{FF2B5EF4-FFF2-40B4-BE49-F238E27FC236}">
                      <a16:creationId xmlns:a16="http://schemas.microsoft.com/office/drawing/2014/main" id="{A709A2E6-4B22-2B4B-CF4E-250DFA91C5EE}"/>
                    </a:ext>
                  </a:extLst>
                </p:cNvPr>
                <p:cNvPicPr/>
                <p:nvPr/>
              </p:nvPicPr>
              <p:blipFill>
                <a:blip r:embed="rId293"/>
                <a:stretch>
                  <a:fillRect/>
                </a:stretch>
              </p:blipFill>
              <p:spPr>
                <a:xfrm>
                  <a:off x="2061006" y="5042768"/>
                  <a:ext cx="14508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189" name="Ink 188">
                  <a:extLst>
                    <a:ext uri="{FF2B5EF4-FFF2-40B4-BE49-F238E27FC236}">
                      <a16:creationId xmlns:a16="http://schemas.microsoft.com/office/drawing/2014/main" id="{DAF09D21-A12D-66D2-F048-40E1D7D6A041}"/>
                    </a:ext>
                  </a:extLst>
                </p14:cNvPr>
                <p14:cNvContentPartPr/>
                <p14:nvPr/>
              </p14:nvContentPartPr>
              <p14:xfrm>
                <a:off x="2378886" y="5053568"/>
                <a:ext cx="140760" cy="110160"/>
              </p14:xfrm>
            </p:contentPart>
          </mc:Choice>
          <mc:Fallback xmlns="">
            <p:pic>
              <p:nvPicPr>
                <p:cNvPr id="189" name="Ink 188">
                  <a:extLst>
                    <a:ext uri="{FF2B5EF4-FFF2-40B4-BE49-F238E27FC236}">
                      <a16:creationId xmlns:a16="http://schemas.microsoft.com/office/drawing/2014/main" id="{DAF09D21-A12D-66D2-F048-40E1D7D6A041}"/>
                    </a:ext>
                  </a:extLst>
                </p:cNvPr>
                <p:cNvPicPr/>
                <p:nvPr/>
              </p:nvPicPr>
              <p:blipFill>
                <a:blip r:embed="rId295"/>
                <a:stretch>
                  <a:fillRect/>
                </a:stretch>
              </p:blipFill>
              <p:spPr>
                <a:xfrm>
                  <a:off x="2361246" y="5035928"/>
                  <a:ext cx="176400" cy="14580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190" name="Ink 189">
                  <a:extLst>
                    <a:ext uri="{FF2B5EF4-FFF2-40B4-BE49-F238E27FC236}">
                      <a16:creationId xmlns:a16="http://schemas.microsoft.com/office/drawing/2014/main" id="{3D742C2B-B342-BCFE-78C4-9EAA5DB99796}"/>
                    </a:ext>
                  </a:extLst>
                </p14:cNvPr>
                <p14:cNvContentPartPr/>
                <p14:nvPr/>
              </p14:nvContentPartPr>
              <p14:xfrm>
                <a:off x="2646006" y="5007488"/>
                <a:ext cx="9360" cy="213840"/>
              </p14:xfrm>
            </p:contentPart>
          </mc:Choice>
          <mc:Fallback xmlns="">
            <p:pic>
              <p:nvPicPr>
                <p:cNvPr id="190" name="Ink 189">
                  <a:extLst>
                    <a:ext uri="{FF2B5EF4-FFF2-40B4-BE49-F238E27FC236}">
                      <a16:creationId xmlns:a16="http://schemas.microsoft.com/office/drawing/2014/main" id="{3D742C2B-B342-BCFE-78C4-9EAA5DB99796}"/>
                    </a:ext>
                  </a:extLst>
                </p:cNvPr>
                <p:cNvPicPr/>
                <p:nvPr/>
              </p:nvPicPr>
              <p:blipFill>
                <a:blip r:embed="rId297"/>
                <a:stretch>
                  <a:fillRect/>
                </a:stretch>
              </p:blipFill>
              <p:spPr>
                <a:xfrm>
                  <a:off x="2628366" y="4989848"/>
                  <a:ext cx="45000" cy="24948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191" name="Ink 190">
                  <a:extLst>
                    <a:ext uri="{FF2B5EF4-FFF2-40B4-BE49-F238E27FC236}">
                      <a16:creationId xmlns:a16="http://schemas.microsoft.com/office/drawing/2014/main" id="{979FA9F0-2150-4603-5B6F-DE9DA972773F}"/>
                    </a:ext>
                  </a:extLst>
                </p14:cNvPr>
                <p14:cNvContentPartPr/>
                <p14:nvPr/>
              </p14:nvContentPartPr>
              <p14:xfrm>
                <a:off x="2685606" y="5082008"/>
                <a:ext cx="68040" cy="60120"/>
              </p14:xfrm>
            </p:contentPart>
          </mc:Choice>
          <mc:Fallback xmlns="">
            <p:pic>
              <p:nvPicPr>
                <p:cNvPr id="191" name="Ink 190">
                  <a:extLst>
                    <a:ext uri="{FF2B5EF4-FFF2-40B4-BE49-F238E27FC236}">
                      <a16:creationId xmlns:a16="http://schemas.microsoft.com/office/drawing/2014/main" id="{979FA9F0-2150-4603-5B6F-DE9DA972773F}"/>
                    </a:ext>
                  </a:extLst>
                </p:cNvPr>
                <p:cNvPicPr/>
                <p:nvPr/>
              </p:nvPicPr>
              <p:blipFill>
                <a:blip r:embed="rId299"/>
                <a:stretch>
                  <a:fillRect/>
                </a:stretch>
              </p:blipFill>
              <p:spPr>
                <a:xfrm>
                  <a:off x="2667606" y="5064368"/>
                  <a:ext cx="103680" cy="9576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192" name="Ink 191">
                  <a:extLst>
                    <a:ext uri="{FF2B5EF4-FFF2-40B4-BE49-F238E27FC236}">
                      <a16:creationId xmlns:a16="http://schemas.microsoft.com/office/drawing/2014/main" id="{6C3473F9-C722-49F6-BB02-07A579A5268C}"/>
                    </a:ext>
                  </a:extLst>
                </p14:cNvPr>
                <p14:cNvContentPartPr/>
                <p14:nvPr/>
              </p14:nvContentPartPr>
              <p14:xfrm>
                <a:off x="2793606" y="4998848"/>
                <a:ext cx="45000" cy="239400"/>
              </p14:xfrm>
            </p:contentPart>
          </mc:Choice>
          <mc:Fallback xmlns="">
            <p:pic>
              <p:nvPicPr>
                <p:cNvPr id="192" name="Ink 191">
                  <a:extLst>
                    <a:ext uri="{FF2B5EF4-FFF2-40B4-BE49-F238E27FC236}">
                      <a16:creationId xmlns:a16="http://schemas.microsoft.com/office/drawing/2014/main" id="{6C3473F9-C722-49F6-BB02-07A579A5268C}"/>
                    </a:ext>
                  </a:extLst>
                </p:cNvPr>
                <p:cNvPicPr/>
                <p:nvPr/>
              </p:nvPicPr>
              <p:blipFill>
                <a:blip r:embed="rId301"/>
                <a:stretch>
                  <a:fillRect/>
                </a:stretch>
              </p:blipFill>
              <p:spPr>
                <a:xfrm>
                  <a:off x="2775606" y="4980848"/>
                  <a:ext cx="80640" cy="275040"/>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193" name="Ink 192">
                  <a:extLst>
                    <a:ext uri="{FF2B5EF4-FFF2-40B4-BE49-F238E27FC236}">
                      <a16:creationId xmlns:a16="http://schemas.microsoft.com/office/drawing/2014/main" id="{429E8B8E-2022-D9B4-2241-CC57149DB2FA}"/>
                    </a:ext>
                  </a:extLst>
                </p14:cNvPr>
                <p14:cNvContentPartPr/>
                <p14:nvPr/>
              </p14:nvContentPartPr>
              <p14:xfrm>
                <a:off x="2831766" y="5076968"/>
                <a:ext cx="129960" cy="99360"/>
              </p14:xfrm>
            </p:contentPart>
          </mc:Choice>
          <mc:Fallback xmlns="">
            <p:pic>
              <p:nvPicPr>
                <p:cNvPr id="193" name="Ink 192">
                  <a:extLst>
                    <a:ext uri="{FF2B5EF4-FFF2-40B4-BE49-F238E27FC236}">
                      <a16:creationId xmlns:a16="http://schemas.microsoft.com/office/drawing/2014/main" id="{429E8B8E-2022-D9B4-2241-CC57149DB2FA}"/>
                    </a:ext>
                  </a:extLst>
                </p:cNvPr>
                <p:cNvPicPr/>
                <p:nvPr/>
              </p:nvPicPr>
              <p:blipFill>
                <a:blip r:embed="rId303"/>
                <a:stretch>
                  <a:fillRect/>
                </a:stretch>
              </p:blipFill>
              <p:spPr>
                <a:xfrm>
                  <a:off x="2813766" y="5058968"/>
                  <a:ext cx="16560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194" name="Ink 193">
                  <a:extLst>
                    <a:ext uri="{FF2B5EF4-FFF2-40B4-BE49-F238E27FC236}">
                      <a16:creationId xmlns:a16="http://schemas.microsoft.com/office/drawing/2014/main" id="{57B21751-F58E-4EC4-FBF1-CEA6C566211C}"/>
                    </a:ext>
                  </a:extLst>
                </p14:cNvPr>
                <p14:cNvContentPartPr/>
                <p14:nvPr/>
              </p14:nvContentPartPr>
              <p14:xfrm>
                <a:off x="3011046" y="5048888"/>
                <a:ext cx="139320" cy="101520"/>
              </p14:xfrm>
            </p:contentPart>
          </mc:Choice>
          <mc:Fallback xmlns="">
            <p:pic>
              <p:nvPicPr>
                <p:cNvPr id="194" name="Ink 193">
                  <a:extLst>
                    <a:ext uri="{FF2B5EF4-FFF2-40B4-BE49-F238E27FC236}">
                      <a16:creationId xmlns:a16="http://schemas.microsoft.com/office/drawing/2014/main" id="{57B21751-F58E-4EC4-FBF1-CEA6C566211C}"/>
                    </a:ext>
                  </a:extLst>
                </p:cNvPr>
                <p:cNvPicPr/>
                <p:nvPr/>
              </p:nvPicPr>
              <p:blipFill>
                <a:blip r:embed="rId305"/>
                <a:stretch>
                  <a:fillRect/>
                </a:stretch>
              </p:blipFill>
              <p:spPr>
                <a:xfrm>
                  <a:off x="2993046" y="5030888"/>
                  <a:ext cx="17496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306">
              <p14:nvContentPartPr>
                <p14:cNvPr id="195" name="Ink 194">
                  <a:extLst>
                    <a:ext uri="{FF2B5EF4-FFF2-40B4-BE49-F238E27FC236}">
                      <a16:creationId xmlns:a16="http://schemas.microsoft.com/office/drawing/2014/main" id="{A410634E-418C-E277-C824-5DCCBB5F2598}"/>
                    </a:ext>
                  </a:extLst>
                </p14:cNvPr>
                <p14:cNvContentPartPr/>
                <p14:nvPr/>
              </p14:nvContentPartPr>
              <p14:xfrm>
                <a:off x="3250446" y="5048528"/>
                <a:ext cx="416880" cy="162360"/>
              </p14:xfrm>
            </p:contentPart>
          </mc:Choice>
          <mc:Fallback xmlns="">
            <p:pic>
              <p:nvPicPr>
                <p:cNvPr id="195" name="Ink 194">
                  <a:extLst>
                    <a:ext uri="{FF2B5EF4-FFF2-40B4-BE49-F238E27FC236}">
                      <a16:creationId xmlns:a16="http://schemas.microsoft.com/office/drawing/2014/main" id="{A410634E-418C-E277-C824-5DCCBB5F2598}"/>
                    </a:ext>
                  </a:extLst>
                </p:cNvPr>
                <p:cNvPicPr/>
                <p:nvPr/>
              </p:nvPicPr>
              <p:blipFill>
                <a:blip r:embed="rId307"/>
                <a:stretch>
                  <a:fillRect/>
                </a:stretch>
              </p:blipFill>
              <p:spPr>
                <a:xfrm>
                  <a:off x="3232446" y="5030528"/>
                  <a:ext cx="45252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308">
              <p14:nvContentPartPr>
                <p14:cNvPr id="197" name="Ink 196">
                  <a:extLst>
                    <a:ext uri="{FF2B5EF4-FFF2-40B4-BE49-F238E27FC236}">
                      <a16:creationId xmlns:a16="http://schemas.microsoft.com/office/drawing/2014/main" id="{6D538F3E-D84D-AEEA-3D84-9D5445B17649}"/>
                    </a:ext>
                  </a:extLst>
                </p14:cNvPr>
                <p14:cNvContentPartPr/>
                <p14:nvPr/>
              </p14:nvContentPartPr>
              <p14:xfrm>
                <a:off x="3756246" y="4929008"/>
                <a:ext cx="32760" cy="254160"/>
              </p14:xfrm>
            </p:contentPart>
          </mc:Choice>
          <mc:Fallback xmlns="">
            <p:pic>
              <p:nvPicPr>
                <p:cNvPr id="197" name="Ink 196">
                  <a:extLst>
                    <a:ext uri="{FF2B5EF4-FFF2-40B4-BE49-F238E27FC236}">
                      <a16:creationId xmlns:a16="http://schemas.microsoft.com/office/drawing/2014/main" id="{6D538F3E-D84D-AEEA-3D84-9D5445B17649}"/>
                    </a:ext>
                  </a:extLst>
                </p:cNvPr>
                <p:cNvPicPr/>
                <p:nvPr/>
              </p:nvPicPr>
              <p:blipFill>
                <a:blip r:embed="rId309"/>
                <a:stretch>
                  <a:fillRect/>
                </a:stretch>
              </p:blipFill>
              <p:spPr>
                <a:xfrm>
                  <a:off x="3738606" y="4911008"/>
                  <a:ext cx="68400" cy="289800"/>
                </a:xfrm>
                <a:prstGeom prst="rect">
                  <a:avLst/>
                </a:prstGeom>
              </p:spPr>
            </p:pic>
          </mc:Fallback>
        </mc:AlternateContent>
        <mc:AlternateContent xmlns:mc="http://schemas.openxmlformats.org/markup-compatibility/2006" xmlns:p14="http://schemas.microsoft.com/office/powerpoint/2010/main">
          <mc:Choice Requires="p14">
            <p:contentPart p14:bwMode="auto" r:id="rId310">
              <p14:nvContentPartPr>
                <p14:cNvPr id="198" name="Ink 197">
                  <a:extLst>
                    <a:ext uri="{FF2B5EF4-FFF2-40B4-BE49-F238E27FC236}">
                      <a16:creationId xmlns:a16="http://schemas.microsoft.com/office/drawing/2014/main" id="{5165DB72-71C4-D021-F89F-FAC2D4C94229}"/>
                    </a:ext>
                  </a:extLst>
                </p14:cNvPr>
                <p14:cNvContentPartPr/>
                <p14:nvPr/>
              </p14:nvContentPartPr>
              <p14:xfrm>
                <a:off x="3744006" y="5056808"/>
                <a:ext cx="74160" cy="10440"/>
              </p14:xfrm>
            </p:contentPart>
          </mc:Choice>
          <mc:Fallback xmlns="">
            <p:pic>
              <p:nvPicPr>
                <p:cNvPr id="198" name="Ink 197">
                  <a:extLst>
                    <a:ext uri="{FF2B5EF4-FFF2-40B4-BE49-F238E27FC236}">
                      <a16:creationId xmlns:a16="http://schemas.microsoft.com/office/drawing/2014/main" id="{5165DB72-71C4-D021-F89F-FAC2D4C94229}"/>
                    </a:ext>
                  </a:extLst>
                </p:cNvPr>
                <p:cNvPicPr/>
                <p:nvPr/>
              </p:nvPicPr>
              <p:blipFill>
                <a:blip r:embed="rId311"/>
                <a:stretch>
                  <a:fillRect/>
                </a:stretch>
              </p:blipFill>
              <p:spPr>
                <a:xfrm>
                  <a:off x="3726366" y="5039168"/>
                  <a:ext cx="10980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200" name="Ink 199">
                  <a:extLst>
                    <a:ext uri="{FF2B5EF4-FFF2-40B4-BE49-F238E27FC236}">
                      <a16:creationId xmlns:a16="http://schemas.microsoft.com/office/drawing/2014/main" id="{97A111AF-A37C-471C-AF52-6A0C123B4F75}"/>
                    </a:ext>
                  </a:extLst>
                </p14:cNvPr>
                <p14:cNvContentPartPr/>
                <p14:nvPr/>
              </p14:nvContentPartPr>
              <p14:xfrm>
                <a:off x="4133166" y="5029448"/>
                <a:ext cx="257400" cy="136440"/>
              </p14:xfrm>
            </p:contentPart>
          </mc:Choice>
          <mc:Fallback xmlns="">
            <p:pic>
              <p:nvPicPr>
                <p:cNvPr id="200" name="Ink 199">
                  <a:extLst>
                    <a:ext uri="{FF2B5EF4-FFF2-40B4-BE49-F238E27FC236}">
                      <a16:creationId xmlns:a16="http://schemas.microsoft.com/office/drawing/2014/main" id="{97A111AF-A37C-471C-AF52-6A0C123B4F75}"/>
                    </a:ext>
                  </a:extLst>
                </p:cNvPr>
                <p:cNvPicPr/>
                <p:nvPr/>
              </p:nvPicPr>
              <p:blipFill>
                <a:blip r:embed="rId313"/>
                <a:stretch>
                  <a:fillRect/>
                </a:stretch>
              </p:blipFill>
              <p:spPr>
                <a:xfrm>
                  <a:off x="4115166" y="5011448"/>
                  <a:ext cx="293040" cy="172080"/>
                </a:xfrm>
                <a:prstGeom prst="rect">
                  <a:avLst/>
                </a:prstGeom>
              </p:spPr>
            </p:pic>
          </mc:Fallback>
        </mc:AlternateContent>
        <mc:AlternateContent xmlns:mc="http://schemas.openxmlformats.org/markup-compatibility/2006" xmlns:p14="http://schemas.microsoft.com/office/powerpoint/2010/main">
          <mc:Choice Requires="p14">
            <p:contentPart p14:bwMode="auto" r:id="rId314">
              <p14:nvContentPartPr>
                <p14:cNvPr id="201" name="Ink 200">
                  <a:extLst>
                    <a:ext uri="{FF2B5EF4-FFF2-40B4-BE49-F238E27FC236}">
                      <a16:creationId xmlns:a16="http://schemas.microsoft.com/office/drawing/2014/main" id="{1FB5F9B3-D601-FB81-A114-95FFE58A54D1}"/>
                    </a:ext>
                  </a:extLst>
                </p14:cNvPr>
                <p14:cNvContentPartPr/>
                <p14:nvPr/>
              </p14:nvContentPartPr>
              <p14:xfrm>
                <a:off x="4435566" y="5041328"/>
                <a:ext cx="153720" cy="88920"/>
              </p14:xfrm>
            </p:contentPart>
          </mc:Choice>
          <mc:Fallback xmlns="">
            <p:pic>
              <p:nvPicPr>
                <p:cNvPr id="201" name="Ink 200">
                  <a:extLst>
                    <a:ext uri="{FF2B5EF4-FFF2-40B4-BE49-F238E27FC236}">
                      <a16:creationId xmlns:a16="http://schemas.microsoft.com/office/drawing/2014/main" id="{1FB5F9B3-D601-FB81-A114-95FFE58A54D1}"/>
                    </a:ext>
                  </a:extLst>
                </p:cNvPr>
                <p:cNvPicPr/>
                <p:nvPr/>
              </p:nvPicPr>
              <p:blipFill>
                <a:blip r:embed="rId315"/>
                <a:stretch>
                  <a:fillRect/>
                </a:stretch>
              </p:blipFill>
              <p:spPr>
                <a:xfrm>
                  <a:off x="4417926" y="5023328"/>
                  <a:ext cx="189360" cy="124560"/>
                </a:xfrm>
                <a:prstGeom prst="rect">
                  <a:avLst/>
                </a:prstGeom>
              </p:spPr>
            </p:pic>
          </mc:Fallback>
        </mc:AlternateContent>
        <mc:AlternateContent xmlns:mc="http://schemas.openxmlformats.org/markup-compatibility/2006" xmlns:p14="http://schemas.microsoft.com/office/powerpoint/2010/main">
          <mc:Choice Requires="p14">
            <p:contentPart p14:bwMode="auto" r:id="rId316">
              <p14:nvContentPartPr>
                <p14:cNvPr id="202" name="Ink 201">
                  <a:extLst>
                    <a:ext uri="{FF2B5EF4-FFF2-40B4-BE49-F238E27FC236}">
                      <a16:creationId xmlns:a16="http://schemas.microsoft.com/office/drawing/2014/main" id="{82969CC4-0D8C-99CC-C9C3-E497D62E4C83}"/>
                    </a:ext>
                  </a:extLst>
                </p14:cNvPr>
                <p14:cNvContentPartPr/>
                <p14:nvPr/>
              </p14:nvContentPartPr>
              <p14:xfrm>
                <a:off x="4687206" y="5035568"/>
                <a:ext cx="8280" cy="135000"/>
              </p14:xfrm>
            </p:contentPart>
          </mc:Choice>
          <mc:Fallback xmlns="">
            <p:pic>
              <p:nvPicPr>
                <p:cNvPr id="202" name="Ink 201">
                  <a:extLst>
                    <a:ext uri="{FF2B5EF4-FFF2-40B4-BE49-F238E27FC236}">
                      <a16:creationId xmlns:a16="http://schemas.microsoft.com/office/drawing/2014/main" id="{82969CC4-0D8C-99CC-C9C3-E497D62E4C83}"/>
                    </a:ext>
                  </a:extLst>
                </p:cNvPr>
                <p:cNvPicPr/>
                <p:nvPr/>
              </p:nvPicPr>
              <p:blipFill>
                <a:blip r:embed="rId317"/>
                <a:stretch>
                  <a:fillRect/>
                </a:stretch>
              </p:blipFill>
              <p:spPr>
                <a:xfrm>
                  <a:off x="4669566" y="5017568"/>
                  <a:ext cx="43920" cy="170640"/>
                </a:xfrm>
                <a:prstGeom prst="rect">
                  <a:avLst/>
                </a:prstGeom>
              </p:spPr>
            </p:pic>
          </mc:Fallback>
        </mc:AlternateContent>
        <mc:AlternateContent xmlns:mc="http://schemas.openxmlformats.org/markup-compatibility/2006" xmlns:p14="http://schemas.microsoft.com/office/powerpoint/2010/main">
          <mc:Choice Requires="p14">
            <p:contentPart p14:bwMode="auto" r:id="rId318">
              <p14:nvContentPartPr>
                <p14:cNvPr id="203" name="Ink 202">
                  <a:extLst>
                    <a:ext uri="{FF2B5EF4-FFF2-40B4-BE49-F238E27FC236}">
                      <a16:creationId xmlns:a16="http://schemas.microsoft.com/office/drawing/2014/main" id="{CC9FEB05-0435-314B-6793-7BC439D6403C}"/>
                    </a:ext>
                  </a:extLst>
                </p14:cNvPr>
                <p14:cNvContentPartPr/>
                <p14:nvPr/>
              </p14:nvContentPartPr>
              <p14:xfrm>
                <a:off x="4727166" y="5007128"/>
                <a:ext cx="3960" cy="7200"/>
              </p14:xfrm>
            </p:contentPart>
          </mc:Choice>
          <mc:Fallback xmlns="">
            <p:pic>
              <p:nvPicPr>
                <p:cNvPr id="203" name="Ink 202">
                  <a:extLst>
                    <a:ext uri="{FF2B5EF4-FFF2-40B4-BE49-F238E27FC236}">
                      <a16:creationId xmlns:a16="http://schemas.microsoft.com/office/drawing/2014/main" id="{CC9FEB05-0435-314B-6793-7BC439D6403C}"/>
                    </a:ext>
                  </a:extLst>
                </p:cNvPr>
                <p:cNvPicPr/>
                <p:nvPr/>
              </p:nvPicPr>
              <p:blipFill>
                <a:blip r:embed="rId319"/>
                <a:stretch>
                  <a:fillRect/>
                </a:stretch>
              </p:blipFill>
              <p:spPr>
                <a:xfrm>
                  <a:off x="4709166" y="4989128"/>
                  <a:ext cx="39600" cy="42840"/>
                </a:xfrm>
                <a:prstGeom prst="rect">
                  <a:avLst/>
                </a:prstGeom>
              </p:spPr>
            </p:pic>
          </mc:Fallback>
        </mc:AlternateContent>
        <mc:AlternateContent xmlns:mc="http://schemas.openxmlformats.org/markup-compatibility/2006" xmlns:p14="http://schemas.microsoft.com/office/powerpoint/2010/main">
          <mc:Choice Requires="p14">
            <p:contentPart p14:bwMode="auto" r:id="rId320">
              <p14:nvContentPartPr>
                <p14:cNvPr id="204" name="Ink 203">
                  <a:extLst>
                    <a:ext uri="{FF2B5EF4-FFF2-40B4-BE49-F238E27FC236}">
                      <a16:creationId xmlns:a16="http://schemas.microsoft.com/office/drawing/2014/main" id="{D900C90E-DAC1-BACC-04F6-6735A0F939E4}"/>
                    </a:ext>
                  </a:extLst>
                </p14:cNvPr>
                <p14:cNvContentPartPr/>
                <p14:nvPr/>
              </p14:nvContentPartPr>
              <p14:xfrm>
                <a:off x="4746606" y="5021168"/>
                <a:ext cx="155160" cy="314640"/>
              </p14:xfrm>
            </p:contentPart>
          </mc:Choice>
          <mc:Fallback xmlns="">
            <p:pic>
              <p:nvPicPr>
                <p:cNvPr id="204" name="Ink 203">
                  <a:extLst>
                    <a:ext uri="{FF2B5EF4-FFF2-40B4-BE49-F238E27FC236}">
                      <a16:creationId xmlns:a16="http://schemas.microsoft.com/office/drawing/2014/main" id="{D900C90E-DAC1-BACC-04F6-6735A0F939E4}"/>
                    </a:ext>
                  </a:extLst>
                </p:cNvPr>
                <p:cNvPicPr/>
                <p:nvPr/>
              </p:nvPicPr>
              <p:blipFill>
                <a:blip r:embed="rId321"/>
                <a:stretch>
                  <a:fillRect/>
                </a:stretch>
              </p:blipFill>
              <p:spPr>
                <a:xfrm>
                  <a:off x="4728606" y="5003168"/>
                  <a:ext cx="190800" cy="350280"/>
                </a:xfrm>
                <a:prstGeom prst="rect">
                  <a:avLst/>
                </a:prstGeom>
              </p:spPr>
            </p:pic>
          </mc:Fallback>
        </mc:AlternateContent>
        <mc:AlternateContent xmlns:mc="http://schemas.openxmlformats.org/markup-compatibility/2006" xmlns:p14="http://schemas.microsoft.com/office/powerpoint/2010/main">
          <mc:Choice Requires="p14">
            <p:contentPart p14:bwMode="auto" r:id="rId322">
              <p14:nvContentPartPr>
                <p14:cNvPr id="205" name="Ink 204">
                  <a:extLst>
                    <a:ext uri="{FF2B5EF4-FFF2-40B4-BE49-F238E27FC236}">
                      <a16:creationId xmlns:a16="http://schemas.microsoft.com/office/drawing/2014/main" id="{E7ECD4FB-8268-D952-DAD6-56BF206875F0}"/>
                    </a:ext>
                  </a:extLst>
                </p14:cNvPr>
                <p14:cNvContentPartPr/>
                <p14:nvPr/>
              </p14:nvContentPartPr>
              <p14:xfrm>
                <a:off x="5036046" y="4930808"/>
                <a:ext cx="166680" cy="212760"/>
              </p14:xfrm>
            </p:contentPart>
          </mc:Choice>
          <mc:Fallback xmlns="">
            <p:pic>
              <p:nvPicPr>
                <p:cNvPr id="205" name="Ink 204">
                  <a:extLst>
                    <a:ext uri="{FF2B5EF4-FFF2-40B4-BE49-F238E27FC236}">
                      <a16:creationId xmlns:a16="http://schemas.microsoft.com/office/drawing/2014/main" id="{E7ECD4FB-8268-D952-DAD6-56BF206875F0}"/>
                    </a:ext>
                  </a:extLst>
                </p:cNvPr>
                <p:cNvPicPr/>
                <p:nvPr/>
              </p:nvPicPr>
              <p:blipFill>
                <a:blip r:embed="rId323"/>
                <a:stretch>
                  <a:fillRect/>
                </a:stretch>
              </p:blipFill>
              <p:spPr>
                <a:xfrm>
                  <a:off x="5018046" y="4913168"/>
                  <a:ext cx="202320" cy="248400"/>
                </a:xfrm>
                <a:prstGeom prst="rect">
                  <a:avLst/>
                </a:prstGeom>
              </p:spPr>
            </p:pic>
          </mc:Fallback>
        </mc:AlternateContent>
        <mc:AlternateContent xmlns:mc="http://schemas.openxmlformats.org/markup-compatibility/2006" xmlns:p14="http://schemas.microsoft.com/office/powerpoint/2010/main">
          <mc:Choice Requires="p14">
            <p:contentPart p14:bwMode="auto" r:id="rId324">
              <p14:nvContentPartPr>
                <p14:cNvPr id="206" name="Ink 205">
                  <a:extLst>
                    <a:ext uri="{FF2B5EF4-FFF2-40B4-BE49-F238E27FC236}">
                      <a16:creationId xmlns:a16="http://schemas.microsoft.com/office/drawing/2014/main" id="{72EF85F1-057E-490C-6FEE-A9D5BFB1BDC7}"/>
                    </a:ext>
                  </a:extLst>
                </p14:cNvPr>
                <p14:cNvContentPartPr/>
                <p14:nvPr/>
              </p14:nvContentPartPr>
              <p14:xfrm>
                <a:off x="5349966" y="4930088"/>
                <a:ext cx="27000" cy="205920"/>
              </p14:xfrm>
            </p:contentPart>
          </mc:Choice>
          <mc:Fallback xmlns="">
            <p:pic>
              <p:nvPicPr>
                <p:cNvPr id="206" name="Ink 205">
                  <a:extLst>
                    <a:ext uri="{FF2B5EF4-FFF2-40B4-BE49-F238E27FC236}">
                      <a16:creationId xmlns:a16="http://schemas.microsoft.com/office/drawing/2014/main" id="{72EF85F1-057E-490C-6FEE-A9D5BFB1BDC7}"/>
                    </a:ext>
                  </a:extLst>
                </p:cNvPr>
                <p:cNvPicPr/>
                <p:nvPr/>
              </p:nvPicPr>
              <p:blipFill>
                <a:blip r:embed="rId325"/>
                <a:stretch>
                  <a:fillRect/>
                </a:stretch>
              </p:blipFill>
              <p:spPr>
                <a:xfrm>
                  <a:off x="5331966" y="4912088"/>
                  <a:ext cx="62640" cy="241560"/>
                </a:xfrm>
                <a:prstGeom prst="rect">
                  <a:avLst/>
                </a:prstGeom>
              </p:spPr>
            </p:pic>
          </mc:Fallback>
        </mc:AlternateContent>
        <mc:AlternateContent xmlns:mc="http://schemas.openxmlformats.org/markup-compatibility/2006" xmlns:p14="http://schemas.microsoft.com/office/powerpoint/2010/main">
          <mc:Choice Requires="p14">
            <p:contentPart p14:bwMode="auto" r:id="rId326">
              <p14:nvContentPartPr>
                <p14:cNvPr id="207" name="Ink 206">
                  <a:extLst>
                    <a:ext uri="{FF2B5EF4-FFF2-40B4-BE49-F238E27FC236}">
                      <a16:creationId xmlns:a16="http://schemas.microsoft.com/office/drawing/2014/main" id="{DF5457EB-B793-2E45-271C-CCEBCE7D7160}"/>
                    </a:ext>
                  </a:extLst>
                </p14:cNvPr>
                <p14:cNvContentPartPr/>
                <p14:nvPr/>
              </p14:nvContentPartPr>
              <p14:xfrm>
                <a:off x="5331966" y="5026568"/>
                <a:ext cx="185040" cy="6120"/>
              </p14:xfrm>
            </p:contentPart>
          </mc:Choice>
          <mc:Fallback xmlns="">
            <p:pic>
              <p:nvPicPr>
                <p:cNvPr id="207" name="Ink 206">
                  <a:extLst>
                    <a:ext uri="{FF2B5EF4-FFF2-40B4-BE49-F238E27FC236}">
                      <a16:creationId xmlns:a16="http://schemas.microsoft.com/office/drawing/2014/main" id="{DF5457EB-B793-2E45-271C-CCEBCE7D7160}"/>
                    </a:ext>
                  </a:extLst>
                </p:cNvPr>
                <p:cNvPicPr/>
                <p:nvPr/>
              </p:nvPicPr>
              <p:blipFill>
                <a:blip r:embed="rId327"/>
                <a:stretch>
                  <a:fillRect/>
                </a:stretch>
              </p:blipFill>
              <p:spPr>
                <a:xfrm>
                  <a:off x="5314326" y="5008568"/>
                  <a:ext cx="22068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328">
              <p14:nvContentPartPr>
                <p14:cNvPr id="209" name="Ink 208">
                  <a:extLst>
                    <a:ext uri="{FF2B5EF4-FFF2-40B4-BE49-F238E27FC236}">
                      <a16:creationId xmlns:a16="http://schemas.microsoft.com/office/drawing/2014/main" id="{AB9564BF-B7C9-3356-71A2-E905C26A2C17}"/>
                    </a:ext>
                  </a:extLst>
                </p14:cNvPr>
                <p14:cNvContentPartPr/>
                <p14:nvPr/>
              </p14:nvContentPartPr>
              <p14:xfrm>
                <a:off x="5742726" y="5011808"/>
                <a:ext cx="15840" cy="95400"/>
              </p14:xfrm>
            </p:contentPart>
          </mc:Choice>
          <mc:Fallback xmlns="">
            <p:pic>
              <p:nvPicPr>
                <p:cNvPr id="209" name="Ink 208">
                  <a:extLst>
                    <a:ext uri="{FF2B5EF4-FFF2-40B4-BE49-F238E27FC236}">
                      <a16:creationId xmlns:a16="http://schemas.microsoft.com/office/drawing/2014/main" id="{AB9564BF-B7C9-3356-71A2-E905C26A2C17}"/>
                    </a:ext>
                  </a:extLst>
                </p:cNvPr>
                <p:cNvPicPr/>
                <p:nvPr/>
              </p:nvPicPr>
              <p:blipFill>
                <a:blip r:embed="rId329"/>
                <a:stretch>
                  <a:fillRect/>
                </a:stretch>
              </p:blipFill>
              <p:spPr>
                <a:xfrm>
                  <a:off x="5724726" y="4993808"/>
                  <a:ext cx="51480" cy="131040"/>
                </a:xfrm>
                <a:prstGeom prst="rect">
                  <a:avLst/>
                </a:prstGeom>
              </p:spPr>
            </p:pic>
          </mc:Fallback>
        </mc:AlternateContent>
        <mc:AlternateContent xmlns:mc="http://schemas.openxmlformats.org/markup-compatibility/2006" xmlns:p14="http://schemas.microsoft.com/office/powerpoint/2010/main">
          <mc:Choice Requires="p14">
            <p:contentPart p14:bwMode="auto" r:id="rId330">
              <p14:nvContentPartPr>
                <p14:cNvPr id="210" name="Ink 209">
                  <a:extLst>
                    <a:ext uri="{FF2B5EF4-FFF2-40B4-BE49-F238E27FC236}">
                      <a16:creationId xmlns:a16="http://schemas.microsoft.com/office/drawing/2014/main" id="{0156B25C-82B0-BAC9-AAD7-E3B196DC77C5}"/>
                    </a:ext>
                  </a:extLst>
                </p14:cNvPr>
                <p14:cNvContentPartPr/>
                <p14:nvPr/>
              </p14:nvContentPartPr>
              <p14:xfrm>
                <a:off x="5774046" y="4948808"/>
                <a:ext cx="5760" cy="3600"/>
              </p14:xfrm>
            </p:contentPart>
          </mc:Choice>
          <mc:Fallback xmlns="">
            <p:pic>
              <p:nvPicPr>
                <p:cNvPr id="210" name="Ink 209">
                  <a:extLst>
                    <a:ext uri="{FF2B5EF4-FFF2-40B4-BE49-F238E27FC236}">
                      <a16:creationId xmlns:a16="http://schemas.microsoft.com/office/drawing/2014/main" id="{0156B25C-82B0-BAC9-AAD7-E3B196DC77C5}"/>
                    </a:ext>
                  </a:extLst>
                </p:cNvPr>
                <p:cNvPicPr/>
                <p:nvPr/>
              </p:nvPicPr>
              <p:blipFill>
                <a:blip r:embed="rId331"/>
                <a:stretch>
                  <a:fillRect/>
                </a:stretch>
              </p:blipFill>
              <p:spPr>
                <a:xfrm>
                  <a:off x="5756406" y="4931168"/>
                  <a:ext cx="4140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332">
              <p14:nvContentPartPr>
                <p14:cNvPr id="211" name="Ink 210">
                  <a:extLst>
                    <a:ext uri="{FF2B5EF4-FFF2-40B4-BE49-F238E27FC236}">
                      <a16:creationId xmlns:a16="http://schemas.microsoft.com/office/drawing/2014/main" id="{B74A5B05-9606-416A-8DC8-37C3504E4DB4}"/>
                    </a:ext>
                  </a:extLst>
                </p14:cNvPr>
                <p14:cNvContentPartPr/>
                <p14:nvPr/>
              </p14:nvContentPartPr>
              <p14:xfrm>
                <a:off x="5616006" y="4900208"/>
                <a:ext cx="275400" cy="332640"/>
              </p14:xfrm>
            </p:contentPart>
          </mc:Choice>
          <mc:Fallback xmlns="">
            <p:pic>
              <p:nvPicPr>
                <p:cNvPr id="211" name="Ink 210">
                  <a:extLst>
                    <a:ext uri="{FF2B5EF4-FFF2-40B4-BE49-F238E27FC236}">
                      <a16:creationId xmlns:a16="http://schemas.microsoft.com/office/drawing/2014/main" id="{B74A5B05-9606-416A-8DC8-37C3504E4DB4}"/>
                    </a:ext>
                  </a:extLst>
                </p:cNvPr>
                <p:cNvPicPr/>
                <p:nvPr/>
              </p:nvPicPr>
              <p:blipFill>
                <a:blip r:embed="rId333"/>
                <a:stretch>
                  <a:fillRect/>
                </a:stretch>
              </p:blipFill>
              <p:spPr>
                <a:xfrm>
                  <a:off x="5598006" y="4882568"/>
                  <a:ext cx="311040" cy="368280"/>
                </a:xfrm>
                <a:prstGeom prst="rect">
                  <a:avLst/>
                </a:prstGeom>
              </p:spPr>
            </p:pic>
          </mc:Fallback>
        </mc:AlternateContent>
        <mc:AlternateContent xmlns:mc="http://schemas.openxmlformats.org/markup-compatibility/2006" xmlns:p14="http://schemas.microsoft.com/office/powerpoint/2010/main">
          <mc:Choice Requires="p14">
            <p:contentPart p14:bwMode="auto" r:id="rId334">
              <p14:nvContentPartPr>
                <p14:cNvPr id="212" name="Ink 211">
                  <a:extLst>
                    <a:ext uri="{FF2B5EF4-FFF2-40B4-BE49-F238E27FC236}">
                      <a16:creationId xmlns:a16="http://schemas.microsoft.com/office/drawing/2014/main" id="{F9CE01D9-45DD-B9DC-6DAE-6214C28AF919}"/>
                    </a:ext>
                  </a:extLst>
                </p14:cNvPr>
                <p14:cNvContentPartPr/>
                <p14:nvPr/>
              </p14:nvContentPartPr>
              <p14:xfrm>
                <a:off x="5859726" y="5018288"/>
                <a:ext cx="101160" cy="44280"/>
              </p14:xfrm>
            </p:contentPart>
          </mc:Choice>
          <mc:Fallback xmlns="">
            <p:pic>
              <p:nvPicPr>
                <p:cNvPr id="212" name="Ink 211">
                  <a:extLst>
                    <a:ext uri="{FF2B5EF4-FFF2-40B4-BE49-F238E27FC236}">
                      <a16:creationId xmlns:a16="http://schemas.microsoft.com/office/drawing/2014/main" id="{F9CE01D9-45DD-B9DC-6DAE-6214C28AF919}"/>
                    </a:ext>
                  </a:extLst>
                </p:cNvPr>
                <p:cNvPicPr/>
                <p:nvPr/>
              </p:nvPicPr>
              <p:blipFill>
                <a:blip r:embed="rId335"/>
                <a:stretch>
                  <a:fillRect/>
                </a:stretch>
              </p:blipFill>
              <p:spPr>
                <a:xfrm>
                  <a:off x="5841726" y="5000648"/>
                  <a:ext cx="136800" cy="79920"/>
                </a:xfrm>
                <a:prstGeom prst="rect">
                  <a:avLst/>
                </a:prstGeom>
              </p:spPr>
            </p:pic>
          </mc:Fallback>
        </mc:AlternateContent>
        <mc:AlternateContent xmlns:mc="http://schemas.openxmlformats.org/markup-compatibility/2006" xmlns:p14="http://schemas.microsoft.com/office/powerpoint/2010/main">
          <mc:Choice Requires="p14">
            <p:contentPart p14:bwMode="auto" r:id="rId336">
              <p14:nvContentPartPr>
                <p14:cNvPr id="213" name="Ink 212">
                  <a:extLst>
                    <a:ext uri="{FF2B5EF4-FFF2-40B4-BE49-F238E27FC236}">
                      <a16:creationId xmlns:a16="http://schemas.microsoft.com/office/drawing/2014/main" id="{22095EAB-4C38-177B-ACB6-B24958BBDBCA}"/>
                    </a:ext>
                  </a:extLst>
                </p14:cNvPr>
                <p14:cNvContentPartPr/>
                <p14:nvPr/>
              </p14:nvContentPartPr>
              <p14:xfrm>
                <a:off x="5977446" y="4873568"/>
                <a:ext cx="55800" cy="360000"/>
              </p14:xfrm>
            </p:contentPart>
          </mc:Choice>
          <mc:Fallback xmlns="">
            <p:pic>
              <p:nvPicPr>
                <p:cNvPr id="213" name="Ink 212">
                  <a:extLst>
                    <a:ext uri="{FF2B5EF4-FFF2-40B4-BE49-F238E27FC236}">
                      <a16:creationId xmlns:a16="http://schemas.microsoft.com/office/drawing/2014/main" id="{22095EAB-4C38-177B-ACB6-B24958BBDBCA}"/>
                    </a:ext>
                  </a:extLst>
                </p:cNvPr>
                <p:cNvPicPr/>
                <p:nvPr/>
              </p:nvPicPr>
              <p:blipFill>
                <a:blip r:embed="rId337"/>
                <a:stretch>
                  <a:fillRect/>
                </a:stretch>
              </p:blipFill>
              <p:spPr>
                <a:xfrm>
                  <a:off x="5959806" y="4855568"/>
                  <a:ext cx="91440" cy="395640"/>
                </a:xfrm>
                <a:prstGeom prst="rect">
                  <a:avLst/>
                </a:prstGeom>
              </p:spPr>
            </p:pic>
          </mc:Fallback>
        </mc:AlternateContent>
        <mc:AlternateContent xmlns:mc="http://schemas.openxmlformats.org/markup-compatibility/2006" xmlns:p14="http://schemas.microsoft.com/office/powerpoint/2010/main">
          <mc:Choice Requires="p14">
            <p:contentPart p14:bwMode="auto" r:id="rId338">
              <p14:nvContentPartPr>
                <p14:cNvPr id="214" name="Ink 213">
                  <a:extLst>
                    <a:ext uri="{FF2B5EF4-FFF2-40B4-BE49-F238E27FC236}">
                      <a16:creationId xmlns:a16="http://schemas.microsoft.com/office/drawing/2014/main" id="{14E65D37-0F53-090F-37B7-EA9B5011F4B5}"/>
                    </a:ext>
                  </a:extLst>
                </p14:cNvPr>
                <p14:cNvContentPartPr/>
                <p14:nvPr/>
              </p14:nvContentPartPr>
              <p14:xfrm>
                <a:off x="5991846" y="4999928"/>
                <a:ext cx="119880" cy="66240"/>
              </p14:xfrm>
            </p:contentPart>
          </mc:Choice>
          <mc:Fallback xmlns="">
            <p:pic>
              <p:nvPicPr>
                <p:cNvPr id="214" name="Ink 213">
                  <a:extLst>
                    <a:ext uri="{FF2B5EF4-FFF2-40B4-BE49-F238E27FC236}">
                      <a16:creationId xmlns:a16="http://schemas.microsoft.com/office/drawing/2014/main" id="{14E65D37-0F53-090F-37B7-EA9B5011F4B5}"/>
                    </a:ext>
                  </a:extLst>
                </p:cNvPr>
                <p:cNvPicPr/>
                <p:nvPr/>
              </p:nvPicPr>
              <p:blipFill>
                <a:blip r:embed="rId339"/>
                <a:stretch>
                  <a:fillRect/>
                </a:stretch>
              </p:blipFill>
              <p:spPr>
                <a:xfrm>
                  <a:off x="5973846" y="4982288"/>
                  <a:ext cx="155520"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340">
              <p14:nvContentPartPr>
                <p14:cNvPr id="215" name="Ink 214">
                  <a:extLst>
                    <a:ext uri="{FF2B5EF4-FFF2-40B4-BE49-F238E27FC236}">
                      <a16:creationId xmlns:a16="http://schemas.microsoft.com/office/drawing/2014/main" id="{812433E6-318D-7C86-EE29-9C617C07A610}"/>
                    </a:ext>
                  </a:extLst>
                </p14:cNvPr>
                <p14:cNvContentPartPr/>
                <p14:nvPr/>
              </p14:nvContentPartPr>
              <p14:xfrm>
                <a:off x="6141606" y="4984088"/>
                <a:ext cx="93240" cy="68760"/>
              </p14:xfrm>
            </p:contentPart>
          </mc:Choice>
          <mc:Fallback xmlns="">
            <p:pic>
              <p:nvPicPr>
                <p:cNvPr id="215" name="Ink 214">
                  <a:extLst>
                    <a:ext uri="{FF2B5EF4-FFF2-40B4-BE49-F238E27FC236}">
                      <a16:creationId xmlns:a16="http://schemas.microsoft.com/office/drawing/2014/main" id="{812433E6-318D-7C86-EE29-9C617C07A610}"/>
                    </a:ext>
                  </a:extLst>
                </p:cNvPr>
                <p:cNvPicPr/>
                <p:nvPr/>
              </p:nvPicPr>
              <p:blipFill>
                <a:blip r:embed="rId341"/>
                <a:stretch>
                  <a:fillRect/>
                </a:stretch>
              </p:blipFill>
              <p:spPr>
                <a:xfrm>
                  <a:off x="6123966" y="4966448"/>
                  <a:ext cx="128880" cy="104400"/>
                </a:xfrm>
                <a:prstGeom prst="rect">
                  <a:avLst/>
                </a:prstGeom>
              </p:spPr>
            </p:pic>
          </mc:Fallback>
        </mc:AlternateContent>
        <mc:AlternateContent xmlns:mc="http://schemas.openxmlformats.org/markup-compatibility/2006" xmlns:p14="http://schemas.microsoft.com/office/powerpoint/2010/main">
          <mc:Choice Requires="p14">
            <p:contentPart p14:bwMode="auto" r:id="rId342">
              <p14:nvContentPartPr>
                <p14:cNvPr id="216" name="Ink 215">
                  <a:extLst>
                    <a:ext uri="{FF2B5EF4-FFF2-40B4-BE49-F238E27FC236}">
                      <a16:creationId xmlns:a16="http://schemas.microsoft.com/office/drawing/2014/main" id="{232F44C9-00D3-CEAD-D432-3CB6905C0AB3}"/>
                    </a:ext>
                  </a:extLst>
                </p14:cNvPr>
                <p14:cNvContentPartPr/>
                <p14:nvPr/>
              </p14:nvContentPartPr>
              <p14:xfrm>
                <a:off x="6240246" y="4970048"/>
                <a:ext cx="160560" cy="117360"/>
              </p14:xfrm>
            </p:contentPart>
          </mc:Choice>
          <mc:Fallback xmlns="">
            <p:pic>
              <p:nvPicPr>
                <p:cNvPr id="216" name="Ink 215">
                  <a:extLst>
                    <a:ext uri="{FF2B5EF4-FFF2-40B4-BE49-F238E27FC236}">
                      <a16:creationId xmlns:a16="http://schemas.microsoft.com/office/drawing/2014/main" id="{232F44C9-00D3-CEAD-D432-3CB6905C0AB3}"/>
                    </a:ext>
                  </a:extLst>
                </p:cNvPr>
                <p:cNvPicPr/>
                <p:nvPr/>
              </p:nvPicPr>
              <p:blipFill>
                <a:blip r:embed="rId343"/>
                <a:stretch>
                  <a:fillRect/>
                </a:stretch>
              </p:blipFill>
              <p:spPr>
                <a:xfrm>
                  <a:off x="6222606" y="4952048"/>
                  <a:ext cx="196200" cy="153000"/>
                </a:xfrm>
                <a:prstGeom prst="rect">
                  <a:avLst/>
                </a:prstGeom>
              </p:spPr>
            </p:pic>
          </mc:Fallback>
        </mc:AlternateContent>
        <mc:AlternateContent xmlns:mc="http://schemas.openxmlformats.org/markup-compatibility/2006" xmlns:p14="http://schemas.microsoft.com/office/powerpoint/2010/main">
          <mc:Choice Requires="p14">
            <p:contentPart p14:bwMode="auto" r:id="rId344">
              <p14:nvContentPartPr>
                <p14:cNvPr id="217" name="Ink 216">
                  <a:extLst>
                    <a:ext uri="{FF2B5EF4-FFF2-40B4-BE49-F238E27FC236}">
                      <a16:creationId xmlns:a16="http://schemas.microsoft.com/office/drawing/2014/main" id="{C0DE0982-2E76-C1EA-03BB-13F3A9500876}"/>
                    </a:ext>
                  </a:extLst>
                </p14:cNvPr>
                <p14:cNvContentPartPr/>
                <p14:nvPr/>
              </p14:nvContentPartPr>
              <p14:xfrm>
                <a:off x="6453726" y="4970768"/>
                <a:ext cx="185400" cy="119520"/>
              </p14:xfrm>
            </p:contentPart>
          </mc:Choice>
          <mc:Fallback xmlns="">
            <p:pic>
              <p:nvPicPr>
                <p:cNvPr id="217" name="Ink 216">
                  <a:extLst>
                    <a:ext uri="{FF2B5EF4-FFF2-40B4-BE49-F238E27FC236}">
                      <a16:creationId xmlns:a16="http://schemas.microsoft.com/office/drawing/2014/main" id="{C0DE0982-2E76-C1EA-03BB-13F3A9500876}"/>
                    </a:ext>
                  </a:extLst>
                </p:cNvPr>
                <p:cNvPicPr/>
                <p:nvPr/>
              </p:nvPicPr>
              <p:blipFill>
                <a:blip r:embed="rId345"/>
                <a:stretch>
                  <a:fillRect/>
                </a:stretch>
              </p:blipFill>
              <p:spPr>
                <a:xfrm>
                  <a:off x="6435726" y="4953128"/>
                  <a:ext cx="221040" cy="155160"/>
                </a:xfrm>
                <a:prstGeom prst="rect">
                  <a:avLst/>
                </a:prstGeom>
              </p:spPr>
            </p:pic>
          </mc:Fallback>
        </mc:AlternateContent>
        <mc:AlternateContent xmlns:mc="http://schemas.openxmlformats.org/markup-compatibility/2006" xmlns:p14="http://schemas.microsoft.com/office/powerpoint/2010/main">
          <mc:Choice Requires="p14">
            <p:contentPart p14:bwMode="auto" r:id="rId346">
              <p14:nvContentPartPr>
                <p14:cNvPr id="219" name="Ink 218">
                  <a:extLst>
                    <a:ext uri="{FF2B5EF4-FFF2-40B4-BE49-F238E27FC236}">
                      <a16:creationId xmlns:a16="http://schemas.microsoft.com/office/drawing/2014/main" id="{F1414629-C948-C050-EBD1-476F7B7D209A}"/>
                    </a:ext>
                  </a:extLst>
                </p14:cNvPr>
                <p14:cNvContentPartPr/>
                <p14:nvPr/>
              </p14:nvContentPartPr>
              <p14:xfrm>
                <a:off x="1555566" y="5437688"/>
                <a:ext cx="251640" cy="116640"/>
              </p14:xfrm>
            </p:contentPart>
          </mc:Choice>
          <mc:Fallback xmlns="">
            <p:pic>
              <p:nvPicPr>
                <p:cNvPr id="219" name="Ink 218">
                  <a:extLst>
                    <a:ext uri="{FF2B5EF4-FFF2-40B4-BE49-F238E27FC236}">
                      <a16:creationId xmlns:a16="http://schemas.microsoft.com/office/drawing/2014/main" id="{F1414629-C948-C050-EBD1-476F7B7D209A}"/>
                    </a:ext>
                  </a:extLst>
                </p:cNvPr>
                <p:cNvPicPr/>
                <p:nvPr/>
              </p:nvPicPr>
              <p:blipFill>
                <a:blip r:embed="rId347"/>
                <a:stretch>
                  <a:fillRect/>
                </a:stretch>
              </p:blipFill>
              <p:spPr>
                <a:xfrm>
                  <a:off x="1537926" y="5420048"/>
                  <a:ext cx="287280" cy="152280"/>
                </a:xfrm>
                <a:prstGeom prst="rect">
                  <a:avLst/>
                </a:prstGeom>
              </p:spPr>
            </p:pic>
          </mc:Fallback>
        </mc:AlternateContent>
        <mc:AlternateContent xmlns:mc="http://schemas.openxmlformats.org/markup-compatibility/2006" xmlns:p14="http://schemas.microsoft.com/office/powerpoint/2010/main">
          <mc:Choice Requires="p14">
            <p:contentPart p14:bwMode="auto" r:id="rId348">
              <p14:nvContentPartPr>
                <p14:cNvPr id="220" name="Ink 219">
                  <a:extLst>
                    <a:ext uri="{FF2B5EF4-FFF2-40B4-BE49-F238E27FC236}">
                      <a16:creationId xmlns:a16="http://schemas.microsoft.com/office/drawing/2014/main" id="{DD120525-BE64-90F6-5EA9-F295A73C4908}"/>
                    </a:ext>
                  </a:extLst>
                </p14:cNvPr>
                <p14:cNvContentPartPr/>
                <p14:nvPr/>
              </p14:nvContentPartPr>
              <p14:xfrm>
                <a:off x="1871646" y="5443088"/>
                <a:ext cx="130680" cy="122040"/>
              </p14:xfrm>
            </p:contentPart>
          </mc:Choice>
          <mc:Fallback xmlns="">
            <p:pic>
              <p:nvPicPr>
                <p:cNvPr id="220" name="Ink 219">
                  <a:extLst>
                    <a:ext uri="{FF2B5EF4-FFF2-40B4-BE49-F238E27FC236}">
                      <a16:creationId xmlns:a16="http://schemas.microsoft.com/office/drawing/2014/main" id="{DD120525-BE64-90F6-5EA9-F295A73C4908}"/>
                    </a:ext>
                  </a:extLst>
                </p:cNvPr>
                <p:cNvPicPr/>
                <p:nvPr/>
              </p:nvPicPr>
              <p:blipFill>
                <a:blip r:embed="rId349"/>
                <a:stretch>
                  <a:fillRect/>
                </a:stretch>
              </p:blipFill>
              <p:spPr>
                <a:xfrm>
                  <a:off x="1853646" y="5425088"/>
                  <a:ext cx="16632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350">
              <p14:nvContentPartPr>
                <p14:cNvPr id="221" name="Ink 220">
                  <a:extLst>
                    <a:ext uri="{FF2B5EF4-FFF2-40B4-BE49-F238E27FC236}">
                      <a16:creationId xmlns:a16="http://schemas.microsoft.com/office/drawing/2014/main" id="{39321761-EFCA-1504-FC9C-8DC9D4BA20D2}"/>
                    </a:ext>
                  </a:extLst>
                </p14:cNvPr>
                <p14:cNvContentPartPr/>
                <p14:nvPr/>
              </p14:nvContentPartPr>
              <p14:xfrm>
                <a:off x="2066406" y="5433728"/>
                <a:ext cx="261000" cy="145080"/>
              </p14:xfrm>
            </p:contentPart>
          </mc:Choice>
          <mc:Fallback xmlns="">
            <p:pic>
              <p:nvPicPr>
                <p:cNvPr id="221" name="Ink 220">
                  <a:extLst>
                    <a:ext uri="{FF2B5EF4-FFF2-40B4-BE49-F238E27FC236}">
                      <a16:creationId xmlns:a16="http://schemas.microsoft.com/office/drawing/2014/main" id="{39321761-EFCA-1504-FC9C-8DC9D4BA20D2}"/>
                    </a:ext>
                  </a:extLst>
                </p:cNvPr>
                <p:cNvPicPr/>
                <p:nvPr/>
              </p:nvPicPr>
              <p:blipFill>
                <a:blip r:embed="rId351"/>
                <a:stretch>
                  <a:fillRect/>
                </a:stretch>
              </p:blipFill>
              <p:spPr>
                <a:xfrm>
                  <a:off x="2048766" y="5416088"/>
                  <a:ext cx="296640" cy="180720"/>
                </a:xfrm>
                <a:prstGeom prst="rect">
                  <a:avLst/>
                </a:prstGeom>
              </p:spPr>
            </p:pic>
          </mc:Fallback>
        </mc:AlternateContent>
        <mc:AlternateContent xmlns:mc="http://schemas.openxmlformats.org/markup-compatibility/2006" xmlns:p14="http://schemas.microsoft.com/office/powerpoint/2010/main">
          <mc:Choice Requires="p14">
            <p:contentPart p14:bwMode="auto" r:id="rId352">
              <p14:nvContentPartPr>
                <p14:cNvPr id="222" name="Ink 221">
                  <a:extLst>
                    <a:ext uri="{FF2B5EF4-FFF2-40B4-BE49-F238E27FC236}">
                      <a16:creationId xmlns:a16="http://schemas.microsoft.com/office/drawing/2014/main" id="{19CC44FD-F1E7-7E27-58CF-8C087CDFDE08}"/>
                    </a:ext>
                  </a:extLst>
                </p14:cNvPr>
                <p14:cNvContentPartPr/>
                <p14:nvPr/>
              </p14:nvContentPartPr>
              <p14:xfrm>
                <a:off x="1522086" y="5612648"/>
                <a:ext cx="898920" cy="39240"/>
              </p14:xfrm>
            </p:contentPart>
          </mc:Choice>
          <mc:Fallback xmlns="">
            <p:pic>
              <p:nvPicPr>
                <p:cNvPr id="222" name="Ink 221">
                  <a:extLst>
                    <a:ext uri="{FF2B5EF4-FFF2-40B4-BE49-F238E27FC236}">
                      <a16:creationId xmlns:a16="http://schemas.microsoft.com/office/drawing/2014/main" id="{19CC44FD-F1E7-7E27-58CF-8C087CDFDE08}"/>
                    </a:ext>
                  </a:extLst>
                </p:cNvPr>
                <p:cNvPicPr/>
                <p:nvPr/>
              </p:nvPicPr>
              <p:blipFill>
                <a:blip r:embed="rId353"/>
                <a:stretch>
                  <a:fillRect/>
                </a:stretch>
              </p:blipFill>
              <p:spPr>
                <a:xfrm>
                  <a:off x="1504446" y="5594648"/>
                  <a:ext cx="93456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354">
              <p14:nvContentPartPr>
                <p14:cNvPr id="223" name="Ink 222">
                  <a:extLst>
                    <a:ext uri="{FF2B5EF4-FFF2-40B4-BE49-F238E27FC236}">
                      <a16:creationId xmlns:a16="http://schemas.microsoft.com/office/drawing/2014/main" id="{DD6301B4-56E3-032F-F1EC-6F2A8542B9DA}"/>
                    </a:ext>
                  </a:extLst>
                </p14:cNvPr>
                <p14:cNvContentPartPr/>
                <p14:nvPr/>
              </p14:nvContentPartPr>
              <p14:xfrm>
                <a:off x="2784246" y="5395208"/>
                <a:ext cx="29160" cy="128160"/>
              </p14:xfrm>
            </p:contentPart>
          </mc:Choice>
          <mc:Fallback xmlns="">
            <p:pic>
              <p:nvPicPr>
                <p:cNvPr id="223" name="Ink 222">
                  <a:extLst>
                    <a:ext uri="{FF2B5EF4-FFF2-40B4-BE49-F238E27FC236}">
                      <a16:creationId xmlns:a16="http://schemas.microsoft.com/office/drawing/2014/main" id="{DD6301B4-56E3-032F-F1EC-6F2A8542B9DA}"/>
                    </a:ext>
                  </a:extLst>
                </p:cNvPr>
                <p:cNvPicPr/>
                <p:nvPr/>
              </p:nvPicPr>
              <p:blipFill>
                <a:blip r:embed="rId355"/>
                <a:stretch>
                  <a:fillRect/>
                </a:stretch>
              </p:blipFill>
              <p:spPr>
                <a:xfrm>
                  <a:off x="2766246" y="5377208"/>
                  <a:ext cx="64800" cy="163800"/>
                </a:xfrm>
                <a:prstGeom prst="rect">
                  <a:avLst/>
                </a:prstGeom>
              </p:spPr>
            </p:pic>
          </mc:Fallback>
        </mc:AlternateContent>
        <mc:AlternateContent xmlns:mc="http://schemas.openxmlformats.org/markup-compatibility/2006" xmlns:p14="http://schemas.microsoft.com/office/powerpoint/2010/main">
          <mc:Choice Requires="p14">
            <p:contentPart p14:bwMode="auto" r:id="rId356">
              <p14:nvContentPartPr>
                <p14:cNvPr id="224" name="Ink 223">
                  <a:extLst>
                    <a:ext uri="{FF2B5EF4-FFF2-40B4-BE49-F238E27FC236}">
                      <a16:creationId xmlns:a16="http://schemas.microsoft.com/office/drawing/2014/main" id="{9819AC6C-2F02-ED32-4126-6686703AA988}"/>
                    </a:ext>
                  </a:extLst>
                </p14:cNvPr>
                <p14:cNvContentPartPr/>
                <p14:nvPr/>
              </p14:nvContentPartPr>
              <p14:xfrm>
                <a:off x="2757966" y="5392328"/>
                <a:ext cx="281520" cy="142560"/>
              </p14:xfrm>
            </p:contentPart>
          </mc:Choice>
          <mc:Fallback xmlns="">
            <p:pic>
              <p:nvPicPr>
                <p:cNvPr id="224" name="Ink 223">
                  <a:extLst>
                    <a:ext uri="{FF2B5EF4-FFF2-40B4-BE49-F238E27FC236}">
                      <a16:creationId xmlns:a16="http://schemas.microsoft.com/office/drawing/2014/main" id="{9819AC6C-2F02-ED32-4126-6686703AA988}"/>
                    </a:ext>
                  </a:extLst>
                </p:cNvPr>
                <p:cNvPicPr/>
                <p:nvPr/>
              </p:nvPicPr>
              <p:blipFill>
                <a:blip r:embed="rId357"/>
                <a:stretch>
                  <a:fillRect/>
                </a:stretch>
              </p:blipFill>
              <p:spPr>
                <a:xfrm>
                  <a:off x="2739966" y="5374688"/>
                  <a:ext cx="31716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358">
              <p14:nvContentPartPr>
                <p14:cNvPr id="225" name="Ink 224">
                  <a:extLst>
                    <a:ext uri="{FF2B5EF4-FFF2-40B4-BE49-F238E27FC236}">
                      <a16:creationId xmlns:a16="http://schemas.microsoft.com/office/drawing/2014/main" id="{292A8CA2-D56F-2CF4-C9B6-686F923468AA}"/>
                    </a:ext>
                  </a:extLst>
                </p14:cNvPr>
                <p14:cNvContentPartPr/>
                <p14:nvPr/>
              </p14:nvContentPartPr>
              <p14:xfrm>
                <a:off x="3071886" y="5421488"/>
                <a:ext cx="134280" cy="89640"/>
              </p14:xfrm>
            </p:contentPart>
          </mc:Choice>
          <mc:Fallback xmlns="">
            <p:pic>
              <p:nvPicPr>
                <p:cNvPr id="225" name="Ink 224">
                  <a:extLst>
                    <a:ext uri="{FF2B5EF4-FFF2-40B4-BE49-F238E27FC236}">
                      <a16:creationId xmlns:a16="http://schemas.microsoft.com/office/drawing/2014/main" id="{292A8CA2-D56F-2CF4-C9B6-686F923468AA}"/>
                    </a:ext>
                  </a:extLst>
                </p:cNvPr>
                <p:cNvPicPr/>
                <p:nvPr/>
              </p:nvPicPr>
              <p:blipFill>
                <a:blip r:embed="rId359"/>
                <a:stretch>
                  <a:fillRect/>
                </a:stretch>
              </p:blipFill>
              <p:spPr>
                <a:xfrm>
                  <a:off x="3054246" y="5403848"/>
                  <a:ext cx="16992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360">
              <p14:nvContentPartPr>
                <p14:cNvPr id="226" name="Ink 225">
                  <a:extLst>
                    <a:ext uri="{FF2B5EF4-FFF2-40B4-BE49-F238E27FC236}">
                      <a16:creationId xmlns:a16="http://schemas.microsoft.com/office/drawing/2014/main" id="{796FD494-F59C-FA09-B73E-6A9D99E0448F}"/>
                    </a:ext>
                  </a:extLst>
                </p14:cNvPr>
                <p14:cNvContentPartPr/>
                <p14:nvPr/>
              </p14:nvContentPartPr>
              <p14:xfrm>
                <a:off x="3292926" y="5415728"/>
                <a:ext cx="151920" cy="117000"/>
              </p14:xfrm>
            </p:contentPart>
          </mc:Choice>
          <mc:Fallback xmlns="">
            <p:pic>
              <p:nvPicPr>
                <p:cNvPr id="226" name="Ink 225">
                  <a:extLst>
                    <a:ext uri="{FF2B5EF4-FFF2-40B4-BE49-F238E27FC236}">
                      <a16:creationId xmlns:a16="http://schemas.microsoft.com/office/drawing/2014/main" id="{796FD494-F59C-FA09-B73E-6A9D99E0448F}"/>
                    </a:ext>
                  </a:extLst>
                </p:cNvPr>
                <p:cNvPicPr/>
                <p:nvPr/>
              </p:nvPicPr>
              <p:blipFill>
                <a:blip r:embed="rId361"/>
                <a:stretch>
                  <a:fillRect/>
                </a:stretch>
              </p:blipFill>
              <p:spPr>
                <a:xfrm>
                  <a:off x="3275286" y="5397728"/>
                  <a:ext cx="18756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362">
              <p14:nvContentPartPr>
                <p14:cNvPr id="227" name="Ink 226">
                  <a:extLst>
                    <a:ext uri="{FF2B5EF4-FFF2-40B4-BE49-F238E27FC236}">
                      <a16:creationId xmlns:a16="http://schemas.microsoft.com/office/drawing/2014/main" id="{C45EC3F7-D807-7031-1DAA-41C15AA19615}"/>
                    </a:ext>
                  </a:extLst>
                </p14:cNvPr>
                <p14:cNvContentPartPr/>
                <p14:nvPr/>
              </p14:nvContentPartPr>
              <p14:xfrm>
                <a:off x="3558966" y="5435888"/>
                <a:ext cx="289080" cy="218880"/>
              </p14:xfrm>
            </p:contentPart>
          </mc:Choice>
          <mc:Fallback xmlns="">
            <p:pic>
              <p:nvPicPr>
                <p:cNvPr id="227" name="Ink 226">
                  <a:extLst>
                    <a:ext uri="{FF2B5EF4-FFF2-40B4-BE49-F238E27FC236}">
                      <a16:creationId xmlns:a16="http://schemas.microsoft.com/office/drawing/2014/main" id="{C45EC3F7-D807-7031-1DAA-41C15AA19615}"/>
                    </a:ext>
                  </a:extLst>
                </p:cNvPr>
                <p:cNvPicPr/>
                <p:nvPr/>
              </p:nvPicPr>
              <p:blipFill>
                <a:blip r:embed="rId363"/>
                <a:stretch>
                  <a:fillRect/>
                </a:stretch>
              </p:blipFill>
              <p:spPr>
                <a:xfrm>
                  <a:off x="3540966" y="5418248"/>
                  <a:ext cx="324720" cy="254520"/>
                </a:xfrm>
                <a:prstGeom prst="rect">
                  <a:avLst/>
                </a:prstGeom>
              </p:spPr>
            </p:pic>
          </mc:Fallback>
        </mc:AlternateContent>
        <mc:AlternateContent xmlns:mc="http://schemas.openxmlformats.org/markup-compatibility/2006" xmlns:p14="http://schemas.microsoft.com/office/powerpoint/2010/main">
          <mc:Choice Requires="p14">
            <p:contentPart p14:bwMode="auto" r:id="rId364">
              <p14:nvContentPartPr>
                <p14:cNvPr id="228" name="Ink 227">
                  <a:extLst>
                    <a:ext uri="{FF2B5EF4-FFF2-40B4-BE49-F238E27FC236}">
                      <a16:creationId xmlns:a16="http://schemas.microsoft.com/office/drawing/2014/main" id="{EEBDD778-9922-EC4B-CC43-CBDE09D67F92}"/>
                    </a:ext>
                  </a:extLst>
                </p14:cNvPr>
                <p14:cNvContentPartPr/>
                <p14:nvPr/>
              </p14:nvContentPartPr>
              <p14:xfrm>
                <a:off x="3938046" y="5408888"/>
                <a:ext cx="101160" cy="93960"/>
              </p14:xfrm>
            </p:contentPart>
          </mc:Choice>
          <mc:Fallback xmlns="">
            <p:pic>
              <p:nvPicPr>
                <p:cNvPr id="228" name="Ink 227">
                  <a:extLst>
                    <a:ext uri="{FF2B5EF4-FFF2-40B4-BE49-F238E27FC236}">
                      <a16:creationId xmlns:a16="http://schemas.microsoft.com/office/drawing/2014/main" id="{EEBDD778-9922-EC4B-CC43-CBDE09D67F92}"/>
                    </a:ext>
                  </a:extLst>
                </p:cNvPr>
                <p:cNvPicPr/>
                <p:nvPr/>
              </p:nvPicPr>
              <p:blipFill>
                <a:blip r:embed="rId365"/>
                <a:stretch>
                  <a:fillRect/>
                </a:stretch>
              </p:blipFill>
              <p:spPr>
                <a:xfrm>
                  <a:off x="3920406" y="5391248"/>
                  <a:ext cx="136800" cy="129600"/>
                </a:xfrm>
                <a:prstGeom prst="rect">
                  <a:avLst/>
                </a:prstGeom>
              </p:spPr>
            </p:pic>
          </mc:Fallback>
        </mc:AlternateContent>
        <mc:AlternateContent xmlns:mc="http://schemas.openxmlformats.org/markup-compatibility/2006" xmlns:p14="http://schemas.microsoft.com/office/powerpoint/2010/main">
          <mc:Choice Requires="p14">
            <p:contentPart p14:bwMode="auto" r:id="rId366">
              <p14:nvContentPartPr>
                <p14:cNvPr id="229" name="Ink 228">
                  <a:extLst>
                    <a:ext uri="{FF2B5EF4-FFF2-40B4-BE49-F238E27FC236}">
                      <a16:creationId xmlns:a16="http://schemas.microsoft.com/office/drawing/2014/main" id="{28394F3C-1E62-4065-0122-0274ECDFCE7E}"/>
                    </a:ext>
                  </a:extLst>
                </p14:cNvPr>
                <p14:cNvContentPartPr/>
                <p14:nvPr/>
              </p14:nvContentPartPr>
              <p14:xfrm>
                <a:off x="4093206" y="5408528"/>
                <a:ext cx="141480" cy="99720"/>
              </p14:xfrm>
            </p:contentPart>
          </mc:Choice>
          <mc:Fallback xmlns="">
            <p:pic>
              <p:nvPicPr>
                <p:cNvPr id="229" name="Ink 228">
                  <a:extLst>
                    <a:ext uri="{FF2B5EF4-FFF2-40B4-BE49-F238E27FC236}">
                      <a16:creationId xmlns:a16="http://schemas.microsoft.com/office/drawing/2014/main" id="{28394F3C-1E62-4065-0122-0274ECDFCE7E}"/>
                    </a:ext>
                  </a:extLst>
                </p:cNvPr>
                <p:cNvPicPr/>
                <p:nvPr/>
              </p:nvPicPr>
              <p:blipFill>
                <a:blip r:embed="rId367"/>
                <a:stretch>
                  <a:fillRect/>
                </a:stretch>
              </p:blipFill>
              <p:spPr>
                <a:xfrm>
                  <a:off x="4075566" y="5390888"/>
                  <a:ext cx="177120"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368">
              <p14:nvContentPartPr>
                <p14:cNvPr id="230" name="Ink 229">
                  <a:extLst>
                    <a:ext uri="{FF2B5EF4-FFF2-40B4-BE49-F238E27FC236}">
                      <a16:creationId xmlns:a16="http://schemas.microsoft.com/office/drawing/2014/main" id="{8563D948-C91A-ED9B-1215-FA8F34C6585E}"/>
                    </a:ext>
                  </a:extLst>
                </p14:cNvPr>
                <p14:cNvContentPartPr/>
                <p14:nvPr/>
              </p14:nvContentPartPr>
              <p14:xfrm>
                <a:off x="4348806" y="5410688"/>
                <a:ext cx="92160" cy="89640"/>
              </p14:xfrm>
            </p:contentPart>
          </mc:Choice>
          <mc:Fallback xmlns="">
            <p:pic>
              <p:nvPicPr>
                <p:cNvPr id="230" name="Ink 229">
                  <a:extLst>
                    <a:ext uri="{FF2B5EF4-FFF2-40B4-BE49-F238E27FC236}">
                      <a16:creationId xmlns:a16="http://schemas.microsoft.com/office/drawing/2014/main" id="{8563D948-C91A-ED9B-1215-FA8F34C6585E}"/>
                    </a:ext>
                  </a:extLst>
                </p:cNvPr>
                <p:cNvPicPr/>
                <p:nvPr/>
              </p:nvPicPr>
              <p:blipFill>
                <a:blip r:embed="rId369"/>
                <a:stretch>
                  <a:fillRect/>
                </a:stretch>
              </p:blipFill>
              <p:spPr>
                <a:xfrm>
                  <a:off x="4331166" y="5393048"/>
                  <a:ext cx="12780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370">
              <p14:nvContentPartPr>
                <p14:cNvPr id="231" name="Ink 230">
                  <a:extLst>
                    <a:ext uri="{FF2B5EF4-FFF2-40B4-BE49-F238E27FC236}">
                      <a16:creationId xmlns:a16="http://schemas.microsoft.com/office/drawing/2014/main" id="{BF2B2176-A0E0-75E7-D34C-37BB7C083B64}"/>
                    </a:ext>
                  </a:extLst>
                </p14:cNvPr>
                <p14:cNvContentPartPr/>
                <p14:nvPr/>
              </p14:nvContentPartPr>
              <p14:xfrm>
                <a:off x="4643646" y="5429048"/>
                <a:ext cx="146160" cy="108360"/>
              </p14:xfrm>
            </p:contentPart>
          </mc:Choice>
          <mc:Fallback xmlns="">
            <p:pic>
              <p:nvPicPr>
                <p:cNvPr id="231" name="Ink 230">
                  <a:extLst>
                    <a:ext uri="{FF2B5EF4-FFF2-40B4-BE49-F238E27FC236}">
                      <a16:creationId xmlns:a16="http://schemas.microsoft.com/office/drawing/2014/main" id="{BF2B2176-A0E0-75E7-D34C-37BB7C083B64}"/>
                    </a:ext>
                  </a:extLst>
                </p:cNvPr>
                <p:cNvPicPr/>
                <p:nvPr/>
              </p:nvPicPr>
              <p:blipFill>
                <a:blip r:embed="rId371"/>
                <a:stretch>
                  <a:fillRect/>
                </a:stretch>
              </p:blipFill>
              <p:spPr>
                <a:xfrm>
                  <a:off x="4625646" y="5411408"/>
                  <a:ext cx="18180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372">
              <p14:nvContentPartPr>
                <p14:cNvPr id="232" name="Ink 231">
                  <a:extLst>
                    <a:ext uri="{FF2B5EF4-FFF2-40B4-BE49-F238E27FC236}">
                      <a16:creationId xmlns:a16="http://schemas.microsoft.com/office/drawing/2014/main" id="{1D7D71EA-1370-55C1-AE2C-BB6108FBECF1}"/>
                    </a:ext>
                  </a:extLst>
                </p14:cNvPr>
                <p14:cNvContentPartPr/>
                <p14:nvPr/>
              </p14:nvContentPartPr>
              <p14:xfrm>
                <a:off x="4851726" y="5423288"/>
                <a:ext cx="91440" cy="103320"/>
              </p14:xfrm>
            </p:contentPart>
          </mc:Choice>
          <mc:Fallback xmlns="">
            <p:pic>
              <p:nvPicPr>
                <p:cNvPr id="232" name="Ink 231">
                  <a:extLst>
                    <a:ext uri="{FF2B5EF4-FFF2-40B4-BE49-F238E27FC236}">
                      <a16:creationId xmlns:a16="http://schemas.microsoft.com/office/drawing/2014/main" id="{1D7D71EA-1370-55C1-AE2C-BB6108FBECF1}"/>
                    </a:ext>
                  </a:extLst>
                </p:cNvPr>
                <p:cNvPicPr/>
                <p:nvPr/>
              </p:nvPicPr>
              <p:blipFill>
                <a:blip r:embed="rId373"/>
                <a:stretch>
                  <a:fillRect/>
                </a:stretch>
              </p:blipFill>
              <p:spPr>
                <a:xfrm>
                  <a:off x="4833726" y="5405648"/>
                  <a:ext cx="12708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374">
              <p14:nvContentPartPr>
                <p14:cNvPr id="233" name="Ink 232">
                  <a:extLst>
                    <a:ext uri="{FF2B5EF4-FFF2-40B4-BE49-F238E27FC236}">
                      <a16:creationId xmlns:a16="http://schemas.microsoft.com/office/drawing/2014/main" id="{4CE3C01E-26E4-0DCB-B90E-57D0F475BF4F}"/>
                    </a:ext>
                  </a:extLst>
                </p14:cNvPr>
                <p14:cNvContentPartPr/>
                <p14:nvPr/>
              </p14:nvContentPartPr>
              <p14:xfrm>
                <a:off x="5008686" y="5427608"/>
                <a:ext cx="86400" cy="102600"/>
              </p14:xfrm>
            </p:contentPart>
          </mc:Choice>
          <mc:Fallback xmlns="">
            <p:pic>
              <p:nvPicPr>
                <p:cNvPr id="233" name="Ink 232">
                  <a:extLst>
                    <a:ext uri="{FF2B5EF4-FFF2-40B4-BE49-F238E27FC236}">
                      <a16:creationId xmlns:a16="http://schemas.microsoft.com/office/drawing/2014/main" id="{4CE3C01E-26E4-0DCB-B90E-57D0F475BF4F}"/>
                    </a:ext>
                  </a:extLst>
                </p:cNvPr>
                <p:cNvPicPr/>
                <p:nvPr/>
              </p:nvPicPr>
              <p:blipFill>
                <a:blip r:embed="rId375"/>
                <a:stretch>
                  <a:fillRect/>
                </a:stretch>
              </p:blipFill>
              <p:spPr>
                <a:xfrm>
                  <a:off x="4990686" y="5409608"/>
                  <a:ext cx="12204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376">
              <p14:nvContentPartPr>
                <p14:cNvPr id="236" name="Ink 235">
                  <a:extLst>
                    <a:ext uri="{FF2B5EF4-FFF2-40B4-BE49-F238E27FC236}">
                      <a16:creationId xmlns:a16="http://schemas.microsoft.com/office/drawing/2014/main" id="{5612315E-76CC-CB03-ADCA-62066660EC4C}"/>
                    </a:ext>
                  </a:extLst>
                </p14:cNvPr>
                <p14:cNvContentPartPr/>
                <p14:nvPr/>
              </p14:nvContentPartPr>
              <p14:xfrm>
                <a:off x="5003286" y="5291888"/>
                <a:ext cx="78480" cy="280800"/>
              </p14:xfrm>
            </p:contentPart>
          </mc:Choice>
          <mc:Fallback xmlns="">
            <p:pic>
              <p:nvPicPr>
                <p:cNvPr id="236" name="Ink 235">
                  <a:extLst>
                    <a:ext uri="{FF2B5EF4-FFF2-40B4-BE49-F238E27FC236}">
                      <a16:creationId xmlns:a16="http://schemas.microsoft.com/office/drawing/2014/main" id="{5612315E-76CC-CB03-ADCA-62066660EC4C}"/>
                    </a:ext>
                  </a:extLst>
                </p:cNvPr>
                <p:cNvPicPr/>
                <p:nvPr/>
              </p:nvPicPr>
              <p:blipFill>
                <a:blip r:embed="rId377"/>
                <a:stretch>
                  <a:fillRect/>
                </a:stretch>
              </p:blipFill>
              <p:spPr>
                <a:xfrm>
                  <a:off x="4985646" y="5273888"/>
                  <a:ext cx="114120" cy="316440"/>
                </a:xfrm>
                <a:prstGeom prst="rect">
                  <a:avLst/>
                </a:prstGeom>
              </p:spPr>
            </p:pic>
          </mc:Fallback>
        </mc:AlternateContent>
        <mc:AlternateContent xmlns:mc="http://schemas.openxmlformats.org/markup-compatibility/2006" xmlns:p14="http://schemas.microsoft.com/office/powerpoint/2010/main">
          <mc:Choice Requires="p14">
            <p:contentPart p14:bwMode="auto" r:id="rId378">
              <p14:nvContentPartPr>
                <p14:cNvPr id="237" name="Ink 236">
                  <a:extLst>
                    <a:ext uri="{FF2B5EF4-FFF2-40B4-BE49-F238E27FC236}">
                      <a16:creationId xmlns:a16="http://schemas.microsoft.com/office/drawing/2014/main" id="{5D163CC6-2544-009C-3F95-CA59A941DEF6}"/>
                    </a:ext>
                  </a:extLst>
                </p14:cNvPr>
                <p14:cNvContentPartPr/>
                <p14:nvPr/>
              </p14:nvContentPartPr>
              <p14:xfrm>
                <a:off x="4976646" y="5427968"/>
                <a:ext cx="127800" cy="18360"/>
              </p14:xfrm>
            </p:contentPart>
          </mc:Choice>
          <mc:Fallback xmlns="">
            <p:pic>
              <p:nvPicPr>
                <p:cNvPr id="237" name="Ink 236">
                  <a:extLst>
                    <a:ext uri="{FF2B5EF4-FFF2-40B4-BE49-F238E27FC236}">
                      <a16:creationId xmlns:a16="http://schemas.microsoft.com/office/drawing/2014/main" id="{5D163CC6-2544-009C-3F95-CA59A941DEF6}"/>
                    </a:ext>
                  </a:extLst>
                </p:cNvPr>
                <p:cNvPicPr/>
                <p:nvPr/>
              </p:nvPicPr>
              <p:blipFill>
                <a:blip r:embed="rId379"/>
                <a:stretch>
                  <a:fillRect/>
                </a:stretch>
              </p:blipFill>
              <p:spPr>
                <a:xfrm>
                  <a:off x="4959006" y="5410328"/>
                  <a:ext cx="163440" cy="54000"/>
                </a:xfrm>
                <a:prstGeom prst="rect">
                  <a:avLst/>
                </a:prstGeom>
              </p:spPr>
            </p:pic>
          </mc:Fallback>
        </mc:AlternateContent>
        <mc:AlternateContent xmlns:mc="http://schemas.openxmlformats.org/markup-compatibility/2006" xmlns:p14="http://schemas.microsoft.com/office/powerpoint/2010/main">
          <mc:Choice Requires="p14">
            <p:contentPart p14:bwMode="auto" r:id="rId380">
              <p14:nvContentPartPr>
                <p14:cNvPr id="238" name="Ink 237">
                  <a:extLst>
                    <a:ext uri="{FF2B5EF4-FFF2-40B4-BE49-F238E27FC236}">
                      <a16:creationId xmlns:a16="http://schemas.microsoft.com/office/drawing/2014/main" id="{5BC9566E-C932-D44C-4610-45A2FCF4D1D8}"/>
                    </a:ext>
                  </a:extLst>
                </p14:cNvPr>
                <p14:cNvContentPartPr/>
                <p14:nvPr/>
              </p14:nvContentPartPr>
              <p14:xfrm>
                <a:off x="5183286" y="5421848"/>
                <a:ext cx="187920" cy="83160"/>
              </p14:xfrm>
            </p:contentPart>
          </mc:Choice>
          <mc:Fallback xmlns="">
            <p:pic>
              <p:nvPicPr>
                <p:cNvPr id="238" name="Ink 237">
                  <a:extLst>
                    <a:ext uri="{FF2B5EF4-FFF2-40B4-BE49-F238E27FC236}">
                      <a16:creationId xmlns:a16="http://schemas.microsoft.com/office/drawing/2014/main" id="{5BC9566E-C932-D44C-4610-45A2FCF4D1D8}"/>
                    </a:ext>
                  </a:extLst>
                </p:cNvPr>
                <p:cNvPicPr/>
                <p:nvPr/>
              </p:nvPicPr>
              <p:blipFill>
                <a:blip r:embed="rId381"/>
                <a:stretch>
                  <a:fillRect/>
                </a:stretch>
              </p:blipFill>
              <p:spPr>
                <a:xfrm>
                  <a:off x="5165286" y="5403848"/>
                  <a:ext cx="22356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382">
              <p14:nvContentPartPr>
                <p14:cNvPr id="239" name="Ink 238">
                  <a:extLst>
                    <a:ext uri="{FF2B5EF4-FFF2-40B4-BE49-F238E27FC236}">
                      <a16:creationId xmlns:a16="http://schemas.microsoft.com/office/drawing/2014/main" id="{E3487723-698B-BBD0-E1F1-34B46FF639EE}"/>
                    </a:ext>
                  </a:extLst>
                </p14:cNvPr>
                <p14:cNvContentPartPr/>
                <p14:nvPr/>
              </p14:nvContentPartPr>
              <p14:xfrm>
                <a:off x="5487846" y="5260568"/>
                <a:ext cx="441360" cy="288360"/>
              </p14:xfrm>
            </p:contentPart>
          </mc:Choice>
          <mc:Fallback xmlns="">
            <p:pic>
              <p:nvPicPr>
                <p:cNvPr id="239" name="Ink 238">
                  <a:extLst>
                    <a:ext uri="{FF2B5EF4-FFF2-40B4-BE49-F238E27FC236}">
                      <a16:creationId xmlns:a16="http://schemas.microsoft.com/office/drawing/2014/main" id="{E3487723-698B-BBD0-E1F1-34B46FF639EE}"/>
                    </a:ext>
                  </a:extLst>
                </p:cNvPr>
                <p:cNvPicPr/>
                <p:nvPr/>
              </p:nvPicPr>
              <p:blipFill>
                <a:blip r:embed="rId383"/>
                <a:stretch>
                  <a:fillRect/>
                </a:stretch>
              </p:blipFill>
              <p:spPr>
                <a:xfrm>
                  <a:off x="5469846" y="5242568"/>
                  <a:ext cx="477000" cy="324000"/>
                </a:xfrm>
                <a:prstGeom prst="rect">
                  <a:avLst/>
                </a:prstGeom>
              </p:spPr>
            </p:pic>
          </mc:Fallback>
        </mc:AlternateContent>
      </p:grpSp>
      <p:grpSp>
        <p:nvGrpSpPr>
          <p:cNvPr id="250" name="Group 249">
            <a:extLst>
              <a:ext uri="{FF2B5EF4-FFF2-40B4-BE49-F238E27FC236}">
                <a16:creationId xmlns:a16="http://schemas.microsoft.com/office/drawing/2014/main" id="{147628B6-8CBE-40E2-8EA9-058241207A21}"/>
              </a:ext>
            </a:extLst>
          </p:cNvPr>
          <p:cNvGrpSpPr/>
          <p:nvPr/>
        </p:nvGrpSpPr>
        <p:grpSpPr>
          <a:xfrm>
            <a:off x="3966263" y="5746208"/>
            <a:ext cx="1463760" cy="404640"/>
            <a:chOff x="1637286" y="5746208"/>
            <a:chExt cx="1463760" cy="404640"/>
          </a:xfrm>
        </p:grpSpPr>
        <mc:AlternateContent xmlns:mc="http://schemas.openxmlformats.org/markup-compatibility/2006" xmlns:p14="http://schemas.microsoft.com/office/powerpoint/2010/main">
          <mc:Choice Requires="p14">
            <p:contentPart p14:bwMode="auto" r:id="rId384">
              <p14:nvContentPartPr>
                <p14:cNvPr id="241" name="Ink 240">
                  <a:extLst>
                    <a:ext uri="{FF2B5EF4-FFF2-40B4-BE49-F238E27FC236}">
                      <a16:creationId xmlns:a16="http://schemas.microsoft.com/office/drawing/2014/main" id="{BC8CC78E-85D5-57E7-49E8-C5EBEE02C831}"/>
                    </a:ext>
                  </a:extLst>
                </p14:cNvPr>
                <p14:cNvContentPartPr/>
                <p14:nvPr/>
              </p14:nvContentPartPr>
              <p14:xfrm>
                <a:off x="1637286" y="5893808"/>
                <a:ext cx="286560" cy="126360"/>
              </p14:xfrm>
            </p:contentPart>
          </mc:Choice>
          <mc:Fallback xmlns="">
            <p:pic>
              <p:nvPicPr>
                <p:cNvPr id="241" name="Ink 240">
                  <a:extLst>
                    <a:ext uri="{FF2B5EF4-FFF2-40B4-BE49-F238E27FC236}">
                      <a16:creationId xmlns:a16="http://schemas.microsoft.com/office/drawing/2014/main" id="{BC8CC78E-85D5-57E7-49E8-C5EBEE02C831}"/>
                    </a:ext>
                  </a:extLst>
                </p:cNvPr>
                <p:cNvPicPr/>
                <p:nvPr/>
              </p:nvPicPr>
              <p:blipFill>
                <a:blip r:embed="rId385"/>
                <a:stretch>
                  <a:fillRect/>
                </a:stretch>
              </p:blipFill>
              <p:spPr>
                <a:xfrm>
                  <a:off x="1619646" y="5875808"/>
                  <a:ext cx="322200" cy="162000"/>
                </a:xfrm>
                <a:prstGeom prst="rect">
                  <a:avLst/>
                </a:prstGeom>
              </p:spPr>
            </p:pic>
          </mc:Fallback>
        </mc:AlternateContent>
        <mc:AlternateContent xmlns:mc="http://schemas.openxmlformats.org/markup-compatibility/2006" xmlns:p14="http://schemas.microsoft.com/office/powerpoint/2010/main">
          <mc:Choice Requires="p14">
            <p:contentPart p14:bwMode="auto" r:id="rId386">
              <p14:nvContentPartPr>
                <p14:cNvPr id="242" name="Ink 241">
                  <a:extLst>
                    <a:ext uri="{FF2B5EF4-FFF2-40B4-BE49-F238E27FC236}">
                      <a16:creationId xmlns:a16="http://schemas.microsoft.com/office/drawing/2014/main" id="{22C07A12-44ED-0C39-E367-208537B4E852}"/>
                    </a:ext>
                  </a:extLst>
                </p14:cNvPr>
                <p14:cNvContentPartPr/>
                <p14:nvPr/>
              </p14:nvContentPartPr>
              <p14:xfrm>
                <a:off x="2038326" y="5910008"/>
                <a:ext cx="121680" cy="97920"/>
              </p14:xfrm>
            </p:contentPart>
          </mc:Choice>
          <mc:Fallback xmlns="">
            <p:pic>
              <p:nvPicPr>
                <p:cNvPr id="242" name="Ink 241">
                  <a:extLst>
                    <a:ext uri="{FF2B5EF4-FFF2-40B4-BE49-F238E27FC236}">
                      <a16:creationId xmlns:a16="http://schemas.microsoft.com/office/drawing/2014/main" id="{22C07A12-44ED-0C39-E367-208537B4E852}"/>
                    </a:ext>
                  </a:extLst>
                </p:cNvPr>
                <p:cNvPicPr/>
                <p:nvPr/>
              </p:nvPicPr>
              <p:blipFill>
                <a:blip r:embed="rId387"/>
                <a:stretch>
                  <a:fillRect/>
                </a:stretch>
              </p:blipFill>
              <p:spPr>
                <a:xfrm>
                  <a:off x="2020326" y="5892368"/>
                  <a:ext cx="15732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388">
              <p14:nvContentPartPr>
                <p14:cNvPr id="243" name="Ink 242">
                  <a:extLst>
                    <a:ext uri="{FF2B5EF4-FFF2-40B4-BE49-F238E27FC236}">
                      <a16:creationId xmlns:a16="http://schemas.microsoft.com/office/drawing/2014/main" id="{8ABBB6F0-A544-C0A8-91CE-4BAE86DF71B9}"/>
                    </a:ext>
                  </a:extLst>
                </p14:cNvPr>
                <p14:cNvContentPartPr/>
                <p14:nvPr/>
              </p14:nvContentPartPr>
              <p14:xfrm>
                <a:off x="2252886" y="5906408"/>
                <a:ext cx="19440" cy="129240"/>
              </p14:xfrm>
            </p:contentPart>
          </mc:Choice>
          <mc:Fallback xmlns="">
            <p:pic>
              <p:nvPicPr>
                <p:cNvPr id="243" name="Ink 242">
                  <a:extLst>
                    <a:ext uri="{FF2B5EF4-FFF2-40B4-BE49-F238E27FC236}">
                      <a16:creationId xmlns:a16="http://schemas.microsoft.com/office/drawing/2014/main" id="{8ABBB6F0-A544-C0A8-91CE-4BAE86DF71B9}"/>
                    </a:ext>
                  </a:extLst>
                </p:cNvPr>
                <p:cNvPicPr/>
                <p:nvPr/>
              </p:nvPicPr>
              <p:blipFill>
                <a:blip r:embed="rId389"/>
                <a:stretch>
                  <a:fillRect/>
                </a:stretch>
              </p:blipFill>
              <p:spPr>
                <a:xfrm>
                  <a:off x="2235246" y="5888408"/>
                  <a:ext cx="55080" cy="164880"/>
                </a:xfrm>
                <a:prstGeom prst="rect">
                  <a:avLst/>
                </a:prstGeom>
              </p:spPr>
            </p:pic>
          </mc:Fallback>
        </mc:AlternateContent>
        <mc:AlternateContent xmlns:mc="http://schemas.openxmlformats.org/markup-compatibility/2006" xmlns:p14="http://schemas.microsoft.com/office/powerpoint/2010/main">
          <mc:Choice Requires="p14">
            <p:contentPart p14:bwMode="auto" r:id="rId390">
              <p14:nvContentPartPr>
                <p14:cNvPr id="244" name="Ink 243">
                  <a:extLst>
                    <a:ext uri="{FF2B5EF4-FFF2-40B4-BE49-F238E27FC236}">
                      <a16:creationId xmlns:a16="http://schemas.microsoft.com/office/drawing/2014/main" id="{384D6766-EA01-28ED-46A1-6926D8212FB7}"/>
                    </a:ext>
                  </a:extLst>
                </p14:cNvPr>
                <p14:cNvContentPartPr/>
                <p14:nvPr/>
              </p14:nvContentPartPr>
              <p14:xfrm>
                <a:off x="2317326" y="5862128"/>
                <a:ext cx="24480" cy="10440"/>
              </p14:xfrm>
            </p:contentPart>
          </mc:Choice>
          <mc:Fallback xmlns="">
            <p:pic>
              <p:nvPicPr>
                <p:cNvPr id="244" name="Ink 243">
                  <a:extLst>
                    <a:ext uri="{FF2B5EF4-FFF2-40B4-BE49-F238E27FC236}">
                      <a16:creationId xmlns:a16="http://schemas.microsoft.com/office/drawing/2014/main" id="{384D6766-EA01-28ED-46A1-6926D8212FB7}"/>
                    </a:ext>
                  </a:extLst>
                </p:cNvPr>
                <p:cNvPicPr/>
                <p:nvPr/>
              </p:nvPicPr>
              <p:blipFill>
                <a:blip r:embed="rId391"/>
                <a:stretch>
                  <a:fillRect/>
                </a:stretch>
              </p:blipFill>
              <p:spPr>
                <a:xfrm>
                  <a:off x="2299686" y="5844488"/>
                  <a:ext cx="6012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392">
              <p14:nvContentPartPr>
                <p14:cNvPr id="245" name="Ink 244">
                  <a:extLst>
                    <a:ext uri="{FF2B5EF4-FFF2-40B4-BE49-F238E27FC236}">
                      <a16:creationId xmlns:a16="http://schemas.microsoft.com/office/drawing/2014/main" id="{4CC1CB3F-8DC7-26D5-8AFE-781C83EF9DC2}"/>
                    </a:ext>
                  </a:extLst>
                </p14:cNvPr>
                <p14:cNvContentPartPr/>
                <p14:nvPr/>
              </p14:nvContentPartPr>
              <p14:xfrm>
                <a:off x="2226606" y="5882288"/>
                <a:ext cx="290880" cy="268560"/>
              </p14:xfrm>
            </p:contentPart>
          </mc:Choice>
          <mc:Fallback xmlns="">
            <p:pic>
              <p:nvPicPr>
                <p:cNvPr id="245" name="Ink 244">
                  <a:extLst>
                    <a:ext uri="{FF2B5EF4-FFF2-40B4-BE49-F238E27FC236}">
                      <a16:creationId xmlns:a16="http://schemas.microsoft.com/office/drawing/2014/main" id="{4CC1CB3F-8DC7-26D5-8AFE-781C83EF9DC2}"/>
                    </a:ext>
                  </a:extLst>
                </p:cNvPr>
                <p:cNvPicPr/>
                <p:nvPr/>
              </p:nvPicPr>
              <p:blipFill>
                <a:blip r:embed="rId393"/>
                <a:stretch>
                  <a:fillRect/>
                </a:stretch>
              </p:blipFill>
              <p:spPr>
                <a:xfrm>
                  <a:off x="2208966" y="5864648"/>
                  <a:ext cx="326520" cy="304200"/>
                </a:xfrm>
                <a:prstGeom prst="rect">
                  <a:avLst/>
                </a:prstGeom>
              </p:spPr>
            </p:pic>
          </mc:Fallback>
        </mc:AlternateContent>
        <mc:AlternateContent xmlns:mc="http://schemas.openxmlformats.org/markup-compatibility/2006" xmlns:p14="http://schemas.microsoft.com/office/powerpoint/2010/main">
          <mc:Choice Requires="p14">
            <p:contentPart p14:bwMode="auto" r:id="rId394">
              <p14:nvContentPartPr>
                <p14:cNvPr id="246" name="Ink 245">
                  <a:extLst>
                    <a:ext uri="{FF2B5EF4-FFF2-40B4-BE49-F238E27FC236}">
                      <a16:creationId xmlns:a16="http://schemas.microsoft.com/office/drawing/2014/main" id="{8EEEC64F-C111-7853-46C6-81420116E07F}"/>
                    </a:ext>
                  </a:extLst>
                </p14:cNvPr>
                <p14:cNvContentPartPr/>
                <p14:nvPr/>
              </p14:nvContentPartPr>
              <p14:xfrm>
                <a:off x="2601006" y="5793728"/>
                <a:ext cx="99720" cy="207720"/>
              </p14:xfrm>
            </p:contentPart>
          </mc:Choice>
          <mc:Fallback xmlns="">
            <p:pic>
              <p:nvPicPr>
                <p:cNvPr id="246" name="Ink 245">
                  <a:extLst>
                    <a:ext uri="{FF2B5EF4-FFF2-40B4-BE49-F238E27FC236}">
                      <a16:creationId xmlns:a16="http://schemas.microsoft.com/office/drawing/2014/main" id="{8EEEC64F-C111-7853-46C6-81420116E07F}"/>
                    </a:ext>
                  </a:extLst>
                </p:cNvPr>
                <p:cNvPicPr/>
                <p:nvPr/>
              </p:nvPicPr>
              <p:blipFill>
                <a:blip r:embed="rId395"/>
                <a:stretch>
                  <a:fillRect/>
                </a:stretch>
              </p:blipFill>
              <p:spPr>
                <a:xfrm>
                  <a:off x="2583366" y="5775728"/>
                  <a:ext cx="135360" cy="243360"/>
                </a:xfrm>
                <a:prstGeom prst="rect">
                  <a:avLst/>
                </a:prstGeom>
              </p:spPr>
            </p:pic>
          </mc:Fallback>
        </mc:AlternateContent>
        <mc:AlternateContent xmlns:mc="http://schemas.openxmlformats.org/markup-compatibility/2006" xmlns:p14="http://schemas.microsoft.com/office/powerpoint/2010/main">
          <mc:Choice Requires="p14">
            <p:contentPart p14:bwMode="auto" r:id="rId396">
              <p14:nvContentPartPr>
                <p14:cNvPr id="247" name="Ink 246">
                  <a:extLst>
                    <a:ext uri="{FF2B5EF4-FFF2-40B4-BE49-F238E27FC236}">
                      <a16:creationId xmlns:a16="http://schemas.microsoft.com/office/drawing/2014/main" id="{171E9172-FA96-C3E6-7B42-FD83A4A6A808}"/>
                    </a:ext>
                  </a:extLst>
                </p14:cNvPr>
                <p14:cNvContentPartPr/>
                <p14:nvPr/>
              </p14:nvContentPartPr>
              <p14:xfrm>
                <a:off x="2820606" y="5746208"/>
                <a:ext cx="63720" cy="264600"/>
              </p14:xfrm>
            </p:contentPart>
          </mc:Choice>
          <mc:Fallback xmlns="">
            <p:pic>
              <p:nvPicPr>
                <p:cNvPr id="247" name="Ink 246">
                  <a:extLst>
                    <a:ext uri="{FF2B5EF4-FFF2-40B4-BE49-F238E27FC236}">
                      <a16:creationId xmlns:a16="http://schemas.microsoft.com/office/drawing/2014/main" id="{171E9172-FA96-C3E6-7B42-FD83A4A6A808}"/>
                    </a:ext>
                  </a:extLst>
                </p:cNvPr>
                <p:cNvPicPr/>
                <p:nvPr/>
              </p:nvPicPr>
              <p:blipFill>
                <a:blip r:embed="rId397"/>
                <a:stretch>
                  <a:fillRect/>
                </a:stretch>
              </p:blipFill>
              <p:spPr>
                <a:xfrm>
                  <a:off x="2802966" y="5728568"/>
                  <a:ext cx="99360" cy="300240"/>
                </a:xfrm>
                <a:prstGeom prst="rect">
                  <a:avLst/>
                </a:prstGeom>
              </p:spPr>
            </p:pic>
          </mc:Fallback>
        </mc:AlternateContent>
        <mc:AlternateContent xmlns:mc="http://schemas.openxmlformats.org/markup-compatibility/2006" xmlns:p14="http://schemas.microsoft.com/office/powerpoint/2010/main">
          <mc:Choice Requires="p14">
            <p:contentPart p14:bwMode="auto" r:id="rId398">
              <p14:nvContentPartPr>
                <p14:cNvPr id="248" name="Ink 247">
                  <a:extLst>
                    <a:ext uri="{FF2B5EF4-FFF2-40B4-BE49-F238E27FC236}">
                      <a16:creationId xmlns:a16="http://schemas.microsoft.com/office/drawing/2014/main" id="{4ED322FC-FB38-9DCC-0C30-FF6D9346B353}"/>
                    </a:ext>
                  </a:extLst>
                </p14:cNvPr>
                <p14:cNvContentPartPr/>
                <p14:nvPr/>
              </p14:nvContentPartPr>
              <p14:xfrm>
                <a:off x="2809806" y="5883728"/>
                <a:ext cx="65520" cy="3600"/>
              </p14:xfrm>
            </p:contentPart>
          </mc:Choice>
          <mc:Fallback xmlns="">
            <p:pic>
              <p:nvPicPr>
                <p:cNvPr id="248" name="Ink 247">
                  <a:extLst>
                    <a:ext uri="{FF2B5EF4-FFF2-40B4-BE49-F238E27FC236}">
                      <a16:creationId xmlns:a16="http://schemas.microsoft.com/office/drawing/2014/main" id="{4ED322FC-FB38-9DCC-0C30-FF6D9346B353}"/>
                    </a:ext>
                  </a:extLst>
                </p:cNvPr>
                <p:cNvPicPr/>
                <p:nvPr/>
              </p:nvPicPr>
              <p:blipFill>
                <a:blip r:embed="rId399"/>
                <a:stretch>
                  <a:fillRect/>
                </a:stretch>
              </p:blipFill>
              <p:spPr>
                <a:xfrm>
                  <a:off x="2791806" y="5865728"/>
                  <a:ext cx="10116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400">
              <p14:nvContentPartPr>
                <p14:cNvPr id="249" name="Ink 248">
                  <a:extLst>
                    <a:ext uri="{FF2B5EF4-FFF2-40B4-BE49-F238E27FC236}">
                      <a16:creationId xmlns:a16="http://schemas.microsoft.com/office/drawing/2014/main" id="{F9384088-A2D8-F9E3-6961-FDBF6FCE1B0C}"/>
                    </a:ext>
                  </a:extLst>
                </p14:cNvPr>
                <p14:cNvContentPartPr/>
                <p14:nvPr/>
              </p14:nvContentPartPr>
              <p14:xfrm>
                <a:off x="3070446" y="5875808"/>
                <a:ext cx="30600" cy="12960"/>
              </p14:xfrm>
            </p:contentPart>
          </mc:Choice>
          <mc:Fallback xmlns="">
            <p:pic>
              <p:nvPicPr>
                <p:cNvPr id="249" name="Ink 248">
                  <a:extLst>
                    <a:ext uri="{FF2B5EF4-FFF2-40B4-BE49-F238E27FC236}">
                      <a16:creationId xmlns:a16="http://schemas.microsoft.com/office/drawing/2014/main" id="{F9384088-A2D8-F9E3-6961-FDBF6FCE1B0C}"/>
                    </a:ext>
                  </a:extLst>
                </p:cNvPr>
                <p:cNvPicPr/>
                <p:nvPr/>
              </p:nvPicPr>
              <p:blipFill>
                <a:blip r:embed="rId401"/>
                <a:stretch>
                  <a:fillRect/>
                </a:stretch>
              </p:blipFill>
              <p:spPr>
                <a:xfrm>
                  <a:off x="3052446" y="5858168"/>
                  <a:ext cx="66240" cy="48600"/>
                </a:xfrm>
                <a:prstGeom prst="rect">
                  <a:avLst/>
                </a:prstGeom>
              </p:spPr>
            </p:pic>
          </mc:Fallback>
        </mc:AlternateContent>
      </p:grpSp>
      <p:sp>
        <p:nvSpPr>
          <p:cNvPr id="24" name="Title 3">
            <a:extLst>
              <a:ext uri="{FF2B5EF4-FFF2-40B4-BE49-F238E27FC236}">
                <a16:creationId xmlns:a16="http://schemas.microsoft.com/office/drawing/2014/main" id="{AEE119E4-C488-43EA-BBB1-375265687A50}"/>
              </a:ext>
            </a:extLst>
          </p:cNvPr>
          <p:cNvSpPr txBox="1">
            <a:spLocks/>
          </p:cNvSpPr>
          <p:nvPr/>
        </p:nvSpPr>
        <p:spPr>
          <a:xfrm>
            <a:off x="0" y="-7441"/>
            <a:ext cx="12192000" cy="757130"/>
          </a:xfrm>
          <a:prstGeom prst="rect">
            <a:avLst/>
          </a:prstGeom>
          <a:solidFill>
            <a:schemeClr val="bg2">
              <a:lumMod val="75000"/>
            </a:schemeClr>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dirty="0">
                <a:latin typeface="Times New Roman" panose="02020603050405020304" pitchFamily="18" charset="0"/>
                <a:ea typeface="STKaiti" panose="020B0503020204020204" pitchFamily="2" charset="-122"/>
                <a:cs typeface="Times New Roman" panose="02020603050405020304" pitchFamily="18" charset="0"/>
              </a:rPr>
              <a:t>Example: Apparent weight</a:t>
            </a:r>
          </a:p>
        </p:txBody>
      </p:sp>
      <p:pic>
        <p:nvPicPr>
          <p:cNvPr id="32" name="Picture 31">
            <a:extLst>
              <a:ext uri="{FF2B5EF4-FFF2-40B4-BE49-F238E27FC236}">
                <a16:creationId xmlns:a16="http://schemas.microsoft.com/office/drawing/2014/main" id="{171D483E-8AF2-CDDC-3C64-7B6A7A967FE2}"/>
              </a:ext>
            </a:extLst>
          </p:cNvPr>
          <p:cNvPicPr>
            <a:picLocks noChangeAspect="1"/>
          </p:cNvPicPr>
          <p:nvPr/>
        </p:nvPicPr>
        <p:blipFill>
          <a:blip r:embed="rId402"/>
          <a:stretch>
            <a:fillRect/>
          </a:stretch>
        </p:blipFill>
        <p:spPr>
          <a:xfrm>
            <a:off x="356523" y="3630600"/>
            <a:ext cx="2153374" cy="2976903"/>
          </a:xfrm>
          <a:prstGeom prst="rect">
            <a:avLst/>
          </a:prstGeom>
          <a:noFill/>
          <a:ln>
            <a:solidFill>
              <a:srgbClr val="C00000"/>
            </a:solidFill>
          </a:ln>
        </p:spPr>
      </p:pic>
      <p:cxnSp>
        <p:nvCxnSpPr>
          <p:cNvPr id="10" name="Straight Connector 9">
            <a:extLst>
              <a:ext uri="{FF2B5EF4-FFF2-40B4-BE49-F238E27FC236}">
                <a16:creationId xmlns:a16="http://schemas.microsoft.com/office/drawing/2014/main" id="{FCB1DA58-FC5D-4FF6-9546-4E0F3B73C2B2}"/>
              </a:ext>
            </a:extLst>
          </p:cNvPr>
          <p:cNvCxnSpPr>
            <a:cxnSpLocks/>
          </p:cNvCxnSpPr>
          <p:nvPr/>
        </p:nvCxnSpPr>
        <p:spPr>
          <a:xfrm>
            <a:off x="2586892" y="828431"/>
            <a:ext cx="85970" cy="5900615"/>
          </a:xfrm>
          <a:prstGeom prst="line">
            <a:avLst/>
          </a:prstGeom>
          <a:ln>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403">
            <p14:nvContentPartPr>
              <p14:cNvPr id="31" name="Ink 30">
                <a:extLst>
                  <a:ext uri="{FF2B5EF4-FFF2-40B4-BE49-F238E27FC236}">
                    <a16:creationId xmlns:a16="http://schemas.microsoft.com/office/drawing/2014/main" id="{942EA137-728D-C09A-E8BD-B7E3E4661A00}"/>
                  </a:ext>
                </a:extLst>
              </p14:cNvPr>
              <p14:cNvContentPartPr/>
              <p14:nvPr/>
            </p14:nvContentPartPr>
            <p14:xfrm>
              <a:off x="5657286" y="2925711"/>
              <a:ext cx="192960" cy="168120"/>
            </p14:xfrm>
          </p:contentPart>
        </mc:Choice>
        <mc:Fallback xmlns="">
          <p:pic>
            <p:nvPicPr>
              <p:cNvPr id="31" name="Ink 30">
                <a:extLst>
                  <a:ext uri="{FF2B5EF4-FFF2-40B4-BE49-F238E27FC236}">
                    <a16:creationId xmlns:a16="http://schemas.microsoft.com/office/drawing/2014/main" id="{942EA137-728D-C09A-E8BD-B7E3E4661A00}"/>
                  </a:ext>
                </a:extLst>
              </p:cNvPr>
              <p:cNvPicPr/>
              <p:nvPr/>
            </p:nvPicPr>
            <p:blipFill>
              <a:blip r:embed="rId404"/>
              <a:stretch>
                <a:fillRect/>
              </a:stretch>
            </p:blipFill>
            <p:spPr>
              <a:xfrm>
                <a:off x="5648646" y="2916711"/>
                <a:ext cx="21060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405">
            <p14:nvContentPartPr>
              <p14:cNvPr id="46" name="Ink 45">
                <a:extLst>
                  <a:ext uri="{FF2B5EF4-FFF2-40B4-BE49-F238E27FC236}">
                    <a16:creationId xmlns:a16="http://schemas.microsoft.com/office/drawing/2014/main" id="{02BA3F98-031A-8919-D9A7-68D30E443E24}"/>
                  </a:ext>
                </a:extLst>
              </p14:cNvPr>
              <p14:cNvContentPartPr/>
              <p14:nvPr/>
            </p14:nvContentPartPr>
            <p14:xfrm>
              <a:off x="6251286" y="3543471"/>
              <a:ext cx="164520" cy="170640"/>
            </p14:xfrm>
          </p:contentPart>
        </mc:Choice>
        <mc:Fallback xmlns="">
          <p:pic>
            <p:nvPicPr>
              <p:cNvPr id="46" name="Ink 45">
                <a:extLst>
                  <a:ext uri="{FF2B5EF4-FFF2-40B4-BE49-F238E27FC236}">
                    <a16:creationId xmlns:a16="http://schemas.microsoft.com/office/drawing/2014/main" id="{02BA3F98-031A-8919-D9A7-68D30E443E24}"/>
                  </a:ext>
                </a:extLst>
              </p:cNvPr>
              <p:cNvPicPr/>
              <p:nvPr/>
            </p:nvPicPr>
            <p:blipFill>
              <a:blip r:embed="rId406"/>
              <a:stretch>
                <a:fillRect/>
              </a:stretch>
            </p:blipFill>
            <p:spPr>
              <a:xfrm>
                <a:off x="6242646" y="3534471"/>
                <a:ext cx="182160" cy="188280"/>
              </a:xfrm>
              <a:prstGeom prst="rect">
                <a:avLst/>
              </a:prstGeom>
            </p:spPr>
          </p:pic>
        </mc:Fallback>
      </mc:AlternateContent>
    </p:spTree>
    <p:extLst>
      <p:ext uri="{BB962C8B-B14F-4D97-AF65-F5344CB8AC3E}">
        <p14:creationId xmlns:p14="http://schemas.microsoft.com/office/powerpoint/2010/main" val="3155625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7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4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5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Text Box 6"/>
          <p:cNvSpPr txBox="1">
            <a:spLocks noChangeArrowheads="1"/>
          </p:cNvSpPr>
          <p:nvPr/>
        </p:nvSpPr>
        <p:spPr bwMode="auto">
          <a:xfrm>
            <a:off x="1713158" y="623490"/>
            <a:ext cx="6781800"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defRPr/>
            </a:pPr>
            <a:r>
              <a:rPr lang="en-US" altLang="en-US" sz="2200" dirty="0">
                <a:solidFill>
                  <a:srgbClr val="000000"/>
                </a:solidFill>
                <a:latin typeface="Times New Roman" panose="02020603050405020304" pitchFamily="18" charset="0"/>
                <a:ea typeface="MS PGothic" panose="020B0600070205080204" pitchFamily="34" charset="-128"/>
                <a:cs typeface="Arial" panose="020B0604020202020204" pitchFamily="34" charset="0"/>
              </a:rPr>
              <a:t>Consider the scale in the elevator in the figure below.  The apparent weight of an object is the reading of the scale.  It is equal to the normal force the man exerts on the scale.</a:t>
            </a:r>
          </a:p>
        </p:txBody>
      </p:sp>
      <p:pic>
        <p:nvPicPr>
          <p:cNvPr id="35845" name="Picture 8" descr="4.16.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28788" y="3336925"/>
            <a:ext cx="8686800" cy="3244850"/>
          </a:xfrm>
          <a:prstGeom prst="rect">
            <a:avLst/>
          </a:prstGeom>
          <a:noFill/>
          <a:ln w="9525">
            <a:solidFill>
              <a:srgbClr val="00B050"/>
            </a:solidFill>
            <a:miter lim="800000"/>
            <a:headEnd/>
            <a:tailEnd/>
          </a:ln>
          <a:extLst>
            <a:ext uri="{909E8E84-426E-40DD-AFC4-6F175D3DCCD1}">
              <a14:hiddenFill xmlns:a14="http://schemas.microsoft.com/office/drawing/2010/main">
                <a:solidFill>
                  <a:srgbClr val="FFFFFF"/>
                </a:solidFill>
              </a14:hiddenFill>
            </a:ext>
          </a:extLst>
        </p:spPr>
      </p:pic>
      <p:sp>
        <p:nvSpPr>
          <p:cNvPr id="35848" name="Text Box 5"/>
          <p:cNvSpPr txBox="1">
            <a:spLocks noChangeArrowheads="1"/>
          </p:cNvSpPr>
          <p:nvPr/>
        </p:nvSpPr>
        <p:spPr bwMode="auto">
          <a:xfrm>
            <a:off x="2315971" y="2316776"/>
            <a:ext cx="5757073"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defRPr/>
            </a:pPr>
            <a:r>
              <a:rPr lang="en-US" altLang="en-US" sz="2200" dirty="0">
                <a:solidFill>
                  <a:srgbClr val="000000"/>
                </a:solidFill>
                <a:latin typeface="Times New Roman" panose="02020603050405020304" pitchFamily="18" charset="0"/>
                <a:ea typeface="MS PGothic" panose="020B0600070205080204" pitchFamily="34" charset="-128"/>
                <a:cs typeface="Arial" panose="020B0604020202020204" pitchFamily="34" charset="0"/>
              </a:rPr>
              <a:t>To determine the </a:t>
            </a:r>
            <a:r>
              <a:rPr lang="en-US" altLang="en-US" sz="2200" b="1" dirty="0">
                <a:solidFill>
                  <a:srgbClr val="000000"/>
                </a:solidFill>
                <a:latin typeface="Times New Roman" panose="02020603050405020304" pitchFamily="18" charset="0"/>
                <a:ea typeface="MS PGothic" panose="020B0600070205080204" pitchFamily="34" charset="-128"/>
                <a:cs typeface="Arial" panose="020B0604020202020204" pitchFamily="34" charset="0"/>
              </a:rPr>
              <a:t>apparent weight</a:t>
            </a:r>
            <a:r>
              <a:rPr lang="en-US" altLang="en-US" sz="2200" dirty="0">
                <a:solidFill>
                  <a:srgbClr val="000000"/>
                </a:solidFill>
                <a:latin typeface="Times New Roman" panose="02020603050405020304" pitchFamily="18" charset="0"/>
                <a:ea typeface="MS PGothic" panose="020B0600070205080204" pitchFamily="34" charset="-128"/>
                <a:cs typeface="Arial" panose="020B0604020202020204" pitchFamily="34" charset="0"/>
              </a:rPr>
              <a:t>, solve for the normal force.</a:t>
            </a:r>
          </a:p>
        </p:txBody>
      </p:sp>
      <p:pic>
        <p:nvPicPr>
          <p:cNvPr id="2" name="Picture 1"/>
          <p:cNvPicPr>
            <a:picLocks noChangeAspect="1"/>
          </p:cNvPicPr>
          <p:nvPr/>
        </p:nvPicPr>
        <p:blipFill>
          <a:blip r:embed="rId3"/>
          <a:stretch>
            <a:fillRect/>
          </a:stretch>
        </p:blipFill>
        <p:spPr>
          <a:xfrm>
            <a:off x="8373687" y="216414"/>
            <a:ext cx="2153374" cy="2976903"/>
          </a:xfrm>
          <a:prstGeom prst="rect">
            <a:avLst/>
          </a:prstGeom>
          <a:noFill/>
          <a:ln>
            <a:solidFill>
              <a:srgbClr val="C00000"/>
            </a:solidFill>
          </a:ln>
        </p:spPr>
      </p:pic>
      <p:pic>
        <p:nvPicPr>
          <p:cNvPr id="7" name="Picture 6">
            <a:extLst>
              <a:ext uri="{FF2B5EF4-FFF2-40B4-BE49-F238E27FC236}">
                <a16:creationId xmlns:a16="http://schemas.microsoft.com/office/drawing/2014/main" id="{7564571D-345E-BE03-9BB4-2B1BB37C9516}"/>
              </a:ext>
            </a:extLst>
          </p:cNvPr>
          <p:cNvPicPr>
            <a:picLocks noChangeAspect="1"/>
          </p:cNvPicPr>
          <p:nvPr/>
        </p:nvPicPr>
        <p:blipFill>
          <a:blip r:embed="rId4"/>
          <a:stretch>
            <a:fillRect/>
          </a:stretch>
        </p:blipFill>
        <p:spPr>
          <a:xfrm>
            <a:off x="4009630" y="1762096"/>
            <a:ext cx="2638821" cy="524149"/>
          </a:xfrm>
          <a:prstGeom prst="rect">
            <a:avLst/>
          </a:prstGeom>
        </p:spPr>
      </p:pic>
      <p:sp>
        <p:nvSpPr>
          <p:cNvPr id="3" name="Rectangle 2">
            <a:extLst>
              <a:ext uri="{FF2B5EF4-FFF2-40B4-BE49-F238E27FC236}">
                <a16:creationId xmlns:a16="http://schemas.microsoft.com/office/drawing/2014/main" id="{1D4B0712-BE0E-5A8C-FCD8-56EEC1FBACC6}"/>
              </a:ext>
            </a:extLst>
          </p:cNvPr>
          <p:cNvSpPr txBox="1">
            <a:spLocks noChangeArrowheads="1"/>
          </p:cNvSpPr>
          <p:nvPr/>
        </p:nvSpPr>
        <p:spPr>
          <a:xfrm>
            <a:off x="1965754" y="155179"/>
            <a:ext cx="3473754" cy="457200"/>
          </a:xfrm>
          <a:prstGeom prst="rect">
            <a:avLst/>
          </a:prstGeom>
        </p:spPr>
        <p:txBody>
          <a:bodyPr vert="horz" lIns="91440" tIns="45720" rIns="91440" bIns="45720" rtlCol="0" anchor="b">
            <a:noAutofit/>
          </a:bodyPr>
          <a:lstStyle>
            <a:lvl1pPr algn="l" rtl="0" fontAlgn="base">
              <a:spcBef>
                <a:spcPct val="0"/>
              </a:spcBef>
              <a:spcAft>
                <a:spcPct val="0"/>
              </a:spcAft>
              <a:defRPr sz="2400" kern="1200" cap="all" spc="-60">
                <a:solidFill>
                  <a:srgbClr val="6CB255"/>
                </a:solidFill>
                <a:latin typeface="+mj-lt"/>
                <a:ea typeface="+mj-ea"/>
                <a:cs typeface="+mj-cs"/>
              </a:defRPr>
            </a:lvl1pPr>
            <a:lvl2pPr algn="l" rtl="0" fontAlgn="base">
              <a:spcBef>
                <a:spcPct val="0"/>
              </a:spcBef>
              <a:spcAft>
                <a:spcPct val="0"/>
              </a:spcAft>
              <a:defRPr sz="2400">
                <a:solidFill>
                  <a:srgbClr val="6CB255"/>
                </a:solidFill>
                <a:latin typeface="Arial Black" pitchFamily="34" charset="0"/>
              </a:defRPr>
            </a:lvl2pPr>
            <a:lvl3pPr algn="l" rtl="0" fontAlgn="base">
              <a:spcBef>
                <a:spcPct val="0"/>
              </a:spcBef>
              <a:spcAft>
                <a:spcPct val="0"/>
              </a:spcAft>
              <a:defRPr sz="2400">
                <a:solidFill>
                  <a:srgbClr val="6CB255"/>
                </a:solidFill>
                <a:latin typeface="Arial Black" pitchFamily="34" charset="0"/>
              </a:defRPr>
            </a:lvl3pPr>
            <a:lvl4pPr algn="l" rtl="0" fontAlgn="base">
              <a:spcBef>
                <a:spcPct val="0"/>
              </a:spcBef>
              <a:spcAft>
                <a:spcPct val="0"/>
              </a:spcAft>
              <a:defRPr sz="2400">
                <a:solidFill>
                  <a:srgbClr val="6CB255"/>
                </a:solidFill>
                <a:latin typeface="Arial Black" pitchFamily="34" charset="0"/>
              </a:defRPr>
            </a:lvl4pPr>
            <a:lvl5pPr algn="l" rtl="0" fontAlgn="base">
              <a:spcBef>
                <a:spcPct val="0"/>
              </a:spcBef>
              <a:spcAft>
                <a:spcPct val="0"/>
              </a:spcAft>
              <a:defRPr sz="2400">
                <a:solidFill>
                  <a:srgbClr val="6CB255"/>
                </a:solidFill>
                <a:latin typeface="Arial Black" pitchFamily="34" charset="0"/>
              </a:defRPr>
            </a:lvl5pPr>
            <a:lvl6pPr marL="457200" algn="l" rtl="0" fontAlgn="base">
              <a:spcBef>
                <a:spcPct val="0"/>
              </a:spcBef>
              <a:spcAft>
                <a:spcPct val="0"/>
              </a:spcAft>
              <a:defRPr sz="2400">
                <a:solidFill>
                  <a:srgbClr val="6CB255"/>
                </a:solidFill>
                <a:latin typeface="Arial Black" pitchFamily="34" charset="0"/>
              </a:defRPr>
            </a:lvl6pPr>
            <a:lvl7pPr marL="914400" algn="l" rtl="0" fontAlgn="base">
              <a:spcBef>
                <a:spcPct val="0"/>
              </a:spcBef>
              <a:spcAft>
                <a:spcPct val="0"/>
              </a:spcAft>
              <a:defRPr sz="2400">
                <a:solidFill>
                  <a:srgbClr val="6CB255"/>
                </a:solidFill>
                <a:latin typeface="Arial Black" pitchFamily="34" charset="0"/>
              </a:defRPr>
            </a:lvl7pPr>
            <a:lvl8pPr marL="1371600" algn="l" rtl="0" fontAlgn="base">
              <a:spcBef>
                <a:spcPct val="0"/>
              </a:spcBef>
              <a:spcAft>
                <a:spcPct val="0"/>
              </a:spcAft>
              <a:defRPr sz="2400">
                <a:solidFill>
                  <a:srgbClr val="6CB255"/>
                </a:solidFill>
                <a:latin typeface="Arial Black" pitchFamily="34" charset="0"/>
              </a:defRPr>
            </a:lvl8pPr>
            <a:lvl9pPr marL="1828800" algn="l" rtl="0" fontAlgn="base">
              <a:spcBef>
                <a:spcPct val="0"/>
              </a:spcBef>
              <a:spcAft>
                <a:spcPct val="0"/>
              </a:spcAft>
              <a:defRPr sz="2400">
                <a:solidFill>
                  <a:srgbClr val="6CB255"/>
                </a:solidFill>
                <a:latin typeface="Arial Black" pitchFamily="34" charset="0"/>
              </a:defRPr>
            </a:lvl9pPr>
          </a:lstStyle>
          <a:p>
            <a:r>
              <a:rPr lang="en-US" b="1" dirty="0">
                <a:solidFill>
                  <a:srgbClr val="0000FF"/>
                </a:solidFill>
                <a:latin typeface="+mn-lt"/>
              </a:rPr>
              <a:t> </a:t>
            </a:r>
            <a:r>
              <a:rPr lang="en-US" b="1" u="sng" dirty="0">
                <a:solidFill>
                  <a:srgbClr val="0000FF"/>
                </a:solidFill>
                <a:latin typeface="+mn-lt"/>
              </a:rPr>
              <a:t>Apparent Weight</a:t>
            </a:r>
          </a:p>
        </p:txBody>
      </p:sp>
    </p:spTree>
    <p:extLst>
      <p:ext uri="{BB962C8B-B14F-4D97-AF65-F5344CB8AC3E}">
        <p14:creationId xmlns:p14="http://schemas.microsoft.com/office/powerpoint/2010/main" val="161891023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1" descr="Figure shows a person skiing down a slope of 25 degrees to the horizontal. Force f is up and parallel to the slope, force N is up and perpendicular to the slope. Force w is straight down. Its component wx is down and parallel to the slope and component wy is down and perpendicular to the slope. All these forces are also shown in a free body diagram. X axis is taken to be parallel to the slope.">
            <a:extLst>
              <a:ext uri="{FF2B5EF4-FFF2-40B4-BE49-F238E27FC236}">
                <a16:creationId xmlns:a16="http://schemas.microsoft.com/office/drawing/2014/main" id="{8DC40045-0351-4B3D-A54D-C9784A48BFD8}"/>
              </a:ext>
            </a:extLst>
          </p:cNvPr>
          <p:cNvPicPr>
            <a:picLocks noChangeAspect="1"/>
          </p:cNvPicPr>
          <p:nvPr/>
        </p:nvPicPr>
        <p:blipFill>
          <a:blip r:embed="rId3" cstate="email">
            <a:extLst>
              <a:ext uri="{28A0092B-C50C-407E-A947-70E740481C1C}">
                <a14:useLocalDpi xmlns:a14="http://schemas.microsoft.com/office/drawing/2010/main" val="0"/>
              </a:ext>
            </a:extLst>
          </a:blip>
          <a:srcRect l="-8186" r="-8186"/>
          <a:stretch>
            <a:fillRect/>
          </a:stretch>
        </p:blipFill>
        <p:spPr>
          <a:xfrm>
            <a:off x="2064543" y="1007990"/>
            <a:ext cx="8062913" cy="3500071"/>
          </a:xfrm>
          <a:prstGeom prst="rect">
            <a:avLst/>
          </a:prstGeom>
        </p:spPr>
      </p:pic>
      <mc:AlternateContent xmlns:mc="http://schemas.openxmlformats.org/markup-compatibility/2006" xmlns:a14="http://schemas.microsoft.com/office/drawing/2010/main">
        <mc:Choice Requires="a14">
          <p:sp>
            <p:nvSpPr>
              <p:cNvPr id="8" name="Text Placeholder 6">
                <a:extLst>
                  <a:ext uri="{FF2B5EF4-FFF2-40B4-BE49-F238E27FC236}">
                    <a16:creationId xmlns:a16="http://schemas.microsoft.com/office/drawing/2014/main" id="{0100B3C1-CBD7-4C71-BC34-3982CE607645}"/>
                  </a:ext>
                </a:extLst>
              </p:cNvPr>
              <p:cNvSpPr txBox="1">
                <a:spLocks/>
              </p:cNvSpPr>
              <p:nvPr/>
            </p:nvSpPr>
            <p:spPr>
              <a:xfrm>
                <a:off x="1062890" y="4709617"/>
                <a:ext cx="8681733" cy="421583"/>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Times New Roman" panose="02020603050405020304" pitchFamily="18" charset="0"/>
                    <a:ea typeface="+mn-ea"/>
                    <a:cs typeface="Times New Roman" panose="02020603050405020304" pitchFamily="18"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spcAft>
                    <a:spcPts val="600"/>
                  </a:spcAft>
                  <a:buFont typeface="Wingdings" panose="05000000000000000000" pitchFamily="2" charset="2"/>
                  <a:buChar char="§"/>
                </a:pPr>
                <a:r>
                  <a:rPr lang="en-US" sz="2200" dirty="0"/>
                  <a:t>An object rests on an incline that makes an angle </a:t>
                </a:r>
                <a14:m>
                  <m:oMath xmlns:m="http://schemas.openxmlformats.org/officeDocument/2006/math">
                    <m:r>
                      <a:rPr lang="en-US" sz="2200" i="1">
                        <a:latin typeface="Cambria Math"/>
                        <a:ea typeface="Cambria Math"/>
                      </a:rPr>
                      <m:t>𝜃</m:t>
                    </m:r>
                  </m:oMath>
                </a14:m>
                <a:r>
                  <a:rPr lang="en-US" sz="2200" dirty="0"/>
                  <a:t> with the horizontal.</a:t>
                </a:r>
              </a:p>
            </p:txBody>
          </p:sp>
        </mc:Choice>
        <mc:Fallback xmlns="">
          <p:sp>
            <p:nvSpPr>
              <p:cNvPr id="8" name="Text Placeholder 6">
                <a:extLst>
                  <a:ext uri="{FF2B5EF4-FFF2-40B4-BE49-F238E27FC236}">
                    <a16:creationId xmlns:a16="http://schemas.microsoft.com/office/drawing/2014/main" id="{0100B3C1-CBD7-4C71-BC34-3982CE607645}"/>
                  </a:ext>
                </a:extLst>
              </p:cNvPr>
              <p:cNvSpPr txBox="1">
                <a:spLocks noRot="1" noChangeAspect="1" noMove="1" noResize="1" noEditPoints="1" noAdjustHandles="1" noChangeArrowheads="1" noChangeShapeType="1" noTextEdit="1"/>
              </p:cNvSpPr>
              <p:nvPr/>
            </p:nvSpPr>
            <p:spPr>
              <a:xfrm>
                <a:off x="1062890" y="4709617"/>
                <a:ext cx="8681733" cy="421583"/>
              </a:xfrm>
              <a:prstGeom prst="rect">
                <a:avLst/>
              </a:prstGeom>
              <a:blipFill>
                <a:blip r:embed="rId4"/>
                <a:stretch>
                  <a:fillRect l="-772" t="-10145" b="-304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9CFD8D2-C9A9-A7CB-16B8-FB28546252D6}"/>
                  </a:ext>
                </a:extLst>
              </p:cNvPr>
              <p:cNvSpPr txBox="1"/>
              <p:nvPr/>
            </p:nvSpPr>
            <p:spPr>
              <a:xfrm>
                <a:off x="4317886" y="5373663"/>
                <a:ext cx="3419345" cy="369332"/>
              </a:xfrm>
              <a:prstGeom prst="rect">
                <a:avLst/>
              </a:prstGeom>
              <a:solidFill>
                <a:schemeClr val="bg1">
                  <a:lumMod val="85000"/>
                </a:schemeClr>
              </a:solidFill>
            </p:spPr>
            <p:txBody>
              <a:bodyPr wrap="square" lIns="0" tIns="0" rIns="0" bIns="0" rtlCol="0">
                <a:spAutoFit/>
              </a:bodyPr>
              <a:lstStyle/>
              <a:p>
                <a:pPr/>
                <a14:m>
                  <m:oMathPara xmlns:m="http://schemas.openxmlformats.org/officeDocument/2006/math">
                    <m:oMathParaPr>
                      <m:jc m:val="left"/>
                    </m:oMathParaPr>
                    <m:oMath>
                      <m:sSub>
                        <m:sSubPr>
                          <m:ctrlPr>
                            <a:rPr lang="en-US" sz="2400">
                              <a:latin typeface="Cambria Math" panose="02040503050406030204" pitchFamily="18" charset="0"/>
                              <a:cs typeface="Times New Roman" panose="02020603050405020304" pitchFamily="18" charset="0"/>
                            </a:rPr>
                          </m:ctrlPr>
                        </m:sSubPr>
                        <m:e>
                          <m:r>
                            <m:rPr>
                              <m:sty m:val="p"/>
                            </m:rPr>
                            <a:rPr lang="en-US" sz="2400">
                              <a:latin typeface="Cambria Math" panose="02040503050406030204" pitchFamily="18" charset="0"/>
                              <a:cs typeface="Times New Roman" panose="02020603050405020304" pitchFamily="18" charset="0"/>
                            </a:rPr>
                            <m:t>w</m:t>
                          </m:r>
                        </m:e>
                        <m:sub>
                          <m:r>
                            <m:rPr>
                              <m:sty m:val="p"/>
                            </m:rPr>
                            <a:rPr lang="en-US" sz="2400">
                              <a:latin typeface="Cambria Math" panose="02040503050406030204" pitchFamily="18" charset="0"/>
                              <a:cs typeface="Times New Roman" panose="02020603050405020304" pitchFamily="18" charset="0"/>
                            </a:rPr>
                            <m:t>x</m:t>
                          </m:r>
                        </m:sub>
                      </m:sSub>
                      <m:r>
                        <a:rPr lang="en-US" sz="2400">
                          <a:latin typeface="Cambria Math" panose="02040503050406030204" pitchFamily="18" charset="0"/>
                          <a:cs typeface="Times New Roman" panose="02020603050405020304" pitchFamily="18" charset="0"/>
                        </a:rPr>
                        <m:t>=</m:t>
                      </m:r>
                      <m:r>
                        <m:rPr>
                          <m:sty m:val="p"/>
                        </m:rPr>
                        <a:rPr lang="en-US" sz="2400">
                          <a:latin typeface="Cambria Math" panose="02040503050406030204" pitchFamily="18" charset="0"/>
                          <a:cs typeface="Times New Roman" panose="02020603050405020304" pitchFamily="18" charset="0"/>
                        </a:rPr>
                        <m:t>w</m:t>
                      </m:r>
                      <m:r>
                        <a:rPr lang="en-US" sz="2400">
                          <a:latin typeface="Cambria Math" panose="02040503050406030204" pitchFamily="18" charset="0"/>
                          <a:cs typeface="Times New Roman" panose="02020603050405020304" pitchFamily="18" charset="0"/>
                        </a:rPr>
                        <m:t> </m:t>
                      </m:r>
                      <m:r>
                        <m:rPr>
                          <m:sty m:val="p"/>
                        </m:rPr>
                        <a:rPr lang="en-US" sz="2400">
                          <a:latin typeface="Cambria Math" panose="02040503050406030204" pitchFamily="18" charset="0"/>
                          <a:cs typeface="Times New Roman" panose="02020603050405020304" pitchFamily="18" charset="0"/>
                        </a:rPr>
                        <m:t>sin</m:t>
                      </m:r>
                      <m:r>
                        <a:rPr lang="en-US" sz="2400">
                          <a:latin typeface="Cambria Math" panose="02040503050406030204" pitchFamily="18" charset="0"/>
                          <a:cs typeface="Times New Roman" panose="02020603050405020304" pitchFamily="18" charset="0"/>
                        </a:rPr>
                        <m:t> </m:t>
                      </m:r>
                      <m:r>
                        <m:rPr>
                          <m:sty m:val="p"/>
                        </m:rPr>
                        <a:rPr lang="en-US" sz="2400">
                          <a:latin typeface="Cambria Math" panose="02040503050406030204" pitchFamily="18" charset="0"/>
                          <a:ea typeface="Cambria Math" panose="02040503050406030204" pitchFamily="18" charset="0"/>
                          <a:cs typeface="Times New Roman" panose="02020603050405020304" pitchFamily="18" charset="0"/>
                        </a:rPr>
                        <m:t>θ</m:t>
                      </m:r>
                      <m:r>
                        <a:rPr lang="en-US" sz="2400">
                          <a:latin typeface="Cambria Math" panose="02040503050406030204" pitchFamily="18" charset="0"/>
                          <a:cs typeface="Times New Roman" panose="02020603050405020304" pitchFamily="18" charset="0"/>
                        </a:rPr>
                        <m:t>=</m:t>
                      </m:r>
                      <m:r>
                        <m:rPr>
                          <m:sty m:val="p"/>
                        </m:rPr>
                        <a:rPr lang="en-US" sz="2400">
                          <a:latin typeface="Cambria Math" panose="02040503050406030204" pitchFamily="18" charset="0"/>
                          <a:cs typeface="Times New Roman" panose="02020603050405020304" pitchFamily="18" charset="0"/>
                        </a:rPr>
                        <m:t>mg</m:t>
                      </m:r>
                      <m:r>
                        <a:rPr lang="en-US" sz="2400">
                          <a:latin typeface="Cambria Math" panose="02040503050406030204" pitchFamily="18" charset="0"/>
                          <a:cs typeface="Times New Roman" panose="02020603050405020304" pitchFamily="18" charset="0"/>
                        </a:rPr>
                        <m:t> </m:t>
                      </m:r>
                      <m:r>
                        <m:rPr>
                          <m:sty m:val="p"/>
                        </m:rPr>
                        <a:rPr lang="en-US" sz="2400">
                          <a:latin typeface="Cambria Math" panose="02040503050406030204" pitchFamily="18" charset="0"/>
                          <a:cs typeface="Times New Roman" panose="02020603050405020304" pitchFamily="18" charset="0"/>
                        </a:rPr>
                        <m:t>sin</m:t>
                      </m:r>
                      <m:r>
                        <a:rPr lang="en-US" sz="2400">
                          <a:latin typeface="Cambria Math" panose="02040503050406030204" pitchFamily="18" charset="0"/>
                          <a:cs typeface="Times New Roman" panose="02020603050405020304" pitchFamily="18" charset="0"/>
                        </a:rPr>
                        <m:t> </m:t>
                      </m:r>
                      <m:r>
                        <m:rPr>
                          <m:sty m:val="p"/>
                        </m:rPr>
                        <a:rPr lang="en-US" sz="2400">
                          <a:latin typeface="Cambria Math" panose="02040503050406030204" pitchFamily="18" charset="0"/>
                          <a:ea typeface="Cambria Math" panose="02040503050406030204" pitchFamily="18" charset="0"/>
                          <a:cs typeface="Times New Roman" panose="02020603050405020304" pitchFamily="18" charset="0"/>
                        </a:rPr>
                        <m:t>θ</m:t>
                      </m:r>
                    </m:oMath>
                  </m:oMathPara>
                </a14:m>
                <a:endParaRPr lang="en-US" sz="2400" dirty="0">
                  <a:latin typeface="Times New Roman" panose="02020603050405020304" pitchFamily="18" charset="0"/>
                  <a:cs typeface="Times New Roman" panose="02020603050405020304" pitchFamily="18" charset="0"/>
                </a:endParaRPr>
              </a:p>
            </p:txBody>
          </p:sp>
        </mc:Choice>
        <mc:Fallback xmlns="">
          <p:sp>
            <p:nvSpPr>
              <p:cNvPr id="4" name="TextBox 3">
                <a:extLst>
                  <a:ext uri="{FF2B5EF4-FFF2-40B4-BE49-F238E27FC236}">
                    <a16:creationId xmlns:a16="http://schemas.microsoft.com/office/drawing/2014/main" id="{F9CFD8D2-C9A9-A7CB-16B8-FB28546252D6}"/>
                  </a:ext>
                </a:extLst>
              </p:cNvPr>
              <p:cNvSpPr txBox="1">
                <a:spLocks noRot="1" noChangeAspect="1" noMove="1" noResize="1" noEditPoints="1" noAdjustHandles="1" noChangeArrowheads="1" noChangeShapeType="1" noTextEdit="1"/>
              </p:cNvSpPr>
              <p:nvPr/>
            </p:nvSpPr>
            <p:spPr>
              <a:xfrm>
                <a:off x="4317886" y="5373663"/>
                <a:ext cx="3419345" cy="369332"/>
              </a:xfrm>
              <a:prstGeom prst="rect">
                <a:avLst/>
              </a:prstGeom>
              <a:blipFill>
                <a:blip r:embed="rId5"/>
                <a:stretch>
                  <a:fillRect l="-2139" b="-28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587DD04-1251-706C-C803-748A7F304D47}"/>
                  </a:ext>
                </a:extLst>
              </p:cNvPr>
              <p:cNvSpPr txBox="1"/>
              <p:nvPr/>
            </p:nvSpPr>
            <p:spPr>
              <a:xfrm>
                <a:off x="4311665" y="5992037"/>
                <a:ext cx="3425566" cy="403316"/>
              </a:xfrm>
              <a:prstGeom prst="rect">
                <a:avLst/>
              </a:prstGeom>
              <a:solidFill>
                <a:schemeClr val="bg1">
                  <a:lumMod val="85000"/>
                </a:schemeClr>
              </a:solidFill>
            </p:spPr>
            <p:txBody>
              <a:bodyPr wrap="square" lIns="0" tIns="0" rIns="0" bIns="0" rtlCol="0">
                <a:spAutoFit/>
              </a:bodyPr>
              <a:lstStyle/>
              <a:p>
                <a:pPr/>
                <a14:m>
                  <m:oMathPara xmlns:m="http://schemas.openxmlformats.org/officeDocument/2006/math">
                    <m:oMathParaPr>
                      <m:jc m:val="left"/>
                    </m:oMathParaPr>
                    <m:oMath>
                      <m:sSub>
                        <m:sSubPr>
                          <m:ctrlPr>
                            <a:rPr lang="en-US" sz="2400">
                              <a:latin typeface="Cambria Math" panose="02040503050406030204" pitchFamily="18" charset="0"/>
                              <a:cs typeface="Times New Roman" panose="02020603050405020304" pitchFamily="18" charset="0"/>
                            </a:rPr>
                          </m:ctrlPr>
                        </m:sSubPr>
                        <m:e>
                          <m:r>
                            <m:rPr>
                              <m:sty m:val="p"/>
                            </m:rPr>
                            <a:rPr lang="en-US" sz="2400">
                              <a:latin typeface="Cambria Math" panose="02040503050406030204" pitchFamily="18" charset="0"/>
                              <a:cs typeface="Times New Roman" panose="02020603050405020304" pitchFamily="18" charset="0"/>
                            </a:rPr>
                            <m:t>w</m:t>
                          </m:r>
                        </m:e>
                        <m:sub>
                          <m:r>
                            <m:rPr>
                              <m:sty m:val="p"/>
                            </m:rPr>
                            <a:rPr lang="en-US" sz="2400">
                              <a:latin typeface="Cambria Math" panose="02040503050406030204" pitchFamily="18" charset="0"/>
                              <a:cs typeface="Times New Roman" panose="02020603050405020304" pitchFamily="18" charset="0"/>
                            </a:rPr>
                            <m:t>y</m:t>
                          </m:r>
                        </m:sub>
                      </m:sSub>
                      <m:r>
                        <a:rPr lang="en-US" sz="2400">
                          <a:latin typeface="Cambria Math" panose="02040503050406030204" pitchFamily="18" charset="0"/>
                          <a:cs typeface="Times New Roman" panose="02020603050405020304" pitchFamily="18" charset="0"/>
                        </a:rPr>
                        <m:t>=</m:t>
                      </m:r>
                      <m:r>
                        <m:rPr>
                          <m:sty m:val="p"/>
                        </m:rPr>
                        <a:rPr lang="en-US" sz="2400">
                          <a:latin typeface="Cambria Math" panose="02040503050406030204" pitchFamily="18" charset="0"/>
                          <a:cs typeface="Times New Roman" panose="02020603050405020304" pitchFamily="18" charset="0"/>
                        </a:rPr>
                        <m:t>w</m:t>
                      </m:r>
                      <m:r>
                        <a:rPr lang="en-US" sz="2400">
                          <a:latin typeface="Cambria Math" panose="02040503050406030204" pitchFamily="18" charset="0"/>
                          <a:cs typeface="Times New Roman" panose="02020603050405020304" pitchFamily="18" charset="0"/>
                        </a:rPr>
                        <m:t> </m:t>
                      </m:r>
                      <m:r>
                        <m:rPr>
                          <m:sty m:val="p"/>
                        </m:rPr>
                        <a:rPr lang="en-US" sz="2400">
                          <a:latin typeface="Cambria Math" panose="02040503050406030204" pitchFamily="18" charset="0"/>
                          <a:cs typeface="Times New Roman" panose="02020603050405020304" pitchFamily="18" charset="0"/>
                        </a:rPr>
                        <m:t>cos</m:t>
                      </m:r>
                      <m:r>
                        <a:rPr lang="en-US" sz="2400">
                          <a:latin typeface="Cambria Math" panose="02040503050406030204" pitchFamily="18" charset="0"/>
                          <a:cs typeface="Times New Roman" panose="02020603050405020304" pitchFamily="18" charset="0"/>
                        </a:rPr>
                        <m:t> </m:t>
                      </m:r>
                      <m:r>
                        <m:rPr>
                          <m:sty m:val="p"/>
                        </m:rPr>
                        <a:rPr lang="en-US" sz="2400">
                          <a:latin typeface="Cambria Math" panose="02040503050406030204" pitchFamily="18" charset="0"/>
                          <a:ea typeface="Cambria Math" panose="02040503050406030204" pitchFamily="18" charset="0"/>
                          <a:cs typeface="Times New Roman" panose="02020603050405020304" pitchFamily="18" charset="0"/>
                        </a:rPr>
                        <m:t>θ</m:t>
                      </m:r>
                      <m:r>
                        <a:rPr lang="en-US" sz="2400">
                          <a:latin typeface="Cambria Math" panose="02040503050406030204" pitchFamily="18" charset="0"/>
                          <a:cs typeface="Times New Roman" panose="02020603050405020304" pitchFamily="18" charset="0"/>
                        </a:rPr>
                        <m:t>=</m:t>
                      </m:r>
                      <m:r>
                        <m:rPr>
                          <m:sty m:val="p"/>
                        </m:rPr>
                        <a:rPr lang="en-US" sz="2400">
                          <a:latin typeface="Cambria Math" panose="02040503050406030204" pitchFamily="18" charset="0"/>
                          <a:cs typeface="Times New Roman" panose="02020603050405020304" pitchFamily="18" charset="0"/>
                        </a:rPr>
                        <m:t>mg</m:t>
                      </m:r>
                      <m:r>
                        <a:rPr lang="en-US" sz="2400">
                          <a:latin typeface="Cambria Math" panose="02040503050406030204" pitchFamily="18" charset="0"/>
                          <a:cs typeface="Times New Roman" panose="02020603050405020304" pitchFamily="18" charset="0"/>
                        </a:rPr>
                        <m:t> </m:t>
                      </m:r>
                      <m:r>
                        <m:rPr>
                          <m:sty m:val="p"/>
                        </m:rPr>
                        <a:rPr lang="en-US" sz="2400">
                          <a:latin typeface="Cambria Math" panose="02040503050406030204" pitchFamily="18" charset="0"/>
                          <a:cs typeface="Times New Roman" panose="02020603050405020304" pitchFamily="18" charset="0"/>
                        </a:rPr>
                        <m:t>cos</m:t>
                      </m:r>
                      <m:r>
                        <a:rPr lang="en-US" sz="2400">
                          <a:latin typeface="Cambria Math" panose="02040503050406030204" pitchFamily="18" charset="0"/>
                          <a:cs typeface="Times New Roman" panose="02020603050405020304" pitchFamily="18" charset="0"/>
                        </a:rPr>
                        <m:t> </m:t>
                      </m:r>
                      <m:r>
                        <m:rPr>
                          <m:sty m:val="p"/>
                        </m:rPr>
                        <a:rPr lang="en-US" sz="2400">
                          <a:latin typeface="Cambria Math" panose="02040503050406030204" pitchFamily="18" charset="0"/>
                          <a:ea typeface="Cambria Math" panose="02040503050406030204" pitchFamily="18" charset="0"/>
                          <a:cs typeface="Times New Roman" panose="02020603050405020304" pitchFamily="18" charset="0"/>
                        </a:rPr>
                        <m:t>θ</m:t>
                      </m:r>
                    </m:oMath>
                  </m:oMathPara>
                </a14:m>
                <a:endParaRPr lang="en-US" sz="2400" dirty="0">
                  <a:latin typeface="Times New Roman" panose="02020603050405020304" pitchFamily="18" charset="0"/>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2587DD04-1251-706C-C803-748A7F304D47}"/>
                  </a:ext>
                </a:extLst>
              </p:cNvPr>
              <p:cNvSpPr txBox="1">
                <a:spLocks noRot="1" noChangeAspect="1" noMove="1" noResize="1" noEditPoints="1" noAdjustHandles="1" noChangeArrowheads="1" noChangeShapeType="1" noTextEdit="1"/>
              </p:cNvSpPr>
              <p:nvPr/>
            </p:nvSpPr>
            <p:spPr>
              <a:xfrm>
                <a:off x="4311665" y="5992037"/>
                <a:ext cx="3425566" cy="403316"/>
              </a:xfrm>
              <a:prstGeom prst="rect">
                <a:avLst/>
              </a:prstGeom>
              <a:blipFill>
                <a:blip r:embed="rId6"/>
                <a:stretch>
                  <a:fillRect l="-2135" b="-19697"/>
                </a:stretch>
              </a:blipFill>
            </p:spPr>
            <p:txBody>
              <a:bodyPr/>
              <a:lstStyle/>
              <a:p>
                <a:r>
                  <a:rPr lang="en-US">
                    <a:noFill/>
                  </a:rPr>
                  <a:t> </a:t>
                </a:r>
              </a:p>
            </p:txBody>
          </p:sp>
        </mc:Fallback>
      </mc:AlternateContent>
      <p:grpSp>
        <p:nvGrpSpPr>
          <p:cNvPr id="29" name="Group 28">
            <a:extLst>
              <a:ext uri="{FF2B5EF4-FFF2-40B4-BE49-F238E27FC236}">
                <a16:creationId xmlns:a16="http://schemas.microsoft.com/office/drawing/2014/main" id="{22C12BCE-DD90-B5A2-D4F2-23F5A2D2396E}"/>
              </a:ext>
            </a:extLst>
          </p:cNvPr>
          <p:cNvGrpSpPr/>
          <p:nvPr/>
        </p:nvGrpSpPr>
        <p:grpSpPr>
          <a:xfrm>
            <a:off x="10330526" y="4363449"/>
            <a:ext cx="623520" cy="696960"/>
            <a:chOff x="7673295" y="4363449"/>
            <a:chExt cx="623520" cy="696960"/>
          </a:xfrm>
        </p:grpSpPr>
        <mc:AlternateContent xmlns:mc="http://schemas.openxmlformats.org/markup-compatibility/2006" xmlns:p14="http://schemas.microsoft.com/office/powerpoint/2010/main">
          <mc:Choice Requires="p14">
            <p:contentPart p14:bwMode="auto" r:id="rId7">
              <p14:nvContentPartPr>
                <p14:cNvPr id="16" name="Ink 15">
                  <a:extLst>
                    <a:ext uri="{FF2B5EF4-FFF2-40B4-BE49-F238E27FC236}">
                      <a16:creationId xmlns:a16="http://schemas.microsoft.com/office/drawing/2014/main" id="{25800DBC-5CCB-D0D4-8AF9-DDE92C0AAE27}"/>
                    </a:ext>
                  </a:extLst>
                </p14:cNvPr>
                <p14:cNvContentPartPr/>
                <p14:nvPr/>
              </p14:nvContentPartPr>
              <p14:xfrm>
                <a:off x="7673295" y="4363449"/>
                <a:ext cx="37440" cy="47880"/>
              </p14:xfrm>
            </p:contentPart>
          </mc:Choice>
          <mc:Fallback xmlns="">
            <p:pic>
              <p:nvPicPr>
                <p:cNvPr id="16" name="Ink 15">
                  <a:extLst>
                    <a:ext uri="{FF2B5EF4-FFF2-40B4-BE49-F238E27FC236}">
                      <a16:creationId xmlns:a16="http://schemas.microsoft.com/office/drawing/2014/main" id="{25800DBC-5CCB-D0D4-8AF9-DDE92C0AAE27}"/>
                    </a:ext>
                  </a:extLst>
                </p:cNvPr>
                <p:cNvPicPr/>
                <p:nvPr/>
              </p:nvPicPr>
              <p:blipFill>
                <a:blip r:embed="rId8"/>
                <a:stretch>
                  <a:fillRect/>
                </a:stretch>
              </p:blipFill>
              <p:spPr>
                <a:xfrm>
                  <a:off x="7655295" y="4345809"/>
                  <a:ext cx="7308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7" name="Ink 16">
                  <a:extLst>
                    <a:ext uri="{FF2B5EF4-FFF2-40B4-BE49-F238E27FC236}">
                      <a16:creationId xmlns:a16="http://schemas.microsoft.com/office/drawing/2014/main" id="{4FEE9755-9F85-7958-0456-D9D5CC4D9391}"/>
                    </a:ext>
                  </a:extLst>
                </p14:cNvPr>
                <p14:cNvContentPartPr/>
                <p14:nvPr/>
              </p14:nvContentPartPr>
              <p14:xfrm>
                <a:off x="7760775" y="4484409"/>
                <a:ext cx="72000" cy="66240"/>
              </p14:xfrm>
            </p:contentPart>
          </mc:Choice>
          <mc:Fallback xmlns="">
            <p:pic>
              <p:nvPicPr>
                <p:cNvPr id="17" name="Ink 16">
                  <a:extLst>
                    <a:ext uri="{FF2B5EF4-FFF2-40B4-BE49-F238E27FC236}">
                      <a16:creationId xmlns:a16="http://schemas.microsoft.com/office/drawing/2014/main" id="{4FEE9755-9F85-7958-0456-D9D5CC4D9391}"/>
                    </a:ext>
                  </a:extLst>
                </p:cNvPr>
                <p:cNvPicPr/>
                <p:nvPr/>
              </p:nvPicPr>
              <p:blipFill>
                <a:blip r:embed="rId10"/>
                <a:stretch>
                  <a:fillRect/>
                </a:stretch>
              </p:blipFill>
              <p:spPr>
                <a:xfrm>
                  <a:off x="7743135" y="4466769"/>
                  <a:ext cx="107640"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8" name="Ink 17">
                  <a:extLst>
                    <a:ext uri="{FF2B5EF4-FFF2-40B4-BE49-F238E27FC236}">
                      <a16:creationId xmlns:a16="http://schemas.microsoft.com/office/drawing/2014/main" id="{ABE100FC-AF68-040B-5849-3B2FE1F0AF2C}"/>
                    </a:ext>
                  </a:extLst>
                </p14:cNvPr>
                <p14:cNvContentPartPr/>
                <p14:nvPr/>
              </p14:nvContentPartPr>
              <p14:xfrm>
                <a:off x="7886775" y="4624449"/>
                <a:ext cx="41040" cy="89640"/>
              </p14:xfrm>
            </p:contentPart>
          </mc:Choice>
          <mc:Fallback xmlns="">
            <p:pic>
              <p:nvPicPr>
                <p:cNvPr id="18" name="Ink 17">
                  <a:extLst>
                    <a:ext uri="{FF2B5EF4-FFF2-40B4-BE49-F238E27FC236}">
                      <a16:creationId xmlns:a16="http://schemas.microsoft.com/office/drawing/2014/main" id="{ABE100FC-AF68-040B-5849-3B2FE1F0AF2C}"/>
                    </a:ext>
                  </a:extLst>
                </p:cNvPr>
                <p:cNvPicPr/>
                <p:nvPr/>
              </p:nvPicPr>
              <p:blipFill>
                <a:blip r:embed="rId12"/>
                <a:stretch>
                  <a:fillRect/>
                </a:stretch>
              </p:blipFill>
              <p:spPr>
                <a:xfrm>
                  <a:off x="7868775" y="4606449"/>
                  <a:ext cx="7668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9" name="Ink 18">
                  <a:extLst>
                    <a:ext uri="{FF2B5EF4-FFF2-40B4-BE49-F238E27FC236}">
                      <a16:creationId xmlns:a16="http://schemas.microsoft.com/office/drawing/2014/main" id="{FD146D5D-469D-D11B-DA8F-E5B68869635B}"/>
                    </a:ext>
                  </a:extLst>
                </p14:cNvPr>
                <p14:cNvContentPartPr/>
                <p14:nvPr/>
              </p14:nvContentPartPr>
              <p14:xfrm>
                <a:off x="7999455" y="4816329"/>
                <a:ext cx="47520" cy="89640"/>
              </p14:xfrm>
            </p:contentPart>
          </mc:Choice>
          <mc:Fallback xmlns="">
            <p:pic>
              <p:nvPicPr>
                <p:cNvPr id="19" name="Ink 18">
                  <a:extLst>
                    <a:ext uri="{FF2B5EF4-FFF2-40B4-BE49-F238E27FC236}">
                      <a16:creationId xmlns:a16="http://schemas.microsoft.com/office/drawing/2014/main" id="{FD146D5D-469D-D11B-DA8F-E5B68869635B}"/>
                    </a:ext>
                  </a:extLst>
                </p:cNvPr>
                <p:cNvPicPr/>
                <p:nvPr/>
              </p:nvPicPr>
              <p:blipFill>
                <a:blip r:embed="rId14"/>
                <a:stretch>
                  <a:fillRect/>
                </a:stretch>
              </p:blipFill>
              <p:spPr>
                <a:xfrm>
                  <a:off x="7981815" y="4798329"/>
                  <a:ext cx="8316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0" name="Ink 19">
                  <a:extLst>
                    <a:ext uri="{FF2B5EF4-FFF2-40B4-BE49-F238E27FC236}">
                      <a16:creationId xmlns:a16="http://schemas.microsoft.com/office/drawing/2014/main" id="{6A4A70F1-B341-1481-9562-8288E91D7BA4}"/>
                    </a:ext>
                  </a:extLst>
                </p14:cNvPr>
                <p14:cNvContentPartPr/>
                <p14:nvPr/>
              </p14:nvContentPartPr>
              <p14:xfrm>
                <a:off x="8093055" y="4998129"/>
                <a:ext cx="27360" cy="62280"/>
              </p14:xfrm>
            </p:contentPart>
          </mc:Choice>
          <mc:Fallback xmlns="">
            <p:pic>
              <p:nvPicPr>
                <p:cNvPr id="20" name="Ink 19">
                  <a:extLst>
                    <a:ext uri="{FF2B5EF4-FFF2-40B4-BE49-F238E27FC236}">
                      <a16:creationId xmlns:a16="http://schemas.microsoft.com/office/drawing/2014/main" id="{6A4A70F1-B341-1481-9562-8288E91D7BA4}"/>
                    </a:ext>
                  </a:extLst>
                </p:cNvPr>
                <p:cNvPicPr/>
                <p:nvPr/>
              </p:nvPicPr>
              <p:blipFill>
                <a:blip r:embed="rId16"/>
                <a:stretch>
                  <a:fillRect/>
                </a:stretch>
              </p:blipFill>
              <p:spPr>
                <a:xfrm>
                  <a:off x="8075415" y="4980489"/>
                  <a:ext cx="6300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1" name="Ink 20">
                  <a:extLst>
                    <a:ext uri="{FF2B5EF4-FFF2-40B4-BE49-F238E27FC236}">
                      <a16:creationId xmlns:a16="http://schemas.microsoft.com/office/drawing/2014/main" id="{139A341E-63F6-2289-2FCB-D17F6115C25B}"/>
                    </a:ext>
                  </a:extLst>
                </p14:cNvPr>
                <p14:cNvContentPartPr/>
                <p14:nvPr/>
              </p14:nvContentPartPr>
              <p14:xfrm>
                <a:off x="8035815" y="4907769"/>
                <a:ext cx="101160" cy="134280"/>
              </p14:xfrm>
            </p:contentPart>
          </mc:Choice>
          <mc:Fallback xmlns="">
            <p:pic>
              <p:nvPicPr>
                <p:cNvPr id="21" name="Ink 20">
                  <a:extLst>
                    <a:ext uri="{FF2B5EF4-FFF2-40B4-BE49-F238E27FC236}">
                      <a16:creationId xmlns:a16="http://schemas.microsoft.com/office/drawing/2014/main" id="{139A341E-63F6-2289-2FCB-D17F6115C25B}"/>
                    </a:ext>
                  </a:extLst>
                </p:cNvPr>
                <p:cNvPicPr/>
                <p:nvPr/>
              </p:nvPicPr>
              <p:blipFill>
                <a:blip r:embed="rId18"/>
                <a:stretch>
                  <a:fillRect/>
                </a:stretch>
              </p:blipFill>
              <p:spPr>
                <a:xfrm>
                  <a:off x="8018175" y="4889769"/>
                  <a:ext cx="136800"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3" name="Ink 22">
                  <a:extLst>
                    <a:ext uri="{FF2B5EF4-FFF2-40B4-BE49-F238E27FC236}">
                      <a16:creationId xmlns:a16="http://schemas.microsoft.com/office/drawing/2014/main" id="{4CFE4D4D-CEFB-6BEA-C110-734C86D71BA5}"/>
                    </a:ext>
                  </a:extLst>
                </p14:cNvPr>
                <p14:cNvContentPartPr/>
                <p14:nvPr/>
              </p14:nvContentPartPr>
              <p14:xfrm>
                <a:off x="8043375" y="4374249"/>
                <a:ext cx="253440" cy="293040"/>
              </p14:xfrm>
            </p:contentPart>
          </mc:Choice>
          <mc:Fallback xmlns="">
            <p:pic>
              <p:nvPicPr>
                <p:cNvPr id="23" name="Ink 22">
                  <a:extLst>
                    <a:ext uri="{FF2B5EF4-FFF2-40B4-BE49-F238E27FC236}">
                      <a16:creationId xmlns:a16="http://schemas.microsoft.com/office/drawing/2014/main" id="{4CFE4D4D-CEFB-6BEA-C110-734C86D71BA5}"/>
                    </a:ext>
                  </a:extLst>
                </p:cNvPr>
                <p:cNvPicPr/>
                <p:nvPr/>
              </p:nvPicPr>
              <p:blipFill>
                <a:blip r:embed="rId20"/>
                <a:stretch>
                  <a:fillRect/>
                </a:stretch>
              </p:blipFill>
              <p:spPr>
                <a:xfrm>
                  <a:off x="8025735" y="4356249"/>
                  <a:ext cx="289080" cy="32868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7" name="Ink 26">
                  <a:extLst>
                    <a:ext uri="{FF2B5EF4-FFF2-40B4-BE49-F238E27FC236}">
                      <a16:creationId xmlns:a16="http://schemas.microsoft.com/office/drawing/2014/main" id="{ACCFA4C2-60BD-4351-01B2-BB15E340CB27}"/>
                    </a:ext>
                  </a:extLst>
                </p14:cNvPr>
                <p14:cNvContentPartPr/>
                <p14:nvPr/>
              </p14:nvContentPartPr>
              <p14:xfrm>
                <a:off x="7698855" y="4547769"/>
                <a:ext cx="133560" cy="98640"/>
              </p14:xfrm>
            </p:contentPart>
          </mc:Choice>
          <mc:Fallback xmlns="">
            <p:pic>
              <p:nvPicPr>
                <p:cNvPr id="27" name="Ink 26">
                  <a:extLst>
                    <a:ext uri="{FF2B5EF4-FFF2-40B4-BE49-F238E27FC236}">
                      <a16:creationId xmlns:a16="http://schemas.microsoft.com/office/drawing/2014/main" id="{ACCFA4C2-60BD-4351-01B2-BB15E340CB27}"/>
                    </a:ext>
                  </a:extLst>
                </p:cNvPr>
                <p:cNvPicPr/>
                <p:nvPr/>
              </p:nvPicPr>
              <p:blipFill>
                <a:blip r:embed="rId22"/>
                <a:stretch>
                  <a:fillRect/>
                </a:stretch>
              </p:blipFill>
              <p:spPr>
                <a:xfrm>
                  <a:off x="7681215" y="4530129"/>
                  <a:ext cx="16920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8" name="Ink 27">
                  <a:extLst>
                    <a:ext uri="{FF2B5EF4-FFF2-40B4-BE49-F238E27FC236}">
                      <a16:creationId xmlns:a16="http://schemas.microsoft.com/office/drawing/2014/main" id="{4E14E768-C24C-8388-EC4C-AEAA11CCD6F0}"/>
                    </a:ext>
                  </a:extLst>
                </p14:cNvPr>
                <p14:cNvContentPartPr/>
                <p14:nvPr/>
              </p14:nvContentPartPr>
              <p14:xfrm>
                <a:off x="7685175" y="4699689"/>
                <a:ext cx="155160" cy="130320"/>
              </p14:xfrm>
            </p:contentPart>
          </mc:Choice>
          <mc:Fallback xmlns="">
            <p:pic>
              <p:nvPicPr>
                <p:cNvPr id="28" name="Ink 27">
                  <a:extLst>
                    <a:ext uri="{FF2B5EF4-FFF2-40B4-BE49-F238E27FC236}">
                      <a16:creationId xmlns:a16="http://schemas.microsoft.com/office/drawing/2014/main" id="{4E14E768-C24C-8388-EC4C-AEAA11CCD6F0}"/>
                    </a:ext>
                  </a:extLst>
                </p:cNvPr>
                <p:cNvPicPr/>
                <p:nvPr/>
              </p:nvPicPr>
              <p:blipFill>
                <a:blip r:embed="rId24"/>
                <a:stretch>
                  <a:fillRect/>
                </a:stretch>
              </p:blipFill>
              <p:spPr>
                <a:xfrm>
                  <a:off x="7667535" y="4682049"/>
                  <a:ext cx="190800" cy="165960"/>
                </a:xfrm>
                <a:prstGeom prst="rect">
                  <a:avLst/>
                </a:prstGeom>
              </p:spPr>
            </p:pic>
          </mc:Fallback>
        </mc:AlternateContent>
      </p:grpSp>
      <p:grpSp>
        <p:nvGrpSpPr>
          <p:cNvPr id="32" name="Group 31">
            <a:extLst>
              <a:ext uri="{FF2B5EF4-FFF2-40B4-BE49-F238E27FC236}">
                <a16:creationId xmlns:a16="http://schemas.microsoft.com/office/drawing/2014/main" id="{436DAD38-B52E-8DD5-AC9B-3FF0065B9C97}"/>
              </a:ext>
            </a:extLst>
          </p:cNvPr>
          <p:cNvGrpSpPr/>
          <p:nvPr/>
        </p:nvGrpSpPr>
        <p:grpSpPr>
          <a:xfrm>
            <a:off x="11028926" y="4478689"/>
            <a:ext cx="80280" cy="213480"/>
            <a:chOff x="8355855" y="4450569"/>
            <a:chExt cx="80280" cy="213480"/>
          </a:xfrm>
        </p:grpSpPr>
        <mc:AlternateContent xmlns:mc="http://schemas.openxmlformats.org/markup-compatibility/2006" xmlns:p14="http://schemas.microsoft.com/office/powerpoint/2010/main">
          <mc:Choice Requires="p14">
            <p:contentPart p14:bwMode="auto" r:id="rId25">
              <p14:nvContentPartPr>
                <p14:cNvPr id="30" name="Ink 29">
                  <a:extLst>
                    <a:ext uri="{FF2B5EF4-FFF2-40B4-BE49-F238E27FC236}">
                      <a16:creationId xmlns:a16="http://schemas.microsoft.com/office/drawing/2014/main" id="{7E098021-ED45-2040-A964-25CE9ADB9FA5}"/>
                    </a:ext>
                  </a:extLst>
                </p14:cNvPr>
                <p14:cNvContentPartPr/>
                <p14:nvPr/>
              </p14:nvContentPartPr>
              <p14:xfrm>
                <a:off x="8355855" y="4480449"/>
                <a:ext cx="47880" cy="62280"/>
              </p14:xfrm>
            </p:contentPart>
          </mc:Choice>
          <mc:Fallback xmlns="">
            <p:pic>
              <p:nvPicPr>
                <p:cNvPr id="30" name="Ink 29">
                  <a:extLst>
                    <a:ext uri="{FF2B5EF4-FFF2-40B4-BE49-F238E27FC236}">
                      <a16:creationId xmlns:a16="http://schemas.microsoft.com/office/drawing/2014/main" id="{7E098021-ED45-2040-A964-25CE9ADB9FA5}"/>
                    </a:ext>
                  </a:extLst>
                </p:cNvPr>
                <p:cNvPicPr/>
                <p:nvPr/>
              </p:nvPicPr>
              <p:blipFill>
                <a:blip r:embed="rId26"/>
                <a:stretch>
                  <a:fillRect/>
                </a:stretch>
              </p:blipFill>
              <p:spPr>
                <a:xfrm>
                  <a:off x="8337855" y="4462449"/>
                  <a:ext cx="8352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31" name="Ink 30">
                  <a:extLst>
                    <a:ext uri="{FF2B5EF4-FFF2-40B4-BE49-F238E27FC236}">
                      <a16:creationId xmlns:a16="http://schemas.microsoft.com/office/drawing/2014/main" id="{BA36DE12-9192-8EAE-CC6E-42ED6BA5DDFF}"/>
                    </a:ext>
                  </a:extLst>
                </p14:cNvPr>
                <p14:cNvContentPartPr/>
                <p14:nvPr/>
              </p14:nvContentPartPr>
              <p14:xfrm>
                <a:off x="8406255" y="4450569"/>
                <a:ext cx="29880" cy="213480"/>
              </p14:xfrm>
            </p:contentPart>
          </mc:Choice>
          <mc:Fallback xmlns="">
            <p:pic>
              <p:nvPicPr>
                <p:cNvPr id="31" name="Ink 30">
                  <a:extLst>
                    <a:ext uri="{FF2B5EF4-FFF2-40B4-BE49-F238E27FC236}">
                      <a16:creationId xmlns:a16="http://schemas.microsoft.com/office/drawing/2014/main" id="{BA36DE12-9192-8EAE-CC6E-42ED6BA5DDFF}"/>
                    </a:ext>
                  </a:extLst>
                </p:cNvPr>
                <p:cNvPicPr/>
                <p:nvPr/>
              </p:nvPicPr>
              <p:blipFill>
                <a:blip r:embed="rId28"/>
                <a:stretch>
                  <a:fillRect/>
                </a:stretch>
              </p:blipFill>
              <p:spPr>
                <a:xfrm>
                  <a:off x="8388615" y="4432929"/>
                  <a:ext cx="65520" cy="249120"/>
                </a:xfrm>
                <a:prstGeom prst="rect">
                  <a:avLst/>
                </a:prstGeom>
              </p:spPr>
            </p:pic>
          </mc:Fallback>
        </mc:AlternateContent>
      </p:grpSp>
      <p:grpSp>
        <p:nvGrpSpPr>
          <p:cNvPr id="41" name="Group 40">
            <a:extLst>
              <a:ext uri="{FF2B5EF4-FFF2-40B4-BE49-F238E27FC236}">
                <a16:creationId xmlns:a16="http://schemas.microsoft.com/office/drawing/2014/main" id="{89714A51-FB78-D7F3-A5AE-AE7AA035F3DF}"/>
              </a:ext>
            </a:extLst>
          </p:cNvPr>
          <p:cNvGrpSpPr/>
          <p:nvPr/>
        </p:nvGrpSpPr>
        <p:grpSpPr>
          <a:xfrm>
            <a:off x="10347086" y="5091729"/>
            <a:ext cx="692640" cy="361800"/>
            <a:chOff x="7689855" y="5091729"/>
            <a:chExt cx="692640" cy="361800"/>
          </a:xfrm>
        </p:grpSpPr>
        <mc:AlternateContent xmlns:mc="http://schemas.openxmlformats.org/markup-compatibility/2006" xmlns:p14="http://schemas.microsoft.com/office/powerpoint/2010/main">
          <mc:Choice Requires="p14">
            <p:contentPart p14:bwMode="auto" r:id="rId29">
              <p14:nvContentPartPr>
                <p14:cNvPr id="33" name="Ink 32">
                  <a:extLst>
                    <a:ext uri="{FF2B5EF4-FFF2-40B4-BE49-F238E27FC236}">
                      <a16:creationId xmlns:a16="http://schemas.microsoft.com/office/drawing/2014/main" id="{08F6D97B-0C4E-61DF-D592-3ECC19716F30}"/>
                    </a:ext>
                  </a:extLst>
                </p14:cNvPr>
                <p14:cNvContentPartPr/>
                <p14:nvPr/>
              </p14:nvContentPartPr>
              <p14:xfrm>
                <a:off x="7689855" y="5361009"/>
                <a:ext cx="75240" cy="34200"/>
              </p14:xfrm>
            </p:contentPart>
          </mc:Choice>
          <mc:Fallback xmlns="">
            <p:pic>
              <p:nvPicPr>
                <p:cNvPr id="33" name="Ink 32">
                  <a:extLst>
                    <a:ext uri="{FF2B5EF4-FFF2-40B4-BE49-F238E27FC236}">
                      <a16:creationId xmlns:a16="http://schemas.microsoft.com/office/drawing/2014/main" id="{08F6D97B-0C4E-61DF-D592-3ECC19716F30}"/>
                    </a:ext>
                  </a:extLst>
                </p:cNvPr>
                <p:cNvPicPr/>
                <p:nvPr/>
              </p:nvPicPr>
              <p:blipFill>
                <a:blip r:embed="rId30"/>
                <a:stretch>
                  <a:fillRect/>
                </a:stretch>
              </p:blipFill>
              <p:spPr>
                <a:xfrm>
                  <a:off x="7671855" y="5343369"/>
                  <a:ext cx="110880" cy="6984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34" name="Ink 33">
                  <a:extLst>
                    <a:ext uri="{FF2B5EF4-FFF2-40B4-BE49-F238E27FC236}">
                      <a16:creationId xmlns:a16="http://schemas.microsoft.com/office/drawing/2014/main" id="{501F57E2-6D30-B240-C87E-EE7D57E8EAC3}"/>
                    </a:ext>
                  </a:extLst>
                </p14:cNvPr>
                <p14:cNvContentPartPr/>
                <p14:nvPr/>
              </p14:nvContentPartPr>
              <p14:xfrm>
                <a:off x="7839255" y="5265969"/>
                <a:ext cx="72720" cy="53280"/>
              </p14:xfrm>
            </p:contentPart>
          </mc:Choice>
          <mc:Fallback xmlns="">
            <p:pic>
              <p:nvPicPr>
                <p:cNvPr id="34" name="Ink 33">
                  <a:extLst>
                    <a:ext uri="{FF2B5EF4-FFF2-40B4-BE49-F238E27FC236}">
                      <a16:creationId xmlns:a16="http://schemas.microsoft.com/office/drawing/2014/main" id="{501F57E2-6D30-B240-C87E-EE7D57E8EAC3}"/>
                    </a:ext>
                  </a:extLst>
                </p:cNvPr>
                <p:cNvPicPr/>
                <p:nvPr/>
              </p:nvPicPr>
              <p:blipFill>
                <a:blip r:embed="rId32"/>
                <a:stretch>
                  <a:fillRect/>
                </a:stretch>
              </p:blipFill>
              <p:spPr>
                <a:xfrm>
                  <a:off x="7821615" y="5248329"/>
                  <a:ext cx="108360" cy="889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35" name="Ink 34">
                  <a:extLst>
                    <a:ext uri="{FF2B5EF4-FFF2-40B4-BE49-F238E27FC236}">
                      <a16:creationId xmlns:a16="http://schemas.microsoft.com/office/drawing/2014/main" id="{A9527C9C-72A2-A532-DAD4-28B11E2F8394}"/>
                    </a:ext>
                  </a:extLst>
                </p14:cNvPr>
                <p14:cNvContentPartPr/>
                <p14:nvPr/>
              </p14:nvContentPartPr>
              <p14:xfrm>
                <a:off x="7998375" y="5139609"/>
                <a:ext cx="89640" cy="74880"/>
              </p14:xfrm>
            </p:contentPart>
          </mc:Choice>
          <mc:Fallback xmlns="">
            <p:pic>
              <p:nvPicPr>
                <p:cNvPr id="35" name="Ink 34">
                  <a:extLst>
                    <a:ext uri="{FF2B5EF4-FFF2-40B4-BE49-F238E27FC236}">
                      <a16:creationId xmlns:a16="http://schemas.microsoft.com/office/drawing/2014/main" id="{A9527C9C-72A2-A532-DAD4-28B11E2F8394}"/>
                    </a:ext>
                  </a:extLst>
                </p:cNvPr>
                <p:cNvPicPr/>
                <p:nvPr/>
              </p:nvPicPr>
              <p:blipFill>
                <a:blip r:embed="rId34"/>
                <a:stretch>
                  <a:fillRect/>
                </a:stretch>
              </p:blipFill>
              <p:spPr>
                <a:xfrm>
                  <a:off x="7980735" y="5121969"/>
                  <a:ext cx="12528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36" name="Ink 35">
                  <a:extLst>
                    <a:ext uri="{FF2B5EF4-FFF2-40B4-BE49-F238E27FC236}">
                      <a16:creationId xmlns:a16="http://schemas.microsoft.com/office/drawing/2014/main" id="{0D903E4E-0C1F-0B36-740D-D025681ADEEA}"/>
                    </a:ext>
                  </a:extLst>
                </p14:cNvPr>
                <p14:cNvContentPartPr/>
                <p14:nvPr/>
              </p14:nvContentPartPr>
              <p14:xfrm>
                <a:off x="8108535" y="5091729"/>
                <a:ext cx="21600" cy="14760"/>
              </p14:xfrm>
            </p:contentPart>
          </mc:Choice>
          <mc:Fallback xmlns="">
            <p:pic>
              <p:nvPicPr>
                <p:cNvPr id="36" name="Ink 35">
                  <a:extLst>
                    <a:ext uri="{FF2B5EF4-FFF2-40B4-BE49-F238E27FC236}">
                      <a16:creationId xmlns:a16="http://schemas.microsoft.com/office/drawing/2014/main" id="{0D903E4E-0C1F-0B36-740D-D025681ADEEA}"/>
                    </a:ext>
                  </a:extLst>
                </p:cNvPr>
                <p:cNvPicPr/>
                <p:nvPr/>
              </p:nvPicPr>
              <p:blipFill>
                <a:blip r:embed="rId36"/>
                <a:stretch>
                  <a:fillRect/>
                </a:stretch>
              </p:blipFill>
              <p:spPr>
                <a:xfrm>
                  <a:off x="8090895" y="5074089"/>
                  <a:ext cx="5724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37" name="Ink 36">
                  <a:extLst>
                    <a:ext uri="{FF2B5EF4-FFF2-40B4-BE49-F238E27FC236}">
                      <a16:creationId xmlns:a16="http://schemas.microsoft.com/office/drawing/2014/main" id="{07D50601-1B26-5730-DF93-312AE738D9BF}"/>
                    </a:ext>
                  </a:extLst>
                </p14:cNvPr>
                <p14:cNvContentPartPr/>
                <p14:nvPr/>
              </p14:nvContentPartPr>
              <p14:xfrm>
                <a:off x="7698855" y="5269209"/>
                <a:ext cx="119520" cy="157320"/>
              </p14:xfrm>
            </p:contentPart>
          </mc:Choice>
          <mc:Fallback xmlns="">
            <p:pic>
              <p:nvPicPr>
                <p:cNvPr id="37" name="Ink 36">
                  <a:extLst>
                    <a:ext uri="{FF2B5EF4-FFF2-40B4-BE49-F238E27FC236}">
                      <a16:creationId xmlns:a16="http://schemas.microsoft.com/office/drawing/2014/main" id="{07D50601-1B26-5730-DF93-312AE738D9BF}"/>
                    </a:ext>
                  </a:extLst>
                </p:cNvPr>
                <p:cNvPicPr/>
                <p:nvPr/>
              </p:nvPicPr>
              <p:blipFill>
                <a:blip r:embed="rId38"/>
                <a:stretch>
                  <a:fillRect/>
                </a:stretch>
              </p:blipFill>
              <p:spPr>
                <a:xfrm>
                  <a:off x="7681215" y="5251209"/>
                  <a:ext cx="155160" cy="19296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38" name="Ink 37">
                  <a:extLst>
                    <a:ext uri="{FF2B5EF4-FFF2-40B4-BE49-F238E27FC236}">
                      <a16:creationId xmlns:a16="http://schemas.microsoft.com/office/drawing/2014/main" id="{DBA0ABD5-B0E1-BE5E-5093-4E25F1680716}"/>
                    </a:ext>
                  </a:extLst>
                </p14:cNvPr>
                <p14:cNvContentPartPr/>
                <p14:nvPr/>
              </p14:nvContentPartPr>
              <p14:xfrm>
                <a:off x="8030415" y="5202969"/>
                <a:ext cx="199080" cy="250560"/>
              </p14:xfrm>
            </p:contentPart>
          </mc:Choice>
          <mc:Fallback xmlns="">
            <p:pic>
              <p:nvPicPr>
                <p:cNvPr id="38" name="Ink 37">
                  <a:extLst>
                    <a:ext uri="{FF2B5EF4-FFF2-40B4-BE49-F238E27FC236}">
                      <a16:creationId xmlns:a16="http://schemas.microsoft.com/office/drawing/2014/main" id="{DBA0ABD5-B0E1-BE5E-5093-4E25F1680716}"/>
                    </a:ext>
                  </a:extLst>
                </p:cNvPr>
                <p:cNvPicPr/>
                <p:nvPr/>
              </p:nvPicPr>
              <p:blipFill>
                <a:blip r:embed="rId40"/>
                <a:stretch>
                  <a:fillRect/>
                </a:stretch>
              </p:blipFill>
              <p:spPr>
                <a:xfrm>
                  <a:off x="8012775" y="5185329"/>
                  <a:ext cx="234720" cy="2862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39" name="Ink 38">
                  <a:extLst>
                    <a:ext uri="{FF2B5EF4-FFF2-40B4-BE49-F238E27FC236}">
                      <a16:creationId xmlns:a16="http://schemas.microsoft.com/office/drawing/2014/main" id="{85E58604-93C7-5FB9-697F-B02F2C1091B3}"/>
                    </a:ext>
                  </a:extLst>
                </p14:cNvPr>
                <p14:cNvContentPartPr/>
                <p14:nvPr/>
              </p14:nvContentPartPr>
              <p14:xfrm>
                <a:off x="8295375" y="5258049"/>
                <a:ext cx="87120" cy="34200"/>
              </p14:xfrm>
            </p:contentPart>
          </mc:Choice>
          <mc:Fallback xmlns="">
            <p:pic>
              <p:nvPicPr>
                <p:cNvPr id="39" name="Ink 38">
                  <a:extLst>
                    <a:ext uri="{FF2B5EF4-FFF2-40B4-BE49-F238E27FC236}">
                      <a16:creationId xmlns:a16="http://schemas.microsoft.com/office/drawing/2014/main" id="{85E58604-93C7-5FB9-697F-B02F2C1091B3}"/>
                    </a:ext>
                  </a:extLst>
                </p:cNvPr>
                <p:cNvPicPr/>
                <p:nvPr/>
              </p:nvPicPr>
              <p:blipFill>
                <a:blip r:embed="rId42"/>
                <a:stretch>
                  <a:fillRect/>
                </a:stretch>
              </p:blipFill>
              <p:spPr>
                <a:xfrm>
                  <a:off x="8277735" y="5240409"/>
                  <a:ext cx="122760" cy="6984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40" name="Ink 39">
                  <a:extLst>
                    <a:ext uri="{FF2B5EF4-FFF2-40B4-BE49-F238E27FC236}">
                      <a16:creationId xmlns:a16="http://schemas.microsoft.com/office/drawing/2014/main" id="{3EB1F5F6-804D-A736-40B6-2E798F827F90}"/>
                    </a:ext>
                  </a:extLst>
                </p14:cNvPr>
                <p14:cNvContentPartPr/>
                <p14:nvPr/>
              </p14:nvContentPartPr>
              <p14:xfrm>
                <a:off x="8328135" y="5199369"/>
                <a:ext cx="43560" cy="158040"/>
              </p14:xfrm>
            </p:contentPart>
          </mc:Choice>
          <mc:Fallback xmlns="">
            <p:pic>
              <p:nvPicPr>
                <p:cNvPr id="40" name="Ink 39">
                  <a:extLst>
                    <a:ext uri="{FF2B5EF4-FFF2-40B4-BE49-F238E27FC236}">
                      <a16:creationId xmlns:a16="http://schemas.microsoft.com/office/drawing/2014/main" id="{3EB1F5F6-804D-A736-40B6-2E798F827F90}"/>
                    </a:ext>
                  </a:extLst>
                </p:cNvPr>
                <p:cNvPicPr/>
                <p:nvPr/>
              </p:nvPicPr>
              <p:blipFill>
                <a:blip r:embed="rId44"/>
                <a:stretch>
                  <a:fillRect/>
                </a:stretch>
              </p:blipFill>
              <p:spPr>
                <a:xfrm>
                  <a:off x="8310495" y="5181729"/>
                  <a:ext cx="79200" cy="193680"/>
                </a:xfrm>
                <a:prstGeom prst="rect">
                  <a:avLst/>
                </a:prstGeom>
              </p:spPr>
            </p:pic>
          </mc:Fallback>
        </mc:AlternateContent>
      </p:grpSp>
      <p:grpSp>
        <p:nvGrpSpPr>
          <p:cNvPr id="44" name="Group 43">
            <a:extLst>
              <a:ext uri="{FF2B5EF4-FFF2-40B4-BE49-F238E27FC236}">
                <a16:creationId xmlns:a16="http://schemas.microsoft.com/office/drawing/2014/main" id="{B38A7273-AA6D-12B5-F15D-16A2763C5386}"/>
              </a:ext>
            </a:extLst>
          </p:cNvPr>
          <p:cNvGrpSpPr/>
          <p:nvPr/>
        </p:nvGrpSpPr>
        <p:grpSpPr>
          <a:xfrm>
            <a:off x="9498566" y="4368489"/>
            <a:ext cx="1987560" cy="2280600"/>
            <a:chOff x="6841335" y="4368489"/>
            <a:chExt cx="1987560" cy="2280600"/>
          </a:xfrm>
        </p:grpSpPr>
        <mc:AlternateContent xmlns:mc="http://schemas.openxmlformats.org/markup-compatibility/2006" xmlns:p14="http://schemas.microsoft.com/office/powerpoint/2010/main">
          <mc:Choice Requires="p14">
            <p:contentPart p14:bwMode="auto" r:id="rId45">
              <p14:nvContentPartPr>
                <p14:cNvPr id="3" name="Ink 2">
                  <a:extLst>
                    <a:ext uri="{FF2B5EF4-FFF2-40B4-BE49-F238E27FC236}">
                      <a16:creationId xmlns:a16="http://schemas.microsoft.com/office/drawing/2014/main" id="{9DDF287A-A0B6-09FC-45FC-EB110F798071}"/>
                    </a:ext>
                  </a:extLst>
                </p14:cNvPr>
                <p14:cNvContentPartPr/>
                <p14:nvPr/>
              </p14:nvContentPartPr>
              <p14:xfrm>
                <a:off x="7633335" y="4368489"/>
                <a:ext cx="48600" cy="1009080"/>
              </p14:xfrm>
            </p:contentPart>
          </mc:Choice>
          <mc:Fallback xmlns="">
            <p:pic>
              <p:nvPicPr>
                <p:cNvPr id="3" name="Ink 2">
                  <a:extLst>
                    <a:ext uri="{FF2B5EF4-FFF2-40B4-BE49-F238E27FC236}">
                      <a16:creationId xmlns:a16="http://schemas.microsoft.com/office/drawing/2014/main" id="{9DDF287A-A0B6-09FC-45FC-EB110F798071}"/>
                    </a:ext>
                  </a:extLst>
                </p:cNvPr>
                <p:cNvPicPr/>
                <p:nvPr/>
              </p:nvPicPr>
              <p:blipFill>
                <a:blip r:embed="rId46"/>
                <a:stretch>
                  <a:fillRect/>
                </a:stretch>
              </p:blipFill>
              <p:spPr>
                <a:xfrm>
                  <a:off x="7615695" y="4350489"/>
                  <a:ext cx="84240" cy="104472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6" name="Ink 5">
                  <a:extLst>
                    <a:ext uri="{FF2B5EF4-FFF2-40B4-BE49-F238E27FC236}">
                      <a16:creationId xmlns:a16="http://schemas.microsoft.com/office/drawing/2014/main" id="{D0462AB0-192F-1F0A-CB05-3A7AF9FDD9BE}"/>
                    </a:ext>
                  </a:extLst>
                </p14:cNvPr>
                <p14:cNvContentPartPr/>
                <p14:nvPr/>
              </p14:nvContentPartPr>
              <p14:xfrm>
                <a:off x="7514175" y="5161929"/>
                <a:ext cx="307080" cy="216000"/>
              </p14:xfrm>
            </p:contentPart>
          </mc:Choice>
          <mc:Fallback xmlns="">
            <p:pic>
              <p:nvPicPr>
                <p:cNvPr id="6" name="Ink 5">
                  <a:extLst>
                    <a:ext uri="{FF2B5EF4-FFF2-40B4-BE49-F238E27FC236}">
                      <a16:creationId xmlns:a16="http://schemas.microsoft.com/office/drawing/2014/main" id="{D0462AB0-192F-1F0A-CB05-3A7AF9FDD9BE}"/>
                    </a:ext>
                  </a:extLst>
                </p:cNvPr>
                <p:cNvPicPr/>
                <p:nvPr/>
              </p:nvPicPr>
              <p:blipFill>
                <a:blip r:embed="rId48"/>
                <a:stretch>
                  <a:fillRect/>
                </a:stretch>
              </p:blipFill>
              <p:spPr>
                <a:xfrm>
                  <a:off x="7496535" y="5143929"/>
                  <a:ext cx="342720" cy="25164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10" name="Ink 9">
                  <a:extLst>
                    <a:ext uri="{FF2B5EF4-FFF2-40B4-BE49-F238E27FC236}">
                      <a16:creationId xmlns:a16="http://schemas.microsoft.com/office/drawing/2014/main" id="{EA1A212E-2969-2101-EF40-DF7DE8B17394}"/>
                    </a:ext>
                  </a:extLst>
                </p14:cNvPr>
                <p14:cNvContentPartPr/>
                <p14:nvPr/>
              </p14:nvContentPartPr>
              <p14:xfrm>
                <a:off x="7283055" y="5343369"/>
                <a:ext cx="182520" cy="154080"/>
              </p14:xfrm>
            </p:contentPart>
          </mc:Choice>
          <mc:Fallback xmlns="">
            <p:pic>
              <p:nvPicPr>
                <p:cNvPr id="10" name="Ink 9">
                  <a:extLst>
                    <a:ext uri="{FF2B5EF4-FFF2-40B4-BE49-F238E27FC236}">
                      <a16:creationId xmlns:a16="http://schemas.microsoft.com/office/drawing/2014/main" id="{EA1A212E-2969-2101-EF40-DF7DE8B17394}"/>
                    </a:ext>
                  </a:extLst>
                </p:cNvPr>
                <p:cNvPicPr/>
                <p:nvPr/>
              </p:nvPicPr>
              <p:blipFill>
                <a:blip r:embed="rId50"/>
                <a:stretch>
                  <a:fillRect/>
                </a:stretch>
              </p:blipFill>
              <p:spPr>
                <a:xfrm>
                  <a:off x="7265415" y="5325729"/>
                  <a:ext cx="21816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12" name="Ink 11">
                  <a:extLst>
                    <a:ext uri="{FF2B5EF4-FFF2-40B4-BE49-F238E27FC236}">
                      <a16:creationId xmlns:a16="http://schemas.microsoft.com/office/drawing/2014/main" id="{3B58493E-9869-D768-AE20-B2109F039AB5}"/>
                    </a:ext>
                  </a:extLst>
                </p14:cNvPr>
                <p14:cNvContentPartPr/>
                <p14:nvPr/>
              </p14:nvContentPartPr>
              <p14:xfrm>
                <a:off x="7430655" y="5280009"/>
                <a:ext cx="20160" cy="133560"/>
              </p14:xfrm>
            </p:contentPart>
          </mc:Choice>
          <mc:Fallback xmlns="">
            <p:pic>
              <p:nvPicPr>
                <p:cNvPr id="12" name="Ink 11">
                  <a:extLst>
                    <a:ext uri="{FF2B5EF4-FFF2-40B4-BE49-F238E27FC236}">
                      <a16:creationId xmlns:a16="http://schemas.microsoft.com/office/drawing/2014/main" id="{3B58493E-9869-D768-AE20-B2109F039AB5}"/>
                    </a:ext>
                  </a:extLst>
                </p:cNvPr>
                <p:cNvPicPr/>
                <p:nvPr/>
              </p:nvPicPr>
              <p:blipFill>
                <a:blip r:embed="rId52"/>
                <a:stretch>
                  <a:fillRect/>
                </a:stretch>
              </p:blipFill>
              <p:spPr>
                <a:xfrm>
                  <a:off x="7412655" y="5262369"/>
                  <a:ext cx="55800" cy="1692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13" name="Ink 12">
                  <a:extLst>
                    <a:ext uri="{FF2B5EF4-FFF2-40B4-BE49-F238E27FC236}">
                      <a16:creationId xmlns:a16="http://schemas.microsoft.com/office/drawing/2014/main" id="{E4AB7B1D-0D4B-65F5-F9D9-EA0F2F4888F5}"/>
                    </a:ext>
                  </a:extLst>
                </p14:cNvPr>
                <p14:cNvContentPartPr/>
                <p14:nvPr/>
              </p14:nvContentPartPr>
              <p14:xfrm>
                <a:off x="7186575" y="5184249"/>
                <a:ext cx="207720" cy="41040"/>
              </p14:xfrm>
            </p:contentPart>
          </mc:Choice>
          <mc:Fallback xmlns="">
            <p:pic>
              <p:nvPicPr>
                <p:cNvPr id="13" name="Ink 12">
                  <a:extLst>
                    <a:ext uri="{FF2B5EF4-FFF2-40B4-BE49-F238E27FC236}">
                      <a16:creationId xmlns:a16="http://schemas.microsoft.com/office/drawing/2014/main" id="{E4AB7B1D-0D4B-65F5-F9D9-EA0F2F4888F5}"/>
                    </a:ext>
                  </a:extLst>
                </p:cNvPr>
                <p:cNvPicPr/>
                <p:nvPr/>
              </p:nvPicPr>
              <p:blipFill>
                <a:blip r:embed="rId54"/>
                <a:stretch>
                  <a:fillRect/>
                </a:stretch>
              </p:blipFill>
              <p:spPr>
                <a:xfrm>
                  <a:off x="7168935" y="5166609"/>
                  <a:ext cx="243360" cy="7668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14" name="Ink 13">
                  <a:extLst>
                    <a:ext uri="{FF2B5EF4-FFF2-40B4-BE49-F238E27FC236}">
                      <a16:creationId xmlns:a16="http://schemas.microsoft.com/office/drawing/2014/main" id="{78E02185-A904-A066-E4D5-DE84F4C1CC5B}"/>
                    </a:ext>
                  </a:extLst>
                </p14:cNvPr>
                <p14:cNvContentPartPr/>
                <p14:nvPr/>
              </p14:nvContentPartPr>
              <p14:xfrm>
                <a:off x="7307895" y="5146809"/>
                <a:ext cx="101160" cy="125640"/>
              </p14:xfrm>
            </p:contentPart>
          </mc:Choice>
          <mc:Fallback xmlns="">
            <p:pic>
              <p:nvPicPr>
                <p:cNvPr id="14" name="Ink 13">
                  <a:extLst>
                    <a:ext uri="{FF2B5EF4-FFF2-40B4-BE49-F238E27FC236}">
                      <a16:creationId xmlns:a16="http://schemas.microsoft.com/office/drawing/2014/main" id="{78E02185-A904-A066-E4D5-DE84F4C1CC5B}"/>
                    </a:ext>
                  </a:extLst>
                </p:cNvPr>
                <p:cNvPicPr/>
                <p:nvPr/>
              </p:nvPicPr>
              <p:blipFill>
                <a:blip r:embed="rId56"/>
                <a:stretch>
                  <a:fillRect/>
                </a:stretch>
              </p:blipFill>
              <p:spPr>
                <a:xfrm>
                  <a:off x="7289895" y="5129169"/>
                  <a:ext cx="13680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42" name="Ink 41">
                  <a:extLst>
                    <a:ext uri="{FF2B5EF4-FFF2-40B4-BE49-F238E27FC236}">
                      <a16:creationId xmlns:a16="http://schemas.microsoft.com/office/drawing/2014/main" id="{6A6CC075-0EF9-ED5B-F616-51F4D1CD004E}"/>
                    </a:ext>
                  </a:extLst>
                </p14:cNvPr>
                <p14:cNvContentPartPr/>
                <p14:nvPr/>
              </p14:nvContentPartPr>
              <p14:xfrm>
                <a:off x="6870495" y="5038809"/>
                <a:ext cx="1958400" cy="1494720"/>
              </p14:xfrm>
            </p:contentPart>
          </mc:Choice>
          <mc:Fallback xmlns="">
            <p:pic>
              <p:nvPicPr>
                <p:cNvPr id="42" name="Ink 41">
                  <a:extLst>
                    <a:ext uri="{FF2B5EF4-FFF2-40B4-BE49-F238E27FC236}">
                      <a16:creationId xmlns:a16="http://schemas.microsoft.com/office/drawing/2014/main" id="{6A6CC075-0EF9-ED5B-F616-51F4D1CD004E}"/>
                    </a:ext>
                  </a:extLst>
                </p:cNvPr>
                <p:cNvPicPr/>
                <p:nvPr/>
              </p:nvPicPr>
              <p:blipFill>
                <a:blip r:embed="rId58"/>
                <a:stretch>
                  <a:fillRect/>
                </a:stretch>
              </p:blipFill>
              <p:spPr>
                <a:xfrm>
                  <a:off x="6852495" y="5021169"/>
                  <a:ext cx="1994040" cy="153036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43" name="Ink 42">
                  <a:extLst>
                    <a:ext uri="{FF2B5EF4-FFF2-40B4-BE49-F238E27FC236}">
                      <a16:creationId xmlns:a16="http://schemas.microsoft.com/office/drawing/2014/main" id="{02C5AB2B-C86F-2977-358C-4F02050420F4}"/>
                    </a:ext>
                  </a:extLst>
                </p14:cNvPr>
                <p14:cNvContentPartPr/>
                <p14:nvPr/>
              </p14:nvContentPartPr>
              <p14:xfrm>
                <a:off x="6841335" y="6403209"/>
                <a:ext cx="182880" cy="245880"/>
              </p14:xfrm>
            </p:contentPart>
          </mc:Choice>
          <mc:Fallback xmlns="">
            <p:pic>
              <p:nvPicPr>
                <p:cNvPr id="43" name="Ink 42">
                  <a:extLst>
                    <a:ext uri="{FF2B5EF4-FFF2-40B4-BE49-F238E27FC236}">
                      <a16:creationId xmlns:a16="http://schemas.microsoft.com/office/drawing/2014/main" id="{02C5AB2B-C86F-2977-358C-4F02050420F4}"/>
                    </a:ext>
                  </a:extLst>
                </p:cNvPr>
                <p:cNvPicPr/>
                <p:nvPr/>
              </p:nvPicPr>
              <p:blipFill>
                <a:blip r:embed="rId60"/>
                <a:stretch>
                  <a:fillRect/>
                </a:stretch>
              </p:blipFill>
              <p:spPr>
                <a:xfrm>
                  <a:off x="6823695" y="6385569"/>
                  <a:ext cx="218520" cy="281520"/>
                </a:xfrm>
                <a:prstGeom prst="rect">
                  <a:avLst/>
                </a:prstGeom>
              </p:spPr>
            </p:pic>
          </mc:Fallback>
        </mc:AlternateContent>
      </p:grpSp>
      <p:sp>
        <p:nvSpPr>
          <p:cNvPr id="22" name="Title 3">
            <a:extLst>
              <a:ext uri="{FF2B5EF4-FFF2-40B4-BE49-F238E27FC236}">
                <a16:creationId xmlns:a16="http://schemas.microsoft.com/office/drawing/2014/main" id="{F8660DD8-F711-586B-B096-DCF11388C3EA}"/>
              </a:ext>
            </a:extLst>
          </p:cNvPr>
          <p:cNvSpPr txBox="1">
            <a:spLocks/>
          </p:cNvSpPr>
          <p:nvPr/>
        </p:nvSpPr>
        <p:spPr>
          <a:xfrm>
            <a:off x="0" y="0"/>
            <a:ext cx="12192000" cy="757130"/>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dirty="0">
                <a:latin typeface="Times New Roman" panose="02020603050405020304" pitchFamily="18" charset="0"/>
                <a:ea typeface="STKaiti" panose="020B0503020204020204" pitchFamily="2" charset="-122"/>
                <a:cs typeface="Times New Roman" panose="02020603050405020304" pitchFamily="18" charset="0"/>
              </a:rPr>
              <a:t>  Free Body Diagram (</a:t>
            </a:r>
            <a:r>
              <a:rPr lang="en-US" sz="48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FBD</a:t>
            </a:r>
            <a:r>
              <a:rPr lang="en-US" sz="4800" b="1" dirty="0">
                <a:latin typeface="Times New Roman" panose="02020603050405020304" pitchFamily="18" charset="0"/>
                <a:ea typeface="STKaiti" panose="020B0503020204020204" pitchFamily="2" charset="-122"/>
                <a:cs typeface="Times New Roman" panose="02020603050405020304" pitchFamily="18" charset="0"/>
              </a:rPr>
              <a:t>) </a:t>
            </a:r>
          </a:p>
        </p:txBody>
      </p:sp>
    </p:spTree>
    <p:extLst>
      <p:ext uri="{BB962C8B-B14F-4D97-AF65-F5344CB8AC3E}">
        <p14:creationId xmlns:p14="http://schemas.microsoft.com/office/powerpoint/2010/main" val="997983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1981200" y="988160"/>
            <a:ext cx="8229600" cy="5166590"/>
          </a:xfrm>
        </p:spPr>
        <p:txBody>
          <a:bodyPr>
            <a:normAutofit lnSpcReduction="10000"/>
          </a:bodyPr>
          <a:lstStyle/>
          <a:p>
            <a:pPr>
              <a:spcBef>
                <a:spcPts val="0"/>
              </a:spcBef>
              <a:spcAft>
                <a:spcPts val="200"/>
              </a:spcAft>
              <a:buFont typeface="Wingdings" panose="05000000000000000000" pitchFamily="2" charset="2"/>
              <a:buChar char="§"/>
            </a:pPr>
            <a:r>
              <a:rPr lang="en-US" sz="24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Newton’s 1</a:t>
            </a:r>
            <a:r>
              <a:rPr lang="en-US" sz="2400" b="1" baseline="30000"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st</a:t>
            </a:r>
            <a:r>
              <a:rPr lang="en-US" sz="24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 &amp; 2</a:t>
            </a:r>
            <a:r>
              <a:rPr lang="en-US" sz="2400" b="1" baseline="30000"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nd</a:t>
            </a:r>
            <a:r>
              <a:rPr lang="en-US" sz="24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 Laws</a:t>
            </a:r>
          </a:p>
          <a:p>
            <a:pPr marL="0" indent="0">
              <a:spcBef>
                <a:spcPts val="0"/>
              </a:spcBef>
              <a:spcAft>
                <a:spcPts val="200"/>
              </a:spcAft>
              <a:buNone/>
            </a:pPr>
            <a:endParaRPr lang="en-US" sz="2400" b="1" dirty="0">
              <a:latin typeface="Times New Roman" panose="02020603050405020304" pitchFamily="18" charset="0"/>
              <a:cs typeface="Times New Roman" panose="02020603050405020304" pitchFamily="18" charset="0"/>
            </a:endParaRPr>
          </a:p>
          <a:p>
            <a:pPr lvl="1">
              <a:spcBef>
                <a:spcPts val="0"/>
              </a:spcBef>
              <a:spcAft>
                <a:spcPts val="200"/>
              </a:spcAft>
            </a:pPr>
            <a:r>
              <a:rPr lang="en-US" dirty="0">
                <a:latin typeface="Times New Roman" panose="02020603050405020304" pitchFamily="18" charset="0"/>
                <a:cs typeface="Times New Roman" panose="02020603050405020304" pitchFamily="18" charset="0"/>
              </a:rPr>
              <a:t>Draw and interpret a free-body diagram.</a:t>
            </a:r>
          </a:p>
          <a:p>
            <a:pPr lvl="1">
              <a:spcBef>
                <a:spcPts val="0"/>
              </a:spcBef>
              <a:spcAft>
                <a:spcPts val="200"/>
              </a:spcAft>
            </a:pPr>
            <a:r>
              <a:rPr lang="en-US" dirty="0">
                <a:latin typeface="Times New Roman" panose="02020603050405020304" pitchFamily="18" charset="0"/>
                <a:cs typeface="Times New Roman" panose="02020603050405020304" pitchFamily="18" charset="0"/>
              </a:rPr>
              <a:t>Describe the consequences of no force or balanced forces on an object.</a:t>
            </a:r>
          </a:p>
          <a:p>
            <a:pPr lvl="1">
              <a:spcBef>
                <a:spcPts val="0"/>
              </a:spcBef>
              <a:spcAft>
                <a:spcPts val="200"/>
              </a:spcAft>
            </a:pPr>
            <a:r>
              <a:rPr lang="en-US" dirty="0">
                <a:latin typeface="Times New Roman" panose="02020603050405020304" pitchFamily="18" charset="0"/>
                <a:cs typeface="Times New Roman" panose="02020603050405020304" pitchFamily="18" charset="0"/>
              </a:rPr>
              <a:t>Write Newton’s 2nd Law for a physical scenario.</a:t>
            </a:r>
          </a:p>
          <a:p>
            <a:pPr lvl="1">
              <a:spcBef>
                <a:spcPts val="0"/>
              </a:spcBef>
              <a:spcAft>
                <a:spcPts val="200"/>
              </a:spcAft>
            </a:pPr>
            <a:r>
              <a:rPr lang="en-US" dirty="0">
                <a:latin typeface="Times New Roman" panose="02020603050405020304" pitchFamily="18" charset="0"/>
                <a:cs typeface="Times New Roman" panose="02020603050405020304" pitchFamily="18" charset="0"/>
              </a:rPr>
              <a:t>Use Newton’s 2nd Law to solve a problem</a:t>
            </a:r>
          </a:p>
          <a:p>
            <a:pPr lvl="2">
              <a:spcBef>
                <a:spcPts val="0"/>
              </a:spcBef>
              <a:spcAft>
                <a:spcPts val="200"/>
              </a:spcAft>
            </a:pPr>
            <a:r>
              <a:rPr lang="en-US" sz="2400" dirty="0">
                <a:latin typeface="Times New Roman" panose="02020603050405020304" pitchFamily="18" charset="0"/>
                <a:cs typeface="Times New Roman" panose="02020603050405020304" pitchFamily="18" charset="0"/>
              </a:rPr>
              <a:t> With balanced forces.</a:t>
            </a:r>
          </a:p>
          <a:p>
            <a:pPr lvl="2">
              <a:spcBef>
                <a:spcPts val="0"/>
              </a:spcBef>
              <a:spcAft>
                <a:spcPts val="200"/>
              </a:spcAft>
            </a:pPr>
            <a:r>
              <a:rPr lang="en-US" sz="2400" dirty="0">
                <a:latin typeface="Times New Roman" panose="02020603050405020304" pitchFamily="18" charset="0"/>
                <a:cs typeface="Times New Roman" panose="02020603050405020304" pitchFamily="18" charset="0"/>
              </a:rPr>
              <a:t> With unbalanced forces.</a:t>
            </a:r>
          </a:p>
          <a:p>
            <a:pPr lvl="1">
              <a:spcBef>
                <a:spcPts val="0"/>
              </a:spcBef>
              <a:spcAft>
                <a:spcPts val="200"/>
              </a:spcAft>
            </a:pPr>
            <a:r>
              <a:rPr lang="en-US" dirty="0">
                <a:latin typeface="Times New Roman" panose="02020603050405020304" pitchFamily="18" charset="0"/>
                <a:cs typeface="Times New Roman" panose="02020603050405020304" pitchFamily="18" charset="0"/>
              </a:rPr>
              <a:t>Use Newton’s Laws to predict the motion of an object.</a:t>
            </a:r>
          </a:p>
          <a:p>
            <a:pPr marL="457200" lvl="1" indent="0">
              <a:spcBef>
                <a:spcPts val="0"/>
              </a:spcBef>
              <a:spcAft>
                <a:spcPts val="200"/>
              </a:spcAft>
              <a:buNone/>
            </a:pPr>
            <a:endParaRPr lang="en-US" dirty="0">
              <a:latin typeface="Times New Roman" panose="02020603050405020304" pitchFamily="18" charset="0"/>
              <a:cs typeface="Times New Roman" panose="02020603050405020304" pitchFamily="18" charset="0"/>
            </a:endParaRPr>
          </a:p>
          <a:p>
            <a:pPr>
              <a:spcBef>
                <a:spcPts val="0"/>
              </a:spcBef>
              <a:spcAft>
                <a:spcPts val="200"/>
              </a:spcAft>
              <a:buFont typeface="Wingdings" panose="05000000000000000000" pitchFamily="2" charset="2"/>
              <a:buChar char="§"/>
            </a:pPr>
            <a:r>
              <a:rPr lang="en-US" sz="24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Other Forces and Newton’s 3</a:t>
            </a:r>
            <a:r>
              <a:rPr lang="en-US" sz="2400" b="1" baseline="30000"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rd</a:t>
            </a:r>
            <a:r>
              <a:rPr lang="en-US" sz="24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 Laws</a:t>
            </a:r>
          </a:p>
          <a:p>
            <a:pPr>
              <a:spcBef>
                <a:spcPts val="0"/>
              </a:spcBef>
              <a:spcAft>
                <a:spcPts val="200"/>
              </a:spcAft>
              <a:buFont typeface="Wingdings" panose="05000000000000000000" pitchFamily="2" charset="2"/>
              <a:buChar char="§"/>
            </a:pPr>
            <a:endParaRPr lang="en-US" sz="2400" b="1" dirty="0">
              <a:latin typeface="Times New Roman" panose="02020603050405020304" pitchFamily="18" charset="0"/>
              <a:cs typeface="Times New Roman" panose="02020603050405020304" pitchFamily="18" charset="0"/>
            </a:endParaRPr>
          </a:p>
          <a:p>
            <a:pPr lvl="1">
              <a:spcBef>
                <a:spcPts val="0"/>
              </a:spcBef>
              <a:spcAft>
                <a:spcPts val="200"/>
              </a:spcAft>
            </a:pPr>
            <a:r>
              <a:rPr lang="en-US" dirty="0">
                <a:latin typeface="Times New Roman" panose="02020603050405020304" pitchFamily="18" charset="0"/>
                <a:cs typeface="Times New Roman" panose="02020603050405020304" pitchFamily="18" charset="0"/>
              </a:rPr>
              <a:t>Use Newton’s 3rd Law to Identify force pairs.</a:t>
            </a:r>
          </a:p>
          <a:p>
            <a:pPr lvl="1">
              <a:spcBef>
                <a:spcPts val="0"/>
              </a:spcBef>
              <a:spcAft>
                <a:spcPts val="200"/>
              </a:spcAft>
            </a:pPr>
            <a:r>
              <a:rPr lang="en-US" dirty="0">
                <a:latin typeface="Times New Roman" panose="02020603050405020304" pitchFamily="18" charset="0"/>
                <a:cs typeface="Times New Roman" panose="02020603050405020304" pitchFamily="18" charset="0"/>
              </a:rPr>
              <a:t>Solve a problems involving static friction, kinetic friction, gravity, tension, and normal force.</a:t>
            </a:r>
          </a:p>
        </p:txBody>
      </p:sp>
      <p:sp>
        <p:nvSpPr>
          <p:cNvPr id="4" name="Title 1"/>
          <p:cNvSpPr txBox="1">
            <a:spLocks/>
          </p:cNvSpPr>
          <p:nvPr/>
        </p:nvSpPr>
        <p:spPr>
          <a:xfrm>
            <a:off x="1524000" y="10869"/>
            <a:ext cx="9144000" cy="1121740"/>
          </a:xfrm>
          <a:prstGeom prst="rect">
            <a:avLst/>
          </a:prstGeom>
          <a:noFill/>
          <a:ln>
            <a:noFill/>
          </a:ln>
        </p:spPr>
        <p:txBody>
          <a:bodyPr vert="horz" lIns="91425" tIns="91425" rIns="91425" bIns="91425" rtlCol="0" anchor="t" anchorCtr="0">
            <a:normAutofit/>
          </a:bodyPr>
          <a:lstStyle>
            <a:lvl1pPr marL="0" marR="0" lvl="0" indent="0" algn="l" defTabSz="914400" rtl="0" eaLnBrk="1" latinLnBrk="0" hangingPunct="1">
              <a:lnSpc>
                <a:spcPct val="100000"/>
              </a:lnSpc>
              <a:spcBef>
                <a:spcPts val="0"/>
              </a:spcBef>
              <a:buClr>
                <a:srgbClr val="007FA3"/>
              </a:buClr>
              <a:buFont typeface="Times New Roman"/>
              <a:buNone/>
              <a:defRPr sz="3600" b="1" i="0" u="none" strike="noStrike" kern="1200"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pPr algn="ctr">
              <a:lnSpc>
                <a:spcPct val="140000"/>
              </a:lnSpc>
            </a:pPr>
            <a:r>
              <a:rPr lang="en-US" sz="4000" dirty="0">
                <a:solidFill>
                  <a:schemeClr val="bg1"/>
                </a:solidFill>
                <a:latin typeface="Times New Roman" panose="02020603050405020304" pitchFamily="18" charset="0"/>
                <a:cs typeface="Times New Roman" panose="02020603050405020304" pitchFamily="18" charset="0"/>
              </a:rPr>
              <a:t>Check the Learning Goals</a:t>
            </a:r>
            <a:endParaRPr lang="en-US" sz="4000" dirty="0"/>
          </a:p>
        </p:txBody>
      </p:sp>
      <p:sp>
        <p:nvSpPr>
          <p:cNvPr id="5" name="Title 3">
            <a:extLst>
              <a:ext uri="{FF2B5EF4-FFF2-40B4-BE49-F238E27FC236}">
                <a16:creationId xmlns:a16="http://schemas.microsoft.com/office/drawing/2014/main" id="{59F98FD8-E947-F1E9-E2D5-E2341D1CA54E}"/>
              </a:ext>
            </a:extLst>
          </p:cNvPr>
          <p:cNvSpPr txBox="1">
            <a:spLocks/>
          </p:cNvSpPr>
          <p:nvPr/>
        </p:nvSpPr>
        <p:spPr>
          <a:xfrm>
            <a:off x="0" y="-7442"/>
            <a:ext cx="12192000" cy="757130"/>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dirty="0">
                <a:latin typeface="Times New Roman" panose="02020603050405020304" pitchFamily="18" charset="0"/>
                <a:ea typeface="STKaiti" panose="020B0503020204020204" pitchFamily="2" charset="-122"/>
                <a:cs typeface="Times New Roman" panose="02020603050405020304" pitchFamily="18" charset="0"/>
              </a:rPr>
              <a:t>Summary: Newton’s Law </a:t>
            </a:r>
          </a:p>
        </p:txBody>
      </p:sp>
    </p:spTree>
    <p:extLst>
      <p:ext uri="{BB962C8B-B14F-4D97-AF65-F5344CB8AC3E}">
        <p14:creationId xmlns:p14="http://schemas.microsoft.com/office/powerpoint/2010/main" val="42022571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3699</TotalTime>
  <Words>6425</Words>
  <Application>Microsoft Office PowerPoint</Application>
  <PresentationFormat>Widescreen</PresentationFormat>
  <Paragraphs>720</Paragraphs>
  <Slides>76</Slides>
  <Notes>42</Notes>
  <HiddenSlides>0</HiddenSlides>
  <MMClips>7</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76</vt:i4>
      </vt:variant>
    </vt:vector>
  </HeadingPairs>
  <TitlesOfParts>
    <vt:vector size="86" baseType="lpstr">
      <vt:lpstr>Aptos</vt:lpstr>
      <vt:lpstr>Aptos Display</vt:lpstr>
      <vt:lpstr>Arial</vt:lpstr>
      <vt:lpstr>Bodoni MT Black</vt:lpstr>
      <vt:lpstr>Cambria Math</vt:lpstr>
      <vt:lpstr>Impact</vt:lpstr>
      <vt:lpstr>Times New Roman</vt:lpstr>
      <vt:lpstr>Wingdings</vt:lpstr>
      <vt:lpstr>Office Theme</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Spring Force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University of Central Florida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Manjita Shrestha</dc:creator>
  <cp:lastModifiedBy>Manjita Shrestha</cp:lastModifiedBy>
  <cp:revision>24</cp:revision>
  <dcterms:created xsi:type="dcterms:W3CDTF">2024-09-12T22:21:10Z</dcterms:created>
  <dcterms:modified xsi:type="dcterms:W3CDTF">2026-09-30T15:38:22Z</dcterms:modified>
</cp:coreProperties>
</file>